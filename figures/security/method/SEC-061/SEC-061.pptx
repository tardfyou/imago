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ba03972c474d7e" /><Relationship Type="http://schemas.openxmlformats.org/officeDocument/2006/relationships/extended-properties" Target="/docProps/app.xml" Id="Rd73b5144e63b4e97" /><Relationship Type="http://schemas.openxmlformats.org/officeDocument/2006/relationships/officeDocument" Target="/ppt/presentation.xml" Id="Rb45ccee9b76d48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3dbcc972ed4934"/>
  </p:sldMasterIdLst>
  <p:notesMasterIdLst>
    <p:notesMasterId xmlns:r="http://schemas.openxmlformats.org/officeDocument/2006/relationships" r:id="Rb2ded1c70b174c8d"/>
  </p:notesMasterIdLst>
  <p:sldIdLst>
    <p:sldId xmlns:r="http://schemas.openxmlformats.org/officeDocument/2006/relationships" id="256" r:id="R5866948260c44058"/>
  </p:sldIdLst>
  <p:sldSz cx="7029450" cy="7143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2d0a287c474e3e" /><Relationship Type="http://schemas.openxmlformats.org/officeDocument/2006/relationships/slideMaster" Target="/ppt/slideMasters/slideMaster1.xml" Id="Rf93dbcc972ed4934" /><Relationship Type="http://schemas.openxmlformats.org/officeDocument/2006/relationships/notesMaster" Target="/ppt/notesMasters/notesMaster1.xml" Id="Rb2ded1c70b174c8d" /><Relationship Type="http://schemas.openxmlformats.org/officeDocument/2006/relationships/presProps" Target="/ppt/presProps.xml" Id="R24e88c54a0344ddc" /><Relationship Type="http://schemas.openxmlformats.org/officeDocument/2006/relationships/tableStyles" Target="/ppt/tableStyles.xml" Id="Rd66bcc3d915c44ee" /><Relationship Type="http://schemas.openxmlformats.org/officeDocument/2006/relationships/slide" Target="/ppt/slides/slide1.xml" Id="R5866948260c440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616f6170e24f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49eafc992b4ea9" /><Relationship Type="http://schemas.openxmlformats.org/officeDocument/2006/relationships/notesMaster" Target="/ppt/notesMasters/notesMaster1.xml" Id="Rb28e4a03083040e1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素材ID：SEC-061</ns1:t>
            </ns1:r>
          </ns1:p>
          <ns1:p>
            <ns1:r>
              <ns1:t>论文：RingSG: Optimal Secure Vertex-Centric Computation for Collaborative Graph Processing</ns1:t>
            </ns1:r>
          </ns1:p>
          <ns1:p>
            <ns1:r>
              <ns1:t>会议：CCS 2025</ns1:t>
            </ns1:r>
          </ns1:p>
          <ns1:p>
            <ns1:r>
              <ns1:t>奖项：Distinguished Paper Award</ns1:t>
            </ns1:r>
          </ns1:p>
          <ns1:p>
            <ns1:r>
              <ns1:t>图号：Figure 4，PDF第5页</ns1:t>
            </ns1:r>
          </ns1:p>
          <ns1:p>
            <ns1:r>
              <ns1:t>类型：方法细节</ns1:t>
            </ns1:r>
          </ns1:p>
          <ns1:p>
            <ns1:r>
              <ns1:t>借鉴点：上下两组保持相同四方云节点，配合消息编号、共享重分配和代数任务清单，直观比较通信组织方式。</ns1:t>
            </ns1:r>
          </ns1:p>
          <ns1:p>
            <ns1:r>
              <ns1:t>论文URL：https://eprint.iacr.org/2025/1209.pdf</ns1:t>
            </ns1:r>
          </ns1:p>
          <ns1:p>
            <ns1:r>
              <ns1:t>官方获奖URL：https://www.sigsac.org/ccs/CCS2025/awards/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65977eebc948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558f6207df45b0" /><Relationship Type="http://schemas.openxmlformats.org/officeDocument/2006/relationships/slideLayout" Target="/ppt/slideLayouts/slideLayout1.xml" Id="R1a6c23e51e3746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6c23e51e3746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4342b71954d28" /><Relationship Type="http://schemas.openxmlformats.org/officeDocument/2006/relationships/notesSlide" Target="/ppt/notesSlides/notesSlide1.xml" Id="R4f7c9ac68ff746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BB9CF9-B330-4533-BEF6-D54A50E8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3" y="247154"/>
            <a:ext cx="6865002" cy="3218451"/>
          </a:xfrm>
          <a:custGeom xmlns:a="http://schemas.openxmlformats.org/drawingml/2006/main">
            <a:pathLst>
              <a:path w="6865002" h="3218451">
                <a:moveTo>
                  <a:pt x="6865002" y="3218451"/>
                </a:moveTo>
                <a:lnTo>
                  <a:pt x="6865002" y="0"/>
                </a:lnTo>
                <a:lnTo>
                  <a:pt x="0" y="0"/>
                </a:lnTo>
                <a:lnTo>
                  <a:pt x="0" y="3218451"/>
                </a:lnTo>
                <a:lnTo>
                  <a:pt x="6865002" y="321845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35FD06-28A3-4C71-A438-EACDFB20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378" y="253689"/>
            <a:ext cx="866881" cy="577920"/>
          </a:xfrm>
          <a:custGeom xmlns:a="http://schemas.openxmlformats.org/drawingml/2006/main">
            <a:pathLst>
              <a:path w="866881" h="577920">
                <a:moveTo>
                  <a:pt x="123964" y="436185"/>
                </a:moveTo>
                <a:cubicBezTo>
                  <a:pt x="73396" y="427661"/>
                  <a:pt x="32508" y="396453"/>
                  <a:pt x="17771" y="355132"/>
                </a:cubicBezTo>
                <a:cubicBezTo>
                  <a:pt x="0" y="314967"/>
                  <a:pt x="8091" y="270033"/>
                  <a:pt x="39154" y="236080"/>
                </a:cubicBezTo>
                <a:cubicBezTo>
                  <a:pt x="66750" y="204728"/>
                  <a:pt x="110961" y="186957"/>
                  <a:pt x="157339" y="188547"/>
                </a:cubicBezTo>
                <a:cubicBezTo>
                  <a:pt x="183779" y="154738"/>
                  <a:pt x="231746" y="137256"/>
                  <a:pt x="279280" y="144191"/>
                </a:cubicBezTo>
                <a:cubicBezTo>
                  <a:pt x="281881" y="108071"/>
                  <a:pt x="300085" y="73974"/>
                  <a:pt x="330570" y="48401"/>
                </a:cubicBezTo>
                <a:cubicBezTo>
                  <a:pt x="373481" y="11125"/>
                  <a:pt x="439364" y="0"/>
                  <a:pt x="496289" y="20372"/>
                </a:cubicBezTo>
                <a:cubicBezTo>
                  <a:pt x="531831" y="31930"/>
                  <a:pt x="560872" y="54469"/>
                  <a:pt x="577198" y="83365"/>
                </a:cubicBezTo>
                <a:cubicBezTo>
                  <a:pt x="619964" y="64438"/>
                  <a:pt x="671399" y="65305"/>
                  <a:pt x="713154" y="85677"/>
                </a:cubicBezTo>
                <a:cubicBezTo>
                  <a:pt x="753030" y="103737"/>
                  <a:pt x="781926" y="135233"/>
                  <a:pt x="792184" y="172220"/>
                </a:cubicBezTo>
                <a:cubicBezTo>
                  <a:pt x="797819" y="188691"/>
                  <a:pt x="799119" y="205884"/>
                  <a:pt x="795941" y="222788"/>
                </a:cubicBezTo>
                <a:cubicBezTo>
                  <a:pt x="840007" y="244027"/>
                  <a:pt x="866881" y="283759"/>
                  <a:pt x="865725" y="326381"/>
                </a:cubicBezTo>
                <a:cubicBezTo>
                  <a:pt x="864713" y="364812"/>
                  <a:pt x="841019" y="400354"/>
                  <a:pt x="802443" y="421448"/>
                </a:cubicBezTo>
                <a:cubicBezTo>
                  <a:pt x="796230" y="412780"/>
                  <a:pt x="788717" y="404978"/>
                  <a:pt x="780193" y="398043"/>
                </a:cubicBezTo>
                <a:cubicBezTo>
                  <a:pt x="811834" y="382005"/>
                  <a:pt x="830761" y="352820"/>
                  <a:pt x="829460" y="321757"/>
                </a:cubicBezTo>
                <a:cubicBezTo>
                  <a:pt x="829027" y="299074"/>
                  <a:pt x="818046" y="277546"/>
                  <a:pt x="798686" y="261798"/>
                </a:cubicBezTo>
                <a:cubicBezTo>
                  <a:pt x="786550" y="253129"/>
                  <a:pt x="773113" y="245761"/>
                  <a:pt x="758665" y="239981"/>
                </a:cubicBezTo>
                <a:cubicBezTo>
                  <a:pt x="764733" y="218598"/>
                  <a:pt x="764444" y="196493"/>
                  <a:pt x="757798" y="175254"/>
                </a:cubicBezTo>
                <a:cubicBezTo>
                  <a:pt x="746240" y="146792"/>
                  <a:pt x="721823" y="122953"/>
                  <a:pt x="689893" y="109082"/>
                </a:cubicBezTo>
                <a:cubicBezTo>
                  <a:pt x="666631" y="99980"/>
                  <a:pt x="640336" y="97669"/>
                  <a:pt x="615341" y="102870"/>
                </a:cubicBezTo>
                <a:cubicBezTo>
                  <a:pt x="597281" y="107927"/>
                  <a:pt x="579799" y="114428"/>
                  <a:pt x="563183" y="122375"/>
                </a:cubicBezTo>
                <a:lnTo>
                  <a:pt x="537177" y="82643"/>
                </a:lnTo>
                <a:cubicBezTo>
                  <a:pt x="519117" y="62415"/>
                  <a:pt x="493544" y="47678"/>
                  <a:pt x="464648" y="40599"/>
                </a:cubicBezTo>
                <a:cubicBezTo>
                  <a:pt x="424627" y="33808"/>
                  <a:pt x="383450" y="44355"/>
                  <a:pt x="354699" y="68628"/>
                </a:cubicBezTo>
                <a:cubicBezTo>
                  <a:pt x="332593" y="86544"/>
                  <a:pt x="318290" y="110094"/>
                  <a:pt x="313811" y="135522"/>
                </a:cubicBezTo>
                <a:lnTo>
                  <a:pt x="311933" y="179155"/>
                </a:lnTo>
                <a:lnTo>
                  <a:pt x="270033" y="172220"/>
                </a:lnTo>
                <a:cubicBezTo>
                  <a:pt x="240126" y="168608"/>
                  <a:pt x="210363" y="178722"/>
                  <a:pt x="191870" y="198660"/>
                </a:cubicBezTo>
                <a:lnTo>
                  <a:pt x="174099" y="219754"/>
                </a:lnTo>
                <a:cubicBezTo>
                  <a:pt x="158350" y="218309"/>
                  <a:pt x="142457" y="218454"/>
                  <a:pt x="126709" y="220477"/>
                </a:cubicBezTo>
                <a:cubicBezTo>
                  <a:pt x="89433" y="229145"/>
                  <a:pt x="60248" y="253274"/>
                  <a:pt x="49412" y="284337"/>
                </a:cubicBezTo>
                <a:cubicBezTo>
                  <a:pt x="39877" y="310343"/>
                  <a:pt x="43344" y="338372"/>
                  <a:pt x="58803" y="362212"/>
                </a:cubicBezTo>
                <a:cubicBezTo>
                  <a:pt x="74263" y="386340"/>
                  <a:pt x="102581" y="402811"/>
                  <a:pt x="135089" y="406567"/>
                </a:cubicBezTo>
                <a:lnTo>
                  <a:pt x="390096" y="406567"/>
                </a:lnTo>
                <a:cubicBezTo>
                  <a:pt x="382294" y="415669"/>
                  <a:pt x="375937" y="425638"/>
                  <a:pt x="371458" y="436185"/>
                </a:cubicBezTo>
                <a:lnTo>
                  <a:pt x="123964" y="436185"/>
                </a:lnTo>
                <a:close/>
                <a:moveTo>
                  <a:pt x="488776" y="286649"/>
                </a:moveTo>
                <a:cubicBezTo>
                  <a:pt x="488776" y="235647"/>
                  <a:pt x="533421" y="194181"/>
                  <a:pt x="589334" y="193170"/>
                </a:cubicBezTo>
                <a:cubicBezTo>
                  <a:pt x="642648" y="193025"/>
                  <a:pt x="687292" y="230301"/>
                  <a:pt x="691771" y="278847"/>
                </a:cubicBezTo>
                <a:cubicBezTo>
                  <a:pt x="695383" y="305575"/>
                  <a:pt x="686281" y="332449"/>
                  <a:pt x="666631" y="352676"/>
                </a:cubicBezTo>
                <a:cubicBezTo>
                  <a:pt x="646982" y="372759"/>
                  <a:pt x="618808" y="384173"/>
                  <a:pt x="589334" y="384028"/>
                </a:cubicBezTo>
                <a:cubicBezTo>
                  <a:pt x="561739" y="383595"/>
                  <a:pt x="535443" y="373048"/>
                  <a:pt x="516516" y="354699"/>
                </a:cubicBezTo>
                <a:cubicBezTo>
                  <a:pt x="497589" y="336350"/>
                  <a:pt x="487620" y="311788"/>
                  <a:pt x="488776" y="286649"/>
                </a:cubicBezTo>
                <a:close/>
                <a:moveTo>
                  <a:pt x="381716" y="577920"/>
                </a:moveTo>
                <a:cubicBezTo>
                  <a:pt x="384751" y="535732"/>
                  <a:pt x="391975" y="493833"/>
                  <a:pt x="403099" y="452512"/>
                </a:cubicBezTo>
                <a:cubicBezTo>
                  <a:pt x="407289" y="438931"/>
                  <a:pt x="416825" y="426794"/>
                  <a:pt x="430117" y="418270"/>
                </a:cubicBezTo>
                <a:cubicBezTo>
                  <a:pt x="446732" y="408590"/>
                  <a:pt x="464504" y="400499"/>
                  <a:pt x="483141" y="394142"/>
                </a:cubicBezTo>
                <a:cubicBezTo>
                  <a:pt x="490365" y="389952"/>
                  <a:pt x="500046" y="390674"/>
                  <a:pt x="506403" y="395731"/>
                </a:cubicBezTo>
                <a:cubicBezTo>
                  <a:pt x="525619" y="412780"/>
                  <a:pt x="557260" y="423038"/>
                  <a:pt x="591213" y="423038"/>
                </a:cubicBezTo>
                <a:cubicBezTo>
                  <a:pt x="625165" y="423038"/>
                  <a:pt x="656807" y="412780"/>
                  <a:pt x="675878" y="395731"/>
                </a:cubicBezTo>
                <a:cubicBezTo>
                  <a:pt x="682091" y="391108"/>
                  <a:pt x="691193" y="390385"/>
                  <a:pt x="698272" y="394142"/>
                </a:cubicBezTo>
                <a:cubicBezTo>
                  <a:pt x="716621" y="399632"/>
                  <a:pt x="733959" y="407434"/>
                  <a:pt x="749418" y="417548"/>
                </a:cubicBezTo>
                <a:cubicBezTo>
                  <a:pt x="764733" y="426650"/>
                  <a:pt x="775425" y="440231"/>
                  <a:pt x="779181" y="455690"/>
                </a:cubicBezTo>
                <a:cubicBezTo>
                  <a:pt x="790451" y="495856"/>
                  <a:pt x="797964" y="536744"/>
                  <a:pt x="801576" y="577920"/>
                </a:cubicBezTo>
                <a:lnTo>
                  <a:pt x="381716" y="577920"/>
                </a:lnTo>
                <a:close/>
              </a:path>
            </a:pathLst>
          </a:custGeom>
          <a:solidFill xmlns:a="http://schemas.openxmlformats.org/drawingml/2006/main">
            <a:srgbClr val="505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77EB8F-AFAA-4997-AAC1-E87B794C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723" y="253689"/>
            <a:ext cx="866881" cy="577920"/>
          </a:xfrm>
          <a:custGeom xmlns:a="http://schemas.openxmlformats.org/drawingml/2006/main">
            <a:pathLst>
              <a:path w="866881" h="577920">
                <a:moveTo>
                  <a:pt x="123964" y="436185"/>
                </a:moveTo>
                <a:cubicBezTo>
                  <a:pt x="73396" y="427661"/>
                  <a:pt x="32508" y="396453"/>
                  <a:pt x="17771" y="355132"/>
                </a:cubicBezTo>
                <a:cubicBezTo>
                  <a:pt x="0" y="314967"/>
                  <a:pt x="8091" y="270033"/>
                  <a:pt x="39154" y="236080"/>
                </a:cubicBezTo>
                <a:cubicBezTo>
                  <a:pt x="66750" y="204728"/>
                  <a:pt x="110961" y="186957"/>
                  <a:pt x="157339" y="188547"/>
                </a:cubicBezTo>
                <a:cubicBezTo>
                  <a:pt x="183779" y="154738"/>
                  <a:pt x="231746" y="137256"/>
                  <a:pt x="279280" y="144191"/>
                </a:cubicBezTo>
                <a:cubicBezTo>
                  <a:pt x="281881" y="108071"/>
                  <a:pt x="300085" y="73974"/>
                  <a:pt x="330570" y="48401"/>
                </a:cubicBezTo>
                <a:cubicBezTo>
                  <a:pt x="373481" y="11125"/>
                  <a:pt x="439364" y="0"/>
                  <a:pt x="496289" y="20372"/>
                </a:cubicBezTo>
                <a:cubicBezTo>
                  <a:pt x="531831" y="31930"/>
                  <a:pt x="560872" y="54469"/>
                  <a:pt x="577198" y="83365"/>
                </a:cubicBezTo>
                <a:cubicBezTo>
                  <a:pt x="619964" y="64438"/>
                  <a:pt x="671399" y="65305"/>
                  <a:pt x="713154" y="85677"/>
                </a:cubicBezTo>
                <a:cubicBezTo>
                  <a:pt x="753030" y="103737"/>
                  <a:pt x="781926" y="135233"/>
                  <a:pt x="792184" y="172220"/>
                </a:cubicBezTo>
                <a:cubicBezTo>
                  <a:pt x="797819" y="188691"/>
                  <a:pt x="799119" y="205884"/>
                  <a:pt x="795941" y="222788"/>
                </a:cubicBezTo>
                <a:cubicBezTo>
                  <a:pt x="840007" y="244027"/>
                  <a:pt x="866881" y="283759"/>
                  <a:pt x="865725" y="326381"/>
                </a:cubicBezTo>
                <a:cubicBezTo>
                  <a:pt x="864713" y="364812"/>
                  <a:pt x="841019" y="400354"/>
                  <a:pt x="802443" y="421448"/>
                </a:cubicBezTo>
                <a:cubicBezTo>
                  <a:pt x="796230" y="412780"/>
                  <a:pt x="788717" y="404978"/>
                  <a:pt x="780193" y="398043"/>
                </a:cubicBezTo>
                <a:cubicBezTo>
                  <a:pt x="811834" y="382005"/>
                  <a:pt x="830761" y="352820"/>
                  <a:pt x="829460" y="321757"/>
                </a:cubicBezTo>
                <a:cubicBezTo>
                  <a:pt x="829027" y="299074"/>
                  <a:pt x="818046" y="277546"/>
                  <a:pt x="798686" y="261798"/>
                </a:cubicBezTo>
                <a:cubicBezTo>
                  <a:pt x="786550" y="253129"/>
                  <a:pt x="773113" y="245761"/>
                  <a:pt x="758665" y="239981"/>
                </a:cubicBezTo>
                <a:cubicBezTo>
                  <a:pt x="764733" y="218598"/>
                  <a:pt x="764444" y="196493"/>
                  <a:pt x="757798" y="175254"/>
                </a:cubicBezTo>
                <a:cubicBezTo>
                  <a:pt x="746240" y="146792"/>
                  <a:pt x="721823" y="122953"/>
                  <a:pt x="689893" y="109082"/>
                </a:cubicBezTo>
                <a:cubicBezTo>
                  <a:pt x="666631" y="99980"/>
                  <a:pt x="640336" y="97669"/>
                  <a:pt x="615341" y="102870"/>
                </a:cubicBezTo>
                <a:cubicBezTo>
                  <a:pt x="597281" y="107927"/>
                  <a:pt x="579799" y="114428"/>
                  <a:pt x="563183" y="122375"/>
                </a:cubicBezTo>
                <a:lnTo>
                  <a:pt x="537177" y="82643"/>
                </a:lnTo>
                <a:cubicBezTo>
                  <a:pt x="519117" y="62415"/>
                  <a:pt x="493544" y="47678"/>
                  <a:pt x="464648" y="40599"/>
                </a:cubicBezTo>
                <a:cubicBezTo>
                  <a:pt x="424627" y="33808"/>
                  <a:pt x="383450" y="44355"/>
                  <a:pt x="354699" y="68628"/>
                </a:cubicBezTo>
                <a:cubicBezTo>
                  <a:pt x="332593" y="86544"/>
                  <a:pt x="318290" y="110094"/>
                  <a:pt x="313811" y="135522"/>
                </a:cubicBezTo>
                <a:lnTo>
                  <a:pt x="311933" y="179155"/>
                </a:lnTo>
                <a:lnTo>
                  <a:pt x="270033" y="172220"/>
                </a:lnTo>
                <a:cubicBezTo>
                  <a:pt x="240126" y="168608"/>
                  <a:pt x="210363" y="178722"/>
                  <a:pt x="191870" y="198660"/>
                </a:cubicBezTo>
                <a:lnTo>
                  <a:pt x="174099" y="219754"/>
                </a:lnTo>
                <a:cubicBezTo>
                  <a:pt x="158350" y="218309"/>
                  <a:pt x="142457" y="218454"/>
                  <a:pt x="126709" y="220477"/>
                </a:cubicBezTo>
                <a:cubicBezTo>
                  <a:pt x="89433" y="229145"/>
                  <a:pt x="60248" y="253274"/>
                  <a:pt x="49412" y="284337"/>
                </a:cubicBezTo>
                <a:cubicBezTo>
                  <a:pt x="39877" y="310343"/>
                  <a:pt x="43344" y="338372"/>
                  <a:pt x="58803" y="362212"/>
                </a:cubicBezTo>
                <a:cubicBezTo>
                  <a:pt x="74263" y="386340"/>
                  <a:pt x="102581" y="402811"/>
                  <a:pt x="135089" y="406567"/>
                </a:cubicBezTo>
                <a:lnTo>
                  <a:pt x="390096" y="406567"/>
                </a:lnTo>
                <a:cubicBezTo>
                  <a:pt x="382294" y="415669"/>
                  <a:pt x="375937" y="425638"/>
                  <a:pt x="371458" y="436185"/>
                </a:cubicBezTo>
                <a:lnTo>
                  <a:pt x="123964" y="436185"/>
                </a:lnTo>
                <a:close/>
                <a:moveTo>
                  <a:pt x="488776" y="286649"/>
                </a:moveTo>
                <a:cubicBezTo>
                  <a:pt x="488776" y="235647"/>
                  <a:pt x="533421" y="194181"/>
                  <a:pt x="589334" y="193170"/>
                </a:cubicBezTo>
                <a:cubicBezTo>
                  <a:pt x="642648" y="193025"/>
                  <a:pt x="687292" y="230301"/>
                  <a:pt x="691771" y="278847"/>
                </a:cubicBezTo>
                <a:cubicBezTo>
                  <a:pt x="695383" y="305575"/>
                  <a:pt x="686281" y="332449"/>
                  <a:pt x="666631" y="352676"/>
                </a:cubicBezTo>
                <a:cubicBezTo>
                  <a:pt x="646982" y="372759"/>
                  <a:pt x="618808" y="384173"/>
                  <a:pt x="589334" y="384028"/>
                </a:cubicBezTo>
                <a:cubicBezTo>
                  <a:pt x="561739" y="383595"/>
                  <a:pt x="535443" y="373048"/>
                  <a:pt x="516516" y="354699"/>
                </a:cubicBezTo>
                <a:cubicBezTo>
                  <a:pt x="497589" y="336350"/>
                  <a:pt x="487620" y="311788"/>
                  <a:pt x="488776" y="286649"/>
                </a:cubicBezTo>
                <a:close/>
                <a:moveTo>
                  <a:pt x="381716" y="577920"/>
                </a:moveTo>
                <a:cubicBezTo>
                  <a:pt x="384751" y="535732"/>
                  <a:pt x="391975" y="493833"/>
                  <a:pt x="403099" y="452512"/>
                </a:cubicBezTo>
                <a:cubicBezTo>
                  <a:pt x="407289" y="438931"/>
                  <a:pt x="416825" y="426794"/>
                  <a:pt x="430117" y="418270"/>
                </a:cubicBezTo>
                <a:cubicBezTo>
                  <a:pt x="446732" y="408590"/>
                  <a:pt x="464504" y="400499"/>
                  <a:pt x="483141" y="394142"/>
                </a:cubicBezTo>
                <a:cubicBezTo>
                  <a:pt x="490365" y="389952"/>
                  <a:pt x="500046" y="390674"/>
                  <a:pt x="506403" y="395731"/>
                </a:cubicBezTo>
                <a:cubicBezTo>
                  <a:pt x="525619" y="412780"/>
                  <a:pt x="557260" y="423038"/>
                  <a:pt x="591213" y="423038"/>
                </a:cubicBezTo>
                <a:cubicBezTo>
                  <a:pt x="625165" y="423038"/>
                  <a:pt x="656807" y="412780"/>
                  <a:pt x="675878" y="395731"/>
                </a:cubicBezTo>
                <a:cubicBezTo>
                  <a:pt x="682091" y="391108"/>
                  <a:pt x="691193" y="390385"/>
                  <a:pt x="698272" y="394142"/>
                </a:cubicBezTo>
                <a:cubicBezTo>
                  <a:pt x="716621" y="399632"/>
                  <a:pt x="733959" y="407434"/>
                  <a:pt x="749418" y="417548"/>
                </a:cubicBezTo>
                <a:cubicBezTo>
                  <a:pt x="764733" y="426650"/>
                  <a:pt x="775425" y="440231"/>
                  <a:pt x="779181" y="455690"/>
                </a:cubicBezTo>
                <a:cubicBezTo>
                  <a:pt x="790451" y="495856"/>
                  <a:pt x="797964" y="536744"/>
                  <a:pt x="801576" y="577920"/>
                </a:cubicBezTo>
                <a:lnTo>
                  <a:pt x="381716" y="577920"/>
                </a:lnTo>
                <a:close/>
              </a:path>
            </a:pathLst>
          </a:custGeom>
          <a:solidFill xmlns:a="http://schemas.openxmlformats.org/drawingml/2006/main">
            <a:srgbClr val="505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51DA60-BE6A-4C99-8464-E3C8B714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378" y="1539562"/>
            <a:ext cx="866881" cy="577920"/>
          </a:xfrm>
          <a:custGeom xmlns:a="http://schemas.openxmlformats.org/drawingml/2006/main">
            <a:pathLst>
              <a:path w="866881" h="577920">
                <a:moveTo>
                  <a:pt x="123964" y="436185"/>
                </a:moveTo>
                <a:cubicBezTo>
                  <a:pt x="73396" y="427661"/>
                  <a:pt x="32508" y="396453"/>
                  <a:pt x="17771" y="355132"/>
                </a:cubicBezTo>
                <a:cubicBezTo>
                  <a:pt x="0" y="314967"/>
                  <a:pt x="8091" y="270033"/>
                  <a:pt x="39154" y="236080"/>
                </a:cubicBezTo>
                <a:cubicBezTo>
                  <a:pt x="66750" y="204728"/>
                  <a:pt x="110961" y="186957"/>
                  <a:pt x="157339" y="188547"/>
                </a:cubicBezTo>
                <a:cubicBezTo>
                  <a:pt x="183779" y="154738"/>
                  <a:pt x="231746" y="137256"/>
                  <a:pt x="279280" y="144191"/>
                </a:cubicBezTo>
                <a:cubicBezTo>
                  <a:pt x="281881" y="108071"/>
                  <a:pt x="300085" y="73974"/>
                  <a:pt x="330570" y="48401"/>
                </a:cubicBezTo>
                <a:cubicBezTo>
                  <a:pt x="373481" y="11125"/>
                  <a:pt x="439364" y="0"/>
                  <a:pt x="496289" y="20372"/>
                </a:cubicBezTo>
                <a:cubicBezTo>
                  <a:pt x="531831" y="31930"/>
                  <a:pt x="560872" y="54469"/>
                  <a:pt x="577198" y="83365"/>
                </a:cubicBezTo>
                <a:cubicBezTo>
                  <a:pt x="619964" y="64438"/>
                  <a:pt x="671399" y="65305"/>
                  <a:pt x="713154" y="85677"/>
                </a:cubicBezTo>
                <a:cubicBezTo>
                  <a:pt x="753030" y="103737"/>
                  <a:pt x="781926" y="135233"/>
                  <a:pt x="792184" y="172220"/>
                </a:cubicBezTo>
                <a:cubicBezTo>
                  <a:pt x="797819" y="188691"/>
                  <a:pt x="799119" y="205884"/>
                  <a:pt x="795941" y="222788"/>
                </a:cubicBezTo>
                <a:cubicBezTo>
                  <a:pt x="840007" y="244027"/>
                  <a:pt x="866881" y="283759"/>
                  <a:pt x="865725" y="326381"/>
                </a:cubicBezTo>
                <a:cubicBezTo>
                  <a:pt x="864713" y="364812"/>
                  <a:pt x="841019" y="400354"/>
                  <a:pt x="802443" y="421448"/>
                </a:cubicBezTo>
                <a:cubicBezTo>
                  <a:pt x="796230" y="412780"/>
                  <a:pt x="788717" y="404978"/>
                  <a:pt x="780193" y="398043"/>
                </a:cubicBezTo>
                <a:cubicBezTo>
                  <a:pt x="811834" y="382005"/>
                  <a:pt x="830761" y="352820"/>
                  <a:pt x="829460" y="321757"/>
                </a:cubicBezTo>
                <a:cubicBezTo>
                  <a:pt x="829027" y="299074"/>
                  <a:pt x="818046" y="277546"/>
                  <a:pt x="798686" y="261798"/>
                </a:cubicBezTo>
                <a:cubicBezTo>
                  <a:pt x="786550" y="253129"/>
                  <a:pt x="773113" y="245761"/>
                  <a:pt x="758665" y="239981"/>
                </a:cubicBezTo>
                <a:cubicBezTo>
                  <a:pt x="764733" y="218598"/>
                  <a:pt x="764444" y="196493"/>
                  <a:pt x="757798" y="175254"/>
                </a:cubicBezTo>
                <a:cubicBezTo>
                  <a:pt x="746240" y="146792"/>
                  <a:pt x="721823" y="122953"/>
                  <a:pt x="689893" y="109082"/>
                </a:cubicBezTo>
                <a:cubicBezTo>
                  <a:pt x="666631" y="99980"/>
                  <a:pt x="640336" y="97669"/>
                  <a:pt x="615341" y="102870"/>
                </a:cubicBezTo>
                <a:cubicBezTo>
                  <a:pt x="597281" y="107927"/>
                  <a:pt x="579799" y="114428"/>
                  <a:pt x="563183" y="122375"/>
                </a:cubicBezTo>
                <a:lnTo>
                  <a:pt x="537177" y="82643"/>
                </a:lnTo>
                <a:cubicBezTo>
                  <a:pt x="519117" y="62415"/>
                  <a:pt x="493544" y="47678"/>
                  <a:pt x="464648" y="40599"/>
                </a:cubicBezTo>
                <a:cubicBezTo>
                  <a:pt x="424627" y="33808"/>
                  <a:pt x="383450" y="44355"/>
                  <a:pt x="354699" y="68628"/>
                </a:cubicBezTo>
                <a:cubicBezTo>
                  <a:pt x="332593" y="86544"/>
                  <a:pt x="318290" y="110094"/>
                  <a:pt x="313811" y="135522"/>
                </a:cubicBezTo>
                <a:lnTo>
                  <a:pt x="311933" y="179155"/>
                </a:lnTo>
                <a:lnTo>
                  <a:pt x="270033" y="172220"/>
                </a:lnTo>
                <a:cubicBezTo>
                  <a:pt x="240126" y="168608"/>
                  <a:pt x="210363" y="178722"/>
                  <a:pt x="191870" y="198660"/>
                </a:cubicBezTo>
                <a:lnTo>
                  <a:pt x="174099" y="219754"/>
                </a:lnTo>
                <a:cubicBezTo>
                  <a:pt x="158350" y="218309"/>
                  <a:pt x="142457" y="218454"/>
                  <a:pt x="126709" y="220477"/>
                </a:cubicBezTo>
                <a:cubicBezTo>
                  <a:pt x="89433" y="229145"/>
                  <a:pt x="60248" y="253274"/>
                  <a:pt x="49412" y="284337"/>
                </a:cubicBezTo>
                <a:cubicBezTo>
                  <a:pt x="39877" y="310343"/>
                  <a:pt x="43344" y="338372"/>
                  <a:pt x="58803" y="362212"/>
                </a:cubicBezTo>
                <a:cubicBezTo>
                  <a:pt x="74263" y="386340"/>
                  <a:pt x="102581" y="402811"/>
                  <a:pt x="135089" y="406567"/>
                </a:cubicBezTo>
                <a:lnTo>
                  <a:pt x="390096" y="406567"/>
                </a:lnTo>
                <a:cubicBezTo>
                  <a:pt x="382294" y="415669"/>
                  <a:pt x="375937" y="425638"/>
                  <a:pt x="371458" y="436185"/>
                </a:cubicBezTo>
                <a:lnTo>
                  <a:pt x="123964" y="436185"/>
                </a:lnTo>
                <a:close/>
                <a:moveTo>
                  <a:pt x="488776" y="286649"/>
                </a:moveTo>
                <a:cubicBezTo>
                  <a:pt x="488776" y="235647"/>
                  <a:pt x="533421" y="194181"/>
                  <a:pt x="589334" y="193170"/>
                </a:cubicBezTo>
                <a:cubicBezTo>
                  <a:pt x="642648" y="193025"/>
                  <a:pt x="687292" y="230301"/>
                  <a:pt x="691771" y="278847"/>
                </a:cubicBezTo>
                <a:cubicBezTo>
                  <a:pt x="695383" y="305575"/>
                  <a:pt x="686281" y="332449"/>
                  <a:pt x="666631" y="352676"/>
                </a:cubicBezTo>
                <a:cubicBezTo>
                  <a:pt x="646982" y="372759"/>
                  <a:pt x="618808" y="384173"/>
                  <a:pt x="589334" y="384028"/>
                </a:cubicBezTo>
                <a:cubicBezTo>
                  <a:pt x="561739" y="383595"/>
                  <a:pt x="535443" y="373048"/>
                  <a:pt x="516516" y="354699"/>
                </a:cubicBezTo>
                <a:cubicBezTo>
                  <a:pt x="497589" y="336350"/>
                  <a:pt x="487620" y="311788"/>
                  <a:pt x="488776" y="286649"/>
                </a:cubicBezTo>
                <a:close/>
                <a:moveTo>
                  <a:pt x="381716" y="577920"/>
                </a:moveTo>
                <a:cubicBezTo>
                  <a:pt x="384751" y="535732"/>
                  <a:pt x="391975" y="493833"/>
                  <a:pt x="403099" y="452512"/>
                </a:cubicBezTo>
                <a:cubicBezTo>
                  <a:pt x="407289" y="438931"/>
                  <a:pt x="416825" y="426794"/>
                  <a:pt x="430117" y="418270"/>
                </a:cubicBezTo>
                <a:cubicBezTo>
                  <a:pt x="446732" y="408590"/>
                  <a:pt x="464504" y="400499"/>
                  <a:pt x="483141" y="394142"/>
                </a:cubicBezTo>
                <a:cubicBezTo>
                  <a:pt x="490365" y="389952"/>
                  <a:pt x="500046" y="390674"/>
                  <a:pt x="506403" y="395731"/>
                </a:cubicBezTo>
                <a:cubicBezTo>
                  <a:pt x="525619" y="412780"/>
                  <a:pt x="557260" y="423038"/>
                  <a:pt x="591213" y="423038"/>
                </a:cubicBezTo>
                <a:cubicBezTo>
                  <a:pt x="625165" y="423038"/>
                  <a:pt x="656807" y="412780"/>
                  <a:pt x="675878" y="395731"/>
                </a:cubicBezTo>
                <a:cubicBezTo>
                  <a:pt x="682091" y="391108"/>
                  <a:pt x="691193" y="390385"/>
                  <a:pt x="698272" y="394142"/>
                </a:cubicBezTo>
                <a:cubicBezTo>
                  <a:pt x="716621" y="399632"/>
                  <a:pt x="733959" y="407434"/>
                  <a:pt x="749418" y="417548"/>
                </a:cubicBezTo>
                <a:cubicBezTo>
                  <a:pt x="764733" y="426650"/>
                  <a:pt x="775425" y="440231"/>
                  <a:pt x="779181" y="455690"/>
                </a:cubicBezTo>
                <a:cubicBezTo>
                  <a:pt x="790451" y="495856"/>
                  <a:pt x="797964" y="536744"/>
                  <a:pt x="801576" y="577920"/>
                </a:cubicBezTo>
                <a:lnTo>
                  <a:pt x="381716" y="577920"/>
                </a:lnTo>
                <a:close/>
              </a:path>
            </a:pathLst>
          </a:custGeom>
          <a:solidFill xmlns:a="http://schemas.openxmlformats.org/drawingml/2006/main">
            <a:srgbClr val="505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525C49-ABAA-48FD-BE5A-889A10F7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723" y="1539562"/>
            <a:ext cx="866881" cy="577920"/>
          </a:xfrm>
          <a:custGeom xmlns:a="http://schemas.openxmlformats.org/drawingml/2006/main">
            <a:pathLst>
              <a:path w="866881" h="577920">
                <a:moveTo>
                  <a:pt x="123964" y="436185"/>
                </a:moveTo>
                <a:cubicBezTo>
                  <a:pt x="73396" y="427661"/>
                  <a:pt x="32508" y="396453"/>
                  <a:pt x="17771" y="355132"/>
                </a:cubicBezTo>
                <a:cubicBezTo>
                  <a:pt x="0" y="314967"/>
                  <a:pt x="8091" y="270033"/>
                  <a:pt x="39154" y="236080"/>
                </a:cubicBezTo>
                <a:cubicBezTo>
                  <a:pt x="66750" y="204728"/>
                  <a:pt x="110961" y="186957"/>
                  <a:pt x="157339" y="188547"/>
                </a:cubicBezTo>
                <a:cubicBezTo>
                  <a:pt x="183779" y="154738"/>
                  <a:pt x="231746" y="137256"/>
                  <a:pt x="279280" y="144191"/>
                </a:cubicBezTo>
                <a:cubicBezTo>
                  <a:pt x="281881" y="108071"/>
                  <a:pt x="300085" y="73974"/>
                  <a:pt x="330570" y="48401"/>
                </a:cubicBezTo>
                <a:cubicBezTo>
                  <a:pt x="373481" y="11125"/>
                  <a:pt x="439364" y="0"/>
                  <a:pt x="496289" y="20372"/>
                </a:cubicBezTo>
                <a:cubicBezTo>
                  <a:pt x="531831" y="31930"/>
                  <a:pt x="560872" y="54469"/>
                  <a:pt x="577198" y="83365"/>
                </a:cubicBezTo>
                <a:cubicBezTo>
                  <a:pt x="619964" y="64438"/>
                  <a:pt x="671399" y="65305"/>
                  <a:pt x="713154" y="85677"/>
                </a:cubicBezTo>
                <a:cubicBezTo>
                  <a:pt x="753030" y="103737"/>
                  <a:pt x="781926" y="135233"/>
                  <a:pt x="792184" y="172220"/>
                </a:cubicBezTo>
                <a:cubicBezTo>
                  <a:pt x="797819" y="188691"/>
                  <a:pt x="799119" y="205884"/>
                  <a:pt x="795941" y="222788"/>
                </a:cubicBezTo>
                <a:cubicBezTo>
                  <a:pt x="840007" y="244027"/>
                  <a:pt x="866881" y="283759"/>
                  <a:pt x="865725" y="326381"/>
                </a:cubicBezTo>
                <a:cubicBezTo>
                  <a:pt x="864713" y="364812"/>
                  <a:pt x="841019" y="400354"/>
                  <a:pt x="802443" y="421448"/>
                </a:cubicBezTo>
                <a:cubicBezTo>
                  <a:pt x="796230" y="412780"/>
                  <a:pt x="788717" y="404978"/>
                  <a:pt x="780193" y="398043"/>
                </a:cubicBezTo>
                <a:cubicBezTo>
                  <a:pt x="811834" y="382005"/>
                  <a:pt x="830761" y="352820"/>
                  <a:pt x="829460" y="321757"/>
                </a:cubicBezTo>
                <a:cubicBezTo>
                  <a:pt x="829027" y="299074"/>
                  <a:pt x="818046" y="277546"/>
                  <a:pt x="798686" y="261798"/>
                </a:cubicBezTo>
                <a:cubicBezTo>
                  <a:pt x="786550" y="253129"/>
                  <a:pt x="773113" y="245761"/>
                  <a:pt x="758665" y="239981"/>
                </a:cubicBezTo>
                <a:cubicBezTo>
                  <a:pt x="764733" y="218598"/>
                  <a:pt x="764444" y="196493"/>
                  <a:pt x="757798" y="175254"/>
                </a:cubicBezTo>
                <a:cubicBezTo>
                  <a:pt x="746240" y="146792"/>
                  <a:pt x="721823" y="122953"/>
                  <a:pt x="689893" y="109082"/>
                </a:cubicBezTo>
                <a:cubicBezTo>
                  <a:pt x="666631" y="99980"/>
                  <a:pt x="640336" y="97669"/>
                  <a:pt x="615341" y="102870"/>
                </a:cubicBezTo>
                <a:cubicBezTo>
                  <a:pt x="597281" y="107927"/>
                  <a:pt x="579799" y="114428"/>
                  <a:pt x="563183" y="122375"/>
                </a:cubicBezTo>
                <a:lnTo>
                  <a:pt x="537177" y="82643"/>
                </a:lnTo>
                <a:cubicBezTo>
                  <a:pt x="519117" y="62415"/>
                  <a:pt x="493544" y="47678"/>
                  <a:pt x="464648" y="40599"/>
                </a:cubicBezTo>
                <a:cubicBezTo>
                  <a:pt x="424627" y="33808"/>
                  <a:pt x="383450" y="44355"/>
                  <a:pt x="354699" y="68628"/>
                </a:cubicBezTo>
                <a:cubicBezTo>
                  <a:pt x="332593" y="86544"/>
                  <a:pt x="318290" y="110094"/>
                  <a:pt x="313811" y="135522"/>
                </a:cubicBezTo>
                <a:lnTo>
                  <a:pt x="311933" y="179155"/>
                </a:lnTo>
                <a:lnTo>
                  <a:pt x="270033" y="172220"/>
                </a:lnTo>
                <a:cubicBezTo>
                  <a:pt x="240126" y="168608"/>
                  <a:pt x="210363" y="178722"/>
                  <a:pt x="191870" y="198660"/>
                </a:cubicBezTo>
                <a:lnTo>
                  <a:pt x="174099" y="219754"/>
                </a:lnTo>
                <a:cubicBezTo>
                  <a:pt x="158350" y="218309"/>
                  <a:pt x="142457" y="218454"/>
                  <a:pt x="126709" y="220477"/>
                </a:cubicBezTo>
                <a:cubicBezTo>
                  <a:pt x="89433" y="229145"/>
                  <a:pt x="60248" y="253274"/>
                  <a:pt x="49412" y="284337"/>
                </a:cubicBezTo>
                <a:cubicBezTo>
                  <a:pt x="39877" y="310343"/>
                  <a:pt x="43344" y="338372"/>
                  <a:pt x="58803" y="362212"/>
                </a:cubicBezTo>
                <a:cubicBezTo>
                  <a:pt x="74263" y="386340"/>
                  <a:pt x="102581" y="402811"/>
                  <a:pt x="135089" y="406567"/>
                </a:cubicBezTo>
                <a:lnTo>
                  <a:pt x="390096" y="406567"/>
                </a:lnTo>
                <a:cubicBezTo>
                  <a:pt x="382294" y="415669"/>
                  <a:pt x="375937" y="425638"/>
                  <a:pt x="371458" y="436185"/>
                </a:cubicBezTo>
                <a:lnTo>
                  <a:pt x="123964" y="436185"/>
                </a:lnTo>
                <a:close/>
                <a:moveTo>
                  <a:pt x="488776" y="286649"/>
                </a:moveTo>
                <a:cubicBezTo>
                  <a:pt x="488776" y="235647"/>
                  <a:pt x="533421" y="194181"/>
                  <a:pt x="589334" y="193170"/>
                </a:cubicBezTo>
                <a:cubicBezTo>
                  <a:pt x="642648" y="193025"/>
                  <a:pt x="687292" y="230301"/>
                  <a:pt x="691771" y="278847"/>
                </a:cubicBezTo>
                <a:cubicBezTo>
                  <a:pt x="695383" y="305575"/>
                  <a:pt x="686281" y="332449"/>
                  <a:pt x="666631" y="352676"/>
                </a:cubicBezTo>
                <a:cubicBezTo>
                  <a:pt x="646982" y="372759"/>
                  <a:pt x="618808" y="384173"/>
                  <a:pt x="589334" y="384028"/>
                </a:cubicBezTo>
                <a:cubicBezTo>
                  <a:pt x="561739" y="383595"/>
                  <a:pt x="535443" y="373048"/>
                  <a:pt x="516516" y="354699"/>
                </a:cubicBezTo>
                <a:cubicBezTo>
                  <a:pt x="497589" y="336350"/>
                  <a:pt x="487620" y="311788"/>
                  <a:pt x="488776" y="286649"/>
                </a:cubicBezTo>
                <a:close/>
                <a:moveTo>
                  <a:pt x="381716" y="577920"/>
                </a:moveTo>
                <a:cubicBezTo>
                  <a:pt x="384751" y="535732"/>
                  <a:pt x="391975" y="493833"/>
                  <a:pt x="403099" y="452512"/>
                </a:cubicBezTo>
                <a:cubicBezTo>
                  <a:pt x="407289" y="438931"/>
                  <a:pt x="416825" y="426794"/>
                  <a:pt x="430117" y="418270"/>
                </a:cubicBezTo>
                <a:cubicBezTo>
                  <a:pt x="446732" y="408590"/>
                  <a:pt x="464504" y="400499"/>
                  <a:pt x="483141" y="394142"/>
                </a:cubicBezTo>
                <a:cubicBezTo>
                  <a:pt x="490365" y="389952"/>
                  <a:pt x="500046" y="390674"/>
                  <a:pt x="506403" y="395731"/>
                </a:cubicBezTo>
                <a:cubicBezTo>
                  <a:pt x="525619" y="412780"/>
                  <a:pt x="557260" y="423038"/>
                  <a:pt x="591213" y="423038"/>
                </a:cubicBezTo>
                <a:cubicBezTo>
                  <a:pt x="625165" y="423038"/>
                  <a:pt x="656807" y="412780"/>
                  <a:pt x="675878" y="395731"/>
                </a:cubicBezTo>
                <a:cubicBezTo>
                  <a:pt x="682091" y="391108"/>
                  <a:pt x="691193" y="390385"/>
                  <a:pt x="698272" y="394142"/>
                </a:cubicBezTo>
                <a:cubicBezTo>
                  <a:pt x="716621" y="399632"/>
                  <a:pt x="733959" y="407434"/>
                  <a:pt x="749418" y="417548"/>
                </a:cubicBezTo>
                <a:cubicBezTo>
                  <a:pt x="764733" y="426650"/>
                  <a:pt x="775425" y="440231"/>
                  <a:pt x="779181" y="455690"/>
                </a:cubicBezTo>
                <a:cubicBezTo>
                  <a:pt x="790451" y="495856"/>
                  <a:pt x="797964" y="536744"/>
                  <a:pt x="801576" y="577920"/>
                </a:cubicBezTo>
                <a:lnTo>
                  <a:pt x="381716" y="577920"/>
                </a:lnTo>
                <a:close/>
              </a:path>
            </a:pathLst>
          </a:custGeom>
          <a:solidFill xmlns:a="http://schemas.openxmlformats.org/drawingml/2006/main">
            <a:srgbClr val="505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628409-28FC-4164-BC3B-E0CFEF42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332" y="866834"/>
            <a:ext cx="144723" cy="138152"/>
          </a:xfrm>
          <a:custGeom xmlns:a="http://schemas.openxmlformats.org/drawingml/2006/main">
            <a:pathLst>
              <a:path w="144723" h="138152">
                <a:moveTo>
                  <a:pt x="51197" y="11125"/>
                </a:moveTo>
                <a:cubicBezTo>
                  <a:pt x="51197" y="10181"/>
                  <a:pt x="47367" y="9574"/>
                  <a:pt x="39708" y="9305"/>
                </a:cubicBezTo>
                <a:cubicBezTo>
                  <a:pt x="36483" y="9305"/>
                  <a:pt x="34400" y="9237"/>
                  <a:pt x="33460" y="9102"/>
                </a:cubicBezTo>
                <a:cubicBezTo>
                  <a:pt x="32519" y="8967"/>
                  <a:pt x="32049" y="8293"/>
                  <a:pt x="32049" y="7080"/>
                </a:cubicBezTo>
                <a:cubicBezTo>
                  <a:pt x="32049" y="6945"/>
                  <a:pt x="32183" y="6203"/>
                  <a:pt x="32452" y="4855"/>
                </a:cubicBezTo>
                <a:cubicBezTo>
                  <a:pt x="33258" y="2158"/>
                  <a:pt x="33863" y="674"/>
                  <a:pt x="34266" y="405"/>
                </a:cubicBezTo>
                <a:cubicBezTo>
                  <a:pt x="34669" y="135"/>
                  <a:pt x="47703" y="0"/>
                  <a:pt x="73369" y="0"/>
                </a:cubicBezTo>
                <a:cubicBezTo>
                  <a:pt x="98901" y="135"/>
                  <a:pt x="112540" y="337"/>
                  <a:pt x="114287" y="607"/>
                </a:cubicBezTo>
                <a:cubicBezTo>
                  <a:pt x="122887" y="2090"/>
                  <a:pt x="130076" y="5394"/>
                  <a:pt x="135854" y="10518"/>
                </a:cubicBezTo>
                <a:cubicBezTo>
                  <a:pt x="141632" y="15642"/>
                  <a:pt x="144588" y="22452"/>
                  <a:pt x="144723" y="30948"/>
                </a:cubicBezTo>
                <a:cubicBezTo>
                  <a:pt x="144723" y="41331"/>
                  <a:pt x="140288" y="50838"/>
                  <a:pt x="131420" y="59468"/>
                </a:cubicBezTo>
                <a:cubicBezTo>
                  <a:pt x="122148" y="68638"/>
                  <a:pt x="110188" y="74436"/>
                  <a:pt x="95541" y="76863"/>
                </a:cubicBezTo>
                <a:cubicBezTo>
                  <a:pt x="94601" y="76998"/>
                  <a:pt x="87546" y="77133"/>
                  <a:pt x="74377" y="77268"/>
                </a:cubicBezTo>
                <a:lnTo>
                  <a:pt x="55228" y="77268"/>
                </a:lnTo>
                <a:lnTo>
                  <a:pt x="49182" y="101338"/>
                </a:lnTo>
                <a:cubicBezTo>
                  <a:pt x="45150" y="116981"/>
                  <a:pt x="43135" y="125274"/>
                  <a:pt x="43135" y="126218"/>
                </a:cubicBezTo>
                <a:cubicBezTo>
                  <a:pt x="43135" y="126757"/>
                  <a:pt x="43202" y="127094"/>
                  <a:pt x="43336" y="127229"/>
                </a:cubicBezTo>
                <a:cubicBezTo>
                  <a:pt x="43471" y="127364"/>
                  <a:pt x="43941" y="127634"/>
                  <a:pt x="44747" y="128038"/>
                </a:cubicBezTo>
                <a:cubicBezTo>
                  <a:pt x="45553" y="128443"/>
                  <a:pt x="46696" y="128578"/>
                  <a:pt x="48174" y="128443"/>
                </a:cubicBezTo>
                <a:cubicBezTo>
                  <a:pt x="49652" y="128308"/>
                  <a:pt x="51869" y="128443"/>
                  <a:pt x="54825" y="128847"/>
                </a:cubicBezTo>
                <a:lnTo>
                  <a:pt x="61074" y="128847"/>
                </a:lnTo>
                <a:cubicBezTo>
                  <a:pt x="61880" y="130061"/>
                  <a:pt x="62283" y="130803"/>
                  <a:pt x="62283" y="131072"/>
                </a:cubicBezTo>
                <a:cubicBezTo>
                  <a:pt x="62283" y="133230"/>
                  <a:pt x="61813" y="135253"/>
                  <a:pt x="60872" y="137141"/>
                </a:cubicBezTo>
                <a:cubicBezTo>
                  <a:pt x="60200" y="137815"/>
                  <a:pt x="59125" y="138152"/>
                  <a:pt x="57647" y="138152"/>
                </a:cubicBezTo>
                <a:cubicBezTo>
                  <a:pt x="57244" y="138152"/>
                  <a:pt x="54758" y="138084"/>
                  <a:pt x="50189" y="137950"/>
                </a:cubicBezTo>
                <a:cubicBezTo>
                  <a:pt x="45621" y="137815"/>
                  <a:pt x="38902" y="137747"/>
                  <a:pt x="30033" y="137747"/>
                </a:cubicBezTo>
                <a:cubicBezTo>
                  <a:pt x="21702" y="137747"/>
                  <a:pt x="15319" y="137747"/>
                  <a:pt x="10884" y="137747"/>
                </a:cubicBezTo>
                <a:cubicBezTo>
                  <a:pt x="6450" y="137747"/>
                  <a:pt x="4031" y="137815"/>
                  <a:pt x="3628" y="137950"/>
                </a:cubicBezTo>
                <a:cubicBezTo>
                  <a:pt x="1209" y="137950"/>
                  <a:pt x="0" y="137275"/>
                  <a:pt x="0" y="135927"/>
                </a:cubicBezTo>
                <a:cubicBezTo>
                  <a:pt x="0" y="135657"/>
                  <a:pt x="202" y="134713"/>
                  <a:pt x="605" y="133095"/>
                </a:cubicBezTo>
                <a:cubicBezTo>
                  <a:pt x="1142" y="130938"/>
                  <a:pt x="1680" y="129724"/>
                  <a:pt x="2217" y="129454"/>
                </a:cubicBezTo>
                <a:cubicBezTo>
                  <a:pt x="2755" y="129184"/>
                  <a:pt x="4300" y="128982"/>
                  <a:pt x="6853" y="128847"/>
                </a:cubicBezTo>
                <a:cubicBezTo>
                  <a:pt x="10481" y="128847"/>
                  <a:pt x="14513" y="128645"/>
                  <a:pt x="18947" y="128241"/>
                </a:cubicBezTo>
                <a:cubicBezTo>
                  <a:pt x="20828" y="127836"/>
                  <a:pt x="22105" y="127027"/>
                  <a:pt x="22777" y="125813"/>
                </a:cubicBezTo>
                <a:cubicBezTo>
                  <a:pt x="23180" y="125274"/>
                  <a:pt x="28017" y="106530"/>
                  <a:pt x="37289" y="69582"/>
                </a:cubicBezTo>
                <a:cubicBezTo>
                  <a:pt x="46561" y="32633"/>
                  <a:pt x="51197" y="13148"/>
                  <a:pt x="51197" y="11125"/>
                </a:cubicBezTo>
                <a:close/>
                <a:moveTo>
                  <a:pt x="123357" y="26093"/>
                </a:moveTo>
                <a:cubicBezTo>
                  <a:pt x="123357" y="24340"/>
                  <a:pt x="123223" y="22924"/>
                  <a:pt x="122954" y="21845"/>
                </a:cubicBezTo>
                <a:cubicBezTo>
                  <a:pt x="122685" y="20767"/>
                  <a:pt x="122080" y="19283"/>
                  <a:pt x="121140" y="17395"/>
                </a:cubicBezTo>
                <a:cubicBezTo>
                  <a:pt x="120199" y="15508"/>
                  <a:pt x="118520" y="14024"/>
                  <a:pt x="116101" y="12945"/>
                </a:cubicBezTo>
                <a:cubicBezTo>
                  <a:pt x="113682" y="11867"/>
                  <a:pt x="110390" y="10788"/>
                  <a:pt x="106224" y="9709"/>
                </a:cubicBezTo>
                <a:cubicBezTo>
                  <a:pt x="105283" y="9574"/>
                  <a:pt x="99908" y="9439"/>
                  <a:pt x="90099" y="9305"/>
                </a:cubicBezTo>
                <a:cubicBezTo>
                  <a:pt x="87815" y="9305"/>
                  <a:pt x="85463" y="9305"/>
                  <a:pt x="83044" y="9305"/>
                </a:cubicBezTo>
                <a:cubicBezTo>
                  <a:pt x="80626" y="9305"/>
                  <a:pt x="78677" y="9372"/>
                  <a:pt x="77199" y="9507"/>
                </a:cubicBezTo>
                <a:cubicBezTo>
                  <a:pt x="75721" y="9642"/>
                  <a:pt x="74915" y="9642"/>
                  <a:pt x="74780" y="9507"/>
                </a:cubicBezTo>
                <a:cubicBezTo>
                  <a:pt x="73033" y="9642"/>
                  <a:pt x="71824" y="10248"/>
                  <a:pt x="71152" y="11327"/>
                </a:cubicBezTo>
                <a:cubicBezTo>
                  <a:pt x="70883" y="12136"/>
                  <a:pt x="69607" y="17328"/>
                  <a:pt x="67322" y="26902"/>
                </a:cubicBezTo>
                <a:cubicBezTo>
                  <a:pt x="65038" y="36476"/>
                  <a:pt x="62686" y="45781"/>
                  <a:pt x="60268" y="54816"/>
                </a:cubicBezTo>
                <a:cubicBezTo>
                  <a:pt x="57849" y="63851"/>
                  <a:pt x="56639" y="68435"/>
                  <a:pt x="56639" y="68570"/>
                </a:cubicBezTo>
                <a:cubicBezTo>
                  <a:pt x="56639" y="68840"/>
                  <a:pt x="62082" y="68975"/>
                  <a:pt x="72966" y="68975"/>
                </a:cubicBezTo>
                <a:lnTo>
                  <a:pt x="75385" y="68975"/>
                </a:lnTo>
                <a:lnTo>
                  <a:pt x="80021" y="68975"/>
                </a:lnTo>
                <a:cubicBezTo>
                  <a:pt x="95071" y="68975"/>
                  <a:pt x="105821" y="65604"/>
                  <a:pt x="112271" y="58861"/>
                </a:cubicBezTo>
                <a:cubicBezTo>
                  <a:pt x="115899" y="55220"/>
                  <a:pt x="118654" y="49894"/>
                  <a:pt x="120535" y="42882"/>
                </a:cubicBezTo>
                <a:cubicBezTo>
                  <a:pt x="122416" y="35870"/>
                  <a:pt x="123357" y="30273"/>
                  <a:pt x="123357" y="260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EB5905-37FC-4FBA-AB5A-79B36068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332" y="866834"/>
            <a:ext cx="144723" cy="138152"/>
          </a:xfrm>
          <a:custGeom xmlns:a="http://schemas.openxmlformats.org/drawingml/2006/main">
            <a:pathLst>
              <a:path w="144723" h="138152" fill="none">
                <a:moveTo>
                  <a:pt x="51197" y="11125"/>
                </a:moveTo>
                <a:cubicBezTo>
                  <a:pt x="51197" y="10181"/>
                  <a:pt x="47367" y="9574"/>
                  <a:pt x="39708" y="9305"/>
                </a:cubicBezTo>
                <a:cubicBezTo>
                  <a:pt x="36483" y="9305"/>
                  <a:pt x="34400" y="9237"/>
                  <a:pt x="33460" y="9102"/>
                </a:cubicBezTo>
                <a:cubicBezTo>
                  <a:pt x="32519" y="8967"/>
                  <a:pt x="32049" y="8293"/>
                  <a:pt x="32049" y="7080"/>
                </a:cubicBezTo>
                <a:cubicBezTo>
                  <a:pt x="32049" y="6945"/>
                  <a:pt x="32183" y="6203"/>
                  <a:pt x="32452" y="4855"/>
                </a:cubicBezTo>
                <a:cubicBezTo>
                  <a:pt x="33258" y="2158"/>
                  <a:pt x="33863" y="674"/>
                  <a:pt x="34266" y="405"/>
                </a:cubicBezTo>
                <a:cubicBezTo>
                  <a:pt x="34669" y="135"/>
                  <a:pt x="47703" y="0"/>
                  <a:pt x="73369" y="0"/>
                </a:cubicBezTo>
                <a:cubicBezTo>
                  <a:pt x="98901" y="135"/>
                  <a:pt x="112540" y="337"/>
                  <a:pt x="114287" y="607"/>
                </a:cubicBezTo>
                <a:cubicBezTo>
                  <a:pt x="122887" y="2090"/>
                  <a:pt x="130076" y="5394"/>
                  <a:pt x="135854" y="10518"/>
                </a:cubicBezTo>
                <a:cubicBezTo>
                  <a:pt x="141632" y="15642"/>
                  <a:pt x="144588" y="22452"/>
                  <a:pt x="144723" y="30948"/>
                </a:cubicBezTo>
                <a:cubicBezTo>
                  <a:pt x="144723" y="41331"/>
                  <a:pt x="140288" y="50838"/>
                  <a:pt x="131420" y="59468"/>
                </a:cubicBezTo>
                <a:cubicBezTo>
                  <a:pt x="122148" y="68638"/>
                  <a:pt x="110188" y="74436"/>
                  <a:pt x="95541" y="76863"/>
                </a:cubicBezTo>
                <a:cubicBezTo>
                  <a:pt x="94601" y="76998"/>
                  <a:pt x="87546" y="77133"/>
                  <a:pt x="74377" y="77268"/>
                </a:cubicBezTo>
                <a:lnTo>
                  <a:pt x="55228" y="77268"/>
                </a:lnTo>
                <a:lnTo>
                  <a:pt x="49182" y="101338"/>
                </a:lnTo>
                <a:cubicBezTo>
                  <a:pt x="45150" y="116981"/>
                  <a:pt x="43135" y="125274"/>
                  <a:pt x="43135" y="126218"/>
                </a:cubicBezTo>
                <a:cubicBezTo>
                  <a:pt x="43135" y="126757"/>
                  <a:pt x="43202" y="127094"/>
                  <a:pt x="43336" y="127229"/>
                </a:cubicBezTo>
                <a:cubicBezTo>
                  <a:pt x="43471" y="127364"/>
                  <a:pt x="43941" y="127634"/>
                  <a:pt x="44747" y="128038"/>
                </a:cubicBezTo>
                <a:cubicBezTo>
                  <a:pt x="45553" y="128443"/>
                  <a:pt x="46696" y="128578"/>
                  <a:pt x="48174" y="128443"/>
                </a:cubicBezTo>
                <a:cubicBezTo>
                  <a:pt x="49652" y="128308"/>
                  <a:pt x="51869" y="128443"/>
                  <a:pt x="54825" y="128847"/>
                </a:cubicBezTo>
                <a:lnTo>
                  <a:pt x="61074" y="128847"/>
                </a:lnTo>
                <a:cubicBezTo>
                  <a:pt x="61880" y="130061"/>
                  <a:pt x="62283" y="130803"/>
                  <a:pt x="62283" y="131072"/>
                </a:cubicBezTo>
                <a:cubicBezTo>
                  <a:pt x="62283" y="133230"/>
                  <a:pt x="61813" y="135253"/>
                  <a:pt x="60872" y="137141"/>
                </a:cubicBezTo>
                <a:cubicBezTo>
                  <a:pt x="60200" y="137815"/>
                  <a:pt x="59125" y="138152"/>
                  <a:pt x="57647" y="138152"/>
                </a:cubicBezTo>
                <a:cubicBezTo>
                  <a:pt x="57244" y="138152"/>
                  <a:pt x="54758" y="138084"/>
                  <a:pt x="50189" y="137950"/>
                </a:cubicBezTo>
                <a:cubicBezTo>
                  <a:pt x="45621" y="137815"/>
                  <a:pt x="38902" y="137747"/>
                  <a:pt x="30033" y="137747"/>
                </a:cubicBezTo>
                <a:cubicBezTo>
                  <a:pt x="21702" y="137747"/>
                  <a:pt x="15319" y="137747"/>
                  <a:pt x="10884" y="137747"/>
                </a:cubicBezTo>
                <a:cubicBezTo>
                  <a:pt x="6450" y="137747"/>
                  <a:pt x="4031" y="137815"/>
                  <a:pt x="3628" y="137950"/>
                </a:cubicBezTo>
                <a:cubicBezTo>
                  <a:pt x="1209" y="137950"/>
                  <a:pt x="0" y="137275"/>
                  <a:pt x="0" y="135927"/>
                </a:cubicBezTo>
                <a:cubicBezTo>
                  <a:pt x="0" y="135657"/>
                  <a:pt x="202" y="134713"/>
                  <a:pt x="605" y="133095"/>
                </a:cubicBezTo>
                <a:cubicBezTo>
                  <a:pt x="1142" y="130938"/>
                  <a:pt x="1680" y="129724"/>
                  <a:pt x="2217" y="129454"/>
                </a:cubicBezTo>
                <a:cubicBezTo>
                  <a:pt x="2755" y="129184"/>
                  <a:pt x="4300" y="128982"/>
                  <a:pt x="6853" y="128847"/>
                </a:cubicBezTo>
                <a:cubicBezTo>
                  <a:pt x="10481" y="128847"/>
                  <a:pt x="14513" y="128645"/>
                  <a:pt x="18947" y="128241"/>
                </a:cubicBezTo>
                <a:cubicBezTo>
                  <a:pt x="20828" y="127836"/>
                  <a:pt x="22105" y="127027"/>
                  <a:pt x="22777" y="125813"/>
                </a:cubicBezTo>
                <a:cubicBezTo>
                  <a:pt x="23180" y="125274"/>
                  <a:pt x="28017" y="106530"/>
                  <a:pt x="37289" y="69582"/>
                </a:cubicBezTo>
                <a:cubicBezTo>
                  <a:pt x="46561" y="32633"/>
                  <a:pt x="51197" y="13148"/>
                  <a:pt x="51197" y="11125"/>
                </a:cubicBezTo>
                <a:close/>
                <a:moveTo>
                  <a:pt x="123357" y="26093"/>
                </a:moveTo>
                <a:cubicBezTo>
                  <a:pt x="123357" y="24340"/>
                  <a:pt x="123223" y="22924"/>
                  <a:pt x="122954" y="21845"/>
                </a:cubicBezTo>
                <a:cubicBezTo>
                  <a:pt x="122685" y="20767"/>
                  <a:pt x="122080" y="19283"/>
                  <a:pt x="121140" y="17395"/>
                </a:cubicBezTo>
                <a:cubicBezTo>
                  <a:pt x="120199" y="15508"/>
                  <a:pt x="118520" y="14024"/>
                  <a:pt x="116101" y="12945"/>
                </a:cubicBezTo>
                <a:cubicBezTo>
                  <a:pt x="113682" y="11867"/>
                  <a:pt x="110390" y="10788"/>
                  <a:pt x="106224" y="9709"/>
                </a:cubicBezTo>
                <a:cubicBezTo>
                  <a:pt x="105283" y="9574"/>
                  <a:pt x="99908" y="9439"/>
                  <a:pt x="90099" y="9305"/>
                </a:cubicBezTo>
                <a:cubicBezTo>
                  <a:pt x="87815" y="9305"/>
                  <a:pt x="85463" y="9305"/>
                  <a:pt x="83044" y="9305"/>
                </a:cubicBezTo>
                <a:cubicBezTo>
                  <a:pt x="80626" y="9305"/>
                  <a:pt x="78677" y="9372"/>
                  <a:pt x="77199" y="9507"/>
                </a:cubicBezTo>
                <a:cubicBezTo>
                  <a:pt x="75721" y="9642"/>
                  <a:pt x="74915" y="9642"/>
                  <a:pt x="74780" y="9507"/>
                </a:cubicBezTo>
                <a:cubicBezTo>
                  <a:pt x="73033" y="9642"/>
                  <a:pt x="71824" y="10248"/>
                  <a:pt x="71152" y="11327"/>
                </a:cubicBezTo>
                <a:cubicBezTo>
                  <a:pt x="70883" y="12136"/>
                  <a:pt x="69607" y="17328"/>
                  <a:pt x="67322" y="26902"/>
                </a:cubicBezTo>
                <a:cubicBezTo>
                  <a:pt x="65038" y="36476"/>
                  <a:pt x="62686" y="45781"/>
                  <a:pt x="60268" y="54816"/>
                </a:cubicBezTo>
                <a:cubicBezTo>
                  <a:pt x="57849" y="63851"/>
                  <a:pt x="56639" y="68435"/>
                  <a:pt x="56639" y="68570"/>
                </a:cubicBezTo>
                <a:cubicBezTo>
                  <a:pt x="56639" y="68840"/>
                  <a:pt x="62082" y="68975"/>
                  <a:pt x="72966" y="68975"/>
                </a:cubicBezTo>
                <a:lnTo>
                  <a:pt x="75385" y="68975"/>
                </a:lnTo>
                <a:lnTo>
                  <a:pt x="80021" y="68975"/>
                </a:lnTo>
                <a:cubicBezTo>
                  <a:pt x="95071" y="68975"/>
                  <a:pt x="105821" y="65604"/>
                  <a:pt x="112271" y="58861"/>
                </a:cubicBezTo>
                <a:cubicBezTo>
                  <a:pt x="115899" y="55220"/>
                  <a:pt x="118654" y="49894"/>
                  <a:pt x="120535" y="42882"/>
                </a:cubicBezTo>
                <a:cubicBezTo>
                  <a:pt x="122416" y="35870"/>
                  <a:pt x="123357" y="30273"/>
                  <a:pt x="123357" y="260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2" cap="flat">
            <a:solidFill>
              <a:srgbClr val="000000">
                <a:alpha val="12520"/>
              </a:srgbClr>
            </a:solidFill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15FD6D-249F-4EDA-8FD8-2F05B5F7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94" y="940084"/>
            <a:ext cx="59995" cy="98388"/>
          </a:xfrm>
          <a:custGeom xmlns:a="http://schemas.openxmlformats.org/drawingml/2006/main">
            <a:pathLst>
              <a:path w="59995" h="98388">
                <a:moveTo>
                  <a:pt x="8123" y="11584"/>
                </a:moveTo>
                <a:cubicBezTo>
                  <a:pt x="13443" y="3861"/>
                  <a:pt x="20711" y="0"/>
                  <a:pt x="29926" y="0"/>
                </a:cubicBezTo>
                <a:cubicBezTo>
                  <a:pt x="34486" y="0"/>
                  <a:pt x="39047" y="1239"/>
                  <a:pt x="43607" y="3718"/>
                </a:cubicBezTo>
                <a:cubicBezTo>
                  <a:pt x="48167" y="6197"/>
                  <a:pt x="51872" y="10582"/>
                  <a:pt x="54722" y="16875"/>
                </a:cubicBezTo>
                <a:cubicBezTo>
                  <a:pt x="58237" y="24788"/>
                  <a:pt x="59995" y="35656"/>
                  <a:pt x="59995" y="49480"/>
                </a:cubicBezTo>
                <a:cubicBezTo>
                  <a:pt x="59995" y="64258"/>
                  <a:pt x="57952" y="75555"/>
                  <a:pt x="53867" y="83373"/>
                </a:cubicBezTo>
                <a:cubicBezTo>
                  <a:pt x="51967" y="87377"/>
                  <a:pt x="49354" y="90571"/>
                  <a:pt x="46029" y="92954"/>
                </a:cubicBezTo>
                <a:cubicBezTo>
                  <a:pt x="42704" y="95338"/>
                  <a:pt x="39807" y="96815"/>
                  <a:pt x="37336" y="97387"/>
                </a:cubicBezTo>
                <a:cubicBezTo>
                  <a:pt x="34866" y="97959"/>
                  <a:pt x="32444" y="98293"/>
                  <a:pt x="30069" y="98388"/>
                </a:cubicBezTo>
                <a:cubicBezTo>
                  <a:pt x="27599" y="98388"/>
                  <a:pt x="25128" y="98102"/>
                  <a:pt x="22658" y="97530"/>
                </a:cubicBezTo>
                <a:cubicBezTo>
                  <a:pt x="20188" y="96958"/>
                  <a:pt x="17291" y="95433"/>
                  <a:pt x="13966" y="92954"/>
                </a:cubicBezTo>
                <a:cubicBezTo>
                  <a:pt x="10640" y="90475"/>
                  <a:pt x="8028" y="87282"/>
                  <a:pt x="6128" y="83373"/>
                </a:cubicBezTo>
                <a:cubicBezTo>
                  <a:pt x="2043" y="75555"/>
                  <a:pt x="0" y="64258"/>
                  <a:pt x="0" y="49480"/>
                </a:cubicBezTo>
                <a:cubicBezTo>
                  <a:pt x="0" y="32891"/>
                  <a:pt x="2708" y="20259"/>
                  <a:pt x="8123" y="11584"/>
                </a:cubicBezTo>
                <a:close/>
                <a:moveTo>
                  <a:pt x="40187" y="9867"/>
                </a:moveTo>
                <a:cubicBezTo>
                  <a:pt x="37336" y="6817"/>
                  <a:pt x="33964" y="5291"/>
                  <a:pt x="30069" y="5291"/>
                </a:cubicBezTo>
                <a:cubicBezTo>
                  <a:pt x="26079" y="5291"/>
                  <a:pt x="22658" y="6817"/>
                  <a:pt x="19808" y="9867"/>
                </a:cubicBezTo>
                <a:cubicBezTo>
                  <a:pt x="17433" y="12346"/>
                  <a:pt x="15866" y="15778"/>
                  <a:pt x="15106" y="20164"/>
                </a:cubicBezTo>
                <a:cubicBezTo>
                  <a:pt x="14346" y="24549"/>
                  <a:pt x="13966" y="33702"/>
                  <a:pt x="13966" y="47621"/>
                </a:cubicBezTo>
                <a:cubicBezTo>
                  <a:pt x="13966" y="62684"/>
                  <a:pt x="14346" y="72600"/>
                  <a:pt x="15106" y="77366"/>
                </a:cubicBezTo>
                <a:cubicBezTo>
                  <a:pt x="15866" y="82133"/>
                  <a:pt x="17576" y="85899"/>
                  <a:pt x="20236" y="88664"/>
                </a:cubicBezTo>
                <a:cubicBezTo>
                  <a:pt x="22896" y="91524"/>
                  <a:pt x="26174" y="92954"/>
                  <a:pt x="30069" y="92954"/>
                </a:cubicBezTo>
                <a:cubicBezTo>
                  <a:pt x="33869" y="92954"/>
                  <a:pt x="37099" y="91524"/>
                  <a:pt x="39759" y="88664"/>
                </a:cubicBezTo>
                <a:cubicBezTo>
                  <a:pt x="42514" y="85804"/>
                  <a:pt x="44224" y="81800"/>
                  <a:pt x="44889" y="76651"/>
                </a:cubicBezTo>
                <a:cubicBezTo>
                  <a:pt x="45554" y="71503"/>
                  <a:pt x="45934" y="61826"/>
                  <a:pt x="46029" y="47621"/>
                </a:cubicBezTo>
                <a:cubicBezTo>
                  <a:pt x="46029" y="33797"/>
                  <a:pt x="45649" y="24692"/>
                  <a:pt x="44889" y="20307"/>
                </a:cubicBezTo>
                <a:cubicBezTo>
                  <a:pt x="44129" y="15921"/>
                  <a:pt x="42562" y="12442"/>
                  <a:pt x="40187" y="98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D8324C-3359-4F74-BB53-9EB15223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94" y="940084"/>
            <a:ext cx="59995" cy="98388"/>
          </a:xfrm>
          <a:custGeom xmlns:a="http://schemas.openxmlformats.org/drawingml/2006/main">
            <a:pathLst>
              <a:path w="59995" h="98388" fill="none">
                <a:moveTo>
                  <a:pt x="8123" y="11584"/>
                </a:moveTo>
                <a:cubicBezTo>
                  <a:pt x="13443" y="3861"/>
                  <a:pt x="20711" y="0"/>
                  <a:pt x="29926" y="0"/>
                </a:cubicBezTo>
                <a:cubicBezTo>
                  <a:pt x="34486" y="0"/>
                  <a:pt x="39047" y="1239"/>
                  <a:pt x="43607" y="3718"/>
                </a:cubicBezTo>
                <a:cubicBezTo>
                  <a:pt x="48167" y="6197"/>
                  <a:pt x="51872" y="10582"/>
                  <a:pt x="54722" y="16875"/>
                </a:cubicBezTo>
                <a:cubicBezTo>
                  <a:pt x="58237" y="24788"/>
                  <a:pt x="59995" y="35656"/>
                  <a:pt x="59995" y="49480"/>
                </a:cubicBezTo>
                <a:cubicBezTo>
                  <a:pt x="59995" y="64258"/>
                  <a:pt x="57952" y="75555"/>
                  <a:pt x="53867" y="83373"/>
                </a:cubicBezTo>
                <a:cubicBezTo>
                  <a:pt x="51967" y="87377"/>
                  <a:pt x="49354" y="90571"/>
                  <a:pt x="46029" y="92954"/>
                </a:cubicBezTo>
                <a:cubicBezTo>
                  <a:pt x="42704" y="95338"/>
                  <a:pt x="39807" y="96815"/>
                  <a:pt x="37336" y="97387"/>
                </a:cubicBezTo>
                <a:cubicBezTo>
                  <a:pt x="34866" y="97959"/>
                  <a:pt x="32444" y="98293"/>
                  <a:pt x="30069" y="98388"/>
                </a:cubicBezTo>
                <a:cubicBezTo>
                  <a:pt x="27599" y="98388"/>
                  <a:pt x="25128" y="98102"/>
                  <a:pt x="22658" y="97530"/>
                </a:cubicBezTo>
                <a:cubicBezTo>
                  <a:pt x="20188" y="96958"/>
                  <a:pt x="17291" y="95433"/>
                  <a:pt x="13966" y="92954"/>
                </a:cubicBezTo>
                <a:cubicBezTo>
                  <a:pt x="10640" y="90475"/>
                  <a:pt x="8028" y="87282"/>
                  <a:pt x="6128" y="83373"/>
                </a:cubicBezTo>
                <a:cubicBezTo>
                  <a:pt x="2043" y="75555"/>
                  <a:pt x="0" y="64258"/>
                  <a:pt x="0" y="49480"/>
                </a:cubicBezTo>
                <a:cubicBezTo>
                  <a:pt x="0" y="32891"/>
                  <a:pt x="2708" y="20259"/>
                  <a:pt x="8123" y="11584"/>
                </a:cubicBezTo>
                <a:close/>
                <a:moveTo>
                  <a:pt x="40187" y="9867"/>
                </a:moveTo>
                <a:cubicBezTo>
                  <a:pt x="37336" y="6817"/>
                  <a:pt x="33964" y="5291"/>
                  <a:pt x="30069" y="5291"/>
                </a:cubicBezTo>
                <a:cubicBezTo>
                  <a:pt x="26079" y="5291"/>
                  <a:pt x="22658" y="6817"/>
                  <a:pt x="19808" y="9867"/>
                </a:cubicBezTo>
                <a:cubicBezTo>
                  <a:pt x="17433" y="12346"/>
                  <a:pt x="15866" y="15778"/>
                  <a:pt x="15106" y="20164"/>
                </a:cubicBezTo>
                <a:cubicBezTo>
                  <a:pt x="14346" y="24549"/>
                  <a:pt x="13966" y="33702"/>
                  <a:pt x="13966" y="47621"/>
                </a:cubicBezTo>
                <a:cubicBezTo>
                  <a:pt x="13966" y="62684"/>
                  <a:pt x="14346" y="72600"/>
                  <a:pt x="15106" y="77366"/>
                </a:cubicBezTo>
                <a:cubicBezTo>
                  <a:pt x="15866" y="82133"/>
                  <a:pt x="17576" y="85899"/>
                  <a:pt x="20236" y="88664"/>
                </a:cubicBezTo>
                <a:cubicBezTo>
                  <a:pt x="22896" y="91524"/>
                  <a:pt x="26174" y="92954"/>
                  <a:pt x="30069" y="92954"/>
                </a:cubicBezTo>
                <a:cubicBezTo>
                  <a:pt x="33869" y="92954"/>
                  <a:pt x="37099" y="91524"/>
                  <a:pt x="39759" y="88664"/>
                </a:cubicBezTo>
                <a:cubicBezTo>
                  <a:pt x="42514" y="85804"/>
                  <a:pt x="44224" y="81800"/>
                  <a:pt x="44889" y="76651"/>
                </a:cubicBezTo>
                <a:cubicBezTo>
                  <a:pt x="45554" y="71503"/>
                  <a:pt x="45934" y="61826"/>
                  <a:pt x="46029" y="47621"/>
                </a:cubicBezTo>
                <a:cubicBezTo>
                  <a:pt x="46029" y="33797"/>
                  <a:pt x="45649" y="24692"/>
                  <a:pt x="44889" y="20307"/>
                </a:cubicBezTo>
                <a:cubicBezTo>
                  <a:pt x="44129" y="15921"/>
                  <a:pt x="42562" y="12442"/>
                  <a:pt x="40187" y="986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3" cap="flat">
            <a:solidFill>
              <a:srgbClr val="000000">
                <a:alpha val="8850"/>
              </a:srgbClr>
            </a:solidFill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FF0BC7-3C72-4A4D-A817-7D1FDB78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034" y="853282"/>
            <a:ext cx="48174" cy="202272"/>
          </a:xfrm>
          <a:custGeom xmlns:a="http://schemas.openxmlformats.org/drawingml/2006/main">
            <a:pathLst>
              <a:path w="48174" h="202272">
                <a:moveTo>
                  <a:pt x="0" y="101136"/>
                </a:moveTo>
                <a:cubicBezTo>
                  <a:pt x="0" y="91832"/>
                  <a:pt x="672" y="82999"/>
                  <a:pt x="2016" y="74638"/>
                </a:cubicBezTo>
                <a:cubicBezTo>
                  <a:pt x="3359" y="66278"/>
                  <a:pt x="4905" y="59063"/>
                  <a:pt x="6652" y="52995"/>
                </a:cubicBezTo>
                <a:cubicBezTo>
                  <a:pt x="8398" y="46927"/>
                  <a:pt x="10884" y="40994"/>
                  <a:pt x="14109" y="35195"/>
                </a:cubicBezTo>
                <a:cubicBezTo>
                  <a:pt x="17334" y="29397"/>
                  <a:pt x="19888" y="24879"/>
                  <a:pt x="21769" y="21643"/>
                </a:cubicBezTo>
                <a:cubicBezTo>
                  <a:pt x="23650" y="18407"/>
                  <a:pt x="26472" y="14901"/>
                  <a:pt x="30235" y="11125"/>
                </a:cubicBezTo>
                <a:cubicBezTo>
                  <a:pt x="33997" y="7349"/>
                  <a:pt x="36214" y="5057"/>
                  <a:pt x="36886" y="4248"/>
                </a:cubicBezTo>
                <a:cubicBezTo>
                  <a:pt x="37558" y="3439"/>
                  <a:pt x="39238" y="2023"/>
                  <a:pt x="41925" y="0"/>
                </a:cubicBezTo>
                <a:lnTo>
                  <a:pt x="44546" y="0"/>
                </a:lnTo>
                <a:lnTo>
                  <a:pt x="45352" y="0"/>
                </a:lnTo>
                <a:cubicBezTo>
                  <a:pt x="47233" y="0"/>
                  <a:pt x="48174" y="607"/>
                  <a:pt x="48174" y="1820"/>
                </a:cubicBezTo>
                <a:cubicBezTo>
                  <a:pt x="48174" y="2225"/>
                  <a:pt x="47032" y="3641"/>
                  <a:pt x="44747" y="6068"/>
                </a:cubicBezTo>
                <a:cubicBezTo>
                  <a:pt x="42463" y="8495"/>
                  <a:pt x="39708" y="12069"/>
                  <a:pt x="36483" y="16789"/>
                </a:cubicBezTo>
                <a:cubicBezTo>
                  <a:pt x="33258" y="21508"/>
                  <a:pt x="29966" y="27307"/>
                  <a:pt x="26606" y="34184"/>
                </a:cubicBezTo>
                <a:cubicBezTo>
                  <a:pt x="23247" y="41061"/>
                  <a:pt x="20425" y="50366"/>
                  <a:pt x="18141" y="62098"/>
                </a:cubicBezTo>
                <a:cubicBezTo>
                  <a:pt x="15856" y="73829"/>
                  <a:pt x="14714" y="86842"/>
                  <a:pt x="14714" y="101136"/>
                </a:cubicBezTo>
                <a:cubicBezTo>
                  <a:pt x="14714" y="115430"/>
                  <a:pt x="15856" y="128375"/>
                  <a:pt x="18141" y="139972"/>
                </a:cubicBezTo>
                <a:cubicBezTo>
                  <a:pt x="20425" y="151569"/>
                  <a:pt x="23180" y="160941"/>
                  <a:pt x="26405" y="168088"/>
                </a:cubicBezTo>
                <a:cubicBezTo>
                  <a:pt x="29630" y="175235"/>
                  <a:pt x="32922" y="181034"/>
                  <a:pt x="36281" y="185484"/>
                </a:cubicBezTo>
                <a:cubicBezTo>
                  <a:pt x="39641" y="189934"/>
                  <a:pt x="42463" y="193507"/>
                  <a:pt x="44747" y="196204"/>
                </a:cubicBezTo>
                <a:cubicBezTo>
                  <a:pt x="47032" y="198901"/>
                  <a:pt x="48174" y="200317"/>
                  <a:pt x="48174" y="200452"/>
                </a:cubicBezTo>
                <a:cubicBezTo>
                  <a:pt x="48174" y="201665"/>
                  <a:pt x="47166" y="202272"/>
                  <a:pt x="45150" y="202272"/>
                </a:cubicBezTo>
                <a:lnTo>
                  <a:pt x="44546" y="202272"/>
                </a:lnTo>
                <a:lnTo>
                  <a:pt x="41925" y="202272"/>
                </a:lnTo>
                <a:lnTo>
                  <a:pt x="36281" y="197418"/>
                </a:lnTo>
                <a:cubicBezTo>
                  <a:pt x="23650" y="185956"/>
                  <a:pt x="14445" y="171662"/>
                  <a:pt x="8667" y="154536"/>
                </a:cubicBezTo>
                <a:cubicBezTo>
                  <a:pt x="2889" y="137410"/>
                  <a:pt x="0" y="119610"/>
                  <a:pt x="0" y="1011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525BDA-EFBC-44E0-B65E-2A52D03E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034" y="853282"/>
            <a:ext cx="48174" cy="202272"/>
          </a:xfrm>
          <a:custGeom xmlns:a="http://schemas.openxmlformats.org/drawingml/2006/main">
            <a:pathLst>
              <a:path w="48174" h="202272" fill="none">
                <a:moveTo>
                  <a:pt x="0" y="101136"/>
                </a:moveTo>
                <a:cubicBezTo>
                  <a:pt x="0" y="91832"/>
                  <a:pt x="672" y="82999"/>
                  <a:pt x="2016" y="74638"/>
                </a:cubicBezTo>
                <a:cubicBezTo>
                  <a:pt x="3359" y="66278"/>
                  <a:pt x="4905" y="59063"/>
                  <a:pt x="6652" y="52995"/>
                </a:cubicBezTo>
                <a:cubicBezTo>
                  <a:pt x="8398" y="46927"/>
                  <a:pt x="10884" y="40994"/>
                  <a:pt x="14109" y="35195"/>
                </a:cubicBezTo>
                <a:cubicBezTo>
                  <a:pt x="17334" y="29397"/>
                  <a:pt x="19888" y="24879"/>
                  <a:pt x="21769" y="21643"/>
                </a:cubicBezTo>
                <a:cubicBezTo>
                  <a:pt x="23650" y="18407"/>
                  <a:pt x="26472" y="14901"/>
                  <a:pt x="30235" y="11125"/>
                </a:cubicBezTo>
                <a:cubicBezTo>
                  <a:pt x="33997" y="7349"/>
                  <a:pt x="36214" y="5057"/>
                  <a:pt x="36886" y="4248"/>
                </a:cubicBezTo>
                <a:cubicBezTo>
                  <a:pt x="37558" y="3439"/>
                  <a:pt x="39238" y="2023"/>
                  <a:pt x="41925" y="0"/>
                </a:cubicBezTo>
                <a:lnTo>
                  <a:pt x="44546" y="0"/>
                </a:lnTo>
                <a:lnTo>
                  <a:pt x="45352" y="0"/>
                </a:lnTo>
                <a:cubicBezTo>
                  <a:pt x="47233" y="0"/>
                  <a:pt x="48174" y="607"/>
                  <a:pt x="48174" y="1820"/>
                </a:cubicBezTo>
                <a:cubicBezTo>
                  <a:pt x="48174" y="2225"/>
                  <a:pt x="47032" y="3641"/>
                  <a:pt x="44747" y="6068"/>
                </a:cubicBezTo>
                <a:cubicBezTo>
                  <a:pt x="42463" y="8495"/>
                  <a:pt x="39708" y="12069"/>
                  <a:pt x="36483" y="16789"/>
                </a:cubicBezTo>
                <a:cubicBezTo>
                  <a:pt x="33258" y="21508"/>
                  <a:pt x="29966" y="27307"/>
                  <a:pt x="26606" y="34184"/>
                </a:cubicBezTo>
                <a:cubicBezTo>
                  <a:pt x="23247" y="41061"/>
                  <a:pt x="20425" y="50366"/>
                  <a:pt x="18141" y="62098"/>
                </a:cubicBezTo>
                <a:cubicBezTo>
                  <a:pt x="15856" y="73829"/>
                  <a:pt x="14714" y="86842"/>
                  <a:pt x="14714" y="101136"/>
                </a:cubicBezTo>
                <a:cubicBezTo>
                  <a:pt x="14714" y="115430"/>
                  <a:pt x="15856" y="128375"/>
                  <a:pt x="18141" y="139972"/>
                </a:cubicBezTo>
                <a:cubicBezTo>
                  <a:pt x="20425" y="151569"/>
                  <a:pt x="23180" y="160941"/>
                  <a:pt x="26405" y="168088"/>
                </a:cubicBezTo>
                <a:cubicBezTo>
                  <a:pt x="29630" y="175235"/>
                  <a:pt x="32922" y="181034"/>
                  <a:pt x="36281" y="185484"/>
                </a:cubicBezTo>
                <a:cubicBezTo>
                  <a:pt x="39641" y="189934"/>
                  <a:pt x="42463" y="193507"/>
                  <a:pt x="44747" y="196204"/>
                </a:cubicBezTo>
                <a:cubicBezTo>
                  <a:pt x="47032" y="198901"/>
                  <a:pt x="48174" y="200317"/>
                  <a:pt x="48174" y="200452"/>
                </a:cubicBezTo>
                <a:cubicBezTo>
                  <a:pt x="48174" y="201665"/>
                  <a:pt x="47166" y="202272"/>
                  <a:pt x="45150" y="202272"/>
                </a:cubicBezTo>
                <a:lnTo>
                  <a:pt x="44546" y="202272"/>
                </a:lnTo>
                <a:lnTo>
                  <a:pt x="41925" y="202272"/>
                </a:lnTo>
                <a:lnTo>
                  <a:pt x="36281" y="197418"/>
                </a:lnTo>
                <a:cubicBezTo>
                  <a:pt x="23650" y="185956"/>
                  <a:pt x="14445" y="171662"/>
                  <a:pt x="8667" y="154536"/>
                </a:cubicBezTo>
                <a:cubicBezTo>
                  <a:pt x="2889" y="137410"/>
                  <a:pt x="0" y="119610"/>
                  <a:pt x="0" y="10113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2" cap="flat">
            <a:solidFill>
              <a:srgbClr val="000000">
                <a:alpha val="12520"/>
              </a:srgbClr>
            </a:solidFill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EE4BFC-FE88-442A-A2BF-3205CA2A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574" y="862384"/>
            <a:ext cx="143110" cy="147052"/>
          </a:xfrm>
          <a:custGeom xmlns:a="http://schemas.openxmlformats.org/drawingml/2006/main">
            <a:pathLst>
              <a:path w="143110" h="147052">
                <a:moveTo>
                  <a:pt x="0" y="91629"/>
                </a:moveTo>
                <a:cubicBezTo>
                  <a:pt x="0" y="76122"/>
                  <a:pt x="4502" y="61221"/>
                  <a:pt x="13505" y="46927"/>
                </a:cubicBezTo>
                <a:cubicBezTo>
                  <a:pt x="22508" y="32633"/>
                  <a:pt x="33863" y="21306"/>
                  <a:pt x="47569" y="12945"/>
                </a:cubicBezTo>
                <a:cubicBezTo>
                  <a:pt x="61275" y="4585"/>
                  <a:pt x="74982" y="337"/>
                  <a:pt x="88688" y="202"/>
                </a:cubicBezTo>
                <a:cubicBezTo>
                  <a:pt x="100782" y="202"/>
                  <a:pt x="110390" y="3641"/>
                  <a:pt x="117512" y="10518"/>
                </a:cubicBezTo>
                <a:cubicBezTo>
                  <a:pt x="118721" y="11867"/>
                  <a:pt x="119729" y="13013"/>
                  <a:pt x="120535" y="13957"/>
                </a:cubicBezTo>
                <a:cubicBezTo>
                  <a:pt x="121341" y="14901"/>
                  <a:pt x="121879" y="15575"/>
                  <a:pt x="122148" y="15980"/>
                </a:cubicBezTo>
                <a:lnTo>
                  <a:pt x="122349" y="16586"/>
                </a:lnTo>
                <a:cubicBezTo>
                  <a:pt x="122752" y="16586"/>
                  <a:pt x="124566" y="14833"/>
                  <a:pt x="127791" y="11327"/>
                </a:cubicBezTo>
                <a:cubicBezTo>
                  <a:pt x="128732" y="10518"/>
                  <a:pt x="129740" y="9574"/>
                  <a:pt x="130815" y="8495"/>
                </a:cubicBezTo>
                <a:cubicBezTo>
                  <a:pt x="131890" y="7417"/>
                  <a:pt x="132965" y="6338"/>
                  <a:pt x="134040" y="5259"/>
                </a:cubicBezTo>
                <a:cubicBezTo>
                  <a:pt x="135115" y="4180"/>
                  <a:pt x="135787" y="3439"/>
                  <a:pt x="136056" y="3034"/>
                </a:cubicBezTo>
                <a:lnTo>
                  <a:pt x="139079" y="0"/>
                </a:lnTo>
                <a:lnTo>
                  <a:pt x="140288" y="0"/>
                </a:lnTo>
                <a:cubicBezTo>
                  <a:pt x="142170" y="0"/>
                  <a:pt x="143110" y="472"/>
                  <a:pt x="143110" y="1416"/>
                </a:cubicBezTo>
                <a:cubicBezTo>
                  <a:pt x="143110" y="1955"/>
                  <a:pt x="140960" y="11192"/>
                  <a:pt x="136660" y="29127"/>
                </a:cubicBezTo>
                <a:cubicBezTo>
                  <a:pt x="131823" y="47871"/>
                  <a:pt x="129404" y="57310"/>
                  <a:pt x="129404" y="57445"/>
                </a:cubicBezTo>
                <a:cubicBezTo>
                  <a:pt x="129135" y="58120"/>
                  <a:pt x="128799" y="58524"/>
                  <a:pt x="128396" y="58659"/>
                </a:cubicBezTo>
                <a:cubicBezTo>
                  <a:pt x="127993" y="58794"/>
                  <a:pt x="126784" y="58929"/>
                  <a:pt x="124768" y="59063"/>
                </a:cubicBezTo>
                <a:lnTo>
                  <a:pt x="121543" y="59063"/>
                </a:lnTo>
                <a:cubicBezTo>
                  <a:pt x="120737" y="58254"/>
                  <a:pt x="120334" y="57648"/>
                  <a:pt x="120334" y="57243"/>
                </a:cubicBezTo>
                <a:cubicBezTo>
                  <a:pt x="120334" y="57108"/>
                  <a:pt x="120401" y="56636"/>
                  <a:pt x="120535" y="55827"/>
                </a:cubicBezTo>
                <a:cubicBezTo>
                  <a:pt x="120670" y="55018"/>
                  <a:pt x="120804" y="53670"/>
                  <a:pt x="120938" y="51782"/>
                </a:cubicBezTo>
                <a:cubicBezTo>
                  <a:pt x="121073" y="49894"/>
                  <a:pt x="121140" y="47736"/>
                  <a:pt x="121140" y="45309"/>
                </a:cubicBezTo>
                <a:cubicBezTo>
                  <a:pt x="121140" y="35735"/>
                  <a:pt x="118990" y="27374"/>
                  <a:pt x="114690" y="20227"/>
                </a:cubicBezTo>
                <a:cubicBezTo>
                  <a:pt x="110390" y="13080"/>
                  <a:pt x="103066" y="9439"/>
                  <a:pt x="92719" y="9305"/>
                </a:cubicBezTo>
                <a:cubicBezTo>
                  <a:pt x="90301" y="9305"/>
                  <a:pt x="87680" y="9507"/>
                  <a:pt x="84858" y="9911"/>
                </a:cubicBezTo>
                <a:cubicBezTo>
                  <a:pt x="82036" y="10316"/>
                  <a:pt x="78476" y="11192"/>
                  <a:pt x="74175" y="12541"/>
                </a:cubicBezTo>
                <a:cubicBezTo>
                  <a:pt x="69875" y="13889"/>
                  <a:pt x="65777" y="15777"/>
                  <a:pt x="61880" y="18204"/>
                </a:cubicBezTo>
                <a:cubicBezTo>
                  <a:pt x="57983" y="20632"/>
                  <a:pt x="53750" y="23868"/>
                  <a:pt x="49182" y="27914"/>
                </a:cubicBezTo>
                <a:cubicBezTo>
                  <a:pt x="44613" y="31959"/>
                  <a:pt x="40716" y="36746"/>
                  <a:pt x="37491" y="42275"/>
                </a:cubicBezTo>
                <a:cubicBezTo>
                  <a:pt x="34266" y="47804"/>
                  <a:pt x="31108" y="54681"/>
                  <a:pt x="28017" y="62907"/>
                </a:cubicBezTo>
                <a:cubicBezTo>
                  <a:pt x="24927" y="71132"/>
                  <a:pt x="22844" y="80167"/>
                  <a:pt x="21769" y="90011"/>
                </a:cubicBezTo>
                <a:cubicBezTo>
                  <a:pt x="21500" y="92438"/>
                  <a:pt x="21366" y="95068"/>
                  <a:pt x="21366" y="97900"/>
                </a:cubicBezTo>
                <a:cubicBezTo>
                  <a:pt x="21366" y="104372"/>
                  <a:pt x="22306" y="110103"/>
                  <a:pt x="24188" y="115093"/>
                </a:cubicBezTo>
                <a:cubicBezTo>
                  <a:pt x="26069" y="120082"/>
                  <a:pt x="28488" y="123925"/>
                  <a:pt x="31444" y="126622"/>
                </a:cubicBezTo>
                <a:cubicBezTo>
                  <a:pt x="34400" y="129319"/>
                  <a:pt x="37760" y="131612"/>
                  <a:pt x="41522" y="133500"/>
                </a:cubicBezTo>
                <a:cubicBezTo>
                  <a:pt x="45285" y="135387"/>
                  <a:pt x="48778" y="136534"/>
                  <a:pt x="52003" y="136938"/>
                </a:cubicBezTo>
                <a:cubicBezTo>
                  <a:pt x="55228" y="137343"/>
                  <a:pt x="58252" y="137612"/>
                  <a:pt x="61074" y="137747"/>
                </a:cubicBezTo>
                <a:cubicBezTo>
                  <a:pt x="68330" y="137747"/>
                  <a:pt x="74982" y="136197"/>
                  <a:pt x="81029" y="133095"/>
                </a:cubicBezTo>
                <a:cubicBezTo>
                  <a:pt x="87076" y="129994"/>
                  <a:pt x="91241" y="126016"/>
                  <a:pt x="93526" y="121161"/>
                </a:cubicBezTo>
                <a:cubicBezTo>
                  <a:pt x="93929" y="120082"/>
                  <a:pt x="94937" y="116374"/>
                  <a:pt x="96549" y="110036"/>
                </a:cubicBezTo>
                <a:cubicBezTo>
                  <a:pt x="98162" y="103698"/>
                  <a:pt x="98968" y="100125"/>
                  <a:pt x="98968" y="99316"/>
                </a:cubicBezTo>
                <a:cubicBezTo>
                  <a:pt x="98968" y="98237"/>
                  <a:pt x="98094" y="97563"/>
                  <a:pt x="96348" y="97293"/>
                </a:cubicBezTo>
                <a:cubicBezTo>
                  <a:pt x="94601" y="97023"/>
                  <a:pt x="90569" y="96821"/>
                  <a:pt x="84254" y="96686"/>
                </a:cubicBezTo>
                <a:lnTo>
                  <a:pt x="76796" y="96686"/>
                </a:lnTo>
                <a:cubicBezTo>
                  <a:pt x="75990" y="95877"/>
                  <a:pt x="75586" y="95338"/>
                  <a:pt x="75586" y="95068"/>
                </a:cubicBezTo>
                <a:cubicBezTo>
                  <a:pt x="75586" y="94798"/>
                  <a:pt x="75721" y="93517"/>
                  <a:pt x="75990" y="91225"/>
                </a:cubicBezTo>
                <a:cubicBezTo>
                  <a:pt x="76527" y="89472"/>
                  <a:pt x="77199" y="88191"/>
                  <a:pt x="78005" y="87382"/>
                </a:cubicBezTo>
                <a:lnTo>
                  <a:pt x="81432" y="87382"/>
                </a:lnTo>
                <a:cubicBezTo>
                  <a:pt x="86807" y="87651"/>
                  <a:pt x="96213" y="87786"/>
                  <a:pt x="109651" y="87786"/>
                </a:cubicBezTo>
                <a:cubicBezTo>
                  <a:pt x="115026" y="87786"/>
                  <a:pt x="119393" y="87786"/>
                  <a:pt x="122752" y="87786"/>
                </a:cubicBezTo>
                <a:cubicBezTo>
                  <a:pt x="126112" y="87786"/>
                  <a:pt x="128531" y="87719"/>
                  <a:pt x="130009" y="87584"/>
                </a:cubicBezTo>
                <a:cubicBezTo>
                  <a:pt x="131487" y="87449"/>
                  <a:pt x="132293" y="87449"/>
                  <a:pt x="132427" y="87584"/>
                </a:cubicBezTo>
                <a:cubicBezTo>
                  <a:pt x="134309" y="87584"/>
                  <a:pt x="135249" y="88191"/>
                  <a:pt x="135249" y="89404"/>
                </a:cubicBezTo>
                <a:cubicBezTo>
                  <a:pt x="135249" y="89674"/>
                  <a:pt x="135115" y="90618"/>
                  <a:pt x="134846" y="92236"/>
                </a:cubicBezTo>
                <a:cubicBezTo>
                  <a:pt x="134174" y="94798"/>
                  <a:pt x="133502" y="96214"/>
                  <a:pt x="132831" y="96484"/>
                </a:cubicBezTo>
                <a:cubicBezTo>
                  <a:pt x="132427" y="96619"/>
                  <a:pt x="131420" y="96686"/>
                  <a:pt x="129807" y="96686"/>
                </a:cubicBezTo>
                <a:cubicBezTo>
                  <a:pt x="127120" y="96686"/>
                  <a:pt x="124365" y="96888"/>
                  <a:pt x="121543" y="97293"/>
                </a:cubicBezTo>
                <a:cubicBezTo>
                  <a:pt x="120602" y="97697"/>
                  <a:pt x="119930" y="98304"/>
                  <a:pt x="119527" y="99113"/>
                </a:cubicBezTo>
                <a:cubicBezTo>
                  <a:pt x="119124" y="99922"/>
                  <a:pt x="118184" y="103361"/>
                  <a:pt x="116705" y="109429"/>
                </a:cubicBezTo>
                <a:cubicBezTo>
                  <a:pt x="115496" y="113879"/>
                  <a:pt x="114488" y="117655"/>
                  <a:pt x="113682" y="120756"/>
                </a:cubicBezTo>
                <a:cubicBezTo>
                  <a:pt x="110323" y="134511"/>
                  <a:pt x="108441" y="141591"/>
                  <a:pt x="108038" y="141995"/>
                </a:cubicBezTo>
                <a:cubicBezTo>
                  <a:pt x="107769" y="142265"/>
                  <a:pt x="107434" y="142400"/>
                  <a:pt x="107030" y="142400"/>
                </a:cubicBezTo>
                <a:cubicBezTo>
                  <a:pt x="105687" y="142400"/>
                  <a:pt x="103805" y="141051"/>
                  <a:pt x="101387" y="138354"/>
                </a:cubicBezTo>
                <a:cubicBezTo>
                  <a:pt x="98968" y="135657"/>
                  <a:pt x="97423" y="133567"/>
                  <a:pt x="96751" y="132084"/>
                </a:cubicBezTo>
                <a:cubicBezTo>
                  <a:pt x="96751" y="131949"/>
                  <a:pt x="96616" y="131949"/>
                  <a:pt x="96348" y="132084"/>
                </a:cubicBezTo>
                <a:cubicBezTo>
                  <a:pt x="96079" y="132219"/>
                  <a:pt x="95676" y="132556"/>
                  <a:pt x="95138" y="133095"/>
                </a:cubicBezTo>
                <a:cubicBezTo>
                  <a:pt x="85194" y="142400"/>
                  <a:pt x="71757" y="147052"/>
                  <a:pt x="54825" y="147052"/>
                </a:cubicBezTo>
                <a:cubicBezTo>
                  <a:pt x="38566" y="147052"/>
                  <a:pt x="25397" y="141860"/>
                  <a:pt x="15319" y="131477"/>
                </a:cubicBezTo>
                <a:cubicBezTo>
                  <a:pt x="5241" y="121094"/>
                  <a:pt x="134" y="107811"/>
                  <a:pt x="0" y="916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03D954-0F2C-48BC-ADD6-90308E08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574" y="862384"/>
            <a:ext cx="143110" cy="147052"/>
          </a:xfrm>
          <a:custGeom xmlns:a="http://schemas.openxmlformats.org/drawingml/2006/main">
            <a:pathLst>
              <a:path w="143110" h="147052" fill="none">
                <a:moveTo>
                  <a:pt x="0" y="91629"/>
                </a:moveTo>
                <a:cubicBezTo>
                  <a:pt x="0" y="76122"/>
                  <a:pt x="4502" y="61221"/>
                  <a:pt x="13505" y="46927"/>
                </a:cubicBezTo>
                <a:cubicBezTo>
                  <a:pt x="22508" y="32633"/>
                  <a:pt x="33863" y="21306"/>
                  <a:pt x="47569" y="12945"/>
                </a:cubicBezTo>
                <a:cubicBezTo>
                  <a:pt x="61275" y="4585"/>
                  <a:pt x="74982" y="337"/>
                  <a:pt x="88688" y="202"/>
                </a:cubicBezTo>
                <a:cubicBezTo>
                  <a:pt x="100782" y="202"/>
                  <a:pt x="110390" y="3641"/>
                  <a:pt x="117512" y="10518"/>
                </a:cubicBezTo>
                <a:cubicBezTo>
                  <a:pt x="118721" y="11867"/>
                  <a:pt x="119729" y="13013"/>
                  <a:pt x="120535" y="13957"/>
                </a:cubicBezTo>
                <a:cubicBezTo>
                  <a:pt x="121341" y="14901"/>
                  <a:pt x="121879" y="15575"/>
                  <a:pt x="122148" y="15980"/>
                </a:cubicBezTo>
                <a:lnTo>
                  <a:pt x="122349" y="16586"/>
                </a:lnTo>
                <a:cubicBezTo>
                  <a:pt x="122752" y="16586"/>
                  <a:pt x="124566" y="14833"/>
                  <a:pt x="127791" y="11327"/>
                </a:cubicBezTo>
                <a:cubicBezTo>
                  <a:pt x="128732" y="10518"/>
                  <a:pt x="129740" y="9574"/>
                  <a:pt x="130815" y="8495"/>
                </a:cubicBezTo>
                <a:cubicBezTo>
                  <a:pt x="131890" y="7417"/>
                  <a:pt x="132965" y="6338"/>
                  <a:pt x="134040" y="5259"/>
                </a:cubicBezTo>
                <a:cubicBezTo>
                  <a:pt x="135115" y="4180"/>
                  <a:pt x="135787" y="3439"/>
                  <a:pt x="136056" y="3034"/>
                </a:cubicBezTo>
                <a:lnTo>
                  <a:pt x="139079" y="0"/>
                </a:lnTo>
                <a:lnTo>
                  <a:pt x="140288" y="0"/>
                </a:lnTo>
                <a:cubicBezTo>
                  <a:pt x="142170" y="0"/>
                  <a:pt x="143110" y="472"/>
                  <a:pt x="143110" y="1416"/>
                </a:cubicBezTo>
                <a:cubicBezTo>
                  <a:pt x="143110" y="1955"/>
                  <a:pt x="140960" y="11192"/>
                  <a:pt x="136660" y="29127"/>
                </a:cubicBezTo>
                <a:cubicBezTo>
                  <a:pt x="131823" y="47871"/>
                  <a:pt x="129404" y="57310"/>
                  <a:pt x="129404" y="57445"/>
                </a:cubicBezTo>
                <a:cubicBezTo>
                  <a:pt x="129135" y="58120"/>
                  <a:pt x="128799" y="58524"/>
                  <a:pt x="128396" y="58659"/>
                </a:cubicBezTo>
                <a:cubicBezTo>
                  <a:pt x="127993" y="58794"/>
                  <a:pt x="126784" y="58929"/>
                  <a:pt x="124768" y="59063"/>
                </a:cubicBezTo>
                <a:lnTo>
                  <a:pt x="121543" y="59063"/>
                </a:lnTo>
                <a:cubicBezTo>
                  <a:pt x="120737" y="58254"/>
                  <a:pt x="120334" y="57648"/>
                  <a:pt x="120334" y="57243"/>
                </a:cubicBezTo>
                <a:cubicBezTo>
                  <a:pt x="120334" y="57108"/>
                  <a:pt x="120401" y="56636"/>
                  <a:pt x="120535" y="55827"/>
                </a:cubicBezTo>
                <a:cubicBezTo>
                  <a:pt x="120670" y="55018"/>
                  <a:pt x="120804" y="53670"/>
                  <a:pt x="120938" y="51782"/>
                </a:cubicBezTo>
                <a:cubicBezTo>
                  <a:pt x="121073" y="49894"/>
                  <a:pt x="121140" y="47736"/>
                  <a:pt x="121140" y="45309"/>
                </a:cubicBezTo>
                <a:cubicBezTo>
                  <a:pt x="121140" y="35735"/>
                  <a:pt x="118990" y="27374"/>
                  <a:pt x="114690" y="20227"/>
                </a:cubicBezTo>
                <a:cubicBezTo>
                  <a:pt x="110390" y="13080"/>
                  <a:pt x="103066" y="9439"/>
                  <a:pt x="92719" y="9305"/>
                </a:cubicBezTo>
                <a:cubicBezTo>
                  <a:pt x="90301" y="9305"/>
                  <a:pt x="87680" y="9507"/>
                  <a:pt x="84858" y="9911"/>
                </a:cubicBezTo>
                <a:cubicBezTo>
                  <a:pt x="82036" y="10316"/>
                  <a:pt x="78476" y="11192"/>
                  <a:pt x="74175" y="12541"/>
                </a:cubicBezTo>
                <a:cubicBezTo>
                  <a:pt x="69875" y="13889"/>
                  <a:pt x="65777" y="15777"/>
                  <a:pt x="61880" y="18204"/>
                </a:cubicBezTo>
                <a:cubicBezTo>
                  <a:pt x="57983" y="20632"/>
                  <a:pt x="53750" y="23868"/>
                  <a:pt x="49182" y="27914"/>
                </a:cubicBezTo>
                <a:cubicBezTo>
                  <a:pt x="44613" y="31959"/>
                  <a:pt x="40716" y="36746"/>
                  <a:pt x="37491" y="42275"/>
                </a:cubicBezTo>
                <a:cubicBezTo>
                  <a:pt x="34266" y="47804"/>
                  <a:pt x="31108" y="54681"/>
                  <a:pt x="28017" y="62907"/>
                </a:cubicBezTo>
                <a:cubicBezTo>
                  <a:pt x="24927" y="71132"/>
                  <a:pt x="22844" y="80167"/>
                  <a:pt x="21769" y="90011"/>
                </a:cubicBezTo>
                <a:cubicBezTo>
                  <a:pt x="21500" y="92438"/>
                  <a:pt x="21366" y="95068"/>
                  <a:pt x="21366" y="97900"/>
                </a:cubicBezTo>
                <a:cubicBezTo>
                  <a:pt x="21366" y="104372"/>
                  <a:pt x="22306" y="110103"/>
                  <a:pt x="24188" y="115093"/>
                </a:cubicBezTo>
                <a:cubicBezTo>
                  <a:pt x="26069" y="120082"/>
                  <a:pt x="28488" y="123925"/>
                  <a:pt x="31444" y="126622"/>
                </a:cubicBezTo>
                <a:cubicBezTo>
                  <a:pt x="34400" y="129319"/>
                  <a:pt x="37760" y="131612"/>
                  <a:pt x="41522" y="133500"/>
                </a:cubicBezTo>
                <a:cubicBezTo>
                  <a:pt x="45285" y="135387"/>
                  <a:pt x="48778" y="136534"/>
                  <a:pt x="52003" y="136938"/>
                </a:cubicBezTo>
                <a:cubicBezTo>
                  <a:pt x="55228" y="137343"/>
                  <a:pt x="58252" y="137612"/>
                  <a:pt x="61074" y="137747"/>
                </a:cubicBezTo>
                <a:cubicBezTo>
                  <a:pt x="68330" y="137747"/>
                  <a:pt x="74982" y="136197"/>
                  <a:pt x="81029" y="133095"/>
                </a:cubicBezTo>
                <a:cubicBezTo>
                  <a:pt x="87076" y="129994"/>
                  <a:pt x="91241" y="126016"/>
                  <a:pt x="93526" y="121161"/>
                </a:cubicBezTo>
                <a:cubicBezTo>
                  <a:pt x="93929" y="120082"/>
                  <a:pt x="94937" y="116374"/>
                  <a:pt x="96549" y="110036"/>
                </a:cubicBezTo>
                <a:cubicBezTo>
                  <a:pt x="98162" y="103698"/>
                  <a:pt x="98968" y="100125"/>
                  <a:pt x="98968" y="99316"/>
                </a:cubicBezTo>
                <a:cubicBezTo>
                  <a:pt x="98968" y="98237"/>
                  <a:pt x="98094" y="97563"/>
                  <a:pt x="96348" y="97293"/>
                </a:cubicBezTo>
                <a:cubicBezTo>
                  <a:pt x="94601" y="97023"/>
                  <a:pt x="90569" y="96821"/>
                  <a:pt x="84254" y="96686"/>
                </a:cubicBezTo>
                <a:lnTo>
                  <a:pt x="76796" y="96686"/>
                </a:lnTo>
                <a:cubicBezTo>
                  <a:pt x="75990" y="95877"/>
                  <a:pt x="75586" y="95338"/>
                  <a:pt x="75586" y="95068"/>
                </a:cubicBezTo>
                <a:cubicBezTo>
                  <a:pt x="75586" y="94798"/>
                  <a:pt x="75721" y="93517"/>
                  <a:pt x="75990" y="91225"/>
                </a:cubicBezTo>
                <a:cubicBezTo>
                  <a:pt x="76527" y="89472"/>
                  <a:pt x="77199" y="88191"/>
                  <a:pt x="78005" y="87382"/>
                </a:cubicBezTo>
                <a:lnTo>
                  <a:pt x="81432" y="87382"/>
                </a:lnTo>
                <a:cubicBezTo>
                  <a:pt x="86807" y="87651"/>
                  <a:pt x="96213" y="87786"/>
                  <a:pt x="109651" y="87786"/>
                </a:cubicBezTo>
                <a:cubicBezTo>
                  <a:pt x="115026" y="87786"/>
                  <a:pt x="119393" y="87786"/>
                  <a:pt x="122752" y="87786"/>
                </a:cubicBezTo>
                <a:cubicBezTo>
                  <a:pt x="126112" y="87786"/>
                  <a:pt x="128531" y="87719"/>
                  <a:pt x="130009" y="87584"/>
                </a:cubicBezTo>
                <a:cubicBezTo>
                  <a:pt x="131487" y="87449"/>
                  <a:pt x="132293" y="87449"/>
                  <a:pt x="132427" y="87584"/>
                </a:cubicBezTo>
                <a:cubicBezTo>
                  <a:pt x="134309" y="87584"/>
                  <a:pt x="135249" y="88191"/>
                  <a:pt x="135249" y="89404"/>
                </a:cubicBezTo>
                <a:cubicBezTo>
                  <a:pt x="135249" y="89674"/>
                  <a:pt x="135115" y="90618"/>
                  <a:pt x="134846" y="92236"/>
                </a:cubicBezTo>
                <a:cubicBezTo>
                  <a:pt x="134174" y="94798"/>
                  <a:pt x="133502" y="96214"/>
                  <a:pt x="132831" y="96484"/>
                </a:cubicBezTo>
                <a:cubicBezTo>
                  <a:pt x="132427" y="96619"/>
                  <a:pt x="131420" y="96686"/>
                  <a:pt x="129807" y="96686"/>
                </a:cubicBezTo>
                <a:cubicBezTo>
                  <a:pt x="127120" y="96686"/>
                  <a:pt x="124365" y="96888"/>
                  <a:pt x="121543" y="97293"/>
                </a:cubicBezTo>
                <a:cubicBezTo>
                  <a:pt x="120602" y="97697"/>
                  <a:pt x="119930" y="98304"/>
                  <a:pt x="119527" y="99113"/>
                </a:cubicBezTo>
                <a:cubicBezTo>
                  <a:pt x="119124" y="99922"/>
                  <a:pt x="118184" y="103361"/>
                  <a:pt x="116705" y="109429"/>
                </a:cubicBezTo>
                <a:cubicBezTo>
                  <a:pt x="115496" y="113879"/>
                  <a:pt x="114488" y="117655"/>
                  <a:pt x="113682" y="120756"/>
                </a:cubicBezTo>
                <a:cubicBezTo>
                  <a:pt x="110323" y="134511"/>
                  <a:pt x="108441" y="141591"/>
                  <a:pt x="108038" y="141995"/>
                </a:cubicBezTo>
                <a:cubicBezTo>
                  <a:pt x="107769" y="142265"/>
                  <a:pt x="107434" y="142400"/>
                  <a:pt x="107030" y="142400"/>
                </a:cubicBezTo>
                <a:cubicBezTo>
                  <a:pt x="105687" y="142400"/>
                  <a:pt x="103805" y="141051"/>
                  <a:pt x="101387" y="138354"/>
                </a:cubicBezTo>
                <a:cubicBezTo>
                  <a:pt x="98968" y="135657"/>
                  <a:pt x="97423" y="133567"/>
                  <a:pt x="96751" y="132084"/>
                </a:cubicBezTo>
                <a:cubicBezTo>
                  <a:pt x="96751" y="131949"/>
                  <a:pt x="96616" y="131949"/>
                  <a:pt x="96348" y="132084"/>
                </a:cubicBezTo>
                <a:cubicBezTo>
                  <a:pt x="96079" y="132219"/>
                  <a:pt x="95676" y="132556"/>
                  <a:pt x="95138" y="133095"/>
                </a:cubicBezTo>
                <a:cubicBezTo>
                  <a:pt x="85194" y="142400"/>
                  <a:pt x="71757" y="147052"/>
                  <a:pt x="54825" y="147052"/>
                </a:cubicBezTo>
                <a:cubicBezTo>
                  <a:pt x="38566" y="147052"/>
                  <a:pt x="25397" y="141860"/>
                  <a:pt x="15319" y="131477"/>
                </a:cubicBezTo>
                <a:cubicBezTo>
                  <a:pt x="5241" y="121094"/>
                  <a:pt x="134" y="107811"/>
                  <a:pt x="0" y="9162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2" cap="flat">
            <a:solidFill>
              <a:srgbClr val="000000">
                <a:alpha val="12520"/>
              </a:srgbClr>
            </a:solidFill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095FA4-7731-4A42-A01F-0A4FD717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34" y="940084"/>
            <a:ext cx="59995" cy="98388"/>
          </a:xfrm>
          <a:custGeom xmlns:a="http://schemas.openxmlformats.org/drawingml/2006/main">
            <a:pathLst>
              <a:path w="59995" h="98388">
                <a:moveTo>
                  <a:pt x="8123" y="11584"/>
                </a:moveTo>
                <a:cubicBezTo>
                  <a:pt x="13443" y="3861"/>
                  <a:pt x="20711" y="0"/>
                  <a:pt x="29926" y="0"/>
                </a:cubicBezTo>
                <a:cubicBezTo>
                  <a:pt x="34486" y="0"/>
                  <a:pt x="39047" y="1239"/>
                  <a:pt x="43607" y="3718"/>
                </a:cubicBezTo>
                <a:cubicBezTo>
                  <a:pt x="48167" y="6197"/>
                  <a:pt x="51872" y="10582"/>
                  <a:pt x="54722" y="16875"/>
                </a:cubicBezTo>
                <a:cubicBezTo>
                  <a:pt x="58237" y="24788"/>
                  <a:pt x="59995" y="35656"/>
                  <a:pt x="59995" y="49480"/>
                </a:cubicBezTo>
                <a:cubicBezTo>
                  <a:pt x="59995" y="64258"/>
                  <a:pt x="57952" y="75555"/>
                  <a:pt x="53867" y="83373"/>
                </a:cubicBezTo>
                <a:cubicBezTo>
                  <a:pt x="51967" y="87377"/>
                  <a:pt x="49354" y="90571"/>
                  <a:pt x="46029" y="92954"/>
                </a:cubicBezTo>
                <a:cubicBezTo>
                  <a:pt x="42704" y="95338"/>
                  <a:pt x="39807" y="96815"/>
                  <a:pt x="37336" y="97387"/>
                </a:cubicBezTo>
                <a:cubicBezTo>
                  <a:pt x="34866" y="97959"/>
                  <a:pt x="32444" y="98293"/>
                  <a:pt x="30069" y="98388"/>
                </a:cubicBezTo>
                <a:cubicBezTo>
                  <a:pt x="27599" y="98388"/>
                  <a:pt x="25128" y="98102"/>
                  <a:pt x="22658" y="97530"/>
                </a:cubicBezTo>
                <a:cubicBezTo>
                  <a:pt x="20188" y="96958"/>
                  <a:pt x="17291" y="95433"/>
                  <a:pt x="13966" y="92954"/>
                </a:cubicBezTo>
                <a:cubicBezTo>
                  <a:pt x="10640" y="90475"/>
                  <a:pt x="8028" y="87282"/>
                  <a:pt x="6128" y="83373"/>
                </a:cubicBezTo>
                <a:cubicBezTo>
                  <a:pt x="2043" y="75555"/>
                  <a:pt x="0" y="64258"/>
                  <a:pt x="0" y="49480"/>
                </a:cubicBezTo>
                <a:cubicBezTo>
                  <a:pt x="0" y="32891"/>
                  <a:pt x="2708" y="20259"/>
                  <a:pt x="8123" y="11584"/>
                </a:cubicBezTo>
                <a:close/>
                <a:moveTo>
                  <a:pt x="40187" y="9867"/>
                </a:moveTo>
                <a:cubicBezTo>
                  <a:pt x="37336" y="6817"/>
                  <a:pt x="33964" y="5291"/>
                  <a:pt x="30069" y="5291"/>
                </a:cubicBezTo>
                <a:cubicBezTo>
                  <a:pt x="26079" y="5291"/>
                  <a:pt x="22658" y="6817"/>
                  <a:pt x="19808" y="9867"/>
                </a:cubicBezTo>
                <a:cubicBezTo>
                  <a:pt x="17433" y="12346"/>
                  <a:pt x="15866" y="15778"/>
                  <a:pt x="15106" y="20164"/>
                </a:cubicBezTo>
                <a:cubicBezTo>
                  <a:pt x="14346" y="24549"/>
                  <a:pt x="13966" y="33702"/>
                  <a:pt x="13966" y="47621"/>
                </a:cubicBezTo>
                <a:cubicBezTo>
                  <a:pt x="13966" y="62684"/>
                  <a:pt x="14346" y="72600"/>
                  <a:pt x="15106" y="77366"/>
                </a:cubicBezTo>
                <a:cubicBezTo>
                  <a:pt x="15866" y="82133"/>
                  <a:pt x="17576" y="85899"/>
                  <a:pt x="20236" y="88664"/>
                </a:cubicBezTo>
                <a:cubicBezTo>
                  <a:pt x="22896" y="91524"/>
                  <a:pt x="26174" y="92954"/>
                  <a:pt x="30069" y="92954"/>
                </a:cubicBezTo>
                <a:cubicBezTo>
                  <a:pt x="33869" y="92954"/>
                  <a:pt x="37099" y="91524"/>
                  <a:pt x="39759" y="88664"/>
                </a:cubicBezTo>
                <a:cubicBezTo>
                  <a:pt x="42514" y="85804"/>
                  <a:pt x="44224" y="81800"/>
                  <a:pt x="44889" y="76651"/>
                </a:cubicBezTo>
                <a:cubicBezTo>
                  <a:pt x="45554" y="71503"/>
                  <a:pt x="45934" y="61826"/>
                  <a:pt x="46029" y="47621"/>
                </a:cubicBezTo>
                <a:cubicBezTo>
                  <a:pt x="46029" y="33797"/>
                  <a:pt x="45649" y="24692"/>
                  <a:pt x="44889" y="20307"/>
                </a:cubicBezTo>
                <a:cubicBezTo>
                  <a:pt x="44129" y="15921"/>
                  <a:pt x="42562" y="12442"/>
                  <a:pt x="40187" y="98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3F1489-D354-4F48-A856-885EF484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34" y="940084"/>
            <a:ext cx="59995" cy="98388"/>
          </a:xfrm>
          <a:custGeom xmlns:a="http://schemas.openxmlformats.org/drawingml/2006/main">
            <a:pathLst>
              <a:path w="59995" h="98388" fill="none">
                <a:moveTo>
                  <a:pt x="8123" y="11584"/>
                </a:moveTo>
                <a:cubicBezTo>
                  <a:pt x="13443" y="3861"/>
                  <a:pt x="20711" y="0"/>
                  <a:pt x="29926" y="0"/>
                </a:cubicBezTo>
                <a:cubicBezTo>
                  <a:pt x="34486" y="0"/>
                  <a:pt x="39047" y="1239"/>
                  <a:pt x="43607" y="3718"/>
                </a:cubicBezTo>
                <a:cubicBezTo>
                  <a:pt x="48167" y="6197"/>
                  <a:pt x="51872" y="10582"/>
                  <a:pt x="54722" y="16875"/>
                </a:cubicBezTo>
                <a:cubicBezTo>
                  <a:pt x="58237" y="24788"/>
                  <a:pt x="59995" y="35656"/>
                  <a:pt x="59995" y="49480"/>
                </a:cubicBezTo>
                <a:cubicBezTo>
                  <a:pt x="59995" y="64258"/>
                  <a:pt x="57952" y="75555"/>
                  <a:pt x="53867" y="83373"/>
                </a:cubicBezTo>
                <a:cubicBezTo>
                  <a:pt x="51967" y="87377"/>
                  <a:pt x="49354" y="90571"/>
                  <a:pt x="46029" y="92954"/>
                </a:cubicBezTo>
                <a:cubicBezTo>
                  <a:pt x="42704" y="95338"/>
                  <a:pt x="39807" y="96815"/>
                  <a:pt x="37336" y="97387"/>
                </a:cubicBezTo>
                <a:cubicBezTo>
                  <a:pt x="34866" y="97959"/>
                  <a:pt x="32444" y="98293"/>
                  <a:pt x="30069" y="98388"/>
                </a:cubicBezTo>
                <a:cubicBezTo>
                  <a:pt x="27599" y="98388"/>
                  <a:pt x="25128" y="98102"/>
                  <a:pt x="22658" y="97530"/>
                </a:cubicBezTo>
                <a:cubicBezTo>
                  <a:pt x="20188" y="96958"/>
                  <a:pt x="17291" y="95433"/>
                  <a:pt x="13966" y="92954"/>
                </a:cubicBezTo>
                <a:cubicBezTo>
                  <a:pt x="10640" y="90475"/>
                  <a:pt x="8028" y="87282"/>
                  <a:pt x="6128" y="83373"/>
                </a:cubicBezTo>
                <a:cubicBezTo>
                  <a:pt x="2043" y="75555"/>
                  <a:pt x="0" y="64258"/>
                  <a:pt x="0" y="49480"/>
                </a:cubicBezTo>
                <a:cubicBezTo>
                  <a:pt x="0" y="32891"/>
                  <a:pt x="2708" y="20259"/>
                  <a:pt x="8123" y="11584"/>
                </a:cubicBezTo>
                <a:close/>
                <a:moveTo>
                  <a:pt x="40187" y="9867"/>
                </a:moveTo>
                <a:cubicBezTo>
                  <a:pt x="37336" y="6817"/>
                  <a:pt x="33964" y="5291"/>
                  <a:pt x="30069" y="5291"/>
                </a:cubicBezTo>
                <a:cubicBezTo>
                  <a:pt x="26079" y="5291"/>
                  <a:pt x="22658" y="6817"/>
                  <a:pt x="19808" y="9867"/>
                </a:cubicBezTo>
                <a:cubicBezTo>
                  <a:pt x="17433" y="12346"/>
                  <a:pt x="15866" y="15778"/>
                  <a:pt x="15106" y="20164"/>
                </a:cubicBezTo>
                <a:cubicBezTo>
                  <a:pt x="14346" y="24549"/>
                  <a:pt x="13966" y="33702"/>
                  <a:pt x="13966" y="47621"/>
                </a:cubicBezTo>
                <a:cubicBezTo>
                  <a:pt x="13966" y="62684"/>
                  <a:pt x="14346" y="72600"/>
                  <a:pt x="15106" y="77366"/>
                </a:cubicBezTo>
                <a:cubicBezTo>
                  <a:pt x="15866" y="82133"/>
                  <a:pt x="17576" y="85899"/>
                  <a:pt x="20236" y="88664"/>
                </a:cubicBezTo>
                <a:cubicBezTo>
                  <a:pt x="22896" y="91524"/>
                  <a:pt x="26174" y="92954"/>
                  <a:pt x="30069" y="92954"/>
                </a:cubicBezTo>
                <a:cubicBezTo>
                  <a:pt x="33869" y="92954"/>
                  <a:pt x="37099" y="91524"/>
                  <a:pt x="39759" y="88664"/>
                </a:cubicBezTo>
                <a:cubicBezTo>
                  <a:pt x="42514" y="85804"/>
                  <a:pt x="44224" y="81800"/>
                  <a:pt x="44889" y="76651"/>
                </a:cubicBezTo>
                <a:cubicBezTo>
                  <a:pt x="45554" y="71503"/>
                  <a:pt x="45934" y="61826"/>
                  <a:pt x="46029" y="47621"/>
                </a:cubicBezTo>
                <a:cubicBezTo>
                  <a:pt x="46029" y="33797"/>
                  <a:pt x="45649" y="24692"/>
                  <a:pt x="44889" y="20307"/>
                </a:cubicBezTo>
                <a:cubicBezTo>
                  <a:pt x="44129" y="15921"/>
                  <a:pt x="42562" y="12442"/>
                  <a:pt x="40187" y="986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3" cap="flat">
            <a:solidFill>
              <a:srgbClr val="000000">
                <a:alpha val="8850"/>
              </a:srgbClr>
            </a:solidFill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585188-ABBC-4F6E-AABF-B3B408E7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93" y="853282"/>
            <a:ext cx="48174" cy="202272"/>
          </a:xfrm>
          <a:custGeom xmlns:a="http://schemas.openxmlformats.org/drawingml/2006/main">
            <a:pathLst>
              <a:path w="48174" h="202272">
                <a:moveTo>
                  <a:pt x="1008" y="202"/>
                </a:moveTo>
                <a:lnTo>
                  <a:pt x="1814" y="0"/>
                </a:lnTo>
                <a:cubicBezTo>
                  <a:pt x="2486" y="0"/>
                  <a:pt x="3158" y="0"/>
                  <a:pt x="3830" y="0"/>
                </a:cubicBezTo>
                <a:lnTo>
                  <a:pt x="6248" y="0"/>
                </a:lnTo>
                <a:lnTo>
                  <a:pt x="11892" y="4855"/>
                </a:lnTo>
                <a:cubicBezTo>
                  <a:pt x="24524" y="16317"/>
                  <a:pt x="33728" y="30611"/>
                  <a:pt x="39507" y="47736"/>
                </a:cubicBezTo>
                <a:cubicBezTo>
                  <a:pt x="45285" y="64862"/>
                  <a:pt x="48174" y="82662"/>
                  <a:pt x="48174" y="101136"/>
                </a:cubicBezTo>
                <a:cubicBezTo>
                  <a:pt x="48174" y="110306"/>
                  <a:pt x="47502" y="119138"/>
                  <a:pt x="46158" y="127634"/>
                </a:cubicBezTo>
                <a:cubicBezTo>
                  <a:pt x="44814" y="136129"/>
                  <a:pt x="43269" y="143344"/>
                  <a:pt x="41522" y="149277"/>
                </a:cubicBezTo>
                <a:cubicBezTo>
                  <a:pt x="39775" y="155210"/>
                  <a:pt x="37289" y="161143"/>
                  <a:pt x="34064" y="167077"/>
                </a:cubicBezTo>
                <a:cubicBezTo>
                  <a:pt x="30839" y="173010"/>
                  <a:pt x="28286" y="177528"/>
                  <a:pt x="26405" y="180629"/>
                </a:cubicBezTo>
                <a:cubicBezTo>
                  <a:pt x="24524" y="183731"/>
                  <a:pt x="21769" y="187169"/>
                  <a:pt x="18141" y="190945"/>
                </a:cubicBezTo>
                <a:cubicBezTo>
                  <a:pt x="14513" y="194721"/>
                  <a:pt x="12363" y="196946"/>
                  <a:pt x="11691" y="197620"/>
                </a:cubicBezTo>
                <a:cubicBezTo>
                  <a:pt x="11019" y="198294"/>
                  <a:pt x="9473" y="199575"/>
                  <a:pt x="7055" y="201463"/>
                </a:cubicBezTo>
                <a:cubicBezTo>
                  <a:pt x="6652" y="201868"/>
                  <a:pt x="6383" y="202137"/>
                  <a:pt x="6248" y="202272"/>
                </a:cubicBezTo>
                <a:lnTo>
                  <a:pt x="3830" y="202272"/>
                </a:lnTo>
                <a:cubicBezTo>
                  <a:pt x="2755" y="202272"/>
                  <a:pt x="2016" y="202272"/>
                  <a:pt x="1613" y="202272"/>
                </a:cubicBezTo>
                <a:cubicBezTo>
                  <a:pt x="1209" y="202272"/>
                  <a:pt x="873" y="202070"/>
                  <a:pt x="605" y="201665"/>
                </a:cubicBezTo>
                <a:cubicBezTo>
                  <a:pt x="336" y="201261"/>
                  <a:pt x="134" y="200654"/>
                  <a:pt x="0" y="199845"/>
                </a:cubicBezTo>
                <a:cubicBezTo>
                  <a:pt x="134" y="199710"/>
                  <a:pt x="873" y="198834"/>
                  <a:pt x="2217" y="197215"/>
                </a:cubicBezTo>
                <a:cubicBezTo>
                  <a:pt x="23045" y="175505"/>
                  <a:pt x="33460" y="143478"/>
                  <a:pt x="33460" y="101136"/>
                </a:cubicBezTo>
                <a:cubicBezTo>
                  <a:pt x="33460" y="58794"/>
                  <a:pt x="23045" y="26767"/>
                  <a:pt x="2217" y="5057"/>
                </a:cubicBezTo>
                <a:cubicBezTo>
                  <a:pt x="873" y="3439"/>
                  <a:pt x="134" y="2562"/>
                  <a:pt x="0" y="2427"/>
                </a:cubicBezTo>
                <a:cubicBezTo>
                  <a:pt x="0" y="1348"/>
                  <a:pt x="336" y="607"/>
                  <a:pt x="1008" y="2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08A5A3-C934-4CED-9C2C-31B20B46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93" y="853282"/>
            <a:ext cx="48174" cy="202272"/>
          </a:xfrm>
          <a:custGeom xmlns:a="http://schemas.openxmlformats.org/drawingml/2006/main">
            <a:pathLst>
              <a:path w="48174" h="202272" fill="none">
                <a:moveTo>
                  <a:pt x="1008" y="202"/>
                </a:moveTo>
                <a:lnTo>
                  <a:pt x="1814" y="0"/>
                </a:lnTo>
                <a:cubicBezTo>
                  <a:pt x="2486" y="0"/>
                  <a:pt x="3158" y="0"/>
                  <a:pt x="3830" y="0"/>
                </a:cubicBezTo>
                <a:lnTo>
                  <a:pt x="6248" y="0"/>
                </a:lnTo>
                <a:lnTo>
                  <a:pt x="11892" y="4855"/>
                </a:lnTo>
                <a:cubicBezTo>
                  <a:pt x="24524" y="16317"/>
                  <a:pt x="33728" y="30611"/>
                  <a:pt x="39507" y="47736"/>
                </a:cubicBezTo>
                <a:cubicBezTo>
                  <a:pt x="45285" y="64862"/>
                  <a:pt x="48174" y="82662"/>
                  <a:pt x="48174" y="101136"/>
                </a:cubicBezTo>
                <a:cubicBezTo>
                  <a:pt x="48174" y="110306"/>
                  <a:pt x="47502" y="119138"/>
                  <a:pt x="46158" y="127634"/>
                </a:cubicBezTo>
                <a:cubicBezTo>
                  <a:pt x="44814" y="136129"/>
                  <a:pt x="43269" y="143344"/>
                  <a:pt x="41522" y="149277"/>
                </a:cubicBezTo>
                <a:cubicBezTo>
                  <a:pt x="39775" y="155210"/>
                  <a:pt x="37289" y="161143"/>
                  <a:pt x="34064" y="167077"/>
                </a:cubicBezTo>
                <a:cubicBezTo>
                  <a:pt x="30839" y="173010"/>
                  <a:pt x="28286" y="177528"/>
                  <a:pt x="26405" y="180629"/>
                </a:cubicBezTo>
                <a:cubicBezTo>
                  <a:pt x="24524" y="183731"/>
                  <a:pt x="21769" y="187169"/>
                  <a:pt x="18141" y="190945"/>
                </a:cubicBezTo>
                <a:cubicBezTo>
                  <a:pt x="14513" y="194721"/>
                  <a:pt x="12363" y="196946"/>
                  <a:pt x="11691" y="197620"/>
                </a:cubicBezTo>
                <a:cubicBezTo>
                  <a:pt x="11019" y="198294"/>
                  <a:pt x="9473" y="199575"/>
                  <a:pt x="7055" y="201463"/>
                </a:cubicBezTo>
                <a:cubicBezTo>
                  <a:pt x="6652" y="201868"/>
                  <a:pt x="6383" y="202137"/>
                  <a:pt x="6248" y="202272"/>
                </a:cubicBezTo>
                <a:lnTo>
                  <a:pt x="3830" y="202272"/>
                </a:lnTo>
                <a:cubicBezTo>
                  <a:pt x="2755" y="202272"/>
                  <a:pt x="2016" y="202272"/>
                  <a:pt x="1613" y="202272"/>
                </a:cubicBezTo>
                <a:cubicBezTo>
                  <a:pt x="1209" y="202272"/>
                  <a:pt x="873" y="202070"/>
                  <a:pt x="605" y="201665"/>
                </a:cubicBezTo>
                <a:cubicBezTo>
                  <a:pt x="336" y="201261"/>
                  <a:pt x="134" y="200654"/>
                  <a:pt x="0" y="199845"/>
                </a:cubicBezTo>
                <a:cubicBezTo>
                  <a:pt x="134" y="199710"/>
                  <a:pt x="873" y="198834"/>
                  <a:pt x="2217" y="197215"/>
                </a:cubicBezTo>
                <a:cubicBezTo>
                  <a:pt x="23045" y="175505"/>
                  <a:pt x="33460" y="143478"/>
                  <a:pt x="33460" y="101136"/>
                </a:cubicBezTo>
                <a:cubicBezTo>
                  <a:pt x="33460" y="58794"/>
                  <a:pt x="23045" y="26767"/>
                  <a:pt x="2217" y="5057"/>
                </a:cubicBezTo>
                <a:cubicBezTo>
                  <a:pt x="873" y="3439"/>
                  <a:pt x="134" y="2562"/>
                  <a:pt x="0" y="2427"/>
                </a:cubicBezTo>
                <a:cubicBezTo>
                  <a:pt x="0" y="1348"/>
                  <a:pt x="336" y="607"/>
                  <a:pt x="1008" y="20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2" cap="flat">
            <a:solidFill>
              <a:srgbClr val="000000">
                <a:alpha val="12520"/>
              </a:srgbClr>
            </a:solidFill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09438C-B65A-43EF-A2D3-06B1A399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9021" y="2152707"/>
            <a:ext cx="144723" cy="138152"/>
          </a:xfrm>
          <a:custGeom xmlns:a="http://schemas.openxmlformats.org/drawingml/2006/main">
            <a:pathLst>
              <a:path w="144723" h="138152">
                <a:moveTo>
                  <a:pt x="51197" y="11125"/>
                </a:moveTo>
                <a:cubicBezTo>
                  <a:pt x="51197" y="10181"/>
                  <a:pt x="47367" y="9574"/>
                  <a:pt x="39708" y="9305"/>
                </a:cubicBezTo>
                <a:cubicBezTo>
                  <a:pt x="36483" y="9305"/>
                  <a:pt x="34400" y="9237"/>
                  <a:pt x="33460" y="9102"/>
                </a:cubicBezTo>
                <a:cubicBezTo>
                  <a:pt x="32519" y="8967"/>
                  <a:pt x="32049" y="8293"/>
                  <a:pt x="32049" y="7080"/>
                </a:cubicBezTo>
                <a:cubicBezTo>
                  <a:pt x="32049" y="6945"/>
                  <a:pt x="32183" y="6203"/>
                  <a:pt x="32452" y="4855"/>
                </a:cubicBezTo>
                <a:cubicBezTo>
                  <a:pt x="33258" y="2158"/>
                  <a:pt x="33863" y="674"/>
                  <a:pt x="34266" y="405"/>
                </a:cubicBezTo>
                <a:cubicBezTo>
                  <a:pt x="34669" y="135"/>
                  <a:pt x="47703" y="0"/>
                  <a:pt x="73369" y="0"/>
                </a:cubicBezTo>
                <a:cubicBezTo>
                  <a:pt x="98901" y="135"/>
                  <a:pt x="112540" y="337"/>
                  <a:pt x="114287" y="607"/>
                </a:cubicBezTo>
                <a:cubicBezTo>
                  <a:pt x="122887" y="2090"/>
                  <a:pt x="130076" y="5394"/>
                  <a:pt x="135854" y="10518"/>
                </a:cubicBezTo>
                <a:cubicBezTo>
                  <a:pt x="141632" y="15642"/>
                  <a:pt x="144588" y="22452"/>
                  <a:pt x="144723" y="30948"/>
                </a:cubicBezTo>
                <a:cubicBezTo>
                  <a:pt x="144723" y="41331"/>
                  <a:pt x="140288" y="50838"/>
                  <a:pt x="131420" y="59468"/>
                </a:cubicBezTo>
                <a:cubicBezTo>
                  <a:pt x="122148" y="68638"/>
                  <a:pt x="110188" y="74436"/>
                  <a:pt x="95541" y="76863"/>
                </a:cubicBezTo>
                <a:cubicBezTo>
                  <a:pt x="94601" y="76998"/>
                  <a:pt x="87546" y="77133"/>
                  <a:pt x="74377" y="77268"/>
                </a:cubicBezTo>
                <a:lnTo>
                  <a:pt x="55228" y="77268"/>
                </a:lnTo>
                <a:lnTo>
                  <a:pt x="49182" y="101338"/>
                </a:lnTo>
                <a:cubicBezTo>
                  <a:pt x="45150" y="116981"/>
                  <a:pt x="43135" y="125274"/>
                  <a:pt x="43135" y="126218"/>
                </a:cubicBezTo>
                <a:cubicBezTo>
                  <a:pt x="43135" y="126757"/>
                  <a:pt x="43202" y="127094"/>
                  <a:pt x="43336" y="127229"/>
                </a:cubicBezTo>
                <a:cubicBezTo>
                  <a:pt x="43471" y="127364"/>
                  <a:pt x="43941" y="127634"/>
                  <a:pt x="44747" y="128038"/>
                </a:cubicBezTo>
                <a:cubicBezTo>
                  <a:pt x="45553" y="128443"/>
                  <a:pt x="46696" y="128578"/>
                  <a:pt x="48174" y="128443"/>
                </a:cubicBezTo>
                <a:cubicBezTo>
                  <a:pt x="49652" y="128308"/>
                  <a:pt x="51869" y="128443"/>
                  <a:pt x="54825" y="128847"/>
                </a:cubicBezTo>
                <a:lnTo>
                  <a:pt x="61074" y="128847"/>
                </a:lnTo>
                <a:cubicBezTo>
                  <a:pt x="61880" y="130061"/>
                  <a:pt x="62283" y="130803"/>
                  <a:pt x="62283" y="131072"/>
                </a:cubicBezTo>
                <a:cubicBezTo>
                  <a:pt x="62283" y="133230"/>
                  <a:pt x="61813" y="135253"/>
                  <a:pt x="60872" y="137141"/>
                </a:cubicBezTo>
                <a:cubicBezTo>
                  <a:pt x="60200" y="137815"/>
                  <a:pt x="59125" y="138152"/>
                  <a:pt x="57647" y="138152"/>
                </a:cubicBezTo>
                <a:cubicBezTo>
                  <a:pt x="57244" y="138152"/>
                  <a:pt x="54758" y="138084"/>
                  <a:pt x="50189" y="137950"/>
                </a:cubicBezTo>
                <a:cubicBezTo>
                  <a:pt x="45621" y="137815"/>
                  <a:pt x="38902" y="137747"/>
                  <a:pt x="30033" y="137747"/>
                </a:cubicBezTo>
                <a:cubicBezTo>
                  <a:pt x="21702" y="137747"/>
                  <a:pt x="15319" y="137747"/>
                  <a:pt x="10884" y="137747"/>
                </a:cubicBezTo>
                <a:cubicBezTo>
                  <a:pt x="6450" y="137747"/>
                  <a:pt x="4031" y="137815"/>
                  <a:pt x="3628" y="137950"/>
                </a:cubicBezTo>
                <a:cubicBezTo>
                  <a:pt x="1209" y="137950"/>
                  <a:pt x="0" y="137275"/>
                  <a:pt x="0" y="135927"/>
                </a:cubicBezTo>
                <a:cubicBezTo>
                  <a:pt x="0" y="135657"/>
                  <a:pt x="202" y="134713"/>
                  <a:pt x="605" y="133095"/>
                </a:cubicBezTo>
                <a:cubicBezTo>
                  <a:pt x="1142" y="130938"/>
                  <a:pt x="1680" y="129724"/>
                  <a:pt x="2217" y="129454"/>
                </a:cubicBezTo>
                <a:cubicBezTo>
                  <a:pt x="2755" y="129184"/>
                  <a:pt x="4300" y="128982"/>
                  <a:pt x="6853" y="128847"/>
                </a:cubicBezTo>
                <a:cubicBezTo>
                  <a:pt x="10481" y="128847"/>
                  <a:pt x="14513" y="128645"/>
                  <a:pt x="18947" y="128241"/>
                </a:cubicBezTo>
                <a:cubicBezTo>
                  <a:pt x="20828" y="127836"/>
                  <a:pt x="22105" y="127027"/>
                  <a:pt x="22777" y="125813"/>
                </a:cubicBezTo>
                <a:cubicBezTo>
                  <a:pt x="23180" y="125274"/>
                  <a:pt x="28017" y="106530"/>
                  <a:pt x="37289" y="69582"/>
                </a:cubicBezTo>
                <a:cubicBezTo>
                  <a:pt x="46561" y="32633"/>
                  <a:pt x="51197" y="13148"/>
                  <a:pt x="51197" y="11125"/>
                </a:cubicBezTo>
                <a:close/>
                <a:moveTo>
                  <a:pt x="123357" y="26093"/>
                </a:moveTo>
                <a:cubicBezTo>
                  <a:pt x="123357" y="24340"/>
                  <a:pt x="123223" y="22924"/>
                  <a:pt x="122954" y="21845"/>
                </a:cubicBezTo>
                <a:cubicBezTo>
                  <a:pt x="122685" y="20767"/>
                  <a:pt x="122080" y="19283"/>
                  <a:pt x="121140" y="17395"/>
                </a:cubicBezTo>
                <a:cubicBezTo>
                  <a:pt x="120199" y="15508"/>
                  <a:pt x="118520" y="14024"/>
                  <a:pt x="116101" y="12945"/>
                </a:cubicBezTo>
                <a:cubicBezTo>
                  <a:pt x="113682" y="11867"/>
                  <a:pt x="110390" y="10788"/>
                  <a:pt x="106224" y="9709"/>
                </a:cubicBezTo>
                <a:cubicBezTo>
                  <a:pt x="105283" y="9574"/>
                  <a:pt x="99908" y="9439"/>
                  <a:pt x="90099" y="9305"/>
                </a:cubicBezTo>
                <a:cubicBezTo>
                  <a:pt x="87815" y="9305"/>
                  <a:pt x="85463" y="9305"/>
                  <a:pt x="83044" y="9305"/>
                </a:cubicBezTo>
                <a:cubicBezTo>
                  <a:pt x="80626" y="9305"/>
                  <a:pt x="78677" y="9372"/>
                  <a:pt x="77199" y="9507"/>
                </a:cubicBezTo>
                <a:cubicBezTo>
                  <a:pt x="75721" y="9642"/>
                  <a:pt x="74915" y="9642"/>
                  <a:pt x="74780" y="9507"/>
                </a:cubicBezTo>
                <a:cubicBezTo>
                  <a:pt x="73033" y="9642"/>
                  <a:pt x="71824" y="10248"/>
                  <a:pt x="71152" y="11327"/>
                </a:cubicBezTo>
                <a:cubicBezTo>
                  <a:pt x="70883" y="12136"/>
                  <a:pt x="69607" y="17328"/>
                  <a:pt x="67322" y="26902"/>
                </a:cubicBezTo>
                <a:cubicBezTo>
                  <a:pt x="65038" y="36476"/>
                  <a:pt x="62686" y="45781"/>
                  <a:pt x="60268" y="54816"/>
                </a:cubicBezTo>
                <a:cubicBezTo>
                  <a:pt x="57849" y="63851"/>
                  <a:pt x="56639" y="68435"/>
                  <a:pt x="56639" y="68570"/>
                </a:cubicBezTo>
                <a:cubicBezTo>
                  <a:pt x="56639" y="68840"/>
                  <a:pt x="62082" y="68975"/>
                  <a:pt x="72966" y="68975"/>
                </a:cubicBezTo>
                <a:lnTo>
                  <a:pt x="75385" y="68975"/>
                </a:lnTo>
                <a:lnTo>
                  <a:pt x="80021" y="68975"/>
                </a:lnTo>
                <a:cubicBezTo>
                  <a:pt x="95071" y="68975"/>
                  <a:pt x="105821" y="65604"/>
                  <a:pt x="112271" y="58861"/>
                </a:cubicBezTo>
                <a:cubicBezTo>
                  <a:pt x="115899" y="55220"/>
                  <a:pt x="118654" y="49894"/>
                  <a:pt x="120535" y="42882"/>
                </a:cubicBezTo>
                <a:cubicBezTo>
                  <a:pt x="122416" y="35870"/>
                  <a:pt x="123357" y="30273"/>
                  <a:pt x="123357" y="260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EC92DF-8568-4332-B138-C8C8DD2E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9021" y="2152707"/>
            <a:ext cx="144723" cy="138152"/>
          </a:xfrm>
          <a:custGeom xmlns:a="http://schemas.openxmlformats.org/drawingml/2006/main">
            <a:pathLst>
              <a:path w="144723" h="138152" fill="none">
                <a:moveTo>
                  <a:pt x="51197" y="11125"/>
                </a:moveTo>
                <a:cubicBezTo>
                  <a:pt x="51197" y="10181"/>
                  <a:pt x="47367" y="9574"/>
                  <a:pt x="39708" y="9305"/>
                </a:cubicBezTo>
                <a:cubicBezTo>
                  <a:pt x="36483" y="9305"/>
                  <a:pt x="34400" y="9237"/>
                  <a:pt x="33460" y="9102"/>
                </a:cubicBezTo>
                <a:cubicBezTo>
                  <a:pt x="32519" y="8967"/>
                  <a:pt x="32049" y="8293"/>
                  <a:pt x="32049" y="7080"/>
                </a:cubicBezTo>
                <a:cubicBezTo>
                  <a:pt x="32049" y="6945"/>
                  <a:pt x="32183" y="6203"/>
                  <a:pt x="32452" y="4855"/>
                </a:cubicBezTo>
                <a:cubicBezTo>
                  <a:pt x="33258" y="2158"/>
                  <a:pt x="33863" y="674"/>
                  <a:pt x="34266" y="405"/>
                </a:cubicBezTo>
                <a:cubicBezTo>
                  <a:pt x="34669" y="135"/>
                  <a:pt x="47703" y="0"/>
                  <a:pt x="73369" y="0"/>
                </a:cubicBezTo>
                <a:cubicBezTo>
                  <a:pt x="98901" y="135"/>
                  <a:pt x="112540" y="337"/>
                  <a:pt x="114287" y="607"/>
                </a:cubicBezTo>
                <a:cubicBezTo>
                  <a:pt x="122887" y="2090"/>
                  <a:pt x="130076" y="5394"/>
                  <a:pt x="135854" y="10518"/>
                </a:cubicBezTo>
                <a:cubicBezTo>
                  <a:pt x="141632" y="15642"/>
                  <a:pt x="144588" y="22452"/>
                  <a:pt x="144723" y="30948"/>
                </a:cubicBezTo>
                <a:cubicBezTo>
                  <a:pt x="144723" y="41331"/>
                  <a:pt x="140288" y="50838"/>
                  <a:pt x="131420" y="59468"/>
                </a:cubicBezTo>
                <a:cubicBezTo>
                  <a:pt x="122148" y="68638"/>
                  <a:pt x="110188" y="74436"/>
                  <a:pt x="95541" y="76863"/>
                </a:cubicBezTo>
                <a:cubicBezTo>
                  <a:pt x="94601" y="76998"/>
                  <a:pt x="87546" y="77133"/>
                  <a:pt x="74377" y="77268"/>
                </a:cubicBezTo>
                <a:lnTo>
                  <a:pt x="55228" y="77268"/>
                </a:lnTo>
                <a:lnTo>
                  <a:pt x="49182" y="101338"/>
                </a:lnTo>
                <a:cubicBezTo>
                  <a:pt x="45150" y="116981"/>
                  <a:pt x="43135" y="125274"/>
                  <a:pt x="43135" y="126218"/>
                </a:cubicBezTo>
                <a:cubicBezTo>
                  <a:pt x="43135" y="126757"/>
                  <a:pt x="43202" y="127094"/>
                  <a:pt x="43336" y="127229"/>
                </a:cubicBezTo>
                <a:cubicBezTo>
                  <a:pt x="43471" y="127364"/>
                  <a:pt x="43941" y="127634"/>
                  <a:pt x="44747" y="128038"/>
                </a:cubicBezTo>
                <a:cubicBezTo>
                  <a:pt x="45553" y="128443"/>
                  <a:pt x="46696" y="128578"/>
                  <a:pt x="48174" y="128443"/>
                </a:cubicBezTo>
                <a:cubicBezTo>
                  <a:pt x="49652" y="128308"/>
                  <a:pt x="51869" y="128443"/>
                  <a:pt x="54825" y="128847"/>
                </a:cubicBezTo>
                <a:lnTo>
                  <a:pt x="61074" y="128847"/>
                </a:lnTo>
                <a:cubicBezTo>
                  <a:pt x="61880" y="130061"/>
                  <a:pt x="62283" y="130803"/>
                  <a:pt x="62283" y="131072"/>
                </a:cubicBezTo>
                <a:cubicBezTo>
                  <a:pt x="62283" y="133230"/>
                  <a:pt x="61813" y="135253"/>
                  <a:pt x="60872" y="137141"/>
                </a:cubicBezTo>
                <a:cubicBezTo>
                  <a:pt x="60200" y="137815"/>
                  <a:pt x="59125" y="138152"/>
                  <a:pt x="57647" y="138152"/>
                </a:cubicBezTo>
                <a:cubicBezTo>
                  <a:pt x="57244" y="138152"/>
                  <a:pt x="54758" y="138084"/>
                  <a:pt x="50189" y="137950"/>
                </a:cubicBezTo>
                <a:cubicBezTo>
                  <a:pt x="45621" y="137815"/>
                  <a:pt x="38902" y="137747"/>
                  <a:pt x="30033" y="137747"/>
                </a:cubicBezTo>
                <a:cubicBezTo>
                  <a:pt x="21702" y="137747"/>
                  <a:pt x="15319" y="137747"/>
                  <a:pt x="10884" y="137747"/>
                </a:cubicBezTo>
                <a:cubicBezTo>
                  <a:pt x="6450" y="137747"/>
                  <a:pt x="4031" y="137815"/>
                  <a:pt x="3628" y="137950"/>
                </a:cubicBezTo>
                <a:cubicBezTo>
                  <a:pt x="1209" y="137950"/>
                  <a:pt x="0" y="137275"/>
                  <a:pt x="0" y="135927"/>
                </a:cubicBezTo>
                <a:cubicBezTo>
                  <a:pt x="0" y="135657"/>
                  <a:pt x="202" y="134713"/>
                  <a:pt x="605" y="133095"/>
                </a:cubicBezTo>
                <a:cubicBezTo>
                  <a:pt x="1142" y="130938"/>
                  <a:pt x="1680" y="129724"/>
                  <a:pt x="2217" y="129454"/>
                </a:cubicBezTo>
                <a:cubicBezTo>
                  <a:pt x="2755" y="129184"/>
                  <a:pt x="4300" y="128982"/>
                  <a:pt x="6853" y="128847"/>
                </a:cubicBezTo>
                <a:cubicBezTo>
                  <a:pt x="10481" y="128847"/>
                  <a:pt x="14513" y="128645"/>
                  <a:pt x="18947" y="128241"/>
                </a:cubicBezTo>
                <a:cubicBezTo>
                  <a:pt x="20828" y="127836"/>
                  <a:pt x="22105" y="127027"/>
                  <a:pt x="22777" y="125813"/>
                </a:cubicBezTo>
                <a:cubicBezTo>
                  <a:pt x="23180" y="125274"/>
                  <a:pt x="28017" y="106530"/>
                  <a:pt x="37289" y="69582"/>
                </a:cubicBezTo>
                <a:cubicBezTo>
                  <a:pt x="46561" y="32633"/>
                  <a:pt x="51197" y="13148"/>
                  <a:pt x="51197" y="11125"/>
                </a:cubicBezTo>
                <a:close/>
                <a:moveTo>
                  <a:pt x="123357" y="26093"/>
                </a:moveTo>
                <a:cubicBezTo>
                  <a:pt x="123357" y="24340"/>
                  <a:pt x="123223" y="22924"/>
                  <a:pt x="122954" y="21845"/>
                </a:cubicBezTo>
                <a:cubicBezTo>
                  <a:pt x="122685" y="20767"/>
                  <a:pt x="122080" y="19283"/>
                  <a:pt x="121140" y="17395"/>
                </a:cubicBezTo>
                <a:cubicBezTo>
                  <a:pt x="120199" y="15508"/>
                  <a:pt x="118520" y="14024"/>
                  <a:pt x="116101" y="12945"/>
                </a:cubicBezTo>
                <a:cubicBezTo>
                  <a:pt x="113682" y="11867"/>
                  <a:pt x="110390" y="10788"/>
                  <a:pt x="106224" y="9709"/>
                </a:cubicBezTo>
                <a:cubicBezTo>
                  <a:pt x="105283" y="9574"/>
                  <a:pt x="99908" y="9439"/>
                  <a:pt x="90099" y="9305"/>
                </a:cubicBezTo>
                <a:cubicBezTo>
                  <a:pt x="87815" y="9305"/>
                  <a:pt x="85463" y="9305"/>
                  <a:pt x="83044" y="9305"/>
                </a:cubicBezTo>
                <a:cubicBezTo>
                  <a:pt x="80626" y="9305"/>
                  <a:pt x="78677" y="9372"/>
                  <a:pt x="77199" y="9507"/>
                </a:cubicBezTo>
                <a:cubicBezTo>
                  <a:pt x="75721" y="9642"/>
                  <a:pt x="74915" y="9642"/>
                  <a:pt x="74780" y="9507"/>
                </a:cubicBezTo>
                <a:cubicBezTo>
                  <a:pt x="73033" y="9642"/>
                  <a:pt x="71824" y="10248"/>
                  <a:pt x="71152" y="11327"/>
                </a:cubicBezTo>
                <a:cubicBezTo>
                  <a:pt x="70883" y="12136"/>
                  <a:pt x="69607" y="17328"/>
                  <a:pt x="67322" y="26902"/>
                </a:cubicBezTo>
                <a:cubicBezTo>
                  <a:pt x="65038" y="36476"/>
                  <a:pt x="62686" y="45781"/>
                  <a:pt x="60268" y="54816"/>
                </a:cubicBezTo>
                <a:cubicBezTo>
                  <a:pt x="57849" y="63851"/>
                  <a:pt x="56639" y="68435"/>
                  <a:pt x="56639" y="68570"/>
                </a:cubicBezTo>
                <a:cubicBezTo>
                  <a:pt x="56639" y="68840"/>
                  <a:pt x="62082" y="68975"/>
                  <a:pt x="72966" y="68975"/>
                </a:cubicBezTo>
                <a:lnTo>
                  <a:pt x="75385" y="68975"/>
                </a:lnTo>
                <a:lnTo>
                  <a:pt x="80021" y="68975"/>
                </a:lnTo>
                <a:cubicBezTo>
                  <a:pt x="95071" y="68975"/>
                  <a:pt x="105821" y="65604"/>
                  <a:pt x="112271" y="58861"/>
                </a:cubicBezTo>
                <a:cubicBezTo>
                  <a:pt x="115899" y="55220"/>
                  <a:pt x="118654" y="49894"/>
                  <a:pt x="120535" y="42882"/>
                </a:cubicBezTo>
                <a:cubicBezTo>
                  <a:pt x="122416" y="35870"/>
                  <a:pt x="123357" y="30273"/>
                  <a:pt x="123357" y="260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2" cap="flat">
            <a:solidFill>
              <a:srgbClr val="000000">
                <a:alpha val="12520"/>
              </a:srgbClr>
            </a:solidFill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01B7AD-2A3C-4699-88E6-D1766B96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550" y="2225957"/>
            <a:ext cx="56860" cy="95242"/>
          </a:xfrm>
          <a:custGeom xmlns:a="http://schemas.openxmlformats.org/drawingml/2006/main">
            <a:pathLst>
              <a:path w="56860" h="95242">
                <a:moveTo>
                  <a:pt x="8408" y="33893"/>
                </a:moveTo>
                <a:cubicBezTo>
                  <a:pt x="5843" y="33893"/>
                  <a:pt x="3800" y="33034"/>
                  <a:pt x="2280" y="31318"/>
                </a:cubicBezTo>
                <a:cubicBezTo>
                  <a:pt x="760" y="29602"/>
                  <a:pt x="0" y="27505"/>
                  <a:pt x="0" y="25026"/>
                </a:cubicBezTo>
                <a:cubicBezTo>
                  <a:pt x="0" y="18257"/>
                  <a:pt x="2518" y="12394"/>
                  <a:pt x="7553" y="7436"/>
                </a:cubicBezTo>
                <a:cubicBezTo>
                  <a:pt x="12588" y="2479"/>
                  <a:pt x="18858" y="0"/>
                  <a:pt x="26364" y="0"/>
                </a:cubicBezTo>
                <a:cubicBezTo>
                  <a:pt x="35009" y="0"/>
                  <a:pt x="42229" y="2669"/>
                  <a:pt x="48024" y="8008"/>
                </a:cubicBezTo>
                <a:cubicBezTo>
                  <a:pt x="53820" y="13347"/>
                  <a:pt x="56765" y="20259"/>
                  <a:pt x="56860" y="28744"/>
                </a:cubicBezTo>
                <a:cubicBezTo>
                  <a:pt x="56860" y="32844"/>
                  <a:pt x="55910" y="36753"/>
                  <a:pt x="54010" y="40471"/>
                </a:cubicBezTo>
                <a:cubicBezTo>
                  <a:pt x="52110" y="44189"/>
                  <a:pt x="49829" y="47430"/>
                  <a:pt x="47169" y="50195"/>
                </a:cubicBezTo>
                <a:cubicBezTo>
                  <a:pt x="44509" y="52960"/>
                  <a:pt x="40709" y="56488"/>
                  <a:pt x="35769" y="60778"/>
                </a:cubicBezTo>
                <a:cubicBezTo>
                  <a:pt x="32349" y="63733"/>
                  <a:pt x="27599" y="68119"/>
                  <a:pt x="21518" y="73934"/>
                </a:cubicBezTo>
                <a:lnTo>
                  <a:pt x="13111" y="81943"/>
                </a:lnTo>
                <a:lnTo>
                  <a:pt x="23941" y="82086"/>
                </a:lnTo>
                <a:cubicBezTo>
                  <a:pt x="38857" y="82086"/>
                  <a:pt x="46789" y="81847"/>
                  <a:pt x="47739" y="81371"/>
                </a:cubicBezTo>
                <a:cubicBezTo>
                  <a:pt x="48404" y="81180"/>
                  <a:pt x="49544" y="76937"/>
                  <a:pt x="51160" y="68643"/>
                </a:cubicBezTo>
                <a:lnTo>
                  <a:pt x="51160" y="68214"/>
                </a:lnTo>
                <a:lnTo>
                  <a:pt x="56860" y="68214"/>
                </a:lnTo>
                <a:lnTo>
                  <a:pt x="56860" y="68643"/>
                </a:lnTo>
                <a:cubicBezTo>
                  <a:pt x="56765" y="68929"/>
                  <a:pt x="56147" y="73267"/>
                  <a:pt x="55007" y="81657"/>
                </a:cubicBezTo>
                <a:cubicBezTo>
                  <a:pt x="53867" y="90046"/>
                  <a:pt x="53155" y="94432"/>
                  <a:pt x="52870" y="94813"/>
                </a:cubicBezTo>
                <a:lnTo>
                  <a:pt x="52870" y="95242"/>
                </a:lnTo>
                <a:lnTo>
                  <a:pt x="0" y="95242"/>
                </a:lnTo>
                <a:lnTo>
                  <a:pt x="0" y="92525"/>
                </a:lnTo>
                <a:lnTo>
                  <a:pt x="0" y="90809"/>
                </a:lnTo>
                <a:cubicBezTo>
                  <a:pt x="0" y="90142"/>
                  <a:pt x="285" y="89427"/>
                  <a:pt x="855" y="88664"/>
                </a:cubicBezTo>
                <a:cubicBezTo>
                  <a:pt x="1425" y="87901"/>
                  <a:pt x="2850" y="86233"/>
                  <a:pt x="5130" y="83659"/>
                </a:cubicBezTo>
                <a:cubicBezTo>
                  <a:pt x="7885" y="80608"/>
                  <a:pt x="10260" y="77938"/>
                  <a:pt x="12255" y="75650"/>
                </a:cubicBezTo>
                <a:cubicBezTo>
                  <a:pt x="13111" y="74697"/>
                  <a:pt x="14726" y="72933"/>
                  <a:pt x="17101" y="70359"/>
                </a:cubicBezTo>
                <a:cubicBezTo>
                  <a:pt x="19476" y="67785"/>
                  <a:pt x="21091" y="66021"/>
                  <a:pt x="21946" y="65068"/>
                </a:cubicBezTo>
                <a:cubicBezTo>
                  <a:pt x="22801" y="64115"/>
                  <a:pt x="24178" y="62541"/>
                  <a:pt x="26079" y="60349"/>
                </a:cubicBezTo>
                <a:cubicBezTo>
                  <a:pt x="27979" y="58156"/>
                  <a:pt x="29309" y="56535"/>
                  <a:pt x="30069" y="55486"/>
                </a:cubicBezTo>
                <a:cubicBezTo>
                  <a:pt x="30829" y="54438"/>
                  <a:pt x="31921" y="53008"/>
                  <a:pt x="33346" y="51196"/>
                </a:cubicBezTo>
                <a:cubicBezTo>
                  <a:pt x="34771" y="49385"/>
                  <a:pt x="35769" y="47859"/>
                  <a:pt x="36339" y="46620"/>
                </a:cubicBezTo>
                <a:cubicBezTo>
                  <a:pt x="36909" y="45381"/>
                  <a:pt x="37621" y="43998"/>
                  <a:pt x="38477" y="42473"/>
                </a:cubicBezTo>
                <a:cubicBezTo>
                  <a:pt x="39332" y="40948"/>
                  <a:pt x="39949" y="39422"/>
                  <a:pt x="40329" y="37897"/>
                </a:cubicBezTo>
                <a:cubicBezTo>
                  <a:pt x="40709" y="36371"/>
                  <a:pt x="41042" y="34941"/>
                  <a:pt x="41327" y="33607"/>
                </a:cubicBezTo>
                <a:cubicBezTo>
                  <a:pt x="41612" y="32272"/>
                  <a:pt x="41754" y="30699"/>
                  <a:pt x="41754" y="28887"/>
                </a:cubicBezTo>
                <a:cubicBezTo>
                  <a:pt x="41754" y="22881"/>
                  <a:pt x="40139" y="17685"/>
                  <a:pt x="36909" y="13300"/>
                </a:cubicBezTo>
                <a:cubicBezTo>
                  <a:pt x="33679" y="8914"/>
                  <a:pt x="29071" y="6721"/>
                  <a:pt x="23086" y="6721"/>
                </a:cubicBezTo>
                <a:cubicBezTo>
                  <a:pt x="19951" y="6721"/>
                  <a:pt x="17196" y="7532"/>
                  <a:pt x="14821" y="9152"/>
                </a:cubicBezTo>
                <a:cubicBezTo>
                  <a:pt x="12445" y="10773"/>
                  <a:pt x="10783" y="12346"/>
                  <a:pt x="9833" y="13872"/>
                </a:cubicBezTo>
                <a:cubicBezTo>
                  <a:pt x="8883" y="15397"/>
                  <a:pt x="8408" y="16303"/>
                  <a:pt x="8408" y="16589"/>
                </a:cubicBezTo>
                <a:cubicBezTo>
                  <a:pt x="8408" y="16684"/>
                  <a:pt x="8645" y="16732"/>
                  <a:pt x="9120" y="16732"/>
                </a:cubicBezTo>
                <a:cubicBezTo>
                  <a:pt x="10830" y="16732"/>
                  <a:pt x="12588" y="17399"/>
                  <a:pt x="14393" y="18734"/>
                </a:cubicBezTo>
                <a:cubicBezTo>
                  <a:pt x="16198" y="20069"/>
                  <a:pt x="17101" y="22261"/>
                  <a:pt x="17101" y="25312"/>
                </a:cubicBezTo>
                <a:cubicBezTo>
                  <a:pt x="17101" y="27696"/>
                  <a:pt x="16341" y="29698"/>
                  <a:pt x="14821" y="31318"/>
                </a:cubicBezTo>
                <a:cubicBezTo>
                  <a:pt x="13301" y="32939"/>
                  <a:pt x="11163" y="33797"/>
                  <a:pt x="8408" y="338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4D4679-412B-4563-8BDE-6E503477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550" y="2225957"/>
            <a:ext cx="56860" cy="95242"/>
          </a:xfrm>
          <a:custGeom xmlns:a="http://schemas.openxmlformats.org/drawingml/2006/main">
            <a:pathLst>
              <a:path w="56860" h="95242" fill="none">
                <a:moveTo>
                  <a:pt x="8408" y="33893"/>
                </a:moveTo>
                <a:cubicBezTo>
                  <a:pt x="5843" y="33893"/>
                  <a:pt x="3800" y="33034"/>
                  <a:pt x="2280" y="31318"/>
                </a:cubicBezTo>
                <a:cubicBezTo>
                  <a:pt x="760" y="29602"/>
                  <a:pt x="0" y="27505"/>
                  <a:pt x="0" y="25026"/>
                </a:cubicBezTo>
                <a:cubicBezTo>
                  <a:pt x="0" y="18257"/>
                  <a:pt x="2518" y="12394"/>
                  <a:pt x="7553" y="7436"/>
                </a:cubicBezTo>
                <a:cubicBezTo>
                  <a:pt x="12588" y="2479"/>
                  <a:pt x="18858" y="0"/>
                  <a:pt x="26364" y="0"/>
                </a:cubicBezTo>
                <a:cubicBezTo>
                  <a:pt x="35009" y="0"/>
                  <a:pt x="42229" y="2669"/>
                  <a:pt x="48024" y="8008"/>
                </a:cubicBezTo>
                <a:cubicBezTo>
                  <a:pt x="53820" y="13347"/>
                  <a:pt x="56765" y="20259"/>
                  <a:pt x="56860" y="28744"/>
                </a:cubicBezTo>
                <a:cubicBezTo>
                  <a:pt x="56860" y="32844"/>
                  <a:pt x="55910" y="36753"/>
                  <a:pt x="54010" y="40471"/>
                </a:cubicBezTo>
                <a:cubicBezTo>
                  <a:pt x="52110" y="44189"/>
                  <a:pt x="49829" y="47430"/>
                  <a:pt x="47169" y="50195"/>
                </a:cubicBezTo>
                <a:cubicBezTo>
                  <a:pt x="44509" y="52960"/>
                  <a:pt x="40709" y="56488"/>
                  <a:pt x="35769" y="60778"/>
                </a:cubicBezTo>
                <a:cubicBezTo>
                  <a:pt x="32349" y="63733"/>
                  <a:pt x="27599" y="68119"/>
                  <a:pt x="21518" y="73934"/>
                </a:cubicBezTo>
                <a:lnTo>
                  <a:pt x="13111" y="81943"/>
                </a:lnTo>
                <a:lnTo>
                  <a:pt x="23941" y="82086"/>
                </a:lnTo>
                <a:cubicBezTo>
                  <a:pt x="38857" y="82086"/>
                  <a:pt x="46789" y="81847"/>
                  <a:pt x="47739" y="81371"/>
                </a:cubicBezTo>
                <a:cubicBezTo>
                  <a:pt x="48404" y="81180"/>
                  <a:pt x="49544" y="76937"/>
                  <a:pt x="51160" y="68643"/>
                </a:cubicBezTo>
                <a:lnTo>
                  <a:pt x="51160" y="68214"/>
                </a:lnTo>
                <a:lnTo>
                  <a:pt x="56860" y="68214"/>
                </a:lnTo>
                <a:lnTo>
                  <a:pt x="56860" y="68643"/>
                </a:lnTo>
                <a:cubicBezTo>
                  <a:pt x="56765" y="68929"/>
                  <a:pt x="56147" y="73267"/>
                  <a:pt x="55007" y="81657"/>
                </a:cubicBezTo>
                <a:cubicBezTo>
                  <a:pt x="53867" y="90046"/>
                  <a:pt x="53155" y="94432"/>
                  <a:pt x="52870" y="94813"/>
                </a:cubicBezTo>
                <a:lnTo>
                  <a:pt x="52870" y="95242"/>
                </a:lnTo>
                <a:lnTo>
                  <a:pt x="0" y="95242"/>
                </a:lnTo>
                <a:lnTo>
                  <a:pt x="0" y="92525"/>
                </a:lnTo>
                <a:lnTo>
                  <a:pt x="0" y="90809"/>
                </a:lnTo>
                <a:cubicBezTo>
                  <a:pt x="0" y="90142"/>
                  <a:pt x="285" y="89427"/>
                  <a:pt x="855" y="88664"/>
                </a:cubicBezTo>
                <a:cubicBezTo>
                  <a:pt x="1425" y="87901"/>
                  <a:pt x="2850" y="86233"/>
                  <a:pt x="5130" y="83659"/>
                </a:cubicBezTo>
                <a:cubicBezTo>
                  <a:pt x="7885" y="80608"/>
                  <a:pt x="10260" y="77938"/>
                  <a:pt x="12255" y="75650"/>
                </a:cubicBezTo>
                <a:cubicBezTo>
                  <a:pt x="13111" y="74697"/>
                  <a:pt x="14726" y="72933"/>
                  <a:pt x="17101" y="70359"/>
                </a:cubicBezTo>
                <a:cubicBezTo>
                  <a:pt x="19476" y="67785"/>
                  <a:pt x="21091" y="66021"/>
                  <a:pt x="21946" y="65068"/>
                </a:cubicBezTo>
                <a:cubicBezTo>
                  <a:pt x="22801" y="64115"/>
                  <a:pt x="24178" y="62541"/>
                  <a:pt x="26079" y="60349"/>
                </a:cubicBezTo>
                <a:cubicBezTo>
                  <a:pt x="27979" y="58156"/>
                  <a:pt x="29309" y="56535"/>
                  <a:pt x="30069" y="55486"/>
                </a:cubicBezTo>
                <a:cubicBezTo>
                  <a:pt x="30829" y="54438"/>
                  <a:pt x="31921" y="53008"/>
                  <a:pt x="33346" y="51196"/>
                </a:cubicBezTo>
                <a:cubicBezTo>
                  <a:pt x="34771" y="49385"/>
                  <a:pt x="35769" y="47859"/>
                  <a:pt x="36339" y="46620"/>
                </a:cubicBezTo>
                <a:cubicBezTo>
                  <a:pt x="36909" y="45381"/>
                  <a:pt x="37621" y="43998"/>
                  <a:pt x="38477" y="42473"/>
                </a:cubicBezTo>
                <a:cubicBezTo>
                  <a:pt x="39332" y="40948"/>
                  <a:pt x="39949" y="39422"/>
                  <a:pt x="40329" y="37897"/>
                </a:cubicBezTo>
                <a:cubicBezTo>
                  <a:pt x="40709" y="36371"/>
                  <a:pt x="41042" y="34941"/>
                  <a:pt x="41327" y="33607"/>
                </a:cubicBezTo>
                <a:cubicBezTo>
                  <a:pt x="41612" y="32272"/>
                  <a:pt x="41754" y="30699"/>
                  <a:pt x="41754" y="28887"/>
                </a:cubicBezTo>
                <a:cubicBezTo>
                  <a:pt x="41754" y="22881"/>
                  <a:pt x="40139" y="17685"/>
                  <a:pt x="36909" y="13300"/>
                </a:cubicBezTo>
                <a:cubicBezTo>
                  <a:pt x="33679" y="8914"/>
                  <a:pt x="29071" y="6721"/>
                  <a:pt x="23086" y="6721"/>
                </a:cubicBezTo>
                <a:cubicBezTo>
                  <a:pt x="19951" y="6721"/>
                  <a:pt x="17196" y="7532"/>
                  <a:pt x="14821" y="9152"/>
                </a:cubicBezTo>
                <a:cubicBezTo>
                  <a:pt x="12445" y="10773"/>
                  <a:pt x="10783" y="12346"/>
                  <a:pt x="9833" y="13872"/>
                </a:cubicBezTo>
                <a:cubicBezTo>
                  <a:pt x="8883" y="15397"/>
                  <a:pt x="8408" y="16303"/>
                  <a:pt x="8408" y="16589"/>
                </a:cubicBezTo>
                <a:cubicBezTo>
                  <a:pt x="8408" y="16684"/>
                  <a:pt x="8645" y="16732"/>
                  <a:pt x="9120" y="16732"/>
                </a:cubicBezTo>
                <a:cubicBezTo>
                  <a:pt x="10830" y="16732"/>
                  <a:pt x="12588" y="17399"/>
                  <a:pt x="14393" y="18734"/>
                </a:cubicBezTo>
                <a:cubicBezTo>
                  <a:pt x="16198" y="20069"/>
                  <a:pt x="17101" y="22261"/>
                  <a:pt x="17101" y="25312"/>
                </a:cubicBezTo>
                <a:cubicBezTo>
                  <a:pt x="17101" y="27696"/>
                  <a:pt x="16341" y="29698"/>
                  <a:pt x="14821" y="31318"/>
                </a:cubicBezTo>
                <a:cubicBezTo>
                  <a:pt x="13301" y="32939"/>
                  <a:pt x="11163" y="33797"/>
                  <a:pt x="8408" y="338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3" cap="flat">
            <a:solidFill>
              <a:srgbClr val="000000">
                <a:alpha val="8850"/>
              </a:srgbClr>
            </a:solidFill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993E83-2297-4687-9FE8-F321EAA2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8723" y="2139155"/>
            <a:ext cx="48174" cy="202272"/>
          </a:xfrm>
          <a:custGeom xmlns:a="http://schemas.openxmlformats.org/drawingml/2006/main">
            <a:pathLst>
              <a:path w="48174" h="202272">
                <a:moveTo>
                  <a:pt x="0" y="101136"/>
                </a:moveTo>
                <a:cubicBezTo>
                  <a:pt x="0" y="91832"/>
                  <a:pt x="672" y="82999"/>
                  <a:pt x="2016" y="74638"/>
                </a:cubicBezTo>
                <a:cubicBezTo>
                  <a:pt x="3359" y="66278"/>
                  <a:pt x="4905" y="59063"/>
                  <a:pt x="6652" y="52995"/>
                </a:cubicBezTo>
                <a:cubicBezTo>
                  <a:pt x="8398" y="46927"/>
                  <a:pt x="10884" y="40994"/>
                  <a:pt x="14109" y="35195"/>
                </a:cubicBezTo>
                <a:cubicBezTo>
                  <a:pt x="17334" y="29397"/>
                  <a:pt x="19888" y="24879"/>
                  <a:pt x="21769" y="21643"/>
                </a:cubicBezTo>
                <a:cubicBezTo>
                  <a:pt x="23650" y="18407"/>
                  <a:pt x="26472" y="14901"/>
                  <a:pt x="30235" y="11125"/>
                </a:cubicBezTo>
                <a:cubicBezTo>
                  <a:pt x="33997" y="7349"/>
                  <a:pt x="36214" y="5057"/>
                  <a:pt x="36886" y="4248"/>
                </a:cubicBezTo>
                <a:cubicBezTo>
                  <a:pt x="37558" y="3439"/>
                  <a:pt x="39238" y="2023"/>
                  <a:pt x="41925" y="0"/>
                </a:cubicBezTo>
                <a:lnTo>
                  <a:pt x="44546" y="0"/>
                </a:lnTo>
                <a:lnTo>
                  <a:pt x="45352" y="0"/>
                </a:lnTo>
                <a:cubicBezTo>
                  <a:pt x="47233" y="0"/>
                  <a:pt x="48174" y="607"/>
                  <a:pt x="48174" y="1820"/>
                </a:cubicBezTo>
                <a:cubicBezTo>
                  <a:pt x="48174" y="2225"/>
                  <a:pt x="47032" y="3641"/>
                  <a:pt x="44747" y="6068"/>
                </a:cubicBezTo>
                <a:cubicBezTo>
                  <a:pt x="42463" y="8495"/>
                  <a:pt x="39708" y="12069"/>
                  <a:pt x="36483" y="16789"/>
                </a:cubicBezTo>
                <a:cubicBezTo>
                  <a:pt x="33258" y="21508"/>
                  <a:pt x="29966" y="27307"/>
                  <a:pt x="26606" y="34184"/>
                </a:cubicBezTo>
                <a:cubicBezTo>
                  <a:pt x="23247" y="41061"/>
                  <a:pt x="20425" y="50366"/>
                  <a:pt x="18141" y="62098"/>
                </a:cubicBezTo>
                <a:cubicBezTo>
                  <a:pt x="15856" y="73829"/>
                  <a:pt x="14714" y="86842"/>
                  <a:pt x="14714" y="101136"/>
                </a:cubicBezTo>
                <a:cubicBezTo>
                  <a:pt x="14714" y="115430"/>
                  <a:pt x="15856" y="128375"/>
                  <a:pt x="18141" y="139972"/>
                </a:cubicBezTo>
                <a:cubicBezTo>
                  <a:pt x="20425" y="151569"/>
                  <a:pt x="23180" y="160941"/>
                  <a:pt x="26405" y="168088"/>
                </a:cubicBezTo>
                <a:cubicBezTo>
                  <a:pt x="29630" y="175235"/>
                  <a:pt x="32922" y="181034"/>
                  <a:pt x="36281" y="185484"/>
                </a:cubicBezTo>
                <a:cubicBezTo>
                  <a:pt x="39641" y="189934"/>
                  <a:pt x="42463" y="193507"/>
                  <a:pt x="44747" y="196204"/>
                </a:cubicBezTo>
                <a:cubicBezTo>
                  <a:pt x="47032" y="198901"/>
                  <a:pt x="48174" y="200317"/>
                  <a:pt x="48174" y="200452"/>
                </a:cubicBezTo>
                <a:cubicBezTo>
                  <a:pt x="48174" y="201665"/>
                  <a:pt x="47166" y="202272"/>
                  <a:pt x="45150" y="202272"/>
                </a:cubicBezTo>
                <a:lnTo>
                  <a:pt x="44546" y="202272"/>
                </a:lnTo>
                <a:lnTo>
                  <a:pt x="41925" y="202272"/>
                </a:lnTo>
                <a:lnTo>
                  <a:pt x="36281" y="197418"/>
                </a:lnTo>
                <a:cubicBezTo>
                  <a:pt x="23650" y="185956"/>
                  <a:pt x="14445" y="171662"/>
                  <a:pt x="8667" y="154536"/>
                </a:cubicBezTo>
                <a:cubicBezTo>
                  <a:pt x="2889" y="137410"/>
                  <a:pt x="0" y="119610"/>
                  <a:pt x="0" y="1011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744CB5-8E2A-4094-B867-94AC6B7A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8723" y="2139155"/>
            <a:ext cx="48174" cy="202272"/>
          </a:xfrm>
          <a:custGeom xmlns:a="http://schemas.openxmlformats.org/drawingml/2006/main">
            <a:pathLst>
              <a:path w="48174" h="202272" fill="none">
                <a:moveTo>
                  <a:pt x="0" y="101136"/>
                </a:moveTo>
                <a:cubicBezTo>
                  <a:pt x="0" y="91832"/>
                  <a:pt x="672" y="82999"/>
                  <a:pt x="2016" y="74638"/>
                </a:cubicBezTo>
                <a:cubicBezTo>
                  <a:pt x="3359" y="66278"/>
                  <a:pt x="4905" y="59063"/>
                  <a:pt x="6652" y="52995"/>
                </a:cubicBezTo>
                <a:cubicBezTo>
                  <a:pt x="8398" y="46927"/>
                  <a:pt x="10884" y="40994"/>
                  <a:pt x="14109" y="35195"/>
                </a:cubicBezTo>
                <a:cubicBezTo>
                  <a:pt x="17334" y="29397"/>
                  <a:pt x="19888" y="24879"/>
                  <a:pt x="21769" y="21643"/>
                </a:cubicBezTo>
                <a:cubicBezTo>
                  <a:pt x="23650" y="18407"/>
                  <a:pt x="26472" y="14901"/>
                  <a:pt x="30235" y="11125"/>
                </a:cubicBezTo>
                <a:cubicBezTo>
                  <a:pt x="33997" y="7349"/>
                  <a:pt x="36214" y="5057"/>
                  <a:pt x="36886" y="4248"/>
                </a:cubicBezTo>
                <a:cubicBezTo>
                  <a:pt x="37558" y="3439"/>
                  <a:pt x="39238" y="2023"/>
                  <a:pt x="41925" y="0"/>
                </a:cubicBezTo>
                <a:lnTo>
                  <a:pt x="44546" y="0"/>
                </a:lnTo>
                <a:lnTo>
                  <a:pt x="45352" y="0"/>
                </a:lnTo>
                <a:cubicBezTo>
                  <a:pt x="47233" y="0"/>
                  <a:pt x="48174" y="607"/>
                  <a:pt x="48174" y="1820"/>
                </a:cubicBezTo>
                <a:cubicBezTo>
                  <a:pt x="48174" y="2225"/>
                  <a:pt x="47032" y="3641"/>
                  <a:pt x="44747" y="6068"/>
                </a:cubicBezTo>
                <a:cubicBezTo>
                  <a:pt x="42463" y="8495"/>
                  <a:pt x="39708" y="12069"/>
                  <a:pt x="36483" y="16789"/>
                </a:cubicBezTo>
                <a:cubicBezTo>
                  <a:pt x="33258" y="21508"/>
                  <a:pt x="29966" y="27307"/>
                  <a:pt x="26606" y="34184"/>
                </a:cubicBezTo>
                <a:cubicBezTo>
                  <a:pt x="23247" y="41061"/>
                  <a:pt x="20425" y="50366"/>
                  <a:pt x="18141" y="62098"/>
                </a:cubicBezTo>
                <a:cubicBezTo>
                  <a:pt x="15856" y="73829"/>
                  <a:pt x="14714" y="86842"/>
                  <a:pt x="14714" y="101136"/>
                </a:cubicBezTo>
                <a:cubicBezTo>
                  <a:pt x="14714" y="115430"/>
                  <a:pt x="15856" y="128375"/>
                  <a:pt x="18141" y="139972"/>
                </a:cubicBezTo>
                <a:cubicBezTo>
                  <a:pt x="20425" y="151569"/>
                  <a:pt x="23180" y="160941"/>
                  <a:pt x="26405" y="168088"/>
                </a:cubicBezTo>
                <a:cubicBezTo>
                  <a:pt x="29630" y="175235"/>
                  <a:pt x="32922" y="181034"/>
                  <a:pt x="36281" y="185484"/>
                </a:cubicBezTo>
                <a:cubicBezTo>
                  <a:pt x="39641" y="189934"/>
                  <a:pt x="42463" y="193507"/>
                  <a:pt x="44747" y="196204"/>
                </a:cubicBezTo>
                <a:cubicBezTo>
                  <a:pt x="47032" y="198901"/>
                  <a:pt x="48174" y="200317"/>
                  <a:pt x="48174" y="200452"/>
                </a:cubicBezTo>
                <a:cubicBezTo>
                  <a:pt x="48174" y="201665"/>
                  <a:pt x="47166" y="202272"/>
                  <a:pt x="45150" y="202272"/>
                </a:cubicBezTo>
                <a:lnTo>
                  <a:pt x="44546" y="202272"/>
                </a:lnTo>
                <a:lnTo>
                  <a:pt x="41925" y="202272"/>
                </a:lnTo>
                <a:lnTo>
                  <a:pt x="36281" y="197418"/>
                </a:lnTo>
                <a:cubicBezTo>
                  <a:pt x="23650" y="185956"/>
                  <a:pt x="14445" y="171662"/>
                  <a:pt x="8667" y="154536"/>
                </a:cubicBezTo>
                <a:cubicBezTo>
                  <a:pt x="2889" y="137410"/>
                  <a:pt x="0" y="119610"/>
                  <a:pt x="0" y="10113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2" cap="flat">
            <a:solidFill>
              <a:srgbClr val="000000">
                <a:alpha val="12520"/>
              </a:srgbClr>
            </a:solidFill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EAD3EB-1E12-42D8-8CC9-479F565F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263" y="2148257"/>
            <a:ext cx="143110" cy="147052"/>
          </a:xfrm>
          <a:custGeom xmlns:a="http://schemas.openxmlformats.org/drawingml/2006/main">
            <a:pathLst>
              <a:path w="143110" h="147052">
                <a:moveTo>
                  <a:pt x="0" y="91629"/>
                </a:moveTo>
                <a:cubicBezTo>
                  <a:pt x="0" y="76122"/>
                  <a:pt x="4502" y="61221"/>
                  <a:pt x="13505" y="46927"/>
                </a:cubicBezTo>
                <a:cubicBezTo>
                  <a:pt x="22508" y="32633"/>
                  <a:pt x="33863" y="21306"/>
                  <a:pt x="47569" y="12945"/>
                </a:cubicBezTo>
                <a:cubicBezTo>
                  <a:pt x="61275" y="4585"/>
                  <a:pt x="74982" y="337"/>
                  <a:pt x="88688" y="202"/>
                </a:cubicBezTo>
                <a:cubicBezTo>
                  <a:pt x="100782" y="202"/>
                  <a:pt x="110390" y="3641"/>
                  <a:pt x="117512" y="10518"/>
                </a:cubicBezTo>
                <a:cubicBezTo>
                  <a:pt x="118721" y="11867"/>
                  <a:pt x="119729" y="13013"/>
                  <a:pt x="120535" y="13957"/>
                </a:cubicBezTo>
                <a:cubicBezTo>
                  <a:pt x="121341" y="14901"/>
                  <a:pt x="121879" y="15575"/>
                  <a:pt x="122148" y="15980"/>
                </a:cubicBezTo>
                <a:lnTo>
                  <a:pt x="122349" y="16586"/>
                </a:lnTo>
                <a:cubicBezTo>
                  <a:pt x="122752" y="16586"/>
                  <a:pt x="124566" y="14833"/>
                  <a:pt x="127791" y="11327"/>
                </a:cubicBezTo>
                <a:cubicBezTo>
                  <a:pt x="128732" y="10518"/>
                  <a:pt x="129740" y="9574"/>
                  <a:pt x="130815" y="8495"/>
                </a:cubicBezTo>
                <a:cubicBezTo>
                  <a:pt x="131890" y="7417"/>
                  <a:pt x="132965" y="6338"/>
                  <a:pt x="134040" y="5259"/>
                </a:cubicBezTo>
                <a:cubicBezTo>
                  <a:pt x="135115" y="4180"/>
                  <a:pt x="135787" y="3439"/>
                  <a:pt x="136056" y="3034"/>
                </a:cubicBezTo>
                <a:lnTo>
                  <a:pt x="139079" y="0"/>
                </a:lnTo>
                <a:lnTo>
                  <a:pt x="140288" y="0"/>
                </a:lnTo>
                <a:cubicBezTo>
                  <a:pt x="142170" y="0"/>
                  <a:pt x="143110" y="472"/>
                  <a:pt x="143110" y="1416"/>
                </a:cubicBezTo>
                <a:cubicBezTo>
                  <a:pt x="143110" y="1955"/>
                  <a:pt x="140960" y="11192"/>
                  <a:pt x="136660" y="29127"/>
                </a:cubicBezTo>
                <a:cubicBezTo>
                  <a:pt x="131823" y="47871"/>
                  <a:pt x="129404" y="57310"/>
                  <a:pt x="129404" y="57445"/>
                </a:cubicBezTo>
                <a:cubicBezTo>
                  <a:pt x="129135" y="58120"/>
                  <a:pt x="128799" y="58524"/>
                  <a:pt x="128396" y="58659"/>
                </a:cubicBezTo>
                <a:cubicBezTo>
                  <a:pt x="127993" y="58794"/>
                  <a:pt x="126784" y="58929"/>
                  <a:pt x="124768" y="59063"/>
                </a:cubicBezTo>
                <a:lnTo>
                  <a:pt x="121543" y="59063"/>
                </a:lnTo>
                <a:cubicBezTo>
                  <a:pt x="120737" y="58254"/>
                  <a:pt x="120334" y="57648"/>
                  <a:pt x="120334" y="57243"/>
                </a:cubicBezTo>
                <a:cubicBezTo>
                  <a:pt x="120334" y="57108"/>
                  <a:pt x="120401" y="56636"/>
                  <a:pt x="120535" y="55827"/>
                </a:cubicBezTo>
                <a:cubicBezTo>
                  <a:pt x="120670" y="55018"/>
                  <a:pt x="120804" y="53670"/>
                  <a:pt x="120938" y="51782"/>
                </a:cubicBezTo>
                <a:cubicBezTo>
                  <a:pt x="121073" y="49894"/>
                  <a:pt x="121140" y="47736"/>
                  <a:pt x="121140" y="45309"/>
                </a:cubicBezTo>
                <a:cubicBezTo>
                  <a:pt x="121140" y="35735"/>
                  <a:pt x="118990" y="27374"/>
                  <a:pt x="114690" y="20227"/>
                </a:cubicBezTo>
                <a:cubicBezTo>
                  <a:pt x="110390" y="13080"/>
                  <a:pt x="103066" y="9439"/>
                  <a:pt x="92719" y="9305"/>
                </a:cubicBezTo>
                <a:cubicBezTo>
                  <a:pt x="90301" y="9305"/>
                  <a:pt x="87680" y="9507"/>
                  <a:pt x="84858" y="9911"/>
                </a:cubicBezTo>
                <a:cubicBezTo>
                  <a:pt x="82036" y="10316"/>
                  <a:pt x="78476" y="11192"/>
                  <a:pt x="74175" y="12541"/>
                </a:cubicBezTo>
                <a:cubicBezTo>
                  <a:pt x="69875" y="13889"/>
                  <a:pt x="65777" y="15777"/>
                  <a:pt x="61880" y="18204"/>
                </a:cubicBezTo>
                <a:cubicBezTo>
                  <a:pt x="57983" y="20632"/>
                  <a:pt x="53750" y="23868"/>
                  <a:pt x="49182" y="27914"/>
                </a:cubicBezTo>
                <a:cubicBezTo>
                  <a:pt x="44613" y="31959"/>
                  <a:pt x="40716" y="36746"/>
                  <a:pt x="37491" y="42275"/>
                </a:cubicBezTo>
                <a:cubicBezTo>
                  <a:pt x="34266" y="47804"/>
                  <a:pt x="31108" y="54681"/>
                  <a:pt x="28017" y="62907"/>
                </a:cubicBezTo>
                <a:cubicBezTo>
                  <a:pt x="24927" y="71132"/>
                  <a:pt x="22844" y="80167"/>
                  <a:pt x="21769" y="90011"/>
                </a:cubicBezTo>
                <a:cubicBezTo>
                  <a:pt x="21500" y="92438"/>
                  <a:pt x="21366" y="95068"/>
                  <a:pt x="21366" y="97900"/>
                </a:cubicBezTo>
                <a:cubicBezTo>
                  <a:pt x="21366" y="104372"/>
                  <a:pt x="22306" y="110103"/>
                  <a:pt x="24188" y="115093"/>
                </a:cubicBezTo>
                <a:cubicBezTo>
                  <a:pt x="26069" y="120082"/>
                  <a:pt x="28488" y="123925"/>
                  <a:pt x="31444" y="126622"/>
                </a:cubicBezTo>
                <a:cubicBezTo>
                  <a:pt x="34400" y="129319"/>
                  <a:pt x="37760" y="131612"/>
                  <a:pt x="41522" y="133500"/>
                </a:cubicBezTo>
                <a:cubicBezTo>
                  <a:pt x="45285" y="135387"/>
                  <a:pt x="48778" y="136534"/>
                  <a:pt x="52003" y="136938"/>
                </a:cubicBezTo>
                <a:cubicBezTo>
                  <a:pt x="55228" y="137343"/>
                  <a:pt x="58252" y="137612"/>
                  <a:pt x="61074" y="137747"/>
                </a:cubicBezTo>
                <a:cubicBezTo>
                  <a:pt x="68330" y="137747"/>
                  <a:pt x="74982" y="136197"/>
                  <a:pt x="81029" y="133095"/>
                </a:cubicBezTo>
                <a:cubicBezTo>
                  <a:pt x="87076" y="129994"/>
                  <a:pt x="91241" y="126016"/>
                  <a:pt x="93526" y="121161"/>
                </a:cubicBezTo>
                <a:cubicBezTo>
                  <a:pt x="93929" y="120082"/>
                  <a:pt x="94937" y="116374"/>
                  <a:pt x="96549" y="110036"/>
                </a:cubicBezTo>
                <a:cubicBezTo>
                  <a:pt x="98162" y="103698"/>
                  <a:pt x="98968" y="100125"/>
                  <a:pt x="98968" y="99316"/>
                </a:cubicBezTo>
                <a:cubicBezTo>
                  <a:pt x="98968" y="98237"/>
                  <a:pt x="98094" y="97563"/>
                  <a:pt x="96348" y="97293"/>
                </a:cubicBezTo>
                <a:cubicBezTo>
                  <a:pt x="94601" y="97023"/>
                  <a:pt x="90569" y="96821"/>
                  <a:pt x="84254" y="96686"/>
                </a:cubicBezTo>
                <a:lnTo>
                  <a:pt x="76796" y="96686"/>
                </a:lnTo>
                <a:cubicBezTo>
                  <a:pt x="75990" y="95877"/>
                  <a:pt x="75586" y="95338"/>
                  <a:pt x="75586" y="95068"/>
                </a:cubicBezTo>
                <a:cubicBezTo>
                  <a:pt x="75586" y="94798"/>
                  <a:pt x="75721" y="93517"/>
                  <a:pt x="75990" y="91225"/>
                </a:cubicBezTo>
                <a:cubicBezTo>
                  <a:pt x="76527" y="89472"/>
                  <a:pt x="77199" y="88191"/>
                  <a:pt x="78005" y="87382"/>
                </a:cubicBezTo>
                <a:lnTo>
                  <a:pt x="81432" y="87382"/>
                </a:lnTo>
                <a:cubicBezTo>
                  <a:pt x="86807" y="87651"/>
                  <a:pt x="96213" y="87786"/>
                  <a:pt x="109651" y="87786"/>
                </a:cubicBezTo>
                <a:cubicBezTo>
                  <a:pt x="115026" y="87786"/>
                  <a:pt x="119393" y="87786"/>
                  <a:pt x="122752" y="87786"/>
                </a:cubicBezTo>
                <a:cubicBezTo>
                  <a:pt x="126112" y="87786"/>
                  <a:pt x="128531" y="87719"/>
                  <a:pt x="130009" y="87584"/>
                </a:cubicBezTo>
                <a:cubicBezTo>
                  <a:pt x="131487" y="87449"/>
                  <a:pt x="132293" y="87449"/>
                  <a:pt x="132427" y="87584"/>
                </a:cubicBezTo>
                <a:cubicBezTo>
                  <a:pt x="134309" y="87584"/>
                  <a:pt x="135249" y="88191"/>
                  <a:pt x="135249" y="89404"/>
                </a:cubicBezTo>
                <a:cubicBezTo>
                  <a:pt x="135249" y="89674"/>
                  <a:pt x="135115" y="90618"/>
                  <a:pt x="134846" y="92236"/>
                </a:cubicBezTo>
                <a:cubicBezTo>
                  <a:pt x="134174" y="94798"/>
                  <a:pt x="133502" y="96214"/>
                  <a:pt x="132831" y="96484"/>
                </a:cubicBezTo>
                <a:cubicBezTo>
                  <a:pt x="132427" y="96619"/>
                  <a:pt x="131420" y="96686"/>
                  <a:pt x="129807" y="96686"/>
                </a:cubicBezTo>
                <a:cubicBezTo>
                  <a:pt x="127120" y="96686"/>
                  <a:pt x="124365" y="96888"/>
                  <a:pt x="121543" y="97293"/>
                </a:cubicBezTo>
                <a:cubicBezTo>
                  <a:pt x="120602" y="97697"/>
                  <a:pt x="119930" y="98304"/>
                  <a:pt x="119527" y="99113"/>
                </a:cubicBezTo>
                <a:cubicBezTo>
                  <a:pt x="119124" y="99922"/>
                  <a:pt x="118184" y="103361"/>
                  <a:pt x="116705" y="109429"/>
                </a:cubicBezTo>
                <a:cubicBezTo>
                  <a:pt x="115496" y="113879"/>
                  <a:pt x="114488" y="117655"/>
                  <a:pt x="113682" y="120756"/>
                </a:cubicBezTo>
                <a:cubicBezTo>
                  <a:pt x="110323" y="134511"/>
                  <a:pt x="108441" y="141591"/>
                  <a:pt x="108038" y="141995"/>
                </a:cubicBezTo>
                <a:cubicBezTo>
                  <a:pt x="107769" y="142265"/>
                  <a:pt x="107434" y="142400"/>
                  <a:pt x="107030" y="142400"/>
                </a:cubicBezTo>
                <a:cubicBezTo>
                  <a:pt x="105687" y="142400"/>
                  <a:pt x="103805" y="141051"/>
                  <a:pt x="101387" y="138354"/>
                </a:cubicBezTo>
                <a:cubicBezTo>
                  <a:pt x="98968" y="135657"/>
                  <a:pt x="97423" y="133567"/>
                  <a:pt x="96751" y="132084"/>
                </a:cubicBezTo>
                <a:cubicBezTo>
                  <a:pt x="96751" y="131949"/>
                  <a:pt x="96616" y="131949"/>
                  <a:pt x="96348" y="132084"/>
                </a:cubicBezTo>
                <a:cubicBezTo>
                  <a:pt x="96079" y="132219"/>
                  <a:pt x="95676" y="132556"/>
                  <a:pt x="95138" y="133095"/>
                </a:cubicBezTo>
                <a:cubicBezTo>
                  <a:pt x="85194" y="142400"/>
                  <a:pt x="71757" y="147052"/>
                  <a:pt x="54825" y="147052"/>
                </a:cubicBezTo>
                <a:cubicBezTo>
                  <a:pt x="38566" y="147052"/>
                  <a:pt x="25397" y="141860"/>
                  <a:pt x="15319" y="131477"/>
                </a:cubicBezTo>
                <a:cubicBezTo>
                  <a:pt x="5241" y="121094"/>
                  <a:pt x="134" y="107811"/>
                  <a:pt x="0" y="916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EA6A67-D38C-4079-87DA-BA66E92F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263" y="2148257"/>
            <a:ext cx="143110" cy="147052"/>
          </a:xfrm>
          <a:custGeom xmlns:a="http://schemas.openxmlformats.org/drawingml/2006/main">
            <a:pathLst>
              <a:path w="143110" h="147052" fill="none">
                <a:moveTo>
                  <a:pt x="0" y="91629"/>
                </a:moveTo>
                <a:cubicBezTo>
                  <a:pt x="0" y="76122"/>
                  <a:pt x="4502" y="61221"/>
                  <a:pt x="13505" y="46927"/>
                </a:cubicBezTo>
                <a:cubicBezTo>
                  <a:pt x="22508" y="32633"/>
                  <a:pt x="33863" y="21306"/>
                  <a:pt x="47569" y="12945"/>
                </a:cubicBezTo>
                <a:cubicBezTo>
                  <a:pt x="61275" y="4585"/>
                  <a:pt x="74982" y="337"/>
                  <a:pt x="88688" y="202"/>
                </a:cubicBezTo>
                <a:cubicBezTo>
                  <a:pt x="100782" y="202"/>
                  <a:pt x="110390" y="3641"/>
                  <a:pt x="117512" y="10518"/>
                </a:cubicBezTo>
                <a:cubicBezTo>
                  <a:pt x="118721" y="11867"/>
                  <a:pt x="119729" y="13013"/>
                  <a:pt x="120535" y="13957"/>
                </a:cubicBezTo>
                <a:cubicBezTo>
                  <a:pt x="121341" y="14901"/>
                  <a:pt x="121879" y="15575"/>
                  <a:pt x="122148" y="15980"/>
                </a:cubicBezTo>
                <a:lnTo>
                  <a:pt x="122349" y="16586"/>
                </a:lnTo>
                <a:cubicBezTo>
                  <a:pt x="122752" y="16586"/>
                  <a:pt x="124566" y="14833"/>
                  <a:pt x="127791" y="11327"/>
                </a:cubicBezTo>
                <a:cubicBezTo>
                  <a:pt x="128732" y="10518"/>
                  <a:pt x="129740" y="9574"/>
                  <a:pt x="130815" y="8495"/>
                </a:cubicBezTo>
                <a:cubicBezTo>
                  <a:pt x="131890" y="7417"/>
                  <a:pt x="132965" y="6338"/>
                  <a:pt x="134040" y="5259"/>
                </a:cubicBezTo>
                <a:cubicBezTo>
                  <a:pt x="135115" y="4180"/>
                  <a:pt x="135787" y="3439"/>
                  <a:pt x="136056" y="3034"/>
                </a:cubicBezTo>
                <a:lnTo>
                  <a:pt x="139079" y="0"/>
                </a:lnTo>
                <a:lnTo>
                  <a:pt x="140288" y="0"/>
                </a:lnTo>
                <a:cubicBezTo>
                  <a:pt x="142170" y="0"/>
                  <a:pt x="143110" y="472"/>
                  <a:pt x="143110" y="1416"/>
                </a:cubicBezTo>
                <a:cubicBezTo>
                  <a:pt x="143110" y="1955"/>
                  <a:pt x="140960" y="11192"/>
                  <a:pt x="136660" y="29127"/>
                </a:cubicBezTo>
                <a:cubicBezTo>
                  <a:pt x="131823" y="47871"/>
                  <a:pt x="129404" y="57310"/>
                  <a:pt x="129404" y="57445"/>
                </a:cubicBezTo>
                <a:cubicBezTo>
                  <a:pt x="129135" y="58120"/>
                  <a:pt x="128799" y="58524"/>
                  <a:pt x="128396" y="58659"/>
                </a:cubicBezTo>
                <a:cubicBezTo>
                  <a:pt x="127993" y="58794"/>
                  <a:pt x="126784" y="58929"/>
                  <a:pt x="124768" y="59063"/>
                </a:cubicBezTo>
                <a:lnTo>
                  <a:pt x="121543" y="59063"/>
                </a:lnTo>
                <a:cubicBezTo>
                  <a:pt x="120737" y="58254"/>
                  <a:pt x="120334" y="57648"/>
                  <a:pt x="120334" y="57243"/>
                </a:cubicBezTo>
                <a:cubicBezTo>
                  <a:pt x="120334" y="57108"/>
                  <a:pt x="120401" y="56636"/>
                  <a:pt x="120535" y="55827"/>
                </a:cubicBezTo>
                <a:cubicBezTo>
                  <a:pt x="120670" y="55018"/>
                  <a:pt x="120804" y="53670"/>
                  <a:pt x="120938" y="51782"/>
                </a:cubicBezTo>
                <a:cubicBezTo>
                  <a:pt x="121073" y="49894"/>
                  <a:pt x="121140" y="47736"/>
                  <a:pt x="121140" y="45309"/>
                </a:cubicBezTo>
                <a:cubicBezTo>
                  <a:pt x="121140" y="35735"/>
                  <a:pt x="118990" y="27374"/>
                  <a:pt x="114690" y="20227"/>
                </a:cubicBezTo>
                <a:cubicBezTo>
                  <a:pt x="110390" y="13080"/>
                  <a:pt x="103066" y="9439"/>
                  <a:pt x="92719" y="9305"/>
                </a:cubicBezTo>
                <a:cubicBezTo>
                  <a:pt x="90301" y="9305"/>
                  <a:pt x="87680" y="9507"/>
                  <a:pt x="84858" y="9911"/>
                </a:cubicBezTo>
                <a:cubicBezTo>
                  <a:pt x="82036" y="10316"/>
                  <a:pt x="78476" y="11192"/>
                  <a:pt x="74175" y="12541"/>
                </a:cubicBezTo>
                <a:cubicBezTo>
                  <a:pt x="69875" y="13889"/>
                  <a:pt x="65777" y="15777"/>
                  <a:pt x="61880" y="18204"/>
                </a:cubicBezTo>
                <a:cubicBezTo>
                  <a:pt x="57983" y="20632"/>
                  <a:pt x="53750" y="23868"/>
                  <a:pt x="49182" y="27914"/>
                </a:cubicBezTo>
                <a:cubicBezTo>
                  <a:pt x="44613" y="31959"/>
                  <a:pt x="40716" y="36746"/>
                  <a:pt x="37491" y="42275"/>
                </a:cubicBezTo>
                <a:cubicBezTo>
                  <a:pt x="34266" y="47804"/>
                  <a:pt x="31108" y="54681"/>
                  <a:pt x="28017" y="62907"/>
                </a:cubicBezTo>
                <a:cubicBezTo>
                  <a:pt x="24927" y="71132"/>
                  <a:pt x="22844" y="80167"/>
                  <a:pt x="21769" y="90011"/>
                </a:cubicBezTo>
                <a:cubicBezTo>
                  <a:pt x="21500" y="92438"/>
                  <a:pt x="21366" y="95068"/>
                  <a:pt x="21366" y="97900"/>
                </a:cubicBezTo>
                <a:cubicBezTo>
                  <a:pt x="21366" y="104372"/>
                  <a:pt x="22306" y="110103"/>
                  <a:pt x="24188" y="115093"/>
                </a:cubicBezTo>
                <a:cubicBezTo>
                  <a:pt x="26069" y="120082"/>
                  <a:pt x="28488" y="123925"/>
                  <a:pt x="31444" y="126622"/>
                </a:cubicBezTo>
                <a:cubicBezTo>
                  <a:pt x="34400" y="129319"/>
                  <a:pt x="37760" y="131612"/>
                  <a:pt x="41522" y="133500"/>
                </a:cubicBezTo>
                <a:cubicBezTo>
                  <a:pt x="45285" y="135387"/>
                  <a:pt x="48778" y="136534"/>
                  <a:pt x="52003" y="136938"/>
                </a:cubicBezTo>
                <a:cubicBezTo>
                  <a:pt x="55228" y="137343"/>
                  <a:pt x="58252" y="137612"/>
                  <a:pt x="61074" y="137747"/>
                </a:cubicBezTo>
                <a:cubicBezTo>
                  <a:pt x="68330" y="137747"/>
                  <a:pt x="74982" y="136197"/>
                  <a:pt x="81029" y="133095"/>
                </a:cubicBezTo>
                <a:cubicBezTo>
                  <a:pt x="87076" y="129994"/>
                  <a:pt x="91241" y="126016"/>
                  <a:pt x="93526" y="121161"/>
                </a:cubicBezTo>
                <a:cubicBezTo>
                  <a:pt x="93929" y="120082"/>
                  <a:pt x="94937" y="116374"/>
                  <a:pt x="96549" y="110036"/>
                </a:cubicBezTo>
                <a:cubicBezTo>
                  <a:pt x="98162" y="103698"/>
                  <a:pt x="98968" y="100125"/>
                  <a:pt x="98968" y="99316"/>
                </a:cubicBezTo>
                <a:cubicBezTo>
                  <a:pt x="98968" y="98237"/>
                  <a:pt x="98094" y="97563"/>
                  <a:pt x="96348" y="97293"/>
                </a:cubicBezTo>
                <a:cubicBezTo>
                  <a:pt x="94601" y="97023"/>
                  <a:pt x="90569" y="96821"/>
                  <a:pt x="84254" y="96686"/>
                </a:cubicBezTo>
                <a:lnTo>
                  <a:pt x="76796" y="96686"/>
                </a:lnTo>
                <a:cubicBezTo>
                  <a:pt x="75990" y="95877"/>
                  <a:pt x="75586" y="95338"/>
                  <a:pt x="75586" y="95068"/>
                </a:cubicBezTo>
                <a:cubicBezTo>
                  <a:pt x="75586" y="94798"/>
                  <a:pt x="75721" y="93517"/>
                  <a:pt x="75990" y="91225"/>
                </a:cubicBezTo>
                <a:cubicBezTo>
                  <a:pt x="76527" y="89472"/>
                  <a:pt x="77199" y="88191"/>
                  <a:pt x="78005" y="87382"/>
                </a:cubicBezTo>
                <a:lnTo>
                  <a:pt x="81432" y="87382"/>
                </a:lnTo>
                <a:cubicBezTo>
                  <a:pt x="86807" y="87651"/>
                  <a:pt x="96213" y="87786"/>
                  <a:pt x="109651" y="87786"/>
                </a:cubicBezTo>
                <a:cubicBezTo>
                  <a:pt x="115026" y="87786"/>
                  <a:pt x="119393" y="87786"/>
                  <a:pt x="122752" y="87786"/>
                </a:cubicBezTo>
                <a:cubicBezTo>
                  <a:pt x="126112" y="87786"/>
                  <a:pt x="128531" y="87719"/>
                  <a:pt x="130009" y="87584"/>
                </a:cubicBezTo>
                <a:cubicBezTo>
                  <a:pt x="131487" y="87449"/>
                  <a:pt x="132293" y="87449"/>
                  <a:pt x="132427" y="87584"/>
                </a:cubicBezTo>
                <a:cubicBezTo>
                  <a:pt x="134309" y="87584"/>
                  <a:pt x="135249" y="88191"/>
                  <a:pt x="135249" y="89404"/>
                </a:cubicBezTo>
                <a:cubicBezTo>
                  <a:pt x="135249" y="89674"/>
                  <a:pt x="135115" y="90618"/>
                  <a:pt x="134846" y="92236"/>
                </a:cubicBezTo>
                <a:cubicBezTo>
                  <a:pt x="134174" y="94798"/>
                  <a:pt x="133502" y="96214"/>
                  <a:pt x="132831" y="96484"/>
                </a:cubicBezTo>
                <a:cubicBezTo>
                  <a:pt x="132427" y="96619"/>
                  <a:pt x="131420" y="96686"/>
                  <a:pt x="129807" y="96686"/>
                </a:cubicBezTo>
                <a:cubicBezTo>
                  <a:pt x="127120" y="96686"/>
                  <a:pt x="124365" y="96888"/>
                  <a:pt x="121543" y="97293"/>
                </a:cubicBezTo>
                <a:cubicBezTo>
                  <a:pt x="120602" y="97697"/>
                  <a:pt x="119930" y="98304"/>
                  <a:pt x="119527" y="99113"/>
                </a:cubicBezTo>
                <a:cubicBezTo>
                  <a:pt x="119124" y="99922"/>
                  <a:pt x="118184" y="103361"/>
                  <a:pt x="116705" y="109429"/>
                </a:cubicBezTo>
                <a:cubicBezTo>
                  <a:pt x="115496" y="113879"/>
                  <a:pt x="114488" y="117655"/>
                  <a:pt x="113682" y="120756"/>
                </a:cubicBezTo>
                <a:cubicBezTo>
                  <a:pt x="110323" y="134511"/>
                  <a:pt x="108441" y="141591"/>
                  <a:pt x="108038" y="141995"/>
                </a:cubicBezTo>
                <a:cubicBezTo>
                  <a:pt x="107769" y="142265"/>
                  <a:pt x="107434" y="142400"/>
                  <a:pt x="107030" y="142400"/>
                </a:cubicBezTo>
                <a:cubicBezTo>
                  <a:pt x="105687" y="142400"/>
                  <a:pt x="103805" y="141051"/>
                  <a:pt x="101387" y="138354"/>
                </a:cubicBezTo>
                <a:cubicBezTo>
                  <a:pt x="98968" y="135657"/>
                  <a:pt x="97423" y="133567"/>
                  <a:pt x="96751" y="132084"/>
                </a:cubicBezTo>
                <a:cubicBezTo>
                  <a:pt x="96751" y="131949"/>
                  <a:pt x="96616" y="131949"/>
                  <a:pt x="96348" y="132084"/>
                </a:cubicBezTo>
                <a:cubicBezTo>
                  <a:pt x="96079" y="132219"/>
                  <a:pt x="95676" y="132556"/>
                  <a:pt x="95138" y="133095"/>
                </a:cubicBezTo>
                <a:cubicBezTo>
                  <a:pt x="85194" y="142400"/>
                  <a:pt x="71757" y="147052"/>
                  <a:pt x="54825" y="147052"/>
                </a:cubicBezTo>
                <a:cubicBezTo>
                  <a:pt x="38566" y="147052"/>
                  <a:pt x="25397" y="141860"/>
                  <a:pt x="15319" y="131477"/>
                </a:cubicBezTo>
                <a:cubicBezTo>
                  <a:pt x="5241" y="121094"/>
                  <a:pt x="134" y="107811"/>
                  <a:pt x="0" y="9162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2" cap="flat">
            <a:solidFill>
              <a:srgbClr val="000000">
                <a:alpha val="12520"/>
              </a:srgbClr>
            </a:solidFill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312A0D-7691-4BF1-9545-CDE70649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391" y="2225957"/>
            <a:ext cx="56860" cy="95242"/>
          </a:xfrm>
          <a:custGeom xmlns:a="http://schemas.openxmlformats.org/drawingml/2006/main">
            <a:pathLst>
              <a:path w="56860" h="95242">
                <a:moveTo>
                  <a:pt x="8408" y="33893"/>
                </a:moveTo>
                <a:cubicBezTo>
                  <a:pt x="5843" y="33893"/>
                  <a:pt x="3800" y="33034"/>
                  <a:pt x="2280" y="31318"/>
                </a:cubicBezTo>
                <a:cubicBezTo>
                  <a:pt x="760" y="29602"/>
                  <a:pt x="0" y="27505"/>
                  <a:pt x="0" y="25026"/>
                </a:cubicBezTo>
                <a:cubicBezTo>
                  <a:pt x="0" y="18257"/>
                  <a:pt x="2518" y="12394"/>
                  <a:pt x="7553" y="7436"/>
                </a:cubicBezTo>
                <a:cubicBezTo>
                  <a:pt x="12588" y="2479"/>
                  <a:pt x="18858" y="0"/>
                  <a:pt x="26364" y="0"/>
                </a:cubicBezTo>
                <a:cubicBezTo>
                  <a:pt x="35009" y="0"/>
                  <a:pt x="42229" y="2669"/>
                  <a:pt x="48024" y="8008"/>
                </a:cubicBezTo>
                <a:cubicBezTo>
                  <a:pt x="53820" y="13347"/>
                  <a:pt x="56765" y="20259"/>
                  <a:pt x="56860" y="28744"/>
                </a:cubicBezTo>
                <a:cubicBezTo>
                  <a:pt x="56860" y="32844"/>
                  <a:pt x="55910" y="36753"/>
                  <a:pt x="54010" y="40471"/>
                </a:cubicBezTo>
                <a:cubicBezTo>
                  <a:pt x="52110" y="44189"/>
                  <a:pt x="49829" y="47430"/>
                  <a:pt x="47169" y="50195"/>
                </a:cubicBezTo>
                <a:cubicBezTo>
                  <a:pt x="44509" y="52960"/>
                  <a:pt x="40709" y="56488"/>
                  <a:pt x="35769" y="60778"/>
                </a:cubicBezTo>
                <a:cubicBezTo>
                  <a:pt x="32349" y="63733"/>
                  <a:pt x="27599" y="68119"/>
                  <a:pt x="21518" y="73934"/>
                </a:cubicBezTo>
                <a:lnTo>
                  <a:pt x="13111" y="81943"/>
                </a:lnTo>
                <a:lnTo>
                  <a:pt x="23941" y="82086"/>
                </a:lnTo>
                <a:cubicBezTo>
                  <a:pt x="38857" y="82086"/>
                  <a:pt x="46789" y="81847"/>
                  <a:pt x="47739" y="81371"/>
                </a:cubicBezTo>
                <a:cubicBezTo>
                  <a:pt x="48404" y="81180"/>
                  <a:pt x="49544" y="76937"/>
                  <a:pt x="51160" y="68643"/>
                </a:cubicBezTo>
                <a:lnTo>
                  <a:pt x="51160" y="68214"/>
                </a:lnTo>
                <a:lnTo>
                  <a:pt x="56860" y="68214"/>
                </a:lnTo>
                <a:lnTo>
                  <a:pt x="56860" y="68643"/>
                </a:lnTo>
                <a:cubicBezTo>
                  <a:pt x="56765" y="68929"/>
                  <a:pt x="56147" y="73267"/>
                  <a:pt x="55007" y="81657"/>
                </a:cubicBezTo>
                <a:cubicBezTo>
                  <a:pt x="53867" y="90046"/>
                  <a:pt x="53155" y="94432"/>
                  <a:pt x="52870" y="94813"/>
                </a:cubicBezTo>
                <a:lnTo>
                  <a:pt x="52870" y="95242"/>
                </a:lnTo>
                <a:lnTo>
                  <a:pt x="0" y="95242"/>
                </a:lnTo>
                <a:lnTo>
                  <a:pt x="0" y="92525"/>
                </a:lnTo>
                <a:lnTo>
                  <a:pt x="0" y="90809"/>
                </a:lnTo>
                <a:cubicBezTo>
                  <a:pt x="0" y="90142"/>
                  <a:pt x="285" y="89427"/>
                  <a:pt x="855" y="88664"/>
                </a:cubicBezTo>
                <a:cubicBezTo>
                  <a:pt x="1425" y="87901"/>
                  <a:pt x="2850" y="86233"/>
                  <a:pt x="5130" y="83659"/>
                </a:cubicBezTo>
                <a:cubicBezTo>
                  <a:pt x="7885" y="80608"/>
                  <a:pt x="10260" y="77938"/>
                  <a:pt x="12255" y="75650"/>
                </a:cubicBezTo>
                <a:cubicBezTo>
                  <a:pt x="13111" y="74697"/>
                  <a:pt x="14726" y="72933"/>
                  <a:pt x="17101" y="70359"/>
                </a:cubicBezTo>
                <a:cubicBezTo>
                  <a:pt x="19476" y="67785"/>
                  <a:pt x="21091" y="66021"/>
                  <a:pt x="21946" y="65068"/>
                </a:cubicBezTo>
                <a:cubicBezTo>
                  <a:pt x="22801" y="64115"/>
                  <a:pt x="24178" y="62541"/>
                  <a:pt x="26079" y="60349"/>
                </a:cubicBezTo>
                <a:cubicBezTo>
                  <a:pt x="27979" y="58156"/>
                  <a:pt x="29309" y="56535"/>
                  <a:pt x="30069" y="55486"/>
                </a:cubicBezTo>
                <a:cubicBezTo>
                  <a:pt x="30829" y="54438"/>
                  <a:pt x="31921" y="53008"/>
                  <a:pt x="33346" y="51196"/>
                </a:cubicBezTo>
                <a:cubicBezTo>
                  <a:pt x="34771" y="49385"/>
                  <a:pt x="35769" y="47859"/>
                  <a:pt x="36339" y="46620"/>
                </a:cubicBezTo>
                <a:cubicBezTo>
                  <a:pt x="36909" y="45381"/>
                  <a:pt x="37621" y="43998"/>
                  <a:pt x="38477" y="42473"/>
                </a:cubicBezTo>
                <a:cubicBezTo>
                  <a:pt x="39332" y="40948"/>
                  <a:pt x="39949" y="39422"/>
                  <a:pt x="40329" y="37897"/>
                </a:cubicBezTo>
                <a:cubicBezTo>
                  <a:pt x="40709" y="36371"/>
                  <a:pt x="41042" y="34941"/>
                  <a:pt x="41327" y="33607"/>
                </a:cubicBezTo>
                <a:cubicBezTo>
                  <a:pt x="41612" y="32272"/>
                  <a:pt x="41754" y="30699"/>
                  <a:pt x="41754" y="28887"/>
                </a:cubicBezTo>
                <a:cubicBezTo>
                  <a:pt x="41754" y="22881"/>
                  <a:pt x="40139" y="17685"/>
                  <a:pt x="36909" y="13300"/>
                </a:cubicBezTo>
                <a:cubicBezTo>
                  <a:pt x="33679" y="8914"/>
                  <a:pt x="29071" y="6721"/>
                  <a:pt x="23086" y="6721"/>
                </a:cubicBezTo>
                <a:cubicBezTo>
                  <a:pt x="19951" y="6721"/>
                  <a:pt x="17196" y="7532"/>
                  <a:pt x="14821" y="9152"/>
                </a:cubicBezTo>
                <a:cubicBezTo>
                  <a:pt x="12445" y="10773"/>
                  <a:pt x="10783" y="12346"/>
                  <a:pt x="9833" y="13872"/>
                </a:cubicBezTo>
                <a:cubicBezTo>
                  <a:pt x="8883" y="15397"/>
                  <a:pt x="8408" y="16303"/>
                  <a:pt x="8408" y="16589"/>
                </a:cubicBezTo>
                <a:cubicBezTo>
                  <a:pt x="8408" y="16684"/>
                  <a:pt x="8645" y="16732"/>
                  <a:pt x="9120" y="16732"/>
                </a:cubicBezTo>
                <a:cubicBezTo>
                  <a:pt x="10830" y="16732"/>
                  <a:pt x="12588" y="17399"/>
                  <a:pt x="14393" y="18734"/>
                </a:cubicBezTo>
                <a:cubicBezTo>
                  <a:pt x="16198" y="20069"/>
                  <a:pt x="17101" y="22261"/>
                  <a:pt x="17101" y="25312"/>
                </a:cubicBezTo>
                <a:cubicBezTo>
                  <a:pt x="17101" y="27696"/>
                  <a:pt x="16341" y="29698"/>
                  <a:pt x="14821" y="31318"/>
                </a:cubicBezTo>
                <a:cubicBezTo>
                  <a:pt x="13301" y="32939"/>
                  <a:pt x="11163" y="33797"/>
                  <a:pt x="8408" y="338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CB7562-5B9A-4EC8-9C71-98DFAC16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391" y="2225957"/>
            <a:ext cx="56860" cy="95242"/>
          </a:xfrm>
          <a:custGeom xmlns:a="http://schemas.openxmlformats.org/drawingml/2006/main">
            <a:pathLst>
              <a:path w="56860" h="95242" fill="none">
                <a:moveTo>
                  <a:pt x="8408" y="33893"/>
                </a:moveTo>
                <a:cubicBezTo>
                  <a:pt x="5843" y="33893"/>
                  <a:pt x="3800" y="33034"/>
                  <a:pt x="2280" y="31318"/>
                </a:cubicBezTo>
                <a:cubicBezTo>
                  <a:pt x="760" y="29602"/>
                  <a:pt x="0" y="27505"/>
                  <a:pt x="0" y="25026"/>
                </a:cubicBezTo>
                <a:cubicBezTo>
                  <a:pt x="0" y="18257"/>
                  <a:pt x="2518" y="12394"/>
                  <a:pt x="7553" y="7436"/>
                </a:cubicBezTo>
                <a:cubicBezTo>
                  <a:pt x="12588" y="2479"/>
                  <a:pt x="18858" y="0"/>
                  <a:pt x="26364" y="0"/>
                </a:cubicBezTo>
                <a:cubicBezTo>
                  <a:pt x="35009" y="0"/>
                  <a:pt x="42229" y="2669"/>
                  <a:pt x="48024" y="8008"/>
                </a:cubicBezTo>
                <a:cubicBezTo>
                  <a:pt x="53820" y="13347"/>
                  <a:pt x="56765" y="20259"/>
                  <a:pt x="56860" y="28744"/>
                </a:cubicBezTo>
                <a:cubicBezTo>
                  <a:pt x="56860" y="32844"/>
                  <a:pt x="55910" y="36753"/>
                  <a:pt x="54010" y="40471"/>
                </a:cubicBezTo>
                <a:cubicBezTo>
                  <a:pt x="52110" y="44189"/>
                  <a:pt x="49829" y="47430"/>
                  <a:pt x="47169" y="50195"/>
                </a:cubicBezTo>
                <a:cubicBezTo>
                  <a:pt x="44509" y="52960"/>
                  <a:pt x="40709" y="56488"/>
                  <a:pt x="35769" y="60778"/>
                </a:cubicBezTo>
                <a:cubicBezTo>
                  <a:pt x="32349" y="63733"/>
                  <a:pt x="27599" y="68119"/>
                  <a:pt x="21518" y="73934"/>
                </a:cubicBezTo>
                <a:lnTo>
                  <a:pt x="13111" y="81943"/>
                </a:lnTo>
                <a:lnTo>
                  <a:pt x="23941" y="82086"/>
                </a:lnTo>
                <a:cubicBezTo>
                  <a:pt x="38857" y="82086"/>
                  <a:pt x="46789" y="81847"/>
                  <a:pt x="47739" y="81371"/>
                </a:cubicBezTo>
                <a:cubicBezTo>
                  <a:pt x="48404" y="81180"/>
                  <a:pt x="49544" y="76937"/>
                  <a:pt x="51160" y="68643"/>
                </a:cubicBezTo>
                <a:lnTo>
                  <a:pt x="51160" y="68214"/>
                </a:lnTo>
                <a:lnTo>
                  <a:pt x="56860" y="68214"/>
                </a:lnTo>
                <a:lnTo>
                  <a:pt x="56860" y="68643"/>
                </a:lnTo>
                <a:cubicBezTo>
                  <a:pt x="56765" y="68929"/>
                  <a:pt x="56147" y="73267"/>
                  <a:pt x="55007" y="81657"/>
                </a:cubicBezTo>
                <a:cubicBezTo>
                  <a:pt x="53867" y="90046"/>
                  <a:pt x="53155" y="94432"/>
                  <a:pt x="52870" y="94813"/>
                </a:cubicBezTo>
                <a:lnTo>
                  <a:pt x="52870" y="95242"/>
                </a:lnTo>
                <a:lnTo>
                  <a:pt x="0" y="95242"/>
                </a:lnTo>
                <a:lnTo>
                  <a:pt x="0" y="92525"/>
                </a:lnTo>
                <a:lnTo>
                  <a:pt x="0" y="90809"/>
                </a:lnTo>
                <a:cubicBezTo>
                  <a:pt x="0" y="90142"/>
                  <a:pt x="285" y="89427"/>
                  <a:pt x="855" y="88664"/>
                </a:cubicBezTo>
                <a:cubicBezTo>
                  <a:pt x="1425" y="87901"/>
                  <a:pt x="2850" y="86233"/>
                  <a:pt x="5130" y="83659"/>
                </a:cubicBezTo>
                <a:cubicBezTo>
                  <a:pt x="7885" y="80608"/>
                  <a:pt x="10260" y="77938"/>
                  <a:pt x="12255" y="75650"/>
                </a:cubicBezTo>
                <a:cubicBezTo>
                  <a:pt x="13111" y="74697"/>
                  <a:pt x="14726" y="72933"/>
                  <a:pt x="17101" y="70359"/>
                </a:cubicBezTo>
                <a:cubicBezTo>
                  <a:pt x="19476" y="67785"/>
                  <a:pt x="21091" y="66021"/>
                  <a:pt x="21946" y="65068"/>
                </a:cubicBezTo>
                <a:cubicBezTo>
                  <a:pt x="22801" y="64115"/>
                  <a:pt x="24178" y="62541"/>
                  <a:pt x="26079" y="60349"/>
                </a:cubicBezTo>
                <a:cubicBezTo>
                  <a:pt x="27979" y="58156"/>
                  <a:pt x="29309" y="56535"/>
                  <a:pt x="30069" y="55486"/>
                </a:cubicBezTo>
                <a:cubicBezTo>
                  <a:pt x="30829" y="54438"/>
                  <a:pt x="31921" y="53008"/>
                  <a:pt x="33346" y="51196"/>
                </a:cubicBezTo>
                <a:cubicBezTo>
                  <a:pt x="34771" y="49385"/>
                  <a:pt x="35769" y="47859"/>
                  <a:pt x="36339" y="46620"/>
                </a:cubicBezTo>
                <a:cubicBezTo>
                  <a:pt x="36909" y="45381"/>
                  <a:pt x="37621" y="43998"/>
                  <a:pt x="38477" y="42473"/>
                </a:cubicBezTo>
                <a:cubicBezTo>
                  <a:pt x="39332" y="40948"/>
                  <a:pt x="39949" y="39422"/>
                  <a:pt x="40329" y="37897"/>
                </a:cubicBezTo>
                <a:cubicBezTo>
                  <a:pt x="40709" y="36371"/>
                  <a:pt x="41042" y="34941"/>
                  <a:pt x="41327" y="33607"/>
                </a:cubicBezTo>
                <a:cubicBezTo>
                  <a:pt x="41612" y="32272"/>
                  <a:pt x="41754" y="30699"/>
                  <a:pt x="41754" y="28887"/>
                </a:cubicBezTo>
                <a:cubicBezTo>
                  <a:pt x="41754" y="22881"/>
                  <a:pt x="40139" y="17685"/>
                  <a:pt x="36909" y="13300"/>
                </a:cubicBezTo>
                <a:cubicBezTo>
                  <a:pt x="33679" y="8914"/>
                  <a:pt x="29071" y="6721"/>
                  <a:pt x="23086" y="6721"/>
                </a:cubicBezTo>
                <a:cubicBezTo>
                  <a:pt x="19951" y="6721"/>
                  <a:pt x="17196" y="7532"/>
                  <a:pt x="14821" y="9152"/>
                </a:cubicBezTo>
                <a:cubicBezTo>
                  <a:pt x="12445" y="10773"/>
                  <a:pt x="10783" y="12346"/>
                  <a:pt x="9833" y="13872"/>
                </a:cubicBezTo>
                <a:cubicBezTo>
                  <a:pt x="8883" y="15397"/>
                  <a:pt x="8408" y="16303"/>
                  <a:pt x="8408" y="16589"/>
                </a:cubicBezTo>
                <a:cubicBezTo>
                  <a:pt x="8408" y="16684"/>
                  <a:pt x="8645" y="16732"/>
                  <a:pt x="9120" y="16732"/>
                </a:cubicBezTo>
                <a:cubicBezTo>
                  <a:pt x="10830" y="16732"/>
                  <a:pt x="12588" y="17399"/>
                  <a:pt x="14393" y="18734"/>
                </a:cubicBezTo>
                <a:cubicBezTo>
                  <a:pt x="16198" y="20069"/>
                  <a:pt x="17101" y="22261"/>
                  <a:pt x="17101" y="25312"/>
                </a:cubicBezTo>
                <a:cubicBezTo>
                  <a:pt x="17101" y="27696"/>
                  <a:pt x="16341" y="29698"/>
                  <a:pt x="14821" y="31318"/>
                </a:cubicBezTo>
                <a:cubicBezTo>
                  <a:pt x="13301" y="32939"/>
                  <a:pt x="11163" y="33797"/>
                  <a:pt x="8408" y="338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3" cap="flat">
            <a:solidFill>
              <a:srgbClr val="000000">
                <a:alpha val="8850"/>
              </a:srgbClr>
            </a:solidFill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FF3E5A-F2F9-4F73-B522-AA48F2F4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683" y="2139155"/>
            <a:ext cx="48174" cy="202272"/>
          </a:xfrm>
          <a:custGeom xmlns:a="http://schemas.openxmlformats.org/drawingml/2006/main">
            <a:pathLst>
              <a:path w="48174" h="202272">
                <a:moveTo>
                  <a:pt x="1008" y="202"/>
                </a:moveTo>
                <a:lnTo>
                  <a:pt x="1814" y="0"/>
                </a:lnTo>
                <a:cubicBezTo>
                  <a:pt x="2486" y="0"/>
                  <a:pt x="3158" y="0"/>
                  <a:pt x="3830" y="0"/>
                </a:cubicBezTo>
                <a:lnTo>
                  <a:pt x="6248" y="0"/>
                </a:lnTo>
                <a:lnTo>
                  <a:pt x="11892" y="4855"/>
                </a:lnTo>
                <a:cubicBezTo>
                  <a:pt x="24524" y="16317"/>
                  <a:pt x="33728" y="30611"/>
                  <a:pt x="39507" y="47736"/>
                </a:cubicBezTo>
                <a:cubicBezTo>
                  <a:pt x="45285" y="64862"/>
                  <a:pt x="48174" y="82662"/>
                  <a:pt x="48174" y="101136"/>
                </a:cubicBezTo>
                <a:cubicBezTo>
                  <a:pt x="48174" y="110306"/>
                  <a:pt x="47502" y="119138"/>
                  <a:pt x="46158" y="127634"/>
                </a:cubicBezTo>
                <a:cubicBezTo>
                  <a:pt x="44814" y="136129"/>
                  <a:pt x="43269" y="143344"/>
                  <a:pt x="41522" y="149277"/>
                </a:cubicBezTo>
                <a:cubicBezTo>
                  <a:pt x="39775" y="155210"/>
                  <a:pt x="37289" y="161143"/>
                  <a:pt x="34064" y="167077"/>
                </a:cubicBezTo>
                <a:cubicBezTo>
                  <a:pt x="30839" y="173010"/>
                  <a:pt x="28286" y="177528"/>
                  <a:pt x="26405" y="180629"/>
                </a:cubicBezTo>
                <a:cubicBezTo>
                  <a:pt x="24524" y="183731"/>
                  <a:pt x="21769" y="187169"/>
                  <a:pt x="18141" y="190945"/>
                </a:cubicBezTo>
                <a:cubicBezTo>
                  <a:pt x="14513" y="194721"/>
                  <a:pt x="12363" y="196946"/>
                  <a:pt x="11691" y="197620"/>
                </a:cubicBezTo>
                <a:cubicBezTo>
                  <a:pt x="11019" y="198294"/>
                  <a:pt x="9473" y="199575"/>
                  <a:pt x="7055" y="201463"/>
                </a:cubicBezTo>
                <a:cubicBezTo>
                  <a:pt x="6652" y="201868"/>
                  <a:pt x="6383" y="202137"/>
                  <a:pt x="6248" y="202272"/>
                </a:cubicBezTo>
                <a:lnTo>
                  <a:pt x="3830" y="202272"/>
                </a:lnTo>
                <a:cubicBezTo>
                  <a:pt x="2755" y="202272"/>
                  <a:pt x="2016" y="202272"/>
                  <a:pt x="1613" y="202272"/>
                </a:cubicBezTo>
                <a:cubicBezTo>
                  <a:pt x="1209" y="202272"/>
                  <a:pt x="873" y="202070"/>
                  <a:pt x="605" y="201665"/>
                </a:cubicBezTo>
                <a:cubicBezTo>
                  <a:pt x="336" y="201261"/>
                  <a:pt x="134" y="200654"/>
                  <a:pt x="0" y="199845"/>
                </a:cubicBezTo>
                <a:cubicBezTo>
                  <a:pt x="134" y="199710"/>
                  <a:pt x="873" y="198834"/>
                  <a:pt x="2217" y="197215"/>
                </a:cubicBezTo>
                <a:cubicBezTo>
                  <a:pt x="23045" y="175505"/>
                  <a:pt x="33460" y="143478"/>
                  <a:pt x="33460" y="101136"/>
                </a:cubicBezTo>
                <a:cubicBezTo>
                  <a:pt x="33460" y="58794"/>
                  <a:pt x="23045" y="26767"/>
                  <a:pt x="2217" y="5057"/>
                </a:cubicBezTo>
                <a:cubicBezTo>
                  <a:pt x="873" y="3439"/>
                  <a:pt x="134" y="2562"/>
                  <a:pt x="0" y="2427"/>
                </a:cubicBezTo>
                <a:cubicBezTo>
                  <a:pt x="0" y="1348"/>
                  <a:pt x="336" y="607"/>
                  <a:pt x="1008" y="2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EB8F4A-5836-4741-A834-FE2ECDCC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683" y="2139155"/>
            <a:ext cx="48174" cy="202272"/>
          </a:xfrm>
          <a:custGeom xmlns:a="http://schemas.openxmlformats.org/drawingml/2006/main">
            <a:pathLst>
              <a:path w="48174" h="202272" fill="none">
                <a:moveTo>
                  <a:pt x="1008" y="202"/>
                </a:moveTo>
                <a:lnTo>
                  <a:pt x="1814" y="0"/>
                </a:lnTo>
                <a:cubicBezTo>
                  <a:pt x="2486" y="0"/>
                  <a:pt x="3158" y="0"/>
                  <a:pt x="3830" y="0"/>
                </a:cubicBezTo>
                <a:lnTo>
                  <a:pt x="6248" y="0"/>
                </a:lnTo>
                <a:lnTo>
                  <a:pt x="11892" y="4855"/>
                </a:lnTo>
                <a:cubicBezTo>
                  <a:pt x="24524" y="16317"/>
                  <a:pt x="33728" y="30611"/>
                  <a:pt x="39507" y="47736"/>
                </a:cubicBezTo>
                <a:cubicBezTo>
                  <a:pt x="45285" y="64862"/>
                  <a:pt x="48174" y="82662"/>
                  <a:pt x="48174" y="101136"/>
                </a:cubicBezTo>
                <a:cubicBezTo>
                  <a:pt x="48174" y="110306"/>
                  <a:pt x="47502" y="119138"/>
                  <a:pt x="46158" y="127634"/>
                </a:cubicBezTo>
                <a:cubicBezTo>
                  <a:pt x="44814" y="136129"/>
                  <a:pt x="43269" y="143344"/>
                  <a:pt x="41522" y="149277"/>
                </a:cubicBezTo>
                <a:cubicBezTo>
                  <a:pt x="39775" y="155210"/>
                  <a:pt x="37289" y="161143"/>
                  <a:pt x="34064" y="167077"/>
                </a:cubicBezTo>
                <a:cubicBezTo>
                  <a:pt x="30839" y="173010"/>
                  <a:pt x="28286" y="177528"/>
                  <a:pt x="26405" y="180629"/>
                </a:cubicBezTo>
                <a:cubicBezTo>
                  <a:pt x="24524" y="183731"/>
                  <a:pt x="21769" y="187169"/>
                  <a:pt x="18141" y="190945"/>
                </a:cubicBezTo>
                <a:cubicBezTo>
                  <a:pt x="14513" y="194721"/>
                  <a:pt x="12363" y="196946"/>
                  <a:pt x="11691" y="197620"/>
                </a:cubicBezTo>
                <a:cubicBezTo>
                  <a:pt x="11019" y="198294"/>
                  <a:pt x="9473" y="199575"/>
                  <a:pt x="7055" y="201463"/>
                </a:cubicBezTo>
                <a:cubicBezTo>
                  <a:pt x="6652" y="201868"/>
                  <a:pt x="6383" y="202137"/>
                  <a:pt x="6248" y="202272"/>
                </a:cubicBezTo>
                <a:lnTo>
                  <a:pt x="3830" y="202272"/>
                </a:lnTo>
                <a:cubicBezTo>
                  <a:pt x="2755" y="202272"/>
                  <a:pt x="2016" y="202272"/>
                  <a:pt x="1613" y="202272"/>
                </a:cubicBezTo>
                <a:cubicBezTo>
                  <a:pt x="1209" y="202272"/>
                  <a:pt x="873" y="202070"/>
                  <a:pt x="605" y="201665"/>
                </a:cubicBezTo>
                <a:cubicBezTo>
                  <a:pt x="336" y="201261"/>
                  <a:pt x="134" y="200654"/>
                  <a:pt x="0" y="199845"/>
                </a:cubicBezTo>
                <a:cubicBezTo>
                  <a:pt x="134" y="199710"/>
                  <a:pt x="873" y="198834"/>
                  <a:pt x="2217" y="197215"/>
                </a:cubicBezTo>
                <a:cubicBezTo>
                  <a:pt x="23045" y="175505"/>
                  <a:pt x="33460" y="143478"/>
                  <a:pt x="33460" y="101136"/>
                </a:cubicBezTo>
                <a:cubicBezTo>
                  <a:pt x="33460" y="58794"/>
                  <a:pt x="23045" y="26767"/>
                  <a:pt x="2217" y="5057"/>
                </a:cubicBezTo>
                <a:cubicBezTo>
                  <a:pt x="873" y="3439"/>
                  <a:pt x="134" y="2562"/>
                  <a:pt x="0" y="2427"/>
                </a:cubicBezTo>
                <a:cubicBezTo>
                  <a:pt x="0" y="1348"/>
                  <a:pt x="336" y="607"/>
                  <a:pt x="1008" y="20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2" cap="flat">
            <a:solidFill>
              <a:srgbClr val="000000">
                <a:alpha val="12520"/>
              </a:srgbClr>
            </a:solidFill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8C21D2-4020-4AC5-B0B0-86CFF29D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735" y="866834"/>
            <a:ext cx="148088" cy="138152"/>
          </a:xfrm>
          <a:custGeom xmlns:a="http://schemas.openxmlformats.org/drawingml/2006/main">
            <a:pathLst>
              <a:path w="148088" h="138152">
                <a:moveTo>
                  <a:pt x="52388" y="11125"/>
                </a:moveTo>
                <a:cubicBezTo>
                  <a:pt x="52388" y="10181"/>
                  <a:pt x="48469" y="9574"/>
                  <a:pt x="40632" y="9305"/>
                </a:cubicBezTo>
                <a:cubicBezTo>
                  <a:pt x="37331" y="9305"/>
                  <a:pt x="35200" y="9237"/>
                  <a:pt x="34238" y="9102"/>
                </a:cubicBezTo>
                <a:cubicBezTo>
                  <a:pt x="33275" y="8967"/>
                  <a:pt x="32794" y="8293"/>
                  <a:pt x="32794" y="7080"/>
                </a:cubicBezTo>
                <a:cubicBezTo>
                  <a:pt x="32794" y="6945"/>
                  <a:pt x="32931" y="6203"/>
                  <a:pt x="33206" y="4855"/>
                </a:cubicBezTo>
                <a:cubicBezTo>
                  <a:pt x="34031" y="2158"/>
                  <a:pt x="34650" y="674"/>
                  <a:pt x="35063" y="405"/>
                </a:cubicBezTo>
                <a:cubicBezTo>
                  <a:pt x="35475" y="135"/>
                  <a:pt x="48813" y="0"/>
                  <a:pt x="75075" y="0"/>
                </a:cubicBezTo>
                <a:cubicBezTo>
                  <a:pt x="101201" y="135"/>
                  <a:pt x="115157" y="337"/>
                  <a:pt x="116944" y="607"/>
                </a:cubicBezTo>
                <a:cubicBezTo>
                  <a:pt x="125745" y="2090"/>
                  <a:pt x="133101" y="5394"/>
                  <a:pt x="139013" y="10518"/>
                </a:cubicBezTo>
                <a:cubicBezTo>
                  <a:pt x="144926" y="15642"/>
                  <a:pt x="147951" y="22452"/>
                  <a:pt x="148088" y="30948"/>
                </a:cubicBezTo>
                <a:cubicBezTo>
                  <a:pt x="148088" y="41331"/>
                  <a:pt x="143551" y="50838"/>
                  <a:pt x="134476" y="59468"/>
                </a:cubicBezTo>
                <a:cubicBezTo>
                  <a:pt x="124988" y="68638"/>
                  <a:pt x="112751" y="74436"/>
                  <a:pt x="97763" y="76863"/>
                </a:cubicBezTo>
                <a:cubicBezTo>
                  <a:pt x="96801" y="76998"/>
                  <a:pt x="89582" y="77133"/>
                  <a:pt x="76107" y="77268"/>
                </a:cubicBezTo>
                <a:lnTo>
                  <a:pt x="56513" y="77268"/>
                </a:lnTo>
                <a:lnTo>
                  <a:pt x="50325" y="101338"/>
                </a:lnTo>
                <a:cubicBezTo>
                  <a:pt x="46200" y="116981"/>
                  <a:pt x="44138" y="125274"/>
                  <a:pt x="44138" y="126218"/>
                </a:cubicBezTo>
                <a:cubicBezTo>
                  <a:pt x="44138" y="126757"/>
                  <a:pt x="44207" y="127094"/>
                  <a:pt x="44344" y="127229"/>
                </a:cubicBezTo>
                <a:cubicBezTo>
                  <a:pt x="44482" y="127364"/>
                  <a:pt x="44963" y="127634"/>
                  <a:pt x="45788" y="128038"/>
                </a:cubicBezTo>
                <a:cubicBezTo>
                  <a:pt x="46613" y="128443"/>
                  <a:pt x="47782" y="128578"/>
                  <a:pt x="49294" y="128443"/>
                </a:cubicBezTo>
                <a:cubicBezTo>
                  <a:pt x="50807" y="128308"/>
                  <a:pt x="53075" y="128443"/>
                  <a:pt x="56100" y="128847"/>
                </a:cubicBezTo>
                <a:lnTo>
                  <a:pt x="62494" y="128847"/>
                </a:lnTo>
                <a:cubicBezTo>
                  <a:pt x="63319" y="130061"/>
                  <a:pt x="63732" y="130803"/>
                  <a:pt x="63732" y="131072"/>
                </a:cubicBezTo>
                <a:cubicBezTo>
                  <a:pt x="63732" y="133230"/>
                  <a:pt x="63250" y="135253"/>
                  <a:pt x="62288" y="137141"/>
                </a:cubicBezTo>
                <a:cubicBezTo>
                  <a:pt x="61600" y="137815"/>
                  <a:pt x="60500" y="138152"/>
                  <a:pt x="58988" y="138152"/>
                </a:cubicBezTo>
                <a:cubicBezTo>
                  <a:pt x="58575" y="138152"/>
                  <a:pt x="56032" y="138084"/>
                  <a:pt x="51357" y="137950"/>
                </a:cubicBezTo>
                <a:cubicBezTo>
                  <a:pt x="46682" y="137815"/>
                  <a:pt x="39807" y="137747"/>
                  <a:pt x="30731" y="137747"/>
                </a:cubicBezTo>
                <a:cubicBezTo>
                  <a:pt x="22206" y="137747"/>
                  <a:pt x="15675" y="137747"/>
                  <a:pt x="11138" y="137747"/>
                </a:cubicBezTo>
                <a:cubicBezTo>
                  <a:pt x="6600" y="137747"/>
                  <a:pt x="4125" y="137815"/>
                  <a:pt x="3713" y="137950"/>
                </a:cubicBezTo>
                <a:cubicBezTo>
                  <a:pt x="1238" y="137950"/>
                  <a:pt x="0" y="137275"/>
                  <a:pt x="0" y="135927"/>
                </a:cubicBezTo>
                <a:cubicBezTo>
                  <a:pt x="0" y="135657"/>
                  <a:pt x="206" y="134713"/>
                  <a:pt x="619" y="133095"/>
                </a:cubicBezTo>
                <a:cubicBezTo>
                  <a:pt x="1169" y="130938"/>
                  <a:pt x="1719" y="129724"/>
                  <a:pt x="2269" y="129454"/>
                </a:cubicBezTo>
                <a:cubicBezTo>
                  <a:pt x="2819" y="129184"/>
                  <a:pt x="4400" y="128982"/>
                  <a:pt x="7013" y="128847"/>
                </a:cubicBezTo>
                <a:cubicBezTo>
                  <a:pt x="10725" y="128847"/>
                  <a:pt x="14850" y="128645"/>
                  <a:pt x="19388" y="128241"/>
                </a:cubicBezTo>
                <a:cubicBezTo>
                  <a:pt x="21313" y="127836"/>
                  <a:pt x="22619" y="127027"/>
                  <a:pt x="23306" y="125813"/>
                </a:cubicBezTo>
                <a:cubicBezTo>
                  <a:pt x="23719" y="125274"/>
                  <a:pt x="28669" y="106530"/>
                  <a:pt x="38156" y="69582"/>
                </a:cubicBezTo>
                <a:cubicBezTo>
                  <a:pt x="47644" y="32633"/>
                  <a:pt x="52388" y="13148"/>
                  <a:pt x="52388" y="11125"/>
                </a:cubicBezTo>
                <a:close/>
                <a:moveTo>
                  <a:pt x="126226" y="26093"/>
                </a:moveTo>
                <a:cubicBezTo>
                  <a:pt x="126226" y="24340"/>
                  <a:pt x="126088" y="22924"/>
                  <a:pt x="125813" y="21845"/>
                </a:cubicBezTo>
                <a:cubicBezTo>
                  <a:pt x="125538" y="20767"/>
                  <a:pt x="124920" y="19283"/>
                  <a:pt x="123957" y="17395"/>
                </a:cubicBezTo>
                <a:cubicBezTo>
                  <a:pt x="122995" y="15508"/>
                  <a:pt x="121276" y="14024"/>
                  <a:pt x="118801" y="12945"/>
                </a:cubicBezTo>
                <a:cubicBezTo>
                  <a:pt x="116326" y="11867"/>
                  <a:pt x="112957" y="10788"/>
                  <a:pt x="108694" y="9709"/>
                </a:cubicBezTo>
                <a:cubicBezTo>
                  <a:pt x="107732" y="9574"/>
                  <a:pt x="102232" y="9439"/>
                  <a:pt x="92194" y="9305"/>
                </a:cubicBezTo>
                <a:cubicBezTo>
                  <a:pt x="89857" y="9305"/>
                  <a:pt x="87451" y="9305"/>
                  <a:pt x="84976" y="9305"/>
                </a:cubicBezTo>
                <a:cubicBezTo>
                  <a:pt x="82501" y="9305"/>
                  <a:pt x="80507" y="9372"/>
                  <a:pt x="78994" y="9507"/>
                </a:cubicBezTo>
                <a:cubicBezTo>
                  <a:pt x="77482" y="9642"/>
                  <a:pt x="76657" y="9642"/>
                  <a:pt x="76519" y="9507"/>
                </a:cubicBezTo>
                <a:cubicBezTo>
                  <a:pt x="74732" y="9642"/>
                  <a:pt x="73494" y="10248"/>
                  <a:pt x="72807" y="11327"/>
                </a:cubicBezTo>
                <a:cubicBezTo>
                  <a:pt x="72532" y="12136"/>
                  <a:pt x="71225" y="17328"/>
                  <a:pt x="68888" y="26902"/>
                </a:cubicBezTo>
                <a:cubicBezTo>
                  <a:pt x="66550" y="36476"/>
                  <a:pt x="64144" y="45781"/>
                  <a:pt x="61669" y="54816"/>
                </a:cubicBezTo>
                <a:cubicBezTo>
                  <a:pt x="59194" y="63851"/>
                  <a:pt x="57957" y="68435"/>
                  <a:pt x="57957" y="68570"/>
                </a:cubicBezTo>
                <a:cubicBezTo>
                  <a:pt x="57957" y="68840"/>
                  <a:pt x="63525" y="68975"/>
                  <a:pt x="74663" y="68975"/>
                </a:cubicBezTo>
                <a:lnTo>
                  <a:pt x="77138" y="68975"/>
                </a:lnTo>
                <a:lnTo>
                  <a:pt x="81882" y="68975"/>
                </a:lnTo>
                <a:cubicBezTo>
                  <a:pt x="97282" y="68975"/>
                  <a:pt x="108282" y="65604"/>
                  <a:pt x="114882" y="58861"/>
                </a:cubicBezTo>
                <a:cubicBezTo>
                  <a:pt x="118595" y="55220"/>
                  <a:pt x="121413" y="49894"/>
                  <a:pt x="123338" y="42882"/>
                </a:cubicBezTo>
                <a:cubicBezTo>
                  <a:pt x="125263" y="35870"/>
                  <a:pt x="126226" y="30273"/>
                  <a:pt x="126226" y="260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02D9A9-6F91-49F3-A801-986CE660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735" y="866834"/>
            <a:ext cx="148088" cy="138152"/>
          </a:xfrm>
          <a:custGeom xmlns:a="http://schemas.openxmlformats.org/drawingml/2006/main">
            <a:pathLst>
              <a:path w="148088" h="138152" fill="none">
                <a:moveTo>
                  <a:pt x="52388" y="11125"/>
                </a:moveTo>
                <a:cubicBezTo>
                  <a:pt x="52388" y="10181"/>
                  <a:pt x="48469" y="9574"/>
                  <a:pt x="40632" y="9305"/>
                </a:cubicBezTo>
                <a:cubicBezTo>
                  <a:pt x="37331" y="9305"/>
                  <a:pt x="35200" y="9237"/>
                  <a:pt x="34238" y="9102"/>
                </a:cubicBezTo>
                <a:cubicBezTo>
                  <a:pt x="33275" y="8967"/>
                  <a:pt x="32794" y="8293"/>
                  <a:pt x="32794" y="7080"/>
                </a:cubicBezTo>
                <a:cubicBezTo>
                  <a:pt x="32794" y="6945"/>
                  <a:pt x="32931" y="6203"/>
                  <a:pt x="33206" y="4855"/>
                </a:cubicBezTo>
                <a:cubicBezTo>
                  <a:pt x="34031" y="2158"/>
                  <a:pt x="34650" y="674"/>
                  <a:pt x="35063" y="405"/>
                </a:cubicBezTo>
                <a:cubicBezTo>
                  <a:pt x="35475" y="135"/>
                  <a:pt x="48813" y="0"/>
                  <a:pt x="75075" y="0"/>
                </a:cubicBezTo>
                <a:cubicBezTo>
                  <a:pt x="101201" y="135"/>
                  <a:pt x="115157" y="337"/>
                  <a:pt x="116944" y="607"/>
                </a:cubicBezTo>
                <a:cubicBezTo>
                  <a:pt x="125745" y="2090"/>
                  <a:pt x="133101" y="5394"/>
                  <a:pt x="139013" y="10518"/>
                </a:cubicBezTo>
                <a:cubicBezTo>
                  <a:pt x="144926" y="15642"/>
                  <a:pt x="147951" y="22452"/>
                  <a:pt x="148088" y="30948"/>
                </a:cubicBezTo>
                <a:cubicBezTo>
                  <a:pt x="148088" y="41331"/>
                  <a:pt x="143551" y="50838"/>
                  <a:pt x="134476" y="59468"/>
                </a:cubicBezTo>
                <a:cubicBezTo>
                  <a:pt x="124988" y="68638"/>
                  <a:pt x="112751" y="74436"/>
                  <a:pt x="97763" y="76863"/>
                </a:cubicBezTo>
                <a:cubicBezTo>
                  <a:pt x="96801" y="76998"/>
                  <a:pt x="89582" y="77133"/>
                  <a:pt x="76107" y="77268"/>
                </a:cubicBezTo>
                <a:lnTo>
                  <a:pt x="56513" y="77268"/>
                </a:lnTo>
                <a:lnTo>
                  <a:pt x="50325" y="101338"/>
                </a:lnTo>
                <a:cubicBezTo>
                  <a:pt x="46200" y="116981"/>
                  <a:pt x="44138" y="125274"/>
                  <a:pt x="44138" y="126218"/>
                </a:cubicBezTo>
                <a:cubicBezTo>
                  <a:pt x="44138" y="126757"/>
                  <a:pt x="44207" y="127094"/>
                  <a:pt x="44344" y="127229"/>
                </a:cubicBezTo>
                <a:cubicBezTo>
                  <a:pt x="44482" y="127364"/>
                  <a:pt x="44963" y="127634"/>
                  <a:pt x="45788" y="128038"/>
                </a:cubicBezTo>
                <a:cubicBezTo>
                  <a:pt x="46613" y="128443"/>
                  <a:pt x="47782" y="128578"/>
                  <a:pt x="49294" y="128443"/>
                </a:cubicBezTo>
                <a:cubicBezTo>
                  <a:pt x="50807" y="128308"/>
                  <a:pt x="53075" y="128443"/>
                  <a:pt x="56100" y="128847"/>
                </a:cubicBezTo>
                <a:lnTo>
                  <a:pt x="62494" y="128847"/>
                </a:lnTo>
                <a:cubicBezTo>
                  <a:pt x="63319" y="130061"/>
                  <a:pt x="63732" y="130803"/>
                  <a:pt x="63732" y="131072"/>
                </a:cubicBezTo>
                <a:cubicBezTo>
                  <a:pt x="63732" y="133230"/>
                  <a:pt x="63250" y="135253"/>
                  <a:pt x="62288" y="137141"/>
                </a:cubicBezTo>
                <a:cubicBezTo>
                  <a:pt x="61600" y="137815"/>
                  <a:pt x="60500" y="138152"/>
                  <a:pt x="58988" y="138152"/>
                </a:cubicBezTo>
                <a:cubicBezTo>
                  <a:pt x="58575" y="138152"/>
                  <a:pt x="56032" y="138084"/>
                  <a:pt x="51357" y="137950"/>
                </a:cubicBezTo>
                <a:cubicBezTo>
                  <a:pt x="46682" y="137815"/>
                  <a:pt x="39807" y="137747"/>
                  <a:pt x="30731" y="137747"/>
                </a:cubicBezTo>
                <a:cubicBezTo>
                  <a:pt x="22206" y="137747"/>
                  <a:pt x="15675" y="137747"/>
                  <a:pt x="11138" y="137747"/>
                </a:cubicBezTo>
                <a:cubicBezTo>
                  <a:pt x="6600" y="137747"/>
                  <a:pt x="4125" y="137815"/>
                  <a:pt x="3713" y="137950"/>
                </a:cubicBezTo>
                <a:cubicBezTo>
                  <a:pt x="1238" y="137950"/>
                  <a:pt x="0" y="137275"/>
                  <a:pt x="0" y="135927"/>
                </a:cubicBezTo>
                <a:cubicBezTo>
                  <a:pt x="0" y="135657"/>
                  <a:pt x="206" y="134713"/>
                  <a:pt x="619" y="133095"/>
                </a:cubicBezTo>
                <a:cubicBezTo>
                  <a:pt x="1169" y="130938"/>
                  <a:pt x="1719" y="129724"/>
                  <a:pt x="2269" y="129454"/>
                </a:cubicBezTo>
                <a:cubicBezTo>
                  <a:pt x="2819" y="129184"/>
                  <a:pt x="4400" y="128982"/>
                  <a:pt x="7013" y="128847"/>
                </a:cubicBezTo>
                <a:cubicBezTo>
                  <a:pt x="10725" y="128847"/>
                  <a:pt x="14850" y="128645"/>
                  <a:pt x="19388" y="128241"/>
                </a:cubicBezTo>
                <a:cubicBezTo>
                  <a:pt x="21313" y="127836"/>
                  <a:pt x="22619" y="127027"/>
                  <a:pt x="23306" y="125813"/>
                </a:cubicBezTo>
                <a:cubicBezTo>
                  <a:pt x="23719" y="125274"/>
                  <a:pt x="28669" y="106530"/>
                  <a:pt x="38156" y="69582"/>
                </a:cubicBezTo>
                <a:cubicBezTo>
                  <a:pt x="47644" y="32633"/>
                  <a:pt x="52388" y="13148"/>
                  <a:pt x="52388" y="11125"/>
                </a:cubicBezTo>
                <a:close/>
                <a:moveTo>
                  <a:pt x="126226" y="26093"/>
                </a:moveTo>
                <a:cubicBezTo>
                  <a:pt x="126226" y="24340"/>
                  <a:pt x="126088" y="22924"/>
                  <a:pt x="125813" y="21845"/>
                </a:cubicBezTo>
                <a:cubicBezTo>
                  <a:pt x="125538" y="20767"/>
                  <a:pt x="124920" y="19283"/>
                  <a:pt x="123957" y="17395"/>
                </a:cubicBezTo>
                <a:cubicBezTo>
                  <a:pt x="122995" y="15508"/>
                  <a:pt x="121276" y="14024"/>
                  <a:pt x="118801" y="12945"/>
                </a:cubicBezTo>
                <a:cubicBezTo>
                  <a:pt x="116326" y="11867"/>
                  <a:pt x="112957" y="10788"/>
                  <a:pt x="108694" y="9709"/>
                </a:cubicBezTo>
                <a:cubicBezTo>
                  <a:pt x="107732" y="9574"/>
                  <a:pt x="102232" y="9439"/>
                  <a:pt x="92194" y="9305"/>
                </a:cubicBezTo>
                <a:cubicBezTo>
                  <a:pt x="89857" y="9305"/>
                  <a:pt x="87451" y="9305"/>
                  <a:pt x="84976" y="9305"/>
                </a:cubicBezTo>
                <a:cubicBezTo>
                  <a:pt x="82501" y="9305"/>
                  <a:pt x="80507" y="9372"/>
                  <a:pt x="78994" y="9507"/>
                </a:cubicBezTo>
                <a:cubicBezTo>
                  <a:pt x="77482" y="9642"/>
                  <a:pt x="76657" y="9642"/>
                  <a:pt x="76519" y="9507"/>
                </a:cubicBezTo>
                <a:cubicBezTo>
                  <a:pt x="74732" y="9642"/>
                  <a:pt x="73494" y="10248"/>
                  <a:pt x="72807" y="11327"/>
                </a:cubicBezTo>
                <a:cubicBezTo>
                  <a:pt x="72532" y="12136"/>
                  <a:pt x="71225" y="17328"/>
                  <a:pt x="68888" y="26902"/>
                </a:cubicBezTo>
                <a:cubicBezTo>
                  <a:pt x="66550" y="36476"/>
                  <a:pt x="64144" y="45781"/>
                  <a:pt x="61669" y="54816"/>
                </a:cubicBezTo>
                <a:cubicBezTo>
                  <a:pt x="59194" y="63851"/>
                  <a:pt x="57957" y="68435"/>
                  <a:pt x="57957" y="68570"/>
                </a:cubicBezTo>
                <a:cubicBezTo>
                  <a:pt x="57957" y="68840"/>
                  <a:pt x="63525" y="68975"/>
                  <a:pt x="74663" y="68975"/>
                </a:cubicBezTo>
                <a:lnTo>
                  <a:pt x="77138" y="68975"/>
                </a:lnTo>
                <a:lnTo>
                  <a:pt x="81882" y="68975"/>
                </a:lnTo>
                <a:cubicBezTo>
                  <a:pt x="97282" y="68975"/>
                  <a:pt x="108282" y="65604"/>
                  <a:pt x="114882" y="58861"/>
                </a:cubicBezTo>
                <a:cubicBezTo>
                  <a:pt x="118595" y="55220"/>
                  <a:pt x="121413" y="49894"/>
                  <a:pt x="123338" y="42882"/>
                </a:cubicBezTo>
                <a:cubicBezTo>
                  <a:pt x="125263" y="35870"/>
                  <a:pt x="126226" y="30273"/>
                  <a:pt x="126226" y="260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4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7B31DC-493F-43AE-8B5F-D4F26393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251" y="940084"/>
            <a:ext cx="50162" cy="95242"/>
          </a:xfrm>
          <a:custGeom xmlns:a="http://schemas.openxmlformats.org/drawingml/2006/main">
            <a:pathLst>
              <a:path w="50162" h="95242">
                <a:moveTo>
                  <a:pt x="18957" y="12585"/>
                </a:moveTo>
                <a:lnTo>
                  <a:pt x="17061" y="13300"/>
                </a:lnTo>
                <a:cubicBezTo>
                  <a:pt x="15700" y="13776"/>
                  <a:pt x="13756" y="14253"/>
                  <a:pt x="11228" y="14730"/>
                </a:cubicBezTo>
                <a:cubicBezTo>
                  <a:pt x="8701" y="15206"/>
                  <a:pt x="5881" y="15540"/>
                  <a:pt x="2771" y="15731"/>
                </a:cubicBezTo>
                <a:lnTo>
                  <a:pt x="0" y="15731"/>
                </a:lnTo>
                <a:lnTo>
                  <a:pt x="0" y="9152"/>
                </a:lnTo>
                <a:lnTo>
                  <a:pt x="2771" y="9152"/>
                </a:lnTo>
                <a:cubicBezTo>
                  <a:pt x="7340" y="8962"/>
                  <a:pt x="11568" y="8247"/>
                  <a:pt x="15457" y="7007"/>
                </a:cubicBezTo>
                <a:cubicBezTo>
                  <a:pt x="19345" y="5768"/>
                  <a:pt x="22067" y="4624"/>
                  <a:pt x="23623" y="3575"/>
                </a:cubicBezTo>
                <a:cubicBezTo>
                  <a:pt x="25178" y="2526"/>
                  <a:pt x="26539" y="1478"/>
                  <a:pt x="27706" y="429"/>
                </a:cubicBezTo>
                <a:cubicBezTo>
                  <a:pt x="27900" y="143"/>
                  <a:pt x="28483" y="0"/>
                  <a:pt x="29456" y="0"/>
                </a:cubicBezTo>
                <a:cubicBezTo>
                  <a:pt x="30330" y="0"/>
                  <a:pt x="31157" y="286"/>
                  <a:pt x="31935" y="858"/>
                </a:cubicBezTo>
                <a:lnTo>
                  <a:pt x="31935" y="43617"/>
                </a:lnTo>
                <a:lnTo>
                  <a:pt x="32080" y="86519"/>
                </a:lnTo>
                <a:cubicBezTo>
                  <a:pt x="32761" y="87186"/>
                  <a:pt x="33344" y="87615"/>
                  <a:pt x="33830" y="87806"/>
                </a:cubicBezTo>
                <a:cubicBezTo>
                  <a:pt x="34316" y="87997"/>
                  <a:pt x="35483" y="88187"/>
                  <a:pt x="37330" y="88378"/>
                </a:cubicBezTo>
                <a:cubicBezTo>
                  <a:pt x="39177" y="88569"/>
                  <a:pt x="42190" y="88664"/>
                  <a:pt x="46371" y="88664"/>
                </a:cubicBezTo>
                <a:lnTo>
                  <a:pt x="50162" y="88664"/>
                </a:lnTo>
                <a:lnTo>
                  <a:pt x="50162" y="95242"/>
                </a:lnTo>
                <a:lnTo>
                  <a:pt x="48558" y="95242"/>
                </a:lnTo>
                <a:cubicBezTo>
                  <a:pt x="46516" y="94956"/>
                  <a:pt x="38788" y="94813"/>
                  <a:pt x="25373" y="94813"/>
                </a:cubicBezTo>
                <a:cubicBezTo>
                  <a:pt x="12152" y="94813"/>
                  <a:pt x="4520" y="94956"/>
                  <a:pt x="2479" y="95242"/>
                </a:cubicBezTo>
                <a:lnTo>
                  <a:pt x="729" y="95242"/>
                </a:lnTo>
                <a:lnTo>
                  <a:pt x="729" y="88664"/>
                </a:lnTo>
                <a:lnTo>
                  <a:pt x="4520" y="88664"/>
                </a:lnTo>
                <a:cubicBezTo>
                  <a:pt x="6659" y="88664"/>
                  <a:pt x="8506" y="88664"/>
                  <a:pt x="10062" y="88664"/>
                </a:cubicBezTo>
                <a:cubicBezTo>
                  <a:pt x="11617" y="88664"/>
                  <a:pt x="12832" y="88616"/>
                  <a:pt x="13707" y="88521"/>
                </a:cubicBezTo>
                <a:cubicBezTo>
                  <a:pt x="14582" y="88426"/>
                  <a:pt x="15360" y="88283"/>
                  <a:pt x="16040" y="88092"/>
                </a:cubicBezTo>
                <a:cubicBezTo>
                  <a:pt x="16721" y="87901"/>
                  <a:pt x="17110" y="87806"/>
                  <a:pt x="17207" y="87806"/>
                </a:cubicBezTo>
                <a:cubicBezTo>
                  <a:pt x="17304" y="87806"/>
                  <a:pt x="17596" y="87568"/>
                  <a:pt x="18082" y="87091"/>
                </a:cubicBezTo>
                <a:cubicBezTo>
                  <a:pt x="18568" y="86614"/>
                  <a:pt x="18859" y="86424"/>
                  <a:pt x="18957" y="86519"/>
                </a:cubicBezTo>
                <a:lnTo>
                  <a:pt x="18957" y="125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2D81A4-1A9C-4330-9982-4E8AAA98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251" y="940084"/>
            <a:ext cx="50162" cy="95242"/>
          </a:xfrm>
          <a:custGeom xmlns:a="http://schemas.openxmlformats.org/drawingml/2006/main">
            <a:pathLst>
              <a:path w="50162" h="95242" fill="none">
                <a:moveTo>
                  <a:pt x="18957" y="12585"/>
                </a:moveTo>
                <a:lnTo>
                  <a:pt x="17061" y="13300"/>
                </a:lnTo>
                <a:cubicBezTo>
                  <a:pt x="15700" y="13776"/>
                  <a:pt x="13756" y="14253"/>
                  <a:pt x="11228" y="14730"/>
                </a:cubicBezTo>
                <a:cubicBezTo>
                  <a:pt x="8701" y="15206"/>
                  <a:pt x="5881" y="15540"/>
                  <a:pt x="2771" y="15731"/>
                </a:cubicBezTo>
                <a:lnTo>
                  <a:pt x="0" y="15731"/>
                </a:lnTo>
                <a:lnTo>
                  <a:pt x="0" y="9152"/>
                </a:lnTo>
                <a:lnTo>
                  <a:pt x="2771" y="9152"/>
                </a:lnTo>
                <a:cubicBezTo>
                  <a:pt x="7340" y="8962"/>
                  <a:pt x="11568" y="8247"/>
                  <a:pt x="15457" y="7007"/>
                </a:cubicBezTo>
                <a:cubicBezTo>
                  <a:pt x="19345" y="5768"/>
                  <a:pt x="22067" y="4624"/>
                  <a:pt x="23623" y="3575"/>
                </a:cubicBezTo>
                <a:cubicBezTo>
                  <a:pt x="25178" y="2526"/>
                  <a:pt x="26539" y="1478"/>
                  <a:pt x="27706" y="429"/>
                </a:cubicBezTo>
                <a:cubicBezTo>
                  <a:pt x="27900" y="143"/>
                  <a:pt x="28483" y="0"/>
                  <a:pt x="29456" y="0"/>
                </a:cubicBezTo>
                <a:cubicBezTo>
                  <a:pt x="30330" y="0"/>
                  <a:pt x="31157" y="286"/>
                  <a:pt x="31935" y="858"/>
                </a:cubicBezTo>
                <a:lnTo>
                  <a:pt x="31935" y="43617"/>
                </a:lnTo>
                <a:lnTo>
                  <a:pt x="32080" y="86519"/>
                </a:lnTo>
                <a:cubicBezTo>
                  <a:pt x="32761" y="87186"/>
                  <a:pt x="33344" y="87615"/>
                  <a:pt x="33830" y="87806"/>
                </a:cubicBezTo>
                <a:cubicBezTo>
                  <a:pt x="34316" y="87997"/>
                  <a:pt x="35483" y="88187"/>
                  <a:pt x="37330" y="88378"/>
                </a:cubicBezTo>
                <a:cubicBezTo>
                  <a:pt x="39177" y="88569"/>
                  <a:pt x="42190" y="88664"/>
                  <a:pt x="46371" y="88664"/>
                </a:cubicBezTo>
                <a:lnTo>
                  <a:pt x="50162" y="88664"/>
                </a:lnTo>
                <a:lnTo>
                  <a:pt x="50162" y="95242"/>
                </a:lnTo>
                <a:lnTo>
                  <a:pt x="48558" y="95242"/>
                </a:lnTo>
                <a:cubicBezTo>
                  <a:pt x="46516" y="94956"/>
                  <a:pt x="38788" y="94813"/>
                  <a:pt x="25373" y="94813"/>
                </a:cubicBezTo>
                <a:cubicBezTo>
                  <a:pt x="12152" y="94813"/>
                  <a:pt x="4520" y="94956"/>
                  <a:pt x="2479" y="95242"/>
                </a:cubicBezTo>
                <a:lnTo>
                  <a:pt x="729" y="95242"/>
                </a:lnTo>
                <a:lnTo>
                  <a:pt x="729" y="88664"/>
                </a:lnTo>
                <a:lnTo>
                  <a:pt x="4520" y="88664"/>
                </a:lnTo>
                <a:cubicBezTo>
                  <a:pt x="6659" y="88664"/>
                  <a:pt x="8506" y="88664"/>
                  <a:pt x="10062" y="88664"/>
                </a:cubicBezTo>
                <a:cubicBezTo>
                  <a:pt x="11617" y="88664"/>
                  <a:pt x="12832" y="88616"/>
                  <a:pt x="13707" y="88521"/>
                </a:cubicBezTo>
                <a:cubicBezTo>
                  <a:pt x="14582" y="88426"/>
                  <a:pt x="15360" y="88283"/>
                  <a:pt x="16040" y="88092"/>
                </a:cubicBezTo>
                <a:cubicBezTo>
                  <a:pt x="16721" y="87901"/>
                  <a:pt x="17110" y="87806"/>
                  <a:pt x="17207" y="87806"/>
                </a:cubicBezTo>
                <a:cubicBezTo>
                  <a:pt x="17304" y="87806"/>
                  <a:pt x="17596" y="87568"/>
                  <a:pt x="18082" y="87091"/>
                </a:cubicBezTo>
                <a:cubicBezTo>
                  <a:pt x="18568" y="86614"/>
                  <a:pt x="18859" y="86424"/>
                  <a:pt x="18957" y="86519"/>
                </a:cubicBezTo>
                <a:lnTo>
                  <a:pt x="18957" y="1258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4" cap="flat">
            <a:solidFill>
              <a:srgbClr val="000000">
                <a:alpha val="8960"/>
              </a:srgbClr>
            </a:solidFill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19F7DB-F214-45DA-BB33-431230E2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779" y="853282"/>
            <a:ext cx="49294" cy="202272"/>
          </a:xfrm>
          <a:custGeom xmlns:a="http://schemas.openxmlformats.org/drawingml/2006/main">
            <a:pathLst>
              <a:path w="49294" h="202272">
                <a:moveTo>
                  <a:pt x="0" y="101136"/>
                </a:moveTo>
                <a:cubicBezTo>
                  <a:pt x="0" y="91832"/>
                  <a:pt x="688" y="82999"/>
                  <a:pt x="2063" y="74638"/>
                </a:cubicBezTo>
                <a:cubicBezTo>
                  <a:pt x="3438" y="66278"/>
                  <a:pt x="5019" y="59063"/>
                  <a:pt x="6806" y="52995"/>
                </a:cubicBezTo>
                <a:cubicBezTo>
                  <a:pt x="8594" y="46927"/>
                  <a:pt x="11138" y="40994"/>
                  <a:pt x="14438" y="35195"/>
                </a:cubicBezTo>
                <a:cubicBezTo>
                  <a:pt x="17738" y="29397"/>
                  <a:pt x="20350" y="24879"/>
                  <a:pt x="22275" y="21643"/>
                </a:cubicBezTo>
                <a:cubicBezTo>
                  <a:pt x="24200" y="18407"/>
                  <a:pt x="27088" y="14901"/>
                  <a:pt x="30938" y="11125"/>
                </a:cubicBezTo>
                <a:cubicBezTo>
                  <a:pt x="34788" y="7349"/>
                  <a:pt x="37056" y="5057"/>
                  <a:pt x="37744" y="4248"/>
                </a:cubicBezTo>
                <a:cubicBezTo>
                  <a:pt x="38431" y="3439"/>
                  <a:pt x="40150" y="2023"/>
                  <a:pt x="42900" y="0"/>
                </a:cubicBezTo>
                <a:lnTo>
                  <a:pt x="45582" y="0"/>
                </a:lnTo>
                <a:lnTo>
                  <a:pt x="46407" y="0"/>
                </a:lnTo>
                <a:cubicBezTo>
                  <a:pt x="48332" y="0"/>
                  <a:pt x="49294" y="607"/>
                  <a:pt x="49294" y="1820"/>
                </a:cubicBezTo>
                <a:cubicBezTo>
                  <a:pt x="49294" y="2225"/>
                  <a:pt x="48125" y="3641"/>
                  <a:pt x="45788" y="6068"/>
                </a:cubicBezTo>
                <a:cubicBezTo>
                  <a:pt x="43450" y="8495"/>
                  <a:pt x="40632" y="12069"/>
                  <a:pt x="37331" y="16789"/>
                </a:cubicBezTo>
                <a:cubicBezTo>
                  <a:pt x="34031" y="21508"/>
                  <a:pt x="30663" y="27307"/>
                  <a:pt x="27225" y="34184"/>
                </a:cubicBezTo>
                <a:cubicBezTo>
                  <a:pt x="23788" y="41061"/>
                  <a:pt x="20900" y="50366"/>
                  <a:pt x="18563" y="62098"/>
                </a:cubicBezTo>
                <a:cubicBezTo>
                  <a:pt x="16225" y="73829"/>
                  <a:pt x="15056" y="86842"/>
                  <a:pt x="15056" y="101136"/>
                </a:cubicBezTo>
                <a:cubicBezTo>
                  <a:pt x="15056" y="115430"/>
                  <a:pt x="16225" y="128375"/>
                  <a:pt x="18563" y="139972"/>
                </a:cubicBezTo>
                <a:cubicBezTo>
                  <a:pt x="20900" y="151569"/>
                  <a:pt x="23719" y="160941"/>
                  <a:pt x="27019" y="168088"/>
                </a:cubicBezTo>
                <a:cubicBezTo>
                  <a:pt x="30319" y="175235"/>
                  <a:pt x="33688" y="181034"/>
                  <a:pt x="37125" y="185484"/>
                </a:cubicBezTo>
                <a:cubicBezTo>
                  <a:pt x="40563" y="189934"/>
                  <a:pt x="43450" y="193507"/>
                  <a:pt x="45788" y="196204"/>
                </a:cubicBezTo>
                <a:cubicBezTo>
                  <a:pt x="48125" y="198901"/>
                  <a:pt x="49294" y="200317"/>
                  <a:pt x="49294" y="200452"/>
                </a:cubicBezTo>
                <a:cubicBezTo>
                  <a:pt x="49294" y="201665"/>
                  <a:pt x="48263" y="202272"/>
                  <a:pt x="46200" y="202272"/>
                </a:cubicBezTo>
                <a:lnTo>
                  <a:pt x="45582" y="202272"/>
                </a:lnTo>
                <a:lnTo>
                  <a:pt x="42900" y="202272"/>
                </a:lnTo>
                <a:lnTo>
                  <a:pt x="37125" y="197418"/>
                </a:lnTo>
                <a:cubicBezTo>
                  <a:pt x="24200" y="185956"/>
                  <a:pt x="14781" y="171662"/>
                  <a:pt x="8869" y="154536"/>
                </a:cubicBezTo>
                <a:cubicBezTo>
                  <a:pt x="2956" y="137410"/>
                  <a:pt x="0" y="119610"/>
                  <a:pt x="0" y="1011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18F19D-4689-48AA-BAC6-5DF33A7A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779" y="853282"/>
            <a:ext cx="49294" cy="202272"/>
          </a:xfrm>
          <a:custGeom xmlns:a="http://schemas.openxmlformats.org/drawingml/2006/main">
            <a:pathLst>
              <a:path w="49294" h="202272" fill="none">
                <a:moveTo>
                  <a:pt x="0" y="101136"/>
                </a:moveTo>
                <a:cubicBezTo>
                  <a:pt x="0" y="91832"/>
                  <a:pt x="688" y="82999"/>
                  <a:pt x="2063" y="74638"/>
                </a:cubicBezTo>
                <a:cubicBezTo>
                  <a:pt x="3438" y="66278"/>
                  <a:pt x="5019" y="59063"/>
                  <a:pt x="6806" y="52995"/>
                </a:cubicBezTo>
                <a:cubicBezTo>
                  <a:pt x="8594" y="46927"/>
                  <a:pt x="11138" y="40994"/>
                  <a:pt x="14438" y="35195"/>
                </a:cubicBezTo>
                <a:cubicBezTo>
                  <a:pt x="17738" y="29397"/>
                  <a:pt x="20350" y="24879"/>
                  <a:pt x="22275" y="21643"/>
                </a:cubicBezTo>
                <a:cubicBezTo>
                  <a:pt x="24200" y="18407"/>
                  <a:pt x="27088" y="14901"/>
                  <a:pt x="30938" y="11125"/>
                </a:cubicBezTo>
                <a:cubicBezTo>
                  <a:pt x="34788" y="7349"/>
                  <a:pt x="37056" y="5057"/>
                  <a:pt x="37744" y="4248"/>
                </a:cubicBezTo>
                <a:cubicBezTo>
                  <a:pt x="38431" y="3439"/>
                  <a:pt x="40150" y="2023"/>
                  <a:pt x="42900" y="0"/>
                </a:cubicBezTo>
                <a:lnTo>
                  <a:pt x="45582" y="0"/>
                </a:lnTo>
                <a:lnTo>
                  <a:pt x="46407" y="0"/>
                </a:lnTo>
                <a:cubicBezTo>
                  <a:pt x="48332" y="0"/>
                  <a:pt x="49294" y="607"/>
                  <a:pt x="49294" y="1820"/>
                </a:cubicBezTo>
                <a:cubicBezTo>
                  <a:pt x="49294" y="2225"/>
                  <a:pt x="48125" y="3641"/>
                  <a:pt x="45788" y="6068"/>
                </a:cubicBezTo>
                <a:cubicBezTo>
                  <a:pt x="43450" y="8495"/>
                  <a:pt x="40632" y="12069"/>
                  <a:pt x="37331" y="16789"/>
                </a:cubicBezTo>
                <a:cubicBezTo>
                  <a:pt x="34031" y="21508"/>
                  <a:pt x="30663" y="27307"/>
                  <a:pt x="27225" y="34184"/>
                </a:cubicBezTo>
                <a:cubicBezTo>
                  <a:pt x="23788" y="41061"/>
                  <a:pt x="20900" y="50366"/>
                  <a:pt x="18563" y="62098"/>
                </a:cubicBezTo>
                <a:cubicBezTo>
                  <a:pt x="16225" y="73829"/>
                  <a:pt x="15056" y="86842"/>
                  <a:pt x="15056" y="101136"/>
                </a:cubicBezTo>
                <a:cubicBezTo>
                  <a:pt x="15056" y="115430"/>
                  <a:pt x="16225" y="128375"/>
                  <a:pt x="18563" y="139972"/>
                </a:cubicBezTo>
                <a:cubicBezTo>
                  <a:pt x="20900" y="151569"/>
                  <a:pt x="23719" y="160941"/>
                  <a:pt x="27019" y="168088"/>
                </a:cubicBezTo>
                <a:cubicBezTo>
                  <a:pt x="30319" y="175235"/>
                  <a:pt x="33688" y="181034"/>
                  <a:pt x="37125" y="185484"/>
                </a:cubicBezTo>
                <a:cubicBezTo>
                  <a:pt x="40563" y="189934"/>
                  <a:pt x="43450" y="193507"/>
                  <a:pt x="45788" y="196204"/>
                </a:cubicBezTo>
                <a:cubicBezTo>
                  <a:pt x="48125" y="198901"/>
                  <a:pt x="49294" y="200317"/>
                  <a:pt x="49294" y="200452"/>
                </a:cubicBezTo>
                <a:cubicBezTo>
                  <a:pt x="49294" y="201665"/>
                  <a:pt x="48263" y="202272"/>
                  <a:pt x="46200" y="202272"/>
                </a:cubicBezTo>
                <a:lnTo>
                  <a:pt x="45582" y="202272"/>
                </a:lnTo>
                <a:lnTo>
                  <a:pt x="42900" y="202272"/>
                </a:lnTo>
                <a:lnTo>
                  <a:pt x="37125" y="197418"/>
                </a:lnTo>
                <a:cubicBezTo>
                  <a:pt x="24200" y="185956"/>
                  <a:pt x="14781" y="171662"/>
                  <a:pt x="8869" y="154536"/>
                </a:cubicBezTo>
                <a:cubicBezTo>
                  <a:pt x="2956" y="137410"/>
                  <a:pt x="0" y="119610"/>
                  <a:pt x="0" y="10113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4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9C4319-1155-4E0C-8FC8-75CA030F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936" y="862384"/>
            <a:ext cx="146438" cy="147052"/>
          </a:xfrm>
          <a:custGeom xmlns:a="http://schemas.openxmlformats.org/drawingml/2006/main">
            <a:pathLst>
              <a:path w="146438" h="147052">
                <a:moveTo>
                  <a:pt x="0" y="91629"/>
                </a:moveTo>
                <a:cubicBezTo>
                  <a:pt x="0" y="76122"/>
                  <a:pt x="4606" y="61221"/>
                  <a:pt x="13819" y="46927"/>
                </a:cubicBezTo>
                <a:cubicBezTo>
                  <a:pt x="23031" y="32633"/>
                  <a:pt x="34650" y="21306"/>
                  <a:pt x="48675" y="12945"/>
                </a:cubicBezTo>
                <a:cubicBezTo>
                  <a:pt x="62700" y="4585"/>
                  <a:pt x="76725" y="337"/>
                  <a:pt x="90751" y="202"/>
                </a:cubicBezTo>
                <a:cubicBezTo>
                  <a:pt x="103126" y="202"/>
                  <a:pt x="112957" y="3641"/>
                  <a:pt x="120245" y="10518"/>
                </a:cubicBezTo>
                <a:cubicBezTo>
                  <a:pt x="121482" y="11867"/>
                  <a:pt x="122513" y="13013"/>
                  <a:pt x="123338" y="13957"/>
                </a:cubicBezTo>
                <a:cubicBezTo>
                  <a:pt x="124163" y="14901"/>
                  <a:pt x="124713" y="15575"/>
                  <a:pt x="124988" y="15980"/>
                </a:cubicBezTo>
                <a:lnTo>
                  <a:pt x="125195" y="16586"/>
                </a:lnTo>
                <a:cubicBezTo>
                  <a:pt x="125607" y="16586"/>
                  <a:pt x="127463" y="14833"/>
                  <a:pt x="130763" y="11327"/>
                </a:cubicBezTo>
                <a:cubicBezTo>
                  <a:pt x="131726" y="10518"/>
                  <a:pt x="132757" y="9574"/>
                  <a:pt x="133857" y="8495"/>
                </a:cubicBezTo>
                <a:cubicBezTo>
                  <a:pt x="134957" y="7417"/>
                  <a:pt x="136057" y="6338"/>
                  <a:pt x="137157" y="5259"/>
                </a:cubicBezTo>
                <a:cubicBezTo>
                  <a:pt x="138257" y="4180"/>
                  <a:pt x="138945" y="3439"/>
                  <a:pt x="139220" y="3034"/>
                </a:cubicBezTo>
                <a:lnTo>
                  <a:pt x="142313" y="0"/>
                </a:lnTo>
                <a:lnTo>
                  <a:pt x="143551" y="0"/>
                </a:lnTo>
                <a:cubicBezTo>
                  <a:pt x="145476" y="0"/>
                  <a:pt x="146438" y="472"/>
                  <a:pt x="146438" y="1416"/>
                </a:cubicBezTo>
                <a:cubicBezTo>
                  <a:pt x="146438" y="1955"/>
                  <a:pt x="144238" y="11192"/>
                  <a:pt x="139838" y="29127"/>
                </a:cubicBezTo>
                <a:cubicBezTo>
                  <a:pt x="134888" y="47871"/>
                  <a:pt x="132413" y="57310"/>
                  <a:pt x="132413" y="57445"/>
                </a:cubicBezTo>
                <a:cubicBezTo>
                  <a:pt x="132138" y="58120"/>
                  <a:pt x="131795" y="58524"/>
                  <a:pt x="131382" y="58659"/>
                </a:cubicBezTo>
                <a:cubicBezTo>
                  <a:pt x="130970" y="58794"/>
                  <a:pt x="129732" y="58929"/>
                  <a:pt x="127670" y="59063"/>
                </a:cubicBezTo>
                <a:lnTo>
                  <a:pt x="124370" y="59063"/>
                </a:lnTo>
                <a:cubicBezTo>
                  <a:pt x="123545" y="58254"/>
                  <a:pt x="123132" y="57648"/>
                  <a:pt x="123132" y="57243"/>
                </a:cubicBezTo>
                <a:cubicBezTo>
                  <a:pt x="123132" y="57108"/>
                  <a:pt x="123201" y="56636"/>
                  <a:pt x="123338" y="55827"/>
                </a:cubicBezTo>
                <a:cubicBezTo>
                  <a:pt x="123476" y="55018"/>
                  <a:pt x="123613" y="53670"/>
                  <a:pt x="123751" y="51782"/>
                </a:cubicBezTo>
                <a:cubicBezTo>
                  <a:pt x="123888" y="49894"/>
                  <a:pt x="123957" y="47736"/>
                  <a:pt x="123957" y="45309"/>
                </a:cubicBezTo>
                <a:cubicBezTo>
                  <a:pt x="123957" y="35735"/>
                  <a:pt x="121757" y="27374"/>
                  <a:pt x="117357" y="20227"/>
                </a:cubicBezTo>
                <a:cubicBezTo>
                  <a:pt x="112957" y="13080"/>
                  <a:pt x="105463" y="9439"/>
                  <a:pt x="94876" y="9305"/>
                </a:cubicBezTo>
                <a:cubicBezTo>
                  <a:pt x="92401" y="9305"/>
                  <a:pt x="89719" y="9507"/>
                  <a:pt x="86832" y="9911"/>
                </a:cubicBezTo>
                <a:cubicBezTo>
                  <a:pt x="83944" y="10316"/>
                  <a:pt x="80301" y="11192"/>
                  <a:pt x="75900" y="12541"/>
                </a:cubicBezTo>
                <a:cubicBezTo>
                  <a:pt x="71500" y="13889"/>
                  <a:pt x="67307" y="15777"/>
                  <a:pt x="63319" y="18204"/>
                </a:cubicBezTo>
                <a:cubicBezTo>
                  <a:pt x="59332" y="20632"/>
                  <a:pt x="55000" y="23868"/>
                  <a:pt x="50325" y="27914"/>
                </a:cubicBezTo>
                <a:cubicBezTo>
                  <a:pt x="45650" y="31959"/>
                  <a:pt x="41663" y="36746"/>
                  <a:pt x="38363" y="42275"/>
                </a:cubicBezTo>
                <a:cubicBezTo>
                  <a:pt x="35063" y="47804"/>
                  <a:pt x="31831" y="54681"/>
                  <a:pt x="28669" y="62907"/>
                </a:cubicBezTo>
                <a:cubicBezTo>
                  <a:pt x="25506" y="71132"/>
                  <a:pt x="23375" y="80167"/>
                  <a:pt x="22275" y="90011"/>
                </a:cubicBezTo>
                <a:cubicBezTo>
                  <a:pt x="22000" y="92438"/>
                  <a:pt x="21863" y="95068"/>
                  <a:pt x="21863" y="97900"/>
                </a:cubicBezTo>
                <a:cubicBezTo>
                  <a:pt x="21863" y="104372"/>
                  <a:pt x="22825" y="110103"/>
                  <a:pt x="24750" y="115093"/>
                </a:cubicBezTo>
                <a:cubicBezTo>
                  <a:pt x="26675" y="120082"/>
                  <a:pt x="29150" y="123925"/>
                  <a:pt x="32175" y="126622"/>
                </a:cubicBezTo>
                <a:cubicBezTo>
                  <a:pt x="35200" y="129319"/>
                  <a:pt x="38638" y="131612"/>
                  <a:pt x="42488" y="133500"/>
                </a:cubicBezTo>
                <a:cubicBezTo>
                  <a:pt x="46338" y="135387"/>
                  <a:pt x="49913" y="136534"/>
                  <a:pt x="53213" y="136938"/>
                </a:cubicBezTo>
                <a:cubicBezTo>
                  <a:pt x="56513" y="137343"/>
                  <a:pt x="59607" y="137612"/>
                  <a:pt x="62494" y="137747"/>
                </a:cubicBezTo>
                <a:cubicBezTo>
                  <a:pt x="69919" y="137747"/>
                  <a:pt x="76725" y="136197"/>
                  <a:pt x="82913" y="133095"/>
                </a:cubicBezTo>
                <a:cubicBezTo>
                  <a:pt x="89101" y="129994"/>
                  <a:pt x="93363" y="126016"/>
                  <a:pt x="95701" y="121161"/>
                </a:cubicBezTo>
                <a:cubicBezTo>
                  <a:pt x="96113" y="120082"/>
                  <a:pt x="97144" y="116374"/>
                  <a:pt x="98794" y="110036"/>
                </a:cubicBezTo>
                <a:cubicBezTo>
                  <a:pt x="100444" y="103698"/>
                  <a:pt x="101269" y="100125"/>
                  <a:pt x="101269" y="99316"/>
                </a:cubicBezTo>
                <a:cubicBezTo>
                  <a:pt x="101269" y="98237"/>
                  <a:pt x="100376" y="97563"/>
                  <a:pt x="98588" y="97293"/>
                </a:cubicBezTo>
                <a:cubicBezTo>
                  <a:pt x="96801" y="97023"/>
                  <a:pt x="92676" y="96821"/>
                  <a:pt x="86213" y="96686"/>
                </a:cubicBezTo>
                <a:lnTo>
                  <a:pt x="78582" y="96686"/>
                </a:lnTo>
                <a:cubicBezTo>
                  <a:pt x="77757" y="95877"/>
                  <a:pt x="77344" y="95338"/>
                  <a:pt x="77344" y="95068"/>
                </a:cubicBezTo>
                <a:cubicBezTo>
                  <a:pt x="77344" y="94798"/>
                  <a:pt x="77482" y="93517"/>
                  <a:pt x="77757" y="91225"/>
                </a:cubicBezTo>
                <a:cubicBezTo>
                  <a:pt x="78307" y="89472"/>
                  <a:pt x="78994" y="88191"/>
                  <a:pt x="79819" y="87382"/>
                </a:cubicBezTo>
                <a:lnTo>
                  <a:pt x="83326" y="87382"/>
                </a:lnTo>
                <a:cubicBezTo>
                  <a:pt x="88826" y="87651"/>
                  <a:pt x="98451" y="87786"/>
                  <a:pt x="112201" y="87786"/>
                </a:cubicBezTo>
                <a:cubicBezTo>
                  <a:pt x="117701" y="87786"/>
                  <a:pt x="122170" y="87786"/>
                  <a:pt x="125607" y="87786"/>
                </a:cubicBezTo>
                <a:cubicBezTo>
                  <a:pt x="129045" y="87786"/>
                  <a:pt x="131520" y="87719"/>
                  <a:pt x="133032" y="87584"/>
                </a:cubicBezTo>
                <a:cubicBezTo>
                  <a:pt x="134545" y="87449"/>
                  <a:pt x="135370" y="87449"/>
                  <a:pt x="135507" y="87584"/>
                </a:cubicBezTo>
                <a:cubicBezTo>
                  <a:pt x="137432" y="87584"/>
                  <a:pt x="138395" y="88191"/>
                  <a:pt x="138395" y="89404"/>
                </a:cubicBezTo>
                <a:cubicBezTo>
                  <a:pt x="138395" y="89674"/>
                  <a:pt x="138257" y="90618"/>
                  <a:pt x="137982" y="92236"/>
                </a:cubicBezTo>
                <a:cubicBezTo>
                  <a:pt x="137295" y="94798"/>
                  <a:pt x="136607" y="96214"/>
                  <a:pt x="135920" y="96484"/>
                </a:cubicBezTo>
                <a:cubicBezTo>
                  <a:pt x="135507" y="96619"/>
                  <a:pt x="134476" y="96686"/>
                  <a:pt x="132826" y="96686"/>
                </a:cubicBezTo>
                <a:cubicBezTo>
                  <a:pt x="130076" y="96686"/>
                  <a:pt x="127257" y="96888"/>
                  <a:pt x="124370" y="97293"/>
                </a:cubicBezTo>
                <a:cubicBezTo>
                  <a:pt x="123407" y="97697"/>
                  <a:pt x="122720" y="98304"/>
                  <a:pt x="122307" y="99113"/>
                </a:cubicBezTo>
                <a:cubicBezTo>
                  <a:pt x="121895" y="99922"/>
                  <a:pt x="120932" y="103361"/>
                  <a:pt x="119420" y="109429"/>
                </a:cubicBezTo>
                <a:cubicBezTo>
                  <a:pt x="118182" y="113879"/>
                  <a:pt x="117151" y="117655"/>
                  <a:pt x="116326" y="120756"/>
                </a:cubicBezTo>
                <a:cubicBezTo>
                  <a:pt x="112888" y="134511"/>
                  <a:pt x="110963" y="141591"/>
                  <a:pt x="110551" y="141995"/>
                </a:cubicBezTo>
                <a:cubicBezTo>
                  <a:pt x="110276" y="142265"/>
                  <a:pt x="109932" y="142400"/>
                  <a:pt x="109519" y="142400"/>
                </a:cubicBezTo>
                <a:cubicBezTo>
                  <a:pt x="108144" y="142400"/>
                  <a:pt x="106219" y="141051"/>
                  <a:pt x="103744" y="138354"/>
                </a:cubicBezTo>
                <a:cubicBezTo>
                  <a:pt x="101269" y="135657"/>
                  <a:pt x="99688" y="133567"/>
                  <a:pt x="99001" y="132084"/>
                </a:cubicBezTo>
                <a:cubicBezTo>
                  <a:pt x="99001" y="131949"/>
                  <a:pt x="98863" y="131949"/>
                  <a:pt x="98588" y="132084"/>
                </a:cubicBezTo>
                <a:cubicBezTo>
                  <a:pt x="98313" y="132219"/>
                  <a:pt x="97901" y="132556"/>
                  <a:pt x="97351" y="133095"/>
                </a:cubicBezTo>
                <a:cubicBezTo>
                  <a:pt x="87176" y="142400"/>
                  <a:pt x="73425" y="147052"/>
                  <a:pt x="56100" y="147052"/>
                </a:cubicBezTo>
                <a:cubicBezTo>
                  <a:pt x="39463" y="147052"/>
                  <a:pt x="25988" y="141860"/>
                  <a:pt x="15675" y="131477"/>
                </a:cubicBezTo>
                <a:cubicBezTo>
                  <a:pt x="5363" y="121094"/>
                  <a:pt x="138" y="107811"/>
                  <a:pt x="0" y="916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6140E8-D78A-4A9A-A4F6-978ED541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936" y="862384"/>
            <a:ext cx="146438" cy="147052"/>
          </a:xfrm>
          <a:custGeom xmlns:a="http://schemas.openxmlformats.org/drawingml/2006/main">
            <a:pathLst>
              <a:path w="146438" h="147052" fill="none">
                <a:moveTo>
                  <a:pt x="0" y="91629"/>
                </a:moveTo>
                <a:cubicBezTo>
                  <a:pt x="0" y="76122"/>
                  <a:pt x="4606" y="61221"/>
                  <a:pt x="13819" y="46927"/>
                </a:cubicBezTo>
                <a:cubicBezTo>
                  <a:pt x="23031" y="32633"/>
                  <a:pt x="34650" y="21306"/>
                  <a:pt x="48675" y="12945"/>
                </a:cubicBezTo>
                <a:cubicBezTo>
                  <a:pt x="62700" y="4585"/>
                  <a:pt x="76725" y="337"/>
                  <a:pt x="90751" y="202"/>
                </a:cubicBezTo>
                <a:cubicBezTo>
                  <a:pt x="103126" y="202"/>
                  <a:pt x="112957" y="3641"/>
                  <a:pt x="120245" y="10518"/>
                </a:cubicBezTo>
                <a:cubicBezTo>
                  <a:pt x="121482" y="11867"/>
                  <a:pt x="122513" y="13013"/>
                  <a:pt x="123338" y="13957"/>
                </a:cubicBezTo>
                <a:cubicBezTo>
                  <a:pt x="124163" y="14901"/>
                  <a:pt x="124713" y="15575"/>
                  <a:pt x="124988" y="15980"/>
                </a:cubicBezTo>
                <a:lnTo>
                  <a:pt x="125195" y="16586"/>
                </a:lnTo>
                <a:cubicBezTo>
                  <a:pt x="125607" y="16586"/>
                  <a:pt x="127463" y="14833"/>
                  <a:pt x="130763" y="11327"/>
                </a:cubicBezTo>
                <a:cubicBezTo>
                  <a:pt x="131726" y="10518"/>
                  <a:pt x="132757" y="9574"/>
                  <a:pt x="133857" y="8495"/>
                </a:cubicBezTo>
                <a:cubicBezTo>
                  <a:pt x="134957" y="7417"/>
                  <a:pt x="136057" y="6338"/>
                  <a:pt x="137157" y="5259"/>
                </a:cubicBezTo>
                <a:cubicBezTo>
                  <a:pt x="138257" y="4180"/>
                  <a:pt x="138945" y="3439"/>
                  <a:pt x="139220" y="3034"/>
                </a:cubicBezTo>
                <a:lnTo>
                  <a:pt x="142313" y="0"/>
                </a:lnTo>
                <a:lnTo>
                  <a:pt x="143551" y="0"/>
                </a:lnTo>
                <a:cubicBezTo>
                  <a:pt x="145476" y="0"/>
                  <a:pt x="146438" y="472"/>
                  <a:pt x="146438" y="1416"/>
                </a:cubicBezTo>
                <a:cubicBezTo>
                  <a:pt x="146438" y="1955"/>
                  <a:pt x="144238" y="11192"/>
                  <a:pt x="139838" y="29127"/>
                </a:cubicBezTo>
                <a:cubicBezTo>
                  <a:pt x="134888" y="47871"/>
                  <a:pt x="132413" y="57310"/>
                  <a:pt x="132413" y="57445"/>
                </a:cubicBezTo>
                <a:cubicBezTo>
                  <a:pt x="132138" y="58120"/>
                  <a:pt x="131795" y="58524"/>
                  <a:pt x="131382" y="58659"/>
                </a:cubicBezTo>
                <a:cubicBezTo>
                  <a:pt x="130970" y="58794"/>
                  <a:pt x="129732" y="58929"/>
                  <a:pt x="127670" y="59063"/>
                </a:cubicBezTo>
                <a:lnTo>
                  <a:pt x="124370" y="59063"/>
                </a:lnTo>
                <a:cubicBezTo>
                  <a:pt x="123545" y="58254"/>
                  <a:pt x="123132" y="57648"/>
                  <a:pt x="123132" y="57243"/>
                </a:cubicBezTo>
                <a:cubicBezTo>
                  <a:pt x="123132" y="57108"/>
                  <a:pt x="123201" y="56636"/>
                  <a:pt x="123338" y="55827"/>
                </a:cubicBezTo>
                <a:cubicBezTo>
                  <a:pt x="123476" y="55018"/>
                  <a:pt x="123613" y="53670"/>
                  <a:pt x="123751" y="51782"/>
                </a:cubicBezTo>
                <a:cubicBezTo>
                  <a:pt x="123888" y="49894"/>
                  <a:pt x="123957" y="47736"/>
                  <a:pt x="123957" y="45309"/>
                </a:cubicBezTo>
                <a:cubicBezTo>
                  <a:pt x="123957" y="35735"/>
                  <a:pt x="121757" y="27374"/>
                  <a:pt x="117357" y="20227"/>
                </a:cubicBezTo>
                <a:cubicBezTo>
                  <a:pt x="112957" y="13080"/>
                  <a:pt x="105463" y="9439"/>
                  <a:pt x="94876" y="9305"/>
                </a:cubicBezTo>
                <a:cubicBezTo>
                  <a:pt x="92401" y="9305"/>
                  <a:pt x="89719" y="9507"/>
                  <a:pt x="86832" y="9911"/>
                </a:cubicBezTo>
                <a:cubicBezTo>
                  <a:pt x="83944" y="10316"/>
                  <a:pt x="80301" y="11192"/>
                  <a:pt x="75900" y="12541"/>
                </a:cubicBezTo>
                <a:cubicBezTo>
                  <a:pt x="71500" y="13889"/>
                  <a:pt x="67307" y="15777"/>
                  <a:pt x="63319" y="18204"/>
                </a:cubicBezTo>
                <a:cubicBezTo>
                  <a:pt x="59332" y="20632"/>
                  <a:pt x="55000" y="23868"/>
                  <a:pt x="50325" y="27914"/>
                </a:cubicBezTo>
                <a:cubicBezTo>
                  <a:pt x="45650" y="31959"/>
                  <a:pt x="41663" y="36746"/>
                  <a:pt x="38363" y="42275"/>
                </a:cubicBezTo>
                <a:cubicBezTo>
                  <a:pt x="35063" y="47804"/>
                  <a:pt x="31831" y="54681"/>
                  <a:pt x="28669" y="62907"/>
                </a:cubicBezTo>
                <a:cubicBezTo>
                  <a:pt x="25506" y="71132"/>
                  <a:pt x="23375" y="80167"/>
                  <a:pt x="22275" y="90011"/>
                </a:cubicBezTo>
                <a:cubicBezTo>
                  <a:pt x="22000" y="92438"/>
                  <a:pt x="21863" y="95068"/>
                  <a:pt x="21863" y="97900"/>
                </a:cubicBezTo>
                <a:cubicBezTo>
                  <a:pt x="21863" y="104372"/>
                  <a:pt x="22825" y="110103"/>
                  <a:pt x="24750" y="115093"/>
                </a:cubicBezTo>
                <a:cubicBezTo>
                  <a:pt x="26675" y="120082"/>
                  <a:pt x="29150" y="123925"/>
                  <a:pt x="32175" y="126622"/>
                </a:cubicBezTo>
                <a:cubicBezTo>
                  <a:pt x="35200" y="129319"/>
                  <a:pt x="38638" y="131612"/>
                  <a:pt x="42488" y="133500"/>
                </a:cubicBezTo>
                <a:cubicBezTo>
                  <a:pt x="46338" y="135387"/>
                  <a:pt x="49913" y="136534"/>
                  <a:pt x="53213" y="136938"/>
                </a:cubicBezTo>
                <a:cubicBezTo>
                  <a:pt x="56513" y="137343"/>
                  <a:pt x="59607" y="137612"/>
                  <a:pt x="62494" y="137747"/>
                </a:cubicBezTo>
                <a:cubicBezTo>
                  <a:pt x="69919" y="137747"/>
                  <a:pt x="76725" y="136197"/>
                  <a:pt x="82913" y="133095"/>
                </a:cubicBezTo>
                <a:cubicBezTo>
                  <a:pt x="89101" y="129994"/>
                  <a:pt x="93363" y="126016"/>
                  <a:pt x="95701" y="121161"/>
                </a:cubicBezTo>
                <a:cubicBezTo>
                  <a:pt x="96113" y="120082"/>
                  <a:pt x="97144" y="116374"/>
                  <a:pt x="98794" y="110036"/>
                </a:cubicBezTo>
                <a:cubicBezTo>
                  <a:pt x="100444" y="103698"/>
                  <a:pt x="101269" y="100125"/>
                  <a:pt x="101269" y="99316"/>
                </a:cubicBezTo>
                <a:cubicBezTo>
                  <a:pt x="101269" y="98237"/>
                  <a:pt x="100376" y="97563"/>
                  <a:pt x="98588" y="97293"/>
                </a:cubicBezTo>
                <a:cubicBezTo>
                  <a:pt x="96801" y="97023"/>
                  <a:pt x="92676" y="96821"/>
                  <a:pt x="86213" y="96686"/>
                </a:cubicBezTo>
                <a:lnTo>
                  <a:pt x="78582" y="96686"/>
                </a:lnTo>
                <a:cubicBezTo>
                  <a:pt x="77757" y="95877"/>
                  <a:pt x="77344" y="95338"/>
                  <a:pt x="77344" y="95068"/>
                </a:cubicBezTo>
                <a:cubicBezTo>
                  <a:pt x="77344" y="94798"/>
                  <a:pt x="77482" y="93517"/>
                  <a:pt x="77757" y="91225"/>
                </a:cubicBezTo>
                <a:cubicBezTo>
                  <a:pt x="78307" y="89472"/>
                  <a:pt x="78994" y="88191"/>
                  <a:pt x="79819" y="87382"/>
                </a:cubicBezTo>
                <a:lnTo>
                  <a:pt x="83326" y="87382"/>
                </a:lnTo>
                <a:cubicBezTo>
                  <a:pt x="88826" y="87651"/>
                  <a:pt x="98451" y="87786"/>
                  <a:pt x="112201" y="87786"/>
                </a:cubicBezTo>
                <a:cubicBezTo>
                  <a:pt x="117701" y="87786"/>
                  <a:pt x="122170" y="87786"/>
                  <a:pt x="125607" y="87786"/>
                </a:cubicBezTo>
                <a:cubicBezTo>
                  <a:pt x="129045" y="87786"/>
                  <a:pt x="131520" y="87719"/>
                  <a:pt x="133032" y="87584"/>
                </a:cubicBezTo>
                <a:cubicBezTo>
                  <a:pt x="134545" y="87449"/>
                  <a:pt x="135370" y="87449"/>
                  <a:pt x="135507" y="87584"/>
                </a:cubicBezTo>
                <a:cubicBezTo>
                  <a:pt x="137432" y="87584"/>
                  <a:pt x="138395" y="88191"/>
                  <a:pt x="138395" y="89404"/>
                </a:cubicBezTo>
                <a:cubicBezTo>
                  <a:pt x="138395" y="89674"/>
                  <a:pt x="138257" y="90618"/>
                  <a:pt x="137982" y="92236"/>
                </a:cubicBezTo>
                <a:cubicBezTo>
                  <a:pt x="137295" y="94798"/>
                  <a:pt x="136607" y="96214"/>
                  <a:pt x="135920" y="96484"/>
                </a:cubicBezTo>
                <a:cubicBezTo>
                  <a:pt x="135507" y="96619"/>
                  <a:pt x="134476" y="96686"/>
                  <a:pt x="132826" y="96686"/>
                </a:cubicBezTo>
                <a:cubicBezTo>
                  <a:pt x="130076" y="96686"/>
                  <a:pt x="127257" y="96888"/>
                  <a:pt x="124370" y="97293"/>
                </a:cubicBezTo>
                <a:cubicBezTo>
                  <a:pt x="123407" y="97697"/>
                  <a:pt x="122720" y="98304"/>
                  <a:pt x="122307" y="99113"/>
                </a:cubicBezTo>
                <a:cubicBezTo>
                  <a:pt x="121895" y="99922"/>
                  <a:pt x="120932" y="103361"/>
                  <a:pt x="119420" y="109429"/>
                </a:cubicBezTo>
                <a:cubicBezTo>
                  <a:pt x="118182" y="113879"/>
                  <a:pt x="117151" y="117655"/>
                  <a:pt x="116326" y="120756"/>
                </a:cubicBezTo>
                <a:cubicBezTo>
                  <a:pt x="112888" y="134511"/>
                  <a:pt x="110963" y="141591"/>
                  <a:pt x="110551" y="141995"/>
                </a:cubicBezTo>
                <a:cubicBezTo>
                  <a:pt x="110276" y="142265"/>
                  <a:pt x="109932" y="142400"/>
                  <a:pt x="109519" y="142400"/>
                </a:cubicBezTo>
                <a:cubicBezTo>
                  <a:pt x="108144" y="142400"/>
                  <a:pt x="106219" y="141051"/>
                  <a:pt x="103744" y="138354"/>
                </a:cubicBezTo>
                <a:cubicBezTo>
                  <a:pt x="101269" y="135657"/>
                  <a:pt x="99688" y="133567"/>
                  <a:pt x="99001" y="132084"/>
                </a:cubicBezTo>
                <a:cubicBezTo>
                  <a:pt x="99001" y="131949"/>
                  <a:pt x="98863" y="131949"/>
                  <a:pt x="98588" y="132084"/>
                </a:cubicBezTo>
                <a:cubicBezTo>
                  <a:pt x="98313" y="132219"/>
                  <a:pt x="97901" y="132556"/>
                  <a:pt x="97351" y="133095"/>
                </a:cubicBezTo>
                <a:cubicBezTo>
                  <a:pt x="87176" y="142400"/>
                  <a:pt x="73425" y="147052"/>
                  <a:pt x="56100" y="147052"/>
                </a:cubicBezTo>
                <a:cubicBezTo>
                  <a:pt x="39463" y="147052"/>
                  <a:pt x="25988" y="141860"/>
                  <a:pt x="15675" y="131477"/>
                </a:cubicBezTo>
                <a:cubicBezTo>
                  <a:pt x="5363" y="121094"/>
                  <a:pt x="138" y="107811"/>
                  <a:pt x="0" y="9162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4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F6539F-422E-41CC-BBDD-4F1193C0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1646" y="940084"/>
            <a:ext cx="50162" cy="95242"/>
          </a:xfrm>
          <a:custGeom xmlns:a="http://schemas.openxmlformats.org/drawingml/2006/main">
            <a:pathLst>
              <a:path w="50162" h="95242">
                <a:moveTo>
                  <a:pt x="18957" y="12585"/>
                </a:moveTo>
                <a:lnTo>
                  <a:pt x="17061" y="13300"/>
                </a:lnTo>
                <a:cubicBezTo>
                  <a:pt x="15700" y="13776"/>
                  <a:pt x="13756" y="14253"/>
                  <a:pt x="11228" y="14730"/>
                </a:cubicBezTo>
                <a:cubicBezTo>
                  <a:pt x="8701" y="15206"/>
                  <a:pt x="5881" y="15540"/>
                  <a:pt x="2771" y="15731"/>
                </a:cubicBezTo>
                <a:lnTo>
                  <a:pt x="0" y="15731"/>
                </a:lnTo>
                <a:lnTo>
                  <a:pt x="0" y="9152"/>
                </a:lnTo>
                <a:lnTo>
                  <a:pt x="2771" y="9152"/>
                </a:lnTo>
                <a:cubicBezTo>
                  <a:pt x="7340" y="8962"/>
                  <a:pt x="11568" y="8247"/>
                  <a:pt x="15457" y="7007"/>
                </a:cubicBezTo>
                <a:cubicBezTo>
                  <a:pt x="19345" y="5768"/>
                  <a:pt x="22067" y="4624"/>
                  <a:pt x="23623" y="3575"/>
                </a:cubicBezTo>
                <a:cubicBezTo>
                  <a:pt x="25178" y="2526"/>
                  <a:pt x="26539" y="1478"/>
                  <a:pt x="27706" y="429"/>
                </a:cubicBezTo>
                <a:cubicBezTo>
                  <a:pt x="27900" y="143"/>
                  <a:pt x="28483" y="0"/>
                  <a:pt x="29456" y="0"/>
                </a:cubicBezTo>
                <a:cubicBezTo>
                  <a:pt x="30330" y="0"/>
                  <a:pt x="31157" y="286"/>
                  <a:pt x="31935" y="858"/>
                </a:cubicBezTo>
                <a:lnTo>
                  <a:pt x="31935" y="43617"/>
                </a:lnTo>
                <a:lnTo>
                  <a:pt x="32080" y="86519"/>
                </a:lnTo>
                <a:cubicBezTo>
                  <a:pt x="32761" y="87186"/>
                  <a:pt x="33344" y="87615"/>
                  <a:pt x="33830" y="87806"/>
                </a:cubicBezTo>
                <a:cubicBezTo>
                  <a:pt x="34316" y="87997"/>
                  <a:pt x="35483" y="88187"/>
                  <a:pt x="37330" y="88378"/>
                </a:cubicBezTo>
                <a:cubicBezTo>
                  <a:pt x="39177" y="88569"/>
                  <a:pt x="42190" y="88664"/>
                  <a:pt x="46371" y="88664"/>
                </a:cubicBezTo>
                <a:lnTo>
                  <a:pt x="50162" y="88664"/>
                </a:lnTo>
                <a:lnTo>
                  <a:pt x="50162" y="95242"/>
                </a:lnTo>
                <a:lnTo>
                  <a:pt x="48558" y="95242"/>
                </a:lnTo>
                <a:cubicBezTo>
                  <a:pt x="46516" y="94956"/>
                  <a:pt x="38788" y="94813"/>
                  <a:pt x="25373" y="94813"/>
                </a:cubicBezTo>
                <a:cubicBezTo>
                  <a:pt x="12152" y="94813"/>
                  <a:pt x="4520" y="94956"/>
                  <a:pt x="2479" y="95242"/>
                </a:cubicBezTo>
                <a:lnTo>
                  <a:pt x="729" y="95242"/>
                </a:lnTo>
                <a:lnTo>
                  <a:pt x="729" y="88664"/>
                </a:lnTo>
                <a:lnTo>
                  <a:pt x="4520" y="88664"/>
                </a:lnTo>
                <a:cubicBezTo>
                  <a:pt x="6659" y="88664"/>
                  <a:pt x="8506" y="88664"/>
                  <a:pt x="10062" y="88664"/>
                </a:cubicBezTo>
                <a:cubicBezTo>
                  <a:pt x="11617" y="88664"/>
                  <a:pt x="12832" y="88616"/>
                  <a:pt x="13707" y="88521"/>
                </a:cubicBezTo>
                <a:cubicBezTo>
                  <a:pt x="14582" y="88426"/>
                  <a:pt x="15360" y="88283"/>
                  <a:pt x="16040" y="88092"/>
                </a:cubicBezTo>
                <a:cubicBezTo>
                  <a:pt x="16721" y="87901"/>
                  <a:pt x="17110" y="87806"/>
                  <a:pt x="17207" y="87806"/>
                </a:cubicBezTo>
                <a:cubicBezTo>
                  <a:pt x="17304" y="87806"/>
                  <a:pt x="17596" y="87568"/>
                  <a:pt x="18082" y="87091"/>
                </a:cubicBezTo>
                <a:cubicBezTo>
                  <a:pt x="18568" y="86614"/>
                  <a:pt x="18859" y="86424"/>
                  <a:pt x="18957" y="86519"/>
                </a:cubicBezTo>
                <a:lnTo>
                  <a:pt x="18957" y="125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15C485-B58F-4063-ABB7-156D7500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1646" y="940084"/>
            <a:ext cx="50162" cy="95242"/>
          </a:xfrm>
          <a:custGeom xmlns:a="http://schemas.openxmlformats.org/drawingml/2006/main">
            <a:pathLst>
              <a:path w="50162" h="95242" fill="none">
                <a:moveTo>
                  <a:pt x="18957" y="12585"/>
                </a:moveTo>
                <a:lnTo>
                  <a:pt x="17061" y="13300"/>
                </a:lnTo>
                <a:cubicBezTo>
                  <a:pt x="15700" y="13776"/>
                  <a:pt x="13756" y="14253"/>
                  <a:pt x="11228" y="14730"/>
                </a:cubicBezTo>
                <a:cubicBezTo>
                  <a:pt x="8701" y="15206"/>
                  <a:pt x="5881" y="15540"/>
                  <a:pt x="2771" y="15731"/>
                </a:cubicBezTo>
                <a:lnTo>
                  <a:pt x="0" y="15731"/>
                </a:lnTo>
                <a:lnTo>
                  <a:pt x="0" y="9152"/>
                </a:lnTo>
                <a:lnTo>
                  <a:pt x="2771" y="9152"/>
                </a:lnTo>
                <a:cubicBezTo>
                  <a:pt x="7340" y="8962"/>
                  <a:pt x="11568" y="8247"/>
                  <a:pt x="15457" y="7007"/>
                </a:cubicBezTo>
                <a:cubicBezTo>
                  <a:pt x="19345" y="5768"/>
                  <a:pt x="22067" y="4624"/>
                  <a:pt x="23623" y="3575"/>
                </a:cubicBezTo>
                <a:cubicBezTo>
                  <a:pt x="25178" y="2526"/>
                  <a:pt x="26539" y="1478"/>
                  <a:pt x="27706" y="429"/>
                </a:cubicBezTo>
                <a:cubicBezTo>
                  <a:pt x="27900" y="143"/>
                  <a:pt x="28483" y="0"/>
                  <a:pt x="29456" y="0"/>
                </a:cubicBezTo>
                <a:cubicBezTo>
                  <a:pt x="30330" y="0"/>
                  <a:pt x="31157" y="286"/>
                  <a:pt x="31935" y="858"/>
                </a:cubicBezTo>
                <a:lnTo>
                  <a:pt x="31935" y="43617"/>
                </a:lnTo>
                <a:lnTo>
                  <a:pt x="32080" y="86519"/>
                </a:lnTo>
                <a:cubicBezTo>
                  <a:pt x="32761" y="87186"/>
                  <a:pt x="33344" y="87615"/>
                  <a:pt x="33830" y="87806"/>
                </a:cubicBezTo>
                <a:cubicBezTo>
                  <a:pt x="34316" y="87997"/>
                  <a:pt x="35483" y="88187"/>
                  <a:pt x="37330" y="88378"/>
                </a:cubicBezTo>
                <a:cubicBezTo>
                  <a:pt x="39177" y="88569"/>
                  <a:pt x="42190" y="88664"/>
                  <a:pt x="46371" y="88664"/>
                </a:cubicBezTo>
                <a:lnTo>
                  <a:pt x="50162" y="88664"/>
                </a:lnTo>
                <a:lnTo>
                  <a:pt x="50162" y="95242"/>
                </a:lnTo>
                <a:lnTo>
                  <a:pt x="48558" y="95242"/>
                </a:lnTo>
                <a:cubicBezTo>
                  <a:pt x="46516" y="94956"/>
                  <a:pt x="38788" y="94813"/>
                  <a:pt x="25373" y="94813"/>
                </a:cubicBezTo>
                <a:cubicBezTo>
                  <a:pt x="12152" y="94813"/>
                  <a:pt x="4520" y="94956"/>
                  <a:pt x="2479" y="95242"/>
                </a:cubicBezTo>
                <a:lnTo>
                  <a:pt x="729" y="95242"/>
                </a:lnTo>
                <a:lnTo>
                  <a:pt x="729" y="88664"/>
                </a:lnTo>
                <a:lnTo>
                  <a:pt x="4520" y="88664"/>
                </a:lnTo>
                <a:cubicBezTo>
                  <a:pt x="6659" y="88664"/>
                  <a:pt x="8506" y="88664"/>
                  <a:pt x="10062" y="88664"/>
                </a:cubicBezTo>
                <a:cubicBezTo>
                  <a:pt x="11617" y="88664"/>
                  <a:pt x="12832" y="88616"/>
                  <a:pt x="13707" y="88521"/>
                </a:cubicBezTo>
                <a:cubicBezTo>
                  <a:pt x="14582" y="88426"/>
                  <a:pt x="15360" y="88283"/>
                  <a:pt x="16040" y="88092"/>
                </a:cubicBezTo>
                <a:cubicBezTo>
                  <a:pt x="16721" y="87901"/>
                  <a:pt x="17110" y="87806"/>
                  <a:pt x="17207" y="87806"/>
                </a:cubicBezTo>
                <a:cubicBezTo>
                  <a:pt x="17304" y="87806"/>
                  <a:pt x="17596" y="87568"/>
                  <a:pt x="18082" y="87091"/>
                </a:cubicBezTo>
                <a:cubicBezTo>
                  <a:pt x="18568" y="86614"/>
                  <a:pt x="18859" y="86424"/>
                  <a:pt x="18957" y="86519"/>
                </a:cubicBezTo>
                <a:lnTo>
                  <a:pt x="18957" y="1258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4" cap="flat">
            <a:solidFill>
              <a:srgbClr val="000000">
                <a:alpha val="8960"/>
              </a:srgbClr>
            </a:solidFill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C1BB62-7D19-43E9-9035-54B23D9A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109" y="853282"/>
            <a:ext cx="49294" cy="202272"/>
          </a:xfrm>
          <a:custGeom xmlns:a="http://schemas.openxmlformats.org/drawingml/2006/main">
            <a:pathLst>
              <a:path w="49294" h="202272">
                <a:moveTo>
                  <a:pt x="1031" y="202"/>
                </a:moveTo>
                <a:lnTo>
                  <a:pt x="1856" y="0"/>
                </a:lnTo>
                <a:cubicBezTo>
                  <a:pt x="2544" y="0"/>
                  <a:pt x="3231" y="0"/>
                  <a:pt x="3919" y="0"/>
                </a:cubicBezTo>
                <a:lnTo>
                  <a:pt x="6394" y="0"/>
                </a:lnTo>
                <a:lnTo>
                  <a:pt x="12169" y="4855"/>
                </a:lnTo>
                <a:cubicBezTo>
                  <a:pt x="25094" y="16317"/>
                  <a:pt x="34513" y="30611"/>
                  <a:pt x="40425" y="47736"/>
                </a:cubicBezTo>
                <a:cubicBezTo>
                  <a:pt x="46338" y="64862"/>
                  <a:pt x="49294" y="82662"/>
                  <a:pt x="49294" y="101136"/>
                </a:cubicBezTo>
                <a:cubicBezTo>
                  <a:pt x="49294" y="110306"/>
                  <a:pt x="48607" y="119138"/>
                  <a:pt x="47232" y="127634"/>
                </a:cubicBezTo>
                <a:cubicBezTo>
                  <a:pt x="45857" y="136129"/>
                  <a:pt x="44275" y="143344"/>
                  <a:pt x="42488" y="149277"/>
                </a:cubicBezTo>
                <a:cubicBezTo>
                  <a:pt x="40700" y="155210"/>
                  <a:pt x="38156" y="161143"/>
                  <a:pt x="34856" y="167077"/>
                </a:cubicBezTo>
                <a:cubicBezTo>
                  <a:pt x="31556" y="173010"/>
                  <a:pt x="28944" y="177528"/>
                  <a:pt x="27019" y="180629"/>
                </a:cubicBezTo>
                <a:cubicBezTo>
                  <a:pt x="25094" y="183731"/>
                  <a:pt x="22275" y="187169"/>
                  <a:pt x="18563" y="190945"/>
                </a:cubicBezTo>
                <a:cubicBezTo>
                  <a:pt x="14850" y="194721"/>
                  <a:pt x="12650" y="196946"/>
                  <a:pt x="11963" y="197620"/>
                </a:cubicBezTo>
                <a:cubicBezTo>
                  <a:pt x="11275" y="198294"/>
                  <a:pt x="9694" y="199575"/>
                  <a:pt x="7219" y="201463"/>
                </a:cubicBezTo>
                <a:cubicBezTo>
                  <a:pt x="6806" y="201868"/>
                  <a:pt x="6531" y="202137"/>
                  <a:pt x="6394" y="202272"/>
                </a:cubicBezTo>
                <a:lnTo>
                  <a:pt x="3919" y="202272"/>
                </a:lnTo>
                <a:cubicBezTo>
                  <a:pt x="2819" y="202272"/>
                  <a:pt x="2063" y="202272"/>
                  <a:pt x="1650" y="202272"/>
                </a:cubicBezTo>
                <a:cubicBezTo>
                  <a:pt x="1238" y="202272"/>
                  <a:pt x="894" y="202070"/>
                  <a:pt x="619" y="201665"/>
                </a:cubicBezTo>
                <a:cubicBezTo>
                  <a:pt x="344" y="201261"/>
                  <a:pt x="138" y="200654"/>
                  <a:pt x="0" y="199845"/>
                </a:cubicBezTo>
                <a:cubicBezTo>
                  <a:pt x="138" y="199710"/>
                  <a:pt x="894" y="198834"/>
                  <a:pt x="2269" y="197215"/>
                </a:cubicBezTo>
                <a:cubicBezTo>
                  <a:pt x="23581" y="175505"/>
                  <a:pt x="34238" y="143478"/>
                  <a:pt x="34238" y="101136"/>
                </a:cubicBezTo>
                <a:cubicBezTo>
                  <a:pt x="34238" y="58794"/>
                  <a:pt x="23581" y="26767"/>
                  <a:pt x="2269" y="5057"/>
                </a:cubicBezTo>
                <a:cubicBezTo>
                  <a:pt x="894" y="3439"/>
                  <a:pt x="138" y="2562"/>
                  <a:pt x="0" y="2427"/>
                </a:cubicBezTo>
                <a:cubicBezTo>
                  <a:pt x="0" y="1348"/>
                  <a:pt x="344" y="607"/>
                  <a:pt x="1031" y="2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698675-9701-40B9-B44D-A86D1942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109" y="853282"/>
            <a:ext cx="49294" cy="202272"/>
          </a:xfrm>
          <a:custGeom xmlns:a="http://schemas.openxmlformats.org/drawingml/2006/main">
            <a:pathLst>
              <a:path w="49294" h="202272" fill="none">
                <a:moveTo>
                  <a:pt x="1031" y="202"/>
                </a:moveTo>
                <a:lnTo>
                  <a:pt x="1856" y="0"/>
                </a:lnTo>
                <a:cubicBezTo>
                  <a:pt x="2544" y="0"/>
                  <a:pt x="3231" y="0"/>
                  <a:pt x="3919" y="0"/>
                </a:cubicBezTo>
                <a:lnTo>
                  <a:pt x="6394" y="0"/>
                </a:lnTo>
                <a:lnTo>
                  <a:pt x="12169" y="4855"/>
                </a:lnTo>
                <a:cubicBezTo>
                  <a:pt x="25094" y="16317"/>
                  <a:pt x="34513" y="30611"/>
                  <a:pt x="40425" y="47736"/>
                </a:cubicBezTo>
                <a:cubicBezTo>
                  <a:pt x="46338" y="64862"/>
                  <a:pt x="49294" y="82662"/>
                  <a:pt x="49294" y="101136"/>
                </a:cubicBezTo>
                <a:cubicBezTo>
                  <a:pt x="49294" y="110306"/>
                  <a:pt x="48607" y="119138"/>
                  <a:pt x="47232" y="127634"/>
                </a:cubicBezTo>
                <a:cubicBezTo>
                  <a:pt x="45857" y="136129"/>
                  <a:pt x="44275" y="143344"/>
                  <a:pt x="42488" y="149277"/>
                </a:cubicBezTo>
                <a:cubicBezTo>
                  <a:pt x="40700" y="155210"/>
                  <a:pt x="38156" y="161143"/>
                  <a:pt x="34856" y="167077"/>
                </a:cubicBezTo>
                <a:cubicBezTo>
                  <a:pt x="31556" y="173010"/>
                  <a:pt x="28944" y="177528"/>
                  <a:pt x="27019" y="180629"/>
                </a:cubicBezTo>
                <a:cubicBezTo>
                  <a:pt x="25094" y="183731"/>
                  <a:pt x="22275" y="187169"/>
                  <a:pt x="18563" y="190945"/>
                </a:cubicBezTo>
                <a:cubicBezTo>
                  <a:pt x="14850" y="194721"/>
                  <a:pt x="12650" y="196946"/>
                  <a:pt x="11963" y="197620"/>
                </a:cubicBezTo>
                <a:cubicBezTo>
                  <a:pt x="11275" y="198294"/>
                  <a:pt x="9694" y="199575"/>
                  <a:pt x="7219" y="201463"/>
                </a:cubicBezTo>
                <a:cubicBezTo>
                  <a:pt x="6806" y="201868"/>
                  <a:pt x="6531" y="202137"/>
                  <a:pt x="6394" y="202272"/>
                </a:cubicBezTo>
                <a:lnTo>
                  <a:pt x="3919" y="202272"/>
                </a:lnTo>
                <a:cubicBezTo>
                  <a:pt x="2819" y="202272"/>
                  <a:pt x="2063" y="202272"/>
                  <a:pt x="1650" y="202272"/>
                </a:cubicBezTo>
                <a:cubicBezTo>
                  <a:pt x="1238" y="202272"/>
                  <a:pt x="894" y="202070"/>
                  <a:pt x="619" y="201665"/>
                </a:cubicBezTo>
                <a:cubicBezTo>
                  <a:pt x="344" y="201261"/>
                  <a:pt x="138" y="200654"/>
                  <a:pt x="0" y="199845"/>
                </a:cubicBezTo>
                <a:cubicBezTo>
                  <a:pt x="138" y="199710"/>
                  <a:pt x="894" y="198834"/>
                  <a:pt x="2269" y="197215"/>
                </a:cubicBezTo>
                <a:cubicBezTo>
                  <a:pt x="23581" y="175505"/>
                  <a:pt x="34238" y="143478"/>
                  <a:pt x="34238" y="101136"/>
                </a:cubicBezTo>
                <a:cubicBezTo>
                  <a:pt x="34238" y="58794"/>
                  <a:pt x="23581" y="26767"/>
                  <a:pt x="2269" y="5057"/>
                </a:cubicBezTo>
                <a:cubicBezTo>
                  <a:pt x="894" y="3439"/>
                  <a:pt x="138" y="2562"/>
                  <a:pt x="0" y="2427"/>
                </a:cubicBezTo>
                <a:cubicBezTo>
                  <a:pt x="0" y="1348"/>
                  <a:pt x="344" y="607"/>
                  <a:pt x="1031" y="20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4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261DFD-FF31-4E95-97EB-EEAAF04D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94" y="2152707"/>
            <a:ext cx="148088" cy="138152"/>
          </a:xfrm>
          <a:custGeom xmlns:a="http://schemas.openxmlformats.org/drawingml/2006/main">
            <a:pathLst>
              <a:path w="148088" h="138152">
                <a:moveTo>
                  <a:pt x="52388" y="11125"/>
                </a:moveTo>
                <a:cubicBezTo>
                  <a:pt x="52388" y="10181"/>
                  <a:pt x="48469" y="9574"/>
                  <a:pt x="40632" y="9305"/>
                </a:cubicBezTo>
                <a:cubicBezTo>
                  <a:pt x="37331" y="9305"/>
                  <a:pt x="35200" y="9237"/>
                  <a:pt x="34238" y="9102"/>
                </a:cubicBezTo>
                <a:cubicBezTo>
                  <a:pt x="33275" y="8967"/>
                  <a:pt x="32794" y="8293"/>
                  <a:pt x="32794" y="7080"/>
                </a:cubicBezTo>
                <a:cubicBezTo>
                  <a:pt x="32794" y="6945"/>
                  <a:pt x="32931" y="6203"/>
                  <a:pt x="33206" y="4855"/>
                </a:cubicBezTo>
                <a:cubicBezTo>
                  <a:pt x="34031" y="2158"/>
                  <a:pt x="34650" y="674"/>
                  <a:pt x="35063" y="405"/>
                </a:cubicBezTo>
                <a:cubicBezTo>
                  <a:pt x="35475" y="135"/>
                  <a:pt x="48813" y="0"/>
                  <a:pt x="75075" y="0"/>
                </a:cubicBezTo>
                <a:cubicBezTo>
                  <a:pt x="101201" y="135"/>
                  <a:pt x="115157" y="337"/>
                  <a:pt x="116944" y="607"/>
                </a:cubicBezTo>
                <a:cubicBezTo>
                  <a:pt x="125745" y="2090"/>
                  <a:pt x="133101" y="5394"/>
                  <a:pt x="139013" y="10518"/>
                </a:cubicBezTo>
                <a:cubicBezTo>
                  <a:pt x="144926" y="15642"/>
                  <a:pt x="147951" y="22452"/>
                  <a:pt x="148088" y="30948"/>
                </a:cubicBezTo>
                <a:cubicBezTo>
                  <a:pt x="148088" y="41331"/>
                  <a:pt x="143551" y="50838"/>
                  <a:pt x="134476" y="59468"/>
                </a:cubicBezTo>
                <a:cubicBezTo>
                  <a:pt x="124988" y="68638"/>
                  <a:pt x="112751" y="74436"/>
                  <a:pt x="97763" y="76863"/>
                </a:cubicBezTo>
                <a:cubicBezTo>
                  <a:pt x="96801" y="76998"/>
                  <a:pt x="89582" y="77133"/>
                  <a:pt x="76107" y="77268"/>
                </a:cubicBezTo>
                <a:lnTo>
                  <a:pt x="56513" y="77268"/>
                </a:lnTo>
                <a:lnTo>
                  <a:pt x="50325" y="101338"/>
                </a:lnTo>
                <a:cubicBezTo>
                  <a:pt x="46200" y="116981"/>
                  <a:pt x="44138" y="125274"/>
                  <a:pt x="44138" y="126218"/>
                </a:cubicBezTo>
                <a:cubicBezTo>
                  <a:pt x="44138" y="126757"/>
                  <a:pt x="44207" y="127094"/>
                  <a:pt x="44344" y="127229"/>
                </a:cubicBezTo>
                <a:cubicBezTo>
                  <a:pt x="44482" y="127364"/>
                  <a:pt x="44963" y="127634"/>
                  <a:pt x="45788" y="128038"/>
                </a:cubicBezTo>
                <a:cubicBezTo>
                  <a:pt x="46613" y="128443"/>
                  <a:pt x="47782" y="128578"/>
                  <a:pt x="49294" y="128443"/>
                </a:cubicBezTo>
                <a:cubicBezTo>
                  <a:pt x="50807" y="128308"/>
                  <a:pt x="53075" y="128443"/>
                  <a:pt x="56100" y="128847"/>
                </a:cubicBezTo>
                <a:lnTo>
                  <a:pt x="62494" y="128847"/>
                </a:lnTo>
                <a:cubicBezTo>
                  <a:pt x="63319" y="130061"/>
                  <a:pt x="63732" y="130803"/>
                  <a:pt x="63732" y="131072"/>
                </a:cubicBezTo>
                <a:cubicBezTo>
                  <a:pt x="63732" y="133230"/>
                  <a:pt x="63250" y="135253"/>
                  <a:pt x="62288" y="137141"/>
                </a:cubicBezTo>
                <a:cubicBezTo>
                  <a:pt x="61600" y="137815"/>
                  <a:pt x="60500" y="138152"/>
                  <a:pt x="58988" y="138152"/>
                </a:cubicBezTo>
                <a:cubicBezTo>
                  <a:pt x="58575" y="138152"/>
                  <a:pt x="56032" y="138084"/>
                  <a:pt x="51357" y="137950"/>
                </a:cubicBezTo>
                <a:cubicBezTo>
                  <a:pt x="46682" y="137815"/>
                  <a:pt x="39807" y="137747"/>
                  <a:pt x="30731" y="137747"/>
                </a:cubicBezTo>
                <a:cubicBezTo>
                  <a:pt x="22206" y="137747"/>
                  <a:pt x="15675" y="137747"/>
                  <a:pt x="11138" y="137747"/>
                </a:cubicBezTo>
                <a:cubicBezTo>
                  <a:pt x="6600" y="137747"/>
                  <a:pt x="4125" y="137815"/>
                  <a:pt x="3713" y="137950"/>
                </a:cubicBezTo>
                <a:cubicBezTo>
                  <a:pt x="1238" y="137950"/>
                  <a:pt x="0" y="137275"/>
                  <a:pt x="0" y="135927"/>
                </a:cubicBezTo>
                <a:cubicBezTo>
                  <a:pt x="0" y="135657"/>
                  <a:pt x="206" y="134713"/>
                  <a:pt x="619" y="133095"/>
                </a:cubicBezTo>
                <a:cubicBezTo>
                  <a:pt x="1169" y="130938"/>
                  <a:pt x="1719" y="129724"/>
                  <a:pt x="2269" y="129454"/>
                </a:cubicBezTo>
                <a:cubicBezTo>
                  <a:pt x="2819" y="129184"/>
                  <a:pt x="4400" y="128982"/>
                  <a:pt x="7013" y="128847"/>
                </a:cubicBezTo>
                <a:cubicBezTo>
                  <a:pt x="10725" y="128847"/>
                  <a:pt x="14850" y="128645"/>
                  <a:pt x="19388" y="128241"/>
                </a:cubicBezTo>
                <a:cubicBezTo>
                  <a:pt x="21313" y="127836"/>
                  <a:pt x="22619" y="127027"/>
                  <a:pt x="23306" y="125813"/>
                </a:cubicBezTo>
                <a:cubicBezTo>
                  <a:pt x="23719" y="125274"/>
                  <a:pt x="28669" y="106530"/>
                  <a:pt x="38156" y="69582"/>
                </a:cubicBezTo>
                <a:cubicBezTo>
                  <a:pt x="47644" y="32633"/>
                  <a:pt x="52388" y="13148"/>
                  <a:pt x="52388" y="11125"/>
                </a:cubicBezTo>
                <a:close/>
                <a:moveTo>
                  <a:pt x="126226" y="26093"/>
                </a:moveTo>
                <a:cubicBezTo>
                  <a:pt x="126226" y="24340"/>
                  <a:pt x="126088" y="22924"/>
                  <a:pt x="125813" y="21845"/>
                </a:cubicBezTo>
                <a:cubicBezTo>
                  <a:pt x="125538" y="20767"/>
                  <a:pt x="124920" y="19283"/>
                  <a:pt x="123957" y="17395"/>
                </a:cubicBezTo>
                <a:cubicBezTo>
                  <a:pt x="122995" y="15508"/>
                  <a:pt x="121276" y="14024"/>
                  <a:pt x="118801" y="12945"/>
                </a:cubicBezTo>
                <a:cubicBezTo>
                  <a:pt x="116326" y="11867"/>
                  <a:pt x="112957" y="10788"/>
                  <a:pt x="108694" y="9709"/>
                </a:cubicBezTo>
                <a:cubicBezTo>
                  <a:pt x="107732" y="9574"/>
                  <a:pt x="102232" y="9439"/>
                  <a:pt x="92194" y="9305"/>
                </a:cubicBezTo>
                <a:cubicBezTo>
                  <a:pt x="89857" y="9305"/>
                  <a:pt x="87451" y="9305"/>
                  <a:pt x="84976" y="9305"/>
                </a:cubicBezTo>
                <a:cubicBezTo>
                  <a:pt x="82501" y="9305"/>
                  <a:pt x="80507" y="9372"/>
                  <a:pt x="78994" y="9507"/>
                </a:cubicBezTo>
                <a:cubicBezTo>
                  <a:pt x="77482" y="9642"/>
                  <a:pt x="76657" y="9642"/>
                  <a:pt x="76519" y="9507"/>
                </a:cubicBezTo>
                <a:cubicBezTo>
                  <a:pt x="74732" y="9642"/>
                  <a:pt x="73494" y="10248"/>
                  <a:pt x="72807" y="11327"/>
                </a:cubicBezTo>
                <a:cubicBezTo>
                  <a:pt x="72532" y="12136"/>
                  <a:pt x="71225" y="17328"/>
                  <a:pt x="68888" y="26902"/>
                </a:cubicBezTo>
                <a:cubicBezTo>
                  <a:pt x="66550" y="36476"/>
                  <a:pt x="64144" y="45781"/>
                  <a:pt x="61669" y="54816"/>
                </a:cubicBezTo>
                <a:cubicBezTo>
                  <a:pt x="59194" y="63851"/>
                  <a:pt x="57957" y="68435"/>
                  <a:pt x="57957" y="68570"/>
                </a:cubicBezTo>
                <a:cubicBezTo>
                  <a:pt x="57957" y="68840"/>
                  <a:pt x="63525" y="68975"/>
                  <a:pt x="74663" y="68975"/>
                </a:cubicBezTo>
                <a:lnTo>
                  <a:pt x="77138" y="68975"/>
                </a:lnTo>
                <a:lnTo>
                  <a:pt x="81882" y="68975"/>
                </a:lnTo>
                <a:cubicBezTo>
                  <a:pt x="97282" y="68975"/>
                  <a:pt x="108282" y="65604"/>
                  <a:pt x="114882" y="58861"/>
                </a:cubicBezTo>
                <a:cubicBezTo>
                  <a:pt x="118595" y="55220"/>
                  <a:pt x="121413" y="49894"/>
                  <a:pt x="123338" y="42882"/>
                </a:cubicBezTo>
                <a:cubicBezTo>
                  <a:pt x="125263" y="35870"/>
                  <a:pt x="126226" y="30273"/>
                  <a:pt x="126226" y="260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7F5F00-73FE-40C5-B735-30399EE5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94" y="2152707"/>
            <a:ext cx="148088" cy="138152"/>
          </a:xfrm>
          <a:custGeom xmlns:a="http://schemas.openxmlformats.org/drawingml/2006/main">
            <a:pathLst>
              <a:path w="148088" h="138152" fill="none">
                <a:moveTo>
                  <a:pt x="52388" y="11125"/>
                </a:moveTo>
                <a:cubicBezTo>
                  <a:pt x="52388" y="10181"/>
                  <a:pt x="48469" y="9574"/>
                  <a:pt x="40632" y="9305"/>
                </a:cubicBezTo>
                <a:cubicBezTo>
                  <a:pt x="37331" y="9305"/>
                  <a:pt x="35200" y="9237"/>
                  <a:pt x="34238" y="9102"/>
                </a:cubicBezTo>
                <a:cubicBezTo>
                  <a:pt x="33275" y="8967"/>
                  <a:pt x="32794" y="8293"/>
                  <a:pt x="32794" y="7080"/>
                </a:cubicBezTo>
                <a:cubicBezTo>
                  <a:pt x="32794" y="6945"/>
                  <a:pt x="32931" y="6203"/>
                  <a:pt x="33206" y="4855"/>
                </a:cubicBezTo>
                <a:cubicBezTo>
                  <a:pt x="34031" y="2158"/>
                  <a:pt x="34650" y="674"/>
                  <a:pt x="35063" y="405"/>
                </a:cubicBezTo>
                <a:cubicBezTo>
                  <a:pt x="35475" y="135"/>
                  <a:pt x="48813" y="0"/>
                  <a:pt x="75075" y="0"/>
                </a:cubicBezTo>
                <a:cubicBezTo>
                  <a:pt x="101201" y="135"/>
                  <a:pt x="115157" y="337"/>
                  <a:pt x="116944" y="607"/>
                </a:cubicBezTo>
                <a:cubicBezTo>
                  <a:pt x="125745" y="2090"/>
                  <a:pt x="133101" y="5394"/>
                  <a:pt x="139013" y="10518"/>
                </a:cubicBezTo>
                <a:cubicBezTo>
                  <a:pt x="144926" y="15642"/>
                  <a:pt x="147951" y="22452"/>
                  <a:pt x="148088" y="30948"/>
                </a:cubicBezTo>
                <a:cubicBezTo>
                  <a:pt x="148088" y="41331"/>
                  <a:pt x="143551" y="50838"/>
                  <a:pt x="134476" y="59468"/>
                </a:cubicBezTo>
                <a:cubicBezTo>
                  <a:pt x="124988" y="68638"/>
                  <a:pt x="112751" y="74436"/>
                  <a:pt x="97763" y="76863"/>
                </a:cubicBezTo>
                <a:cubicBezTo>
                  <a:pt x="96801" y="76998"/>
                  <a:pt x="89582" y="77133"/>
                  <a:pt x="76107" y="77268"/>
                </a:cubicBezTo>
                <a:lnTo>
                  <a:pt x="56513" y="77268"/>
                </a:lnTo>
                <a:lnTo>
                  <a:pt x="50325" y="101338"/>
                </a:lnTo>
                <a:cubicBezTo>
                  <a:pt x="46200" y="116981"/>
                  <a:pt x="44138" y="125274"/>
                  <a:pt x="44138" y="126218"/>
                </a:cubicBezTo>
                <a:cubicBezTo>
                  <a:pt x="44138" y="126757"/>
                  <a:pt x="44207" y="127094"/>
                  <a:pt x="44344" y="127229"/>
                </a:cubicBezTo>
                <a:cubicBezTo>
                  <a:pt x="44482" y="127364"/>
                  <a:pt x="44963" y="127634"/>
                  <a:pt x="45788" y="128038"/>
                </a:cubicBezTo>
                <a:cubicBezTo>
                  <a:pt x="46613" y="128443"/>
                  <a:pt x="47782" y="128578"/>
                  <a:pt x="49294" y="128443"/>
                </a:cubicBezTo>
                <a:cubicBezTo>
                  <a:pt x="50807" y="128308"/>
                  <a:pt x="53075" y="128443"/>
                  <a:pt x="56100" y="128847"/>
                </a:cubicBezTo>
                <a:lnTo>
                  <a:pt x="62494" y="128847"/>
                </a:lnTo>
                <a:cubicBezTo>
                  <a:pt x="63319" y="130061"/>
                  <a:pt x="63732" y="130803"/>
                  <a:pt x="63732" y="131072"/>
                </a:cubicBezTo>
                <a:cubicBezTo>
                  <a:pt x="63732" y="133230"/>
                  <a:pt x="63250" y="135253"/>
                  <a:pt x="62288" y="137141"/>
                </a:cubicBezTo>
                <a:cubicBezTo>
                  <a:pt x="61600" y="137815"/>
                  <a:pt x="60500" y="138152"/>
                  <a:pt x="58988" y="138152"/>
                </a:cubicBezTo>
                <a:cubicBezTo>
                  <a:pt x="58575" y="138152"/>
                  <a:pt x="56032" y="138084"/>
                  <a:pt x="51357" y="137950"/>
                </a:cubicBezTo>
                <a:cubicBezTo>
                  <a:pt x="46682" y="137815"/>
                  <a:pt x="39807" y="137747"/>
                  <a:pt x="30731" y="137747"/>
                </a:cubicBezTo>
                <a:cubicBezTo>
                  <a:pt x="22206" y="137747"/>
                  <a:pt x="15675" y="137747"/>
                  <a:pt x="11138" y="137747"/>
                </a:cubicBezTo>
                <a:cubicBezTo>
                  <a:pt x="6600" y="137747"/>
                  <a:pt x="4125" y="137815"/>
                  <a:pt x="3713" y="137950"/>
                </a:cubicBezTo>
                <a:cubicBezTo>
                  <a:pt x="1238" y="137950"/>
                  <a:pt x="0" y="137275"/>
                  <a:pt x="0" y="135927"/>
                </a:cubicBezTo>
                <a:cubicBezTo>
                  <a:pt x="0" y="135657"/>
                  <a:pt x="206" y="134713"/>
                  <a:pt x="619" y="133095"/>
                </a:cubicBezTo>
                <a:cubicBezTo>
                  <a:pt x="1169" y="130938"/>
                  <a:pt x="1719" y="129724"/>
                  <a:pt x="2269" y="129454"/>
                </a:cubicBezTo>
                <a:cubicBezTo>
                  <a:pt x="2819" y="129184"/>
                  <a:pt x="4400" y="128982"/>
                  <a:pt x="7013" y="128847"/>
                </a:cubicBezTo>
                <a:cubicBezTo>
                  <a:pt x="10725" y="128847"/>
                  <a:pt x="14850" y="128645"/>
                  <a:pt x="19388" y="128241"/>
                </a:cubicBezTo>
                <a:cubicBezTo>
                  <a:pt x="21313" y="127836"/>
                  <a:pt x="22619" y="127027"/>
                  <a:pt x="23306" y="125813"/>
                </a:cubicBezTo>
                <a:cubicBezTo>
                  <a:pt x="23719" y="125274"/>
                  <a:pt x="28669" y="106530"/>
                  <a:pt x="38156" y="69582"/>
                </a:cubicBezTo>
                <a:cubicBezTo>
                  <a:pt x="47644" y="32633"/>
                  <a:pt x="52388" y="13148"/>
                  <a:pt x="52388" y="11125"/>
                </a:cubicBezTo>
                <a:close/>
                <a:moveTo>
                  <a:pt x="126226" y="26093"/>
                </a:moveTo>
                <a:cubicBezTo>
                  <a:pt x="126226" y="24340"/>
                  <a:pt x="126088" y="22924"/>
                  <a:pt x="125813" y="21845"/>
                </a:cubicBezTo>
                <a:cubicBezTo>
                  <a:pt x="125538" y="20767"/>
                  <a:pt x="124920" y="19283"/>
                  <a:pt x="123957" y="17395"/>
                </a:cubicBezTo>
                <a:cubicBezTo>
                  <a:pt x="122995" y="15508"/>
                  <a:pt x="121276" y="14024"/>
                  <a:pt x="118801" y="12945"/>
                </a:cubicBezTo>
                <a:cubicBezTo>
                  <a:pt x="116326" y="11867"/>
                  <a:pt x="112957" y="10788"/>
                  <a:pt x="108694" y="9709"/>
                </a:cubicBezTo>
                <a:cubicBezTo>
                  <a:pt x="107732" y="9574"/>
                  <a:pt x="102232" y="9439"/>
                  <a:pt x="92194" y="9305"/>
                </a:cubicBezTo>
                <a:cubicBezTo>
                  <a:pt x="89857" y="9305"/>
                  <a:pt x="87451" y="9305"/>
                  <a:pt x="84976" y="9305"/>
                </a:cubicBezTo>
                <a:cubicBezTo>
                  <a:pt x="82501" y="9305"/>
                  <a:pt x="80507" y="9372"/>
                  <a:pt x="78994" y="9507"/>
                </a:cubicBezTo>
                <a:cubicBezTo>
                  <a:pt x="77482" y="9642"/>
                  <a:pt x="76657" y="9642"/>
                  <a:pt x="76519" y="9507"/>
                </a:cubicBezTo>
                <a:cubicBezTo>
                  <a:pt x="74732" y="9642"/>
                  <a:pt x="73494" y="10248"/>
                  <a:pt x="72807" y="11327"/>
                </a:cubicBezTo>
                <a:cubicBezTo>
                  <a:pt x="72532" y="12136"/>
                  <a:pt x="71225" y="17328"/>
                  <a:pt x="68888" y="26902"/>
                </a:cubicBezTo>
                <a:cubicBezTo>
                  <a:pt x="66550" y="36476"/>
                  <a:pt x="64144" y="45781"/>
                  <a:pt x="61669" y="54816"/>
                </a:cubicBezTo>
                <a:cubicBezTo>
                  <a:pt x="59194" y="63851"/>
                  <a:pt x="57957" y="68435"/>
                  <a:pt x="57957" y="68570"/>
                </a:cubicBezTo>
                <a:cubicBezTo>
                  <a:pt x="57957" y="68840"/>
                  <a:pt x="63525" y="68975"/>
                  <a:pt x="74663" y="68975"/>
                </a:cubicBezTo>
                <a:lnTo>
                  <a:pt x="77138" y="68975"/>
                </a:lnTo>
                <a:lnTo>
                  <a:pt x="81882" y="68975"/>
                </a:lnTo>
                <a:cubicBezTo>
                  <a:pt x="97282" y="68975"/>
                  <a:pt x="108282" y="65604"/>
                  <a:pt x="114882" y="58861"/>
                </a:cubicBezTo>
                <a:cubicBezTo>
                  <a:pt x="118595" y="55220"/>
                  <a:pt x="121413" y="49894"/>
                  <a:pt x="123338" y="42882"/>
                </a:cubicBezTo>
                <a:cubicBezTo>
                  <a:pt x="125263" y="35870"/>
                  <a:pt x="126226" y="30273"/>
                  <a:pt x="126226" y="260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4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C8CA3D-2274-41AA-B515-0E0888C7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32" y="2226101"/>
            <a:ext cx="60515" cy="98245"/>
          </a:xfrm>
          <a:custGeom xmlns:a="http://schemas.openxmlformats.org/drawingml/2006/main">
            <a:pathLst>
              <a:path w="60515" h="98245">
                <a:moveTo>
                  <a:pt x="12395" y="28887"/>
                </a:moveTo>
                <a:cubicBezTo>
                  <a:pt x="9770" y="28887"/>
                  <a:pt x="7728" y="28077"/>
                  <a:pt x="6270" y="26456"/>
                </a:cubicBezTo>
                <a:cubicBezTo>
                  <a:pt x="4812" y="24835"/>
                  <a:pt x="4034" y="22738"/>
                  <a:pt x="3937" y="20164"/>
                </a:cubicBezTo>
                <a:cubicBezTo>
                  <a:pt x="3937" y="14920"/>
                  <a:pt x="6270" y="10249"/>
                  <a:pt x="10936" y="6149"/>
                </a:cubicBezTo>
                <a:cubicBezTo>
                  <a:pt x="15603" y="2050"/>
                  <a:pt x="21241" y="0"/>
                  <a:pt x="27852" y="0"/>
                </a:cubicBezTo>
                <a:cubicBezTo>
                  <a:pt x="31254" y="0"/>
                  <a:pt x="33393" y="48"/>
                  <a:pt x="34268" y="143"/>
                </a:cubicBezTo>
                <a:cubicBezTo>
                  <a:pt x="41461" y="1287"/>
                  <a:pt x="46954" y="3814"/>
                  <a:pt x="50745" y="7722"/>
                </a:cubicBezTo>
                <a:cubicBezTo>
                  <a:pt x="54537" y="11631"/>
                  <a:pt x="56481" y="15874"/>
                  <a:pt x="56578" y="20450"/>
                </a:cubicBezTo>
                <a:cubicBezTo>
                  <a:pt x="56578" y="25407"/>
                  <a:pt x="54925" y="30222"/>
                  <a:pt x="51620" y="34894"/>
                </a:cubicBezTo>
                <a:cubicBezTo>
                  <a:pt x="48315" y="39565"/>
                  <a:pt x="43746" y="42950"/>
                  <a:pt x="37913" y="45047"/>
                </a:cubicBezTo>
                <a:lnTo>
                  <a:pt x="37476" y="45333"/>
                </a:lnTo>
                <a:cubicBezTo>
                  <a:pt x="37476" y="45428"/>
                  <a:pt x="37913" y="45571"/>
                  <a:pt x="38788" y="45762"/>
                </a:cubicBezTo>
                <a:cubicBezTo>
                  <a:pt x="39663" y="45953"/>
                  <a:pt x="41073" y="46382"/>
                  <a:pt x="43017" y="47049"/>
                </a:cubicBezTo>
                <a:cubicBezTo>
                  <a:pt x="44961" y="47716"/>
                  <a:pt x="46808" y="48718"/>
                  <a:pt x="48558" y="50052"/>
                </a:cubicBezTo>
                <a:cubicBezTo>
                  <a:pt x="56529" y="55105"/>
                  <a:pt x="60515" y="61779"/>
                  <a:pt x="60515" y="70073"/>
                </a:cubicBezTo>
                <a:cubicBezTo>
                  <a:pt x="60515" y="77605"/>
                  <a:pt x="57502" y="84183"/>
                  <a:pt x="51474" y="89808"/>
                </a:cubicBezTo>
                <a:cubicBezTo>
                  <a:pt x="45447" y="95433"/>
                  <a:pt x="37816" y="98245"/>
                  <a:pt x="28581" y="98245"/>
                </a:cubicBezTo>
                <a:cubicBezTo>
                  <a:pt x="20804" y="98245"/>
                  <a:pt x="14096" y="96196"/>
                  <a:pt x="8458" y="92096"/>
                </a:cubicBezTo>
                <a:cubicBezTo>
                  <a:pt x="2819" y="87997"/>
                  <a:pt x="0" y="82801"/>
                  <a:pt x="0" y="76508"/>
                </a:cubicBezTo>
                <a:cubicBezTo>
                  <a:pt x="0" y="73839"/>
                  <a:pt x="875" y="71694"/>
                  <a:pt x="2625" y="70073"/>
                </a:cubicBezTo>
                <a:cubicBezTo>
                  <a:pt x="4375" y="68452"/>
                  <a:pt x="6562" y="67594"/>
                  <a:pt x="9187" y="67499"/>
                </a:cubicBezTo>
                <a:cubicBezTo>
                  <a:pt x="11909" y="67499"/>
                  <a:pt x="14145" y="68357"/>
                  <a:pt x="15894" y="70073"/>
                </a:cubicBezTo>
                <a:cubicBezTo>
                  <a:pt x="17644" y="71789"/>
                  <a:pt x="18519" y="73934"/>
                  <a:pt x="18519" y="76508"/>
                </a:cubicBezTo>
                <a:cubicBezTo>
                  <a:pt x="18519" y="77557"/>
                  <a:pt x="18373" y="78511"/>
                  <a:pt x="18082" y="79369"/>
                </a:cubicBezTo>
                <a:cubicBezTo>
                  <a:pt x="17790" y="80227"/>
                  <a:pt x="17450" y="80989"/>
                  <a:pt x="17061" y="81657"/>
                </a:cubicBezTo>
                <a:cubicBezTo>
                  <a:pt x="16672" y="82324"/>
                  <a:pt x="16137" y="82896"/>
                  <a:pt x="15457" y="83373"/>
                </a:cubicBezTo>
                <a:cubicBezTo>
                  <a:pt x="14776" y="83849"/>
                  <a:pt x="14193" y="84231"/>
                  <a:pt x="13707" y="84517"/>
                </a:cubicBezTo>
                <a:cubicBezTo>
                  <a:pt x="13221" y="84803"/>
                  <a:pt x="12735" y="84993"/>
                  <a:pt x="12249" y="85089"/>
                </a:cubicBezTo>
                <a:cubicBezTo>
                  <a:pt x="11763" y="85184"/>
                  <a:pt x="11374" y="85327"/>
                  <a:pt x="11082" y="85518"/>
                </a:cubicBezTo>
                <a:lnTo>
                  <a:pt x="10499" y="85661"/>
                </a:lnTo>
                <a:cubicBezTo>
                  <a:pt x="15457" y="89951"/>
                  <a:pt x="21484" y="92096"/>
                  <a:pt x="28581" y="92096"/>
                </a:cubicBezTo>
                <a:cubicBezTo>
                  <a:pt x="33927" y="92096"/>
                  <a:pt x="37962" y="89570"/>
                  <a:pt x="40684" y="84517"/>
                </a:cubicBezTo>
                <a:cubicBezTo>
                  <a:pt x="42336" y="81371"/>
                  <a:pt x="43163" y="76556"/>
                  <a:pt x="43163" y="70073"/>
                </a:cubicBezTo>
                <a:lnTo>
                  <a:pt x="43163" y="67213"/>
                </a:lnTo>
                <a:cubicBezTo>
                  <a:pt x="43163" y="58156"/>
                  <a:pt x="40052" y="52102"/>
                  <a:pt x="33830" y="49051"/>
                </a:cubicBezTo>
                <a:cubicBezTo>
                  <a:pt x="32372" y="48479"/>
                  <a:pt x="29407" y="48145"/>
                  <a:pt x="24935" y="48050"/>
                </a:cubicBezTo>
                <a:lnTo>
                  <a:pt x="18811" y="47907"/>
                </a:lnTo>
                <a:lnTo>
                  <a:pt x="18373" y="47621"/>
                </a:lnTo>
                <a:cubicBezTo>
                  <a:pt x="18179" y="47335"/>
                  <a:pt x="18082" y="46572"/>
                  <a:pt x="18082" y="45333"/>
                </a:cubicBezTo>
                <a:cubicBezTo>
                  <a:pt x="18082" y="43617"/>
                  <a:pt x="18470" y="42759"/>
                  <a:pt x="19248" y="42759"/>
                </a:cubicBezTo>
                <a:cubicBezTo>
                  <a:pt x="21970" y="42759"/>
                  <a:pt x="24789" y="42521"/>
                  <a:pt x="27706" y="42044"/>
                </a:cubicBezTo>
                <a:cubicBezTo>
                  <a:pt x="31011" y="41567"/>
                  <a:pt x="34025" y="39565"/>
                  <a:pt x="36747" y="36038"/>
                </a:cubicBezTo>
                <a:cubicBezTo>
                  <a:pt x="39469" y="32510"/>
                  <a:pt x="40830" y="27171"/>
                  <a:pt x="40830" y="20021"/>
                </a:cubicBezTo>
                <a:lnTo>
                  <a:pt x="40830" y="18877"/>
                </a:lnTo>
                <a:cubicBezTo>
                  <a:pt x="40830" y="13443"/>
                  <a:pt x="39128" y="9677"/>
                  <a:pt x="35726" y="7579"/>
                </a:cubicBezTo>
                <a:cubicBezTo>
                  <a:pt x="33587" y="6245"/>
                  <a:pt x="31303" y="5577"/>
                  <a:pt x="28872" y="5577"/>
                </a:cubicBezTo>
                <a:cubicBezTo>
                  <a:pt x="25761" y="5577"/>
                  <a:pt x="22894" y="6102"/>
                  <a:pt x="20269" y="7150"/>
                </a:cubicBezTo>
                <a:cubicBezTo>
                  <a:pt x="17644" y="8199"/>
                  <a:pt x="15797" y="9295"/>
                  <a:pt x="14728" y="10439"/>
                </a:cubicBezTo>
                <a:cubicBezTo>
                  <a:pt x="13658" y="11584"/>
                  <a:pt x="13124" y="12156"/>
                  <a:pt x="13124" y="12156"/>
                </a:cubicBezTo>
                <a:lnTo>
                  <a:pt x="13561" y="12156"/>
                </a:lnTo>
                <a:cubicBezTo>
                  <a:pt x="13853" y="12251"/>
                  <a:pt x="14242" y="12346"/>
                  <a:pt x="14728" y="12442"/>
                </a:cubicBezTo>
                <a:cubicBezTo>
                  <a:pt x="15214" y="12537"/>
                  <a:pt x="15700" y="12775"/>
                  <a:pt x="16186" y="13157"/>
                </a:cubicBezTo>
                <a:cubicBezTo>
                  <a:pt x="16672" y="13538"/>
                  <a:pt x="17255" y="13872"/>
                  <a:pt x="17936" y="14158"/>
                </a:cubicBezTo>
                <a:cubicBezTo>
                  <a:pt x="18616" y="14444"/>
                  <a:pt x="19102" y="14968"/>
                  <a:pt x="19394" y="15731"/>
                </a:cubicBezTo>
                <a:cubicBezTo>
                  <a:pt x="19686" y="16493"/>
                  <a:pt x="20075" y="17208"/>
                  <a:pt x="20561" y="17876"/>
                </a:cubicBezTo>
                <a:cubicBezTo>
                  <a:pt x="21047" y="18543"/>
                  <a:pt x="21192" y="19497"/>
                  <a:pt x="20998" y="20736"/>
                </a:cubicBezTo>
                <a:cubicBezTo>
                  <a:pt x="20998" y="22833"/>
                  <a:pt x="20318" y="24692"/>
                  <a:pt x="18957" y="26313"/>
                </a:cubicBezTo>
                <a:cubicBezTo>
                  <a:pt x="17596" y="27934"/>
                  <a:pt x="15408" y="28792"/>
                  <a:pt x="12395" y="288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7672ED-BE6F-4151-945D-B37DD4C2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32" y="2226101"/>
            <a:ext cx="60515" cy="98245"/>
          </a:xfrm>
          <a:custGeom xmlns:a="http://schemas.openxmlformats.org/drawingml/2006/main">
            <a:pathLst>
              <a:path w="60515" h="98245" fill="none">
                <a:moveTo>
                  <a:pt x="12395" y="28887"/>
                </a:moveTo>
                <a:cubicBezTo>
                  <a:pt x="9770" y="28887"/>
                  <a:pt x="7728" y="28077"/>
                  <a:pt x="6270" y="26456"/>
                </a:cubicBezTo>
                <a:cubicBezTo>
                  <a:pt x="4812" y="24835"/>
                  <a:pt x="4034" y="22738"/>
                  <a:pt x="3937" y="20164"/>
                </a:cubicBezTo>
                <a:cubicBezTo>
                  <a:pt x="3937" y="14920"/>
                  <a:pt x="6270" y="10249"/>
                  <a:pt x="10936" y="6149"/>
                </a:cubicBezTo>
                <a:cubicBezTo>
                  <a:pt x="15603" y="2050"/>
                  <a:pt x="21241" y="0"/>
                  <a:pt x="27852" y="0"/>
                </a:cubicBezTo>
                <a:cubicBezTo>
                  <a:pt x="31254" y="0"/>
                  <a:pt x="33393" y="48"/>
                  <a:pt x="34268" y="143"/>
                </a:cubicBezTo>
                <a:cubicBezTo>
                  <a:pt x="41461" y="1287"/>
                  <a:pt x="46954" y="3814"/>
                  <a:pt x="50745" y="7722"/>
                </a:cubicBezTo>
                <a:cubicBezTo>
                  <a:pt x="54537" y="11631"/>
                  <a:pt x="56481" y="15874"/>
                  <a:pt x="56578" y="20450"/>
                </a:cubicBezTo>
                <a:cubicBezTo>
                  <a:pt x="56578" y="25407"/>
                  <a:pt x="54925" y="30222"/>
                  <a:pt x="51620" y="34894"/>
                </a:cubicBezTo>
                <a:cubicBezTo>
                  <a:pt x="48315" y="39565"/>
                  <a:pt x="43746" y="42950"/>
                  <a:pt x="37913" y="45047"/>
                </a:cubicBezTo>
                <a:lnTo>
                  <a:pt x="37476" y="45333"/>
                </a:lnTo>
                <a:cubicBezTo>
                  <a:pt x="37476" y="45428"/>
                  <a:pt x="37913" y="45571"/>
                  <a:pt x="38788" y="45762"/>
                </a:cubicBezTo>
                <a:cubicBezTo>
                  <a:pt x="39663" y="45953"/>
                  <a:pt x="41073" y="46382"/>
                  <a:pt x="43017" y="47049"/>
                </a:cubicBezTo>
                <a:cubicBezTo>
                  <a:pt x="44961" y="47716"/>
                  <a:pt x="46808" y="48718"/>
                  <a:pt x="48558" y="50052"/>
                </a:cubicBezTo>
                <a:cubicBezTo>
                  <a:pt x="56529" y="55105"/>
                  <a:pt x="60515" y="61779"/>
                  <a:pt x="60515" y="70073"/>
                </a:cubicBezTo>
                <a:cubicBezTo>
                  <a:pt x="60515" y="77605"/>
                  <a:pt x="57502" y="84183"/>
                  <a:pt x="51474" y="89808"/>
                </a:cubicBezTo>
                <a:cubicBezTo>
                  <a:pt x="45447" y="95433"/>
                  <a:pt x="37816" y="98245"/>
                  <a:pt x="28581" y="98245"/>
                </a:cubicBezTo>
                <a:cubicBezTo>
                  <a:pt x="20804" y="98245"/>
                  <a:pt x="14096" y="96196"/>
                  <a:pt x="8458" y="92096"/>
                </a:cubicBezTo>
                <a:cubicBezTo>
                  <a:pt x="2819" y="87997"/>
                  <a:pt x="0" y="82801"/>
                  <a:pt x="0" y="76508"/>
                </a:cubicBezTo>
                <a:cubicBezTo>
                  <a:pt x="0" y="73839"/>
                  <a:pt x="875" y="71694"/>
                  <a:pt x="2625" y="70073"/>
                </a:cubicBezTo>
                <a:cubicBezTo>
                  <a:pt x="4375" y="68452"/>
                  <a:pt x="6562" y="67594"/>
                  <a:pt x="9187" y="67499"/>
                </a:cubicBezTo>
                <a:cubicBezTo>
                  <a:pt x="11909" y="67499"/>
                  <a:pt x="14145" y="68357"/>
                  <a:pt x="15894" y="70073"/>
                </a:cubicBezTo>
                <a:cubicBezTo>
                  <a:pt x="17644" y="71789"/>
                  <a:pt x="18519" y="73934"/>
                  <a:pt x="18519" y="76508"/>
                </a:cubicBezTo>
                <a:cubicBezTo>
                  <a:pt x="18519" y="77557"/>
                  <a:pt x="18373" y="78511"/>
                  <a:pt x="18082" y="79369"/>
                </a:cubicBezTo>
                <a:cubicBezTo>
                  <a:pt x="17790" y="80227"/>
                  <a:pt x="17450" y="80989"/>
                  <a:pt x="17061" y="81657"/>
                </a:cubicBezTo>
                <a:cubicBezTo>
                  <a:pt x="16672" y="82324"/>
                  <a:pt x="16137" y="82896"/>
                  <a:pt x="15457" y="83373"/>
                </a:cubicBezTo>
                <a:cubicBezTo>
                  <a:pt x="14776" y="83849"/>
                  <a:pt x="14193" y="84231"/>
                  <a:pt x="13707" y="84517"/>
                </a:cubicBezTo>
                <a:cubicBezTo>
                  <a:pt x="13221" y="84803"/>
                  <a:pt x="12735" y="84993"/>
                  <a:pt x="12249" y="85089"/>
                </a:cubicBezTo>
                <a:cubicBezTo>
                  <a:pt x="11763" y="85184"/>
                  <a:pt x="11374" y="85327"/>
                  <a:pt x="11082" y="85518"/>
                </a:cubicBezTo>
                <a:lnTo>
                  <a:pt x="10499" y="85661"/>
                </a:lnTo>
                <a:cubicBezTo>
                  <a:pt x="15457" y="89951"/>
                  <a:pt x="21484" y="92096"/>
                  <a:pt x="28581" y="92096"/>
                </a:cubicBezTo>
                <a:cubicBezTo>
                  <a:pt x="33927" y="92096"/>
                  <a:pt x="37962" y="89570"/>
                  <a:pt x="40684" y="84517"/>
                </a:cubicBezTo>
                <a:cubicBezTo>
                  <a:pt x="42336" y="81371"/>
                  <a:pt x="43163" y="76556"/>
                  <a:pt x="43163" y="70073"/>
                </a:cubicBezTo>
                <a:lnTo>
                  <a:pt x="43163" y="67213"/>
                </a:lnTo>
                <a:cubicBezTo>
                  <a:pt x="43163" y="58156"/>
                  <a:pt x="40052" y="52102"/>
                  <a:pt x="33830" y="49051"/>
                </a:cubicBezTo>
                <a:cubicBezTo>
                  <a:pt x="32372" y="48479"/>
                  <a:pt x="29407" y="48145"/>
                  <a:pt x="24935" y="48050"/>
                </a:cubicBezTo>
                <a:lnTo>
                  <a:pt x="18811" y="47907"/>
                </a:lnTo>
                <a:lnTo>
                  <a:pt x="18373" y="47621"/>
                </a:lnTo>
                <a:cubicBezTo>
                  <a:pt x="18179" y="47335"/>
                  <a:pt x="18082" y="46572"/>
                  <a:pt x="18082" y="45333"/>
                </a:cubicBezTo>
                <a:cubicBezTo>
                  <a:pt x="18082" y="43617"/>
                  <a:pt x="18470" y="42759"/>
                  <a:pt x="19248" y="42759"/>
                </a:cubicBezTo>
                <a:cubicBezTo>
                  <a:pt x="21970" y="42759"/>
                  <a:pt x="24789" y="42521"/>
                  <a:pt x="27706" y="42044"/>
                </a:cubicBezTo>
                <a:cubicBezTo>
                  <a:pt x="31011" y="41567"/>
                  <a:pt x="34025" y="39565"/>
                  <a:pt x="36747" y="36038"/>
                </a:cubicBezTo>
                <a:cubicBezTo>
                  <a:pt x="39469" y="32510"/>
                  <a:pt x="40830" y="27171"/>
                  <a:pt x="40830" y="20021"/>
                </a:cubicBezTo>
                <a:lnTo>
                  <a:pt x="40830" y="18877"/>
                </a:lnTo>
                <a:cubicBezTo>
                  <a:pt x="40830" y="13443"/>
                  <a:pt x="39128" y="9677"/>
                  <a:pt x="35726" y="7579"/>
                </a:cubicBezTo>
                <a:cubicBezTo>
                  <a:pt x="33587" y="6245"/>
                  <a:pt x="31303" y="5577"/>
                  <a:pt x="28872" y="5577"/>
                </a:cubicBezTo>
                <a:cubicBezTo>
                  <a:pt x="25761" y="5577"/>
                  <a:pt x="22894" y="6102"/>
                  <a:pt x="20269" y="7150"/>
                </a:cubicBezTo>
                <a:cubicBezTo>
                  <a:pt x="17644" y="8199"/>
                  <a:pt x="15797" y="9295"/>
                  <a:pt x="14728" y="10439"/>
                </a:cubicBezTo>
                <a:cubicBezTo>
                  <a:pt x="13658" y="11584"/>
                  <a:pt x="13124" y="12156"/>
                  <a:pt x="13124" y="12156"/>
                </a:cubicBezTo>
                <a:lnTo>
                  <a:pt x="13561" y="12156"/>
                </a:lnTo>
                <a:cubicBezTo>
                  <a:pt x="13853" y="12251"/>
                  <a:pt x="14242" y="12346"/>
                  <a:pt x="14728" y="12442"/>
                </a:cubicBezTo>
                <a:cubicBezTo>
                  <a:pt x="15214" y="12537"/>
                  <a:pt x="15700" y="12775"/>
                  <a:pt x="16186" y="13157"/>
                </a:cubicBezTo>
                <a:cubicBezTo>
                  <a:pt x="16672" y="13538"/>
                  <a:pt x="17255" y="13872"/>
                  <a:pt x="17936" y="14158"/>
                </a:cubicBezTo>
                <a:cubicBezTo>
                  <a:pt x="18616" y="14444"/>
                  <a:pt x="19102" y="14968"/>
                  <a:pt x="19394" y="15731"/>
                </a:cubicBezTo>
                <a:cubicBezTo>
                  <a:pt x="19686" y="16493"/>
                  <a:pt x="20075" y="17208"/>
                  <a:pt x="20561" y="17876"/>
                </a:cubicBezTo>
                <a:cubicBezTo>
                  <a:pt x="21047" y="18543"/>
                  <a:pt x="21192" y="19497"/>
                  <a:pt x="20998" y="20736"/>
                </a:cubicBezTo>
                <a:cubicBezTo>
                  <a:pt x="20998" y="22833"/>
                  <a:pt x="20318" y="24692"/>
                  <a:pt x="18957" y="26313"/>
                </a:cubicBezTo>
                <a:cubicBezTo>
                  <a:pt x="17596" y="27934"/>
                  <a:pt x="15408" y="28792"/>
                  <a:pt x="12395" y="2888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4" cap="flat">
            <a:solidFill>
              <a:srgbClr val="000000">
                <a:alpha val="8960"/>
              </a:srgbClr>
            </a:solidFill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400095-2AE7-41EE-BAA7-67CE6563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38" y="2139155"/>
            <a:ext cx="49294" cy="202272"/>
          </a:xfrm>
          <a:custGeom xmlns:a="http://schemas.openxmlformats.org/drawingml/2006/main">
            <a:pathLst>
              <a:path w="49294" h="202272">
                <a:moveTo>
                  <a:pt x="0" y="101136"/>
                </a:moveTo>
                <a:cubicBezTo>
                  <a:pt x="0" y="91832"/>
                  <a:pt x="688" y="82999"/>
                  <a:pt x="2063" y="74638"/>
                </a:cubicBezTo>
                <a:cubicBezTo>
                  <a:pt x="3438" y="66278"/>
                  <a:pt x="5019" y="59063"/>
                  <a:pt x="6806" y="52995"/>
                </a:cubicBezTo>
                <a:cubicBezTo>
                  <a:pt x="8594" y="46927"/>
                  <a:pt x="11138" y="40994"/>
                  <a:pt x="14438" y="35195"/>
                </a:cubicBezTo>
                <a:cubicBezTo>
                  <a:pt x="17738" y="29397"/>
                  <a:pt x="20350" y="24879"/>
                  <a:pt x="22275" y="21643"/>
                </a:cubicBezTo>
                <a:cubicBezTo>
                  <a:pt x="24200" y="18407"/>
                  <a:pt x="27088" y="14901"/>
                  <a:pt x="30938" y="11125"/>
                </a:cubicBezTo>
                <a:cubicBezTo>
                  <a:pt x="34788" y="7349"/>
                  <a:pt x="37056" y="5057"/>
                  <a:pt x="37744" y="4248"/>
                </a:cubicBezTo>
                <a:cubicBezTo>
                  <a:pt x="38431" y="3439"/>
                  <a:pt x="40150" y="2023"/>
                  <a:pt x="42900" y="0"/>
                </a:cubicBezTo>
                <a:lnTo>
                  <a:pt x="45582" y="0"/>
                </a:lnTo>
                <a:lnTo>
                  <a:pt x="46407" y="0"/>
                </a:lnTo>
                <a:cubicBezTo>
                  <a:pt x="48332" y="0"/>
                  <a:pt x="49294" y="607"/>
                  <a:pt x="49294" y="1820"/>
                </a:cubicBezTo>
                <a:cubicBezTo>
                  <a:pt x="49294" y="2225"/>
                  <a:pt x="48125" y="3641"/>
                  <a:pt x="45788" y="6068"/>
                </a:cubicBezTo>
                <a:cubicBezTo>
                  <a:pt x="43450" y="8495"/>
                  <a:pt x="40632" y="12069"/>
                  <a:pt x="37331" y="16789"/>
                </a:cubicBezTo>
                <a:cubicBezTo>
                  <a:pt x="34031" y="21508"/>
                  <a:pt x="30663" y="27307"/>
                  <a:pt x="27225" y="34184"/>
                </a:cubicBezTo>
                <a:cubicBezTo>
                  <a:pt x="23788" y="41061"/>
                  <a:pt x="20900" y="50366"/>
                  <a:pt x="18563" y="62098"/>
                </a:cubicBezTo>
                <a:cubicBezTo>
                  <a:pt x="16225" y="73829"/>
                  <a:pt x="15056" y="86842"/>
                  <a:pt x="15056" y="101136"/>
                </a:cubicBezTo>
                <a:cubicBezTo>
                  <a:pt x="15056" y="115430"/>
                  <a:pt x="16225" y="128375"/>
                  <a:pt x="18563" y="139972"/>
                </a:cubicBezTo>
                <a:cubicBezTo>
                  <a:pt x="20900" y="151569"/>
                  <a:pt x="23719" y="160941"/>
                  <a:pt x="27019" y="168088"/>
                </a:cubicBezTo>
                <a:cubicBezTo>
                  <a:pt x="30319" y="175235"/>
                  <a:pt x="33688" y="181034"/>
                  <a:pt x="37125" y="185484"/>
                </a:cubicBezTo>
                <a:cubicBezTo>
                  <a:pt x="40563" y="189934"/>
                  <a:pt x="43450" y="193507"/>
                  <a:pt x="45788" y="196204"/>
                </a:cubicBezTo>
                <a:cubicBezTo>
                  <a:pt x="48125" y="198901"/>
                  <a:pt x="49294" y="200317"/>
                  <a:pt x="49294" y="200452"/>
                </a:cubicBezTo>
                <a:cubicBezTo>
                  <a:pt x="49294" y="201665"/>
                  <a:pt x="48263" y="202272"/>
                  <a:pt x="46200" y="202272"/>
                </a:cubicBezTo>
                <a:lnTo>
                  <a:pt x="45582" y="202272"/>
                </a:lnTo>
                <a:lnTo>
                  <a:pt x="42900" y="202272"/>
                </a:lnTo>
                <a:lnTo>
                  <a:pt x="37125" y="197418"/>
                </a:lnTo>
                <a:cubicBezTo>
                  <a:pt x="24200" y="185956"/>
                  <a:pt x="14781" y="171662"/>
                  <a:pt x="8869" y="154536"/>
                </a:cubicBezTo>
                <a:cubicBezTo>
                  <a:pt x="2956" y="137410"/>
                  <a:pt x="0" y="119610"/>
                  <a:pt x="0" y="1011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DDA687-44C7-433B-8490-45CF5541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38" y="2139155"/>
            <a:ext cx="49294" cy="202272"/>
          </a:xfrm>
          <a:custGeom xmlns:a="http://schemas.openxmlformats.org/drawingml/2006/main">
            <a:pathLst>
              <a:path w="49294" h="202272" fill="none">
                <a:moveTo>
                  <a:pt x="0" y="101136"/>
                </a:moveTo>
                <a:cubicBezTo>
                  <a:pt x="0" y="91832"/>
                  <a:pt x="688" y="82999"/>
                  <a:pt x="2063" y="74638"/>
                </a:cubicBezTo>
                <a:cubicBezTo>
                  <a:pt x="3438" y="66278"/>
                  <a:pt x="5019" y="59063"/>
                  <a:pt x="6806" y="52995"/>
                </a:cubicBezTo>
                <a:cubicBezTo>
                  <a:pt x="8594" y="46927"/>
                  <a:pt x="11138" y="40994"/>
                  <a:pt x="14438" y="35195"/>
                </a:cubicBezTo>
                <a:cubicBezTo>
                  <a:pt x="17738" y="29397"/>
                  <a:pt x="20350" y="24879"/>
                  <a:pt x="22275" y="21643"/>
                </a:cubicBezTo>
                <a:cubicBezTo>
                  <a:pt x="24200" y="18407"/>
                  <a:pt x="27088" y="14901"/>
                  <a:pt x="30938" y="11125"/>
                </a:cubicBezTo>
                <a:cubicBezTo>
                  <a:pt x="34788" y="7349"/>
                  <a:pt x="37056" y="5057"/>
                  <a:pt x="37744" y="4248"/>
                </a:cubicBezTo>
                <a:cubicBezTo>
                  <a:pt x="38431" y="3439"/>
                  <a:pt x="40150" y="2023"/>
                  <a:pt x="42900" y="0"/>
                </a:cubicBezTo>
                <a:lnTo>
                  <a:pt x="45582" y="0"/>
                </a:lnTo>
                <a:lnTo>
                  <a:pt x="46407" y="0"/>
                </a:lnTo>
                <a:cubicBezTo>
                  <a:pt x="48332" y="0"/>
                  <a:pt x="49294" y="607"/>
                  <a:pt x="49294" y="1820"/>
                </a:cubicBezTo>
                <a:cubicBezTo>
                  <a:pt x="49294" y="2225"/>
                  <a:pt x="48125" y="3641"/>
                  <a:pt x="45788" y="6068"/>
                </a:cubicBezTo>
                <a:cubicBezTo>
                  <a:pt x="43450" y="8495"/>
                  <a:pt x="40632" y="12069"/>
                  <a:pt x="37331" y="16789"/>
                </a:cubicBezTo>
                <a:cubicBezTo>
                  <a:pt x="34031" y="21508"/>
                  <a:pt x="30663" y="27307"/>
                  <a:pt x="27225" y="34184"/>
                </a:cubicBezTo>
                <a:cubicBezTo>
                  <a:pt x="23788" y="41061"/>
                  <a:pt x="20900" y="50366"/>
                  <a:pt x="18563" y="62098"/>
                </a:cubicBezTo>
                <a:cubicBezTo>
                  <a:pt x="16225" y="73829"/>
                  <a:pt x="15056" y="86842"/>
                  <a:pt x="15056" y="101136"/>
                </a:cubicBezTo>
                <a:cubicBezTo>
                  <a:pt x="15056" y="115430"/>
                  <a:pt x="16225" y="128375"/>
                  <a:pt x="18563" y="139972"/>
                </a:cubicBezTo>
                <a:cubicBezTo>
                  <a:pt x="20900" y="151569"/>
                  <a:pt x="23719" y="160941"/>
                  <a:pt x="27019" y="168088"/>
                </a:cubicBezTo>
                <a:cubicBezTo>
                  <a:pt x="30319" y="175235"/>
                  <a:pt x="33688" y="181034"/>
                  <a:pt x="37125" y="185484"/>
                </a:cubicBezTo>
                <a:cubicBezTo>
                  <a:pt x="40563" y="189934"/>
                  <a:pt x="43450" y="193507"/>
                  <a:pt x="45788" y="196204"/>
                </a:cubicBezTo>
                <a:cubicBezTo>
                  <a:pt x="48125" y="198901"/>
                  <a:pt x="49294" y="200317"/>
                  <a:pt x="49294" y="200452"/>
                </a:cubicBezTo>
                <a:cubicBezTo>
                  <a:pt x="49294" y="201665"/>
                  <a:pt x="48263" y="202272"/>
                  <a:pt x="46200" y="202272"/>
                </a:cubicBezTo>
                <a:lnTo>
                  <a:pt x="45582" y="202272"/>
                </a:lnTo>
                <a:lnTo>
                  <a:pt x="42900" y="202272"/>
                </a:lnTo>
                <a:lnTo>
                  <a:pt x="37125" y="197418"/>
                </a:lnTo>
                <a:cubicBezTo>
                  <a:pt x="24200" y="185956"/>
                  <a:pt x="14781" y="171662"/>
                  <a:pt x="8869" y="154536"/>
                </a:cubicBezTo>
                <a:cubicBezTo>
                  <a:pt x="2956" y="137410"/>
                  <a:pt x="0" y="119610"/>
                  <a:pt x="0" y="10113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4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8F3E5C-0D3A-4B4D-8572-97644909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95" y="2148257"/>
            <a:ext cx="146438" cy="147052"/>
          </a:xfrm>
          <a:custGeom xmlns:a="http://schemas.openxmlformats.org/drawingml/2006/main">
            <a:pathLst>
              <a:path w="146438" h="147052">
                <a:moveTo>
                  <a:pt x="0" y="91629"/>
                </a:moveTo>
                <a:cubicBezTo>
                  <a:pt x="0" y="76122"/>
                  <a:pt x="4606" y="61221"/>
                  <a:pt x="13819" y="46927"/>
                </a:cubicBezTo>
                <a:cubicBezTo>
                  <a:pt x="23031" y="32633"/>
                  <a:pt x="34650" y="21306"/>
                  <a:pt x="48675" y="12945"/>
                </a:cubicBezTo>
                <a:cubicBezTo>
                  <a:pt x="62700" y="4585"/>
                  <a:pt x="76725" y="337"/>
                  <a:pt x="90751" y="202"/>
                </a:cubicBezTo>
                <a:cubicBezTo>
                  <a:pt x="103126" y="202"/>
                  <a:pt x="112957" y="3641"/>
                  <a:pt x="120245" y="10518"/>
                </a:cubicBezTo>
                <a:cubicBezTo>
                  <a:pt x="121482" y="11867"/>
                  <a:pt x="122513" y="13013"/>
                  <a:pt x="123338" y="13957"/>
                </a:cubicBezTo>
                <a:cubicBezTo>
                  <a:pt x="124163" y="14901"/>
                  <a:pt x="124713" y="15575"/>
                  <a:pt x="124988" y="15980"/>
                </a:cubicBezTo>
                <a:lnTo>
                  <a:pt x="125195" y="16586"/>
                </a:lnTo>
                <a:cubicBezTo>
                  <a:pt x="125607" y="16586"/>
                  <a:pt x="127463" y="14833"/>
                  <a:pt x="130763" y="11327"/>
                </a:cubicBezTo>
                <a:cubicBezTo>
                  <a:pt x="131726" y="10518"/>
                  <a:pt x="132757" y="9574"/>
                  <a:pt x="133857" y="8495"/>
                </a:cubicBezTo>
                <a:cubicBezTo>
                  <a:pt x="134957" y="7417"/>
                  <a:pt x="136057" y="6338"/>
                  <a:pt x="137157" y="5259"/>
                </a:cubicBezTo>
                <a:cubicBezTo>
                  <a:pt x="138257" y="4180"/>
                  <a:pt x="138945" y="3439"/>
                  <a:pt x="139220" y="3034"/>
                </a:cubicBezTo>
                <a:lnTo>
                  <a:pt x="142313" y="0"/>
                </a:lnTo>
                <a:lnTo>
                  <a:pt x="143551" y="0"/>
                </a:lnTo>
                <a:cubicBezTo>
                  <a:pt x="145476" y="0"/>
                  <a:pt x="146438" y="472"/>
                  <a:pt x="146438" y="1416"/>
                </a:cubicBezTo>
                <a:cubicBezTo>
                  <a:pt x="146438" y="1955"/>
                  <a:pt x="144238" y="11192"/>
                  <a:pt x="139838" y="29127"/>
                </a:cubicBezTo>
                <a:cubicBezTo>
                  <a:pt x="134888" y="47871"/>
                  <a:pt x="132413" y="57310"/>
                  <a:pt x="132413" y="57445"/>
                </a:cubicBezTo>
                <a:cubicBezTo>
                  <a:pt x="132138" y="58120"/>
                  <a:pt x="131795" y="58524"/>
                  <a:pt x="131382" y="58659"/>
                </a:cubicBezTo>
                <a:cubicBezTo>
                  <a:pt x="130970" y="58794"/>
                  <a:pt x="129732" y="58929"/>
                  <a:pt x="127670" y="59063"/>
                </a:cubicBezTo>
                <a:lnTo>
                  <a:pt x="124370" y="59063"/>
                </a:lnTo>
                <a:cubicBezTo>
                  <a:pt x="123545" y="58254"/>
                  <a:pt x="123132" y="57648"/>
                  <a:pt x="123132" y="57243"/>
                </a:cubicBezTo>
                <a:cubicBezTo>
                  <a:pt x="123132" y="57108"/>
                  <a:pt x="123201" y="56636"/>
                  <a:pt x="123338" y="55827"/>
                </a:cubicBezTo>
                <a:cubicBezTo>
                  <a:pt x="123476" y="55018"/>
                  <a:pt x="123613" y="53670"/>
                  <a:pt x="123751" y="51782"/>
                </a:cubicBezTo>
                <a:cubicBezTo>
                  <a:pt x="123888" y="49894"/>
                  <a:pt x="123957" y="47736"/>
                  <a:pt x="123957" y="45309"/>
                </a:cubicBezTo>
                <a:cubicBezTo>
                  <a:pt x="123957" y="35735"/>
                  <a:pt x="121757" y="27374"/>
                  <a:pt x="117357" y="20227"/>
                </a:cubicBezTo>
                <a:cubicBezTo>
                  <a:pt x="112957" y="13080"/>
                  <a:pt x="105463" y="9439"/>
                  <a:pt x="94876" y="9305"/>
                </a:cubicBezTo>
                <a:cubicBezTo>
                  <a:pt x="92401" y="9305"/>
                  <a:pt x="89719" y="9507"/>
                  <a:pt x="86832" y="9911"/>
                </a:cubicBezTo>
                <a:cubicBezTo>
                  <a:pt x="83944" y="10316"/>
                  <a:pt x="80301" y="11192"/>
                  <a:pt x="75900" y="12541"/>
                </a:cubicBezTo>
                <a:cubicBezTo>
                  <a:pt x="71500" y="13889"/>
                  <a:pt x="67307" y="15777"/>
                  <a:pt x="63319" y="18204"/>
                </a:cubicBezTo>
                <a:cubicBezTo>
                  <a:pt x="59332" y="20632"/>
                  <a:pt x="55000" y="23868"/>
                  <a:pt x="50325" y="27914"/>
                </a:cubicBezTo>
                <a:cubicBezTo>
                  <a:pt x="45650" y="31959"/>
                  <a:pt x="41663" y="36746"/>
                  <a:pt x="38363" y="42275"/>
                </a:cubicBezTo>
                <a:cubicBezTo>
                  <a:pt x="35063" y="47804"/>
                  <a:pt x="31831" y="54681"/>
                  <a:pt x="28669" y="62907"/>
                </a:cubicBezTo>
                <a:cubicBezTo>
                  <a:pt x="25506" y="71132"/>
                  <a:pt x="23375" y="80167"/>
                  <a:pt x="22275" y="90011"/>
                </a:cubicBezTo>
                <a:cubicBezTo>
                  <a:pt x="22000" y="92438"/>
                  <a:pt x="21863" y="95068"/>
                  <a:pt x="21863" y="97900"/>
                </a:cubicBezTo>
                <a:cubicBezTo>
                  <a:pt x="21863" y="104372"/>
                  <a:pt x="22825" y="110103"/>
                  <a:pt x="24750" y="115093"/>
                </a:cubicBezTo>
                <a:cubicBezTo>
                  <a:pt x="26675" y="120082"/>
                  <a:pt x="29150" y="123925"/>
                  <a:pt x="32175" y="126622"/>
                </a:cubicBezTo>
                <a:cubicBezTo>
                  <a:pt x="35200" y="129319"/>
                  <a:pt x="38638" y="131612"/>
                  <a:pt x="42488" y="133500"/>
                </a:cubicBezTo>
                <a:cubicBezTo>
                  <a:pt x="46338" y="135387"/>
                  <a:pt x="49913" y="136534"/>
                  <a:pt x="53213" y="136938"/>
                </a:cubicBezTo>
                <a:cubicBezTo>
                  <a:pt x="56513" y="137343"/>
                  <a:pt x="59607" y="137612"/>
                  <a:pt x="62494" y="137747"/>
                </a:cubicBezTo>
                <a:cubicBezTo>
                  <a:pt x="69919" y="137747"/>
                  <a:pt x="76725" y="136197"/>
                  <a:pt x="82913" y="133095"/>
                </a:cubicBezTo>
                <a:cubicBezTo>
                  <a:pt x="89101" y="129994"/>
                  <a:pt x="93363" y="126016"/>
                  <a:pt x="95701" y="121161"/>
                </a:cubicBezTo>
                <a:cubicBezTo>
                  <a:pt x="96113" y="120082"/>
                  <a:pt x="97144" y="116374"/>
                  <a:pt x="98794" y="110036"/>
                </a:cubicBezTo>
                <a:cubicBezTo>
                  <a:pt x="100444" y="103698"/>
                  <a:pt x="101269" y="100125"/>
                  <a:pt x="101269" y="99316"/>
                </a:cubicBezTo>
                <a:cubicBezTo>
                  <a:pt x="101269" y="98237"/>
                  <a:pt x="100376" y="97563"/>
                  <a:pt x="98588" y="97293"/>
                </a:cubicBezTo>
                <a:cubicBezTo>
                  <a:pt x="96801" y="97023"/>
                  <a:pt x="92676" y="96821"/>
                  <a:pt x="86213" y="96686"/>
                </a:cubicBezTo>
                <a:lnTo>
                  <a:pt x="78582" y="96686"/>
                </a:lnTo>
                <a:cubicBezTo>
                  <a:pt x="77757" y="95877"/>
                  <a:pt x="77344" y="95338"/>
                  <a:pt x="77344" y="95068"/>
                </a:cubicBezTo>
                <a:cubicBezTo>
                  <a:pt x="77344" y="94798"/>
                  <a:pt x="77482" y="93517"/>
                  <a:pt x="77757" y="91225"/>
                </a:cubicBezTo>
                <a:cubicBezTo>
                  <a:pt x="78307" y="89472"/>
                  <a:pt x="78994" y="88191"/>
                  <a:pt x="79819" y="87382"/>
                </a:cubicBezTo>
                <a:lnTo>
                  <a:pt x="83326" y="87382"/>
                </a:lnTo>
                <a:cubicBezTo>
                  <a:pt x="88826" y="87651"/>
                  <a:pt x="98451" y="87786"/>
                  <a:pt x="112201" y="87786"/>
                </a:cubicBezTo>
                <a:cubicBezTo>
                  <a:pt x="117701" y="87786"/>
                  <a:pt x="122170" y="87786"/>
                  <a:pt x="125607" y="87786"/>
                </a:cubicBezTo>
                <a:cubicBezTo>
                  <a:pt x="129045" y="87786"/>
                  <a:pt x="131520" y="87719"/>
                  <a:pt x="133032" y="87584"/>
                </a:cubicBezTo>
                <a:cubicBezTo>
                  <a:pt x="134545" y="87449"/>
                  <a:pt x="135370" y="87449"/>
                  <a:pt x="135507" y="87584"/>
                </a:cubicBezTo>
                <a:cubicBezTo>
                  <a:pt x="137432" y="87584"/>
                  <a:pt x="138395" y="88191"/>
                  <a:pt x="138395" y="89404"/>
                </a:cubicBezTo>
                <a:cubicBezTo>
                  <a:pt x="138395" y="89674"/>
                  <a:pt x="138257" y="90618"/>
                  <a:pt x="137982" y="92236"/>
                </a:cubicBezTo>
                <a:cubicBezTo>
                  <a:pt x="137295" y="94798"/>
                  <a:pt x="136607" y="96214"/>
                  <a:pt x="135920" y="96484"/>
                </a:cubicBezTo>
                <a:cubicBezTo>
                  <a:pt x="135507" y="96619"/>
                  <a:pt x="134476" y="96686"/>
                  <a:pt x="132826" y="96686"/>
                </a:cubicBezTo>
                <a:cubicBezTo>
                  <a:pt x="130076" y="96686"/>
                  <a:pt x="127257" y="96888"/>
                  <a:pt x="124370" y="97293"/>
                </a:cubicBezTo>
                <a:cubicBezTo>
                  <a:pt x="123407" y="97697"/>
                  <a:pt x="122720" y="98304"/>
                  <a:pt x="122307" y="99113"/>
                </a:cubicBezTo>
                <a:cubicBezTo>
                  <a:pt x="121895" y="99922"/>
                  <a:pt x="120932" y="103361"/>
                  <a:pt x="119420" y="109429"/>
                </a:cubicBezTo>
                <a:cubicBezTo>
                  <a:pt x="118182" y="113879"/>
                  <a:pt x="117151" y="117655"/>
                  <a:pt x="116326" y="120756"/>
                </a:cubicBezTo>
                <a:cubicBezTo>
                  <a:pt x="112888" y="134511"/>
                  <a:pt x="110963" y="141591"/>
                  <a:pt x="110551" y="141995"/>
                </a:cubicBezTo>
                <a:cubicBezTo>
                  <a:pt x="110276" y="142265"/>
                  <a:pt x="109932" y="142400"/>
                  <a:pt x="109519" y="142400"/>
                </a:cubicBezTo>
                <a:cubicBezTo>
                  <a:pt x="108144" y="142400"/>
                  <a:pt x="106219" y="141051"/>
                  <a:pt x="103744" y="138354"/>
                </a:cubicBezTo>
                <a:cubicBezTo>
                  <a:pt x="101269" y="135657"/>
                  <a:pt x="99688" y="133567"/>
                  <a:pt x="99001" y="132084"/>
                </a:cubicBezTo>
                <a:cubicBezTo>
                  <a:pt x="99001" y="131949"/>
                  <a:pt x="98863" y="131949"/>
                  <a:pt x="98588" y="132084"/>
                </a:cubicBezTo>
                <a:cubicBezTo>
                  <a:pt x="98313" y="132219"/>
                  <a:pt x="97901" y="132556"/>
                  <a:pt x="97351" y="133095"/>
                </a:cubicBezTo>
                <a:cubicBezTo>
                  <a:pt x="87176" y="142400"/>
                  <a:pt x="73425" y="147052"/>
                  <a:pt x="56100" y="147052"/>
                </a:cubicBezTo>
                <a:cubicBezTo>
                  <a:pt x="39463" y="147052"/>
                  <a:pt x="25988" y="141860"/>
                  <a:pt x="15675" y="131477"/>
                </a:cubicBezTo>
                <a:cubicBezTo>
                  <a:pt x="5363" y="121094"/>
                  <a:pt x="138" y="107811"/>
                  <a:pt x="0" y="916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0FA8B4-0990-406E-B05C-3A58C7FF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95" y="2148257"/>
            <a:ext cx="146438" cy="147052"/>
          </a:xfrm>
          <a:custGeom xmlns:a="http://schemas.openxmlformats.org/drawingml/2006/main">
            <a:pathLst>
              <a:path w="146438" h="147052" fill="none">
                <a:moveTo>
                  <a:pt x="0" y="91629"/>
                </a:moveTo>
                <a:cubicBezTo>
                  <a:pt x="0" y="76122"/>
                  <a:pt x="4606" y="61221"/>
                  <a:pt x="13819" y="46927"/>
                </a:cubicBezTo>
                <a:cubicBezTo>
                  <a:pt x="23031" y="32633"/>
                  <a:pt x="34650" y="21306"/>
                  <a:pt x="48675" y="12945"/>
                </a:cubicBezTo>
                <a:cubicBezTo>
                  <a:pt x="62700" y="4585"/>
                  <a:pt x="76725" y="337"/>
                  <a:pt x="90751" y="202"/>
                </a:cubicBezTo>
                <a:cubicBezTo>
                  <a:pt x="103126" y="202"/>
                  <a:pt x="112957" y="3641"/>
                  <a:pt x="120245" y="10518"/>
                </a:cubicBezTo>
                <a:cubicBezTo>
                  <a:pt x="121482" y="11867"/>
                  <a:pt x="122513" y="13013"/>
                  <a:pt x="123338" y="13957"/>
                </a:cubicBezTo>
                <a:cubicBezTo>
                  <a:pt x="124163" y="14901"/>
                  <a:pt x="124713" y="15575"/>
                  <a:pt x="124988" y="15980"/>
                </a:cubicBezTo>
                <a:lnTo>
                  <a:pt x="125195" y="16586"/>
                </a:lnTo>
                <a:cubicBezTo>
                  <a:pt x="125607" y="16586"/>
                  <a:pt x="127463" y="14833"/>
                  <a:pt x="130763" y="11327"/>
                </a:cubicBezTo>
                <a:cubicBezTo>
                  <a:pt x="131726" y="10518"/>
                  <a:pt x="132757" y="9574"/>
                  <a:pt x="133857" y="8495"/>
                </a:cubicBezTo>
                <a:cubicBezTo>
                  <a:pt x="134957" y="7417"/>
                  <a:pt x="136057" y="6338"/>
                  <a:pt x="137157" y="5259"/>
                </a:cubicBezTo>
                <a:cubicBezTo>
                  <a:pt x="138257" y="4180"/>
                  <a:pt x="138945" y="3439"/>
                  <a:pt x="139220" y="3034"/>
                </a:cubicBezTo>
                <a:lnTo>
                  <a:pt x="142313" y="0"/>
                </a:lnTo>
                <a:lnTo>
                  <a:pt x="143551" y="0"/>
                </a:lnTo>
                <a:cubicBezTo>
                  <a:pt x="145476" y="0"/>
                  <a:pt x="146438" y="472"/>
                  <a:pt x="146438" y="1416"/>
                </a:cubicBezTo>
                <a:cubicBezTo>
                  <a:pt x="146438" y="1955"/>
                  <a:pt x="144238" y="11192"/>
                  <a:pt x="139838" y="29127"/>
                </a:cubicBezTo>
                <a:cubicBezTo>
                  <a:pt x="134888" y="47871"/>
                  <a:pt x="132413" y="57310"/>
                  <a:pt x="132413" y="57445"/>
                </a:cubicBezTo>
                <a:cubicBezTo>
                  <a:pt x="132138" y="58120"/>
                  <a:pt x="131795" y="58524"/>
                  <a:pt x="131382" y="58659"/>
                </a:cubicBezTo>
                <a:cubicBezTo>
                  <a:pt x="130970" y="58794"/>
                  <a:pt x="129732" y="58929"/>
                  <a:pt x="127670" y="59063"/>
                </a:cubicBezTo>
                <a:lnTo>
                  <a:pt x="124370" y="59063"/>
                </a:lnTo>
                <a:cubicBezTo>
                  <a:pt x="123545" y="58254"/>
                  <a:pt x="123132" y="57648"/>
                  <a:pt x="123132" y="57243"/>
                </a:cubicBezTo>
                <a:cubicBezTo>
                  <a:pt x="123132" y="57108"/>
                  <a:pt x="123201" y="56636"/>
                  <a:pt x="123338" y="55827"/>
                </a:cubicBezTo>
                <a:cubicBezTo>
                  <a:pt x="123476" y="55018"/>
                  <a:pt x="123613" y="53670"/>
                  <a:pt x="123751" y="51782"/>
                </a:cubicBezTo>
                <a:cubicBezTo>
                  <a:pt x="123888" y="49894"/>
                  <a:pt x="123957" y="47736"/>
                  <a:pt x="123957" y="45309"/>
                </a:cubicBezTo>
                <a:cubicBezTo>
                  <a:pt x="123957" y="35735"/>
                  <a:pt x="121757" y="27374"/>
                  <a:pt x="117357" y="20227"/>
                </a:cubicBezTo>
                <a:cubicBezTo>
                  <a:pt x="112957" y="13080"/>
                  <a:pt x="105463" y="9439"/>
                  <a:pt x="94876" y="9305"/>
                </a:cubicBezTo>
                <a:cubicBezTo>
                  <a:pt x="92401" y="9305"/>
                  <a:pt x="89719" y="9507"/>
                  <a:pt x="86832" y="9911"/>
                </a:cubicBezTo>
                <a:cubicBezTo>
                  <a:pt x="83944" y="10316"/>
                  <a:pt x="80301" y="11192"/>
                  <a:pt x="75900" y="12541"/>
                </a:cubicBezTo>
                <a:cubicBezTo>
                  <a:pt x="71500" y="13889"/>
                  <a:pt x="67307" y="15777"/>
                  <a:pt x="63319" y="18204"/>
                </a:cubicBezTo>
                <a:cubicBezTo>
                  <a:pt x="59332" y="20632"/>
                  <a:pt x="55000" y="23868"/>
                  <a:pt x="50325" y="27914"/>
                </a:cubicBezTo>
                <a:cubicBezTo>
                  <a:pt x="45650" y="31959"/>
                  <a:pt x="41663" y="36746"/>
                  <a:pt x="38363" y="42275"/>
                </a:cubicBezTo>
                <a:cubicBezTo>
                  <a:pt x="35063" y="47804"/>
                  <a:pt x="31831" y="54681"/>
                  <a:pt x="28669" y="62907"/>
                </a:cubicBezTo>
                <a:cubicBezTo>
                  <a:pt x="25506" y="71132"/>
                  <a:pt x="23375" y="80167"/>
                  <a:pt x="22275" y="90011"/>
                </a:cubicBezTo>
                <a:cubicBezTo>
                  <a:pt x="22000" y="92438"/>
                  <a:pt x="21863" y="95068"/>
                  <a:pt x="21863" y="97900"/>
                </a:cubicBezTo>
                <a:cubicBezTo>
                  <a:pt x="21863" y="104372"/>
                  <a:pt x="22825" y="110103"/>
                  <a:pt x="24750" y="115093"/>
                </a:cubicBezTo>
                <a:cubicBezTo>
                  <a:pt x="26675" y="120082"/>
                  <a:pt x="29150" y="123925"/>
                  <a:pt x="32175" y="126622"/>
                </a:cubicBezTo>
                <a:cubicBezTo>
                  <a:pt x="35200" y="129319"/>
                  <a:pt x="38638" y="131612"/>
                  <a:pt x="42488" y="133500"/>
                </a:cubicBezTo>
                <a:cubicBezTo>
                  <a:pt x="46338" y="135387"/>
                  <a:pt x="49913" y="136534"/>
                  <a:pt x="53213" y="136938"/>
                </a:cubicBezTo>
                <a:cubicBezTo>
                  <a:pt x="56513" y="137343"/>
                  <a:pt x="59607" y="137612"/>
                  <a:pt x="62494" y="137747"/>
                </a:cubicBezTo>
                <a:cubicBezTo>
                  <a:pt x="69919" y="137747"/>
                  <a:pt x="76725" y="136197"/>
                  <a:pt x="82913" y="133095"/>
                </a:cubicBezTo>
                <a:cubicBezTo>
                  <a:pt x="89101" y="129994"/>
                  <a:pt x="93363" y="126016"/>
                  <a:pt x="95701" y="121161"/>
                </a:cubicBezTo>
                <a:cubicBezTo>
                  <a:pt x="96113" y="120082"/>
                  <a:pt x="97144" y="116374"/>
                  <a:pt x="98794" y="110036"/>
                </a:cubicBezTo>
                <a:cubicBezTo>
                  <a:pt x="100444" y="103698"/>
                  <a:pt x="101269" y="100125"/>
                  <a:pt x="101269" y="99316"/>
                </a:cubicBezTo>
                <a:cubicBezTo>
                  <a:pt x="101269" y="98237"/>
                  <a:pt x="100376" y="97563"/>
                  <a:pt x="98588" y="97293"/>
                </a:cubicBezTo>
                <a:cubicBezTo>
                  <a:pt x="96801" y="97023"/>
                  <a:pt x="92676" y="96821"/>
                  <a:pt x="86213" y="96686"/>
                </a:cubicBezTo>
                <a:lnTo>
                  <a:pt x="78582" y="96686"/>
                </a:lnTo>
                <a:cubicBezTo>
                  <a:pt x="77757" y="95877"/>
                  <a:pt x="77344" y="95338"/>
                  <a:pt x="77344" y="95068"/>
                </a:cubicBezTo>
                <a:cubicBezTo>
                  <a:pt x="77344" y="94798"/>
                  <a:pt x="77482" y="93517"/>
                  <a:pt x="77757" y="91225"/>
                </a:cubicBezTo>
                <a:cubicBezTo>
                  <a:pt x="78307" y="89472"/>
                  <a:pt x="78994" y="88191"/>
                  <a:pt x="79819" y="87382"/>
                </a:cubicBezTo>
                <a:lnTo>
                  <a:pt x="83326" y="87382"/>
                </a:lnTo>
                <a:cubicBezTo>
                  <a:pt x="88826" y="87651"/>
                  <a:pt x="98451" y="87786"/>
                  <a:pt x="112201" y="87786"/>
                </a:cubicBezTo>
                <a:cubicBezTo>
                  <a:pt x="117701" y="87786"/>
                  <a:pt x="122170" y="87786"/>
                  <a:pt x="125607" y="87786"/>
                </a:cubicBezTo>
                <a:cubicBezTo>
                  <a:pt x="129045" y="87786"/>
                  <a:pt x="131520" y="87719"/>
                  <a:pt x="133032" y="87584"/>
                </a:cubicBezTo>
                <a:cubicBezTo>
                  <a:pt x="134545" y="87449"/>
                  <a:pt x="135370" y="87449"/>
                  <a:pt x="135507" y="87584"/>
                </a:cubicBezTo>
                <a:cubicBezTo>
                  <a:pt x="137432" y="87584"/>
                  <a:pt x="138395" y="88191"/>
                  <a:pt x="138395" y="89404"/>
                </a:cubicBezTo>
                <a:cubicBezTo>
                  <a:pt x="138395" y="89674"/>
                  <a:pt x="138257" y="90618"/>
                  <a:pt x="137982" y="92236"/>
                </a:cubicBezTo>
                <a:cubicBezTo>
                  <a:pt x="137295" y="94798"/>
                  <a:pt x="136607" y="96214"/>
                  <a:pt x="135920" y="96484"/>
                </a:cubicBezTo>
                <a:cubicBezTo>
                  <a:pt x="135507" y="96619"/>
                  <a:pt x="134476" y="96686"/>
                  <a:pt x="132826" y="96686"/>
                </a:cubicBezTo>
                <a:cubicBezTo>
                  <a:pt x="130076" y="96686"/>
                  <a:pt x="127257" y="96888"/>
                  <a:pt x="124370" y="97293"/>
                </a:cubicBezTo>
                <a:cubicBezTo>
                  <a:pt x="123407" y="97697"/>
                  <a:pt x="122720" y="98304"/>
                  <a:pt x="122307" y="99113"/>
                </a:cubicBezTo>
                <a:cubicBezTo>
                  <a:pt x="121895" y="99922"/>
                  <a:pt x="120932" y="103361"/>
                  <a:pt x="119420" y="109429"/>
                </a:cubicBezTo>
                <a:cubicBezTo>
                  <a:pt x="118182" y="113879"/>
                  <a:pt x="117151" y="117655"/>
                  <a:pt x="116326" y="120756"/>
                </a:cubicBezTo>
                <a:cubicBezTo>
                  <a:pt x="112888" y="134511"/>
                  <a:pt x="110963" y="141591"/>
                  <a:pt x="110551" y="141995"/>
                </a:cubicBezTo>
                <a:cubicBezTo>
                  <a:pt x="110276" y="142265"/>
                  <a:pt x="109932" y="142400"/>
                  <a:pt x="109519" y="142400"/>
                </a:cubicBezTo>
                <a:cubicBezTo>
                  <a:pt x="108144" y="142400"/>
                  <a:pt x="106219" y="141051"/>
                  <a:pt x="103744" y="138354"/>
                </a:cubicBezTo>
                <a:cubicBezTo>
                  <a:pt x="101269" y="135657"/>
                  <a:pt x="99688" y="133567"/>
                  <a:pt x="99001" y="132084"/>
                </a:cubicBezTo>
                <a:cubicBezTo>
                  <a:pt x="99001" y="131949"/>
                  <a:pt x="98863" y="131949"/>
                  <a:pt x="98588" y="132084"/>
                </a:cubicBezTo>
                <a:cubicBezTo>
                  <a:pt x="98313" y="132219"/>
                  <a:pt x="97901" y="132556"/>
                  <a:pt x="97351" y="133095"/>
                </a:cubicBezTo>
                <a:cubicBezTo>
                  <a:pt x="87176" y="142400"/>
                  <a:pt x="73425" y="147052"/>
                  <a:pt x="56100" y="147052"/>
                </a:cubicBezTo>
                <a:cubicBezTo>
                  <a:pt x="39463" y="147052"/>
                  <a:pt x="25988" y="141860"/>
                  <a:pt x="15675" y="131477"/>
                </a:cubicBezTo>
                <a:cubicBezTo>
                  <a:pt x="5363" y="121094"/>
                  <a:pt x="138" y="107811"/>
                  <a:pt x="0" y="9162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4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8B23E9-773E-403F-84C2-49CD586F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426" y="2226101"/>
            <a:ext cx="60515" cy="98245"/>
          </a:xfrm>
          <a:custGeom xmlns:a="http://schemas.openxmlformats.org/drawingml/2006/main">
            <a:pathLst>
              <a:path w="60515" h="98245">
                <a:moveTo>
                  <a:pt x="12395" y="28887"/>
                </a:moveTo>
                <a:cubicBezTo>
                  <a:pt x="9770" y="28887"/>
                  <a:pt x="7728" y="28077"/>
                  <a:pt x="6270" y="26456"/>
                </a:cubicBezTo>
                <a:cubicBezTo>
                  <a:pt x="4812" y="24835"/>
                  <a:pt x="4034" y="22738"/>
                  <a:pt x="3937" y="20164"/>
                </a:cubicBezTo>
                <a:cubicBezTo>
                  <a:pt x="3937" y="14920"/>
                  <a:pt x="6270" y="10249"/>
                  <a:pt x="10936" y="6149"/>
                </a:cubicBezTo>
                <a:cubicBezTo>
                  <a:pt x="15603" y="2050"/>
                  <a:pt x="21241" y="0"/>
                  <a:pt x="27852" y="0"/>
                </a:cubicBezTo>
                <a:cubicBezTo>
                  <a:pt x="31254" y="0"/>
                  <a:pt x="33393" y="48"/>
                  <a:pt x="34268" y="143"/>
                </a:cubicBezTo>
                <a:cubicBezTo>
                  <a:pt x="41461" y="1287"/>
                  <a:pt x="46954" y="3814"/>
                  <a:pt x="50745" y="7722"/>
                </a:cubicBezTo>
                <a:cubicBezTo>
                  <a:pt x="54537" y="11631"/>
                  <a:pt x="56481" y="15874"/>
                  <a:pt x="56578" y="20450"/>
                </a:cubicBezTo>
                <a:cubicBezTo>
                  <a:pt x="56578" y="25407"/>
                  <a:pt x="54925" y="30222"/>
                  <a:pt x="51620" y="34894"/>
                </a:cubicBezTo>
                <a:cubicBezTo>
                  <a:pt x="48315" y="39565"/>
                  <a:pt x="43746" y="42950"/>
                  <a:pt x="37913" y="45047"/>
                </a:cubicBezTo>
                <a:lnTo>
                  <a:pt x="37476" y="45333"/>
                </a:lnTo>
                <a:cubicBezTo>
                  <a:pt x="37476" y="45428"/>
                  <a:pt x="37913" y="45571"/>
                  <a:pt x="38788" y="45762"/>
                </a:cubicBezTo>
                <a:cubicBezTo>
                  <a:pt x="39663" y="45953"/>
                  <a:pt x="41073" y="46382"/>
                  <a:pt x="43017" y="47049"/>
                </a:cubicBezTo>
                <a:cubicBezTo>
                  <a:pt x="44961" y="47716"/>
                  <a:pt x="46808" y="48718"/>
                  <a:pt x="48558" y="50052"/>
                </a:cubicBezTo>
                <a:cubicBezTo>
                  <a:pt x="56529" y="55105"/>
                  <a:pt x="60515" y="61779"/>
                  <a:pt x="60515" y="70073"/>
                </a:cubicBezTo>
                <a:cubicBezTo>
                  <a:pt x="60515" y="77605"/>
                  <a:pt x="57502" y="84183"/>
                  <a:pt x="51474" y="89808"/>
                </a:cubicBezTo>
                <a:cubicBezTo>
                  <a:pt x="45447" y="95433"/>
                  <a:pt x="37816" y="98245"/>
                  <a:pt x="28581" y="98245"/>
                </a:cubicBezTo>
                <a:cubicBezTo>
                  <a:pt x="20804" y="98245"/>
                  <a:pt x="14096" y="96196"/>
                  <a:pt x="8458" y="92096"/>
                </a:cubicBezTo>
                <a:cubicBezTo>
                  <a:pt x="2819" y="87997"/>
                  <a:pt x="0" y="82801"/>
                  <a:pt x="0" y="76508"/>
                </a:cubicBezTo>
                <a:cubicBezTo>
                  <a:pt x="0" y="73839"/>
                  <a:pt x="875" y="71694"/>
                  <a:pt x="2625" y="70073"/>
                </a:cubicBezTo>
                <a:cubicBezTo>
                  <a:pt x="4375" y="68452"/>
                  <a:pt x="6562" y="67594"/>
                  <a:pt x="9187" y="67499"/>
                </a:cubicBezTo>
                <a:cubicBezTo>
                  <a:pt x="11909" y="67499"/>
                  <a:pt x="14145" y="68357"/>
                  <a:pt x="15894" y="70073"/>
                </a:cubicBezTo>
                <a:cubicBezTo>
                  <a:pt x="17644" y="71789"/>
                  <a:pt x="18519" y="73934"/>
                  <a:pt x="18519" y="76508"/>
                </a:cubicBezTo>
                <a:cubicBezTo>
                  <a:pt x="18519" y="77557"/>
                  <a:pt x="18373" y="78511"/>
                  <a:pt x="18082" y="79369"/>
                </a:cubicBezTo>
                <a:cubicBezTo>
                  <a:pt x="17790" y="80227"/>
                  <a:pt x="17450" y="80989"/>
                  <a:pt x="17061" y="81657"/>
                </a:cubicBezTo>
                <a:cubicBezTo>
                  <a:pt x="16672" y="82324"/>
                  <a:pt x="16137" y="82896"/>
                  <a:pt x="15457" y="83373"/>
                </a:cubicBezTo>
                <a:cubicBezTo>
                  <a:pt x="14776" y="83849"/>
                  <a:pt x="14193" y="84231"/>
                  <a:pt x="13707" y="84517"/>
                </a:cubicBezTo>
                <a:cubicBezTo>
                  <a:pt x="13221" y="84803"/>
                  <a:pt x="12735" y="84993"/>
                  <a:pt x="12249" y="85089"/>
                </a:cubicBezTo>
                <a:cubicBezTo>
                  <a:pt x="11763" y="85184"/>
                  <a:pt x="11374" y="85327"/>
                  <a:pt x="11082" y="85518"/>
                </a:cubicBezTo>
                <a:lnTo>
                  <a:pt x="10499" y="85661"/>
                </a:lnTo>
                <a:cubicBezTo>
                  <a:pt x="15457" y="89951"/>
                  <a:pt x="21484" y="92096"/>
                  <a:pt x="28581" y="92096"/>
                </a:cubicBezTo>
                <a:cubicBezTo>
                  <a:pt x="33927" y="92096"/>
                  <a:pt x="37962" y="89570"/>
                  <a:pt x="40684" y="84517"/>
                </a:cubicBezTo>
                <a:cubicBezTo>
                  <a:pt x="42336" y="81371"/>
                  <a:pt x="43163" y="76556"/>
                  <a:pt x="43163" y="70073"/>
                </a:cubicBezTo>
                <a:lnTo>
                  <a:pt x="43163" y="67213"/>
                </a:lnTo>
                <a:cubicBezTo>
                  <a:pt x="43163" y="58156"/>
                  <a:pt x="40052" y="52102"/>
                  <a:pt x="33830" y="49051"/>
                </a:cubicBezTo>
                <a:cubicBezTo>
                  <a:pt x="32372" y="48479"/>
                  <a:pt x="29407" y="48145"/>
                  <a:pt x="24935" y="48050"/>
                </a:cubicBezTo>
                <a:lnTo>
                  <a:pt x="18811" y="47907"/>
                </a:lnTo>
                <a:lnTo>
                  <a:pt x="18373" y="47621"/>
                </a:lnTo>
                <a:cubicBezTo>
                  <a:pt x="18179" y="47335"/>
                  <a:pt x="18082" y="46572"/>
                  <a:pt x="18082" y="45333"/>
                </a:cubicBezTo>
                <a:cubicBezTo>
                  <a:pt x="18082" y="43617"/>
                  <a:pt x="18470" y="42759"/>
                  <a:pt x="19248" y="42759"/>
                </a:cubicBezTo>
                <a:cubicBezTo>
                  <a:pt x="21970" y="42759"/>
                  <a:pt x="24789" y="42521"/>
                  <a:pt x="27706" y="42044"/>
                </a:cubicBezTo>
                <a:cubicBezTo>
                  <a:pt x="31011" y="41567"/>
                  <a:pt x="34025" y="39565"/>
                  <a:pt x="36747" y="36038"/>
                </a:cubicBezTo>
                <a:cubicBezTo>
                  <a:pt x="39469" y="32510"/>
                  <a:pt x="40830" y="27171"/>
                  <a:pt x="40830" y="20021"/>
                </a:cubicBezTo>
                <a:lnTo>
                  <a:pt x="40830" y="18877"/>
                </a:lnTo>
                <a:cubicBezTo>
                  <a:pt x="40830" y="13443"/>
                  <a:pt x="39128" y="9677"/>
                  <a:pt x="35726" y="7579"/>
                </a:cubicBezTo>
                <a:cubicBezTo>
                  <a:pt x="33587" y="6245"/>
                  <a:pt x="31303" y="5577"/>
                  <a:pt x="28872" y="5577"/>
                </a:cubicBezTo>
                <a:cubicBezTo>
                  <a:pt x="25761" y="5577"/>
                  <a:pt x="22894" y="6102"/>
                  <a:pt x="20269" y="7150"/>
                </a:cubicBezTo>
                <a:cubicBezTo>
                  <a:pt x="17644" y="8199"/>
                  <a:pt x="15797" y="9295"/>
                  <a:pt x="14728" y="10439"/>
                </a:cubicBezTo>
                <a:cubicBezTo>
                  <a:pt x="13658" y="11584"/>
                  <a:pt x="13124" y="12156"/>
                  <a:pt x="13124" y="12156"/>
                </a:cubicBezTo>
                <a:lnTo>
                  <a:pt x="13561" y="12156"/>
                </a:lnTo>
                <a:cubicBezTo>
                  <a:pt x="13853" y="12251"/>
                  <a:pt x="14242" y="12346"/>
                  <a:pt x="14728" y="12442"/>
                </a:cubicBezTo>
                <a:cubicBezTo>
                  <a:pt x="15214" y="12537"/>
                  <a:pt x="15700" y="12775"/>
                  <a:pt x="16186" y="13157"/>
                </a:cubicBezTo>
                <a:cubicBezTo>
                  <a:pt x="16672" y="13538"/>
                  <a:pt x="17255" y="13872"/>
                  <a:pt x="17936" y="14158"/>
                </a:cubicBezTo>
                <a:cubicBezTo>
                  <a:pt x="18616" y="14444"/>
                  <a:pt x="19102" y="14968"/>
                  <a:pt x="19394" y="15731"/>
                </a:cubicBezTo>
                <a:cubicBezTo>
                  <a:pt x="19686" y="16493"/>
                  <a:pt x="20075" y="17208"/>
                  <a:pt x="20561" y="17876"/>
                </a:cubicBezTo>
                <a:cubicBezTo>
                  <a:pt x="21047" y="18543"/>
                  <a:pt x="21192" y="19497"/>
                  <a:pt x="20998" y="20736"/>
                </a:cubicBezTo>
                <a:cubicBezTo>
                  <a:pt x="20998" y="22833"/>
                  <a:pt x="20318" y="24692"/>
                  <a:pt x="18957" y="26313"/>
                </a:cubicBezTo>
                <a:cubicBezTo>
                  <a:pt x="17596" y="27934"/>
                  <a:pt x="15408" y="28792"/>
                  <a:pt x="12395" y="288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5EF666-FA09-4051-A792-6DB06563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426" y="2226101"/>
            <a:ext cx="60515" cy="98245"/>
          </a:xfrm>
          <a:custGeom xmlns:a="http://schemas.openxmlformats.org/drawingml/2006/main">
            <a:pathLst>
              <a:path w="60515" h="98245" fill="none">
                <a:moveTo>
                  <a:pt x="12395" y="28887"/>
                </a:moveTo>
                <a:cubicBezTo>
                  <a:pt x="9770" y="28887"/>
                  <a:pt x="7728" y="28077"/>
                  <a:pt x="6270" y="26456"/>
                </a:cubicBezTo>
                <a:cubicBezTo>
                  <a:pt x="4812" y="24835"/>
                  <a:pt x="4034" y="22738"/>
                  <a:pt x="3937" y="20164"/>
                </a:cubicBezTo>
                <a:cubicBezTo>
                  <a:pt x="3937" y="14920"/>
                  <a:pt x="6270" y="10249"/>
                  <a:pt x="10936" y="6149"/>
                </a:cubicBezTo>
                <a:cubicBezTo>
                  <a:pt x="15603" y="2050"/>
                  <a:pt x="21241" y="0"/>
                  <a:pt x="27852" y="0"/>
                </a:cubicBezTo>
                <a:cubicBezTo>
                  <a:pt x="31254" y="0"/>
                  <a:pt x="33393" y="48"/>
                  <a:pt x="34268" y="143"/>
                </a:cubicBezTo>
                <a:cubicBezTo>
                  <a:pt x="41461" y="1287"/>
                  <a:pt x="46954" y="3814"/>
                  <a:pt x="50745" y="7722"/>
                </a:cubicBezTo>
                <a:cubicBezTo>
                  <a:pt x="54537" y="11631"/>
                  <a:pt x="56481" y="15874"/>
                  <a:pt x="56578" y="20450"/>
                </a:cubicBezTo>
                <a:cubicBezTo>
                  <a:pt x="56578" y="25407"/>
                  <a:pt x="54925" y="30222"/>
                  <a:pt x="51620" y="34894"/>
                </a:cubicBezTo>
                <a:cubicBezTo>
                  <a:pt x="48315" y="39565"/>
                  <a:pt x="43746" y="42950"/>
                  <a:pt x="37913" y="45047"/>
                </a:cubicBezTo>
                <a:lnTo>
                  <a:pt x="37476" y="45333"/>
                </a:lnTo>
                <a:cubicBezTo>
                  <a:pt x="37476" y="45428"/>
                  <a:pt x="37913" y="45571"/>
                  <a:pt x="38788" y="45762"/>
                </a:cubicBezTo>
                <a:cubicBezTo>
                  <a:pt x="39663" y="45953"/>
                  <a:pt x="41073" y="46382"/>
                  <a:pt x="43017" y="47049"/>
                </a:cubicBezTo>
                <a:cubicBezTo>
                  <a:pt x="44961" y="47716"/>
                  <a:pt x="46808" y="48718"/>
                  <a:pt x="48558" y="50052"/>
                </a:cubicBezTo>
                <a:cubicBezTo>
                  <a:pt x="56529" y="55105"/>
                  <a:pt x="60515" y="61779"/>
                  <a:pt x="60515" y="70073"/>
                </a:cubicBezTo>
                <a:cubicBezTo>
                  <a:pt x="60515" y="77605"/>
                  <a:pt x="57502" y="84183"/>
                  <a:pt x="51474" y="89808"/>
                </a:cubicBezTo>
                <a:cubicBezTo>
                  <a:pt x="45447" y="95433"/>
                  <a:pt x="37816" y="98245"/>
                  <a:pt x="28581" y="98245"/>
                </a:cubicBezTo>
                <a:cubicBezTo>
                  <a:pt x="20804" y="98245"/>
                  <a:pt x="14096" y="96196"/>
                  <a:pt x="8458" y="92096"/>
                </a:cubicBezTo>
                <a:cubicBezTo>
                  <a:pt x="2819" y="87997"/>
                  <a:pt x="0" y="82801"/>
                  <a:pt x="0" y="76508"/>
                </a:cubicBezTo>
                <a:cubicBezTo>
                  <a:pt x="0" y="73839"/>
                  <a:pt x="875" y="71694"/>
                  <a:pt x="2625" y="70073"/>
                </a:cubicBezTo>
                <a:cubicBezTo>
                  <a:pt x="4375" y="68452"/>
                  <a:pt x="6562" y="67594"/>
                  <a:pt x="9187" y="67499"/>
                </a:cubicBezTo>
                <a:cubicBezTo>
                  <a:pt x="11909" y="67499"/>
                  <a:pt x="14145" y="68357"/>
                  <a:pt x="15894" y="70073"/>
                </a:cubicBezTo>
                <a:cubicBezTo>
                  <a:pt x="17644" y="71789"/>
                  <a:pt x="18519" y="73934"/>
                  <a:pt x="18519" y="76508"/>
                </a:cubicBezTo>
                <a:cubicBezTo>
                  <a:pt x="18519" y="77557"/>
                  <a:pt x="18373" y="78511"/>
                  <a:pt x="18082" y="79369"/>
                </a:cubicBezTo>
                <a:cubicBezTo>
                  <a:pt x="17790" y="80227"/>
                  <a:pt x="17450" y="80989"/>
                  <a:pt x="17061" y="81657"/>
                </a:cubicBezTo>
                <a:cubicBezTo>
                  <a:pt x="16672" y="82324"/>
                  <a:pt x="16137" y="82896"/>
                  <a:pt x="15457" y="83373"/>
                </a:cubicBezTo>
                <a:cubicBezTo>
                  <a:pt x="14776" y="83849"/>
                  <a:pt x="14193" y="84231"/>
                  <a:pt x="13707" y="84517"/>
                </a:cubicBezTo>
                <a:cubicBezTo>
                  <a:pt x="13221" y="84803"/>
                  <a:pt x="12735" y="84993"/>
                  <a:pt x="12249" y="85089"/>
                </a:cubicBezTo>
                <a:cubicBezTo>
                  <a:pt x="11763" y="85184"/>
                  <a:pt x="11374" y="85327"/>
                  <a:pt x="11082" y="85518"/>
                </a:cubicBezTo>
                <a:lnTo>
                  <a:pt x="10499" y="85661"/>
                </a:lnTo>
                <a:cubicBezTo>
                  <a:pt x="15457" y="89951"/>
                  <a:pt x="21484" y="92096"/>
                  <a:pt x="28581" y="92096"/>
                </a:cubicBezTo>
                <a:cubicBezTo>
                  <a:pt x="33927" y="92096"/>
                  <a:pt x="37962" y="89570"/>
                  <a:pt x="40684" y="84517"/>
                </a:cubicBezTo>
                <a:cubicBezTo>
                  <a:pt x="42336" y="81371"/>
                  <a:pt x="43163" y="76556"/>
                  <a:pt x="43163" y="70073"/>
                </a:cubicBezTo>
                <a:lnTo>
                  <a:pt x="43163" y="67213"/>
                </a:lnTo>
                <a:cubicBezTo>
                  <a:pt x="43163" y="58156"/>
                  <a:pt x="40052" y="52102"/>
                  <a:pt x="33830" y="49051"/>
                </a:cubicBezTo>
                <a:cubicBezTo>
                  <a:pt x="32372" y="48479"/>
                  <a:pt x="29407" y="48145"/>
                  <a:pt x="24935" y="48050"/>
                </a:cubicBezTo>
                <a:lnTo>
                  <a:pt x="18811" y="47907"/>
                </a:lnTo>
                <a:lnTo>
                  <a:pt x="18373" y="47621"/>
                </a:lnTo>
                <a:cubicBezTo>
                  <a:pt x="18179" y="47335"/>
                  <a:pt x="18082" y="46572"/>
                  <a:pt x="18082" y="45333"/>
                </a:cubicBezTo>
                <a:cubicBezTo>
                  <a:pt x="18082" y="43617"/>
                  <a:pt x="18470" y="42759"/>
                  <a:pt x="19248" y="42759"/>
                </a:cubicBezTo>
                <a:cubicBezTo>
                  <a:pt x="21970" y="42759"/>
                  <a:pt x="24789" y="42521"/>
                  <a:pt x="27706" y="42044"/>
                </a:cubicBezTo>
                <a:cubicBezTo>
                  <a:pt x="31011" y="41567"/>
                  <a:pt x="34025" y="39565"/>
                  <a:pt x="36747" y="36038"/>
                </a:cubicBezTo>
                <a:cubicBezTo>
                  <a:pt x="39469" y="32510"/>
                  <a:pt x="40830" y="27171"/>
                  <a:pt x="40830" y="20021"/>
                </a:cubicBezTo>
                <a:lnTo>
                  <a:pt x="40830" y="18877"/>
                </a:lnTo>
                <a:cubicBezTo>
                  <a:pt x="40830" y="13443"/>
                  <a:pt x="39128" y="9677"/>
                  <a:pt x="35726" y="7579"/>
                </a:cubicBezTo>
                <a:cubicBezTo>
                  <a:pt x="33587" y="6245"/>
                  <a:pt x="31303" y="5577"/>
                  <a:pt x="28872" y="5577"/>
                </a:cubicBezTo>
                <a:cubicBezTo>
                  <a:pt x="25761" y="5577"/>
                  <a:pt x="22894" y="6102"/>
                  <a:pt x="20269" y="7150"/>
                </a:cubicBezTo>
                <a:cubicBezTo>
                  <a:pt x="17644" y="8199"/>
                  <a:pt x="15797" y="9295"/>
                  <a:pt x="14728" y="10439"/>
                </a:cubicBezTo>
                <a:cubicBezTo>
                  <a:pt x="13658" y="11584"/>
                  <a:pt x="13124" y="12156"/>
                  <a:pt x="13124" y="12156"/>
                </a:cubicBezTo>
                <a:lnTo>
                  <a:pt x="13561" y="12156"/>
                </a:lnTo>
                <a:cubicBezTo>
                  <a:pt x="13853" y="12251"/>
                  <a:pt x="14242" y="12346"/>
                  <a:pt x="14728" y="12442"/>
                </a:cubicBezTo>
                <a:cubicBezTo>
                  <a:pt x="15214" y="12537"/>
                  <a:pt x="15700" y="12775"/>
                  <a:pt x="16186" y="13157"/>
                </a:cubicBezTo>
                <a:cubicBezTo>
                  <a:pt x="16672" y="13538"/>
                  <a:pt x="17255" y="13872"/>
                  <a:pt x="17936" y="14158"/>
                </a:cubicBezTo>
                <a:cubicBezTo>
                  <a:pt x="18616" y="14444"/>
                  <a:pt x="19102" y="14968"/>
                  <a:pt x="19394" y="15731"/>
                </a:cubicBezTo>
                <a:cubicBezTo>
                  <a:pt x="19686" y="16493"/>
                  <a:pt x="20075" y="17208"/>
                  <a:pt x="20561" y="17876"/>
                </a:cubicBezTo>
                <a:cubicBezTo>
                  <a:pt x="21047" y="18543"/>
                  <a:pt x="21192" y="19497"/>
                  <a:pt x="20998" y="20736"/>
                </a:cubicBezTo>
                <a:cubicBezTo>
                  <a:pt x="20998" y="22833"/>
                  <a:pt x="20318" y="24692"/>
                  <a:pt x="18957" y="26313"/>
                </a:cubicBezTo>
                <a:cubicBezTo>
                  <a:pt x="17596" y="27934"/>
                  <a:pt x="15408" y="28792"/>
                  <a:pt x="12395" y="2888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4" cap="flat">
            <a:solidFill>
              <a:srgbClr val="000000">
                <a:alpha val="8960"/>
              </a:srgbClr>
            </a:solidFill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43E5BD-703E-48F9-AC74-10F0427F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68" y="2139155"/>
            <a:ext cx="49294" cy="202272"/>
          </a:xfrm>
          <a:custGeom xmlns:a="http://schemas.openxmlformats.org/drawingml/2006/main">
            <a:pathLst>
              <a:path w="49294" h="202272">
                <a:moveTo>
                  <a:pt x="1031" y="202"/>
                </a:moveTo>
                <a:lnTo>
                  <a:pt x="1856" y="0"/>
                </a:lnTo>
                <a:cubicBezTo>
                  <a:pt x="2544" y="0"/>
                  <a:pt x="3231" y="0"/>
                  <a:pt x="3919" y="0"/>
                </a:cubicBezTo>
                <a:lnTo>
                  <a:pt x="6394" y="0"/>
                </a:lnTo>
                <a:lnTo>
                  <a:pt x="12169" y="4855"/>
                </a:lnTo>
                <a:cubicBezTo>
                  <a:pt x="25094" y="16317"/>
                  <a:pt x="34513" y="30611"/>
                  <a:pt x="40425" y="47736"/>
                </a:cubicBezTo>
                <a:cubicBezTo>
                  <a:pt x="46338" y="64862"/>
                  <a:pt x="49294" y="82662"/>
                  <a:pt x="49294" y="101136"/>
                </a:cubicBezTo>
                <a:cubicBezTo>
                  <a:pt x="49294" y="110306"/>
                  <a:pt x="48607" y="119138"/>
                  <a:pt x="47232" y="127634"/>
                </a:cubicBezTo>
                <a:cubicBezTo>
                  <a:pt x="45857" y="136129"/>
                  <a:pt x="44275" y="143344"/>
                  <a:pt x="42488" y="149277"/>
                </a:cubicBezTo>
                <a:cubicBezTo>
                  <a:pt x="40700" y="155210"/>
                  <a:pt x="38156" y="161143"/>
                  <a:pt x="34856" y="167077"/>
                </a:cubicBezTo>
                <a:cubicBezTo>
                  <a:pt x="31556" y="173010"/>
                  <a:pt x="28944" y="177528"/>
                  <a:pt x="27019" y="180629"/>
                </a:cubicBezTo>
                <a:cubicBezTo>
                  <a:pt x="25094" y="183731"/>
                  <a:pt x="22275" y="187169"/>
                  <a:pt x="18563" y="190945"/>
                </a:cubicBezTo>
                <a:cubicBezTo>
                  <a:pt x="14850" y="194721"/>
                  <a:pt x="12650" y="196946"/>
                  <a:pt x="11963" y="197620"/>
                </a:cubicBezTo>
                <a:cubicBezTo>
                  <a:pt x="11275" y="198294"/>
                  <a:pt x="9694" y="199575"/>
                  <a:pt x="7219" y="201463"/>
                </a:cubicBezTo>
                <a:cubicBezTo>
                  <a:pt x="6806" y="201868"/>
                  <a:pt x="6531" y="202137"/>
                  <a:pt x="6394" y="202272"/>
                </a:cubicBezTo>
                <a:lnTo>
                  <a:pt x="3919" y="202272"/>
                </a:lnTo>
                <a:cubicBezTo>
                  <a:pt x="2819" y="202272"/>
                  <a:pt x="2063" y="202272"/>
                  <a:pt x="1650" y="202272"/>
                </a:cubicBezTo>
                <a:cubicBezTo>
                  <a:pt x="1238" y="202272"/>
                  <a:pt x="894" y="202070"/>
                  <a:pt x="619" y="201665"/>
                </a:cubicBezTo>
                <a:cubicBezTo>
                  <a:pt x="344" y="201261"/>
                  <a:pt x="138" y="200654"/>
                  <a:pt x="0" y="199845"/>
                </a:cubicBezTo>
                <a:cubicBezTo>
                  <a:pt x="138" y="199710"/>
                  <a:pt x="894" y="198834"/>
                  <a:pt x="2269" y="197215"/>
                </a:cubicBezTo>
                <a:cubicBezTo>
                  <a:pt x="23581" y="175505"/>
                  <a:pt x="34238" y="143478"/>
                  <a:pt x="34238" y="101136"/>
                </a:cubicBezTo>
                <a:cubicBezTo>
                  <a:pt x="34238" y="58794"/>
                  <a:pt x="23581" y="26767"/>
                  <a:pt x="2269" y="5057"/>
                </a:cubicBezTo>
                <a:cubicBezTo>
                  <a:pt x="894" y="3439"/>
                  <a:pt x="138" y="2562"/>
                  <a:pt x="0" y="2427"/>
                </a:cubicBezTo>
                <a:cubicBezTo>
                  <a:pt x="0" y="1348"/>
                  <a:pt x="344" y="607"/>
                  <a:pt x="1031" y="2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94BC3A-6AA1-4D73-BE6A-7F76DEDF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68" y="2139155"/>
            <a:ext cx="49294" cy="202272"/>
          </a:xfrm>
          <a:custGeom xmlns:a="http://schemas.openxmlformats.org/drawingml/2006/main">
            <a:pathLst>
              <a:path w="49294" h="202272" fill="none">
                <a:moveTo>
                  <a:pt x="1031" y="202"/>
                </a:moveTo>
                <a:lnTo>
                  <a:pt x="1856" y="0"/>
                </a:lnTo>
                <a:cubicBezTo>
                  <a:pt x="2544" y="0"/>
                  <a:pt x="3231" y="0"/>
                  <a:pt x="3919" y="0"/>
                </a:cubicBezTo>
                <a:lnTo>
                  <a:pt x="6394" y="0"/>
                </a:lnTo>
                <a:lnTo>
                  <a:pt x="12169" y="4855"/>
                </a:lnTo>
                <a:cubicBezTo>
                  <a:pt x="25094" y="16317"/>
                  <a:pt x="34513" y="30611"/>
                  <a:pt x="40425" y="47736"/>
                </a:cubicBezTo>
                <a:cubicBezTo>
                  <a:pt x="46338" y="64862"/>
                  <a:pt x="49294" y="82662"/>
                  <a:pt x="49294" y="101136"/>
                </a:cubicBezTo>
                <a:cubicBezTo>
                  <a:pt x="49294" y="110306"/>
                  <a:pt x="48607" y="119138"/>
                  <a:pt x="47232" y="127634"/>
                </a:cubicBezTo>
                <a:cubicBezTo>
                  <a:pt x="45857" y="136129"/>
                  <a:pt x="44275" y="143344"/>
                  <a:pt x="42488" y="149277"/>
                </a:cubicBezTo>
                <a:cubicBezTo>
                  <a:pt x="40700" y="155210"/>
                  <a:pt x="38156" y="161143"/>
                  <a:pt x="34856" y="167077"/>
                </a:cubicBezTo>
                <a:cubicBezTo>
                  <a:pt x="31556" y="173010"/>
                  <a:pt x="28944" y="177528"/>
                  <a:pt x="27019" y="180629"/>
                </a:cubicBezTo>
                <a:cubicBezTo>
                  <a:pt x="25094" y="183731"/>
                  <a:pt x="22275" y="187169"/>
                  <a:pt x="18563" y="190945"/>
                </a:cubicBezTo>
                <a:cubicBezTo>
                  <a:pt x="14850" y="194721"/>
                  <a:pt x="12650" y="196946"/>
                  <a:pt x="11963" y="197620"/>
                </a:cubicBezTo>
                <a:cubicBezTo>
                  <a:pt x="11275" y="198294"/>
                  <a:pt x="9694" y="199575"/>
                  <a:pt x="7219" y="201463"/>
                </a:cubicBezTo>
                <a:cubicBezTo>
                  <a:pt x="6806" y="201868"/>
                  <a:pt x="6531" y="202137"/>
                  <a:pt x="6394" y="202272"/>
                </a:cubicBezTo>
                <a:lnTo>
                  <a:pt x="3919" y="202272"/>
                </a:lnTo>
                <a:cubicBezTo>
                  <a:pt x="2819" y="202272"/>
                  <a:pt x="2063" y="202272"/>
                  <a:pt x="1650" y="202272"/>
                </a:cubicBezTo>
                <a:cubicBezTo>
                  <a:pt x="1238" y="202272"/>
                  <a:pt x="894" y="202070"/>
                  <a:pt x="619" y="201665"/>
                </a:cubicBezTo>
                <a:cubicBezTo>
                  <a:pt x="344" y="201261"/>
                  <a:pt x="138" y="200654"/>
                  <a:pt x="0" y="199845"/>
                </a:cubicBezTo>
                <a:cubicBezTo>
                  <a:pt x="138" y="199710"/>
                  <a:pt x="894" y="198834"/>
                  <a:pt x="2269" y="197215"/>
                </a:cubicBezTo>
                <a:cubicBezTo>
                  <a:pt x="23581" y="175505"/>
                  <a:pt x="34238" y="143478"/>
                  <a:pt x="34238" y="101136"/>
                </a:cubicBezTo>
                <a:cubicBezTo>
                  <a:pt x="34238" y="58794"/>
                  <a:pt x="23581" y="26767"/>
                  <a:pt x="2269" y="5057"/>
                </a:cubicBezTo>
                <a:cubicBezTo>
                  <a:pt x="894" y="3439"/>
                  <a:pt x="138" y="2562"/>
                  <a:pt x="0" y="2427"/>
                </a:cubicBezTo>
                <a:cubicBezTo>
                  <a:pt x="0" y="1348"/>
                  <a:pt x="344" y="607"/>
                  <a:pt x="1031" y="20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4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C67348-1138-46C2-BEFD-A34C832E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097" y="535426"/>
            <a:ext cx="593235" cy="10"/>
          </a:xfrm>
          <a:custGeom xmlns:a="http://schemas.openxmlformats.org/drawingml/2006/main">
            <a:pathLst>
              <a:path w="593235" h="1" fill="none">
                <a:moveTo>
                  <a:pt x="0" y="0"/>
                </a:moveTo>
                <a:lnTo>
                  <a:pt x="5932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896" cap="flat">
            <a:solidFill>
              <a:srgbClr val="000000"/>
            </a:solidFill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CB4117-0AE3-4DF2-BAD3-09718CD0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878" y="496849"/>
            <a:ext cx="115584" cy="77152"/>
          </a:xfrm>
          <a:custGeom xmlns:a="http://schemas.openxmlformats.org/drawingml/2006/main">
            <a:pathLst>
              <a:path w="115584" h="77152" fill="none">
                <a:moveTo>
                  <a:pt x="115584" y="0"/>
                </a:moveTo>
                <a:lnTo>
                  <a:pt x="0" y="38576"/>
                </a:lnTo>
                <a:lnTo>
                  <a:pt x="115584" y="77152"/>
                </a:lnTo>
              </a:path>
            </a:pathLst>
          </a:custGeom>
          <a:noFill xmlns:a="http://schemas.openxmlformats.org/drawingml/2006/main"/>
          <a:ln xmlns:a="http://schemas.openxmlformats.org/drawingml/2006/main" w="28896" cap="flat">
            <a:solidFill>
              <a:srgbClr val="000000"/>
            </a:solidFill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715E36-64A7-4ECF-B3A0-5DA74179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967" y="496849"/>
            <a:ext cx="115584" cy="77152"/>
          </a:xfrm>
          <a:custGeom xmlns:a="http://schemas.openxmlformats.org/drawingml/2006/main">
            <a:pathLst>
              <a:path w="115584" h="77152" fill="none">
                <a:moveTo>
                  <a:pt x="0" y="77152"/>
                </a:moveTo>
                <a:lnTo>
                  <a:pt x="115584" y="3857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896" cap="flat">
            <a:solidFill>
              <a:srgbClr val="000000"/>
            </a:solidFill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A0A69C-FFEB-4FAB-8A2C-FF1BA13C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94" y="1134585"/>
            <a:ext cx="10" cy="304275"/>
          </a:xfrm>
          <a:custGeom xmlns:a="http://schemas.openxmlformats.org/drawingml/2006/main">
            <a:pathLst>
              <a:path w="1" h="304275" fill="none">
                <a:moveTo>
                  <a:pt x="0" y="0"/>
                </a:moveTo>
                <a:lnTo>
                  <a:pt x="0" y="304275"/>
                </a:lnTo>
              </a:path>
            </a:pathLst>
          </a:custGeom>
          <a:noFill xmlns:a="http://schemas.openxmlformats.org/drawingml/2006/main"/>
          <a:ln xmlns:a="http://schemas.openxmlformats.org/drawingml/2006/main" w="28896" cap="flat">
            <a:solidFill>
              <a:srgbClr val="000000"/>
            </a:solidFill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7F73DE-D442-4151-8D10-0925EFEE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18" y="1102365"/>
            <a:ext cx="77152" cy="115584"/>
          </a:xfrm>
          <a:custGeom xmlns:a="http://schemas.openxmlformats.org/drawingml/2006/main">
            <a:pathLst>
              <a:path w="77152" h="115584" fill="none">
                <a:moveTo>
                  <a:pt x="77152" y="115584"/>
                </a:moveTo>
                <a:lnTo>
                  <a:pt x="38576" y="0"/>
                </a:lnTo>
                <a:lnTo>
                  <a:pt x="0" y="115584"/>
                </a:lnTo>
              </a:path>
            </a:pathLst>
          </a:custGeom>
          <a:noFill xmlns:a="http://schemas.openxmlformats.org/drawingml/2006/main"/>
          <a:ln xmlns:a="http://schemas.openxmlformats.org/drawingml/2006/main" w="28896" cap="flat">
            <a:solidFill>
              <a:srgbClr val="000000"/>
            </a:solidFill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444D21-E436-4BF0-A5B6-6372F2DD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18" y="1355495"/>
            <a:ext cx="77152" cy="115584"/>
          </a:xfrm>
          <a:custGeom xmlns:a="http://schemas.openxmlformats.org/drawingml/2006/main">
            <a:pathLst>
              <a:path w="77152" h="115584" fill="none">
                <a:moveTo>
                  <a:pt x="0" y="0"/>
                </a:moveTo>
                <a:lnTo>
                  <a:pt x="38576" y="115584"/>
                </a:lnTo>
                <a:lnTo>
                  <a:pt x="7715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896" cap="flat">
            <a:solidFill>
              <a:srgbClr val="000000"/>
            </a:solidFill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EE511F-E012-4D2E-87D0-3D58A388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802" y="253689"/>
            <a:ext cx="216720" cy="216720"/>
          </a:xfrm>
          <a:custGeom xmlns:a="http://schemas.openxmlformats.org/drawingml/2006/main">
            <a:pathLst>
              <a:path w="216720" h="216720">
                <a:moveTo>
                  <a:pt x="216720" y="108360"/>
                </a:moveTo>
                <a:cubicBezTo>
                  <a:pt x="216720" y="115475"/>
                  <a:pt x="216026" y="122522"/>
                  <a:pt x="214638" y="129500"/>
                </a:cubicBezTo>
                <a:cubicBezTo>
                  <a:pt x="213250" y="136478"/>
                  <a:pt x="211194" y="143254"/>
                  <a:pt x="208472" y="149828"/>
                </a:cubicBezTo>
                <a:cubicBezTo>
                  <a:pt x="205749" y="156401"/>
                  <a:pt x="202411" y="162646"/>
                  <a:pt x="198458" y="168562"/>
                </a:cubicBezTo>
                <a:cubicBezTo>
                  <a:pt x="194505" y="174478"/>
                  <a:pt x="190013" y="179951"/>
                  <a:pt x="184982" y="184982"/>
                </a:cubicBezTo>
                <a:cubicBezTo>
                  <a:pt x="179951" y="190013"/>
                  <a:pt x="174478" y="194505"/>
                  <a:pt x="168562" y="198458"/>
                </a:cubicBezTo>
                <a:cubicBezTo>
                  <a:pt x="162646" y="202411"/>
                  <a:pt x="156401" y="205749"/>
                  <a:pt x="149828" y="208472"/>
                </a:cubicBezTo>
                <a:cubicBezTo>
                  <a:pt x="143254" y="211195"/>
                  <a:pt x="136478" y="213250"/>
                  <a:pt x="129500" y="214638"/>
                </a:cubicBezTo>
                <a:cubicBezTo>
                  <a:pt x="122522" y="216026"/>
                  <a:pt x="115475" y="216720"/>
                  <a:pt x="108360" y="216720"/>
                </a:cubicBezTo>
                <a:cubicBezTo>
                  <a:pt x="101245" y="216720"/>
                  <a:pt x="94198" y="216026"/>
                  <a:pt x="87220" y="214638"/>
                </a:cubicBezTo>
                <a:cubicBezTo>
                  <a:pt x="80242" y="213250"/>
                  <a:pt x="73466" y="211195"/>
                  <a:pt x="66892" y="208472"/>
                </a:cubicBezTo>
                <a:cubicBezTo>
                  <a:pt x="60319" y="205749"/>
                  <a:pt x="54074" y="202411"/>
                  <a:pt x="48158" y="198458"/>
                </a:cubicBezTo>
                <a:cubicBezTo>
                  <a:pt x="42242" y="194505"/>
                  <a:pt x="36769" y="190013"/>
                  <a:pt x="31738" y="184982"/>
                </a:cubicBezTo>
                <a:cubicBezTo>
                  <a:pt x="26707" y="179951"/>
                  <a:pt x="22215" y="174478"/>
                  <a:pt x="18262" y="168562"/>
                </a:cubicBezTo>
                <a:cubicBezTo>
                  <a:pt x="14309" y="162646"/>
                  <a:pt x="10971" y="156401"/>
                  <a:pt x="8248" y="149828"/>
                </a:cubicBezTo>
                <a:cubicBezTo>
                  <a:pt x="5525" y="143254"/>
                  <a:pt x="3470" y="136478"/>
                  <a:pt x="2082" y="129500"/>
                </a:cubicBezTo>
                <a:cubicBezTo>
                  <a:pt x="694" y="122522"/>
                  <a:pt x="0" y="115475"/>
                  <a:pt x="0" y="108360"/>
                </a:cubicBezTo>
                <a:cubicBezTo>
                  <a:pt x="0" y="101245"/>
                  <a:pt x="694" y="94198"/>
                  <a:pt x="2082" y="87220"/>
                </a:cubicBezTo>
                <a:cubicBezTo>
                  <a:pt x="3470" y="80242"/>
                  <a:pt x="5525" y="73466"/>
                  <a:pt x="8248" y="66892"/>
                </a:cubicBezTo>
                <a:cubicBezTo>
                  <a:pt x="10971" y="60319"/>
                  <a:pt x="14309" y="54074"/>
                  <a:pt x="18262" y="48158"/>
                </a:cubicBezTo>
                <a:cubicBezTo>
                  <a:pt x="22215" y="42243"/>
                  <a:pt x="26707" y="36769"/>
                  <a:pt x="31738" y="31738"/>
                </a:cubicBezTo>
                <a:cubicBezTo>
                  <a:pt x="36769" y="26707"/>
                  <a:pt x="42242" y="22215"/>
                  <a:pt x="48158" y="18262"/>
                </a:cubicBezTo>
                <a:cubicBezTo>
                  <a:pt x="54074" y="14309"/>
                  <a:pt x="60319" y="10971"/>
                  <a:pt x="66892" y="8248"/>
                </a:cubicBezTo>
                <a:cubicBezTo>
                  <a:pt x="73466" y="5526"/>
                  <a:pt x="80242" y="3470"/>
                  <a:pt x="87220" y="2082"/>
                </a:cubicBezTo>
                <a:cubicBezTo>
                  <a:pt x="94198" y="694"/>
                  <a:pt x="101245" y="0"/>
                  <a:pt x="108360" y="0"/>
                </a:cubicBezTo>
                <a:cubicBezTo>
                  <a:pt x="115475" y="0"/>
                  <a:pt x="122522" y="694"/>
                  <a:pt x="129500" y="2082"/>
                </a:cubicBezTo>
                <a:cubicBezTo>
                  <a:pt x="136478" y="3470"/>
                  <a:pt x="143254" y="5526"/>
                  <a:pt x="149828" y="8248"/>
                </a:cubicBezTo>
                <a:cubicBezTo>
                  <a:pt x="156401" y="10971"/>
                  <a:pt x="162646" y="14309"/>
                  <a:pt x="168562" y="18262"/>
                </a:cubicBezTo>
                <a:cubicBezTo>
                  <a:pt x="174478" y="22215"/>
                  <a:pt x="179951" y="26707"/>
                  <a:pt x="184982" y="31738"/>
                </a:cubicBezTo>
                <a:cubicBezTo>
                  <a:pt x="190013" y="36769"/>
                  <a:pt x="194505" y="42243"/>
                  <a:pt x="198458" y="48158"/>
                </a:cubicBezTo>
                <a:cubicBezTo>
                  <a:pt x="202411" y="54074"/>
                  <a:pt x="205749" y="60319"/>
                  <a:pt x="208472" y="66892"/>
                </a:cubicBezTo>
                <a:cubicBezTo>
                  <a:pt x="211194" y="73466"/>
                  <a:pt x="213250" y="80242"/>
                  <a:pt x="214638" y="87220"/>
                </a:cubicBezTo>
                <a:cubicBezTo>
                  <a:pt x="216026" y="94198"/>
                  <a:pt x="216720" y="101245"/>
                  <a:pt x="216720" y="10836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F99098E1-D2E1-414F-B446-9274A060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578" y="247154"/>
            <a:ext cx="231168" cy="230480"/>
          </a:xfrm>
          <a:custGeom xmlns:a="http://schemas.openxmlformats.org/drawingml/2006/main">
            <a:pathLst>
              <a:path w="231168" h="230480">
                <a:moveTo>
                  <a:pt x="231164" y="113947"/>
                </a:moveTo>
                <a:lnTo>
                  <a:pt x="231168" y="114895"/>
                </a:lnTo>
                <a:lnTo>
                  <a:pt x="231164" y="115843"/>
                </a:lnTo>
                <a:lnTo>
                  <a:pt x="231153" y="116790"/>
                </a:lnTo>
                <a:lnTo>
                  <a:pt x="231134" y="117737"/>
                </a:lnTo>
                <a:lnTo>
                  <a:pt x="231107" y="118683"/>
                </a:lnTo>
                <a:lnTo>
                  <a:pt x="231072" y="119628"/>
                </a:lnTo>
                <a:lnTo>
                  <a:pt x="231029" y="120573"/>
                </a:lnTo>
                <a:lnTo>
                  <a:pt x="230979" y="121516"/>
                </a:lnTo>
                <a:lnTo>
                  <a:pt x="230921" y="122459"/>
                </a:lnTo>
                <a:lnTo>
                  <a:pt x="230856" y="123402"/>
                </a:lnTo>
                <a:lnTo>
                  <a:pt x="230783" y="124344"/>
                </a:lnTo>
                <a:lnTo>
                  <a:pt x="230702" y="125285"/>
                </a:lnTo>
                <a:lnTo>
                  <a:pt x="230613" y="126225"/>
                </a:lnTo>
                <a:lnTo>
                  <a:pt x="230516" y="127164"/>
                </a:lnTo>
                <a:lnTo>
                  <a:pt x="230412" y="128103"/>
                </a:lnTo>
                <a:lnTo>
                  <a:pt x="230300" y="129041"/>
                </a:lnTo>
                <a:lnTo>
                  <a:pt x="230181" y="129978"/>
                </a:lnTo>
                <a:lnTo>
                  <a:pt x="230054" y="130914"/>
                </a:lnTo>
                <a:lnTo>
                  <a:pt x="229919" y="131850"/>
                </a:lnTo>
                <a:lnTo>
                  <a:pt x="229776" y="132784"/>
                </a:lnTo>
                <a:lnTo>
                  <a:pt x="229626" y="133718"/>
                </a:lnTo>
                <a:lnTo>
                  <a:pt x="229468" y="134651"/>
                </a:lnTo>
                <a:lnTo>
                  <a:pt x="229302" y="135583"/>
                </a:lnTo>
                <a:lnTo>
                  <a:pt x="229128" y="136514"/>
                </a:lnTo>
                <a:lnTo>
                  <a:pt x="228947" y="137445"/>
                </a:lnTo>
                <a:lnTo>
                  <a:pt x="228759" y="138374"/>
                </a:lnTo>
                <a:lnTo>
                  <a:pt x="228562" y="139300"/>
                </a:lnTo>
                <a:lnTo>
                  <a:pt x="228359" y="140225"/>
                </a:lnTo>
                <a:lnTo>
                  <a:pt x="228148" y="141147"/>
                </a:lnTo>
                <a:lnTo>
                  <a:pt x="227929" y="142068"/>
                </a:lnTo>
                <a:lnTo>
                  <a:pt x="227704" y="142986"/>
                </a:lnTo>
                <a:lnTo>
                  <a:pt x="227470" y="143902"/>
                </a:lnTo>
                <a:lnTo>
                  <a:pt x="227229" y="144815"/>
                </a:lnTo>
                <a:lnTo>
                  <a:pt x="226981" y="145727"/>
                </a:lnTo>
                <a:lnTo>
                  <a:pt x="226726" y="146636"/>
                </a:lnTo>
                <a:lnTo>
                  <a:pt x="226463" y="147543"/>
                </a:lnTo>
                <a:lnTo>
                  <a:pt x="226192" y="148448"/>
                </a:lnTo>
                <a:lnTo>
                  <a:pt x="225914" y="149351"/>
                </a:lnTo>
                <a:lnTo>
                  <a:pt x="225629" y="150251"/>
                </a:lnTo>
                <a:lnTo>
                  <a:pt x="225336" y="151149"/>
                </a:lnTo>
                <a:lnTo>
                  <a:pt x="225036" y="152045"/>
                </a:lnTo>
                <a:lnTo>
                  <a:pt x="224729" y="152938"/>
                </a:lnTo>
                <a:lnTo>
                  <a:pt x="224414" y="153829"/>
                </a:lnTo>
                <a:lnTo>
                  <a:pt x="224092" y="154718"/>
                </a:lnTo>
                <a:lnTo>
                  <a:pt x="223762" y="155605"/>
                </a:lnTo>
                <a:lnTo>
                  <a:pt x="223425" y="156489"/>
                </a:lnTo>
                <a:lnTo>
                  <a:pt x="223081" y="157371"/>
                </a:lnTo>
                <a:lnTo>
                  <a:pt x="222729" y="158250"/>
                </a:lnTo>
                <a:lnTo>
                  <a:pt x="222370" y="159127"/>
                </a:lnTo>
                <a:lnTo>
                  <a:pt x="222004" y="160002"/>
                </a:lnTo>
                <a:lnTo>
                  <a:pt x="221630" y="160872"/>
                </a:lnTo>
                <a:lnTo>
                  <a:pt x="221250" y="161739"/>
                </a:lnTo>
                <a:lnTo>
                  <a:pt x="220863" y="162603"/>
                </a:lnTo>
                <a:lnTo>
                  <a:pt x="220470" y="163463"/>
                </a:lnTo>
                <a:lnTo>
                  <a:pt x="220069" y="164319"/>
                </a:lnTo>
                <a:lnTo>
                  <a:pt x="219662" y="165172"/>
                </a:lnTo>
                <a:lnTo>
                  <a:pt x="219247" y="166021"/>
                </a:lnTo>
                <a:lnTo>
                  <a:pt x="218826" y="166867"/>
                </a:lnTo>
                <a:lnTo>
                  <a:pt x="218398" y="167709"/>
                </a:lnTo>
                <a:lnTo>
                  <a:pt x="217963" y="168547"/>
                </a:lnTo>
                <a:lnTo>
                  <a:pt x="217521" y="169382"/>
                </a:lnTo>
                <a:lnTo>
                  <a:pt x="217073" y="170213"/>
                </a:lnTo>
                <a:lnTo>
                  <a:pt x="216617" y="171040"/>
                </a:lnTo>
                <a:lnTo>
                  <a:pt x="216155" y="171864"/>
                </a:lnTo>
                <a:lnTo>
                  <a:pt x="215686" y="172684"/>
                </a:lnTo>
                <a:lnTo>
                  <a:pt x="215210" y="173500"/>
                </a:lnTo>
                <a:lnTo>
                  <a:pt x="214727" y="174313"/>
                </a:lnTo>
                <a:lnTo>
                  <a:pt x="214238" y="175122"/>
                </a:lnTo>
                <a:lnTo>
                  <a:pt x="213742" y="175927"/>
                </a:lnTo>
                <a:lnTo>
                  <a:pt x="213238" y="176729"/>
                </a:lnTo>
                <a:lnTo>
                  <a:pt x="212729" y="177526"/>
                </a:lnTo>
                <a:lnTo>
                  <a:pt x="212212" y="178320"/>
                </a:lnTo>
                <a:lnTo>
                  <a:pt x="211689" y="179111"/>
                </a:lnTo>
                <a:lnTo>
                  <a:pt x="211159" y="179896"/>
                </a:lnTo>
                <a:lnTo>
                  <a:pt x="210623" y="180677"/>
                </a:lnTo>
                <a:lnTo>
                  <a:pt x="210081" y="181454"/>
                </a:lnTo>
                <a:lnTo>
                  <a:pt x="209533" y="182225"/>
                </a:lnTo>
                <a:lnTo>
                  <a:pt x="208979" y="182992"/>
                </a:lnTo>
                <a:lnTo>
                  <a:pt x="208419" y="183754"/>
                </a:lnTo>
                <a:lnTo>
                  <a:pt x="207853" y="184511"/>
                </a:lnTo>
                <a:lnTo>
                  <a:pt x="207281" y="185263"/>
                </a:lnTo>
                <a:lnTo>
                  <a:pt x="206703" y="186010"/>
                </a:lnTo>
                <a:lnTo>
                  <a:pt x="206119" y="186752"/>
                </a:lnTo>
                <a:lnTo>
                  <a:pt x="205529" y="187489"/>
                </a:lnTo>
                <a:lnTo>
                  <a:pt x="204933" y="188222"/>
                </a:lnTo>
                <a:lnTo>
                  <a:pt x="204331" y="188949"/>
                </a:lnTo>
                <a:lnTo>
                  <a:pt x="203723" y="189672"/>
                </a:lnTo>
                <a:lnTo>
                  <a:pt x="203109" y="190390"/>
                </a:lnTo>
                <a:lnTo>
                  <a:pt x="202489" y="191103"/>
                </a:lnTo>
                <a:lnTo>
                  <a:pt x="201863" y="191810"/>
                </a:lnTo>
                <a:lnTo>
                  <a:pt x="201231" y="192513"/>
                </a:lnTo>
                <a:lnTo>
                  <a:pt x="200593" y="193211"/>
                </a:lnTo>
                <a:lnTo>
                  <a:pt x="199949" y="193904"/>
                </a:lnTo>
                <a:lnTo>
                  <a:pt x="199299" y="194592"/>
                </a:lnTo>
                <a:lnTo>
                  <a:pt x="198644" y="195275"/>
                </a:lnTo>
                <a:lnTo>
                  <a:pt x="197982" y="195953"/>
                </a:lnTo>
                <a:lnTo>
                  <a:pt x="197314" y="196626"/>
                </a:lnTo>
                <a:lnTo>
                  <a:pt x="196642" y="197293"/>
                </a:lnTo>
                <a:lnTo>
                  <a:pt x="195964" y="197955"/>
                </a:lnTo>
                <a:lnTo>
                  <a:pt x="195281" y="198610"/>
                </a:lnTo>
                <a:lnTo>
                  <a:pt x="194593" y="199260"/>
                </a:lnTo>
                <a:lnTo>
                  <a:pt x="193900" y="199904"/>
                </a:lnTo>
                <a:lnTo>
                  <a:pt x="193202" y="200542"/>
                </a:lnTo>
                <a:lnTo>
                  <a:pt x="192499" y="201174"/>
                </a:lnTo>
                <a:lnTo>
                  <a:pt x="191791" y="201800"/>
                </a:lnTo>
                <a:lnTo>
                  <a:pt x="191079" y="202420"/>
                </a:lnTo>
                <a:lnTo>
                  <a:pt x="190361" y="203034"/>
                </a:lnTo>
                <a:lnTo>
                  <a:pt x="189638" y="203642"/>
                </a:lnTo>
                <a:lnTo>
                  <a:pt x="188911" y="204244"/>
                </a:lnTo>
                <a:lnTo>
                  <a:pt x="188178" y="204840"/>
                </a:lnTo>
                <a:lnTo>
                  <a:pt x="187441" y="205430"/>
                </a:lnTo>
                <a:lnTo>
                  <a:pt x="186699" y="206014"/>
                </a:lnTo>
                <a:lnTo>
                  <a:pt x="185951" y="206593"/>
                </a:lnTo>
                <a:lnTo>
                  <a:pt x="185199" y="207165"/>
                </a:lnTo>
                <a:lnTo>
                  <a:pt x="184442" y="207731"/>
                </a:lnTo>
                <a:lnTo>
                  <a:pt x="183681" y="208291"/>
                </a:lnTo>
                <a:lnTo>
                  <a:pt x="182914" y="208845"/>
                </a:lnTo>
                <a:lnTo>
                  <a:pt x="182143" y="209393"/>
                </a:lnTo>
                <a:lnTo>
                  <a:pt x="181366" y="209934"/>
                </a:lnTo>
                <a:lnTo>
                  <a:pt x="180585" y="210470"/>
                </a:lnTo>
                <a:lnTo>
                  <a:pt x="179799" y="211000"/>
                </a:lnTo>
                <a:lnTo>
                  <a:pt x="179009" y="211523"/>
                </a:lnTo>
                <a:lnTo>
                  <a:pt x="178215" y="212040"/>
                </a:lnTo>
                <a:lnTo>
                  <a:pt x="177417" y="212550"/>
                </a:lnTo>
                <a:lnTo>
                  <a:pt x="176616" y="213053"/>
                </a:lnTo>
                <a:lnTo>
                  <a:pt x="175811" y="213549"/>
                </a:lnTo>
                <a:lnTo>
                  <a:pt x="175002" y="214039"/>
                </a:lnTo>
                <a:lnTo>
                  <a:pt x="174189" y="214521"/>
                </a:lnTo>
                <a:lnTo>
                  <a:pt x="173373" y="214997"/>
                </a:lnTo>
                <a:lnTo>
                  <a:pt x="172553" y="215466"/>
                </a:lnTo>
                <a:lnTo>
                  <a:pt x="171729" y="215929"/>
                </a:lnTo>
                <a:lnTo>
                  <a:pt x="170902" y="216384"/>
                </a:lnTo>
                <a:lnTo>
                  <a:pt x="170071" y="216833"/>
                </a:lnTo>
                <a:lnTo>
                  <a:pt x="169236" y="217274"/>
                </a:lnTo>
                <a:lnTo>
                  <a:pt x="168398" y="217709"/>
                </a:lnTo>
                <a:lnTo>
                  <a:pt x="167556" y="218137"/>
                </a:lnTo>
                <a:lnTo>
                  <a:pt x="166710" y="218559"/>
                </a:lnTo>
                <a:lnTo>
                  <a:pt x="165861" y="218973"/>
                </a:lnTo>
                <a:lnTo>
                  <a:pt x="165008" y="219380"/>
                </a:lnTo>
                <a:lnTo>
                  <a:pt x="164152" y="219781"/>
                </a:lnTo>
                <a:lnTo>
                  <a:pt x="163292" y="220175"/>
                </a:lnTo>
                <a:lnTo>
                  <a:pt x="162428" y="220562"/>
                </a:lnTo>
                <a:lnTo>
                  <a:pt x="161561" y="220942"/>
                </a:lnTo>
                <a:lnTo>
                  <a:pt x="160690" y="221315"/>
                </a:lnTo>
                <a:lnTo>
                  <a:pt x="159816" y="221681"/>
                </a:lnTo>
                <a:lnTo>
                  <a:pt x="158939" y="222040"/>
                </a:lnTo>
                <a:lnTo>
                  <a:pt x="158060" y="222392"/>
                </a:lnTo>
                <a:lnTo>
                  <a:pt x="157178" y="222737"/>
                </a:lnTo>
                <a:lnTo>
                  <a:pt x="156294" y="223074"/>
                </a:lnTo>
                <a:lnTo>
                  <a:pt x="155407" y="223403"/>
                </a:lnTo>
                <a:lnTo>
                  <a:pt x="154518" y="223725"/>
                </a:lnTo>
                <a:lnTo>
                  <a:pt x="153627" y="224040"/>
                </a:lnTo>
                <a:lnTo>
                  <a:pt x="152733" y="224348"/>
                </a:lnTo>
                <a:lnTo>
                  <a:pt x="151838" y="224648"/>
                </a:lnTo>
                <a:lnTo>
                  <a:pt x="150940" y="224941"/>
                </a:lnTo>
                <a:lnTo>
                  <a:pt x="150039" y="225226"/>
                </a:lnTo>
                <a:lnTo>
                  <a:pt x="149137" y="225504"/>
                </a:lnTo>
                <a:lnTo>
                  <a:pt x="148232" y="225774"/>
                </a:lnTo>
                <a:lnTo>
                  <a:pt x="147325" y="226037"/>
                </a:lnTo>
                <a:lnTo>
                  <a:pt x="146415" y="226293"/>
                </a:lnTo>
                <a:lnTo>
                  <a:pt x="145504" y="226541"/>
                </a:lnTo>
                <a:lnTo>
                  <a:pt x="144590" y="226782"/>
                </a:lnTo>
                <a:lnTo>
                  <a:pt x="143674" y="227015"/>
                </a:lnTo>
                <a:lnTo>
                  <a:pt x="142756" y="227241"/>
                </a:lnTo>
                <a:lnTo>
                  <a:pt x="141836" y="227459"/>
                </a:lnTo>
                <a:lnTo>
                  <a:pt x="140913" y="227670"/>
                </a:lnTo>
                <a:lnTo>
                  <a:pt x="139989" y="227874"/>
                </a:lnTo>
                <a:lnTo>
                  <a:pt x="139062" y="228070"/>
                </a:lnTo>
                <a:lnTo>
                  <a:pt x="138133" y="228259"/>
                </a:lnTo>
                <a:lnTo>
                  <a:pt x="137203" y="228440"/>
                </a:lnTo>
                <a:lnTo>
                  <a:pt x="136272" y="228613"/>
                </a:lnTo>
                <a:lnTo>
                  <a:pt x="135340" y="228779"/>
                </a:lnTo>
                <a:lnTo>
                  <a:pt x="134407" y="228937"/>
                </a:lnTo>
                <a:lnTo>
                  <a:pt x="133473" y="229087"/>
                </a:lnTo>
                <a:lnTo>
                  <a:pt x="132538" y="229230"/>
                </a:lnTo>
                <a:lnTo>
                  <a:pt x="131603" y="229365"/>
                </a:lnTo>
                <a:lnTo>
                  <a:pt x="130667" y="229492"/>
                </a:lnTo>
                <a:lnTo>
                  <a:pt x="129729" y="229612"/>
                </a:lnTo>
                <a:lnTo>
                  <a:pt x="128792" y="229724"/>
                </a:lnTo>
                <a:lnTo>
                  <a:pt x="127853" y="229828"/>
                </a:lnTo>
                <a:lnTo>
                  <a:pt x="126913" y="229924"/>
                </a:lnTo>
                <a:lnTo>
                  <a:pt x="125973" y="230013"/>
                </a:lnTo>
                <a:lnTo>
                  <a:pt x="125032" y="230094"/>
                </a:lnTo>
                <a:lnTo>
                  <a:pt x="124091" y="230167"/>
                </a:lnTo>
                <a:lnTo>
                  <a:pt x="123148" y="230233"/>
                </a:lnTo>
                <a:lnTo>
                  <a:pt x="122205" y="230291"/>
                </a:lnTo>
                <a:lnTo>
                  <a:pt x="121261" y="230341"/>
                </a:lnTo>
                <a:lnTo>
                  <a:pt x="120317" y="230383"/>
                </a:lnTo>
                <a:lnTo>
                  <a:pt x="119371" y="230418"/>
                </a:lnTo>
                <a:lnTo>
                  <a:pt x="118426" y="230445"/>
                </a:lnTo>
                <a:lnTo>
                  <a:pt x="117479" y="230464"/>
                </a:lnTo>
                <a:lnTo>
                  <a:pt x="116532" y="230476"/>
                </a:lnTo>
                <a:lnTo>
                  <a:pt x="115584" y="230480"/>
                </a:lnTo>
                <a:lnTo>
                  <a:pt x="114636" y="230476"/>
                </a:lnTo>
                <a:lnTo>
                  <a:pt x="113689" y="230464"/>
                </a:lnTo>
                <a:lnTo>
                  <a:pt x="112743" y="230445"/>
                </a:lnTo>
                <a:lnTo>
                  <a:pt x="111797" y="230418"/>
                </a:lnTo>
                <a:lnTo>
                  <a:pt x="110852" y="230383"/>
                </a:lnTo>
                <a:lnTo>
                  <a:pt x="109907" y="230341"/>
                </a:lnTo>
                <a:lnTo>
                  <a:pt x="108963" y="230291"/>
                </a:lnTo>
                <a:lnTo>
                  <a:pt x="108020" y="230233"/>
                </a:lnTo>
                <a:lnTo>
                  <a:pt x="107078" y="230167"/>
                </a:lnTo>
                <a:lnTo>
                  <a:pt x="106136" y="230094"/>
                </a:lnTo>
                <a:lnTo>
                  <a:pt x="105195" y="230013"/>
                </a:lnTo>
                <a:lnTo>
                  <a:pt x="104255" y="229924"/>
                </a:lnTo>
                <a:lnTo>
                  <a:pt x="103315" y="229828"/>
                </a:lnTo>
                <a:lnTo>
                  <a:pt x="102376" y="229724"/>
                </a:lnTo>
                <a:lnTo>
                  <a:pt x="101439" y="229612"/>
                </a:lnTo>
                <a:lnTo>
                  <a:pt x="100501" y="229492"/>
                </a:lnTo>
                <a:lnTo>
                  <a:pt x="99565" y="229365"/>
                </a:lnTo>
                <a:lnTo>
                  <a:pt x="98630" y="229230"/>
                </a:lnTo>
                <a:lnTo>
                  <a:pt x="97695" y="229087"/>
                </a:lnTo>
                <a:lnTo>
                  <a:pt x="96761" y="228937"/>
                </a:lnTo>
                <a:lnTo>
                  <a:pt x="95828" y="228779"/>
                </a:lnTo>
                <a:lnTo>
                  <a:pt x="94896" y="228613"/>
                </a:lnTo>
                <a:lnTo>
                  <a:pt x="93965" y="228440"/>
                </a:lnTo>
                <a:lnTo>
                  <a:pt x="93034" y="228259"/>
                </a:lnTo>
                <a:lnTo>
                  <a:pt x="92106" y="228070"/>
                </a:lnTo>
                <a:lnTo>
                  <a:pt x="91179" y="227874"/>
                </a:lnTo>
                <a:lnTo>
                  <a:pt x="90254" y="227670"/>
                </a:lnTo>
                <a:lnTo>
                  <a:pt x="89332" y="227459"/>
                </a:lnTo>
                <a:lnTo>
                  <a:pt x="88412" y="227241"/>
                </a:lnTo>
                <a:lnTo>
                  <a:pt x="87494" y="227015"/>
                </a:lnTo>
                <a:lnTo>
                  <a:pt x="86578" y="226782"/>
                </a:lnTo>
                <a:lnTo>
                  <a:pt x="85664" y="226541"/>
                </a:lnTo>
                <a:lnTo>
                  <a:pt x="84752" y="226293"/>
                </a:lnTo>
                <a:lnTo>
                  <a:pt x="83843" y="226037"/>
                </a:lnTo>
                <a:lnTo>
                  <a:pt x="82936" y="225774"/>
                </a:lnTo>
                <a:lnTo>
                  <a:pt x="82031" y="225504"/>
                </a:lnTo>
                <a:lnTo>
                  <a:pt x="81129" y="225226"/>
                </a:lnTo>
                <a:lnTo>
                  <a:pt x="80228" y="224941"/>
                </a:lnTo>
                <a:lnTo>
                  <a:pt x="79330" y="224648"/>
                </a:lnTo>
                <a:lnTo>
                  <a:pt x="78434" y="224348"/>
                </a:lnTo>
                <a:lnTo>
                  <a:pt x="77541" y="224040"/>
                </a:lnTo>
                <a:lnTo>
                  <a:pt x="76650" y="223725"/>
                </a:lnTo>
                <a:lnTo>
                  <a:pt x="75761" y="223403"/>
                </a:lnTo>
                <a:lnTo>
                  <a:pt x="74874" y="223074"/>
                </a:lnTo>
                <a:lnTo>
                  <a:pt x="73990" y="222737"/>
                </a:lnTo>
                <a:lnTo>
                  <a:pt x="73108" y="222392"/>
                </a:lnTo>
                <a:lnTo>
                  <a:pt x="72229" y="222040"/>
                </a:lnTo>
                <a:lnTo>
                  <a:pt x="71352" y="221681"/>
                </a:lnTo>
                <a:lnTo>
                  <a:pt x="70478" y="221315"/>
                </a:lnTo>
                <a:lnTo>
                  <a:pt x="69607" y="220942"/>
                </a:lnTo>
                <a:lnTo>
                  <a:pt x="68740" y="220562"/>
                </a:lnTo>
                <a:lnTo>
                  <a:pt x="67876" y="220175"/>
                </a:lnTo>
                <a:lnTo>
                  <a:pt x="67016" y="219781"/>
                </a:lnTo>
                <a:lnTo>
                  <a:pt x="66160" y="219380"/>
                </a:lnTo>
                <a:lnTo>
                  <a:pt x="65307" y="218973"/>
                </a:lnTo>
                <a:lnTo>
                  <a:pt x="64458" y="218559"/>
                </a:lnTo>
                <a:lnTo>
                  <a:pt x="63612" y="218137"/>
                </a:lnTo>
                <a:lnTo>
                  <a:pt x="62770" y="217709"/>
                </a:lnTo>
                <a:lnTo>
                  <a:pt x="61932" y="217274"/>
                </a:lnTo>
                <a:lnTo>
                  <a:pt x="61097" y="216833"/>
                </a:lnTo>
                <a:lnTo>
                  <a:pt x="60266" y="216384"/>
                </a:lnTo>
                <a:lnTo>
                  <a:pt x="59439" y="215929"/>
                </a:lnTo>
                <a:lnTo>
                  <a:pt x="58615" y="215466"/>
                </a:lnTo>
                <a:lnTo>
                  <a:pt x="57795" y="214997"/>
                </a:lnTo>
                <a:lnTo>
                  <a:pt x="56979" y="214521"/>
                </a:lnTo>
                <a:lnTo>
                  <a:pt x="56166" y="214039"/>
                </a:lnTo>
                <a:lnTo>
                  <a:pt x="55357" y="213549"/>
                </a:lnTo>
                <a:lnTo>
                  <a:pt x="54552" y="213053"/>
                </a:lnTo>
                <a:lnTo>
                  <a:pt x="53751" y="212550"/>
                </a:lnTo>
                <a:lnTo>
                  <a:pt x="52953" y="212040"/>
                </a:lnTo>
                <a:lnTo>
                  <a:pt x="52159" y="211523"/>
                </a:lnTo>
                <a:lnTo>
                  <a:pt x="51369" y="211000"/>
                </a:lnTo>
                <a:lnTo>
                  <a:pt x="50583" y="210470"/>
                </a:lnTo>
                <a:lnTo>
                  <a:pt x="49802" y="209934"/>
                </a:lnTo>
                <a:lnTo>
                  <a:pt x="49026" y="209393"/>
                </a:lnTo>
                <a:lnTo>
                  <a:pt x="48254" y="208845"/>
                </a:lnTo>
                <a:lnTo>
                  <a:pt x="47487" y="208291"/>
                </a:lnTo>
                <a:lnTo>
                  <a:pt x="46726" y="207731"/>
                </a:lnTo>
                <a:lnTo>
                  <a:pt x="45969" y="207165"/>
                </a:lnTo>
                <a:lnTo>
                  <a:pt x="45217" y="206593"/>
                </a:lnTo>
                <a:lnTo>
                  <a:pt x="44470" y="206014"/>
                </a:lnTo>
                <a:lnTo>
                  <a:pt x="43727" y="205430"/>
                </a:lnTo>
                <a:lnTo>
                  <a:pt x="42990" y="204840"/>
                </a:lnTo>
                <a:lnTo>
                  <a:pt x="42257" y="204244"/>
                </a:lnTo>
                <a:lnTo>
                  <a:pt x="41530" y="203642"/>
                </a:lnTo>
                <a:lnTo>
                  <a:pt x="40807" y="203034"/>
                </a:lnTo>
                <a:lnTo>
                  <a:pt x="40089" y="202420"/>
                </a:lnTo>
                <a:lnTo>
                  <a:pt x="39377" y="201800"/>
                </a:lnTo>
                <a:lnTo>
                  <a:pt x="38669" y="201174"/>
                </a:lnTo>
                <a:lnTo>
                  <a:pt x="37966" y="200542"/>
                </a:lnTo>
                <a:lnTo>
                  <a:pt x="37268" y="199904"/>
                </a:lnTo>
                <a:lnTo>
                  <a:pt x="36575" y="199260"/>
                </a:lnTo>
                <a:lnTo>
                  <a:pt x="35887" y="198610"/>
                </a:lnTo>
                <a:lnTo>
                  <a:pt x="35205" y="197955"/>
                </a:lnTo>
                <a:lnTo>
                  <a:pt x="34527" y="197293"/>
                </a:lnTo>
                <a:lnTo>
                  <a:pt x="33854" y="196626"/>
                </a:lnTo>
                <a:lnTo>
                  <a:pt x="33186" y="195953"/>
                </a:lnTo>
                <a:lnTo>
                  <a:pt x="32525" y="195275"/>
                </a:lnTo>
                <a:lnTo>
                  <a:pt x="31869" y="194592"/>
                </a:lnTo>
                <a:lnTo>
                  <a:pt x="31219" y="193904"/>
                </a:lnTo>
                <a:lnTo>
                  <a:pt x="30575" y="193211"/>
                </a:lnTo>
                <a:lnTo>
                  <a:pt x="29938" y="192513"/>
                </a:lnTo>
                <a:lnTo>
                  <a:pt x="29306" y="191810"/>
                </a:lnTo>
                <a:lnTo>
                  <a:pt x="28680" y="191103"/>
                </a:lnTo>
                <a:lnTo>
                  <a:pt x="28060" y="190390"/>
                </a:lnTo>
                <a:lnTo>
                  <a:pt x="27445" y="189672"/>
                </a:lnTo>
                <a:lnTo>
                  <a:pt x="26837" y="188950"/>
                </a:lnTo>
                <a:lnTo>
                  <a:pt x="26235" y="188222"/>
                </a:lnTo>
                <a:lnTo>
                  <a:pt x="25639" y="187490"/>
                </a:lnTo>
                <a:lnTo>
                  <a:pt x="25049" y="186752"/>
                </a:lnTo>
                <a:lnTo>
                  <a:pt x="24465" y="186010"/>
                </a:lnTo>
                <a:lnTo>
                  <a:pt x="23887" y="185263"/>
                </a:lnTo>
                <a:lnTo>
                  <a:pt x="23315" y="184511"/>
                </a:lnTo>
                <a:lnTo>
                  <a:pt x="22749" y="183754"/>
                </a:lnTo>
                <a:lnTo>
                  <a:pt x="22189" y="182992"/>
                </a:lnTo>
                <a:lnTo>
                  <a:pt x="21635" y="182225"/>
                </a:lnTo>
                <a:lnTo>
                  <a:pt x="21087" y="181454"/>
                </a:lnTo>
                <a:lnTo>
                  <a:pt x="20545" y="180678"/>
                </a:lnTo>
                <a:lnTo>
                  <a:pt x="20009" y="179896"/>
                </a:lnTo>
                <a:lnTo>
                  <a:pt x="19479" y="179110"/>
                </a:lnTo>
                <a:lnTo>
                  <a:pt x="18956" y="178320"/>
                </a:lnTo>
                <a:lnTo>
                  <a:pt x="18439" y="177526"/>
                </a:lnTo>
                <a:lnTo>
                  <a:pt x="17929" y="176729"/>
                </a:lnTo>
                <a:lnTo>
                  <a:pt x="17426" y="175927"/>
                </a:lnTo>
                <a:lnTo>
                  <a:pt x="16930" y="175122"/>
                </a:lnTo>
                <a:lnTo>
                  <a:pt x="16441" y="174313"/>
                </a:lnTo>
                <a:lnTo>
                  <a:pt x="15958" y="173500"/>
                </a:lnTo>
                <a:lnTo>
                  <a:pt x="15482" y="172684"/>
                </a:lnTo>
                <a:lnTo>
                  <a:pt x="15013" y="171864"/>
                </a:lnTo>
                <a:lnTo>
                  <a:pt x="14551" y="171040"/>
                </a:lnTo>
                <a:lnTo>
                  <a:pt x="14095" y="170213"/>
                </a:lnTo>
                <a:lnTo>
                  <a:pt x="13647" y="169382"/>
                </a:lnTo>
                <a:lnTo>
                  <a:pt x="13205" y="168547"/>
                </a:lnTo>
                <a:lnTo>
                  <a:pt x="12770" y="167709"/>
                </a:lnTo>
                <a:lnTo>
                  <a:pt x="12342" y="166867"/>
                </a:lnTo>
                <a:lnTo>
                  <a:pt x="11921" y="166021"/>
                </a:lnTo>
                <a:lnTo>
                  <a:pt x="11506" y="165172"/>
                </a:lnTo>
                <a:lnTo>
                  <a:pt x="11099" y="164319"/>
                </a:lnTo>
                <a:lnTo>
                  <a:pt x="10698" y="163463"/>
                </a:lnTo>
                <a:lnTo>
                  <a:pt x="10304" y="162603"/>
                </a:lnTo>
                <a:lnTo>
                  <a:pt x="9918" y="161739"/>
                </a:lnTo>
                <a:lnTo>
                  <a:pt x="9538" y="160872"/>
                </a:lnTo>
                <a:lnTo>
                  <a:pt x="9164" y="160002"/>
                </a:lnTo>
                <a:lnTo>
                  <a:pt x="8798" y="159127"/>
                </a:lnTo>
                <a:lnTo>
                  <a:pt x="8439" y="158250"/>
                </a:lnTo>
                <a:lnTo>
                  <a:pt x="8087" y="157371"/>
                </a:lnTo>
                <a:lnTo>
                  <a:pt x="7743" y="156489"/>
                </a:lnTo>
                <a:lnTo>
                  <a:pt x="7406" y="155605"/>
                </a:lnTo>
                <a:lnTo>
                  <a:pt x="7076" y="154718"/>
                </a:lnTo>
                <a:lnTo>
                  <a:pt x="6754" y="153829"/>
                </a:lnTo>
                <a:lnTo>
                  <a:pt x="6439" y="152938"/>
                </a:lnTo>
                <a:lnTo>
                  <a:pt x="6132" y="152045"/>
                </a:lnTo>
                <a:lnTo>
                  <a:pt x="5831" y="151149"/>
                </a:lnTo>
                <a:lnTo>
                  <a:pt x="5539" y="150251"/>
                </a:lnTo>
                <a:lnTo>
                  <a:pt x="5253" y="149351"/>
                </a:lnTo>
                <a:lnTo>
                  <a:pt x="4976" y="148448"/>
                </a:lnTo>
                <a:lnTo>
                  <a:pt x="4705" y="147543"/>
                </a:lnTo>
                <a:lnTo>
                  <a:pt x="4442" y="146636"/>
                </a:lnTo>
                <a:lnTo>
                  <a:pt x="4187" y="145727"/>
                </a:lnTo>
                <a:lnTo>
                  <a:pt x="3938" y="144815"/>
                </a:lnTo>
                <a:lnTo>
                  <a:pt x="3698" y="143902"/>
                </a:lnTo>
                <a:lnTo>
                  <a:pt x="3464" y="142986"/>
                </a:lnTo>
                <a:lnTo>
                  <a:pt x="3239" y="142068"/>
                </a:lnTo>
                <a:lnTo>
                  <a:pt x="3020" y="141147"/>
                </a:lnTo>
                <a:lnTo>
                  <a:pt x="2809" y="140225"/>
                </a:lnTo>
                <a:lnTo>
                  <a:pt x="2606" y="139300"/>
                </a:lnTo>
                <a:lnTo>
                  <a:pt x="2409" y="138374"/>
                </a:lnTo>
                <a:lnTo>
                  <a:pt x="2221" y="137445"/>
                </a:lnTo>
                <a:lnTo>
                  <a:pt x="2040" y="136514"/>
                </a:lnTo>
                <a:lnTo>
                  <a:pt x="1866" y="135583"/>
                </a:lnTo>
                <a:lnTo>
                  <a:pt x="1700" y="134651"/>
                </a:lnTo>
                <a:lnTo>
                  <a:pt x="1542" y="133718"/>
                </a:lnTo>
                <a:lnTo>
                  <a:pt x="1392" y="132784"/>
                </a:lnTo>
                <a:lnTo>
                  <a:pt x="1249" y="131850"/>
                </a:lnTo>
                <a:lnTo>
                  <a:pt x="1114" y="130914"/>
                </a:lnTo>
                <a:lnTo>
                  <a:pt x="987" y="129978"/>
                </a:lnTo>
                <a:lnTo>
                  <a:pt x="868" y="129041"/>
                </a:lnTo>
                <a:lnTo>
                  <a:pt x="756" y="128103"/>
                </a:lnTo>
                <a:lnTo>
                  <a:pt x="652" y="127164"/>
                </a:lnTo>
                <a:lnTo>
                  <a:pt x="555" y="126225"/>
                </a:lnTo>
                <a:lnTo>
                  <a:pt x="467" y="125284"/>
                </a:lnTo>
                <a:lnTo>
                  <a:pt x="386" y="124344"/>
                </a:lnTo>
                <a:lnTo>
                  <a:pt x="312" y="123402"/>
                </a:lnTo>
                <a:lnTo>
                  <a:pt x="247" y="122459"/>
                </a:lnTo>
                <a:lnTo>
                  <a:pt x="189" y="121516"/>
                </a:lnTo>
                <a:lnTo>
                  <a:pt x="139" y="120572"/>
                </a:lnTo>
                <a:lnTo>
                  <a:pt x="96" y="119628"/>
                </a:lnTo>
                <a:lnTo>
                  <a:pt x="62" y="118683"/>
                </a:lnTo>
                <a:lnTo>
                  <a:pt x="35" y="117737"/>
                </a:lnTo>
                <a:lnTo>
                  <a:pt x="15" y="116790"/>
                </a:lnTo>
                <a:lnTo>
                  <a:pt x="4" y="115843"/>
                </a:lnTo>
                <a:lnTo>
                  <a:pt x="0" y="114895"/>
                </a:lnTo>
                <a:lnTo>
                  <a:pt x="4" y="113948"/>
                </a:lnTo>
                <a:lnTo>
                  <a:pt x="15" y="113000"/>
                </a:lnTo>
                <a:lnTo>
                  <a:pt x="35" y="112054"/>
                </a:lnTo>
                <a:lnTo>
                  <a:pt x="62" y="111108"/>
                </a:lnTo>
                <a:lnTo>
                  <a:pt x="96" y="110163"/>
                </a:lnTo>
                <a:lnTo>
                  <a:pt x="139" y="109218"/>
                </a:lnTo>
                <a:lnTo>
                  <a:pt x="189" y="108274"/>
                </a:lnTo>
                <a:lnTo>
                  <a:pt x="247" y="107331"/>
                </a:lnTo>
                <a:lnTo>
                  <a:pt x="312" y="106389"/>
                </a:lnTo>
                <a:lnTo>
                  <a:pt x="386" y="105447"/>
                </a:lnTo>
                <a:lnTo>
                  <a:pt x="467" y="104506"/>
                </a:lnTo>
                <a:lnTo>
                  <a:pt x="555" y="103566"/>
                </a:lnTo>
                <a:lnTo>
                  <a:pt x="652" y="102627"/>
                </a:lnTo>
                <a:lnTo>
                  <a:pt x="756" y="101688"/>
                </a:lnTo>
                <a:lnTo>
                  <a:pt x="868" y="100750"/>
                </a:lnTo>
                <a:lnTo>
                  <a:pt x="987" y="99813"/>
                </a:lnTo>
                <a:lnTo>
                  <a:pt x="1115" y="98877"/>
                </a:lnTo>
                <a:lnTo>
                  <a:pt x="1249" y="97941"/>
                </a:lnTo>
                <a:lnTo>
                  <a:pt x="1392" y="97006"/>
                </a:lnTo>
                <a:lnTo>
                  <a:pt x="1543" y="96073"/>
                </a:lnTo>
                <a:lnTo>
                  <a:pt x="1701" y="95140"/>
                </a:lnTo>
                <a:lnTo>
                  <a:pt x="1866" y="94208"/>
                </a:lnTo>
                <a:lnTo>
                  <a:pt x="2040" y="93276"/>
                </a:lnTo>
                <a:lnTo>
                  <a:pt x="2221" y="92346"/>
                </a:lnTo>
                <a:lnTo>
                  <a:pt x="2410" y="91417"/>
                </a:lnTo>
                <a:lnTo>
                  <a:pt x="2606" y="90490"/>
                </a:lnTo>
                <a:lnTo>
                  <a:pt x="2809" y="89566"/>
                </a:lnTo>
                <a:lnTo>
                  <a:pt x="3020" y="88643"/>
                </a:lnTo>
                <a:lnTo>
                  <a:pt x="3239" y="87723"/>
                </a:lnTo>
                <a:lnTo>
                  <a:pt x="3465" y="86805"/>
                </a:lnTo>
                <a:lnTo>
                  <a:pt x="3698" y="85889"/>
                </a:lnTo>
                <a:lnTo>
                  <a:pt x="3939" y="84975"/>
                </a:lnTo>
                <a:lnTo>
                  <a:pt x="4187" y="84064"/>
                </a:lnTo>
                <a:lnTo>
                  <a:pt x="4442" y="83155"/>
                </a:lnTo>
                <a:lnTo>
                  <a:pt x="4705" y="82248"/>
                </a:lnTo>
                <a:lnTo>
                  <a:pt x="4976" y="81343"/>
                </a:lnTo>
                <a:lnTo>
                  <a:pt x="5254" y="80440"/>
                </a:lnTo>
                <a:lnTo>
                  <a:pt x="5539" y="79540"/>
                </a:lnTo>
                <a:lnTo>
                  <a:pt x="5831" y="78642"/>
                </a:lnTo>
                <a:lnTo>
                  <a:pt x="6132" y="77746"/>
                </a:lnTo>
                <a:lnTo>
                  <a:pt x="6439" y="76852"/>
                </a:lnTo>
                <a:lnTo>
                  <a:pt x="6754" y="75961"/>
                </a:lnTo>
                <a:lnTo>
                  <a:pt x="7076" y="75072"/>
                </a:lnTo>
                <a:lnTo>
                  <a:pt x="7406" y="74186"/>
                </a:lnTo>
                <a:lnTo>
                  <a:pt x="7743" y="73302"/>
                </a:lnTo>
                <a:lnTo>
                  <a:pt x="8087" y="72420"/>
                </a:lnTo>
                <a:lnTo>
                  <a:pt x="8439" y="71540"/>
                </a:lnTo>
                <a:lnTo>
                  <a:pt x="8798" y="70663"/>
                </a:lnTo>
                <a:lnTo>
                  <a:pt x="9164" y="69789"/>
                </a:lnTo>
                <a:lnTo>
                  <a:pt x="9538" y="68918"/>
                </a:lnTo>
                <a:lnTo>
                  <a:pt x="9918" y="68051"/>
                </a:lnTo>
                <a:lnTo>
                  <a:pt x="10304" y="67188"/>
                </a:lnTo>
                <a:lnTo>
                  <a:pt x="10698" y="66328"/>
                </a:lnTo>
                <a:lnTo>
                  <a:pt x="11099" y="65471"/>
                </a:lnTo>
                <a:lnTo>
                  <a:pt x="11506" y="64619"/>
                </a:lnTo>
                <a:lnTo>
                  <a:pt x="11921" y="63769"/>
                </a:lnTo>
                <a:lnTo>
                  <a:pt x="12342" y="62924"/>
                </a:lnTo>
                <a:lnTo>
                  <a:pt x="12770" y="62082"/>
                </a:lnTo>
                <a:lnTo>
                  <a:pt x="13205" y="61243"/>
                </a:lnTo>
                <a:lnTo>
                  <a:pt x="13647" y="60409"/>
                </a:lnTo>
                <a:lnTo>
                  <a:pt x="14095" y="59578"/>
                </a:lnTo>
                <a:lnTo>
                  <a:pt x="14551" y="58750"/>
                </a:lnTo>
                <a:lnTo>
                  <a:pt x="15013" y="57927"/>
                </a:lnTo>
                <a:lnTo>
                  <a:pt x="15482" y="57107"/>
                </a:lnTo>
                <a:lnTo>
                  <a:pt x="15958" y="56290"/>
                </a:lnTo>
                <a:lnTo>
                  <a:pt x="16441" y="55478"/>
                </a:lnTo>
                <a:lnTo>
                  <a:pt x="16930" y="54669"/>
                </a:lnTo>
                <a:lnTo>
                  <a:pt x="17426" y="53864"/>
                </a:lnTo>
                <a:lnTo>
                  <a:pt x="17929" y="53062"/>
                </a:lnTo>
                <a:lnTo>
                  <a:pt x="18439" y="52264"/>
                </a:lnTo>
                <a:lnTo>
                  <a:pt x="18956" y="51471"/>
                </a:lnTo>
                <a:lnTo>
                  <a:pt x="19479" y="50680"/>
                </a:lnTo>
                <a:lnTo>
                  <a:pt x="20009" y="49894"/>
                </a:lnTo>
                <a:lnTo>
                  <a:pt x="20545" y="49113"/>
                </a:lnTo>
                <a:lnTo>
                  <a:pt x="21087" y="48337"/>
                </a:lnTo>
                <a:lnTo>
                  <a:pt x="21635" y="47565"/>
                </a:lnTo>
                <a:lnTo>
                  <a:pt x="22189" y="46799"/>
                </a:lnTo>
                <a:lnTo>
                  <a:pt x="22749" y="46037"/>
                </a:lnTo>
                <a:lnTo>
                  <a:pt x="23315" y="45280"/>
                </a:lnTo>
                <a:lnTo>
                  <a:pt x="23887" y="44528"/>
                </a:lnTo>
                <a:lnTo>
                  <a:pt x="24465" y="43781"/>
                </a:lnTo>
                <a:lnTo>
                  <a:pt x="25049" y="43039"/>
                </a:lnTo>
                <a:lnTo>
                  <a:pt x="25639" y="42301"/>
                </a:lnTo>
                <a:lnTo>
                  <a:pt x="26235" y="41569"/>
                </a:lnTo>
                <a:lnTo>
                  <a:pt x="26837" y="40841"/>
                </a:lnTo>
                <a:lnTo>
                  <a:pt x="27445" y="40119"/>
                </a:lnTo>
                <a:lnTo>
                  <a:pt x="28060" y="39401"/>
                </a:lnTo>
                <a:lnTo>
                  <a:pt x="28680" y="38688"/>
                </a:lnTo>
                <a:lnTo>
                  <a:pt x="29306" y="37980"/>
                </a:lnTo>
                <a:lnTo>
                  <a:pt x="29938" y="37277"/>
                </a:lnTo>
                <a:lnTo>
                  <a:pt x="30575" y="36580"/>
                </a:lnTo>
                <a:lnTo>
                  <a:pt x="31219" y="35887"/>
                </a:lnTo>
                <a:lnTo>
                  <a:pt x="31869" y="35199"/>
                </a:lnTo>
                <a:lnTo>
                  <a:pt x="32525" y="34516"/>
                </a:lnTo>
                <a:lnTo>
                  <a:pt x="33186" y="33838"/>
                </a:lnTo>
                <a:lnTo>
                  <a:pt x="33854" y="33165"/>
                </a:lnTo>
                <a:lnTo>
                  <a:pt x="34527" y="32498"/>
                </a:lnTo>
                <a:lnTo>
                  <a:pt x="35205" y="31836"/>
                </a:lnTo>
                <a:lnTo>
                  <a:pt x="35887" y="31180"/>
                </a:lnTo>
                <a:lnTo>
                  <a:pt x="36575" y="30531"/>
                </a:lnTo>
                <a:lnTo>
                  <a:pt x="37268" y="29887"/>
                </a:lnTo>
                <a:lnTo>
                  <a:pt x="37966" y="29249"/>
                </a:lnTo>
                <a:lnTo>
                  <a:pt x="38669" y="28617"/>
                </a:lnTo>
                <a:lnTo>
                  <a:pt x="39377" y="27991"/>
                </a:lnTo>
                <a:lnTo>
                  <a:pt x="40089" y="27371"/>
                </a:lnTo>
                <a:lnTo>
                  <a:pt x="40807" y="26757"/>
                </a:lnTo>
                <a:lnTo>
                  <a:pt x="41530" y="26149"/>
                </a:lnTo>
                <a:lnTo>
                  <a:pt x="42257" y="25547"/>
                </a:lnTo>
                <a:lnTo>
                  <a:pt x="42990" y="24951"/>
                </a:lnTo>
                <a:lnTo>
                  <a:pt x="43727" y="24360"/>
                </a:lnTo>
                <a:lnTo>
                  <a:pt x="44469" y="23776"/>
                </a:lnTo>
                <a:lnTo>
                  <a:pt x="45217" y="23198"/>
                </a:lnTo>
                <a:lnTo>
                  <a:pt x="45969" y="22626"/>
                </a:lnTo>
                <a:lnTo>
                  <a:pt x="46726" y="22060"/>
                </a:lnTo>
                <a:lnTo>
                  <a:pt x="47487" y="21500"/>
                </a:lnTo>
                <a:lnTo>
                  <a:pt x="48254" y="20946"/>
                </a:lnTo>
                <a:lnTo>
                  <a:pt x="49025" y="20398"/>
                </a:lnTo>
                <a:lnTo>
                  <a:pt x="49802" y="19856"/>
                </a:lnTo>
                <a:lnTo>
                  <a:pt x="50583" y="19320"/>
                </a:lnTo>
                <a:lnTo>
                  <a:pt x="51369" y="18791"/>
                </a:lnTo>
                <a:lnTo>
                  <a:pt x="52159" y="18267"/>
                </a:lnTo>
                <a:lnTo>
                  <a:pt x="52953" y="17751"/>
                </a:lnTo>
                <a:lnTo>
                  <a:pt x="53751" y="17241"/>
                </a:lnTo>
                <a:lnTo>
                  <a:pt x="54552" y="16738"/>
                </a:lnTo>
                <a:lnTo>
                  <a:pt x="55357" y="16242"/>
                </a:lnTo>
                <a:lnTo>
                  <a:pt x="56166" y="15752"/>
                </a:lnTo>
                <a:lnTo>
                  <a:pt x="56979" y="15269"/>
                </a:lnTo>
                <a:lnTo>
                  <a:pt x="57795" y="14794"/>
                </a:lnTo>
                <a:lnTo>
                  <a:pt x="58615" y="14324"/>
                </a:lnTo>
                <a:lnTo>
                  <a:pt x="59439" y="13862"/>
                </a:lnTo>
                <a:lnTo>
                  <a:pt x="60266" y="13407"/>
                </a:lnTo>
                <a:lnTo>
                  <a:pt x="61097" y="12958"/>
                </a:lnTo>
                <a:lnTo>
                  <a:pt x="61932" y="12516"/>
                </a:lnTo>
                <a:lnTo>
                  <a:pt x="62770" y="12081"/>
                </a:lnTo>
                <a:lnTo>
                  <a:pt x="63612" y="11653"/>
                </a:lnTo>
                <a:lnTo>
                  <a:pt x="64458" y="11232"/>
                </a:lnTo>
                <a:lnTo>
                  <a:pt x="65307" y="10818"/>
                </a:lnTo>
                <a:lnTo>
                  <a:pt x="66160" y="10410"/>
                </a:lnTo>
                <a:lnTo>
                  <a:pt x="67016" y="10010"/>
                </a:lnTo>
                <a:lnTo>
                  <a:pt x="67876" y="9616"/>
                </a:lnTo>
                <a:lnTo>
                  <a:pt x="68740" y="9229"/>
                </a:lnTo>
                <a:lnTo>
                  <a:pt x="69607" y="8849"/>
                </a:lnTo>
                <a:lnTo>
                  <a:pt x="70478" y="8476"/>
                </a:lnTo>
                <a:lnTo>
                  <a:pt x="71352" y="8110"/>
                </a:lnTo>
                <a:lnTo>
                  <a:pt x="72229" y="7750"/>
                </a:lnTo>
                <a:lnTo>
                  <a:pt x="73108" y="7399"/>
                </a:lnTo>
                <a:lnTo>
                  <a:pt x="73990" y="7054"/>
                </a:lnTo>
                <a:lnTo>
                  <a:pt x="74874" y="6717"/>
                </a:lnTo>
                <a:lnTo>
                  <a:pt x="75761" y="6388"/>
                </a:lnTo>
                <a:lnTo>
                  <a:pt x="76650" y="6065"/>
                </a:lnTo>
                <a:lnTo>
                  <a:pt x="77541" y="5750"/>
                </a:lnTo>
                <a:lnTo>
                  <a:pt x="78434" y="5443"/>
                </a:lnTo>
                <a:lnTo>
                  <a:pt x="79330" y="5143"/>
                </a:lnTo>
                <a:lnTo>
                  <a:pt x="80228" y="4850"/>
                </a:lnTo>
                <a:lnTo>
                  <a:pt x="81129" y="4565"/>
                </a:lnTo>
                <a:lnTo>
                  <a:pt x="82031" y="4287"/>
                </a:lnTo>
                <a:lnTo>
                  <a:pt x="82936" y="4017"/>
                </a:lnTo>
                <a:lnTo>
                  <a:pt x="83843" y="3754"/>
                </a:lnTo>
                <a:lnTo>
                  <a:pt x="84753" y="3498"/>
                </a:lnTo>
                <a:lnTo>
                  <a:pt x="85664" y="3250"/>
                </a:lnTo>
                <a:lnTo>
                  <a:pt x="86578" y="3009"/>
                </a:lnTo>
                <a:lnTo>
                  <a:pt x="87494" y="2776"/>
                </a:lnTo>
                <a:lnTo>
                  <a:pt x="88412" y="2550"/>
                </a:lnTo>
                <a:lnTo>
                  <a:pt x="89332" y="2331"/>
                </a:lnTo>
                <a:lnTo>
                  <a:pt x="90255" y="2120"/>
                </a:lnTo>
                <a:lnTo>
                  <a:pt x="91179" y="1917"/>
                </a:lnTo>
                <a:lnTo>
                  <a:pt x="92106" y="1721"/>
                </a:lnTo>
                <a:lnTo>
                  <a:pt x="93035" y="1532"/>
                </a:lnTo>
                <a:lnTo>
                  <a:pt x="93965" y="1351"/>
                </a:lnTo>
                <a:lnTo>
                  <a:pt x="94896" y="1178"/>
                </a:lnTo>
                <a:lnTo>
                  <a:pt x="95828" y="1012"/>
                </a:lnTo>
                <a:lnTo>
                  <a:pt x="96761" y="854"/>
                </a:lnTo>
                <a:lnTo>
                  <a:pt x="97695" y="703"/>
                </a:lnTo>
                <a:lnTo>
                  <a:pt x="98630" y="561"/>
                </a:lnTo>
                <a:lnTo>
                  <a:pt x="99565" y="426"/>
                </a:lnTo>
                <a:lnTo>
                  <a:pt x="100502" y="298"/>
                </a:lnTo>
                <a:lnTo>
                  <a:pt x="101439" y="179"/>
                </a:lnTo>
                <a:lnTo>
                  <a:pt x="102377" y="67"/>
                </a:lnTo>
                <a:lnTo>
                  <a:pt x="102981" y="0"/>
                </a:lnTo>
                <a:lnTo>
                  <a:pt x="128187" y="0"/>
                </a:lnTo>
                <a:lnTo>
                  <a:pt x="128792" y="67"/>
                </a:lnTo>
                <a:lnTo>
                  <a:pt x="129729" y="179"/>
                </a:lnTo>
                <a:lnTo>
                  <a:pt x="130667" y="298"/>
                </a:lnTo>
                <a:lnTo>
                  <a:pt x="131603" y="426"/>
                </a:lnTo>
                <a:lnTo>
                  <a:pt x="132538" y="561"/>
                </a:lnTo>
                <a:lnTo>
                  <a:pt x="133473" y="703"/>
                </a:lnTo>
                <a:lnTo>
                  <a:pt x="134407" y="854"/>
                </a:lnTo>
                <a:lnTo>
                  <a:pt x="135340" y="1012"/>
                </a:lnTo>
                <a:lnTo>
                  <a:pt x="136272" y="1178"/>
                </a:lnTo>
                <a:lnTo>
                  <a:pt x="137203" y="1351"/>
                </a:lnTo>
                <a:lnTo>
                  <a:pt x="138133" y="1532"/>
                </a:lnTo>
                <a:lnTo>
                  <a:pt x="139062" y="1721"/>
                </a:lnTo>
                <a:lnTo>
                  <a:pt x="139989" y="1917"/>
                </a:lnTo>
                <a:lnTo>
                  <a:pt x="140913" y="2121"/>
                </a:lnTo>
                <a:lnTo>
                  <a:pt x="141836" y="2332"/>
                </a:lnTo>
                <a:lnTo>
                  <a:pt x="142756" y="2550"/>
                </a:lnTo>
                <a:lnTo>
                  <a:pt x="143674" y="2776"/>
                </a:lnTo>
                <a:lnTo>
                  <a:pt x="144590" y="3009"/>
                </a:lnTo>
                <a:lnTo>
                  <a:pt x="145504" y="3250"/>
                </a:lnTo>
                <a:lnTo>
                  <a:pt x="146415" y="3498"/>
                </a:lnTo>
                <a:lnTo>
                  <a:pt x="147325" y="3754"/>
                </a:lnTo>
                <a:lnTo>
                  <a:pt x="148232" y="4017"/>
                </a:lnTo>
                <a:lnTo>
                  <a:pt x="149137" y="4287"/>
                </a:lnTo>
                <a:lnTo>
                  <a:pt x="150039" y="4565"/>
                </a:lnTo>
                <a:lnTo>
                  <a:pt x="150940" y="4850"/>
                </a:lnTo>
                <a:lnTo>
                  <a:pt x="151838" y="5143"/>
                </a:lnTo>
                <a:lnTo>
                  <a:pt x="152733" y="5443"/>
                </a:lnTo>
                <a:lnTo>
                  <a:pt x="153627" y="5750"/>
                </a:lnTo>
                <a:lnTo>
                  <a:pt x="154518" y="6065"/>
                </a:lnTo>
                <a:lnTo>
                  <a:pt x="155407" y="6388"/>
                </a:lnTo>
                <a:lnTo>
                  <a:pt x="156294" y="6717"/>
                </a:lnTo>
                <a:lnTo>
                  <a:pt x="157178" y="7054"/>
                </a:lnTo>
                <a:lnTo>
                  <a:pt x="158060" y="7399"/>
                </a:lnTo>
                <a:lnTo>
                  <a:pt x="158939" y="7750"/>
                </a:lnTo>
                <a:lnTo>
                  <a:pt x="159816" y="8110"/>
                </a:lnTo>
                <a:lnTo>
                  <a:pt x="160690" y="8476"/>
                </a:lnTo>
                <a:lnTo>
                  <a:pt x="161561" y="8849"/>
                </a:lnTo>
                <a:lnTo>
                  <a:pt x="162428" y="9229"/>
                </a:lnTo>
                <a:lnTo>
                  <a:pt x="163292" y="9616"/>
                </a:lnTo>
                <a:lnTo>
                  <a:pt x="164152" y="10010"/>
                </a:lnTo>
                <a:lnTo>
                  <a:pt x="165008" y="10410"/>
                </a:lnTo>
                <a:lnTo>
                  <a:pt x="165861" y="10818"/>
                </a:lnTo>
                <a:lnTo>
                  <a:pt x="166710" y="11232"/>
                </a:lnTo>
                <a:lnTo>
                  <a:pt x="167556" y="11653"/>
                </a:lnTo>
                <a:lnTo>
                  <a:pt x="168398" y="12081"/>
                </a:lnTo>
                <a:lnTo>
                  <a:pt x="169236" y="12516"/>
                </a:lnTo>
                <a:lnTo>
                  <a:pt x="170071" y="12958"/>
                </a:lnTo>
                <a:lnTo>
                  <a:pt x="170902" y="13407"/>
                </a:lnTo>
                <a:lnTo>
                  <a:pt x="171729" y="13862"/>
                </a:lnTo>
                <a:lnTo>
                  <a:pt x="172553" y="14324"/>
                </a:lnTo>
                <a:lnTo>
                  <a:pt x="173373" y="14793"/>
                </a:lnTo>
                <a:lnTo>
                  <a:pt x="174189" y="15269"/>
                </a:lnTo>
                <a:lnTo>
                  <a:pt x="175002" y="15752"/>
                </a:lnTo>
                <a:lnTo>
                  <a:pt x="175811" y="16242"/>
                </a:lnTo>
                <a:lnTo>
                  <a:pt x="176616" y="16738"/>
                </a:lnTo>
                <a:lnTo>
                  <a:pt x="177417" y="17241"/>
                </a:lnTo>
                <a:lnTo>
                  <a:pt x="178215" y="17751"/>
                </a:lnTo>
                <a:lnTo>
                  <a:pt x="179009" y="18267"/>
                </a:lnTo>
                <a:lnTo>
                  <a:pt x="179799" y="18791"/>
                </a:lnTo>
                <a:lnTo>
                  <a:pt x="180585" y="19320"/>
                </a:lnTo>
                <a:lnTo>
                  <a:pt x="181366" y="19856"/>
                </a:lnTo>
                <a:lnTo>
                  <a:pt x="182143" y="20398"/>
                </a:lnTo>
                <a:lnTo>
                  <a:pt x="182914" y="20946"/>
                </a:lnTo>
                <a:lnTo>
                  <a:pt x="183681" y="21500"/>
                </a:lnTo>
                <a:lnTo>
                  <a:pt x="184442" y="22060"/>
                </a:lnTo>
                <a:lnTo>
                  <a:pt x="185199" y="22626"/>
                </a:lnTo>
                <a:lnTo>
                  <a:pt x="185951" y="23198"/>
                </a:lnTo>
                <a:lnTo>
                  <a:pt x="186699" y="23776"/>
                </a:lnTo>
                <a:lnTo>
                  <a:pt x="187441" y="24360"/>
                </a:lnTo>
                <a:lnTo>
                  <a:pt x="188178" y="24951"/>
                </a:lnTo>
                <a:lnTo>
                  <a:pt x="188911" y="25547"/>
                </a:lnTo>
                <a:lnTo>
                  <a:pt x="189638" y="26149"/>
                </a:lnTo>
                <a:lnTo>
                  <a:pt x="190361" y="26757"/>
                </a:lnTo>
                <a:lnTo>
                  <a:pt x="191079" y="27371"/>
                </a:lnTo>
                <a:lnTo>
                  <a:pt x="191791" y="27991"/>
                </a:lnTo>
                <a:lnTo>
                  <a:pt x="192499" y="28617"/>
                </a:lnTo>
                <a:lnTo>
                  <a:pt x="193202" y="29249"/>
                </a:lnTo>
                <a:lnTo>
                  <a:pt x="193900" y="29887"/>
                </a:lnTo>
                <a:lnTo>
                  <a:pt x="194593" y="30531"/>
                </a:lnTo>
                <a:lnTo>
                  <a:pt x="195281" y="31180"/>
                </a:lnTo>
                <a:lnTo>
                  <a:pt x="195964" y="31836"/>
                </a:lnTo>
                <a:lnTo>
                  <a:pt x="196642" y="32498"/>
                </a:lnTo>
                <a:lnTo>
                  <a:pt x="197314" y="33165"/>
                </a:lnTo>
                <a:lnTo>
                  <a:pt x="197982" y="33838"/>
                </a:lnTo>
                <a:lnTo>
                  <a:pt x="198644" y="34516"/>
                </a:lnTo>
                <a:lnTo>
                  <a:pt x="199299" y="35199"/>
                </a:lnTo>
                <a:lnTo>
                  <a:pt x="199949" y="35887"/>
                </a:lnTo>
                <a:lnTo>
                  <a:pt x="200593" y="36580"/>
                </a:lnTo>
                <a:lnTo>
                  <a:pt x="201231" y="37277"/>
                </a:lnTo>
                <a:lnTo>
                  <a:pt x="201863" y="37980"/>
                </a:lnTo>
                <a:lnTo>
                  <a:pt x="202489" y="38688"/>
                </a:lnTo>
                <a:lnTo>
                  <a:pt x="203109" y="39401"/>
                </a:lnTo>
                <a:lnTo>
                  <a:pt x="203723" y="40119"/>
                </a:lnTo>
                <a:lnTo>
                  <a:pt x="204331" y="40841"/>
                </a:lnTo>
                <a:lnTo>
                  <a:pt x="204933" y="41569"/>
                </a:lnTo>
                <a:lnTo>
                  <a:pt x="205529" y="42301"/>
                </a:lnTo>
                <a:lnTo>
                  <a:pt x="206119" y="43039"/>
                </a:lnTo>
                <a:lnTo>
                  <a:pt x="206703" y="43781"/>
                </a:lnTo>
                <a:lnTo>
                  <a:pt x="207281" y="44528"/>
                </a:lnTo>
                <a:lnTo>
                  <a:pt x="207853" y="45280"/>
                </a:lnTo>
                <a:lnTo>
                  <a:pt x="208419" y="46037"/>
                </a:lnTo>
                <a:lnTo>
                  <a:pt x="208979" y="46799"/>
                </a:lnTo>
                <a:lnTo>
                  <a:pt x="209533" y="47566"/>
                </a:lnTo>
                <a:lnTo>
                  <a:pt x="210081" y="48337"/>
                </a:lnTo>
                <a:lnTo>
                  <a:pt x="210623" y="49113"/>
                </a:lnTo>
                <a:lnTo>
                  <a:pt x="211159" y="49894"/>
                </a:lnTo>
                <a:lnTo>
                  <a:pt x="211689" y="50680"/>
                </a:lnTo>
                <a:lnTo>
                  <a:pt x="212212" y="51470"/>
                </a:lnTo>
                <a:lnTo>
                  <a:pt x="212729" y="52264"/>
                </a:lnTo>
                <a:lnTo>
                  <a:pt x="213238" y="53062"/>
                </a:lnTo>
                <a:lnTo>
                  <a:pt x="213742" y="53864"/>
                </a:lnTo>
                <a:lnTo>
                  <a:pt x="214238" y="54669"/>
                </a:lnTo>
                <a:lnTo>
                  <a:pt x="214727" y="55478"/>
                </a:lnTo>
                <a:lnTo>
                  <a:pt x="215210" y="56290"/>
                </a:lnTo>
                <a:lnTo>
                  <a:pt x="215686" y="57107"/>
                </a:lnTo>
                <a:lnTo>
                  <a:pt x="216155" y="57927"/>
                </a:lnTo>
                <a:lnTo>
                  <a:pt x="216617" y="58750"/>
                </a:lnTo>
                <a:lnTo>
                  <a:pt x="217073" y="59578"/>
                </a:lnTo>
                <a:lnTo>
                  <a:pt x="217521" y="60409"/>
                </a:lnTo>
                <a:lnTo>
                  <a:pt x="217963" y="61244"/>
                </a:lnTo>
                <a:lnTo>
                  <a:pt x="218398" y="62082"/>
                </a:lnTo>
                <a:lnTo>
                  <a:pt x="218826" y="62924"/>
                </a:lnTo>
                <a:lnTo>
                  <a:pt x="219247" y="63769"/>
                </a:lnTo>
                <a:lnTo>
                  <a:pt x="219662" y="64619"/>
                </a:lnTo>
                <a:lnTo>
                  <a:pt x="220069" y="65471"/>
                </a:lnTo>
                <a:lnTo>
                  <a:pt x="220470" y="66328"/>
                </a:lnTo>
                <a:lnTo>
                  <a:pt x="220863" y="67188"/>
                </a:lnTo>
                <a:lnTo>
                  <a:pt x="221250" y="68051"/>
                </a:lnTo>
                <a:lnTo>
                  <a:pt x="221630" y="68918"/>
                </a:lnTo>
                <a:lnTo>
                  <a:pt x="222004" y="69789"/>
                </a:lnTo>
                <a:lnTo>
                  <a:pt x="222370" y="70663"/>
                </a:lnTo>
                <a:lnTo>
                  <a:pt x="222729" y="71540"/>
                </a:lnTo>
                <a:lnTo>
                  <a:pt x="223081" y="72420"/>
                </a:lnTo>
                <a:lnTo>
                  <a:pt x="223425" y="73302"/>
                </a:lnTo>
                <a:lnTo>
                  <a:pt x="223762" y="74186"/>
                </a:lnTo>
                <a:lnTo>
                  <a:pt x="224092" y="75072"/>
                </a:lnTo>
                <a:lnTo>
                  <a:pt x="224414" y="75961"/>
                </a:lnTo>
                <a:lnTo>
                  <a:pt x="224729" y="76852"/>
                </a:lnTo>
                <a:lnTo>
                  <a:pt x="225036" y="77746"/>
                </a:lnTo>
                <a:lnTo>
                  <a:pt x="225336" y="78642"/>
                </a:lnTo>
                <a:lnTo>
                  <a:pt x="225629" y="79540"/>
                </a:lnTo>
                <a:lnTo>
                  <a:pt x="225914" y="80440"/>
                </a:lnTo>
                <a:lnTo>
                  <a:pt x="226192" y="81343"/>
                </a:lnTo>
                <a:lnTo>
                  <a:pt x="226463" y="82248"/>
                </a:lnTo>
                <a:lnTo>
                  <a:pt x="226726" y="83155"/>
                </a:lnTo>
                <a:lnTo>
                  <a:pt x="226981" y="84064"/>
                </a:lnTo>
                <a:lnTo>
                  <a:pt x="227229" y="84975"/>
                </a:lnTo>
                <a:lnTo>
                  <a:pt x="227470" y="85889"/>
                </a:lnTo>
                <a:lnTo>
                  <a:pt x="227704" y="86805"/>
                </a:lnTo>
                <a:lnTo>
                  <a:pt x="227929" y="87723"/>
                </a:lnTo>
                <a:lnTo>
                  <a:pt x="228148" y="88643"/>
                </a:lnTo>
                <a:lnTo>
                  <a:pt x="228359" y="89566"/>
                </a:lnTo>
                <a:lnTo>
                  <a:pt x="228562" y="90490"/>
                </a:lnTo>
                <a:lnTo>
                  <a:pt x="228759" y="91417"/>
                </a:lnTo>
                <a:lnTo>
                  <a:pt x="228947" y="92346"/>
                </a:lnTo>
                <a:lnTo>
                  <a:pt x="229128" y="93276"/>
                </a:lnTo>
                <a:lnTo>
                  <a:pt x="229302" y="94208"/>
                </a:lnTo>
                <a:lnTo>
                  <a:pt x="229468" y="95140"/>
                </a:lnTo>
                <a:lnTo>
                  <a:pt x="229626" y="96073"/>
                </a:lnTo>
                <a:lnTo>
                  <a:pt x="229776" y="97006"/>
                </a:lnTo>
                <a:lnTo>
                  <a:pt x="229919" y="97941"/>
                </a:lnTo>
                <a:lnTo>
                  <a:pt x="230054" y="98877"/>
                </a:lnTo>
                <a:lnTo>
                  <a:pt x="230181" y="99813"/>
                </a:lnTo>
                <a:lnTo>
                  <a:pt x="230300" y="100750"/>
                </a:lnTo>
                <a:lnTo>
                  <a:pt x="230412" y="101688"/>
                </a:lnTo>
                <a:lnTo>
                  <a:pt x="230516" y="102627"/>
                </a:lnTo>
                <a:lnTo>
                  <a:pt x="230613" y="103566"/>
                </a:lnTo>
                <a:lnTo>
                  <a:pt x="230702" y="104506"/>
                </a:lnTo>
                <a:lnTo>
                  <a:pt x="230783" y="105447"/>
                </a:lnTo>
                <a:lnTo>
                  <a:pt x="230856" y="106389"/>
                </a:lnTo>
                <a:lnTo>
                  <a:pt x="230921" y="107331"/>
                </a:lnTo>
                <a:lnTo>
                  <a:pt x="230979" y="108274"/>
                </a:lnTo>
                <a:lnTo>
                  <a:pt x="231029" y="109218"/>
                </a:lnTo>
                <a:lnTo>
                  <a:pt x="231072" y="110163"/>
                </a:lnTo>
                <a:lnTo>
                  <a:pt x="231107" y="111108"/>
                </a:lnTo>
                <a:lnTo>
                  <a:pt x="231134" y="112054"/>
                </a:lnTo>
                <a:lnTo>
                  <a:pt x="231153" y="113000"/>
                </a:lnTo>
                <a:lnTo>
                  <a:pt x="231164" y="113947"/>
                </a:lnTo>
                <a:close/>
                <a:moveTo>
                  <a:pt x="216717" y="115725"/>
                </a:moveTo>
                <a:lnTo>
                  <a:pt x="216720" y="114895"/>
                </a:lnTo>
                <a:lnTo>
                  <a:pt x="216717" y="114065"/>
                </a:lnTo>
                <a:lnTo>
                  <a:pt x="216707" y="113236"/>
                </a:lnTo>
                <a:lnTo>
                  <a:pt x="216690" y="112407"/>
                </a:lnTo>
                <a:lnTo>
                  <a:pt x="216666" y="111579"/>
                </a:lnTo>
                <a:lnTo>
                  <a:pt x="216636" y="110752"/>
                </a:lnTo>
                <a:lnTo>
                  <a:pt x="216599" y="109926"/>
                </a:lnTo>
                <a:lnTo>
                  <a:pt x="216555" y="109100"/>
                </a:lnTo>
                <a:lnTo>
                  <a:pt x="216504" y="108275"/>
                </a:lnTo>
                <a:lnTo>
                  <a:pt x="216447" y="107451"/>
                </a:lnTo>
                <a:lnTo>
                  <a:pt x="216383" y="106627"/>
                </a:lnTo>
                <a:lnTo>
                  <a:pt x="216312" y="105804"/>
                </a:lnTo>
                <a:lnTo>
                  <a:pt x="216234" y="104982"/>
                </a:lnTo>
                <a:lnTo>
                  <a:pt x="216150" y="104161"/>
                </a:lnTo>
                <a:lnTo>
                  <a:pt x="216059" y="103340"/>
                </a:lnTo>
                <a:lnTo>
                  <a:pt x="215961" y="102520"/>
                </a:lnTo>
                <a:lnTo>
                  <a:pt x="215857" y="101700"/>
                </a:lnTo>
                <a:lnTo>
                  <a:pt x="215745" y="100881"/>
                </a:lnTo>
                <a:lnTo>
                  <a:pt x="215627" y="100063"/>
                </a:lnTo>
                <a:lnTo>
                  <a:pt x="215502" y="99245"/>
                </a:lnTo>
                <a:lnTo>
                  <a:pt x="215371" y="98428"/>
                </a:lnTo>
                <a:lnTo>
                  <a:pt x="215232" y="97611"/>
                </a:lnTo>
                <a:lnTo>
                  <a:pt x="215087" y="96795"/>
                </a:lnTo>
                <a:lnTo>
                  <a:pt x="214935" y="95980"/>
                </a:lnTo>
                <a:lnTo>
                  <a:pt x="214777" y="95165"/>
                </a:lnTo>
                <a:lnTo>
                  <a:pt x="214611" y="94351"/>
                </a:lnTo>
                <a:lnTo>
                  <a:pt x="214440" y="93540"/>
                </a:lnTo>
                <a:lnTo>
                  <a:pt x="214261" y="92730"/>
                </a:lnTo>
                <a:lnTo>
                  <a:pt x="214077" y="91923"/>
                </a:lnTo>
                <a:lnTo>
                  <a:pt x="213886" y="91117"/>
                </a:lnTo>
                <a:lnTo>
                  <a:pt x="213688" y="90314"/>
                </a:lnTo>
                <a:lnTo>
                  <a:pt x="213484" y="89513"/>
                </a:lnTo>
                <a:lnTo>
                  <a:pt x="213273" y="88714"/>
                </a:lnTo>
                <a:lnTo>
                  <a:pt x="213056" y="87916"/>
                </a:lnTo>
                <a:lnTo>
                  <a:pt x="212833" y="87121"/>
                </a:lnTo>
                <a:lnTo>
                  <a:pt x="212603" y="86328"/>
                </a:lnTo>
                <a:lnTo>
                  <a:pt x="212366" y="85537"/>
                </a:lnTo>
                <a:lnTo>
                  <a:pt x="212123" y="84748"/>
                </a:lnTo>
                <a:lnTo>
                  <a:pt x="211874" y="83960"/>
                </a:lnTo>
                <a:lnTo>
                  <a:pt x="211618" y="83175"/>
                </a:lnTo>
                <a:lnTo>
                  <a:pt x="211355" y="82391"/>
                </a:lnTo>
                <a:lnTo>
                  <a:pt x="211087" y="81610"/>
                </a:lnTo>
                <a:lnTo>
                  <a:pt x="210811" y="80830"/>
                </a:lnTo>
                <a:lnTo>
                  <a:pt x="210529" y="80053"/>
                </a:lnTo>
                <a:lnTo>
                  <a:pt x="210241" y="79277"/>
                </a:lnTo>
                <a:lnTo>
                  <a:pt x="209946" y="78503"/>
                </a:lnTo>
                <a:lnTo>
                  <a:pt x="209644" y="77731"/>
                </a:lnTo>
                <a:lnTo>
                  <a:pt x="209336" y="76961"/>
                </a:lnTo>
                <a:lnTo>
                  <a:pt x="209021" y="76192"/>
                </a:lnTo>
                <a:lnTo>
                  <a:pt x="208701" y="75426"/>
                </a:lnTo>
                <a:lnTo>
                  <a:pt x="208374" y="74664"/>
                </a:lnTo>
                <a:lnTo>
                  <a:pt x="208041" y="73905"/>
                </a:lnTo>
                <a:lnTo>
                  <a:pt x="207702" y="73149"/>
                </a:lnTo>
                <a:lnTo>
                  <a:pt x="207358" y="72396"/>
                </a:lnTo>
                <a:lnTo>
                  <a:pt x="207007" y="71647"/>
                </a:lnTo>
                <a:lnTo>
                  <a:pt x="206651" y="70901"/>
                </a:lnTo>
                <a:lnTo>
                  <a:pt x="206288" y="70158"/>
                </a:lnTo>
                <a:lnTo>
                  <a:pt x="205920" y="69419"/>
                </a:lnTo>
                <a:lnTo>
                  <a:pt x="205546" y="68682"/>
                </a:lnTo>
                <a:lnTo>
                  <a:pt x="205165" y="67949"/>
                </a:lnTo>
                <a:lnTo>
                  <a:pt x="204779" y="67220"/>
                </a:lnTo>
                <a:lnTo>
                  <a:pt x="204387" y="66493"/>
                </a:lnTo>
                <a:lnTo>
                  <a:pt x="203989" y="65769"/>
                </a:lnTo>
                <a:lnTo>
                  <a:pt x="203584" y="65049"/>
                </a:lnTo>
                <a:lnTo>
                  <a:pt x="203174" y="64332"/>
                </a:lnTo>
                <a:lnTo>
                  <a:pt x="202758" y="63618"/>
                </a:lnTo>
                <a:lnTo>
                  <a:pt x="202336" y="62907"/>
                </a:lnTo>
                <a:lnTo>
                  <a:pt x="201907" y="62199"/>
                </a:lnTo>
                <a:lnTo>
                  <a:pt x="201473" y="61495"/>
                </a:lnTo>
                <a:lnTo>
                  <a:pt x="201033" y="60793"/>
                </a:lnTo>
                <a:lnTo>
                  <a:pt x="200586" y="60095"/>
                </a:lnTo>
                <a:lnTo>
                  <a:pt x="200134" y="59400"/>
                </a:lnTo>
                <a:lnTo>
                  <a:pt x="199676" y="58707"/>
                </a:lnTo>
                <a:lnTo>
                  <a:pt x="199211" y="58019"/>
                </a:lnTo>
                <a:lnTo>
                  <a:pt x="198742" y="57335"/>
                </a:lnTo>
                <a:lnTo>
                  <a:pt x="198268" y="56655"/>
                </a:lnTo>
                <a:lnTo>
                  <a:pt x="197788" y="55980"/>
                </a:lnTo>
                <a:lnTo>
                  <a:pt x="197303" y="55309"/>
                </a:lnTo>
                <a:lnTo>
                  <a:pt x="196813" y="54642"/>
                </a:lnTo>
                <a:lnTo>
                  <a:pt x="196318" y="53980"/>
                </a:lnTo>
                <a:lnTo>
                  <a:pt x="195818" y="53322"/>
                </a:lnTo>
                <a:lnTo>
                  <a:pt x="195312" y="52669"/>
                </a:lnTo>
                <a:lnTo>
                  <a:pt x="194801" y="52020"/>
                </a:lnTo>
                <a:lnTo>
                  <a:pt x="194285" y="51375"/>
                </a:lnTo>
                <a:lnTo>
                  <a:pt x="193764" y="50735"/>
                </a:lnTo>
                <a:lnTo>
                  <a:pt x="193238" y="50098"/>
                </a:lnTo>
                <a:lnTo>
                  <a:pt x="192706" y="49466"/>
                </a:lnTo>
                <a:lnTo>
                  <a:pt x="192169" y="48839"/>
                </a:lnTo>
                <a:lnTo>
                  <a:pt x="191627" y="48215"/>
                </a:lnTo>
                <a:lnTo>
                  <a:pt x="191079" y="47596"/>
                </a:lnTo>
                <a:lnTo>
                  <a:pt x="190526" y="46981"/>
                </a:lnTo>
                <a:lnTo>
                  <a:pt x="189968" y="46371"/>
                </a:lnTo>
                <a:lnTo>
                  <a:pt x="189405" y="45765"/>
                </a:lnTo>
                <a:lnTo>
                  <a:pt x="188836" y="45162"/>
                </a:lnTo>
                <a:lnTo>
                  <a:pt x="188262" y="44565"/>
                </a:lnTo>
                <a:lnTo>
                  <a:pt x="187683" y="43971"/>
                </a:lnTo>
                <a:lnTo>
                  <a:pt x="187098" y="43381"/>
                </a:lnTo>
                <a:lnTo>
                  <a:pt x="186509" y="42797"/>
                </a:lnTo>
                <a:lnTo>
                  <a:pt x="185915" y="42217"/>
                </a:lnTo>
                <a:lnTo>
                  <a:pt x="185317" y="41643"/>
                </a:lnTo>
                <a:lnTo>
                  <a:pt x="184715" y="41075"/>
                </a:lnTo>
                <a:lnTo>
                  <a:pt x="184109" y="40511"/>
                </a:lnTo>
                <a:lnTo>
                  <a:pt x="183498" y="39953"/>
                </a:lnTo>
                <a:lnTo>
                  <a:pt x="182883" y="39400"/>
                </a:lnTo>
                <a:lnTo>
                  <a:pt x="182264" y="38853"/>
                </a:lnTo>
                <a:lnTo>
                  <a:pt x="181641" y="38310"/>
                </a:lnTo>
                <a:lnTo>
                  <a:pt x="181013" y="37773"/>
                </a:lnTo>
                <a:lnTo>
                  <a:pt x="180381" y="37242"/>
                </a:lnTo>
                <a:lnTo>
                  <a:pt x="179745" y="36715"/>
                </a:lnTo>
                <a:lnTo>
                  <a:pt x="179104" y="36194"/>
                </a:lnTo>
                <a:lnTo>
                  <a:pt x="178460" y="35678"/>
                </a:lnTo>
                <a:lnTo>
                  <a:pt x="177810" y="35167"/>
                </a:lnTo>
                <a:lnTo>
                  <a:pt x="177157" y="34661"/>
                </a:lnTo>
                <a:lnTo>
                  <a:pt x="176499" y="34161"/>
                </a:lnTo>
                <a:lnTo>
                  <a:pt x="175837" y="33666"/>
                </a:lnTo>
                <a:lnTo>
                  <a:pt x="175171" y="33176"/>
                </a:lnTo>
                <a:lnTo>
                  <a:pt x="174500" y="32691"/>
                </a:lnTo>
                <a:lnTo>
                  <a:pt x="173824" y="32212"/>
                </a:lnTo>
                <a:lnTo>
                  <a:pt x="173145" y="31737"/>
                </a:lnTo>
                <a:lnTo>
                  <a:pt x="172461" y="31268"/>
                </a:lnTo>
                <a:lnTo>
                  <a:pt x="171772" y="30804"/>
                </a:lnTo>
                <a:lnTo>
                  <a:pt x="171080" y="30345"/>
                </a:lnTo>
                <a:lnTo>
                  <a:pt x="170385" y="29893"/>
                </a:lnTo>
                <a:lnTo>
                  <a:pt x="169686" y="29447"/>
                </a:lnTo>
                <a:lnTo>
                  <a:pt x="168985" y="29006"/>
                </a:lnTo>
                <a:lnTo>
                  <a:pt x="168280" y="28572"/>
                </a:lnTo>
                <a:lnTo>
                  <a:pt x="167573" y="28144"/>
                </a:lnTo>
                <a:lnTo>
                  <a:pt x="166862" y="27722"/>
                </a:lnTo>
                <a:lnTo>
                  <a:pt x="166148" y="27305"/>
                </a:lnTo>
                <a:lnTo>
                  <a:pt x="165430" y="26895"/>
                </a:lnTo>
                <a:lnTo>
                  <a:pt x="164710" y="26491"/>
                </a:lnTo>
                <a:lnTo>
                  <a:pt x="163987" y="26093"/>
                </a:lnTo>
                <a:lnTo>
                  <a:pt x="163260" y="25700"/>
                </a:lnTo>
                <a:lnTo>
                  <a:pt x="162530" y="25314"/>
                </a:lnTo>
                <a:lnTo>
                  <a:pt x="161797" y="24934"/>
                </a:lnTo>
                <a:lnTo>
                  <a:pt x="161061" y="24559"/>
                </a:lnTo>
                <a:lnTo>
                  <a:pt x="160321" y="24191"/>
                </a:lnTo>
                <a:lnTo>
                  <a:pt x="159578" y="23828"/>
                </a:lnTo>
                <a:lnTo>
                  <a:pt x="158832" y="23472"/>
                </a:lnTo>
                <a:lnTo>
                  <a:pt x="158083" y="23121"/>
                </a:lnTo>
                <a:lnTo>
                  <a:pt x="157330" y="22777"/>
                </a:lnTo>
                <a:lnTo>
                  <a:pt x="156574" y="22438"/>
                </a:lnTo>
                <a:lnTo>
                  <a:pt x="155815" y="22105"/>
                </a:lnTo>
                <a:lnTo>
                  <a:pt x="155053" y="21779"/>
                </a:lnTo>
                <a:lnTo>
                  <a:pt x="154287" y="21458"/>
                </a:lnTo>
                <a:lnTo>
                  <a:pt x="153519" y="21143"/>
                </a:lnTo>
                <a:lnTo>
                  <a:pt x="152749" y="20835"/>
                </a:lnTo>
                <a:lnTo>
                  <a:pt x="151977" y="20534"/>
                </a:lnTo>
                <a:lnTo>
                  <a:pt x="151203" y="20239"/>
                </a:lnTo>
                <a:lnTo>
                  <a:pt x="150427" y="19950"/>
                </a:lnTo>
                <a:lnTo>
                  <a:pt x="149649" y="19668"/>
                </a:lnTo>
                <a:lnTo>
                  <a:pt x="148870" y="19393"/>
                </a:lnTo>
                <a:lnTo>
                  <a:pt x="148088" y="19124"/>
                </a:lnTo>
                <a:lnTo>
                  <a:pt x="147305" y="18861"/>
                </a:lnTo>
                <a:lnTo>
                  <a:pt x="146519" y="18605"/>
                </a:lnTo>
                <a:lnTo>
                  <a:pt x="145732" y="18356"/>
                </a:lnTo>
                <a:lnTo>
                  <a:pt x="144943" y="18113"/>
                </a:lnTo>
                <a:lnTo>
                  <a:pt x="144151" y="17877"/>
                </a:lnTo>
                <a:lnTo>
                  <a:pt x="143358" y="17647"/>
                </a:lnTo>
                <a:lnTo>
                  <a:pt x="142563" y="17423"/>
                </a:lnTo>
                <a:lnTo>
                  <a:pt x="141766" y="17206"/>
                </a:lnTo>
                <a:lnTo>
                  <a:pt x="140966" y="16995"/>
                </a:lnTo>
                <a:lnTo>
                  <a:pt x="140165" y="16791"/>
                </a:lnTo>
                <a:lnTo>
                  <a:pt x="139362" y="16594"/>
                </a:lnTo>
                <a:lnTo>
                  <a:pt x="138557" y="16403"/>
                </a:lnTo>
                <a:lnTo>
                  <a:pt x="137749" y="16218"/>
                </a:lnTo>
                <a:lnTo>
                  <a:pt x="136940" y="16040"/>
                </a:lnTo>
                <a:lnTo>
                  <a:pt x="136128" y="15868"/>
                </a:lnTo>
                <a:lnTo>
                  <a:pt x="135315" y="15703"/>
                </a:lnTo>
                <a:lnTo>
                  <a:pt x="134500" y="15544"/>
                </a:lnTo>
                <a:lnTo>
                  <a:pt x="133684" y="15392"/>
                </a:lnTo>
                <a:lnTo>
                  <a:pt x="132868" y="15247"/>
                </a:lnTo>
                <a:lnTo>
                  <a:pt x="132052" y="15109"/>
                </a:lnTo>
                <a:lnTo>
                  <a:pt x="131234" y="14977"/>
                </a:lnTo>
                <a:lnTo>
                  <a:pt x="130417" y="14852"/>
                </a:lnTo>
                <a:lnTo>
                  <a:pt x="129598" y="14734"/>
                </a:lnTo>
                <a:lnTo>
                  <a:pt x="128779" y="14623"/>
                </a:lnTo>
                <a:lnTo>
                  <a:pt x="127960" y="14518"/>
                </a:lnTo>
                <a:lnTo>
                  <a:pt x="127140" y="14420"/>
                </a:lnTo>
                <a:lnTo>
                  <a:pt x="126319" y="14329"/>
                </a:lnTo>
                <a:lnTo>
                  <a:pt x="125497" y="14245"/>
                </a:lnTo>
                <a:lnTo>
                  <a:pt x="124675" y="14168"/>
                </a:lnTo>
                <a:lnTo>
                  <a:pt x="123852" y="14097"/>
                </a:lnTo>
                <a:lnTo>
                  <a:pt x="123029" y="14033"/>
                </a:lnTo>
                <a:lnTo>
                  <a:pt x="122205" y="13975"/>
                </a:lnTo>
                <a:lnTo>
                  <a:pt x="121380" y="13925"/>
                </a:lnTo>
                <a:lnTo>
                  <a:pt x="120554" y="13881"/>
                </a:lnTo>
                <a:lnTo>
                  <a:pt x="119728" y="13844"/>
                </a:lnTo>
                <a:lnTo>
                  <a:pt x="118900" y="13813"/>
                </a:lnTo>
                <a:lnTo>
                  <a:pt x="118072" y="13790"/>
                </a:lnTo>
                <a:lnTo>
                  <a:pt x="117244" y="13773"/>
                </a:lnTo>
                <a:lnTo>
                  <a:pt x="116414" y="13763"/>
                </a:lnTo>
                <a:lnTo>
                  <a:pt x="115584" y="13759"/>
                </a:lnTo>
                <a:lnTo>
                  <a:pt x="114754" y="13763"/>
                </a:lnTo>
                <a:lnTo>
                  <a:pt x="113924" y="13773"/>
                </a:lnTo>
                <a:lnTo>
                  <a:pt x="113096" y="13790"/>
                </a:lnTo>
                <a:lnTo>
                  <a:pt x="112268" y="13813"/>
                </a:lnTo>
                <a:lnTo>
                  <a:pt x="111441" y="13844"/>
                </a:lnTo>
                <a:lnTo>
                  <a:pt x="110614" y="13881"/>
                </a:lnTo>
                <a:lnTo>
                  <a:pt x="109789" y="13925"/>
                </a:lnTo>
                <a:lnTo>
                  <a:pt x="108964" y="13975"/>
                </a:lnTo>
                <a:lnTo>
                  <a:pt x="108139" y="14033"/>
                </a:lnTo>
                <a:lnTo>
                  <a:pt x="107316" y="14097"/>
                </a:lnTo>
                <a:lnTo>
                  <a:pt x="106493" y="14168"/>
                </a:lnTo>
                <a:lnTo>
                  <a:pt x="105671" y="14245"/>
                </a:lnTo>
                <a:lnTo>
                  <a:pt x="104849" y="14329"/>
                </a:lnTo>
                <a:lnTo>
                  <a:pt x="104028" y="14420"/>
                </a:lnTo>
                <a:lnTo>
                  <a:pt x="103208" y="14518"/>
                </a:lnTo>
                <a:lnTo>
                  <a:pt x="102389" y="14623"/>
                </a:lnTo>
                <a:lnTo>
                  <a:pt x="101570" y="14734"/>
                </a:lnTo>
                <a:lnTo>
                  <a:pt x="100751" y="14852"/>
                </a:lnTo>
                <a:lnTo>
                  <a:pt x="99934" y="14977"/>
                </a:lnTo>
                <a:lnTo>
                  <a:pt x="99116" y="15109"/>
                </a:lnTo>
                <a:lnTo>
                  <a:pt x="98300" y="15247"/>
                </a:lnTo>
                <a:lnTo>
                  <a:pt x="97484" y="15392"/>
                </a:lnTo>
                <a:lnTo>
                  <a:pt x="96668" y="15544"/>
                </a:lnTo>
                <a:lnTo>
                  <a:pt x="95853" y="15703"/>
                </a:lnTo>
                <a:lnTo>
                  <a:pt x="95040" y="15868"/>
                </a:lnTo>
                <a:lnTo>
                  <a:pt x="94228" y="16040"/>
                </a:lnTo>
                <a:lnTo>
                  <a:pt x="93419" y="16218"/>
                </a:lnTo>
                <a:lnTo>
                  <a:pt x="92611" y="16403"/>
                </a:lnTo>
                <a:lnTo>
                  <a:pt x="91806" y="16594"/>
                </a:lnTo>
                <a:lnTo>
                  <a:pt x="91003" y="16791"/>
                </a:lnTo>
                <a:lnTo>
                  <a:pt x="90201" y="16995"/>
                </a:lnTo>
                <a:lnTo>
                  <a:pt x="89402" y="17206"/>
                </a:lnTo>
                <a:lnTo>
                  <a:pt x="88605" y="17423"/>
                </a:lnTo>
                <a:lnTo>
                  <a:pt x="87810" y="17647"/>
                </a:lnTo>
                <a:lnTo>
                  <a:pt x="87016" y="17877"/>
                </a:lnTo>
                <a:lnTo>
                  <a:pt x="86225" y="18113"/>
                </a:lnTo>
                <a:lnTo>
                  <a:pt x="85436" y="18356"/>
                </a:lnTo>
                <a:lnTo>
                  <a:pt x="84649" y="18605"/>
                </a:lnTo>
                <a:lnTo>
                  <a:pt x="83863" y="18861"/>
                </a:lnTo>
                <a:lnTo>
                  <a:pt x="83080" y="19124"/>
                </a:lnTo>
                <a:lnTo>
                  <a:pt x="82298" y="19393"/>
                </a:lnTo>
                <a:lnTo>
                  <a:pt x="81519" y="19668"/>
                </a:lnTo>
                <a:lnTo>
                  <a:pt x="80741" y="19950"/>
                </a:lnTo>
                <a:lnTo>
                  <a:pt x="79965" y="20239"/>
                </a:lnTo>
                <a:lnTo>
                  <a:pt x="79191" y="20534"/>
                </a:lnTo>
                <a:lnTo>
                  <a:pt x="78419" y="20835"/>
                </a:lnTo>
                <a:lnTo>
                  <a:pt x="77649" y="21143"/>
                </a:lnTo>
                <a:lnTo>
                  <a:pt x="76881" y="21458"/>
                </a:lnTo>
                <a:lnTo>
                  <a:pt x="76115" y="21779"/>
                </a:lnTo>
                <a:lnTo>
                  <a:pt x="75352" y="22105"/>
                </a:lnTo>
                <a:lnTo>
                  <a:pt x="74593" y="22438"/>
                </a:lnTo>
                <a:lnTo>
                  <a:pt x="73837" y="22777"/>
                </a:lnTo>
                <a:lnTo>
                  <a:pt x="73085" y="23121"/>
                </a:lnTo>
                <a:lnTo>
                  <a:pt x="72336" y="23472"/>
                </a:lnTo>
                <a:lnTo>
                  <a:pt x="71590" y="23828"/>
                </a:lnTo>
                <a:lnTo>
                  <a:pt x="70847" y="24191"/>
                </a:lnTo>
                <a:lnTo>
                  <a:pt x="70107" y="24559"/>
                </a:lnTo>
                <a:lnTo>
                  <a:pt x="69371" y="24934"/>
                </a:lnTo>
                <a:lnTo>
                  <a:pt x="68638" y="25314"/>
                </a:lnTo>
                <a:lnTo>
                  <a:pt x="67908" y="25700"/>
                </a:lnTo>
                <a:lnTo>
                  <a:pt x="67181" y="26092"/>
                </a:lnTo>
                <a:lnTo>
                  <a:pt x="66458" y="26491"/>
                </a:lnTo>
                <a:lnTo>
                  <a:pt x="65737" y="26895"/>
                </a:lnTo>
                <a:lnTo>
                  <a:pt x="65020" y="27305"/>
                </a:lnTo>
                <a:lnTo>
                  <a:pt x="64306" y="27721"/>
                </a:lnTo>
                <a:lnTo>
                  <a:pt x="63595" y="28144"/>
                </a:lnTo>
                <a:lnTo>
                  <a:pt x="62888" y="28572"/>
                </a:lnTo>
                <a:lnTo>
                  <a:pt x="62183" y="29006"/>
                </a:lnTo>
                <a:lnTo>
                  <a:pt x="61482" y="29447"/>
                </a:lnTo>
                <a:lnTo>
                  <a:pt x="60783" y="29893"/>
                </a:lnTo>
                <a:lnTo>
                  <a:pt x="60088" y="30345"/>
                </a:lnTo>
                <a:lnTo>
                  <a:pt x="59396" y="30804"/>
                </a:lnTo>
                <a:lnTo>
                  <a:pt x="58707" y="31268"/>
                </a:lnTo>
                <a:lnTo>
                  <a:pt x="58023" y="31737"/>
                </a:lnTo>
                <a:lnTo>
                  <a:pt x="57344" y="32212"/>
                </a:lnTo>
                <a:lnTo>
                  <a:pt x="56668" y="32691"/>
                </a:lnTo>
                <a:lnTo>
                  <a:pt x="55998" y="33176"/>
                </a:lnTo>
                <a:lnTo>
                  <a:pt x="55331" y="33666"/>
                </a:lnTo>
                <a:lnTo>
                  <a:pt x="54669" y="34161"/>
                </a:lnTo>
                <a:lnTo>
                  <a:pt x="54011" y="34661"/>
                </a:lnTo>
                <a:lnTo>
                  <a:pt x="53358" y="35167"/>
                </a:lnTo>
                <a:lnTo>
                  <a:pt x="52709" y="35678"/>
                </a:lnTo>
                <a:lnTo>
                  <a:pt x="52064" y="36194"/>
                </a:lnTo>
                <a:lnTo>
                  <a:pt x="51423" y="36715"/>
                </a:lnTo>
                <a:lnTo>
                  <a:pt x="50787" y="37242"/>
                </a:lnTo>
                <a:lnTo>
                  <a:pt x="50155" y="37773"/>
                </a:lnTo>
                <a:lnTo>
                  <a:pt x="49527" y="38310"/>
                </a:lnTo>
                <a:lnTo>
                  <a:pt x="48904" y="38853"/>
                </a:lnTo>
                <a:lnTo>
                  <a:pt x="48285" y="39400"/>
                </a:lnTo>
                <a:lnTo>
                  <a:pt x="47670" y="39953"/>
                </a:lnTo>
                <a:lnTo>
                  <a:pt x="47060" y="40511"/>
                </a:lnTo>
                <a:lnTo>
                  <a:pt x="46453" y="41075"/>
                </a:lnTo>
                <a:lnTo>
                  <a:pt x="45851" y="41643"/>
                </a:lnTo>
                <a:lnTo>
                  <a:pt x="45253" y="42217"/>
                </a:lnTo>
                <a:lnTo>
                  <a:pt x="44660" y="42797"/>
                </a:lnTo>
                <a:lnTo>
                  <a:pt x="44070" y="43381"/>
                </a:lnTo>
                <a:lnTo>
                  <a:pt x="43485" y="43971"/>
                </a:lnTo>
                <a:lnTo>
                  <a:pt x="42906" y="44565"/>
                </a:lnTo>
                <a:lnTo>
                  <a:pt x="42332" y="45162"/>
                </a:lnTo>
                <a:lnTo>
                  <a:pt x="41763" y="45765"/>
                </a:lnTo>
                <a:lnTo>
                  <a:pt x="41200" y="46371"/>
                </a:lnTo>
                <a:lnTo>
                  <a:pt x="40642" y="46982"/>
                </a:lnTo>
                <a:lnTo>
                  <a:pt x="40089" y="47596"/>
                </a:lnTo>
                <a:lnTo>
                  <a:pt x="39541" y="48215"/>
                </a:lnTo>
                <a:lnTo>
                  <a:pt x="38999" y="48839"/>
                </a:lnTo>
                <a:lnTo>
                  <a:pt x="38462" y="49466"/>
                </a:lnTo>
                <a:lnTo>
                  <a:pt x="37930" y="50098"/>
                </a:lnTo>
                <a:lnTo>
                  <a:pt x="37404" y="50735"/>
                </a:lnTo>
                <a:lnTo>
                  <a:pt x="36883" y="51375"/>
                </a:lnTo>
                <a:lnTo>
                  <a:pt x="36366" y="52020"/>
                </a:lnTo>
                <a:lnTo>
                  <a:pt x="35856" y="52669"/>
                </a:lnTo>
                <a:lnTo>
                  <a:pt x="35350" y="53323"/>
                </a:lnTo>
                <a:lnTo>
                  <a:pt x="34850" y="53980"/>
                </a:lnTo>
                <a:lnTo>
                  <a:pt x="34354" y="54642"/>
                </a:lnTo>
                <a:lnTo>
                  <a:pt x="33864" y="55309"/>
                </a:lnTo>
                <a:lnTo>
                  <a:pt x="33380" y="55980"/>
                </a:lnTo>
                <a:lnTo>
                  <a:pt x="32900" y="56655"/>
                </a:lnTo>
                <a:lnTo>
                  <a:pt x="32426" y="57335"/>
                </a:lnTo>
                <a:lnTo>
                  <a:pt x="31956" y="58019"/>
                </a:lnTo>
                <a:lnTo>
                  <a:pt x="31492" y="58707"/>
                </a:lnTo>
                <a:lnTo>
                  <a:pt x="31034" y="59399"/>
                </a:lnTo>
                <a:lnTo>
                  <a:pt x="30582" y="60095"/>
                </a:lnTo>
                <a:lnTo>
                  <a:pt x="30135" y="60793"/>
                </a:lnTo>
                <a:lnTo>
                  <a:pt x="29695" y="61495"/>
                </a:lnTo>
                <a:lnTo>
                  <a:pt x="29261" y="62199"/>
                </a:lnTo>
                <a:lnTo>
                  <a:pt x="28832" y="62907"/>
                </a:lnTo>
                <a:lnTo>
                  <a:pt x="28410" y="63618"/>
                </a:lnTo>
                <a:lnTo>
                  <a:pt x="27994" y="64332"/>
                </a:lnTo>
                <a:lnTo>
                  <a:pt x="27584" y="65049"/>
                </a:lnTo>
                <a:lnTo>
                  <a:pt x="27179" y="65769"/>
                </a:lnTo>
                <a:lnTo>
                  <a:pt x="26781" y="66493"/>
                </a:lnTo>
                <a:lnTo>
                  <a:pt x="26389" y="67220"/>
                </a:lnTo>
                <a:lnTo>
                  <a:pt x="26003" y="67949"/>
                </a:lnTo>
                <a:lnTo>
                  <a:pt x="25622" y="68683"/>
                </a:lnTo>
                <a:lnTo>
                  <a:pt x="25248" y="69419"/>
                </a:lnTo>
                <a:lnTo>
                  <a:pt x="24879" y="70158"/>
                </a:lnTo>
                <a:lnTo>
                  <a:pt x="24517" y="70901"/>
                </a:lnTo>
                <a:lnTo>
                  <a:pt x="24161" y="71647"/>
                </a:lnTo>
                <a:lnTo>
                  <a:pt x="23810" y="72397"/>
                </a:lnTo>
                <a:lnTo>
                  <a:pt x="23465" y="73149"/>
                </a:lnTo>
                <a:lnTo>
                  <a:pt x="23127" y="73905"/>
                </a:lnTo>
                <a:lnTo>
                  <a:pt x="22794" y="74664"/>
                </a:lnTo>
                <a:lnTo>
                  <a:pt x="22467" y="75427"/>
                </a:lnTo>
                <a:lnTo>
                  <a:pt x="22146" y="76192"/>
                </a:lnTo>
                <a:lnTo>
                  <a:pt x="21832" y="76961"/>
                </a:lnTo>
                <a:lnTo>
                  <a:pt x="21524" y="77731"/>
                </a:lnTo>
                <a:lnTo>
                  <a:pt x="21222" y="78503"/>
                </a:lnTo>
                <a:lnTo>
                  <a:pt x="20927" y="79277"/>
                </a:lnTo>
                <a:lnTo>
                  <a:pt x="20639" y="80053"/>
                </a:lnTo>
                <a:lnTo>
                  <a:pt x="20357" y="80830"/>
                </a:lnTo>
                <a:lnTo>
                  <a:pt x="20081" y="81610"/>
                </a:lnTo>
                <a:lnTo>
                  <a:pt x="19813" y="82391"/>
                </a:lnTo>
                <a:lnTo>
                  <a:pt x="19550" y="83175"/>
                </a:lnTo>
                <a:lnTo>
                  <a:pt x="19294" y="83960"/>
                </a:lnTo>
                <a:lnTo>
                  <a:pt x="19045" y="84747"/>
                </a:lnTo>
                <a:lnTo>
                  <a:pt x="18802" y="85537"/>
                </a:lnTo>
                <a:lnTo>
                  <a:pt x="18565" y="86328"/>
                </a:lnTo>
                <a:lnTo>
                  <a:pt x="18335" y="87121"/>
                </a:lnTo>
                <a:lnTo>
                  <a:pt x="18112" y="87916"/>
                </a:lnTo>
                <a:lnTo>
                  <a:pt x="17895" y="88714"/>
                </a:lnTo>
                <a:lnTo>
                  <a:pt x="17684" y="89513"/>
                </a:lnTo>
                <a:lnTo>
                  <a:pt x="17480" y="90314"/>
                </a:lnTo>
                <a:lnTo>
                  <a:pt x="17282" y="91117"/>
                </a:lnTo>
                <a:lnTo>
                  <a:pt x="17091" y="91923"/>
                </a:lnTo>
                <a:lnTo>
                  <a:pt x="16907" y="92730"/>
                </a:lnTo>
                <a:lnTo>
                  <a:pt x="16728" y="93540"/>
                </a:lnTo>
                <a:lnTo>
                  <a:pt x="16557" y="94351"/>
                </a:lnTo>
                <a:lnTo>
                  <a:pt x="16391" y="95165"/>
                </a:lnTo>
                <a:lnTo>
                  <a:pt x="16233" y="95980"/>
                </a:lnTo>
                <a:lnTo>
                  <a:pt x="16081" y="96795"/>
                </a:lnTo>
                <a:lnTo>
                  <a:pt x="15936" y="97611"/>
                </a:lnTo>
                <a:lnTo>
                  <a:pt x="15797" y="98428"/>
                </a:lnTo>
                <a:lnTo>
                  <a:pt x="15666" y="99245"/>
                </a:lnTo>
                <a:lnTo>
                  <a:pt x="15541" y="100063"/>
                </a:lnTo>
                <a:lnTo>
                  <a:pt x="15423" y="100881"/>
                </a:lnTo>
                <a:lnTo>
                  <a:pt x="15312" y="101700"/>
                </a:lnTo>
                <a:lnTo>
                  <a:pt x="15207" y="102520"/>
                </a:lnTo>
                <a:lnTo>
                  <a:pt x="15109" y="103340"/>
                </a:lnTo>
                <a:lnTo>
                  <a:pt x="15018" y="104161"/>
                </a:lnTo>
                <a:lnTo>
                  <a:pt x="14934" y="104982"/>
                </a:lnTo>
                <a:lnTo>
                  <a:pt x="14856" y="105804"/>
                </a:lnTo>
                <a:lnTo>
                  <a:pt x="14785" y="106627"/>
                </a:lnTo>
                <a:lnTo>
                  <a:pt x="14721" y="107451"/>
                </a:lnTo>
                <a:lnTo>
                  <a:pt x="14664" y="108275"/>
                </a:lnTo>
                <a:lnTo>
                  <a:pt x="14613" y="109100"/>
                </a:lnTo>
                <a:lnTo>
                  <a:pt x="14570" y="109926"/>
                </a:lnTo>
                <a:lnTo>
                  <a:pt x="14532" y="110752"/>
                </a:lnTo>
                <a:lnTo>
                  <a:pt x="14502" y="111579"/>
                </a:lnTo>
                <a:lnTo>
                  <a:pt x="14479" y="112407"/>
                </a:lnTo>
                <a:lnTo>
                  <a:pt x="14462" y="113236"/>
                </a:lnTo>
                <a:lnTo>
                  <a:pt x="14452" y="114065"/>
                </a:lnTo>
                <a:lnTo>
                  <a:pt x="14448" y="114895"/>
                </a:lnTo>
                <a:lnTo>
                  <a:pt x="14452" y="115726"/>
                </a:lnTo>
                <a:lnTo>
                  <a:pt x="14462" y="116555"/>
                </a:lnTo>
                <a:lnTo>
                  <a:pt x="14479" y="117384"/>
                </a:lnTo>
                <a:lnTo>
                  <a:pt x="14502" y="118212"/>
                </a:lnTo>
                <a:lnTo>
                  <a:pt x="14532" y="119039"/>
                </a:lnTo>
                <a:lnTo>
                  <a:pt x="14570" y="119865"/>
                </a:lnTo>
                <a:lnTo>
                  <a:pt x="14613" y="120691"/>
                </a:lnTo>
                <a:lnTo>
                  <a:pt x="14664" y="121516"/>
                </a:lnTo>
                <a:lnTo>
                  <a:pt x="14721" y="122340"/>
                </a:lnTo>
                <a:lnTo>
                  <a:pt x="14785" y="123164"/>
                </a:lnTo>
                <a:lnTo>
                  <a:pt x="14856" y="123986"/>
                </a:lnTo>
                <a:lnTo>
                  <a:pt x="14934" y="124809"/>
                </a:lnTo>
                <a:lnTo>
                  <a:pt x="15018" y="125630"/>
                </a:lnTo>
                <a:lnTo>
                  <a:pt x="15109" y="126451"/>
                </a:lnTo>
                <a:lnTo>
                  <a:pt x="15207" y="127271"/>
                </a:lnTo>
                <a:lnTo>
                  <a:pt x="15312" y="128091"/>
                </a:lnTo>
                <a:lnTo>
                  <a:pt x="15423" y="128910"/>
                </a:lnTo>
                <a:lnTo>
                  <a:pt x="15541" y="129728"/>
                </a:lnTo>
                <a:lnTo>
                  <a:pt x="15666" y="130546"/>
                </a:lnTo>
                <a:lnTo>
                  <a:pt x="15797" y="131363"/>
                </a:lnTo>
                <a:lnTo>
                  <a:pt x="15936" y="132180"/>
                </a:lnTo>
                <a:lnTo>
                  <a:pt x="16081" y="132996"/>
                </a:lnTo>
                <a:lnTo>
                  <a:pt x="16233" y="133811"/>
                </a:lnTo>
                <a:lnTo>
                  <a:pt x="16391" y="134626"/>
                </a:lnTo>
                <a:lnTo>
                  <a:pt x="16557" y="135440"/>
                </a:lnTo>
                <a:lnTo>
                  <a:pt x="16728" y="136251"/>
                </a:lnTo>
                <a:lnTo>
                  <a:pt x="16907" y="137061"/>
                </a:lnTo>
                <a:lnTo>
                  <a:pt x="17091" y="137868"/>
                </a:lnTo>
                <a:lnTo>
                  <a:pt x="17282" y="138673"/>
                </a:lnTo>
                <a:lnTo>
                  <a:pt x="17480" y="139477"/>
                </a:lnTo>
                <a:lnTo>
                  <a:pt x="17684" y="140278"/>
                </a:lnTo>
                <a:lnTo>
                  <a:pt x="17895" y="141077"/>
                </a:lnTo>
                <a:lnTo>
                  <a:pt x="18112" y="141874"/>
                </a:lnTo>
                <a:lnTo>
                  <a:pt x="18335" y="142670"/>
                </a:lnTo>
                <a:lnTo>
                  <a:pt x="18565" y="143463"/>
                </a:lnTo>
                <a:lnTo>
                  <a:pt x="18802" y="144254"/>
                </a:lnTo>
                <a:lnTo>
                  <a:pt x="19045" y="145043"/>
                </a:lnTo>
                <a:lnTo>
                  <a:pt x="19294" y="145831"/>
                </a:lnTo>
                <a:lnTo>
                  <a:pt x="19550" y="146616"/>
                </a:lnTo>
                <a:lnTo>
                  <a:pt x="19812" y="147399"/>
                </a:lnTo>
                <a:lnTo>
                  <a:pt x="20081" y="148181"/>
                </a:lnTo>
                <a:lnTo>
                  <a:pt x="20357" y="148960"/>
                </a:lnTo>
                <a:lnTo>
                  <a:pt x="20639" y="149738"/>
                </a:lnTo>
                <a:lnTo>
                  <a:pt x="20927" y="150514"/>
                </a:lnTo>
                <a:lnTo>
                  <a:pt x="21222" y="151288"/>
                </a:lnTo>
                <a:lnTo>
                  <a:pt x="21524" y="152060"/>
                </a:lnTo>
                <a:lnTo>
                  <a:pt x="21832" y="152830"/>
                </a:lnTo>
                <a:lnTo>
                  <a:pt x="22146" y="153598"/>
                </a:lnTo>
                <a:lnTo>
                  <a:pt x="22467" y="154364"/>
                </a:lnTo>
                <a:lnTo>
                  <a:pt x="22794" y="155127"/>
                </a:lnTo>
                <a:lnTo>
                  <a:pt x="23127" y="155886"/>
                </a:lnTo>
                <a:lnTo>
                  <a:pt x="23465" y="156642"/>
                </a:lnTo>
                <a:lnTo>
                  <a:pt x="23810" y="157394"/>
                </a:lnTo>
                <a:lnTo>
                  <a:pt x="24161" y="158143"/>
                </a:lnTo>
                <a:lnTo>
                  <a:pt x="24517" y="158890"/>
                </a:lnTo>
                <a:lnTo>
                  <a:pt x="24879" y="159632"/>
                </a:lnTo>
                <a:lnTo>
                  <a:pt x="25248" y="160372"/>
                </a:lnTo>
                <a:lnTo>
                  <a:pt x="25622" y="161108"/>
                </a:lnTo>
                <a:lnTo>
                  <a:pt x="26003" y="161841"/>
                </a:lnTo>
                <a:lnTo>
                  <a:pt x="26389" y="162571"/>
                </a:lnTo>
                <a:lnTo>
                  <a:pt x="26781" y="163298"/>
                </a:lnTo>
                <a:lnTo>
                  <a:pt x="27179" y="164021"/>
                </a:lnTo>
                <a:lnTo>
                  <a:pt x="27584" y="164742"/>
                </a:lnTo>
                <a:lnTo>
                  <a:pt x="27994" y="165459"/>
                </a:lnTo>
                <a:lnTo>
                  <a:pt x="28410" y="166173"/>
                </a:lnTo>
                <a:lnTo>
                  <a:pt x="28832" y="166884"/>
                </a:lnTo>
                <a:lnTo>
                  <a:pt x="29261" y="167592"/>
                </a:lnTo>
                <a:lnTo>
                  <a:pt x="29695" y="168296"/>
                </a:lnTo>
                <a:lnTo>
                  <a:pt x="30135" y="168998"/>
                </a:lnTo>
                <a:lnTo>
                  <a:pt x="30582" y="169696"/>
                </a:lnTo>
                <a:lnTo>
                  <a:pt x="31034" y="170391"/>
                </a:lnTo>
                <a:lnTo>
                  <a:pt x="31492" y="171084"/>
                </a:lnTo>
                <a:lnTo>
                  <a:pt x="31956" y="171772"/>
                </a:lnTo>
                <a:lnTo>
                  <a:pt x="32426" y="172456"/>
                </a:lnTo>
                <a:lnTo>
                  <a:pt x="32900" y="173136"/>
                </a:lnTo>
                <a:lnTo>
                  <a:pt x="33380" y="173811"/>
                </a:lnTo>
                <a:lnTo>
                  <a:pt x="33864" y="174482"/>
                </a:lnTo>
                <a:lnTo>
                  <a:pt x="34354" y="175148"/>
                </a:lnTo>
                <a:lnTo>
                  <a:pt x="34850" y="175810"/>
                </a:lnTo>
                <a:lnTo>
                  <a:pt x="35350" y="176468"/>
                </a:lnTo>
                <a:lnTo>
                  <a:pt x="35856" y="177122"/>
                </a:lnTo>
                <a:lnTo>
                  <a:pt x="36366" y="177771"/>
                </a:lnTo>
                <a:lnTo>
                  <a:pt x="36883" y="178416"/>
                </a:lnTo>
                <a:lnTo>
                  <a:pt x="37404" y="179056"/>
                </a:lnTo>
                <a:lnTo>
                  <a:pt x="37930" y="179692"/>
                </a:lnTo>
                <a:lnTo>
                  <a:pt x="38462" y="180324"/>
                </a:lnTo>
                <a:lnTo>
                  <a:pt x="38999" y="180952"/>
                </a:lnTo>
                <a:lnTo>
                  <a:pt x="39541" y="181575"/>
                </a:lnTo>
                <a:lnTo>
                  <a:pt x="40089" y="182194"/>
                </a:lnTo>
                <a:lnTo>
                  <a:pt x="40642" y="182809"/>
                </a:lnTo>
                <a:lnTo>
                  <a:pt x="41200" y="183420"/>
                </a:lnTo>
                <a:lnTo>
                  <a:pt x="41763" y="184026"/>
                </a:lnTo>
                <a:lnTo>
                  <a:pt x="42332" y="184628"/>
                </a:lnTo>
                <a:lnTo>
                  <a:pt x="42906" y="185226"/>
                </a:lnTo>
                <a:lnTo>
                  <a:pt x="43485" y="185820"/>
                </a:lnTo>
                <a:lnTo>
                  <a:pt x="44070" y="186409"/>
                </a:lnTo>
                <a:lnTo>
                  <a:pt x="44660" y="186994"/>
                </a:lnTo>
                <a:lnTo>
                  <a:pt x="45253" y="187573"/>
                </a:lnTo>
                <a:lnTo>
                  <a:pt x="45851" y="188147"/>
                </a:lnTo>
                <a:lnTo>
                  <a:pt x="46453" y="188716"/>
                </a:lnTo>
                <a:lnTo>
                  <a:pt x="47060" y="189280"/>
                </a:lnTo>
                <a:lnTo>
                  <a:pt x="47670" y="189838"/>
                </a:lnTo>
                <a:lnTo>
                  <a:pt x="48285" y="190390"/>
                </a:lnTo>
                <a:lnTo>
                  <a:pt x="48904" y="190938"/>
                </a:lnTo>
                <a:lnTo>
                  <a:pt x="49527" y="191480"/>
                </a:lnTo>
                <a:lnTo>
                  <a:pt x="50155" y="192017"/>
                </a:lnTo>
                <a:lnTo>
                  <a:pt x="50787" y="192549"/>
                </a:lnTo>
                <a:lnTo>
                  <a:pt x="51423" y="193076"/>
                </a:lnTo>
                <a:lnTo>
                  <a:pt x="52064" y="193597"/>
                </a:lnTo>
                <a:lnTo>
                  <a:pt x="52709" y="194113"/>
                </a:lnTo>
                <a:lnTo>
                  <a:pt x="53358" y="194624"/>
                </a:lnTo>
                <a:lnTo>
                  <a:pt x="54011" y="195129"/>
                </a:lnTo>
                <a:lnTo>
                  <a:pt x="54669" y="195630"/>
                </a:lnTo>
                <a:lnTo>
                  <a:pt x="55331" y="196125"/>
                </a:lnTo>
                <a:lnTo>
                  <a:pt x="55998" y="196615"/>
                </a:lnTo>
                <a:lnTo>
                  <a:pt x="56668" y="197100"/>
                </a:lnTo>
                <a:lnTo>
                  <a:pt x="57344" y="197579"/>
                </a:lnTo>
                <a:lnTo>
                  <a:pt x="58023" y="198054"/>
                </a:lnTo>
                <a:lnTo>
                  <a:pt x="58707" y="198523"/>
                </a:lnTo>
                <a:lnTo>
                  <a:pt x="59396" y="198987"/>
                </a:lnTo>
                <a:lnTo>
                  <a:pt x="60088" y="199445"/>
                </a:lnTo>
                <a:lnTo>
                  <a:pt x="60783" y="199898"/>
                </a:lnTo>
                <a:lnTo>
                  <a:pt x="61482" y="200344"/>
                </a:lnTo>
                <a:lnTo>
                  <a:pt x="62183" y="200784"/>
                </a:lnTo>
                <a:lnTo>
                  <a:pt x="62888" y="201219"/>
                </a:lnTo>
                <a:lnTo>
                  <a:pt x="63595" y="201647"/>
                </a:lnTo>
                <a:lnTo>
                  <a:pt x="64306" y="202069"/>
                </a:lnTo>
                <a:lnTo>
                  <a:pt x="65020" y="202485"/>
                </a:lnTo>
                <a:lnTo>
                  <a:pt x="65737" y="202896"/>
                </a:lnTo>
                <a:lnTo>
                  <a:pt x="66458" y="203300"/>
                </a:lnTo>
                <a:lnTo>
                  <a:pt x="67181" y="203698"/>
                </a:lnTo>
                <a:lnTo>
                  <a:pt x="67908" y="204090"/>
                </a:lnTo>
                <a:lnTo>
                  <a:pt x="68638" y="204477"/>
                </a:lnTo>
                <a:lnTo>
                  <a:pt x="69371" y="204857"/>
                </a:lnTo>
                <a:lnTo>
                  <a:pt x="70107" y="205231"/>
                </a:lnTo>
                <a:lnTo>
                  <a:pt x="70847" y="205600"/>
                </a:lnTo>
                <a:lnTo>
                  <a:pt x="71590" y="205962"/>
                </a:lnTo>
                <a:lnTo>
                  <a:pt x="72336" y="206319"/>
                </a:lnTo>
                <a:lnTo>
                  <a:pt x="73085" y="206669"/>
                </a:lnTo>
                <a:lnTo>
                  <a:pt x="73837" y="207014"/>
                </a:lnTo>
                <a:lnTo>
                  <a:pt x="74593" y="207352"/>
                </a:lnTo>
                <a:lnTo>
                  <a:pt x="75352" y="207685"/>
                </a:lnTo>
                <a:lnTo>
                  <a:pt x="76115" y="208012"/>
                </a:lnTo>
                <a:lnTo>
                  <a:pt x="76881" y="208333"/>
                </a:lnTo>
                <a:lnTo>
                  <a:pt x="77649" y="208647"/>
                </a:lnTo>
                <a:lnTo>
                  <a:pt x="78419" y="208956"/>
                </a:lnTo>
                <a:lnTo>
                  <a:pt x="79191" y="209257"/>
                </a:lnTo>
                <a:lnTo>
                  <a:pt x="79965" y="209552"/>
                </a:lnTo>
                <a:lnTo>
                  <a:pt x="80741" y="209841"/>
                </a:lnTo>
                <a:lnTo>
                  <a:pt x="81519" y="210122"/>
                </a:lnTo>
                <a:lnTo>
                  <a:pt x="82298" y="210398"/>
                </a:lnTo>
                <a:lnTo>
                  <a:pt x="83080" y="210667"/>
                </a:lnTo>
                <a:lnTo>
                  <a:pt x="83863" y="210929"/>
                </a:lnTo>
                <a:lnTo>
                  <a:pt x="84649" y="211185"/>
                </a:lnTo>
                <a:lnTo>
                  <a:pt x="85436" y="211435"/>
                </a:lnTo>
                <a:lnTo>
                  <a:pt x="86225" y="211678"/>
                </a:lnTo>
                <a:lnTo>
                  <a:pt x="87016" y="211914"/>
                </a:lnTo>
                <a:lnTo>
                  <a:pt x="87810" y="212144"/>
                </a:lnTo>
                <a:lnTo>
                  <a:pt x="88605" y="212368"/>
                </a:lnTo>
                <a:lnTo>
                  <a:pt x="89402" y="212585"/>
                </a:lnTo>
                <a:lnTo>
                  <a:pt x="90201" y="212795"/>
                </a:lnTo>
                <a:lnTo>
                  <a:pt x="91003" y="212999"/>
                </a:lnTo>
                <a:lnTo>
                  <a:pt x="91806" y="213197"/>
                </a:lnTo>
                <a:lnTo>
                  <a:pt x="92611" y="213388"/>
                </a:lnTo>
                <a:lnTo>
                  <a:pt x="93419" y="213573"/>
                </a:lnTo>
                <a:lnTo>
                  <a:pt x="94228" y="213751"/>
                </a:lnTo>
                <a:lnTo>
                  <a:pt x="95040" y="213923"/>
                </a:lnTo>
                <a:lnTo>
                  <a:pt x="95853" y="214088"/>
                </a:lnTo>
                <a:lnTo>
                  <a:pt x="96668" y="214247"/>
                </a:lnTo>
                <a:lnTo>
                  <a:pt x="97484" y="214399"/>
                </a:lnTo>
                <a:lnTo>
                  <a:pt x="98300" y="214544"/>
                </a:lnTo>
                <a:lnTo>
                  <a:pt x="99116" y="214682"/>
                </a:lnTo>
                <a:lnTo>
                  <a:pt x="99933" y="214814"/>
                </a:lnTo>
                <a:lnTo>
                  <a:pt x="100751" y="214938"/>
                </a:lnTo>
                <a:lnTo>
                  <a:pt x="101570" y="215057"/>
                </a:lnTo>
                <a:lnTo>
                  <a:pt x="102389" y="215168"/>
                </a:lnTo>
                <a:lnTo>
                  <a:pt x="103208" y="215272"/>
                </a:lnTo>
                <a:lnTo>
                  <a:pt x="104028" y="215370"/>
                </a:lnTo>
                <a:lnTo>
                  <a:pt x="104849" y="215461"/>
                </a:lnTo>
                <a:lnTo>
                  <a:pt x="105671" y="215546"/>
                </a:lnTo>
                <a:lnTo>
                  <a:pt x="106493" y="215623"/>
                </a:lnTo>
                <a:lnTo>
                  <a:pt x="107316" y="215694"/>
                </a:lnTo>
                <a:lnTo>
                  <a:pt x="108139" y="215758"/>
                </a:lnTo>
                <a:lnTo>
                  <a:pt x="108964" y="215815"/>
                </a:lnTo>
                <a:lnTo>
                  <a:pt x="109789" y="215866"/>
                </a:lnTo>
                <a:lnTo>
                  <a:pt x="110614" y="215910"/>
                </a:lnTo>
                <a:lnTo>
                  <a:pt x="111441" y="215947"/>
                </a:lnTo>
                <a:lnTo>
                  <a:pt x="112268" y="215977"/>
                </a:lnTo>
                <a:lnTo>
                  <a:pt x="113096" y="216001"/>
                </a:lnTo>
                <a:lnTo>
                  <a:pt x="113924" y="216018"/>
                </a:lnTo>
                <a:lnTo>
                  <a:pt x="114754" y="216028"/>
                </a:lnTo>
                <a:lnTo>
                  <a:pt x="115584" y="216031"/>
                </a:lnTo>
                <a:lnTo>
                  <a:pt x="116414" y="216028"/>
                </a:lnTo>
                <a:lnTo>
                  <a:pt x="117244" y="216018"/>
                </a:lnTo>
                <a:lnTo>
                  <a:pt x="118072" y="216001"/>
                </a:lnTo>
                <a:lnTo>
                  <a:pt x="118900" y="215977"/>
                </a:lnTo>
                <a:lnTo>
                  <a:pt x="119728" y="215947"/>
                </a:lnTo>
                <a:lnTo>
                  <a:pt x="120554" y="215910"/>
                </a:lnTo>
                <a:lnTo>
                  <a:pt x="121380" y="215866"/>
                </a:lnTo>
                <a:lnTo>
                  <a:pt x="122205" y="215815"/>
                </a:lnTo>
                <a:lnTo>
                  <a:pt x="123029" y="215758"/>
                </a:lnTo>
                <a:lnTo>
                  <a:pt x="123852" y="215694"/>
                </a:lnTo>
                <a:lnTo>
                  <a:pt x="124675" y="215623"/>
                </a:lnTo>
                <a:lnTo>
                  <a:pt x="125497" y="215546"/>
                </a:lnTo>
                <a:lnTo>
                  <a:pt x="126319" y="215461"/>
                </a:lnTo>
                <a:lnTo>
                  <a:pt x="127140" y="215370"/>
                </a:lnTo>
                <a:lnTo>
                  <a:pt x="127960" y="215272"/>
                </a:lnTo>
                <a:lnTo>
                  <a:pt x="128779" y="215168"/>
                </a:lnTo>
                <a:lnTo>
                  <a:pt x="129598" y="215057"/>
                </a:lnTo>
                <a:lnTo>
                  <a:pt x="130417" y="214938"/>
                </a:lnTo>
                <a:lnTo>
                  <a:pt x="131234" y="214814"/>
                </a:lnTo>
                <a:lnTo>
                  <a:pt x="132052" y="214682"/>
                </a:lnTo>
                <a:lnTo>
                  <a:pt x="132868" y="214544"/>
                </a:lnTo>
                <a:lnTo>
                  <a:pt x="133684" y="214399"/>
                </a:lnTo>
                <a:lnTo>
                  <a:pt x="134500" y="214247"/>
                </a:lnTo>
                <a:lnTo>
                  <a:pt x="135315" y="214088"/>
                </a:lnTo>
                <a:lnTo>
                  <a:pt x="136128" y="213923"/>
                </a:lnTo>
                <a:lnTo>
                  <a:pt x="136940" y="213751"/>
                </a:lnTo>
                <a:lnTo>
                  <a:pt x="137749" y="213573"/>
                </a:lnTo>
                <a:lnTo>
                  <a:pt x="138557" y="213388"/>
                </a:lnTo>
                <a:lnTo>
                  <a:pt x="139362" y="213197"/>
                </a:lnTo>
                <a:lnTo>
                  <a:pt x="140165" y="212999"/>
                </a:lnTo>
                <a:lnTo>
                  <a:pt x="140966" y="212795"/>
                </a:lnTo>
                <a:lnTo>
                  <a:pt x="141766" y="212585"/>
                </a:lnTo>
                <a:lnTo>
                  <a:pt x="142563" y="212368"/>
                </a:lnTo>
                <a:lnTo>
                  <a:pt x="143358" y="212144"/>
                </a:lnTo>
                <a:lnTo>
                  <a:pt x="144151" y="211914"/>
                </a:lnTo>
                <a:lnTo>
                  <a:pt x="144943" y="211678"/>
                </a:lnTo>
                <a:lnTo>
                  <a:pt x="145732" y="211435"/>
                </a:lnTo>
                <a:lnTo>
                  <a:pt x="146519" y="211185"/>
                </a:lnTo>
                <a:lnTo>
                  <a:pt x="147305" y="210929"/>
                </a:lnTo>
                <a:lnTo>
                  <a:pt x="148088" y="210667"/>
                </a:lnTo>
                <a:lnTo>
                  <a:pt x="148870" y="210398"/>
                </a:lnTo>
                <a:lnTo>
                  <a:pt x="149649" y="210122"/>
                </a:lnTo>
                <a:lnTo>
                  <a:pt x="150427" y="209841"/>
                </a:lnTo>
                <a:lnTo>
                  <a:pt x="151203" y="209552"/>
                </a:lnTo>
                <a:lnTo>
                  <a:pt x="151977" y="209257"/>
                </a:lnTo>
                <a:lnTo>
                  <a:pt x="152749" y="208955"/>
                </a:lnTo>
                <a:lnTo>
                  <a:pt x="153519" y="208647"/>
                </a:lnTo>
                <a:lnTo>
                  <a:pt x="154287" y="208333"/>
                </a:lnTo>
                <a:lnTo>
                  <a:pt x="155053" y="208012"/>
                </a:lnTo>
                <a:lnTo>
                  <a:pt x="155815" y="207685"/>
                </a:lnTo>
                <a:lnTo>
                  <a:pt x="156574" y="207353"/>
                </a:lnTo>
                <a:lnTo>
                  <a:pt x="157330" y="207014"/>
                </a:lnTo>
                <a:lnTo>
                  <a:pt x="158083" y="206669"/>
                </a:lnTo>
                <a:lnTo>
                  <a:pt x="158832" y="206319"/>
                </a:lnTo>
                <a:lnTo>
                  <a:pt x="159578" y="205962"/>
                </a:lnTo>
                <a:lnTo>
                  <a:pt x="160321" y="205600"/>
                </a:lnTo>
                <a:lnTo>
                  <a:pt x="161061" y="205231"/>
                </a:lnTo>
                <a:lnTo>
                  <a:pt x="161797" y="204857"/>
                </a:lnTo>
                <a:lnTo>
                  <a:pt x="162530" y="204477"/>
                </a:lnTo>
                <a:lnTo>
                  <a:pt x="163260" y="204090"/>
                </a:lnTo>
                <a:lnTo>
                  <a:pt x="163987" y="203698"/>
                </a:lnTo>
                <a:lnTo>
                  <a:pt x="164710" y="203300"/>
                </a:lnTo>
                <a:lnTo>
                  <a:pt x="165430" y="202896"/>
                </a:lnTo>
                <a:lnTo>
                  <a:pt x="166148" y="202485"/>
                </a:lnTo>
                <a:lnTo>
                  <a:pt x="166862" y="202069"/>
                </a:lnTo>
                <a:lnTo>
                  <a:pt x="167573" y="201647"/>
                </a:lnTo>
                <a:lnTo>
                  <a:pt x="168280" y="201219"/>
                </a:lnTo>
                <a:lnTo>
                  <a:pt x="168985" y="200784"/>
                </a:lnTo>
                <a:lnTo>
                  <a:pt x="169686" y="200344"/>
                </a:lnTo>
                <a:lnTo>
                  <a:pt x="170385" y="199898"/>
                </a:lnTo>
                <a:lnTo>
                  <a:pt x="171080" y="199445"/>
                </a:lnTo>
                <a:lnTo>
                  <a:pt x="171772" y="198987"/>
                </a:lnTo>
                <a:lnTo>
                  <a:pt x="172461" y="198523"/>
                </a:lnTo>
                <a:lnTo>
                  <a:pt x="173145" y="198054"/>
                </a:lnTo>
                <a:lnTo>
                  <a:pt x="173824" y="197579"/>
                </a:lnTo>
                <a:lnTo>
                  <a:pt x="174500" y="197100"/>
                </a:lnTo>
                <a:lnTo>
                  <a:pt x="175171" y="196615"/>
                </a:lnTo>
                <a:lnTo>
                  <a:pt x="175837" y="196125"/>
                </a:lnTo>
                <a:lnTo>
                  <a:pt x="176499" y="195630"/>
                </a:lnTo>
                <a:lnTo>
                  <a:pt x="177157" y="195129"/>
                </a:lnTo>
                <a:lnTo>
                  <a:pt x="177810" y="194624"/>
                </a:lnTo>
                <a:lnTo>
                  <a:pt x="178460" y="194113"/>
                </a:lnTo>
                <a:lnTo>
                  <a:pt x="179104" y="193597"/>
                </a:lnTo>
                <a:lnTo>
                  <a:pt x="179745" y="193076"/>
                </a:lnTo>
                <a:lnTo>
                  <a:pt x="180381" y="192549"/>
                </a:lnTo>
                <a:lnTo>
                  <a:pt x="181013" y="192017"/>
                </a:lnTo>
                <a:lnTo>
                  <a:pt x="181641" y="191480"/>
                </a:lnTo>
                <a:lnTo>
                  <a:pt x="182264" y="190938"/>
                </a:lnTo>
                <a:lnTo>
                  <a:pt x="182883" y="190390"/>
                </a:lnTo>
                <a:lnTo>
                  <a:pt x="183498" y="189838"/>
                </a:lnTo>
                <a:lnTo>
                  <a:pt x="184109" y="189280"/>
                </a:lnTo>
                <a:lnTo>
                  <a:pt x="184715" y="188716"/>
                </a:lnTo>
                <a:lnTo>
                  <a:pt x="185317" y="188147"/>
                </a:lnTo>
                <a:lnTo>
                  <a:pt x="185915" y="187573"/>
                </a:lnTo>
                <a:lnTo>
                  <a:pt x="186509" y="186994"/>
                </a:lnTo>
                <a:lnTo>
                  <a:pt x="187098" y="186409"/>
                </a:lnTo>
                <a:lnTo>
                  <a:pt x="187683" y="185820"/>
                </a:lnTo>
                <a:lnTo>
                  <a:pt x="188262" y="185226"/>
                </a:lnTo>
                <a:lnTo>
                  <a:pt x="188836" y="184628"/>
                </a:lnTo>
                <a:lnTo>
                  <a:pt x="189405" y="184026"/>
                </a:lnTo>
                <a:lnTo>
                  <a:pt x="189968" y="183420"/>
                </a:lnTo>
                <a:lnTo>
                  <a:pt x="190526" y="182809"/>
                </a:lnTo>
                <a:lnTo>
                  <a:pt x="191079" y="182194"/>
                </a:lnTo>
                <a:lnTo>
                  <a:pt x="191627" y="181575"/>
                </a:lnTo>
                <a:lnTo>
                  <a:pt x="192169" y="180952"/>
                </a:lnTo>
                <a:lnTo>
                  <a:pt x="192706" y="180324"/>
                </a:lnTo>
                <a:lnTo>
                  <a:pt x="193238" y="179692"/>
                </a:lnTo>
                <a:lnTo>
                  <a:pt x="193764" y="179056"/>
                </a:lnTo>
                <a:lnTo>
                  <a:pt x="194285" y="178416"/>
                </a:lnTo>
                <a:lnTo>
                  <a:pt x="194801" y="177771"/>
                </a:lnTo>
                <a:lnTo>
                  <a:pt x="195312" y="177122"/>
                </a:lnTo>
                <a:lnTo>
                  <a:pt x="195818" y="176468"/>
                </a:lnTo>
                <a:lnTo>
                  <a:pt x="196318" y="175810"/>
                </a:lnTo>
                <a:lnTo>
                  <a:pt x="196813" y="175148"/>
                </a:lnTo>
                <a:lnTo>
                  <a:pt x="197303" y="174482"/>
                </a:lnTo>
                <a:lnTo>
                  <a:pt x="197788" y="173811"/>
                </a:lnTo>
                <a:lnTo>
                  <a:pt x="198268" y="173136"/>
                </a:lnTo>
                <a:lnTo>
                  <a:pt x="198742" y="172456"/>
                </a:lnTo>
                <a:lnTo>
                  <a:pt x="199211" y="171772"/>
                </a:lnTo>
                <a:lnTo>
                  <a:pt x="199676" y="171083"/>
                </a:lnTo>
                <a:lnTo>
                  <a:pt x="200134" y="170391"/>
                </a:lnTo>
                <a:lnTo>
                  <a:pt x="200586" y="169696"/>
                </a:lnTo>
                <a:lnTo>
                  <a:pt x="201033" y="168998"/>
                </a:lnTo>
                <a:lnTo>
                  <a:pt x="201473" y="168296"/>
                </a:lnTo>
                <a:lnTo>
                  <a:pt x="201907" y="167591"/>
                </a:lnTo>
                <a:lnTo>
                  <a:pt x="202336" y="166884"/>
                </a:lnTo>
                <a:lnTo>
                  <a:pt x="202758" y="166173"/>
                </a:lnTo>
                <a:lnTo>
                  <a:pt x="203174" y="165459"/>
                </a:lnTo>
                <a:lnTo>
                  <a:pt x="203584" y="164742"/>
                </a:lnTo>
                <a:lnTo>
                  <a:pt x="203989" y="164021"/>
                </a:lnTo>
                <a:lnTo>
                  <a:pt x="204387" y="163298"/>
                </a:lnTo>
                <a:lnTo>
                  <a:pt x="204779" y="162571"/>
                </a:lnTo>
                <a:lnTo>
                  <a:pt x="205165" y="161841"/>
                </a:lnTo>
                <a:lnTo>
                  <a:pt x="205546" y="161108"/>
                </a:lnTo>
                <a:lnTo>
                  <a:pt x="205920" y="160372"/>
                </a:lnTo>
                <a:lnTo>
                  <a:pt x="206288" y="159632"/>
                </a:lnTo>
                <a:lnTo>
                  <a:pt x="206651" y="158890"/>
                </a:lnTo>
                <a:lnTo>
                  <a:pt x="207007" y="158144"/>
                </a:lnTo>
                <a:lnTo>
                  <a:pt x="207358" y="157394"/>
                </a:lnTo>
                <a:lnTo>
                  <a:pt x="207702" y="156642"/>
                </a:lnTo>
                <a:lnTo>
                  <a:pt x="208041" y="155886"/>
                </a:lnTo>
                <a:lnTo>
                  <a:pt x="208374" y="155127"/>
                </a:lnTo>
                <a:lnTo>
                  <a:pt x="208701" y="154364"/>
                </a:lnTo>
                <a:lnTo>
                  <a:pt x="209021" y="153598"/>
                </a:lnTo>
                <a:lnTo>
                  <a:pt x="209336" y="152830"/>
                </a:lnTo>
                <a:lnTo>
                  <a:pt x="209644" y="152060"/>
                </a:lnTo>
                <a:lnTo>
                  <a:pt x="209946" y="151288"/>
                </a:lnTo>
                <a:lnTo>
                  <a:pt x="210241" y="150514"/>
                </a:lnTo>
                <a:lnTo>
                  <a:pt x="210529" y="149738"/>
                </a:lnTo>
                <a:lnTo>
                  <a:pt x="210811" y="148960"/>
                </a:lnTo>
                <a:lnTo>
                  <a:pt x="211087" y="148181"/>
                </a:lnTo>
                <a:lnTo>
                  <a:pt x="211355" y="147399"/>
                </a:lnTo>
                <a:lnTo>
                  <a:pt x="211618" y="146616"/>
                </a:lnTo>
                <a:lnTo>
                  <a:pt x="211874" y="145831"/>
                </a:lnTo>
                <a:lnTo>
                  <a:pt x="212123" y="145043"/>
                </a:lnTo>
                <a:lnTo>
                  <a:pt x="212366" y="144254"/>
                </a:lnTo>
                <a:lnTo>
                  <a:pt x="212603" y="143463"/>
                </a:lnTo>
                <a:lnTo>
                  <a:pt x="212833" y="142670"/>
                </a:lnTo>
                <a:lnTo>
                  <a:pt x="213056" y="141874"/>
                </a:lnTo>
                <a:lnTo>
                  <a:pt x="213273" y="141077"/>
                </a:lnTo>
                <a:lnTo>
                  <a:pt x="213484" y="140278"/>
                </a:lnTo>
                <a:lnTo>
                  <a:pt x="213688" y="139477"/>
                </a:lnTo>
                <a:lnTo>
                  <a:pt x="213886" y="138673"/>
                </a:lnTo>
                <a:lnTo>
                  <a:pt x="214077" y="137868"/>
                </a:lnTo>
                <a:lnTo>
                  <a:pt x="214261" y="137061"/>
                </a:lnTo>
                <a:lnTo>
                  <a:pt x="214440" y="136251"/>
                </a:lnTo>
                <a:lnTo>
                  <a:pt x="214611" y="135440"/>
                </a:lnTo>
                <a:lnTo>
                  <a:pt x="214777" y="134626"/>
                </a:lnTo>
                <a:lnTo>
                  <a:pt x="214935" y="133811"/>
                </a:lnTo>
                <a:lnTo>
                  <a:pt x="215087" y="132996"/>
                </a:lnTo>
                <a:lnTo>
                  <a:pt x="215232" y="132180"/>
                </a:lnTo>
                <a:lnTo>
                  <a:pt x="215371" y="131363"/>
                </a:lnTo>
                <a:lnTo>
                  <a:pt x="215502" y="130546"/>
                </a:lnTo>
                <a:lnTo>
                  <a:pt x="215627" y="129728"/>
                </a:lnTo>
                <a:lnTo>
                  <a:pt x="215745" y="128910"/>
                </a:lnTo>
                <a:lnTo>
                  <a:pt x="215857" y="128091"/>
                </a:lnTo>
                <a:lnTo>
                  <a:pt x="215961" y="127271"/>
                </a:lnTo>
                <a:lnTo>
                  <a:pt x="216059" y="126451"/>
                </a:lnTo>
                <a:lnTo>
                  <a:pt x="216150" y="125630"/>
                </a:lnTo>
                <a:lnTo>
                  <a:pt x="216234" y="124809"/>
                </a:lnTo>
                <a:lnTo>
                  <a:pt x="216312" y="123986"/>
                </a:lnTo>
                <a:lnTo>
                  <a:pt x="216383" y="123163"/>
                </a:lnTo>
                <a:lnTo>
                  <a:pt x="216447" y="122340"/>
                </a:lnTo>
                <a:lnTo>
                  <a:pt x="216504" y="121516"/>
                </a:lnTo>
                <a:lnTo>
                  <a:pt x="216555" y="120691"/>
                </a:lnTo>
                <a:lnTo>
                  <a:pt x="216599" y="119865"/>
                </a:lnTo>
                <a:lnTo>
                  <a:pt x="216636" y="119039"/>
                </a:lnTo>
                <a:lnTo>
                  <a:pt x="216666" y="118212"/>
                </a:lnTo>
                <a:lnTo>
                  <a:pt x="216690" y="117384"/>
                </a:lnTo>
                <a:lnTo>
                  <a:pt x="216707" y="116555"/>
                </a:lnTo>
                <a:lnTo>
                  <a:pt x="216717" y="1157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1">
            <a:extLst xmlns:a="http://schemas.openxmlformats.org/drawingml/2006/main">
              <a:ext uri="{FF2B5EF4-FFF2-40B4-BE49-F238E27FC236}">
                <a16:creationId xmlns:a16="http://schemas.microsoft.com/office/drawing/2014/main" id="{70F6D75D-E50E-4CE4-84C5-CE214164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894" y="295227"/>
            <a:ext cx="45714" cy="124614"/>
          </a:xfrm>
          <a:custGeom xmlns:a="http://schemas.openxmlformats.org/drawingml/2006/main">
            <a:pathLst>
              <a:path w="45714" h="124614">
                <a:moveTo>
                  <a:pt x="45714" y="124614"/>
                </a:moveTo>
                <a:lnTo>
                  <a:pt x="30476" y="124614"/>
                </a:lnTo>
                <a:lnTo>
                  <a:pt x="30476" y="27513"/>
                </a:lnTo>
                <a:cubicBezTo>
                  <a:pt x="26808" y="31012"/>
                  <a:pt x="21997" y="34512"/>
                  <a:pt x="16042" y="38011"/>
                </a:cubicBezTo>
                <a:cubicBezTo>
                  <a:pt x="10088" y="41510"/>
                  <a:pt x="4741" y="44134"/>
                  <a:pt x="0" y="45884"/>
                </a:cubicBezTo>
                <a:lnTo>
                  <a:pt x="0" y="31154"/>
                </a:lnTo>
                <a:cubicBezTo>
                  <a:pt x="8522" y="27146"/>
                  <a:pt x="15972" y="22293"/>
                  <a:pt x="22349" y="16593"/>
                </a:cubicBezTo>
                <a:cubicBezTo>
                  <a:pt x="28727" y="10892"/>
                  <a:pt x="33242" y="5362"/>
                  <a:pt x="35894" y="0"/>
                </a:cubicBezTo>
                <a:lnTo>
                  <a:pt x="45714" y="0"/>
                </a:lnTo>
                <a:lnTo>
                  <a:pt x="45714" y="1246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1BEFEF-BCF9-4AC6-B8A9-A17D5F7C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07" y="1178362"/>
            <a:ext cx="216720" cy="216720"/>
          </a:xfrm>
          <a:custGeom xmlns:a="http://schemas.openxmlformats.org/drawingml/2006/main">
            <a:pathLst>
              <a:path w="216720" h="216720">
                <a:moveTo>
                  <a:pt x="216720" y="108360"/>
                </a:moveTo>
                <a:cubicBezTo>
                  <a:pt x="216720" y="115475"/>
                  <a:pt x="216026" y="122522"/>
                  <a:pt x="214638" y="129500"/>
                </a:cubicBezTo>
                <a:cubicBezTo>
                  <a:pt x="213250" y="136478"/>
                  <a:pt x="211194" y="143254"/>
                  <a:pt x="208471" y="149828"/>
                </a:cubicBezTo>
                <a:cubicBezTo>
                  <a:pt x="205748" y="156401"/>
                  <a:pt x="202411" y="162646"/>
                  <a:pt x="198458" y="168562"/>
                </a:cubicBezTo>
                <a:cubicBezTo>
                  <a:pt x="194505" y="174477"/>
                  <a:pt x="190013" y="179951"/>
                  <a:pt x="184982" y="184982"/>
                </a:cubicBezTo>
                <a:cubicBezTo>
                  <a:pt x="179951" y="190013"/>
                  <a:pt x="174477" y="194505"/>
                  <a:pt x="168561" y="198458"/>
                </a:cubicBezTo>
                <a:cubicBezTo>
                  <a:pt x="162645" y="202411"/>
                  <a:pt x="156401" y="205749"/>
                  <a:pt x="149827" y="208472"/>
                </a:cubicBezTo>
                <a:cubicBezTo>
                  <a:pt x="143254" y="211195"/>
                  <a:pt x="136478" y="213250"/>
                  <a:pt x="129500" y="214638"/>
                </a:cubicBezTo>
                <a:cubicBezTo>
                  <a:pt x="122522" y="216026"/>
                  <a:pt x="115475" y="216720"/>
                  <a:pt x="108360" y="216720"/>
                </a:cubicBezTo>
                <a:cubicBezTo>
                  <a:pt x="101245" y="216720"/>
                  <a:pt x="94198" y="216026"/>
                  <a:pt x="87220" y="214638"/>
                </a:cubicBezTo>
                <a:cubicBezTo>
                  <a:pt x="80242" y="213250"/>
                  <a:pt x="73466" y="211195"/>
                  <a:pt x="66893" y="208472"/>
                </a:cubicBezTo>
                <a:cubicBezTo>
                  <a:pt x="60319" y="205749"/>
                  <a:pt x="54074" y="202411"/>
                  <a:pt x="48159" y="198458"/>
                </a:cubicBezTo>
                <a:cubicBezTo>
                  <a:pt x="42243" y="194505"/>
                  <a:pt x="36769" y="190013"/>
                  <a:pt x="31738" y="184982"/>
                </a:cubicBezTo>
                <a:cubicBezTo>
                  <a:pt x="26707" y="179951"/>
                  <a:pt x="22215" y="174477"/>
                  <a:pt x="18262" y="168562"/>
                </a:cubicBezTo>
                <a:cubicBezTo>
                  <a:pt x="14309" y="162646"/>
                  <a:pt x="10971" y="156401"/>
                  <a:pt x="8248" y="149828"/>
                </a:cubicBezTo>
                <a:cubicBezTo>
                  <a:pt x="5525" y="143254"/>
                  <a:pt x="3470" y="136478"/>
                  <a:pt x="2082" y="129500"/>
                </a:cubicBezTo>
                <a:cubicBezTo>
                  <a:pt x="694" y="122522"/>
                  <a:pt x="0" y="115475"/>
                  <a:pt x="0" y="108360"/>
                </a:cubicBezTo>
                <a:cubicBezTo>
                  <a:pt x="0" y="101245"/>
                  <a:pt x="694" y="94198"/>
                  <a:pt x="2082" y="87220"/>
                </a:cubicBezTo>
                <a:cubicBezTo>
                  <a:pt x="3470" y="80242"/>
                  <a:pt x="5525" y="73466"/>
                  <a:pt x="8248" y="66892"/>
                </a:cubicBezTo>
                <a:cubicBezTo>
                  <a:pt x="10971" y="60319"/>
                  <a:pt x="14309" y="54074"/>
                  <a:pt x="18262" y="48158"/>
                </a:cubicBezTo>
                <a:cubicBezTo>
                  <a:pt x="22215" y="42242"/>
                  <a:pt x="26707" y="36769"/>
                  <a:pt x="31738" y="31738"/>
                </a:cubicBezTo>
                <a:cubicBezTo>
                  <a:pt x="36769" y="26707"/>
                  <a:pt x="42242" y="22215"/>
                  <a:pt x="48158" y="18262"/>
                </a:cubicBezTo>
                <a:cubicBezTo>
                  <a:pt x="54074" y="14309"/>
                  <a:pt x="60319" y="10971"/>
                  <a:pt x="66893" y="8248"/>
                </a:cubicBezTo>
                <a:cubicBezTo>
                  <a:pt x="73466" y="5526"/>
                  <a:pt x="80242" y="3470"/>
                  <a:pt x="87220" y="2082"/>
                </a:cubicBezTo>
                <a:cubicBezTo>
                  <a:pt x="94198" y="694"/>
                  <a:pt x="101245" y="0"/>
                  <a:pt x="108360" y="0"/>
                </a:cubicBezTo>
                <a:cubicBezTo>
                  <a:pt x="115475" y="0"/>
                  <a:pt x="122522" y="694"/>
                  <a:pt x="129500" y="2082"/>
                </a:cubicBezTo>
                <a:cubicBezTo>
                  <a:pt x="136478" y="3470"/>
                  <a:pt x="143254" y="5526"/>
                  <a:pt x="149827" y="8248"/>
                </a:cubicBezTo>
                <a:cubicBezTo>
                  <a:pt x="156401" y="10971"/>
                  <a:pt x="162645" y="14309"/>
                  <a:pt x="168561" y="18262"/>
                </a:cubicBezTo>
                <a:cubicBezTo>
                  <a:pt x="174477" y="22215"/>
                  <a:pt x="179951" y="26707"/>
                  <a:pt x="184982" y="31738"/>
                </a:cubicBezTo>
                <a:cubicBezTo>
                  <a:pt x="190013" y="36769"/>
                  <a:pt x="194505" y="42242"/>
                  <a:pt x="198458" y="48158"/>
                </a:cubicBezTo>
                <a:cubicBezTo>
                  <a:pt x="202411" y="54074"/>
                  <a:pt x="205748" y="60319"/>
                  <a:pt x="208471" y="66892"/>
                </a:cubicBezTo>
                <a:cubicBezTo>
                  <a:pt x="211194" y="73466"/>
                  <a:pt x="213250" y="80242"/>
                  <a:pt x="214638" y="87220"/>
                </a:cubicBezTo>
                <a:cubicBezTo>
                  <a:pt x="216026" y="94198"/>
                  <a:pt x="216720" y="101245"/>
                  <a:pt x="216720" y="10836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EBEC4E-387F-45FB-A73D-98426FF1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07" y="1178362"/>
            <a:ext cx="216720" cy="216720"/>
          </a:xfrm>
          <a:custGeom xmlns:a="http://schemas.openxmlformats.org/drawingml/2006/main">
            <a:pathLst>
              <a:path w="216720" h="216720" fill="none">
                <a:moveTo>
                  <a:pt x="216720" y="108360"/>
                </a:moveTo>
                <a:cubicBezTo>
                  <a:pt x="216720" y="115475"/>
                  <a:pt x="216026" y="122522"/>
                  <a:pt x="214638" y="129500"/>
                </a:cubicBezTo>
                <a:cubicBezTo>
                  <a:pt x="213250" y="136478"/>
                  <a:pt x="211194" y="143254"/>
                  <a:pt x="208471" y="149828"/>
                </a:cubicBezTo>
                <a:cubicBezTo>
                  <a:pt x="205748" y="156401"/>
                  <a:pt x="202411" y="162646"/>
                  <a:pt x="198458" y="168562"/>
                </a:cubicBezTo>
                <a:cubicBezTo>
                  <a:pt x="194505" y="174477"/>
                  <a:pt x="190013" y="179951"/>
                  <a:pt x="184982" y="184982"/>
                </a:cubicBezTo>
                <a:cubicBezTo>
                  <a:pt x="179951" y="190013"/>
                  <a:pt x="174477" y="194505"/>
                  <a:pt x="168561" y="198458"/>
                </a:cubicBezTo>
                <a:cubicBezTo>
                  <a:pt x="162645" y="202411"/>
                  <a:pt x="156401" y="205749"/>
                  <a:pt x="149827" y="208472"/>
                </a:cubicBezTo>
                <a:cubicBezTo>
                  <a:pt x="143254" y="211195"/>
                  <a:pt x="136478" y="213250"/>
                  <a:pt x="129500" y="214638"/>
                </a:cubicBezTo>
                <a:cubicBezTo>
                  <a:pt x="122522" y="216026"/>
                  <a:pt x="115475" y="216720"/>
                  <a:pt x="108360" y="216720"/>
                </a:cubicBezTo>
                <a:cubicBezTo>
                  <a:pt x="101245" y="216720"/>
                  <a:pt x="94198" y="216026"/>
                  <a:pt x="87220" y="214638"/>
                </a:cubicBezTo>
                <a:cubicBezTo>
                  <a:pt x="80242" y="213250"/>
                  <a:pt x="73466" y="211195"/>
                  <a:pt x="66893" y="208472"/>
                </a:cubicBezTo>
                <a:cubicBezTo>
                  <a:pt x="60319" y="205749"/>
                  <a:pt x="54074" y="202411"/>
                  <a:pt x="48159" y="198458"/>
                </a:cubicBezTo>
                <a:cubicBezTo>
                  <a:pt x="42243" y="194505"/>
                  <a:pt x="36769" y="190013"/>
                  <a:pt x="31738" y="184982"/>
                </a:cubicBezTo>
                <a:cubicBezTo>
                  <a:pt x="26707" y="179951"/>
                  <a:pt x="22215" y="174477"/>
                  <a:pt x="18262" y="168562"/>
                </a:cubicBezTo>
                <a:cubicBezTo>
                  <a:pt x="14309" y="162646"/>
                  <a:pt x="10971" y="156401"/>
                  <a:pt x="8248" y="149828"/>
                </a:cubicBezTo>
                <a:cubicBezTo>
                  <a:pt x="5525" y="143254"/>
                  <a:pt x="3470" y="136478"/>
                  <a:pt x="2082" y="129500"/>
                </a:cubicBezTo>
                <a:cubicBezTo>
                  <a:pt x="694" y="122522"/>
                  <a:pt x="0" y="115475"/>
                  <a:pt x="0" y="108360"/>
                </a:cubicBezTo>
                <a:cubicBezTo>
                  <a:pt x="0" y="101245"/>
                  <a:pt x="694" y="94198"/>
                  <a:pt x="2082" y="87220"/>
                </a:cubicBezTo>
                <a:cubicBezTo>
                  <a:pt x="3470" y="80242"/>
                  <a:pt x="5525" y="73466"/>
                  <a:pt x="8248" y="66892"/>
                </a:cubicBezTo>
                <a:cubicBezTo>
                  <a:pt x="10971" y="60319"/>
                  <a:pt x="14309" y="54074"/>
                  <a:pt x="18262" y="48158"/>
                </a:cubicBezTo>
                <a:cubicBezTo>
                  <a:pt x="22215" y="42242"/>
                  <a:pt x="26707" y="36769"/>
                  <a:pt x="31738" y="31738"/>
                </a:cubicBezTo>
                <a:cubicBezTo>
                  <a:pt x="36769" y="26707"/>
                  <a:pt x="42242" y="22215"/>
                  <a:pt x="48158" y="18262"/>
                </a:cubicBezTo>
                <a:cubicBezTo>
                  <a:pt x="54074" y="14309"/>
                  <a:pt x="60319" y="10971"/>
                  <a:pt x="66893" y="8248"/>
                </a:cubicBezTo>
                <a:cubicBezTo>
                  <a:pt x="73466" y="5526"/>
                  <a:pt x="80242" y="3470"/>
                  <a:pt x="87220" y="2082"/>
                </a:cubicBezTo>
                <a:cubicBezTo>
                  <a:pt x="94198" y="694"/>
                  <a:pt x="101245" y="0"/>
                  <a:pt x="108360" y="0"/>
                </a:cubicBezTo>
                <a:cubicBezTo>
                  <a:pt x="115475" y="0"/>
                  <a:pt x="122522" y="694"/>
                  <a:pt x="129500" y="2082"/>
                </a:cubicBezTo>
                <a:cubicBezTo>
                  <a:pt x="136478" y="3470"/>
                  <a:pt x="143254" y="5526"/>
                  <a:pt x="149827" y="8248"/>
                </a:cubicBezTo>
                <a:cubicBezTo>
                  <a:pt x="156401" y="10971"/>
                  <a:pt x="162645" y="14309"/>
                  <a:pt x="168561" y="18262"/>
                </a:cubicBezTo>
                <a:cubicBezTo>
                  <a:pt x="174477" y="22215"/>
                  <a:pt x="179951" y="26707"/>
                  <a:pt x="184982" y="31738"/>
                </a:cubicBezTo>
                <a:cubicBezTo>
                  <a:pt x="190013" y="36769"/>
                  <a:pt x="194505" y="42242"/>
                  <a:pt x="198458" y="48158"/>
                </a:cubicBezTo>
                <a:cubicBezTo>
                  <a:pt x="202411" y="54074"/>
                  <a:pt x="205748" y="60319"/>
                  <a:pt x="208471" y="66892"/>
                </a:cubicBezTo>
                <a:cubicBezTo>
                  <a:pt x="211194" y="73466"/>
                  <a:pt x="213250" y="80242"/>
                  <a:pt x="214638" y="87220"/>
                </a:cubicBezTo>
                <a:cubicBezTo>
                  <a:pt x="216026" y="94198"/>
                  <a:pt x="216720" y="101245"/>
                  <a:pt x="216720" y="10836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448" cap="flat">
            <a:solidFill>
              <a:srgbClr val="000000"/>
            </a:solidFill>
            <a:miter/>
          </a:ln>
        </p:spPr>
      </p:sp>
      <p:sp>
        <p:nvSpPr>
          <p:cNvPr id="65" name="Text 2">
            <a:extLst xmlns:a="http://schemas.openxmlformats.org/drawingml/2006/main">
              <a:ext uri="{FF2B5EF4-FFF2-40B4-BE49-F238E27FC236}">
                <a16:creationId xmlns:a16="http://schemas.microsoft.com/office/drawing/2014/main" id="{F474F46C-C96C-4619-A48A-FCE9BEE9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456" y="1219900"/>
            <a:ext cx="82145" cy="124614"/>
          </a:xfrm>
          <a:custGeom xmlns:a="http://schemas.openxmlformats.org/drawingml/2006/main">
            <a:pathLst>
              <a:path w="82145" h="124614">
                <a:moveTo>
                  <a:pt x="82145" y="109969"/>
                </a:moveTo>
                <a:lnTo>
                  <a:pt x="82145" y="124614"/>
                </a:lnTo>
                <a:lnTo>
                  <a:pt x="113" y="124614"/>
                </a:lnTo>
                <a:cubicBezTo>
                  <a:pt x="0" y="120947"/>
                  <a:pt x="593" y="117422"/>
                  <a:pt x="1891" y="114037"/>
                </a:cubicBezTo>
                <a:cubicBezTo>
                  <a:pt x="3979" y="108454"/>
                  <a:pt x="7323" y="102954"/>
                  <a:pt x="11922" y="97540"/>
                </a:cubicBezTo>
                <a:cubicBezTo>
                  <a:pt x="16522" y="92125"/>
                  <a:pt x="23168" y="85864"/>
                  <a:pt x="31859" y="78757"/>
                </a:cubicBezTo>
                <a:cubicBezTo>
                  <a:pt x="45348" y="67706"/>
                  <a:pt x="54462" y="58952"/>
                  <a:pt x="59203" y="52495"/>
                </a:cubicBezTo>
                <a:cubicBezTo>
                  <a:pt x="63944" y="46038"/>
                  <a:pt x="66314" y="39934"/>
                  <a:pt x="66314" y="34183"/>
                </a:cubicBezTo>
                <a:cubicBezTo>
                  <a:pt x="66314" y="28149"/>
                  <a:pt x="64155" y="23060"/>
                  <a:pt x="59838" y="18915"/>
                </a:cubicBezTo>
                <a:cubicBezTo>
                  <a:pt x="55520" y="14771"/>
                  <a:pt x="49891" y="12698"/>
                  <a:pt x="42949" y="12698"/>
                </a:cubicBezTo>
                <a:cubicBezTo>
                  <a:pt x="35612" y="12698"/>
                  <a:pt x="29743" y="14900"/>
                  <a:pt x="25340" y="19302"/>
                </a:cubicBezTo>
                <a:cubicBezTo>
                  <a:pt x="20938" y="23704"/>
                  <a:pt x="18709" y="29799"/>
                  <a:pt x="18653" y="37587"/>
                </a:cubicBezTo>
                <a:lnTo>
                  <a:pt x="2991" y="35976"/>
                </a:lnTo>
                <a:cubicBezTo>
                  <a:pt x="4064" y="24267"/>
                  <a:pt x="8099" y="15344"/>
                  <a:pt x="15097" y="9206"/>
                </a:cubicBezTo>
                <a:cubicBezTo>
                  <a:pt x="22095" y="3069"/>
                  <a:pt x="31492" y="0"/>
                  <a:pt x="43288" y="0"/>
                </a:cubicBezTo>
                <a:cubicBezTo>
                  <a:pt x="55196" y="0"/>
                  <a:pt x="64621" y="3302"/>
                  <a:pt x="71563" y="9907"/>
                </a:cubicBezTo>
                <a:cubicBezTo>
                  <a:pt x="78505" y="16512"/>
                  <a:pt x="81976" y="24698"/>
                  <a:pt x="81976" y="34466"/>
                </a:cubicBezTo>
                <a:cubicBezTo>
                  <a:pt x="81976" y="39434"/>
                  <a:pt x="80960" y="44318"/>
                  <a:pt x="78928" y="49117"/>
                </a:cubicBezTo>
                <a:cubicBezTo>
                  <a:pt x="76896" y="53915"/>
                  <a:pt x="73524" y="58968"/>
                  <a:pt x="68811" y="64275"/>
                </a:cubicBezTo>
                <a:cubicBezTo>
                  <a:pt x="64099" y="69580"/>
                  <a:pt x="56268" y="76863"/>
                  <a:pt x="45319" y="86122"/>
                </a:cubicBezTo>
                <a:cubicBezTo>
                  <a:pt x="36176" y="93789"/>
                  <a:pt x="30307" y="98990"/>
                  <a:pt x="27711" y="101725"/>
                </a:cubicBezTo>
                <a:cubicBezTo>
                  <a:pt x="25115" y="104459"/>
                  <a:pt x="22970" y="107207"/>
                  <a:pt x="21277" y="109969"/>
                </a:cubicBezTo>
                <a:lnTo>
                  <a:pt x="82145" y="1099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0A5B1A-B4C7-4572-BF70-8481565F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91" y="1178362"/>
            <a:ext cx="216720" cy="216720"/>
          </a:xfrm>
          <a:custGeom xmlns:a="http://schemas.openxmlformats.org/drawingml/2006/main">
            <a:pathLst>
              <a:path w="216720" h="216720">
                <a:moveTo>
                  <a:pt x="216720" y="108360"/>
                </a:moveTo>
                <a:cubicBezTo>
                  <a:pt x="216720" y="115475"/>
                  <a:pt x="216026" y="122522"/>
                  <a:pt x="214638" y="129500"/>
                </a:cubicBezTo>
                <a:cubicBezTo>
                  <a:pt x="213250" y="136478"/>
                  <a:pt x="211194" y="143254"/>
                  <a:pt x="208472" y="149828"/>
                </a:cubicBezTo>
                <a:cubicBezTo>
                  <a:pt x="205749" y="156401"/>
                  <a:pt x="202411" y="162646"/>
                  <a:pt x="198458" y="168562"/>
                </a:cubicBezTo>
                <a:cubicBezTo>
                  <a:pt x="194505" y="174477"/>
                  <a:pt x="190013" y="179951"/>
                  <a:pt x="184982" y="184982"/>
                </a:cubicBezTo>
                <a:cubicBezTo>
                  <a:pt x="179951" y="190013"/>
                  <a:pt x="174477" y="194505"/>
                  <a:pt x="168561" y="198458"/>
                </a:cubicBezTo>
                <a:cubicBezTo>
                  <a:pt x="162646" y="202411"/>
                  <a:pt x="156401" y="205749"/>
                  <a:pt x="149828" y="208472"/>
                </a:cubicBezTo>
                <a:cubicBezTo>
                  <a:pt x="143254" y="211195"/>
                  <a:pt x="136478" y="213250"/>
                  <a:pt x="129500" y="214638"/>
                </a:cubicBezTo>
                <a:cubicBezTo>
                  <a:pt x="122522" y="216026"/>
                  <a:pt x="115475" y="216720"/>
                  <a:pt x="108360" y="216720"/>
                </a:cubicBezTo>
                <a:cubicBezTo>
                  <a:pt x="101245" y="216720"/>
                  <a:pt x="94198" y="216026"/>
                  <a:pt x="87220" y="214638"/>
                </a:cubicBezTo>
                <a:cubicBezTo>
                  <a:pt x="80242" y="213250"/>
                  <a:pt x="73466" y="211195"/>
                  <a:pt x="66892" y="208472"/>
                </a:cubicBezTo>
                <a:cubicBezTo>
                  <a:pt x="60319" y="205749"/>
                  <a:pt x="54074" y="202411"/>
                  <a:pt x="48158" y="198458"/>
                </a:cubicBezTo>
                <a:cubicBezTo>
                  <a:pt x="42242" y="194505"/>
                  <a:pt x="36769" y="190013"/>
                  <a:pt x="31738" y="184982"/>
                </a:cubicBezTo>
                <a:cubicBezTo>
                  <a:pt x="26707" y="179951"/>
                  <a:pt x="22215" y="174477"/>
                  <a:pt x="18262" y="168562"/>
                </a:cubicBezTo>
                <a:cubicBezTo>
                  <a:pt x="14309" y="162646"/>
                  <a:pt x="10971" y="156401"/>
                  <a:pt x="8248" y="149828"/>
                </a:cubicBezTo>
                <a:cubicBezTo>
                  <a:pt x="5526" y="143254"/>
                  <a:pt x="3470" y="136478"/>
                  <a:pt x="2082" y="129500"/>
                </a:cubicBezTo>
                <a:cubicBezTo>
                  <a:pt x="694" y="122522"/>
                  <a:pt x="0" y="115475"/>
                  <a:pt x="0" y="108360"/>
                </a:cubicBezTo>
                <a:cubicBezTo>
                  <a:pt x="0" y="101245"/>
                  <a:pt x="694" y="94198"/>
                  <a:pt x="2082" y="87220"/>
                </a:cubicBezTo>
                <a:cubicBezTo>
                  <a:pt x="3470" y="80242"/>
                  <a:pt x="5526" y="73466"/>
                  <a:pt x="8248" y="66892"/>
                </a:cubicBezTo>
                <a:cubicBezTo>
                  <a:pt x="10971" y="60319"/>
                  <a:pt x="14309" y="54074"/>
                  <a:pt x="18262" y="48158"/>
                </a:cubicBezTo>
                <a:cubicBezTo>
                  <a:pt x="22215" y="42242"/>
                  <a:pt x="26707" y="36769"/>
                  <a:pt x="31738" y="31738"/>
                </a:cubicBezTo>
                <a:cubicBezTo>
                  <a:pt x="36769" y="26707"/>
                  <a:pt x="42243" y="22215"/>
                  <a:pt x="48158" y="18262"/>
                </a:cubicBezTo>
                <a:cubicBezTo>
                  <a:pt x="54074" y="14309"/>
                  <a:pt x="60319" y="10971"/>
                  <a:pt x="66892" y="8248"/>
                </a:cubicBezTo>
                <a:cubicBezTo>
                  <a:pt x="73466" y="5526"/>
                  <a:pt x="80242" y="3470"/>
                  <a:pt x="87220" y="2082"/>
                </a:cubicBezTo>
                <a:cubicBezTo>
                  <a:pt x="94198" y="694"/>
                  <a:pt x="101245" y="0"/>
                  <a:pt x="108360" y="0"/>
                </a:cubicBezTo>
                <a:cubicBezTo>
                  <a:pt x="115475" y="0"/>
                  <a:pt x="122522" y="694"/>
                  <a:pt x="129500" y="2082"/>
                </a:cubicBezTo>
                <a:cubicBezTo>
                  <a:pt x="136478" y="3470"/>
                  <a:pt x="143254" y="5526"/>
                  <a:pt x="149828" y="8248"/>
                </a:cubicBezTo>
                <a:cubicBezTo>
                  <a:pt x="156401" y="10971"/>
                  <a:pt x="162646" y="14309"/>
                  <a:pt x="168561" y="18262"/>
                </a:cubicBezTo>
                <a:cubicBezTo>
                  <a:pt x="174477" y="22215"/>
                  <a:pt x="179951" y="26707"/>
                  <a:pt x="184982" y="31738"/>
                </a:cubicBezTo>
                <a:cubicBezTo>
                  <a:pt x="190013" y="36769"/>
                  <a:pt x="194505" y="42242"/>
                  <a:pt x="198458" y="48158"/>
                </a:cubicBezTo>
                <a:cubicBezTo>
                  <a:pt x="202411" y="54074"/>
                  <a:pt x="205749" y="60319"/>
                  <a:pt x="208472" y="66892"/>
                </a:cubicBezTo>
                <a:cubicBezTo>
                  <a:pt x="211194" y="73466"/>
                  <a:pt x="213250" y="80242"/>
                  <a:pt x="214638" y="87220"/>
                </a:cubicBezTo>
                <a:cubicBezTo>
                  <a:pt x="216026" y="94198"/>
                  <a:pt x="216720" y="101245"/>
                  <a:pt x="216720" y="10836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C662C8-9698-48DD-9AF2-90290A14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91" y="1178362"/>
            <a:ext cx="216720" cy="216720"/>
          </a:xfrm>
          <a:custGeom xmlns:a="http://schemas.openxmlformats.org/drawingml/2006/main">
            <a:pathLst>
              <a:path w="216720" h="216720" fill="none">
                <a:moveTo>
                  <a:pt x="216720" y="108360"/>
                </a:moveTo>
                <a:cubicBezTo>
                  <a:pt x="216720" y="115475"/>
                  <a:pt x="216026" y="122522"/>
                  <a:pt x="214638" y="129500"/>
                </a:cubicBezTo>
                <a:cubicBezTo>
                  <a:pt x="213250" y="136478"/>
                  <a:pt x="211194" y="143254"/>
                  <a:pt x="208472" y="149828"/>
                </a:cubicBezTo>
                <a:cubicBezTo>
                  <a:pt x="205749" y="156401"/>
                  <a:pt x="202411" y="162646"/>
                  <a:pt x="198458" y="168562"/>
                </a:cubicBezTo>
                <a:cubicBezTo>
                  <a:pt x="194505" y="174477"/>
                  <a:pt x="190013" y="179951"/>
                  <a:pt x="184982" y="184982"/>
                </a:cubicBezTo>
                <a:cubicBezTo>
                  <a:pt x="179951" y="190013"/>
                  <a:pt x="174477" y="194505"/>
                  <a:pt x="168561" y="198458"/>
                </a:cubicBezTo>
                <a:cubicBezTo>
                  <a:pt x="162646" y="202411"/>
                  <a:pt x="156401" y="205749"/>
                  <a:pt x="149828" y="208472"/>
                </a:cubicBezTo>
                <a:cubicBezTo>
                  <a:pt x="143254" y="211195"/>
                  <a:pt x="136478" y="213250"/>
                  <a:pt x="129500" y="214638"/>
                </a:cubicBezTo>
                <a:cubicBezTo>
                  <a:pt x="122522" y="216026"/>
                  <a:pt x="115475" y="216720"/>
                  <a:pt x="108360" y="216720"/>
                </a:cubicBezTo>
                <a:cubicBezTo>
                  <a:pt x="101245" y="216720"/>
                  <a:pt x="94198" y="216026"/>
                  <a:pt x="87220" y="214638"/>
                </a:cubicBezTo>
                <a:cubicBezTo>
                  <a:pt x="80242" y="213250"/>
                  <a:pt x="73466" y="211195"/>
                  <a:pt x="66892" y="208472"/>
                </a:cubicBezTo>
                <a:cubicBezTo>
                  <a:pt x="60319" y="205749"/>
                  <a:pt x="54074" y="202411"/>
                  <a:pt x="48158" y="198458"/>
                </a:cubicBezTo>
                <a:cubicBezTo>
                  <a:pt x="42242" y="194505"/>
                  <a:pt x="36769" y="190013"/>
                  <a:pt x="31738" y="184982"/>
                </a:cubicBezTo>
                <a:cubicBezTo>
                  <a:pt x="26707" y="179951"/>
                  <a:pt x="22215" y="174477"/>
                  <a:pt x="18262" y="168562"/>
                </a:cubicBezTo>
                <a:cubicBezTo>
                  <a:pt x="14309" y="162646"/>
                  <a:pt x="10971" y="156401"/>
                  <a:pt x="8248" y="149828"/>
                </a:cubicBezTo>
                <a:cubicBezTo>
                  <a:pt x="5526" y="143254"/>
                  <a:pt x="3470" y="136478"/>
                  <a:pt x="2082" y="129500"/>
                </a:cubicBezTo>
                <a:cubicBezTo>
                  <a:pt x="694" y="122522"/>
                  <a:pt x="0" y="115475"/>
                  <a:pt x="0" y="108360"/>
                </a:cubicBezTo>
                <a:cubicBezTo>
                  <a:pt x="0" y="101245"/>
                  <a:pt x="694" y="94198"/>
                  <a:pt x="2082" y="87220"/>
                </a:cubicBezTo>
                <a:cubicBezTo>
                  <a:pt x="3470" y="80242"/>
                  <a:pt x="5526" y="73466"/>
                  <a:pt x="8248" y="66892"/>
                </a:cubicBezTo>
                <a:cubicBezTo>
                  <a:pt x="10971" y="60319"/>
                  <a:pt x="14309" y="54074"/>
                  <a:pt x="18262" y="48158"/>
                </a:cubicBezTo>
                <a:cubicBezTo>
                  <a:pt x="22215" y="42242"/>
                  <a:pt x="26707" y="36769"/>
                  <a:pt x="31738" y="31738"/>
                </a:cubicBezTo>
                <a:cubicBezTo>
                  <a:pt x="36769" y="26707"/>
                  <a:pt x="42243" y="22215"/>
                  <a:pt x="48158" y="18262"/>
                </a:cubicBezTo>
                <a:cubicBezTo>
                  <a:pt x="54074" y="14309"/>
                  <a:pt x="60319" y="10971"/>
                  <a:pt x="66892" y="8248"/>
                </a:cubicBezTo>
                <a:cubicBezTo>
                  <a:pt x="73466" y="5526"/>
                  <a:pt x="80242" y="3470"/>
                  <a:pt x="87220" y="2082"/>
                </a:cubicBezTo>
                <a:cubicBezTo>
                  <a:pt x="94198" y="694"/>
                  <a:pt x="101245" y="0"/>
                  <a:pt x="108360" y="0"/>
                </a:cubicBezTo>
                <a:cubicBezTo>
                  <a:pt x="115475" y="0"/>
                  <a:pt x="122522" y="694"/>
                  <a:pt x="129500" y="2082"/>
                </a:cubicBezTo>
                <a:cubicBezTo>
                  <a:pt x="136478" y="3470"/>
                  <a:pt x="143254" y="5526"/>
                  <a:pt x="149828" y="8248"/>
                </a:cubicBezTo>
                <a:cubicBezTo>
                  <a:pt x="156401" y="10971"/>
                  <a:pt x="162646" y="14309"/>
                  <a:pt x="168561" y="18262"/>
                </a:cubicBezTo>
                <a:cubicBezTo>
                  <a:pt x="174477" y="22215"/>
                  <a:pt x="179951" y="26707"/>
                  <a:pt x="184982" y="31738"/>
                </a:cubicBezTo>
                <a:cubicBezTo>
                  <a:pt x="190013" y="36769"/>
                  <a:pt x="194505" y="42242"/>
                  <a:pt x="198458" y="48158"/>
                </a:cubicBezTo>
                <a:cubicBezTo>
                  <a:pt x="202411" y="54074"/>
                  <a:pt x="205749" y="60319"/>
                  <a:pt x="208472" y="66892"/>
                </a:cubicBezTo>
                <a:cubicBezTo>
                  <a:pt x="211194" y="73466"/>
                  <a:pt x="213250" y="80242"/>
                  <a:pt x="214638" y="87220"/>
                </a:cubicBezTo>
                <a:cubicBezTo>
                  <a:pt x="216026" y="94198"/>
                  <a:pt x="216720" y="101245"/>
                  <a:pt x="216720" y="10836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448" cap="flat">
            <a:solidFill>
              <a:srgbClr val="000000"/>
            </a:solidFill>
            <a:miter/>
          </a:ln>
        </p:spPr>
      </p:sp>
      <p:sp>
        <p:nvSpPr>
          <p:cNvPr id="68" name="Text 3">
            <a:extLst xmlns:a="http://schemas.openxmlformats.org/drawingml/2006/main">
              <a:ext uri="{FF2B5EF4-FFF2-40B4-BE49-F238E27FC236}">
                <a16:creationId xmlns:a16="http://schemas.microsoft.com/office/drawing/2014/main" id="{A9F68301-D097-44E6-9371-3530B259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52" y="1219900"/>
            <a:ext cx="81270" cy="126646"/>
          </a:xfrm>
          <a:custGeom xmlns:a="http://schemas.openxmlformats.org/drawingml/2006/main">
            <a:pathLst>
              <a:path w="81270" h="126646">
                <a:moveTo>
                  <a:pt x="0" y="91598"/>
                </a:moveTo>
                <a:lnTo>
                  <a:pt x="15238" y="89566"/>
                </a:lnTo>
                <a:cubicBezTo>
                  <a:pt x="16988" y="98201"/>
                  <a:pt x="19965" y="104424"/>
                  <a:pt x="24169" y="108233"/>
                </a:cubicBezTo>
                <a:cubicBezTo>
                  <a:pt x="28374" y="112043"/>
                  <a:pt x="33496" y="113947"/>
                  <a:pt x="39534" y="113947"/>
                </a:cubicBezTo>
                <a:cubicBezTo>
                  <a:pt x="46702" y="113947"/>
                  <a:pt x="52755" y="111469"/>
                  <a:pt x="57693" y="106511"/>
                </a:cubicBezTo>
                <a:cubicBezTo>
                  <a:pt x="62632" y="101553"/>
                  <a:pt x="65101" y="95412"/>
                  <a:pt x="65101" y="88088"/>
                </a:cubicBezTo>
                <a:cubicBezTo>
                  <a:pt x="65101" y="81100"/>
                  <a:pt x="62815" y="75339"/>
                  <a:pt x="58244" y="70804"/>
                </a:cubicBezTo>
                <a:cubicBezTo>
                  <a:pt x="53672" y="66268"/>
                  <a:pt x="47859" y="64000"/>
                  <a:pt x="40804" y="64000"/>
                </a:cubicBezTo>
                <a:cubicBezTo>
                  <a:pt x="37926" y="64000"/>
                  <a:pt x="34342" y="64565"/>
                  <a:pt x="30053" y="65693"/>
                </a:cubicBezTo>
                <a:lnTo>
                  <a:pt x="31746" y="52318"/>
                </a:lnTo>
                <a:cubicBezTo>
                  <a:pt x="32762" y="52430"/>
                  <a:pt x="33580" y="52487"/>
                  <a:pt x="34201" y="52487"/>
                </a:cubicBezTo>
                <a:cubicBezTo>
                  <a:pt x="40691" y="52487"/>
                  <a:pt x="46533" y="50808"/>
                  <a:pt x="51725" y="47450"/>
                </a:cubicBezTo>
                <a:cubicBezTo>
                  <a:pt x="56917" y="44092"/>
                  <a:pt x="59513" y="38915"/>
                  <a:pt x="59513" y="31921"/>
                </a:cubicBezTo>
                <a:cubicBezTo>
                  <a:pt x="59513" y="26381"/>
                  <a:pt x="57623" y="21793"/>
                  <a:pt x="53841" y="18156"/>
                </a:cubicBezTo>
                <a:cubicBezTo>
                  <a:pt x="50060" y="14518"/>
                  <a:pt x="45178" y="12698"/>
                  <a:pt x="39196" y="12698"/>
                </a:cubicBezTo>
                <a:cubicBezTo>
                  <a:pt x="33270" y="12698"/>
                  <a:pt x="28332" y="14561"/>
                  <a:pt x="24381" y="18286"/>
                </a:cubicBezTo>
                <a:cubicBezTo>
                  <a:pt x="20430" y="22011"/>
                  <a:pt x="17891" y="27598"/>
                  <a:pt x="16762" y="35048"/>
                </a:cubicBezTo>
                <a:lnTo>
                  <a:pt x="1524" y="32339"/>
                </a:lnTo>
                <a:cubicBezTo>
                  <a:pt x="3386" y="22071"/>
                  <a:pt x="7619" y="14114"/>
                  <a:pt x="14222" y="8468"/>
                </a:cubicBezTo>
                <a:cubicBezTo>
                  <a:pt x="20825" y="2823"/>
                  <a:pt x="29037" y="0"/>
                  <a:pt x="38857" y="0"/>
                </a:cubicBezTo>
                <a:cubicBezTo>
                  <a:pt x="45630" y="0"/>
                  <a:pt x="51866" y="1449"/>
                  <a:pt x="57566" y="4347"/>
                </a:cubicBezTo>
                <a:cubicBezTo>
                  <a:pt x="63266" y="7244"/>
                  <a:pt x="67626" y="11198"/>
                  <a:pt x="70646" y="16206"/>
                </a:cubicBezTo>
                <a:cubicBezTo>
                  <a:pt x="73665" y="21213"/>
                  <a:pt x="75175" y="26531"/>
                  <a:pt x="75175" y="32159"/>
                </a:cubicBezTo>
                <a:cubicBezTo>
                  <a:pt x="75175" y="37505"/>
                  <a:pt x="73736" y="42372"/>
                  <a:pt x="70857" y="46762"/>
                </a:cubicBezTo>
                <a:cubicBezTo>
                  <a:pt x="67979" y="51150"/>
                  <a:pt x="63718" y="54639"/>
                  <a:pt x="58074" y="57228"/>
                </a:cubicBezTo>
                <a:cubicBezTo>
                  <a:pt x="65411" y="58921"/>
                  <a:pt x="71111" y="62434"/>
                  <a:pt x="75175" y="67767"/>
                </a:cubicBezTo>
                <a:cubicBezTo>
                  <a:pt x="79238" y="73101"/>
                  <a:pt x="81270" y="79774"/>
                  <a:pt x="81270" y="87789"/>
                </a:cubicBezTo>
                <a:cubicBezTo>
                  <a:pt x="81270" y="98625"/>
                  <a:pt x="77319" y="107810"/>
                  <a:pt x="69418" y="115344"/>
                </a:cubicBezTo>
                <a:cubicBezTo>
                  <a:pt x="61517" y="122879"/>
                  <a:pt x="51527" y="126646"/>
                  <a:pt x="39450" y="126646"/>
                </a:cubicBezTo>
                <a:cubicBezTo>
                  <a:pt x="28557" y="126646"/>
                  <a:pt x="19513" y="123393"/>
                  <a:pt x="12317" y="116887"/>
                </a:cubicBezTo>
                <a:cubicBezTo>
                  <a:pt x="5122" y="110380"/>
                  <a:pt x="1016" y="101951"/>
                  <a:pt x="0" y="915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077732-6EB3-4AF2-BA8F-D38A4509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38" y="2355875"/>
            <a:ext cx="45520" cy="208947"/>
          </a:xfrm>
          <a:custGeom xmlns:a="http://schemas.openxmlformats.org/drawingml/2006/main">
            <a:pathLst>
              <a:path w="45520" h="208947">
                <a:moveTo>
                  <a:pt x="45520" y="205186"/>
                </a:moveTo>
                <a:cubicBezTo>
                  <a:pt x="45385" y="206161"/>
                  <a:pt x="44977" y="206997"/>
                  <a:pt x="44299" y="207694"/>
                </a:cubicBezTo>
                <a:cubicBezTo>
                  <a:pt x="43621" y="208390"/>
                  <a:pt x="42671" y="208808"/>
                  <a:pt x="41450" y="208947"/>
                </a:cubicBezTo>
                <a:cubicBezTo>
                  <a:pt x="40093" y="208947"/>
                  <a:pt x="38940" y="208251"/>
                  <a:pt x="37990" y="206858"/>
                </a:cubicBezTo>
                <a:cubicBezTo>
                  <a:pt x="37583" y="205883"/>
                  <a:pt x="31206" y="188749"/>
                  <a:pt x="18859" y="155457"/>
                </a:cubicBezTo>
                <a:cubicBezTo>
                  <a:pt x="6513" y="122165"/>
                  <a:pt x="271" y="105170"/>
                  <a:pt x="136" y="104474"/>
                </a:cubicBezTo>
                <a:cubicBezTo>
                  <a:pt x="0" y="103777"/>
                  <a:pt x="6173" y="86783"/>
                  <a:pt x="18656" y="53491"/>
                </a:cubicBezTo>
                <a:cubicBezTo>
                  <a:pt x="31138" y="20198"/>
                  <a:pt x="37583" y="3065"/>
                  <a:pt x="37990" y="2089"/>
                </a:cubicBezTo>
                <a:cubicBezTo>
                  <a:pt x="38397" y="1393"/>
                  <a:pt x="39075" y="766"/>
                  <a:pt x="40025" y="209"/>
                </a:cubicBezTo>
                <a:lnTo>
                  <a:pt x="40636" y="0"/>
                </a:lnTo>
                <a:cubicBezTo>
                  <a:pt x="41043" y="0"/>
                  <a:pt x="41314" y="0"/>
                  <a:pt x="41450" y="0"/>
                </a:cubicBezTo>
                <a:cubicBezTo>
                  <a:pt x="43892" y="0"/>
                  <a:pt x="45249" y="1254"/>
                  <a:pt x="45520" y="3761"/>
                </a:cubicBezTo>
                <a:cubicBezTo>
                  <a:pt x="45520" y="4458"/>
                  <a:pt x="39415" y="21382"/>
                  <a:pt x="27204" y="54535"/>
                </a:cubicBezTo>
                <a:cubicBezTo>
                  <a:pt x="14857" y="87549"/>
                  <a:pt x="8683" y="104195"/>
                  <a:pt x="8683" y="104474"/>
                </a:cubicBezTo>
                <a:cubicBezTo>
                  <a:pt x="8683" y="104752"/>
                  <a:pt x="14857" y="121398"/>
                  <a:pt x="27204" y="154412"/>
                </a:cubicBezTo>
                <a:cubicBezTo>
                  <a:pt x="39415" y="187565"/>
                  <a:pt x="45520" y="204490"/>
                  <a:pt x="45520" y="2051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AAB1F2-450A-47E5-AD4B-3762E173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38" y="2355875"/>
            <a:ext cx="45520" cy="208947"/>
          </a:xfrm>
          <a:custGeom xmlns:a="http://schemas.openxmlformats.org/drawingml/2006/main">
            <a:pathLst>
              <a:path w="45520" h="208947" fill="none">
                <a:moveTo>
                  <a:pt x="45520" y="205186"/>
                </a:moveTo>
                <a:cubicBezTo>
                  <a:pt x="45385" y="206161"/>
                  <a:pt x="44977" y="206997"/>
                  <a:pt x="44299" y="207694"/>
                </a:cubicBezTo>
                <a:cubicBezTo>
                  <a:pt x="43621" y="208390"/>
                  <a:pt x="42671" y="208808"/>
                  <a:pt x="41450" y="208947"/>
                </a:cubicBezTo>
                <a:cubicBezTo>
                  <a:pt x="40093" y="208947"/>
                  <a:pt x="38940" y="208251"/>
                  <a:pt x="37990" y="206858"/>
                </a:cubicBezTo>
                <a:cubicBezTo>
                  <a:pt x="37583" y="205883"/>
                  <a:pt x="31206" y="188749"/>
                  <a:pt x="18859" y="155457"/>
                </a:cubicBezTo>
                <a:cubicBezTo>
                  <a:pt x="6513" y="122165"/>
                  <a:pt x="271" y="105170"/>
                  <a:pt x="136" y="104474"/>
                </a:cubicBezTo>
                <a:cubicBezTo>
                  <a:pt x="0" y="103777"/>
                  <a:pt x="6173" y="86783"/>
                  <a:pt x="18656" y="53491"/>
                </a:cubicBezTo>
                <a:cubicBezTo>
                  <a:pt x="31138" y="20198"/>
                  <a:pt x="37583" y="3065"/>
                  <a:pt x="37990" y="2089"/>
                </a:cubicBezTo>
                <a:cubicBezTo>
                  <a:pt x="38397" y="1393"/>
                  <a:pt x="39075" y="766"/>
                  <a:pt x="40025" y="209"/>
                </a:cubicBezTo>
                <a:lnTo>
                  <a:pt x="40636" y="0"/>
                </a:lnTo>
                <a:cubicBezTo>
                  <a:pt x="41043" y="0"/>
                  <a:pt x="41314" y="0"/>
                  <a:pt x="41450" y="0"/>
                </a:cubicBezTo>
                <a:cubicBezTo>
                  <a:pt x="43892" y="0"/>
                  <a:pt x="45249" y="1254"/>
                  <a:pt x="45520" y="3761"/>
                </a:cubicBezTo>
                <a:cubicBezTo>
                  <a:pt x="45520" y="4458"/>
                  <a:pt x="39415" y="21382"/>
                  <a:pt x="27204" y="54535"/>
                </a:cubicBezTo>
                <a:cubicBezTo>
                  <a:pt x="14857" y="87549"/>
                  <a:pt x="8683" y="104195"/>
                  <a:pt x="8683" y="104474"/>
                </a:cubicBezTo>
                <a:cubicBezTo>
                  <a:pt x="8683" y="104752"/>
                  <a:pt x="14857" y="121398"/>
                  <a:pt x="27204" y="154412"/>
                </a:cubicBezTo>
                <a:cubicBezTo>
                  <a:pt x="39415" y="187565"/>
                  <a:pt x="45520" y="204490"/>
                  <a:pt x="45520" y="20518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5B5D6F-7096-4899-B9C1-35E074A6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766" y="2369874"/>
            <a:ext cx="143887" cy="147308"/>
          </a:xfrm>
          <a:custGeom xmlns:a="http://schemas.openxmlformats.org/drawingml/2006/main">
            <a:pathLst>
              <a:path w="143887" h="147308">
                <a:moveTo>
                  <a:pt x="9565" y="9612"/>
                </a:moveTo>
                <a:cubicBezTo>
                  <a:pt x="4952" y="9612"/>
                  <a:pt x="2510" y="9333"/>
                  <a:pt x="2239" y="8776"/>
                </a:cubicBezTo>
                <a:cubicBezTo>
                  <a:pt x="2103" y="8497"/>
                  <a:pt x="2035" y="7940"/>
                  <a:pt x="2035" y="7104"/>
                </a:cubicBezTo>
                <a:cubicBezTo>
                  <a:pt x="2035" y="3761"/>
                  <a:pt x="2781" y="1463"/>
                  <a:pt x="4274" y="209"/>
                </a:cubicBezTo>
                <a:cubicBezTo>
                  <a:pt x="4545" y="70"/>
                  <a:pt x="5699" y="0"/>
                  <a:pt x="7734" y="0"/>
                </a:cubicBezTo>
                <a:cubicBezTo>
                  <a:pt x="13297" y="279"/>
                  <a:pt x="22523" y="418"/>
                  <a:pt x="35412" y="418"/>
                </a:cubicBezTo>
                <a:cubicBezTo>
                  <a:pt x="40025" y="418"/>
                  <a:pt x="44299" y="418"/>
                  <a:pt x="48234" y="418"/>
                </a:cubicBezTo>
                <a:cubicBezTo>
                  <a:pt x="52168" y="418"/>
                  <a:pt x="55221" y="348"/>
                  <a:pt x="57392" y="209"/>
                </a:cubicBezTo>
                <a:cubicBezTo>
                  <a:pt x="59563" y="70"/>
                  <a:pt x="60920" y="70"/>
                  <a:pt x="61462" y="209"/>
                </a:cubicBezTo>
                <a:cubicBezTo>
                  <a:pt x="63633" y="209"/>
                  <a:pt x="64719" y="905"/>
                  <a:pt x="64719" y="2298"/>
                </a:cubicBezTo>
                <a:cubicBezTo>
                  <a:pt x="64719" y="2577"/>
                  <a:pt x="64583" y="3552"/>
                  <a:pt x="64312" y="5224"/>
                </a:cubicBezTo>
                <a:cubicBezTo>
                  <a:pt x="63633" y="7592"/>
                  <a:pt x="62955" y="8985"/>
                  <a:pt x="62277" y="9403"/>
                </a:cubicBezTo>
                <a:lnTo>
                  <a:pt x="61869" y="9403"/>
                </a:lnTo>
                <a:cubicBezTo>
                  <a:pt x="61598" y="9403"/>
                  <a:pt x="61259" y="9403"/>
                  <a:pt x="60852" y="9403"/>
                </a:cubicBezTo>
                <a:cubicBezTo>
                  <a:pt x="60445" y="9403"/>
                  <a:pt x="59970" y="9403"/>
                  <a:pt x="59427" y="9403"/>
                </a:cubicBezTo>
                <a:cubicBezTo>
                  <a:pt x="58885" y="9403"/>
                  <a:pt x="58274" y="9472"/>
                  <a:pt x="57596" y="9612"/>
                </a:cubicBezTo>
                <a:cubicBezTo>
                  <a:pt x="56917" y="9751"/>
                  <a:pt x="56307" y="9751"/>
                  <a:pt x="55764" y="9612"/>
                </a:cubicBezTo>
                <a:cubicBezTo>
                  <a:pt x="50472" y="9751"/>
                  <a:pt x="47081" y="9960"/>
                  <a:pt x="45588" y="10238"/>
                </a:cubicBezTo>
                <a:cubicBezTo>
                  <a:pt x="44096" y="10517"/>
                  <a:pt x="42874" y="11283"/>
                  <a:pt x="41925" y="12537"/>
                </a:cubicBezTo>
                <a:cubicBezTo>
                  <a:pt x="41789" y="12815"/>
                  <a:pt x="39890" y="20129"/>
                  <a:pt x="36226" y="34476"/>
                </a:cubicBezTo>
                <a:cubicBezTo>
                  <a:pt x="32563" y="48824"/>
                  <a:pt x="28900" y="63868"/>
                  <a:pt x="25236" y="79609"/>
                </a:cubicBezTo>
                <a:cubicBezTo>
                  <a:pt x="21573" y="95350"/>
                  <a:pt x="19538" y="104613"/>
                  <a:pt x="19131" y="107399"/>
                </a:cubicBezTo>
                <a:cubicBezTo>
                  <a:pt x="18859" y="109349"/>
                  <a:pt x="18724" y="111369"/>
                  <a:pt x="18724" y="113458"/>
                </a:cubicBezTo>
                <a:cubicBezTo>
                  <a:pt x="18724" y="120981"/>
                  <a:pt x="20827" y="126901"/>
                  <a:pt x="25033" y="131219"/>
                </a:cubicBezTo>
                <a:cubicBezTo>
                  <a:pt x="29239" y="135537"/>
                  <a:pt x="35073" y="137696"/>
                  <a:pt x="42535" y="137696"/>
                </a:cubicBezTo>
                <a:cubicBezTo>
                  <a:pt x="51626" y="137696"/>
                  <a:pt x="60716" y="134562"/>
                  <a:pt x="69807" y="128294"/>
                </a:cubicBezTo>
                <a:cubicBezTo>
                  <a:pt x="78897" y="122025"/>
                  <a:pt x="85545" y="112553"/>
                  <a:pt x="89751" y="99877"/>
                </a:cubicBezTo>
                <a:lnTo>
                  <a:pt x="100131" y="57878"/>
                </a:lnTo>
                <a:cubicBezTo>
                  <a:pt x="106508" y="31133"/>
                  <a:pt x="109696" y="17203"/>
                  <a:pt x="109696" y="16089"/>
                </a:cubicBezTo>
                <a:cubicBezTo>
                  <a:pt x="109696" y="12328"/>
                  <a:pt x="105354" y="10169"/>
                  <a:pt x="96671" y="9612"/>
                </a:cubicBezTo>
                <a:cubicBezTo>
                  <a:pt x="93415" y="9612"/>
                  <a:pt x="91787" y="8845"/>
                  <a:pt x="91787" y="7313"/>
                </a:cubicBezTo>
                <a:cubicBezTo>
                  <a:pt x="91787" y="7035"/>
                  <a:pt x="91922" y="6199"/>
                  <a:pt x="92194" y="4806"/>
                </a:cubicBezTo>
                <a:cubicBezTo>
                  <a:pt x="92736" y="2577"/>
                  <a:pt x="93143" y="1254"/>
                  <a:pt x="93415" y="836"/>
                </a:cubicBezTo>
                <a:cubicBezTo>
                  <a:pt x="93686" y="418"/>
                  <a:pt x="94365" y="139"/>
                  <a:pt x="95450" y="0"/>
                </a:cubicBezTo>
                <a:cubicBezTo>
                  <a:pt x="95857" y="0"/>
                  <a:pt x="98028" y="70"/>
                  <a:pt x="101963" y="209"/>
                </a:cubicBezTo>
                <a:cubicBezTo>
                  <a:pt x="105897" y="348"/>
                  <a:pt x="111596" y="488"/>
                  <a:pt x="119058" y="627"/>
                </a:cubicBezTo>
                <a:cubicBezTo>
                  <a:pt x="125978" y="627"/>
                  <a:pt x="131269" y="557"/>
                  <a:pt x="134932" y="418"/>
                </a:cubicBezTo>
                <a:cubicBezTo>
                  <a:pt x="138596" y="279"/>
                  <a:pt x="140563" y="209"/>
                  <a:pt x="140834" y="209"/>
                </a:cubicBezTo>
                <a:cubicBezTo>
                  <a:pt x="142870" y="209"/>
                  <a:pt x="143887" y="905"/>
                  <a:pt x="143887" y="2298"/>
                </a:cubicBezTo>
                <a:cubicBezTo>
                  <a:pt x="143887" y="5363"/>
                  <a:pt x="143345" y="7452"/>
                  <a:pt x="142259" y="8567"/>
                </a:cubicBezTo>
                <a:cubicBezTo>
                  <a:pt x="141852" y="9263"/>
                  <a:pt x="140360" y="9612"/>
                  <a:pt x="137782" y="9612"/>
                </a:cubicBezTo>
                <a:cubicBezTo>
                  <a:pt x="128149" y="10169"/>
                  <a:pt x="122111" y="12955"/>
                  <a:pt x="119669" y="17969"/>
                </a:cubicBezTo>
                <a:cubicBezTo>
                  <a:pt x="119397" y="18666"/>
                  <a:pt x="116005" y="32108"/>
                  <a:pt x="109493" y="58296"/>
                </a:cubicBezTo>
                <a:cubicBezTo>
                  <a:pt x="103930" y="81838"/>
                  <a:pt x="100538" y="95698"/>
                  <a:pt x="99317" y="99877"/>
                </a:cubicBezTo>
                <a:cubicBezTo>
                  <a:pt x="94839" y="113807"/>
                  <a:pt x="87038" y="125159"/>
                  <a:pt x="75912" y="133935"/>
                </a:cubicBezTo>
                <a:cubicBezTo>
                  <a:pt x="64787" y="142711"/>
                  <a:pt x="53254" y="147169"/>
                  <a:pt x="41314" y="147308"/>
                </a:cubicBezTo>
                <a:cubicBezTo>
                  <a:pt x="28832" y="147308"/>
                  <a:pt x="18859" y="143408"/>
                  <a:pt x="11397" y="135607"/>
                </a:cubicBezTo>
                <a:cubicBezTo>
                  <a:pt x="3935" y="127806"/>
                  <a:pt x="136" y="118543"/>
                  <a:pt x="0" y="107817"/>
                </a:cubicBezTo>
                <a:lnTo>
                  <a:pt x="0" y="104474"/>
                </a:lnTo>
                <a:cubicBezTo>
                  <a:pt x="0" y="101966"/>
                  <a:pt x="3731" y="85390"/>
                  <a:pt x="11193" y="54744"/>
                </a:cubicBezTo>
                <a:cubicBezTo>
                  <a:pt x="17842" y="26745"/>
                  <a:pt x="21166" y="12328"/>
                  <a:pt x="21166" y="11492"/>
                </a:cubicBezTo>
                <a:cubicBezTo>
                  <a:pt x="21166" y="10517"/>
                  <a:pt x="17299" y="9890"/>
                  <a:pt x="9565" y="96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AB1CD4-B7F9-491D-868B-66E77A43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766" y="2369874"/>
            <a:ext cx="143887" cy="147308"/>
          </a:xfrm>
          <a:custGeom xmlns:a="http://schemas.openxmlformats.org/drawingml/2006/main">
            <a:pathLst>
              <a:path w="143887" h="147308" fill="none">
                <a:moveTo>
                  <a:pt x="9565" y="9612"/>
                </a:moveTo>
                <a:cubicBezTo>
                  <a:pt x="4952" y="9612"/>
                  <a:pt x="2510" y="9333"/>
                  <a:pt x="2239" y="8776"/>
                </a:cubicBezTo>
                <a:cubicBezTo>
                  <a:pt x="2103" y="8497"/>
                  <a:pt x="2035" y="7940"/>
                  <a:pt x="2035" y="7104"/>
                </a:cubicBezTo>
                <a:cubicBezTo>
                  <a:pt x="2035" y="3761"/>
                  <a:pt x="2781" y="1463"/>
                  <a:pt x="4274" y="209"/>
                </a:cubicBezTo>
                <a:cubicBezTo>
                  <a:pt x="4545" y="70"/>
                  <a:pt x="5699" y="0"/>
                  <a:pt x="7734" y="0"/>
                </a:cubicBezTo>
                <a:cubicBezTo>
                  <a:pt x="13297" y="279"/>
                  <a:pt x="22523" y="418"/>
                  <a:pt x="35412" y="418"/>
                </a:cubicBezTo>
                <a:cubicBezTo>
                  <a:pt x="40025" y="418"/>
                  <a:pt x="44299" y="418"/>
                  <a:pt x="48234" y="418"/>
                </a:cubicBezTo>
                <a:cubicBezTo>
                  <a:pt x="52168" y="418"/>
                  <a:pt x="55221" y="348"/>
                  <a:pt x="57392" y="209"/>
                </a:cubicBezTo>
                <a:cubicBezTo>
                  <a:pt x="59563" y="70"/>
                  <a:pt x="60920" y="70"/>
                  <a:pt x="61462" y="209"/>
                </a:cubicBezTo>
                <a:cubicBezTo>
                  <a:pt x="63633" y="209"/>
                  <a:pt x="64719" y="905"/>
                  <a:pt x="64719" y="2298"/>
                </a:cubicBezTo>
                <a:cubicBezTo>
                  <a:pt x="64719" y="2577"/>
                  <a:pt x="64583" y="3552"/>
                  <a:pt x="64312" y="5224"/>
                </a:cubicBezTo>
                <a:cubicBezTo>
                  <a:pt x="63633" y="7592"/>
                  <a:pt x="62955" y="8985"/>
                  <a:pt x="62277" y="9403"/>
                </a:cubicBezTo>
                <a:lnTo>
                  <a:pt x="61869" y="9403"/>
                </a:lnTo>
                <a:cubicBezTo>
                  <a:pt x="61598" y="9403"/>
                  <a:pt x="61259" y="9403"/>
                  <a:pt x="60852" y="9403"/>
                </a:cubicBezTo>
                <a:cubicBezTo>
                  <a:pt x="60445" y="9403"/>
                  <a:pt x="59970" y="9403"/>
                  <a:pt x="59427" y="9403"/>
                </a:cubicBezTo>
                <a:cubicBezTo>
                  <a:pt x="58885" y="9403"/>
                  <a:pt x="58274" y="9472"/>
                  <a:pt x="57596" y="9612"/>
                </a:cubicBezTo>
                <a:cubicBezTo>
                  <a:pt x="56917" y="9751"/>
                  <a:pt x="56307" y="9751"/>
                  <a:pt x="55764" y="9612"/>
                </a:cubicBezTo>
                <a:cubicBezTo>
                  <a:pt x="50472" y="9751"/>
                  <a:pt x="47081" y="9960"/>
                  <a:pt x="45588" y="10238"/>
                </a:cubicBezTo>
                <a:cubicBezTo>
                  <a:pt x="44096" y="10517"/>
                  <a:pt x="42874" y="11283"/>
                  <a:pt x="41925" y="12537"/>
                </a:cubicBezTo>
                <a:cubicBezTo>
                  <a:pt x="41789" y="12815"/>
                  <a:pt x="39890" y="20129"/>
                  <a:pt x="36226" y="34476"/>
                </a:cubicBezTo>
                <a:cubicBezTo>
                  <a:pt x="32563" y="48824"/>
                  <a:pt x="28900" y="63868"/>
                  <a:pt x="25236" y="79609"/>
                </a:cubicBezTo>
                <a:cubicBezTo>
                  <a:pt x="21573" y="95350"/>
                  <a:pt x="19538" y="104613"/>
                  <a:pt x="19131" y="107399"/>
                </a:cubicBezTo>
                <a:cubicBezTo>
                  <a:pt x="18859" y="109349"/>
                  <a:pt x="18724" y="111369"/>
                  <a:pt x="18724" y="113458"/>
                </a:cubicBezTo>
                <a:cubicBezTo>
                  <a:pt x="18724" y="120981"/>
                  <a:pt x="20827" y="126901"/>
                  <a:pt x="25033" y="131219"/>
                </a:cubicBezTo>
                <a:cubicBezTo>
                  <a:pt x="29239" y="135537"/>
                  <a:pt x="35073" y="137696"/>
                  <a:pt x="42535" y="137696"/>
                </a:cubicBezTo>
                <a:cubicBezTo>
                  <a:pt x="51626" y="137696"/>
                  <a:pt x="60716" y="134562"/>
                  <a:pt x="69807" y="128294"/>
                </a:cubicBezTo>
                <a:cubicBezTo>
                  <a:pt x="78897" y="122025"/>
                  <a:pt x="85545" y="112553"/>
                  <a:pt x="89751" y="99877"/>
                </a:cubicBezTo>
                <a:lnTo>
                  <a:pt x="100131" y="57878"/>
                </a:lnTo>
                <a:cubicBezTo>
                  <a:pt x="106508" y="31133"/>
                  <a:pt x="109696" y="17203"/>
                  <a:pt x="109696" y="16089"/>
                </a:cubicBezTo>
                <a:cubicBezTo>
                  <a:pt x="109696" y="12328"/>
                  <a:pt x="105354" y="10169"/>
                  <a:pt x="96671" y="9612"/>
                </a:cubicBezTo>
                <a:cubicBezTo>
                  <a:pt x="93415" y="9612"/>
                  <a:pt x="91787" y="8845"/>
                  <a:pt x="91787" y="7313"/>
                </a:cubicBezTo>
                <a:cubicBezTo>
                  <a:pt x="91787" y="7035"/>
                  <a:pt x="91922" y="6199"/>
                  <a:pt x="92194" y="4806"/>
                </a:cubicBezTo>
                <a:cubicBezTo>
                  <a:pt x="92736" y="2577"/>
                  <a:pt x="93143" y="1254"/>
                  <a:pt x="93415" y="836"/>
                </a:cubicBezTo>
                <a:cubicBezTo>
                  <a:pt x="93686" y="418"/>
                  <a:pt x="94365" y="139"/>
                  <a:pt x="95450" y="0"/>
                </a:cubicBezTo>
                <a:cubicBezTo>
                  <a:pt x="95857" y="0"/>
                  <a:pt x="98028" y="70"/>
                  <a:pt x="101963" y="209"/>
                </a:cubicBezTo>
                <a:cubicBezTo>
                  <a:pt x="105897" y="348"/>
                  <a:pt x="111596" y="488"/>
                  <a:pt x="119058" y="627"/>
                </a:cubicBezTo>
                <a:cubicBezTo>
                  <a:pt x="125978" y="627"/>
                  <a:pt x="131269" y="557"/>
                  <a:pt x="134932" y="418"/>
                </a:cubicBezTo>
                <a:cubicBezTo>
                  <a:pt x="138596" y="279"/>
                  <a:pt x="140563" y="209"/>
                  <a:pt x="140834" y="209"/>
                </a:cubicBezTo>
                <a:cubicBezTo>
                  <a:pt x="142870" y="209"/>
                  <a:pt x="143887" y="905"/>
                  <a:pt x="143887" y="2298"/>
                </a:cubicBezTo>
                <a:cubicBezTo>
                  <a:pt x="143887" y="5363"/>
                  <a:pt x="143345" y="7452"/>
                  <a:pt x="142259" y="8567"/>
                </a:cubicBezTo>
                <a:cubicBezTo>
                  <a:pt x="141852" y="9263"/>
                  <a:pt x="140360" y="9612"/>
                  <a:pt x="137782" y="9612"/>
                </a:cubicBezTo>
                <a:cubicBezTo>
                  <a:pt x="128149" y="10169"/>
                  <a:pt x="122111" y="12955"/>
                  <a:pt x="119669" y="17969"/>
                </a:cubicBezTo>
                <a:cubicBezTo>
                  <a:pt x="119397" y="18666"/>
                  <a:pt x="116005" y="32108"/>
                  <a:pt x="109493" y="58296"/>
                </a:cubicBezTo>
                <a:cubicBezTo>
                  <a:pt x="103930" y="81838"/>
                  <a:pt x="100538" y="95698"/>
                  <a:pt x="99317" y="99877"/>
                </a:cubicBezTo>
                <a:cubicBezTo>
                  <a:pt x="94839" y="113807"/>
                  <a:pt x="87038" y="125159"/>
                  <a:pt x="75912" y="133935"/>
                </a:cubicBezTo>
                <a:cubicBezTo>
                  <a:pt x="64787" y="142711"/>
                  <a:pt x="53254" y="147169"/>
                  <a:pt x="41314" y="147308"/>
                </a:cubicBezTo>
                <a:cubicBezTo>
                  <a:pt x="28832" y="147308"/>
                  <a:pt x="18859" y="143408"/>
                  <a:pt x="11397" y="135607"/>
                </a:cubicBezTo>
                <a:cubicBezTo>
                  <a:pt x="3935" y="127806"/>
                  <a:pt x="136" y="118543"/>
                  <a:pt x="0" y="107817"/>
                </a:cubicBezTo>
                <a:lnTo>
                  <a:pt x="0" y="104474"/>
                </a:lnTo>
                <a:cubicBezTo>
                  <a:pt x="0" y="101966"/>
                  <a:pt x="3731" y="85390"/>
                  <a:pt x="11193" y="54744"/>
                </a:cubicBezTo>
                <a:cubicBezTo>
                  <a:pt x="17842" y="26745"/>
                  <a:pt x="21166" y="12328"/>
                  <a:pt x="21166" y="11492"/>
                </a:cubicBezTo>
                <a:cubicBezTo>
                  <a:pt x="21166" y="10517"/>
                  <a:pt x="17299" y="9890"/>
                  <a:pt x="9565" y="961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15D2D8-4E9A-4E94-BBD6-00681BF9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86" y="2445542"/>
            <a:ext cx="60577" cy="101635"/>
          </a:xfrm>
          <a:custGeom xmlns:a="http://schemas.openxmlformats.org/drawingml/2006/main">
            <a:pathLst>
              <a:path w="60577" h="101635">
                <a:moveTo>
                  <a:pt x="8202" y="11966"/>
                </a:moveTo>
                <a:cubicBezTo>
                  <a:pt x="13573" y="3989"/>
                  <a:pt x="20912" y="0"/>
                  <a:pt x="30216" y="0"/>
                </a:cubicBezTo>
                <a:cubicBezTo>
                  <a:pt x="34821" y="0"/>
                  <a:pt x="39425" y="1280"/>
                  <a:pt x="44029" y="3841"/>
                </a:cubicBezTo>
                <a:cubicBezTo>
                  <a:pt x="48634" y="6401"/>
                  <a:pt x="52375" y="10932"/>
                  <a:pt x="55253" y="17432"/>
                </a:cubicBezTo>
                <a:cubicBezTo>
                  <a:pt x="58802" y="25606"/>
                  <a:pt x="60577" y="36833"/>
                  <a:pt x="60577" y="51113"/>
                </a:cubicBezTo>
                <a:cubicBezTo>
                  <a:pt x="60577" y="66378"/>
                  <a:pt x="58514" y="78048"/>
                  <a:pt x="54389" y="86124"/>
                </a:cubicBezTo>
                <a:cubicBezTo>
                  <a:pt x="52471" y="90260"/>
                  <a:pt x="49833" y="93560"/>
                  <a:pt x="46476" y="96022"/>
                </a:cubicBezTo>
                <a:cubicBezTo>
                  <a:pt x="43118" y="98484"/>
                  <a:pt x="40192" y="100010"/>
                  <a:pt x="37698" y="100601"/>
                </a:cubicBezTo>
                <a:cubicBezTo>
                  <a:pt x="35204" y="101192"/>
                  <a:pt x="32758" y="101537"/>
                  <a:pt x="30360" y="101635"/>
                </a:cubicBezTo>
                <a:cubicBezTo>
                  <a:pt x="27866" y="101635"/>
                  <a:pt x="25372" y="101340"/>
                  <a:pt x="22878" y="100749"/>
                </a:cubicBezTo>
                <a:cubicBezTo>
                  <a:pt x="20384" y="100158"/>
                  <a:pt x="17458" y="98582"/>
                  <a:pt x="14101" y="96022"/>
                </a:cubicBezTo>
                <a:cubicBezTo>
                  <a:pt x="10744" y="93461"/>
                  <a:pt x="8106" y="90162"/>
                  <a:pt x="6187" y="86124"/>
                </a:cubicBezTo>
                <a:cubicBezTo>
                  <a:pt x="2062" y="78048"/>
                  <a:pt x="0" y="66378"/>
                  <a:pt x="0" y="51113"/>
                </a:cubicBezTo>
                <a:cubicBezTo>
                  <a:pt x="0" y="33977"/>
                  <a:pt x="2734" y="20928"/>
                  <a:pt x="8202" y="11966"/>
                </a:cubicBezTo>
                <a:close/>
                <a:moveTo>
                  <a:pt x="40576" y="10193"/>
                </a:moveTo>
                <a:cubicBezTo>
                  <a:pt x="37698" y="7042"/>
                  <a:pt x="34293" y="5466"/>
                  <a:pt x="30360" y="5466"/>
                </a:cubicBezTo>
                <a:cubicBezTo>
                  <a:pt x="26331" y="5466"/>
                  <a:pt x="22878" y="7042"/>
                  <a:pt x="20000" y="10193"/>
                </a:cubicBezTo>
                <a:cubicBezTo>
                  <a:pt x="17602" y="12754"/>
                  <a:pt x="16019" y="16299"/>
                  <a:pt x="15252" y="20829"/>
                </a:cubicBezTo>
                <a:cubicBezTo>
                  <a:pt x="14485" y="25360"/>
                  <a:pt x="14101" y="34814"/>
                  <a:pt x="14101" y="49193"/>
                </a:cubicBezTo>
                <a:cubicBezTo>
                  <a:pt x="14101" y="64753"/>
                  <a:pt x="14485" y="74995"/>
                  <a:pt x="15252" y="79920"/>
                </a:cubicBezTo>
                <a:cubicBezTo>
                  <a:pt x="16019" y="84844"/>
                  <a:pt x="17746" y="88734"/>
                  <a:pt x="20432" y="91590"/>
                </a:cubicBezTo>
                <a:cubicBezTo>
                  <a:pt x="23118" y="94544"/>
                  <a:pt x="26427" y="96022"/>
                  <a:pt x="30360" y="96022"/>
                </a:cubicBezTo>
                <a:cubicBezTo>
                  <a:pt x="34197" y="96022"/>
                  <a:pt x="37459" y="94544"/>
                  <a:pt x="40145" y="91590"/>
                </a:cubicBezTo>
                <a:cubicBezTo>
                  <a:pt x="42926" y="88635"/>
                  <a:pt x="44653" y="84499"/>
                  <a:pt x="45324" y="79181"/>
                </a:cubicBezTo>
                <a:cubicBezTo>
                  <a:pt x="45996" y="73863"/>
                  <a:pt x="46380" y="63867"/>
                  <a:pt x="46476" y="49193"/>
                </a:cubicBezTo>
                <a:cubicBezTo>
                  <a:pt x="46476" y="34913"/>
                  <a:pt x="46092" y="25507"/>
                  <a:pt x="45324" y="20977"/>
                </a:cubicBezTo>
                <a:cubicBezTo>
                  <a:pt x="44557" y="16447"/>
                  <a:pt x="42974" y="12852"/>
                  <a:pt x="40576" y="101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9BE68B-3D20-4E42-BF32-4748B889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86" y="2445542"/>
            <a:ext cx="60577" cy="101635"/>
          </a:xfrm>
          <a:custGeom xmlns:a="http://schemas.openxmlformats.org/drawingml/2006/main">
            <a:pathLst>
              <a:path w="60577" h="101635" fill="none">
                <a:moveTo>
                  <a:pt x="8202" y="11966"/>
                </a:moveTo>
                <a:cubicBezTo>
                  <a:pt x="13573" y="3989"/>
                  <a:pt x="20912" y="0"/>
                  <a:pt x="30216" y="0"/>
                </a:cubicBezTo>
                <a:cubicBezTo>
                  <a:pt x="34821" y="0"/>
                  <a:pt x="39425" y="1280"/>
                  <a:pt x="44029" y="3841"/>
                </a:cubicBezTo>
                <a:cubicBezTo>
                  <a:pt x="48634" y="6401"/>
                  <a:pt x="52375" y="10932"/>
                  <a:pt x="55253" y="17432"/>
                </a:cubicBezTo>
                <a:cubicBezTo>
                  <a:pt x="58802" y="25606"/>
                  <a:pt x="60577" y="36833"/>
                  <a:pt x="60577" y="51113"/>
                </a:cubicBezTo>
                <a:cubicBezTo>
                  <a:pt x="60577" y="66378"/>
                  <a:pt x="58514" y="78048"/>
                  <a:pt x="54389" y="86124"/>
                </a:cubicBezTo>
                <a:cubicBezTo>
                  <a:pt x="52471" y="90260"/>
                  <a:pt x="49833" y="93560"/>
                  <a:pt x="46476" y="96022"/>
                </a:cubicBezTo>
                <a:cubicBezTo>
                  <a:pt x="43118" y="98484"/>
                  <a:pt x="40192" y="100010"/>
                  <a:pt x="37698" y="100601"/>
                </a:cubicBezTo>
                <a:cubicBezTo>
                  <a:pt x="35204" y="101192"/>
                  <a:pt x="32758" y="101537"/>
                  <a:pt x="30360" y="101635"/>
                </a:cubicBezTo>
                <a:cubicBezTo>
                  <a:pt x="27866" y="101635"/>
                  <a:pt x="25372" y="101340"/>
                  <a:pt x="22878" y="100749"/>
                </a:cubicBezTo>
                <a:cubicBezTo>
                  <a:pt x="20384" y="100158"/>
                  <a:pt x="17458" y="98582"/>
                  <a:pt x="14101" y="96022"/>
                </a:cubicBezTo>
                <a:cubicBezTo>
                  <a:pt x="10744" y="93461"/>
                  <a:pt x="8106" y="90162"/>
                  <a:pt x="6187" y="86124"/>
                </a:cubicBezTo>
                <a:cubicBezTo>
                  <a:pt x="2062" y="78048"/>
                  <a:pt x="0" y="66378"/>
                  <a:pt x="0" y="51113"/>
                </a:cubicBezTo>
                <a:cubicBezTo>
                  <a:pt x="0" y="33977"/>
                  <a:pt x="2734" y="20928"/>
                  <a:pt x="8202" y="11966"/>
                </a:cubicBezTo>
                <a:close/>
                <a:moveTo>
                  <a:pt x="40576" y="10193"/>
                </a:moveTo>
                <a:cubicBezTo>
                  <a:pt x="37698" y="7042"/>
                  <a:pt x="34293" y="5466"/>
                  <a:pt x="30360" y="5466"/>
                </a:cubicBezTo>
                <a:cubicBezTo>
                  <a:pt x="26331" y="5466"/>
                  <a:pt x="22878" y="7042"/>
                  <a:pt x="20000" y="10193"/>
                </a:cubicBezTo>
                <a:cubicBezTo>
                  <a:pt x="17602" y="12754"/>
                  <a:pt x="16019" y="16299"/>
                  <a:pt x="15252" y="20829"/>
                </a:cubicBezTo>
                <a:cubicBezTo>
                  <a:pt x="14485" y="25360"/>
                  <a:pt x="14101" y="34814"/>
                  <a:pt x="14101" y="49193"/>
                </a:cubicBezTo>
                <a:cubicBezTo>
                  <a:pt x="14101" y="64753"/>
                  <a:pt x="14485" y="74995"/>
                  <a:pt x="15252" y="79920"/>
                </a:cubicBezTo>
                <a:cubicBezTo>
                  <a:pt x="16019" y="84844"/>
                  <a:pt x="17746" y="88734"/>
                  <a:pt x="20432" y="91590"/>
                </a:cubicBezTo>
                <a:cubicBezTo>
                  <a:pt x="23118" y="94544"/>
                  <a:pt x="26427" y="96022"/>
                  <a:pt x="30360" y="96022"/>
                </a:cubicBezTo>
                <a:cubicBezTo>
                  <a:pt x="34197" y="96022"/>
                  <a:pt x="37459" y="94544"/>
                  <a:pt x="40145" y="91590"/>
                </a:cubicBezTo>
                <a:cubicBezTo>
                  <a:pt x="42926" y="88635"/>
                  <a:pt x="44653" y="84499"/>
                  <a:pt x="45324" y="79181"/>
                </a:cubicBezTo>
                <a:cubicBezTo>
                  <a:pt x="45996" y="73863"/>
                  <a:pt x="46380" y="63867"/>
                  <a:pt x="46476" y="49193"/>
                </a:cubicBezTo>
                <a:cubicBezTo>
                  <a:pt x="46476" y="34913"/>
                  <a:pt x="46092" y="25507"/>
                  <a:pt x="45324" y="20977"/>
                </a:cubicBezTo>
                <a:cubicBezTo>
                  <a:pt x="44557" y="16447"/>
                  <a:pt x="42974" y="12852"/>
                  <a:pt x="40576" y="101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" cap="flat">
            <a:solidFill>
              <a:srgbClr val="000000">
                <a:alpha val="9040"/>
              </a:srgbClr>
            </a:solidFill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03A9B2-3586-4B07-8616-EC63A02C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441" y="2526053"/>
            <a:ext cx="18993" cy="46632"/>
          </a:xfrm>
          <a:custGeom xmlns:a="http://schemas.openxmlformats.org/drawingml/2006/main">
            <a:pathLst>
              <a:path w="18993" h="46632">
                <a:moveTo>
                  <a:pt x="0" y="12704"/>
                </a:moveTo>
                <a:cubicBezTo>
                  <a:pt x="0" y="12704"/>
                  <a:pt x="0" y="11473"/>
                  <a:pt x="0" y="9011"/>
                </a:cubicBezTo>
                <a:cubicBezTo>
                  <a:pt x="0" y="6549"/>
                  <a:pt x="767" y="4432"/>
                  <a:pt x="2302" y="2659"/>
                </a:cubicBezTo>
                <a:cubicBezTo>
                  <a:pt x="3837" y="886"/>
                  <a:pt x="5899" y="0"/>
                  <a:pt x="8489" y="0"/>
                </a:cubicBezTo>
                <a:cubicBezTo>
                  <a:pt x="11175" y="0"/>
                  <a:pt x="13573" y="1231"/>
                  <a:pt x="15684" y="3693"/>
                </a:cubicBezTo>
                <a:cubicBezTo>
                  <a:pt x="17794" y="6155"/>
                  <a:pt x="18897" y="10489"/>
                  <a:pt x="18993" y="16693"/>
                </a:cubicBezTo>
                <a:cubicBezTo>
                  <a:pt x="18993" y="20140"/>
                  <a:pt x="18561" y="23488"/>
                  <a:pt x="17698" y="26738"/>
                </a:cubicBezTo>
                <a:cubicBezTo>
                  <a:pt x="16835" y="29988"/>
                  <a:pt x="15828" y="32795"/>
                  <a:pt x="14676" y="35159"/>
                </a:cubicBezTo>
                <a:cubicBezTo>
                  <a:pt x="13525" y="37522"/>
                  <a:pt x="12278" y="39541"/>
                  <a:pt x="10935" y="41215"/>
                </a:cubicBezTo>
                <a:cubicBezTo>
                  <a:pt x="9592" y="42890"/>
                  <a:pt x="8441" y="44219"/>
                  <a:pt x="7482" y="45204"/>
                </a:cubicBezTo>
                <a:cubicBezTo>
                  <a:pt x="6523" y="46189"/>
                  <a:pt x="5899" y="46632"/>
                  <a:pt x="5612" y="46534"/>
                </a:cubicBezTo>
                <a:cubicBezTo>
                  <a:pt x="5228" y="46534"/>
                  <a:pt x="4604" y="46090"/>
                  <a:pt x="3741" y="45204"/>
                </a:cubicBezTo>
                <a:cubicBezTo>
                  <a:pt x="2878" y="44318"/>
                  <a:pt x="2446" y="43678"/>
                  <a:pt x="2446" y="43284"/>
                </a:cubicBezTo>
                <a:cubicBezTo>
                  <a:pt x="2446" y="42890"/>
                  <a:pt x="2974" y="42102"/>
                  <a:pt x="4029" y="40920"/>
                </a:cubicBezTo>
                <a:cubicBezTo>
                  <a:pt x="5084" y="39738"/>
                  <a:pt x="6283" y="38261"/>
                  <a:pt x="7626" y="36488"/>
                </a:cubicBezTo>
                <a:cubicBezTo>
                  <a:pt x="8969" y="34716"/>
                  <a:pt x="10216" y="32253"/>
                  <a:pt x="11367" y="29102"/>
                </a:cubicBezTo>
                <a:cubicBezTo>
                  <a:pt x="12518" y="25950"/>
                  <a:pt x="13286" y="22356"/>
                  <a:pt x="13669" y="18318"/>
                </a:cubicBezTo>
                <a:lnTo>
                  <a:pt x="13669" y="16545"/>
                </a:lnTo>
                <a:lnTo>
                  <a:pt x="13525" y="16693"/>
                </a:lnTo>
                <a:cubicBezTo>
                  <a:pt x="13334" y="16791"/>
                  <a:pt x="13094" y="16890"/>
                  <a:pt x="12806" y="16988"/>
                </a:cubicBezTo>
                <a:cubicBezTo>
                  <a:pt x="12518" y="17087"/>
                  <a:pt x="12230" y="17235"/>
                  <a:pt x="11943" y="17432"/>
                </a:cubicBezTo>
                <a:cubicBezTo>
                  <a:pt x="11655" y="17629"/>
                  <a:pt x="11223" y="17727"/>
                  <a:pt x="10648" y="17727"/>
                </a:cubicBezTo>
                <a:cubicBezTo>
                  <a:pt x="10072" y="17727"/>
                  <a:pt x="9497" y="17776"/>
                  <a:pt x="8921" y="17875"/>
                </a:cubicBezTo>
                <a:cubicBezTo>
                  <a:pt x="6331" y="17875"/>
                  <a:pt x="4221" y="17038"/>
                  <a:pt x="2590" y="15363"/>
                </a:cubicBezTo>
                <a:lnTo>
                  <a:pt x="0" y="127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9B2FE8-63E1-4DFE-9663-4BA023FD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441" y="2526053"/>
            <a:ext cx="18993" cy="46632"/>
          </a:xfrm>
          <a:custGeom xmlns:a="http://schemas.openxmlformats.org/drawingml/2006/main">
            <a:pathLst>
              <a:path w="18993" h="46632" fill="none">
                <a:moveTo>
                  <a:pt x="0" y="12704"/>
                </a:moveTo>
                <a:cubicBezTo>
                  <a:pt x="0" y="12704"/>
                  <a:pt x="0" y="11473"/>
                  <a:pt x="0" y="9011"/>
                </a:cubicBezTo>
                <a:cubicBezTo>
                  <a:pt x="0" y="6549"/>
                  <a:pt x="767" y="4432"/>
                  <a:pt x="2302" y="2659"/>
                </a:cubicBezTo>
                <a:cubicBezTo>
                  <a:pt x="3837" y="886"/>
                  <a:pt x="5899" y="0"/>
                  <a:pt x="8489" y="0"/>
                </a:cubicBezTo>
                <a:cubicBezTo>
                  <a:pt x="11175" y="0"/>
                  <a:pt x="13573" y="1231"/>
                  <a:pt x="15684" y="3693"/>
                </a:cubicBezTo>
                <a:cubicBezTo>
                  <a:pt x="17794" y="6155"/>
                  <a:pt x="18897" y="10489"/>
                  <a:pt x="18993" y="16693"/>
                </a:cubicBezTo>
                <a:cubicBezTo>
                  <a:pt x="18993" y="20140"/>
                  <a:pt x="18561" y="23488"/>
                  <a:pt x="17698" y="26738"/>
                </a:cubicBezTo>
                <a:cubicBezTo>
                  <a:pt x="16835" y="29988"/>
                  <a:pt x="15828" y="32795"/>
                  <a:pt x="14676" y="35159"/>
                </a:cubicBezTo>
                <a:cubicBezTo>
                  <a:pt x="13525" y="37522"/>
                  <a:pt x="12278" y="39541"/>
                  <a:pt x="10935" y="41215"/>
                </a:cubicBezTo>
                <a:cubicBezTo>
                  <a:pt x="9592" y="42890"/>
                  <a:pt x="8441" y="44219"/>
                  <a:pt x="7482" y="45204"/>
                </a:cubicBezTo>
                <a:cubicBezTo>
                  <a:pt x="6523" y="46189"/>
                  <a:pt x="5899" y="46632"/>
                  <a:pt x="5612" y="46534"/>
                </a:cubicBezTo>
                <a:cubicBezTo>
                  <a:pt x="5228" y="46534"/>
                  <a:pt x="4604" y="46090"/>
                  <a:pt x="3741" y="45204"/>
                </a:cubicBezTo>
                <a:cubicBezTo>
                  <a:pt x="2878" y="44318"/>
                  <a:pt x="2446" y="43678"/>
                  <a:pt x="2446" y="43284"/>
                </a:cubicBezTo>
                <a:cubicBezTo>
                  <a:pt x="2446" y="42890"/>
                  <a:pt x="2974" y="42102"/>
                  <a:pt x="4029" y="40920"/>
                </a:cubicBezTo>
                <a:cubicBezTo>
                  <a:pt x="5084" y="39738"/>
                  <a:pt x="6283" y="38261"/>
                  <a:pt x="7626" y="36488"/>
                </a:cubicBezTo>
                <a:cubicBezTo>
                  <a:pt x="8969" y="34716"/>
                  <a:pt x="10216" y="32253"/>
                  <a:pt x="11367" y="29102"/>
                </a:cubicBezTo>
                <a:cubicBezTo>
                  <a:pt x="12518" y="25950"/>
                  <a:pt x="13286" y="22356"/>
                  <a:pt x="13669" y="18318"/>
                </a:cubicBezTo>
                <a:lnTo>
                  <a:pt x="13669" y="16545"/>
                </a:lnTo>
                <a:lnTo>
                  <a:pt x="13525" y="16693"/>
                </a:lnTo>
                <a:cubicBezTo>
                  <a:pt x="13334" y="16791"/>
                  <a:pt x="13094" y="16890"/>
                  <a:pt x="12806" y="16988"/>
                </a:cubicBezTo>
                <a:cubicBezTo>
                  <a:pt x="12518" y="17087"/>
                  <a:pt x="12230" y="17235"/>
                  <a:pt x="11943" y="17432"/>
                </a:cubicBezTo>
                <a:cubicBezTo>
                  <a:pt x="11655" y="17629"/>
                  <a:pt x="11223" y="17727"/>
                  <a:pt x="10648" y="17727"/>
                </a:cubicBezTo>
                <a:cubicBezTo>
                  <a:pt x="10072" y="17727"/>
                  <a:pt x="9497" y="17776"/>
                  <a:pt x="8921" y="17875"/>
                </a:cubicBezTo>
                <a:cubicBezTo>
                  <a:pt x="6331" y="17875"/>
                  <a:pt x="4221" y="17038"/>
                  <a:pt x="2590" y="15363"/>
                </a:cubicBezTo>
                <a:lnTo>
                  <a:pt x="0" y="127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" cap="flat">
            <a:solidFill>
              <a:srgbClr val="000000">
                <a:alpha val="9040"/>
              </a:srgbClr>
            </a:solidFill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8FE08B-3097-4C9C-93A7-6E7A84E8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30" y="2445542"/>
            <a:ext cx="60577" cy="101635"/>
          </a:xfrm>
          <a:custGeom xmlns:a="http://schemas.openxmlformats.org/drawingml/2006/main">
            <a:pathLst>
              <a:path w="60577" h="101635">
                <a:moveTo>
                  <a:pt x="8202" y="11966"/>
                </a:moveTo>
                <a:cubicBezTo>
                  <a:pt x="13573" y="3989"/>
                  <a:pt x="20912" y="0"/>
                  <a:pt x="30216" y="0"/>
                </a:cubicBezTo>
                <a:cubicBezTo>
                  <a:pt x="34821" y="0"/>
                  <a:pt x="39425" y="1280"/>
                  <a:pt x="44029" y="3841"/>
                </a:cubicBezTo>
                <a:cubicBezTo>
                  <a:pt x="48634" y="6401"/>
                  <a:pt x="52375" y="10932"/>
                  <a:pt x="55253" y="17432"/>
                </a:cubicBezTo>
                <a:cubicBezTo>
                  <a:pt x="58802" y="25606"/>
                  <a:pt x="60577" y="36833"/>
                  <a:pt x="60577" y="51113"/>
                </a:cubicBezTo>
                <a:cubicBezTo>
                  <a:pt x="60577" y="66378"/>
                  <a:pt x="58514" y="78048"/>
                  <a:pt x="54389" y="86124"/>
                </a:cubicBezTo>
                <a:cubicBezTo>
                  <a:pt x="52471" y="90260"/>
                  <a:pt x="49833" y="93560"/>
                  <a:pt x="46476" y="96022"/>
                </a:cubicBezTo>
                <a:cubicBezTo>
                  <a:pt x="43118" y="98484"/>
                  <a:pt x="40192" y="100010"/>
                  <a:pt x="37698" y="100601"/>
                </a:cubicBezTo>
                <a:cubicBezTo>
                  <a:pt x="35204" y="101192"/>
                  <a:pt x="32758" y="101537"/>
                  <a:pt x="30360" y="101635"/>
                </a:cubicBezTo>
                <a:cubicBezTo>
                  <a:pt x="27866" y="101635"/>
                  <a:pt x="25372" y="101340"/>
                  <a:pt x="22878" y="100749"/>
                </a:cubicBezTo>
                <a:cubicBezTo>
                  <a:pt x="20384" y="100158"/>
                  <a:pt x="17458" y="98582"/>
                  <a:pt x="14101" y="96022"/>
                </a:cubicBezTo>
                <a:cubicBezTo>
                  <a:pt x="10744" y="93461"/>
                  <a:pt x="8106" y="90162"/>
                  <a:pt x="6187" y="86124"/>
                </a:cubicBezTo>
                <a:cubicBezTo>
                  <a:pt x="2062" y="78048"/>
                  <a:pt x="0" y="66378"/>
                  <a:pt x="0" y="51113"/>
                </a:cubicBezTo>
                <a:cubicBezTo>
                  <a:pt x="0" y="33977"/>
                  <a:pt x="2734" y="20928"/>
                  <a:pt x="8202" y="11966"/>
                </a:cubicBezTo>
                <a:close/>
                <a:moveTo>
                  <a:pt x="40576" y="10193"/>
                </a:moveTo>
                <a:cubicBezTo>
                  <a:pt x="37698" y="7042"/>
                  <a:pt x="34293" y="5466"/>
                  <a:pt x="30360" y="5466"/>
                </a:cubicBezTo>
                <a:cubicBezTo>
                  <a:pt x="26331" y="5466"/>
                  <a:pt x="22878" y="7042"/>
                  <a:pt x="20000" y="10193"/>
                </a:cubicBezTo>
                <a:cubicBezTo>
                  <a:pt x="17602" y="12754"/>
                  <a:pt x="16019" y="16299"/>
                  <a:pt x="15252" y="20829"/>
                </a:cubicBezTo>
                <a:cubicBezTo>
                  <a:pt x="14485" y="25360"/>
                  <a:pt x="14101" y="34814"/>
                  <a:pt x="14101" y="49193"/>
                </a:cubicBezTo>
                <a:cubicBezTo>
                  <a:pt x="14101" y="64753"/>
                  <a:pt x="14485" y="74995"/>
                  <a:pt x="15252" y="79920"/>
                </a:cubicBezTo>
                <a:cubicBezTo>
                  <a:pt x="16019" y="84844"/>
                  <a:pt x="17746" y="88734"/>
                  <a:pt x="20432" y="91590"/>
                </a:cubicBezTo>
                <a:cubicBezTo>
                  <a:pt x="23118" y="94544"/>
                  <a:pt x="26427" y="96022"/>
                  <a:pt x="30360" y="96022"/>
                </a:cubicBezTo>
                <a:cubicBezTo>
                  <a:pt x="34197" y="96022"/>
                  <a:pt x="37459" y="94544"/>
                  <a:pt x="40145" y="91590"/>
                </a:cubicBezTo>
                <a:cubicBezTo>
                  <a:pt x="42926" y="88635"/>
                  <a:pt x="44653" y="84499"/>
                  <a:pt x="45324" y="79181"/>
                </a:cubicBezTo>
                <a:cubicBezTo>
                  <a:pt x="45996" y="73863"/>
                  <a:pt x="46380" y="63867"/>
                  <a:pt x="46476" y="49193"/>
                </a:cubicBezTo>
                <a:cubicBezTo>
                  <a:pt x="46476" y="34913"/>
                  <a:pt x="46092" y="25507"/>
                  <a:pt x="45324" y="20977"/>
                </a:cubicBezTo>
                <a:cubicBezTo>
                  <a:pt x="44557" y="16447"/>
                  <a:pt x="42974" y="12852"/>
                  <a:pt x="40576" y="101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3CEE2D-927E-4817-81AB-9EBE2F32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30" y="2445542"/>
            <a:ext cx="60577" cy="101635"/>
          </a:xfrm>
          <a:custGeom xmlns:a="http://schemas.openxmlformats.org/drawingml/2006/main">
            <a:pathLst>
              <a:path w="60577" h="101635" fill="none">
                <a:moveTo>
                  <a:pt x="8202" y="11966"/>
                </a:moveTo>
                <a:cubicBezTo>
                  <a:pt x="13573" y="3989"/>
                  <a:pt x="20912" y="0"/>
                  <a:pt x="30216" y="0"/>
                </a:cubicBezTo>
                <a:cubicBezTo>
                  <a:pt x="34821" y="0"/>
                  <a:pt x="39425" y="1280"/>
                  <a:pt x="44029" y="3841"/>
                </a:cubicBezTo>
                <a:cubicBezTo>
                  <a:pt x="48634" y="6401"/>
                  <a:pt x="52375" y="10932"/>
                  <a:pt x="55253" y="17432"/>
                </a:cubicBezTo>
                <a:cubicBezTo>
                  <a:pt x="58802" y="25606"/>
                  <a:pt x="60577" y="36833"/>
                  <a:pt x="60577" y="51113"/>
                </a:cubicBezTo>
                <a:cubicBezTo>
                  <a:pt x="60577" y="66378"/>
                  <a:pt x="58514" y="78048"/>
                  <a:pt x="54389" y="86124"/>
                </a:cubicBezTo>
                <a:cubicBezTo>
                  <a:pt x="52471" y="90260"/>
                  <a:pt x="49833" y="93560"/>
                  <a:pt x="46476" y="96022"/>
                </a:cubicBezTo>
                <a:cubicBezTo>
                  <a:pt x="43118" y="98484"/>
                  <a:pt x="40192" y="100010"/>
                  <a:pt x="37698" y="100601"/>
                </a:cubicBezTo>
                <a:cubicBezTo>
                  <a:pt x="35204" y="101192"/>
                  <a:pt x="32758" y="101537"/>
                  <a:pt x="30360" y="101635"/>
                </a:cubicBezTo>
                <a:cubicBezTo>
                  <a:pt x="27866" y="101635"/>
                  <a:pt x="25372" y="101340"/>
                  <a:pt x="22878" y="100749"/>
                </a:cubicBezTo>
                <a:cubicBezTo>
                  <a:pt x="20384" y="100158"/>
                  <a:pt x="17458" y="98582"/>
                  <a:pt x="14101" y="96022"/>
                </a:cubicBezTo>
                <a:cubicBezTo>
                  <a:pt x="10744" y="93461"/>
                  <a:pt x="8106" y="90162"/>
                  <a:pt x="6187" y="86124"/>
                </a:cubicBezTo>
                <a:cubicBezTo>
                  <a:pt x="2062" y="78048"/>
                  <a:pt x="0" y="66378"/>
                  <a:pt x="0" y="51113"/>
                </a:cubicBezTo>
                <a:cubicBezTo>
                  <a:pt x="0" y="33977"/>
                  <a:pt x="2734" y="20928"/>
                  <a:pt x="8202" y="11966"/>
                </a:cubicBezTo>
                <a:close/>
                <a:moveTo>
                  <a:pt x="40576" y="10193"/>
                </a:moveTo>
                <a:cubicBezTo>
                  <a:pt x="37698" y="7042"/>
                  <a:pt x="34293" y="5466"/>
                  <a:pt x="30360" y="5466"/>
                </a:cubicBezTo>
                <a:cubicBezTo>
                  <a:pt x="26331" y="5466"/>
                  <a:pt x="22878" y="7042"/>
                  <a:pt x="20000" y="10193"/>
                </a:cubicBezTo>
                <a:cubicBezTo>
                  <a:pt x="17602" y="12754"/>
                  <a:pt x="16019" y="16299"/>
                  <a:pt x="15252" y="20829"/>
                </a:cubicBezTo>
                <a:cubicBezTo>
                  <a:pt x="14485" y="25360"/>
                  <a:pt x="14101" y="34814"/>
                  <a:pt x="14101" y="49193"/>
                </a:cubicBezTo>
                <a:cubicBezTo>
                  <a:pt x="14101" y="64753"/>
                  <a:pt x="14485" y="74995"/>
                  <a:pt x="15252" y="79920"/>
                </a:cubicBezTo>
                <a:cubicBezTo>
                  <a:pt x="16019" y="84844"/>
                  <a:pt x="17746" y="88734"/>
                  <a:pt x="20432" y="91590"/>
                </a:cubicBezTo>
                <a:cubicBezTo>
                  <a:pt x="23118" y="94544"/>
                  <a:pt x="26427" y="96022"/>
                  <a:pt x="30360" y="96022"/>
                </a:cubicBezTo>
                <a:cubicBezTo>
                  <a:pt x="34197" y="96022"/>
                  <a:pt x="37459" y="94544"/>
                  <a:pt x="40145" y="91590"/>
                </a:cubicBezTo>
                <a:cubicBezTo>
                  <a:pt x="42926" y="88635"/>
                  <a:pt x="44653" y="84499"/>
                  <a:pt x="45324" y="79181"/>
                </a:cubicBezTo>
                <a:cubicBezTo>
                  <a:pt x="45996" y="73863"/>
                  <a:pt x="46380" y="63867"/>
                  <a:pt x="46476" y="49193"/>
                </a:cubicBezTo>
                <a:cubicBezTo>
                  <a:pt x="46476" y="34913"/>
                  <a:pt x="46092" y="25507"/>
                  <a:pt x="45324" y="20977"/>
                </a:cubicBezTo>
                <a:cubicBezTo>
                  <a:pt x="44557" y="16447"/>
                  <a:pt x="42974" y="12852"/>
                  <a:pt x="40576" y="101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" cap="flat">
            <a:solidFill>
              <a:srgbClr val="000000">
                <a:alpha val="9040"/>
              </a:srgbClr>
            </a:solidFill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85CA31-6C14-4438-9C80-BC759CEC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63" y="2355875"/>
            <a:ext cx="45520" cy="208947"/>
          </a:xfrm>
          <a:custGeom xmlns:a="http://schemas.openxmlformats.org/drawingml/2006/main">
            <a:pathLst>
              <a:path w="45520" h="208947">
                <a:moveTo>
                  <a:pt x="0" y="3761"/>
                </a:moveTo>
                <a:cubicBezTo>
                  <a:pt x="136" y="2786"/>
                  <a:pt x="543" y="1950"/>
                  <a:pt x="1221" y="1254"/>
                </a:cubicBezTo>
                <a:cubicBezTo>
                  <a:pt x="1900" y="557"/>
                  <a:pt x="2849" y="139"/>
                  <a:pt x="4070" y="0"/>
                </a:cubicBezTo>
                <a:cubicBezTo>
                  <a:pt x="5427" y="0"/>
                  <a:pt x="6580" y="696"/>
                  <a:pt x="7530" y="2089"/>
                </a:cubicBezTo>
                <a:cubicBezTo>
                  <a:pt x="7937" y="3065"/>
                  <a:pt x="14314" y="20198"/>
                  <a:pt x="26661" y="53491"/>
                </a:cubicBezTo>
                <a:cubicBezTo>
                  <a:pt x="39008" y="86783"/>
                  <a:pt x="45249" y="103777"/>
                  <a:pt x="45385" y="104474"/>
                </a:cubicBezTo>
                <a:cubicBezTo>
                  <a:pt x="45520" y="105170"/>
                  <a:pt x="39347" y="122165"/>
                  <a:pt x="26864" y="155457"/>
                </a:cubicBezTo>
                <a:cubicBezTo>
                  <a:pt x="14382" y="188749"/>
                  <a:pt x="7937" y="205883"/>
                  <a:pt x="7530" y="206858"/>
                </a:cubicBezTo>
                <a:cubicBezTo>
                  <a:pt x="6580" y="208251"/>
                  <a:pt x="5427" y="208947"/>
                  <a:pt x="4070" y="208947"/>
                </a:cubicBezTo>
                <a:cubicBezTo>
                  <a:pt x="2985" y="208947"/>
                  <a:pt x="2103" y="208599"/>
                  <a:pt x="1425" y="207903"/>
                </a:cubicBezTo>
                <a:cubicBezTo>
                  <a:pt x="746" y="207206"/>
                  <a:pt x="271" y="206301"/>
                  <a:pt x="0" y="205186"/>
                </a:cubicBezTo>
                <a:cubicBezTo>
                  <a:pt x="0" y="204490"/>
                  <a:pt x="6106" y="187565"/>
                  <a:pt x="18317" y="154412"/>
                </a:cubicBezTo>
                <a:cubicBezTo>
                  <a:pt x="30663" y="121398"/>
                  <a:pt x="36837" y="104752"/>
                  <a:pt x="36837" y="104474"/>
                </a:cubicBezTo>
                <a:cubicBezTo>
                  <a:pt x="36837" y="104195"/>
                  <a:pt x="30663" y="87549"/>
                  <a:pt x="18317" y="54535"/>
                </a:cubicBezTo>
                <a:cubicBezTo>
                  <a:pt x="6106" y="21382"/>
                  <a:pt x="0" y="4458"/>
                  <a:pt x="0" y="37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AB8E31-78E9-476C-A821-1E26DE3F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63" y="2355875"/>
            <a:ext cx="45520" cy="208947"/>
          </a:xfrm>
          <a:custGeom xmlns:a="http://schemas.openxmlformats.org/drawingml/2006/main">
            <a:pathLst>
              <a:path w="45520" h="208947" fill="none">
                <a:moveTo>
                  <a:pt x="0" y="3761"/>
                </a:moveTo>
                <a:cubicBezTo>
                  <a:pt x="136" y="2786"/>
                  <a:pt x="543" y="1950"/>
                  <a:pt x="1221" y="1254"/>
                </a:cubicBezTo>
                <a:cubicBezTo>
                  <a:pt x="1900" y="557"/>
                  <a:pt x="2849" y="139"/>
                  <a:pt x="4070" y="0"/>
                </a:cubicBezTo>
                <a:cubicBezTo>
                  <a:pt x="5427" y="0"/>
                  <a:pt x="6580" y="696"/>
                  <a:pt x="7530" y="2089"/>
                </a:cubicBezTo>
                <a:cubicBezTo>
                  <a:pt x="7937" y="3065"/>
                  <a:pt x="14314" y="20198"/>
                  <a:pt x="26661" y="53491"/>
                </a:cubicBezTo>
                <a:cubicBezTo>
                  <a:pt x="39008" y="86783"/>
                  <a:pt x="45249" y="103777"/>
                  <a:pt x="45385" y="104474"/>
                </a:cubicBezTo>
                <a:cubicBezTo>
                  <a:pt x="45520" y="105170"/>
                  <a:pt x="39347" y="122165"/>
                  <a:pt x="26864" y="155457"/>
                </a:cubicBezTo>
                <a:cubicBezTo>
                  <a:pt x="14382" y="188749"/>
                  <a:pt x="7937" y="205883"/>
                  <a:pt x="7530" y="206858"/>
                </a:cubicBezTo>
                <a:cubicBezTo>
                  <a:pt x="6580" y="208251"/>
                  <a:pt x="5427" y="208947"/>
                  <a:pt x="4070" y="208947"/>
                </a:cubicBezTo>
                <a:cubicBezTo>
                  <a:pt x="2985" y="208947"/>
                  <a:pt x="2103" y="208599"/>
                  <a:pt x="1425" y="207903"/>
                </a:cubicBezTo>
                <a:cubicBezTo>
                  <a:pt x="746" y="207206"/>
                  <a:pt x="271" y="206301"/>
                  <a:pt x="0" y="205186"/>
                </a:cubicBezTo>
                <a:cubicBezTo>
                  <a:pt x="0" y="204490"/>
                  <a:pt x="6106" y="187565"/>
                  <a:pt x="18317" y="154412"/>
                </a:cubicBezTo>
                <a:cubicBezTo>
                  <a:pt x="30663" y="121398"/>
                  <a:pt x="36837" y="104752"/>
                  <a:pt x="36837" y="104474"/>
                </a:cubicBezTo>
                <a:cubicBezTo>
                  <a:pt x="36837" y="104195"/>
                  <a:pt x="30663" y="87549"/>
                  <a:pt x="18317" y="54535"/>
                </a:cubicBezTo>
                <a:cubicBezTo>
                  <a:pt x="6106" y="21382"/>
                  <a:pt x="0" y="4458"/>
                  <a:pt x="0" y="376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6C2B6D-839F-451C-A714-D69657BB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268" y="2405813"/>
            <a:ext cx="180928" cy="109071"/>
          </a:xfrm>
          <a:custGeom xmlns:a="http://schemas.openxmlformats.org/drawingml/2006/main">
            <a:pathLst>
              <a:path w="180928" h="109071">
                <a:moveTo>
                  <a:pt x="180928" y="52237"/>
                </a:moveTo>
                <a:cubicBezTo>
                  <a:pt x="180928" y="52237"/>
                  <a:pt x="180928" y="53003"/>
                  <a:pt x="180928" y="54535"/>
                </a:cubicBezTo>
                <a:cubicBezTo>
                  <a:pt x="180928" y="56068"/>
                  <a:pt x="179910" y="57461"/>
                  <a:pt x="177875" y="58714"/>
                </a:cubicBezTo>
                <a:lnTo>
                  <a:pt x="22387" y="58714"/>
                </a:lnTo>
                <a:cubicBezTo>
                  <a:pt x="22658" y="58993"/>
                  <a:pt x="23812" y="59968"/>
                  <a:pt x="25847" y="61639"/>
                </a:cubicBezTo>
                <a:cubicBezTo>
                  <a:pt x="27882" y="63311"/>
                  <a:pt x="29849" y="65192"/>
                  <a:pt x="31749" y="67281"/>
                </a:cubicBezTo>
                <a:cubicBezTo>
                  <a:pt x="33648" y="69371"/>
                  <a:pt x="35887" y="71948"/>
                  <a:pt x="38465" y="75012"/>
                </a:cubicBezTo>
                <a:cubicBezTo>
                  <a:pt x="41043" y="78077"/>
                  <a:pt x="43281" y="81977"/>
                  <a:pt x="45181" y="86713"/>
                </a:cubicBezTo>
                <a:cubicBezTo>
                  <a:pt x="47081" y="91449"/>
                  <a:pt x="48844" y="96394"/>
                  <a:pt x="50472" y="101548"/>
                </a:cubicBezTo>
                <a:cubicBezTo>
                  <a:pt x="51151" y="104056"/>
                  <a:pt x="51490" y="105797"/>
                  <a:pt x="51490" y="106772"/>
                </a:cubicBezTo>
                <a:cubicBezTo>
                  <a:pt x="51490" y="108304"/>
                  <a:pt x="50133" y="109071"/>
                  <a:pt x="47420" y="109071"/>
                </a:cubicBezTo>
                <a:cubicBezTo>
                  <a:pt x="46470" y="109071"/>
                  <a:pt x="45792" y="109071"/>
                  <a:pt x="45385" y="109071"/>
                </a:cubicBezTo>
                <a:cubicBezTo>
                  <a:pt x="44977" y="109071"/>
                  <a:pt x="44570" y="108792"/>
                  <a:pt x="44163" y="108235"/>
                </a:cubicBezTo>
                <a:cubicBezTo>
                  <a:pt x="43756" y="107678"/>
                  <a:pt x="43417" y="107051"/>
                  <a:pt x="43146" y="106354"/>
                </a:cubicBezTo>
                <a:cubicBezTo>
                  <a:pt x="42874" y="105658"/>
                  <a:pt x="42603" y="104334"/>
                  <a:pt x="42332" y="102384"/>
                </a:cubicBezTo>
                <a:cubicBezTo>
                  <a:pt x="39890" y="92215"/>
                  <a:pt x="35276" y="83161"/>
                  <a:pt x="28493" y="75221"/>
                </a:cubicBezTo>
                <a:cubicBezTo>
                  <a:pt x="21709" y="67281"/>
                  <a:pt x="13432" y="61361"/>
                  <a:pt x="3663" y="57461"/>
                </a:cubicBezTo>
                <a:cubicBezTo>
                  <a:pt x="1628" y="56625"/>
                  <a:pt x="407" y="55859"/>
                  <a:pt x="0" y="55162"/>
                </a:cubicBezTo>
                <a:cubicBezTo>
                  <a:pt x="0" y="54187"/>
                  <a:pt x="271" y="53491"/>
                  <a:pt x="814" y="53073"/>
                </a:cubicBezTo>
                <a:cubicBezTo>
                  <a:pt x="1357" y="52655"/>
                  <a:pt x="2307" y="52167"/>
                  <a:pt x="3663" y="51610"/>
                </a:cubicBezTo>
                <a:cubicBezTo>
                  <a:pt x="10176" y="48963"/>
                  <a:pt x="15942" y="45481"/>
                  <a:pt x="20962" y="41163"/>
                </a:cubicBezTo>
                <a:cubicBezTo>
                  <a:pt x="25982" y="36844"/>
                  <a:pt x="29849" y="32596"/>
                  <a:pt x="32563" y="28417"/>
                </a:cubicBezTo>
                <a:cubicBezTo>
                  <a:pt x="35276" y="24238"/>
                  <a:pt x="37447" y="20129"/>
                  <a:pt x="39075" y="16089"/>
                </a:cubicBezTo>
                <a:cubicBezTo>
                  <a:pt x="40704" y="12049"/>
                  <a:pt x="41857" y="8845"/>
                  <a:pt x="42535" y="6477"/>
                </a:cubicBezTo>
                <a:lnTo>
                  <a:pt x="43146" y="2925"/>
                </a:lnTo>
                <a:cubicBezTo>
                  <a:pt x="43417" y="2089"/>
                  <a:pt x="43621" y="1532"/>
                  <a:pt x="43756" y="1254"/>
                </a:cubicBezTo>
                <a:cubicBezTo>
                  <a:pt x="43892" y="975"/>
                  <a:pt x="44231" y="696"/>
                  <a:pt x="44774" y="418"/>
                </a:cubicBezTo>
                <a:cubicBezTo>
                  <a:pt x="45317" y="139"/>
                  <a:pt x="46199" y="0"/>
                  <a:pt x="47420" y="0"/>
                </a:cubicBezTo>
                <a:cubicBezTo>
                  <a:pt x="50133" y="0"/>
                  <a:pt x="51490" y="766"/>
                  <a:pt x="51490" y="2298"/>
                </a:cubicBezTo>
                <a:cubicBezTo>
                  <a:pt x="51490" y="3274"/>
                  <a:pt x="51151" y="5015"/>
                  <a:pt x="50472" y="7522"/>
                </a:cubicBezTo>
                <a:cubicBezTo>
                  <a:pt x="49116" y="12676"/>
                  <a:pt x="47420" y="17482"/>
                  <a:pt x="45385" y="21939"/>
                </a:cubicBezTo>
                <a:cubicBezTo>
                  <a:pt x="43349" y="26397"/>
                  <a:pt x="41178" y="30158"/>
                  <a:pt x="38872" y="33223"/>
                </a:cubicBezTo>
                <a:cubicBezTo>
                  <a:pt x="36565" y="36287"/>
                  <a:pt x="34462" y="38864"/>
                  <a:pt x="32563" y="40954"/>
                </a:cubicBezTo>
                <a:cubicBezTo>
                  <a:pt x="30663" y="43043"/>
                  <a:pt x="28628" y="44993"/>
                  <a:pt x="26457" y="46804"/>
                </a:cubicBezTo>
                <a:cubicBezTo>
                  <a:pt x="24286" y="48615"/>
                  <a:pt x="22930" y="49799"/>
                  <a:pt x="22387" y="50356"/>
                </a:cubicBezTo>
                <a:lnTo>
                  <a:pt x="177875" y="50356"/>
                </a:lnTo>
                <a:cubicBezTo>
                  <a:pt x="179910" y="51610"/>
                  <a:pt x="180928" y="53003"/>
                  <a:pt x="180928" y="54535"/>
                </a:cubicBezTo>
                <a:lnTo>
                  <a:pt x="180928" y="522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EC02F7-EA20-4874-987A-3B2A0A84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268" y="2405813"/>
            <a:ext cx="180928" cy="109071"/>
          </a:xfrm>
          <a:custGeom xmlns:a="http://schemas.openxmlformats.org/drawingml/2006/main">
            <a:pathLst>
              <a:path w="180928" h="109071" fill="none">
                <a:moveTo>
                  <a:pt x="180928" y="52237"/>
                </a:moveTo>
                <a:cubicBezTo>
                  <a:pt x="180928" y="52237"/>
                  <a:pt x="180928" y="53003"/>
                  <a:pt x="180928" y="54535"/>
                </a:cubicBezTo>
                <a:cubicBezTo>
                  <a:pt x="180928" y="56068"/>
                  <a:pt x="179910" y="57461"/>
                  <a:pt x="177875" y="58714"/>
                </a:cubicBezTo>
                <a:lnTo>
                  <a:pt x="22387" y="58714"/>
                </a:lnTo>
                <a:cubicBezTo>
                  <a:pt x="22658" y="58993"/>
                  <a:pt x="23812" y="59968"/>
                  <a:pt x="25847" y="61639"/>
                </a:cubicBezTo>
                <a:cubicBezTo>
                  <a:pt x="27882" y="63311"/>
                  <a:pt x="29849" y="65192"/>
                  <a:pt x="31749" y="67281"/>
                </a:cubicBezTo>
                <a:cubicBezTo>
                  <a:pt x="33648" y="69371"/>
                  <a:pt x="35887" y="71948"/>
                  <a:pt x="38465" y="75012"/>
                </a:cubicBezTo>
                <a:cubicBezTo>
                  <a:pt x="41043" y="78077"/>
                  <a:pt x="43281" y="81977"/>
                  <a:pt x="45181" y="86713"/>
                </a:cubicBezTo>
                <a:cubicBezTo>
                  <a:pt x="47081" y="91449"/>
                  <a:pt x="48844" y="96394"/>
                  <a:pt x="50472" y="101548"/>
                </a:cubicBezTo>
                <a:cubicBezTo>
                  <a:pt x="51151" y="104056"/>
                  <a:pt x="51490" y="105797"/>
                  <a:pt x="51490" y="106772"/>
                </a:cubicBezTo>
                <a:cubicBezTo>
                  <a:pt x="51490" y="108304"/>
                  <a:pt x="50133" y="109071"/>
                  <a:pt x="47420" y="109071"/>
                </a:cubicBezTo>
                <a:cubicBezTo>
                  <a:pt x="46470" y="109071"/>
                  <a:pt x="45792" y="109071"/>
                  <a:pt x="45385" y="109071"/>
                </a:cubicBezTo>
                <a:cubicBezTo>
                  <a:pt x="44977" y="109071"/>
                  <a:pt x="44570" y="108792"/>
                  <a:pt x="44163" y="108235"/>
                </a:cubicBezTo>
                <a:cubicBezTo>
                  <a:pt x="43756" y="107678"/>
                  <a:pt x="43417" y="107051"/>
                  <a:pt x="43146" y="106354"/>
                </a:cubicBezTo>
                <a:cubicBezTo>
                  <a:pt x="42874" y="105658"/>
                  <a:pt x="42603" y="104334"/>
                  <a:pt x="42332" y="102384"/>
                </a:cubicBezTo>
                <a:cubicBezTo>
                  <a:pt x="39890" y="92215"/>
                  <a:pt x="35276" y="83161"/>
                  <a:pt x="28493" y="75221"/>
                </a:cubicBezTo>
                <a:cubicBezTo>
                  <a:pt x="21709" y="67281"/>
                  <a:pt x="13432" y="61361"/>
                  <a:pt x="3663" y="57461"/>
                </a:cubicBezTo>
                <a:cubicBezTo>
                  <a:pt x="1628" y="56625"/>
                  <a:pt x="407" y="55859"/>
                  <a:pt x="0" y="55162"/>
                </a:cubicBezTo>
                <a:cubicBezTo>
                  <a:pt x="0" y="54187"/>
                  <a:pt x="271" y="53491"/>
                  <a:pt x="814" y="53073"/>
                </a:cubicBezTo>
                <a:cubicBezTo>
                  <a:pt x="1357" y="52655"/>
                  <a:pt x="2307" y="52167"/>
                  <a:pt x="3663" y="51610"/>
                </a:cubicBezTo>
                <a:cubicBezTo>
                  <a:pt x="10176" y="48963"/>
                  <a:pt x="15942" y="45481"/>
                  <a:pt x="20962" y="41163"/>
                </a:cubicBezTo>
                <a:cubicBezTo>
                  <a:pt x="25982" y="36844"/>
                  <a:pt x="29849" y="32596"/>
                  <a:pt x="32563" y="28417"/>
                </a:cubicBezTo>
                <a:cubicBezTo>
                  <a:pt x="35276" y="24238"/>
                  <a:pt x="37447" y="20129"/>
                  <a:pt x="39075" y="16089"/>
                </a:cubicBezTo>
                <a:cubicBezTo>
                  <a:pt x="40704" y="12049"/>
                  <a:pt x="41857" y="8845"/>
                  <a:pt x="42535" y="6477"/>
                </a:cubicBezTo>
                <a:lnTo>
                  <a:pt x="43146" y="2925"/>
                </a:lnTo>
                <a:cubicBezTo>
                  <a:pt x="43417" y="2089"/>
                  <a:pt x="43621" y="1532"/>
                  <a:pt x="43756" y="1254"/>
                </a:cubicBezTo>
                <a:cubicBezTo>
                  <a:pt x="43892" y="975"/>
                  <a:pt x="44231" y="696"/>
                  <a:pt x="44774" y="418"/>
                </a:cubicBezTo>
                <a:cubicBezTo>
                  <a:pt x="45317" y="139"/>
                  <a:pt x="46199" y="0"/>
                  <a:pt x="47420" y="0"/>
                </a:cubicBezTo>
                <a:cubicBezTo>
                  <a:pt x="50133" y="0"/>
                  <a:pt x="51490" y="766"/>
                  <a:pt x="51490" y="2298"/>
                </a:cubicBezTo>
                <a:cubicBezTo>
                  <a:pt x="51490" y="3274"/>
                  <a:pt x="51151" y="5015"/>
                  <a:pt x="50472" y="7522"/>
                </a:cubicBezTo>
                <a:cubicBezTo>
                  <a:pt x="49116" y="12676"/>
                  <a:pt x="47420" y="17482"/>
                  <a:pt x="45385" y="21939"/>
                </a:cubicBezTo>
                <a:cubicBezTo>
                  <a:pt x="43349" y="26397"/>
                  <a:pt x="41178" y="30158"/>
                  <a:pt x="38872" y="33223"/>
                </a:cubicBezTo>
                <a:cubicBezTo>
                  <a:pt x="36565" y="36287"/>
                  <a:pt x="34462" y="38864"/>
                  <a:pt x="32563" y="40954"/>
                </a:cubicBezTo>
                <a:cubicBezTo>
                  <a:pt x="30663" y="43043"/>
                  <a:pt x="28628" y="44993"/>
                  <a:pt x="26457" y="46804"/>
                </a:cubicBezTo>
                <a:cubicBezTo>
                  <a:pt x="24286" y="48615"/>
                  <a:pt x="22930" y="49799"/>
                  <a:pt x="22387" y="50356"/>
                </a:cubicBezTo>
                <a:lnTo>
                  <a:pt x="177875" y="50356"/>
                </a:lnTo>
                <a:cubicBezTo>
                  <a:pt x="179910" y="51610"/>
                  <a:pt x="180928" y="53003"/>
                  <a:pt x="180928" y="54535"/>
                </a:cubicBezTo>
                <a:lnTo>
                  <a:pt x="180928" y="522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F8EA4F-5974-4CB3-8807-76736392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693" y="2365278"/>
            <a:ext cx="120686" cy="151905"/>
          </a:xfrm>
          <a:custGeom xmlns:a="http://schemas.openxmlformats.org/drawingml/2006/main">
            <a:pathLst>
              <a:path w="120686" h="151905">
                <a:moveTo>
                  <a:pt x="52101" y="142293"/>
                </a:moveTo>
                <a:cubicBezTo>
                  <a:pt x="60106" y="142293"/>
                  <a:pt x="67432" y="138671"/>
                  <a:pt x="74081" y="131428"/>
                </a:cubicBezTo>
                <a:cubicBezTo>
                  <a:pt x="80729" y="124184"/>
                  <a:pt x="84121" y="115757"/>
                  <a:pt x="84256" y="106145"/>
                </a:cubicBezTo>
                <a:cubicBezTo>
                  <a:pt x="84256" y="97369"/>
                  <a:pt x="80729" y="91310"/>
                  <a:pt x="73674" y="87967"/>
                </a:cubicBezTo>
                <a:cubicBezTo>
                  <a:pt x="59292" y="84206"/>
                  <a:pt x="50065" y="81629"/>
                  <a:pt x="45995" y="80236"/>
                </a:cubicBezTo>
                <a:cubicBezTo>
                  <a:pt x="41925" y="78843"/>
                  <a:pt x="39075" y="77450"/>
                  <a:pt x="37447" y="76057"/>
                </a:cubicBezTo>
                <a:cubicBezTo>
                  <a:pt x="29307" y="70206"/>
                  <a:pt x="25236" y="61779"/>
                  <a:pt x="25236" y="50774"/>
                </a:cubicBezTo>
                <a:cubicBezTo>
                  <a:pt x="25236" y="42277"/>
                  <a:pt x="27407" y="34546"/>
                  <a:pt x="31749" y="27581"/>
                </a:cubicBezTo>
                <a:cubicBezTo>
                  <a:pt x="36091" y="20616"/>
                  <a:pt x="40500" y="15392"/>
                  <a:pt x="44977" y="11910"/>
                </a:cubicBezTo>
                <a:cubicBezTo>
                  <a:pt x="48912" y="8428"/>
                  <a:pt x="53661" y="5642"/>
                  <a:pt x="59224" y="3552"/>
                </a:cubicBezTo>
                <a:cubicBezTo>
                  <a:pt x="64787" y="1463"/>
                  <a:pt x="69128" y="348"/>
                  <a:pt x="72249" y="209"/>
                </a:cubicBezTo>
                <a:lnTo>
                  <a:pt x="74488" y="209"/>
                </a:lnTo>
                <a:lnTo>
                  <a:pt x="75912" y="209"/>
                </a:lnTo>
                <a:cubicBezTo>
                  <a:pt x="88937" y="209"/>
                  <a:pt x="98367" y="4666"/>
                  <a:pt x="104201" y="13582"/>
                </a:cubicBezTo>
                <a:cubicBezTo>
                  <a:pt x="104337" y="13582"/>
                  <a:pt x="105219" y="12676"/>
                  <a:pt x="106847" y="10865"/>
                </a:cubicBezTo>
                <a:cubicBezTo>
                  <a:pt x="108475" y="9054"/>
                  <a:pt x="110239" y="7035"/>
                  <a:pt x="112138" y="4806"/>
                </a:cubicBezTo>
                <a:cubicBezTo>
                  <a:pt x="114038" y="2577"/>
                  <a:pt x="115395" y="1045"/>
                  <a:pt x="116209" y="209"/>
                </a:cubicBezTo>
                <a:cubicBezTo>
                  <a:pt x="116344" y="209"/>
                  <a:pt x="116616" y="209"/>
                  <a:pt x="117023" y="209"/>
                </a:cubicBezTo>
                <a:cubicBezTo>
                  <a:pt x="117430" y="209"/>
                  <a:pt x="117769" y="139"/>
                  <a:pt x="118040" y="0"/>
                </a:cubicBezTo>
                <a:cubicBezTo>
                  <a:pt x="119804" y="0"/>
                  <a:pt x="120686" y="488"/>
                  <a:pt x="120686" y="1463"/>
                </a:cubicBezTo>
                <a:cubicBezTo>
                  <a:pt x="120686" y="2438"/>
                  <a:pt x="118787" y="10865"/>
                  <a:pt x="114988" y="26745"/>
                </a:cubicBezTo>
                <a:cubicBezTo>
                  <a:pt x="111189" y="42625"/>
                  <a:pt x="109018" y="50844"/>
                  <a:pt x="108475" y="51401"/>
                </a:cubicBezTo>
                <a:cubicBezTo>
                  <a:pt x="107932" y="51958"/>
                  <a:pt x="106847" y="52167"/>
                  <a:pt x="105219" y="52028"/>
                </a:cubicBezTo>
                <a:cubicBezTo>
                  <a:pt x="102505" y="52028"/>
                  <a:pt x="101148" y="51401"/>
                  <a:pt x="101148" y="50147"/>
                </a:cubicBezTo>
                <a:cubicBezTo>
                  <a:pt x="101148" y="49312"/>
                  <a:pt x="101216" y="48615"/>
                  <a:pt x="101352" y="48058"/>
                </a:cubicBezTo>
                <a:cubicBezTo>
                  <a:pt x="101352" y="47640"/>
                  <a:pt x="101420" y="46317"/>
                  <a:pt x="101555" y="44088"/>
                </a:cubicBezTo>
                <a:cubicBezTo>
                  <a:pt x="101691" y="41859"/>
                  <a:pt x="101827" y="40048"/>
                  <a:pt x="101963" y="38655"/>
                </a:cubicBezTo>
                <a:cubicBezTo>
                  <a:pt x="101963" y="33919"/>
                  <a:pt x="101352" y="29810"/>
                  <a:pt x="100131" y="26327"/>
                </a:cubicBezTo>
                <a:cubicBezTo>
                  <a:pt x="98910" y="22845"/>
                  <a:pt x="97689" y="20268"/>
                  <a:pt x="96468" y="18596"/>
                </a:cubicBezTo>
                <a:cubicBezTo>
                  <a:pt x="95246" y="16925"/>
                  <a:pt x="93550" y="15184"/>
                  <a:pt x="91380" y="13373"/>
                </a:cubicBezTo>
                <a:cubicBezTo>
                  <a:pt x="86495" y="10447"/>
                  <a:pt x="80932" y="8985"/>
                  <a:pt x="74691" y="8985"/>
                </a:cubicBezTo>
                <a:cubicBezTo>
                  <a:pt x="66957" y="8985"/>
                  <a:pt x="59766" y="12189"/>
                  <a:pt x="53118" y="18596"/>
                </a:cubicBezTo>
                <a:cubicBezTo>
                  <a:pt x="46470" y="25004"/>
                  <a:pt x="43078" y="32387"/>
                  <a:pt x="42942" y="40745"/>
                </a:cubicBezTo>
                <a:cubicBezTo>
                  <a:pt x="42942" y="44924"/>
                  <a:pt x="43960" y="48545"/>
                  <a:pt x="45995" y="51610"/>
                </a:cubicBezTo>
                <a:cubicBezTo>
                  <a:pt x="48030" y="54675"/>
                  <a:pt x="50812" y="56834"/>
                  <a:pt x="54339" y="58087"/>
                </a:cubicBezTo>
                <a:cubicBezTo>
                  <a:pt x="54882" y="58366"/>
                  <a:pt x="59631" y="59689"/>
                  <a:pt x="68586" y="62057"/>
                </a:cubicBezTo>
                <a:cubicBezTo>
                  <a:pt x="77540" y="64425"/>
                  <a:pt x="82086" y="65679"/>
                  <a:pt x="82221" y="65818"/>
                </a:cubicBezTo>
                <a:cubicBezTo>
                  <a:pt x="86834" y="67351"/>
                  <a:pt x="91312" y="70694"/>
                  <a:pt x="95653" y="75848"/>
                </a:cubicBezTo>
                <a:cubicBezTo>
                  <a:pt x="99995" y="81002"/>
                  <a:pt x="102166" y="87967"/>
                  <a:pt x="102166" y="96743"/>
                </a:cubicBezTo>
                <a:cubicBezTo>
                  <a:pt x="102166" y="100364"/>
                  <a:pt x="101623" y="104265"/>
                  <a:pt x="100538" y="108444"/>
                </a:cubicBezTo>
                <a:cubicBezTo>
                  <a:pt x="99860" y="111508"/>
                  <a:pt x="98638" y="114921"/>
                  <a:pt x="96875" y="118682"/>
                </a:cubicBezTo>
                <a:cubicBezTo>
                  <a:pt x="95111" y="122443"/>
                  <a:pt x="92669" y="126552"/>
                  <a:pt x="89548" y="131010"/>
                </a:cubicBezTo>
                <a:cubicBezTo>
                  <a:pt x="86427" y="135468"/>
                  <a:pt x="81950" y="139646"/>
                  <a:pt x="76116" y="143547"/>
                </a:cubicBezTo>
                <a:cubicBezTo>
                  <a:pt x="70282" y="147447"/>
                  <a:pt x="63905" y="150094"/>
                  <a:pt x="56985" y="151487"/>
                </a:cubicBezTo>
                <a:cubicBezTo>
                  <a:pt x="55357" y="151765"/>
                  <a:pt x="53050" y="151905"/>
                  <a:pt x="50065" y="151905"/>
                </a:cubicBezTo>
                <a:cubicBezTo>
                  <a:pt x="36633" y="151905"/>
                  <a:pt x="26186" y="148074"/>
                  <a:pt x="18724" y="140413"/>
                </a:cubicBezTo>
                <a:lnTo>
                  <a:pt x="16688" y="138114"/>
                </a:lnTo>
                <a:lnTo>
                  <a:pt x="10990" y="144592"/>
                </a:lnTo>
                <a:cubicBezTo>
                  <a:pt x="7869" y="148353"/>
                  <a:pt x="5970" y="150512"/>
                  <a:pt x="5291" y="151069"/>
                </a:cubicBezTo>
                <a:cubicBezTo>
                  <a:pt x="4613" y="151626"/>
                  <a:pt x="3731" y="151905"/>
                  <a:pt x="2646" y="151905"/>
                </a:cubicBezTo>
                <a:cubicBezTo>
                  <a:pt x="882" y="151905"/>
                  <a:pt x="0" y="151348"/>
                  <a:pt x="0" y="150233"/>
                </a:cubicBezTo>
                <a:cubicBezTo>
                  <a:pt x="0" y="149815"/>
                  <a:pt x="3935" y="133448"/>
                  <a:pt x="11804" y="101131"/>
                </a:cubicBezTo>
                <a:cubicBezTo>
                  <a:pt x="12075" y="100295"/>
                  <a:pt x="13432" y="99877"/>
                  <a:pt x="15874" y="99877"/>
                </a:cubicBezTo>
                <a:lnTo>
                  <a:pt x="18520" y="99877"/>
                </a:lnTo>
                <a:cubicBezTo>
                  <a:pt x="19334" y="100713"/>
                  <a:pt x="19741" y="101479"/>
                  <a:pt x="19741" y="102175"/>
                </a:cubicBezTo>
                <a:cubicBezTo>
                  <a:pt x="19741" y="102454"/>
                  <a:pt x="19673" y="103081"/>
                  <a:pt x="19538" y="104056"/>
                </a:cubicBezTo>
                <a:cubicBezTo>
                  <a:pt x="19402" y="105031"/>
                  <a:pt x="19131" y="106493"/>
                  <a:pt x="18724" y="108444"/>
                </a:cubicBezTo>
                <a:cubicBezTo>
                  <a:pt x="18317" y="110394"/>
                  <a:pt x="18181" y="112692"/>
                  <a:pt x="18317" y="115339"/>
                </a:cubicBezTo>
                <a:cubicBezTo>
                  <a:pt x="18588" y="120772"/>
                  <a:pt x="19809" y="125368"/>
                  <a:pt x="21980" y="129129"/>
                </a:cubicBezTo>
                <a:cubicBezTo>
                  <a:pt x="24151" y="132891"/>
                  <a:pt x="27068" y="135676"/>
                  <a:pt x="30731" y="137487"/>
                </a:cubicBezTo>
                <a:cubicBezTo>
                  <a:pt x="34395" y="139298"/>
                  <a:pt x="37922" y="140552"/>
                  <a:pt x="41314" y="141248"/>
                </a:cubicBezTo>
                <a:cubicBezTo>
                  <a:pt x="44706" y="141945"/>
                  <a:pt x="48302" y="142293"/>
                  <a:pt x="52101" y="1422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3B2C66-07A8-4605-83CF-A368D8BF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693" y="2365278"/>
            <a:ext cx="120686" cy="151905"/>
          </a:xfrm>
          <a:custGeom xmlns:a="http://schemas.openxmlformats.org/drawingml/2006/main">
            <a:pathLst>
              <a:path w="120686" h="151905" fill="none">
                <a:moveTo>
                  <a:pt x="52101" y="142293"/>
                </a:moveTo>
                <a:cubicBezTo>
                  <a:pt x="60106" y="142293"/>
                  <a:pt x="67432" y="138671"/>
                  <a:pt x="74081" y="131428"/>
                </a:cubicBezTo>
                <a:cubicBezTo>
                  <a:pt x="80729" y="124184"/>
                  <a:pt x="84121" y="115757"/>
                  <a:pt x="84256" y="106145"/>
                </a:cubicBezTo>
                <a:cubicBezTo>
                  <a:pt x="84256" y="97369"/>
                  <a:pt x="80729" y="91310"/>
                  <a:pt x="73674" y="87967"/>
                </a:cubicBezTo>
                <a:cubicBezTo>
                  <a:pt x="59292" y="84206"/>
                  <a:pt x="50065" y="81629"/>
                  <a:pt x="45995" y="80236"/>
                </a:cubicBezTo>
                <a:cubicBezTo>
                  <a:pt x="41925" y="78843"/>
                  <a:pt x="39075" y="77450"/>
                  <a:pt x="37447" y="76057"/>
                </a:cubicBezTo>
                <a:cubicBezTo>
                  <a:pt x="29307" y="70206"/>
                  <a:pt x="25236" y="61779"/>
                  <a:pt x="25236" y="50774"/>
                </a:cubicBezTo>
                <a:cubicBezTo>
                  <a:pt x="25236" y="42277"/>
                  <a:pt x="27407" y="34546"/>
                  <a:pt x="31749" y="27581"/>
                </a:cubicBezTo>
                <a:cubicBezTo>
                  <a:pt x="36091" y="20616"/>
                  <a:pt x="40500" y="15392"/>
                  <a:pt x="44977" y="11910"/>
                </a:cubicBezTo>
                <a:cubicBezTo>
                  <a:pt x="48912" y="8428"/>
                  <a:pt x="53661" y="5642"/>
                  <a:pt x="59224" y="3552"/>
                </a:cubicBezTo>
                <a:cubicBezTo>
                  <a:pt x="64787" y="1463"/>
                  <a:pt x="69128" y="348"/>
                  <a:pt x="72249" y="209"/>
                </a:cubicBezTo>
                <a:lnTo>
                  <a:pt x="74488" y="209"/>
                </a:lnTo>
                <a:lnTo>
                  <a:pt x="75912" y="209"/>
                </a:lnTo>
                <a:cubicBezTo>
                  <a:pt x="88937" y="209"/>
                  <a:pt x="98367" y="4666"/>
                  <a:pt x="104201" y="13582"/>
                </a:cubicBezTo>
                <a:cubicBezTo>
                  <a:pt x="104337" y="13582"/>
                  <a:pt x="105219" y="12676"/>
                  <a:pt x="106847" y="10865"/>
                </a:cubicBezTo>
                <a:cubicBezTo>
                  <a:pt x="108475" y="9054"/>
                  <a:pt x="110239" y="7035"/>
                  <a:pt x="112138" y="4806"/>
                </a:cubicBezTo>
                <a:cubicBezTo>
                  <a:pt x="114038" y="2577"/>
                  <a:pt x="115395" y="1045"/>
                  <a:pt x="116209" y="209"/>
                </a:cubicBezTo>
                <a:cubicBezTo>
                  <a:pt x="116344" y="209"/>
                  <a:pt x="116616" y="209"/>
                  <a:pt x="117023" y="209"/>
                </a:cubicBezTo>
                <a:cubicBezTo>
                  <a:pt x="117430" y="209"/>
                  <a:pt x="117769" y="139"/>
                  <a:pt x="118040" y="0"/>
                </a:cubicBezTo>
                <a:cubicBezTo>
                  <a:pt x="119804" y="0"/>
                  <a:pt x="120686" y="488"/>
                  <a:pt x="120686" y="1463"/>
                </a:cubicBezTo>
                <a:cubicBezTo>
                  <a:pt x="120686" y="2438"/>
                  <a:pt x="118787" y="10865"/>
                  <a:pt x="114988" y="26745"/>
                </a:cubicBezTo>
                <a:cubicBezTo>
                  <a:pt x="111189" y="42625"/>
                  <a:pt x="109018" y="50844"/>
                  <a:pt x="108475" y="51401"/>
                </a:cubicBezTo>
                <a:cubicBezTo>
                  <a:pt x="107932" y="51958"/>
                  <a:pt x="106847" y="52167"/>
                  <a:pt x="105219" y="52028"/>
                </a:cubicBezTo>
                <a:cubicBezTo>
                  <a:pt x="102505" y="52028"/>
                  <a:pt x="101148" y="51401"/>
                  <a:pt x="101148" y="50147"/>
                </a:cubicBezTo>
                <a:cubicBezTo>
                  <a:pt x="101148" y="49312"/>
                  <a:pt x="101216" y="48615"/>
                  <a:pt x="101352" y="48058"/>
                </a:cubicBezTo>
                <a:cubicBezTo>
                  <a:pt x="101352" y="47640"/>
                  <a:pt x="101420" y="46317"/>
                  <a:pt x="101555" y="44088"/>
                </a:cubicBezTo>
                <a:cubicBezTo>
                  <a:pt x="101691" y="41859"/>
                  <a:pt x="101827" y="40048"/>
                  <a:pt x="101963" y="38655"/>
                </a:cubicBezTo>
                <a:cubicBezTo>
                  <a:pt x="101963" y="33919"/>
                  <a:pt x="101352" y="29810"/>
                  <a:pt x="100131" y="26327"/>
                </a:cubicBezTo>
                <a:cubicBezTo>
                  <a:pt x="98910" y="22845"/>
                  <a:pt x="97689" y="20268"/>
                  <a:pt x="96468" y="18596"/>
                </a:cubicBezTo>
                <a:cubicBezTo>
                  <a:pt x="95246" y="16925"/>
                  <a:pt x="93550" y="15184"/>
                  <a:pt x="91380" y="13373"/>
                </a:cubicBezTo>
                <a:cubicBezTo>
                  <a:pt x="86495" y="10447"/>
                  <a:pt x="80932" y="8985"/>
                  <a:pt x="74691" y="8985"/>
                </a:cubicBezTo>
                <a:cubicBezTo>
                  <a:pt x="66957" y="8985"/>
                  <a:pt x="59766" y="12189"/>
                  <a:pt x="53118" y="18596"/>
                </a:cubicBezTo>
                <a:cubicBezTo>
                  <a:pt x="46470" y="25004"/>
                  <a:pt x="43078" y="32387"/>
                  <a:pt x="42942" y="40745"/>
                </a:cubicBezTo>
                <a:cubicBezTo>
                  <a:pt x="42942" y="44924"/>
                  <a:pt x="43960" y="48545"/>
                  <a:pt x="45995" y="51610"/>
                </a:cubicBezTo>
                <a:cubicBezTo>
                  <a:pt x="48030" y="54675"/>
                  <a:pt x="50812" y="56834"/>
                  <a:pt x="54339" y="58087"/>
                </a:cubicBezTo>
                <a:cubicBezTo>
                  <a:pt x="54882" y="58366"/>
                  <a:pt x="59631" y="59689"/>
                  <a:pt x="68586" y="62057"/>
                </a:cubicBezTo>
                <a:cubicBezTo>
                  <a:pt x="77540" y="64425"/>
                  <a:pt x="82086" y="65679"/>
                  <a:pt x="82221" y="65818"/>
                </a:cubicBezTo>
                <a:cubicBezTo>
                  <a:pt x="86834" y="67351"/>
                  <a:pt x="91312" y="70694"/>
                  <a:pt x="95653" y="75848"/>
                </a:cubicBezTo>
                <a:cubicBezTo>
                  <a:pt x="99995" y="81002"/>
                  <a:pt x="102166" y="87967"/>
                  <a:pt x="102166" y="96743"/>
                </a:cubicBezTo>
                <a:cubicBezTo>
                  <a:pt x="102166" y="100364"/>
                  <a:pt x="101623" y="104265"/>
                  <a:pt x="100538" y="108444"/>
                </a:cubicBezTo>
                <a:cubicBezTo>
                  <a:pt x="99860" y="111508"/>
                  <a:pt x="98638" y="114921"/>
                  <a:pt x="96875" y="118682"/>
                </a:cubicBezTo>
                <a:cubicBezTo>
                  <a:pt x="95111" y="122443"/>
                  <a:pt x="92669" y="126552"/>
                  <a:pt x="89548" y="131010"/>
                </a:cubicBezTo>
                <a:cubicBezTo>
                  <a:pt x="86427" y="135468"/>
                  <a:pt x="81950" y="139646"/>
                  <a:pt x="76116" y="143547"/>
                </a:cubicBezTo>
                <a:cubicBezTo>
                  <a:pt x="70282" y="147447"/>
                  <a:pt x="63905" y="150094"/>
                  <a:pt x="56985" y="151487"/>
                </a:cubicBezTo>
                <a:cubicBezTo>
                  <a:pt x="55357" y="151765"/>
                  <a:pt x="53050" y="151905"/>
                  <a:pt x="50065" y="151905"/>
                </a:cubicBezTo>
                <a:cubicBezTo>
                  <a:pt x="36633" y="151905"/>
                  <a:pt x="26186" y="148074"/>
                  <a:pt x="18724" y="140413"/>
                </a:cubicBezTo>
                <a:lnTo>
                  <a:pt x="16688" y="138114"/>
                </a:lnTo>
                <a:lnTo>
                  <a:pt x="10990" y="144592"/>
                </a:lnTo>
                <a:cubicBezTo>
                  <a:pt x="7869" y="148353"/>
                  <a:pt x="5970" y="150512"/>
                  <a:pt x="5291" y="151069"/>
                </a:cubicBezTo>
                <a:cubicBezTo>
                  <a:pt x="4613" y="151626"/>
                  <a:pt x="3731" y="151905"/>
                  <a:pt x="2646" y="151905"/>
                </a:cubicBezTo>
                <a:cubicBezTo>
                  <a:pt x="882" y="151905"/>
                  <a:pt x="0" y="151348"/>
                  <a:pt x="0" y="150233"/>
                </a:cubicBezTo>
                <a:cubicBezTo>
                  <a:pt x="0" y="149815"/>
                  <a:pt x="3935" y="133448"/>
                  <a:pt x="11804" y="101131"/>
                </a:cubicBezTo>
                <a:cubicBezTo>
                  <a:pt x="12075" y="100295"/>
                  <a:pt x="13432" y="99877"/>
                  <a:pt x="15874" y="99877"/>
                </a:cubicBezTo>
                <a:lnTo>
                  <a:pt x="18520" y="99877"/>
                </a:lnTo>
                <a:cubicBezTo>
                  <a:pt x="19334" y="100713"/>
                  <a:pt x="19741" y="101479"/>
                  <a:pt x="19741" y="102175"/>
                </a:cubicBezTo>
                <a:cubicBezTo>
                  <a:pt x="19741" y="102454"/>
                  <a:pt x="19673" y="103081"/>
                  <a:pt x="19538" y="104056"/>
                </a:cubicBezTo>
                <a:cubicBezTo>
                  <a:pt x="19402" y="105031"/>
                  <a:pt x="19131" y="106493"/>
                  <a:pt x="18724" y="108444"/>
                </a:cubicBezTo>
                <a:cubicBezTo>
                  <a:pt x="18317" y="110394"/>
                  <a:pt x="18181" y="112692"/>
                  <a:pt x="18317" y="115339"/>
                </a:cubicBezTo>
                <a:cubicBezTo>
                  <a:pt x="18588" y="120772"/>
                  <a:pt x="19809" y="125368"/>
                  <a:pt x="21980" y="129129"/>
                </a:cubicBezTo>
                <a:cubicBezTo>
                  <a:pt x="24151" y="132891"/>
                  <a:pt x="27068" y="135676"/>
                  <a:pt x="30731" y="137487"/>
                </a:cubicBezTo>
                <a:cubicBezTo>
                  <a:pt x="34395" y="139298"/>
                  <a:pt x="37922" y="140552"/>
                  <a:pt x="41314" y="141248"/>
                </a:cubicBezTo>
                <a:cubicBezTo>
                  <a:pt x="44706" y="141945"/>
                  <a:pt x="48302" y="142293"/>
                  <a:pt x="52101" y="1422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5B9547-7CA5-4E8B-BDA0-CC1E440A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299" y="2420231"/>
            <a:ext cx="80525" cy="94932"/>
          </a:xfrm>
          <a:custGeom xmlns:a="http://schemas.openxmlformats.org/drawingml/2006/main">
            <a:pathLst>
              <a:path w="80525" h="94932">
                <a:moveTo>
                  <a:pt x="0" y="59132"/>
                </a:moveTo>
                <a:cubicBezTo>
                  <a:pt x="0" y="43949"/>
                  <a:pt x="5834" y="30297"/>
                  <a:pt x="17503" y="18178"/>
                </a:cubicBezTo>
                <a:cubicBezTo>
                  <a:pt x="29171" y="6059"/>
                  <a:pt x="41789" y="0"/>
                  <a:pt x="55357" y="0"/>
                </a:cubicBezTo>
                <a:cubicBezTo>
                  <a:pt x="62955" y="0"/>
                  <a:pt x="68925" y="1672"/>
                  <a:pt x="73266" y="5015"/>
                </a:cubicBezTo>
                <a:cubicBezTo>
                  <a:pt x="77608" y="8358"/>
                  <a:pt x="79847" y="12746"/>
                  <a:pt x="79983" y="18178"/>
                </a:cubicBezTo>
                <a:cubicBezTo>
                  <a:pt x="79983" y="22218"/>
                  <a:pt x="78694" y="25631"/>
                  <a:pt x="76116" y="28417"/>
                </a:cubicBezTo>
                <a:cubicBezTo>
                  <a:pt x="73538" y="31203"/>
                  <a:pt x="70282" y="32665"/>
                  <a:pt x="66347" y="32805"/>
                </a:cubicBezTo>
                <a:cubicBezTo>
                  <a:pt x="63769" y="32805"/>
                  <a:pt x="61734" y="32108"/>
                  <a:pt x="60241" y="30715"/>
                </a:cubicBezTo>
                <a:cubicBezTo>
                  <a:pt x="58749" y="29322"/>
                  <a:pt x="58003" y="27233"/>
                  <a:pt x="58003" y="24447"/>
                </a:cubicBezTo>
                <a:cubicBezTo>
                  <a:pt x="58003" y="21661"/>
                  <a:pt x="58749" y="19293"/>
                  <a:pt x="60241" y="17343"/>
                </a:cubicBezTo>
                <a:cubicBezTo>
                  <a:pt x="61734" y="15392"/>
                  <a:pt x="63226" y="13930"/>
                  <a:pt x="64719" y="12955"/>
                </a:cubicBezTo>
                <a:cubicBezTo>
                  <a:pt x="66211" y="11980"/>
                  <a:pt x="67161" y="11562"/>
                  <a:pt x="67568" y="11701"/>
                </a:cubicBezTo>
                <a:lnTo>
                  <a:pt x="67771" y="11701"/>
                </a:lnTo>
                <a:cubicBezTo>
                  <a:pt x="67771" y="11422"/>
                  <a:pt x="67364" y="11005"/>
                  <a:pt x="66550" y="10447"/>
                </a:cubicBezTo>
                <a:cubicBezTo>
                  <a:pt x="65736" y="9890"/>
                  <a:pt x="64312" y="9333"/>
                  <a:pt x="62277" y="8776"/>
                </a:cubicBezTo>
                <a:cubicBezTo>
                  <a:pt x="60241" y="8219"/>
                  <a:pt x="57935" y="7940"/>
                  <a:pt x="55357" y="7940"/>
                </a:cubicBezTo>
                <a:cubicBezTo>
                  <a:pt x="51287" y="7940"/>
                  <a:pt x="47420" y="8915"/>
                  <a:pt x="43756" y="10865"/>
                </a:cubicBezTo>
                <a:cubicBezTo>
                  <a:pt x="40907" y="12119"/>
                  <a:pt x="37990" y="14278"/>
                  <a:pt x="35005" y="17343"/>
                </a:cubicBezTo>
                <a:cubicBezTo>
                  <a:pt x="29035" y="23472"/>
                  <a:pt x="24694" y="32108"/>
                  <a:pt x="21980" y="43252"/>
                </a:cubicBezTo>
                <a:cubicBezTo>
                  <a:pt x="19266" y="54396"/>
                  <a:pt x="17842" y="62475"/>
                  <a:pt x="17706" y="67490"/>
                </a:cubicBezTo>
                <a:cubicBezTo>
                  <a:pt x="17706" y="73898"/>
                  <a:pt x="19470" y="78703"/>
                  <a:pt x="22998" y="81907"/>
                </a:cubicBezTo>
                <a:cubicBezTo>
                  <a:pt x="25982" y="85251"/>
                  <a:pt x="29917" y="86922"/>
                  <a:pt x="34802" y="86922"/>
                </a:cubicBezTo>
                <a:lnTo>
                  <a:pt x="35616" y="86922"/>
                </a:lnTo>
                <a:cubicBezTo>
                  <a:pt x="50812" y="86922"/>
                  <a:pt x="63362" y="81002"/>
                  <a:pt x="73266" y="69162"/>
                </a:cubicBezTo>
                <a:cubicBezTo>
                  <a:pt x="74488" y="67769"/>
                  <a:pt x="75302" y="67072"/>
                  <a:pt x="75709" y="67072"/>
                </a:cubicBezTo>
                <a:cubicBezTo>
                  <a:pt x="76251" y="67072"/>
                  <a:pt x="77133" y="67699"/>
                  <a:pt x="78354" y="68953"/>
                </a:cubicBezTo>
                <a:cubicBezTo>
                  <a:pt x="79576" y="70206"/>
                  <a:pt x="80254" y="71181"/>
                  <a:pt x="80390" y="71878"/>
                </a:cubicBezTo>
                <a:cubicBezTo>
                  <a:pt x="80525" y="72574"/>
                  <a:pt x="79915" y="73619"/>
                  <a:pt x="78558" y="75012"/>
                </a:cubicBezTo>
                <a:cubicBezTo>
                  <a:pt x="77201" y="76405"/>
                  <a:pt x="75234" y="78355"/>
                  <a:pt x="72656" y="80863"/>
                </a:cubicBezTo>
                <a:cubicBezTo>
                  <a:pt x="70078" y="83370"/>
                  <a:pt x="67025" y="85459"/>
                  <a:pt x="63498" y="87131"/>
                </a:cubicBezTo>
                <a:cubicBezTo>
                  <a:pt x="59970" y="88803"/>
                  <a:pt x="55628" y="90544"/>
                  <a:pt x="50472" y="92355"/>
                </a:cubicBezTo>
                <a:cubicBezTo>
                  <a:pt x="45317" y="94166"/>
                  <a:pt x="39890" y="94932"/>
                  <a:pt x="34191" y="94653"/>
                </a:cubicBezTo>
                <a:cubicBezTo>
                  <a:pt x="24015" y="94653"/>
                  <a:pt x="15807" y="91310"/>
                  <a:pt x="9565" y="84624"/>
                </a:cubicBezTo>
                <a:cubicBezTo>
                  <a:pt x="3324" y="77937"/>
                  <a:pt x="136" y="69440"/>
                  <a:pt x="0" y="591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5D7D50-255C-4702-8317-898359F5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299" y="2420231"/>
            <a:ext cx="80525" cy="94932"/>
          </a:xfrm>
          <a:custGeom xmlns:a="http://schemas.openxmlformats.org/drawingml/2006/main">
            <a:pathLst>
              <a:path w="80525" h="94932" fill="none">
                <a:moveTo>
                  <a:pt x="0" y="59132"/>
                </a:moveTo>
                <a:cubicBezTo>
                  <a:pt x="0" y="43949"/>
                  <a:pt x="5834" y="30297"/>
                  <a:pt x="17503" y="18178"/>
                </a:cubicBezTo>
                <a:cubicBezTo>
                  <a:pt x="29171" y="6059"/>
                  <a:pt x="41789" y="0"/>
                  <a:pt x="55357" y="0"/>
                </a:cubicBezTo>
                <a:cubicBezTo>
                  <a:pt x="62955" y="0"/>
                  <a:pt x="68925" y="1672"/>
                  <a:pt x="73266" y="5015"/>
                </a:cubicBezTo>
                <a:cubicBezTo>
                  <a:pt x="77608" y="8358"/>
                  <a:pt x="79847" y="12746"/>
                  <a:pt x="79983" y="18178"/>
                </a:cubicBezTo>
                <a:cubicBezTo>
                  <a:pt x="79983" y="22218"/>
                  <a:pt x="78694" y="25631"/>
                  <a:pt x="76116" y="28417"/>
                </a:cubicBezTo>
                <a:cubicBezTo>
                  <a:pt x="73538" y="31203"/>
                  <a:pt x="70282" y="32665"/>
                  <a:pt x="66347" y="32805"/>
                </a:cubicBezTo>
                <a:cubicBezTo>
                  <a:pt x="63769" y="32805"/>
                  <a:pt x="61734" y="32108"/>
                  <a:pt x="60241" y="30715"/>
                </a:cubicBezTo>
                <a:cubicBezTo>
                  <a:pt x="58749" y="29322"/>
                  <a:pt x="58003" y="27233"/>
                  <a:pt x="58003" y="24447"/>
                </a:cubicBezTo>
                <a:cubicBezTo>
                  <a:pt x="58003" y="21661"/>
                  <a:pt x="58749" y="19293"/>
                  <a:pt x="60241" y="17343"/>
                </a:cubicBezTo>
                <a:cubicBezTo>
                  <a:pt x="61734" y="15392"/>
                  <a:pt x="63226" y="13930"/>
                  <a:pt x="64719" y="12955"/>
                </a:cubicBezTo>
                <a:cubicBezTo>
                  <a:pt x="66211" y="11980"/>
                  <a:pt x="67161" y="11562"/>
                  <a:pt x="67568" y="11701"/>
                </a:cubicBezTo>
                <a:lnTo>
                  <a:pt x="67771" y="11701"/>
                </a:lnTo>
                <a:cubicBezTo>
                  <a:pt x="67771" y="11422"/>
                  <a:pt x="67364" y="11005"/>
                  <a:pt x="66550" y="10447"/>
                </a:cubicBezTo>
                <a:cubicBezTo>
                  <a:pt x="65736" y="9890"/>
                  <a:pt x="64312" y="9333"/>
                  <a:pt x="62277" y="8776"/>
                </a:cubicBezTo>
                <a:cubicBezTo>
                  <a:pt x="60241" y="8219"/>
                  <a:pt x="57935" y="7940"/>
                  <a:pt x="55357" y="7940"/>
                </a:cubicBezTo>
                <a:cubicBezTo>
                  <a:pt x="51287" y="7940"/>
                  <a:pt x="47420" y="8915"/>
                  <a:pt x="43756" y="10865"/>
                </a:cubicBezTo>
                <a:cubicBezTo>
                  <a:pt x="40907" y="12119"/>
                  <a:pt x="37990" y="14278"/>
                  <a:pt x="35005" y="17343"/>
                </a:cubicBezTo>
                <a:cubicBezTo>
                  <a:pt x="29035" y="23472"/>
                  <a:pt x="24694" y="32108"/>
                  <a:pt x="21980" y="43252"/>
                </a:cubicBezTo>
                <a:cubicBezTo>
                  <a:pt x="19266" y="54396"/>
                  <a:pt x="17842" y="62475"/>
                  <a:pt x="17706" y="67490"/>
                </a:cubicBezTo>
                <a:cubicBezTo>
                  <a:pt x="17706" y="73898"/>
                  <a:pt x="19470" y="78703"/>
                  <a:pt x="22998" y="81907"/>
                </a:cubicBezTo>
                <a:cubicBezTo>
                  <a:pt x="25982" y="85251"/>
                  <a:pt x="29917" y="86922"/>
                  <a:pt x="34802" y="86922"/>
                </a:cubicBezTo>
                <a:lnTo>
                  <a:pt x="35616" y="86922"/>
                </a:lnTo>
                <a:cubicBezTo>
                  <a:pt x="50812" y="86922"/>
                  <a:pt x="63362" y="81002"/>
                  <a:pt x="73266" y="69162"/>
                </a:cubicBezTo>
                <a:cubicBezTo>
                  <a:pt x="74488" y="67769"/>
                  <a:pt x="75302" y="67072"/>
                  <a:pt x="75709" y="67072"/>
                </a:cubicBezTo>
                <a:cubicBezTo>
                  <a:pt x="76251" y="67072"/>
                  <a:pt x="77133" y="67699"/>
                  <a:pt x="78354" y="68953"/>
                </a:cubicBezTo>
                <a:cubicBezTo>
                  <a:pt x="79576" y="70206"/>
                  <a:pt x="80254" y="71181"/>
                  <a:pt x="80390" y="71878"/>
                </a:cubicBezTo>
                <a:cubicBezTo>
                  <a:pt x="80525" y="72574"/>
                  <a:pt x="79915" y="73619"/>
                  <a:pt x="78558" y="75012"/>
                </a:cubicBezTo>
                <a:cubicBezTo>
                  <a:pt x="77201" y="76405"/>
                  <a:pt x="75234" y="78355"/>
                  <a:pt x="72656" y="80863"/>
                </a:cubicBezTo>
                <a:cubicBezTo>
                  <a:pt x="70078" y="83370"/>
                  <a:pt x="67025" y="85459"/>
                  <a:pt x="63498" y="87131"/>
                </a:cubicBezTo>
                <a:cubicBezTo>
                  <a:pt x="59970" y="88803"/>
                  <a:pt x="55628" y="90544"/>
                  <a:pt x="50472" y="92355"/>
                </a:cubicBezTo>
                <a:cubicBezTo>
                  <a:pt x="45317" y="94166"/>
                  <a:pt x="39890" y="94932"/>
                  <a:pt x="34191" y="94653"/>
                </a:cubicBezTo>
                <a:cubicBezTo>
                  <a:pt x="24015" y="94653"/>
                  <a:pt x="15807" y="91310"/>
                  <a:pt x="9565" y="84624"/>
                </a:cubicBezTo>
                <a:cubicBezTo>
                  <a:pt x="3324" y="77937"/>
                  <a:pt x="136" y="69440"/>
                  <a:pt x="0" y="591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216D74-8173-4E39-9BE6-26E1C7C9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218" y="2420440"/>
            <a:ext cx="96264" cy="94235"/>
          </a:xfrm>
          <a:custGeom xmlns:a="http://schemas.openxmlformats.org/drawingml/2006/main">
            <a:pathLst>
              <a:path w="96264" h="94235">
                <a:moveTo>
                  <a:pt x="0" y="59341"/>
                </a:moveTo>
                <a:cubicBezTo>
                  <a:pt x="0" y="45272"/>
                  <a:pt x="5156" y="31899"/>
                  <a:pt x="15467" y="19223"/>
                </a:cubicBezTo>
                <a:cubicBezTo>
                  <a:pt x="25779" y="6547"/>
                  <a:pt x="37379" y="139"/>
                  <a:pt x="50269" y="0"/>
                </a:cubicBezTo>
                <a:cubicBezTo>
                  <a:pt x="57189" y="0"/>
                  <a:pt x="63294" y="3413"/>
                  <a:pt x="68586" y="10238"/>
                </a:cubicBezTo>
                <a:cubicBezTo>
                  <a:pt x="70756" y="6059"/>
                  <a:pt x="73877" y="3970"/>
                  <a:pt x="77947" y="3970"/>
                </a:cubicBezTo>
                <a:cubicBezTo>
                  <a:pt x="79711" y="3970"/>
                  <a:pt x="81272" y="4527"/>
                  <a:pt x="82628" y="5642"/>
                </a:cubicBezTo>
                <a:cubicBezTo>
                  <a:pt x="83985" y="6756"/>
                  <a:pt x="84663" y="8149"/>
                  <a:pt x="84663" y="9821"/>
                </a:cubicBezTo>
                <a:cubicBezTo>
                  <a:pt x="84663" y="11631"/>
                  <a:pt x="82153" y="22775"/>
                  <a:pt x="77133" y="43252"/>
                </a:cubicBezTo>
                <a:cubicBezTo>
                  <a:pt x="72113" y="63729"/>
                  <a:pt x="69535" y="75291"/>
                  <a:pt x="69400" y="77937"/>
                </a:cubicBezTo>
                <a:cubicBezTo>
                  <a:pt x="69400" y="81420"/>
                  <a:pt x="69875" y="83718"/>
                  <a:pt x="70824" y="84833"/>
                </a:cubicBezTo>
                <a:cubicBezTo>
                  <a:pt x="71774" y="85947"/>
                  <a:pt x="73199" y="86574"/>
                  <a:pt x="75098" y="86713"/>
                </a:cubicBezTo>
                <a:cubicBezTo>
                  <a:pt x="76319" y="86574"/>
                  <a:pt x="77676" y="85947"/>
                  <a:pt x="79169" y="84833"/>
                </a:cubicBezTo>
                <a:cubicBezTo>
                  <a:pt x="82018" y="82047"/>
                  <a:pt x="84799" y="75360"/>
                  <a:pt x="87513" y="64774"/>
                </a:cubicBezTo>
                <a:cubicBezTo>
                  <a:pt x="88327" y="61988"/>
                  <a:pt x="89005" y="60525"/>
                  <a:pt x="89548" y="60386"/>
                </a:cubicBezTo>
                <a:cubicBezTo>
                  <a:pt x="89819" y="60246"/>
                  <a:pt x="90498" y="60177"/>
                  <a:pt x="91583" y="60177"/>
                </a:cubicBezTo>
                <a:lnTo>
                  <a:pt x="92397" y="60177"/>
                </a:lnTo>
                <a:cubicBezTo>
                  <a:pt x="94975" y="60177"/>
                  <a:pt x="96264" y="60804"/>
                  <a:pt x="96264" y="62057"/>
                </a:cubicBezTo>
                <a:cubicBezTo>
                  <a:pt x="96264" y="62893"/>
                  <a:pt x="95925" y="64774"/>
                  <a:pt x="95246" y="67699"/>
                </a:cubicBezTo>
                <a:cubicBezTo>
                  <a:pt x="94568" y="70624"/>
                  <a:pt x="93211" y="74385"/>
                  <a:pt x="91176" y="78982"/>
                </a:cubicBezTo>
                <a:cubicBezTo>
                  <a:pt x="89141" y="83579"/>
                  <a:pt x="86970" y="87061"/>
                  <a:pt x="84663" y="89429"/>
                </a:cubicBezTo>
                <a:cubicBezTo>
                  <a:pt x="82900" y="91240"/>
                  <a:pt x="80729" y="92703"/>
                  <a:pt x="78151" y="93817"/>
                </a:cubicBezTo>
                <a:cubicBezTo>
                  <a:pt x="77065" y="94096"/>
                  <a:pt x="75437" y="94235"/>
                  <a:pt x="73266" y="94235"/>
                </a:cubicBezTo>
                <a:cubicBezTo>
                  <a:pt x="68653" y="94235"/>
                  <a:pt x="64787" y="93191"/>
                  <a:pt x="61666" y="91101"/>
                </a:cubicBezTo>
                <a:cubicBezTo>
                  <a:pt x="58545" y="89012"/>
                  <a:pt x="56510" y="86852"/>
                  <a:pt x="55560" y="84624"/>
                </a:cubicBezTo>
                <a:lnTo>
                  <a:pt x="54339" y="81489"/>
                </a:lnTo>
                <a:cubicBezTo>
                  <a:pt x="54204" y="81350"/>
                  <a:pt x="53932" y="81420"/>
                  <a:pt x="53525" y="81698"/>
                </a:cubicBezTo>
                <a:cubicBezTo>
                  <a:pt x="53254" y="81977"/>
                  <a:pt x="52983" y="82256"/>
                  <a:pt x="52711" y="82534"/>
                </a:cubicBezTo>
                <a:cubicBezTo>
                  <a:pt x="44706" y="90335"/>
                  <a:pt x="36565" y="94235"/>
                  <a:pt x="28289" y="94235"/>
                </a:cubicBezTo>
                <a:cubicBezTo>
                  <a:pt x="20827" y="94235"/>
                  <a:pt x="14246" y="91449"/>
                  <a:pt x="8548" y="85877"/>
                </a:cubicBezTo>
                <a:cubicBezTo>
                  <a:pt x="2849" y="80305"/>
                  <a:pt x="0" y="71460"/>
                  <a:pt x="0" y="59341"/>
                </a:cubicBezTo>
                <a:close/>
                <a:moveTo>
                  <a:pt x="64719" y="23611"/>
                </a:moveTo>
                <a:cubicBezTo>
                  <a:pt x="64719" y="22775"/>
                  <a:pt x="64380" y="21243"/>
                  <a:pt x="63701" y="19014"/>
                </a:cubicBezTo>
                <a:cubicBezTo>
                  <a:pt x="63023" y="16785"/>
                  <a:pt x="61462" y="14348"/>
                  <a:pt x="59020" y="11701"/>
                </a:cubicBezTo>
                <a:cubicBezTo>
                  <a:pt x="56578" y="9054"/>
                  <a:pt x="53457" y="7661"/>
                  <a:pt x="49658" y="7522"/>
                </a:cubicBezTo>
                <a:cubicBezTo>
                  <a:pt x="44910" y="7522"/>
                  <a:pt x="40364" y="9681"/>
                  <a:pt x="36023" y="13999"/>
                </a:cubicBezTo>
                <a:cubicBezTo>
                  <a:pt x="31681" y="18318"/>
                  <a:pt x="28289" y="23959"/>
                  <a:pt x="25847" y="30924"/>
                </a:cubicBezTo>
                <a:cubicBezTo>
                  <a:pt x="21912" y="41929"/>
                  <a:pt x="19131" y="53351"/>
                  <a:pt x="17503" y="65192"/>
                </a:cubicBezTo>
                <a:cubicBezTo>
                  <a:pt x="17503" y="65609"/>
                  <a:pt x="17503" y="66376"/>
                  <a:pt x="17503" y="67490"/>
                </a:cubicBezTo>
                <a:cubicBezTo>
                  <a:pt x="17503" y="68604"/>
                  <a:pt x="17435" y="69440"/>
                  <a:pt x="17299" y="69997"/>
                </a:cubicBezTo>
                <a:cubicBezTo>
                  <a:pt x="17299" y="76266"/>
                  <a:pt x="18520" y="80584"/>
                  <a:pt x="20962" y="82952"/>
                </a:cubicBezTo>
                <a:cubicBezTo>
                  <a:pt x="23405" y="85320"/>
                  <a:pt x="26322" y="86574"/>
                  <a:pt x="29714" y="86713"/>
                </a:cubicBezTo>
                <a:cubicBezTo>
                  <a:pt x="34869" y="86713"/>
                  <a:pt x="39957" y="84415"/>
                  <a:pt x="44977" y="79818"/>
                </a:cubicBezTo>
                <a:cubicBezTo>
                  <a:pt x="49998" y="75221"/>
                  <a:pt x="52983" y="71669"/>
                  <a:pt x="53932" y="69162"/>
                </a:cubicBezTo>
                <a:cubicBezTo>
                  <a:pt x="54204" y="68604"/>
                  <a:pt x="56035" y="61152"/>
                  <a:pt x="59427" y="46804"/>
                </a:cubicBezTo>
                <a:cubicBezTo>
                  <a:pt x="62819" y="32456"/>
                  <a:pt x="64583" y="24725"/>
                  <a:pt x="64719" y="236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EAFA06-C201-451B-ACA8-B3425817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218" y="2420440"/>
            <a:ext cx="96264" cy="94235"/>
          </a:xfrm>
          <a:custGeom xmlns:a="http://schemas.openxmlformats.org/drawingml/2006/main">
            <a:pathLst>
              <a:path w="96264" h="94235" fill="none">
                <a:moveTo>
                  <a:pt x="0" y="59341"/>
                </a:moveTo>
                <a:cubicBezTo>
                  <a:pt x="0" y="45272"/>
                  <a:pt x="5156" y="31899"/>
                  <a:pt x="15467" y="19223"/>
                </a:cubicBezTo>
                <a:cubicBezTo>
                  <a:pt x="25779" y="6547"/>
                  <a:pt x="37379" y="139"/>
                  <a:pt x="50269" y="0"/>
                </a:cubicBezTo>
                <a:cubicBezTo>
                  <a:pt x="57189" y="0"/>
                  <a:pt x="63294" y="3413"/>
                  <a:pt x="68586" y="10238"/>
                </a:cubicBezTo>
                <a:cubicBezTo>
                  <a:pt x="70756" y="6059"/>
                  <a:pt x="73877" y="3970"/>
                  <a:pt x="77947" y="3970"/>
                </a:cubicBezTo>
                <a:cubicBezTo>
                  <a:pt x="79711" y="3970"/>
                  <a:pt x="81272" y="4527"/>
                  <a:pt x="82628" y="5642"/>
                </a:cubicBezTo>
                <a:cubicBezTo>
                  <a:pt x="83985" y="6756"/>
                  <a:pt x="84663" y="8149"/>
                  <a:pt x="84663" y="9821"/>
                </a:cubicBezTo>
                <a:cubicBezTo>
                  <a:pt x="84663" y="11631"/>
                  <a:pt x="82153" y="22775"/>
                  <a:pt x="77133" y="43252"/>
                </a:cubicBezTo>
                <a:cubicBezTo>
                  <a:pt x="72113" y="63729"/>
                  <a:pt x="69535" y="75291"/>
                  <a:pt x="69400" y="77937"/>
                </a:cubicBezTo>
                <a:cubicBezTo>
                  <a:pt x="69400" y="81420"/>
                  <a:pt x="69875" y="83718"/>
                  <a:pt x="70824" y="84833"/>
                </a:cubicBezTo>
                <a:cubicBezTo>
                  <a:pt x="71774" y="85947"/>
                  <a:pt x="73199" y="86574"/>
                  <a:pt x="75098" y="86713"/>
                </a:cubicBezTo>
                <a:cubicBezTo>
                  <a:pt x="76319" y="86574"/>
                  <a:pt x="77676" y="85947"/>
                  <a:pt x="79169" y="84833"/>
                </a:cubicBezTo>
                <a:cubicBezTo>
                  <a:pt x="82018" y="82047"/>
                  <a:pt x="84799" y="75360"/>
                  <a:pt x="87513" y="64774"/>
                </a:cubicBezTo>
                <a:cubicBezTo>
                  <a:pt x="88327" y="61988"/>
                  <a:pt x="89005" y="60525"/>
                  <a:pt x="89548" y="60386"/>
                </a:cubicBezTo>
                <a:cubicBezTo>
                  <a:pt x="89819" y="60246"/>
                  <a:pt x="90498" y="60177"/>
                  <a:pt x="91583" y="60177"/>
                </a:cubicBezTo>
                <a:lnTo>
                  <a:pt x="92397" y="60177"/>
                </a:lnTo>
                <a:cubicBezTo>
                  <a:pt x="94975" y="60177"/>
                  <a:pt x="96264" y="60804"/>
                  <a:pt x="96264" y="62057"/>
                </a:cubicBezTo>
                <a:cubicBezTo>
                  <a:pt x="96264" y="62893"/>
                  <a:pt x="95925" y="64774"/>
                  <a:pt x="95246" y="67699"/>
                </a:cubicBezTo>
                <a:cubicBezTo>
                  <a:pt x="94568" y="70624"/>
                  <a:pt x="93211" y="74385"/>
                  <a:pt x="91176" y="78982"/>
                </a:cubicBezTo>
                <a:cubicBezTo>
                  <a:pt x="89141" y="83579"/>
                  <a:pt x="86970" y="87061"/>
                  <a:pt x="84663" y="89429"/>
                </a:cubicBezTo>
                <a:cubicBezTo>
                  <a:pt x="82900" y="91240"/>
                  <a:pt x="80729" y="92703"/>
                  <a:pt x="78151" y="93817"/>
                </a:cubicBezTo>
                <a:cubicBezTo>
                  <a:pt x="77065" y="94096"/>
                  <a:pt x="75437" y="94235"/>
                  <a:pt x="73266" y="94235"/>
                </a:cubicBezTo>
                <a:cubicBezTo>
                  <a:pt x="68653" y="94235"/>
                  <a:pt x="64787" y="93191"/>
                  <a:pt x="61666" y="91101"/>
                </a:cubicBezTo>
                <a:cubicBezTo>
                  <a:pt x="58545" y="89012"/>
                  <a:pt x="56510" y="86852"/>
                  <a:pt x="55560" y="84624"/>
                </a:cubicBezTo>
                <a:lnTo>
                  <a:pt x="54339" y="81489"/>
                </a:lnTo>
                <a:cubicBezTo>
                  <a:pt x="54204" y="81350"/>
                  <a:pt x="53932" y="81420"/>
                  <a:pt x="53525" y="81698"/>
                </a:cubicBezTo>
                <a:cubicBezTo>
                  <a:pt x="53254" y="81977"/>
                  <a:pt x="52983" y="82256"/>
                  <a:pt x="52711" y="82534"/>
                </a:cubicBezTo>
                <a:cubicBezTo>
                  <a:pt x="44706" y="90335"/>
                  <a:pt x="36565" y="94235"/>
                  <a:pt x="28289" y="94235"/>
                </a:cubicBezTo>
                <a:cubicBezTo>
                  <a:pt x="20827" y="94235"/>
                  <a:pt x="14246" y="91449"/>
                  <a:pt x="8548" y="85877"/>
                </a:cubicBezTo>
                <a:cubicBezTo>
                  <a:pt x="2849" y="80305"/>
                  <a:pt x="0" y="71460"/>
                  <a:pt x="0" y="59341"/>
                </a:cubicBezTo>
                <a:close/>
                <a:moveTo>
                  <a:pt x="64719" y="23611"/>
                </a:moveTo>
                <a:cubicBezTo>
                  <a:pt x="64719" y="22775"/>
                  <a:pt x="64380" y="21243"/>
                  <a:pt x="63701" y="19014"/>
                </a:cubicBezTo>
                <a:cubicBezTo>
                  <a:pt x="63023" y="16785"/>
                  <a:pt x="61462" y="14348"/>
                  <a:pt x="59020" y="11701"/>
                </a:cubicBezTo>
                <a:cubicBezTo>
                  <a:pt x="56578" y="9054"/>
                  <a:pt x="53457" y="7661"/>
                  <a:pt x="49658" y="7522"/>
                </a:cubicBezTo>
                <a:cubicBezTo>
                  <a:pt x="44910" y="7522"/>
                  <a:pt x="40364" y="9681"/>
                  <a:pt x="36023" y="13999"/>
                </a:cubicBezTo>
                <a:cubicBezTo>
                  <a:pt x="31681" y="18318"/>
                  <a:pt x="28289" y="23959"/>
                  <a:pt x="25847" y="30924"/>
                </a:cubicBezTo>
                <a:cubicBezTo>
                  <a:pt x="21912" y="41929"/>
                  <a:pt x="19131" y="53351"/>
                  <a:pt x="17503" y="65192"/>
                </a:cubicBezTo>
                <a:cubicBezTo>
                  <a:pt x="17503" y="65609"/>
                  <a:pt x="17503" y="66376"/>
                  <a:pt x="17503" y="67490"/>
                </a:cubicBezTo>
                <a:cubicBezTo>
                  <a:pt x="17503" y="68604"/>
                  <a:pt x="17435" y="69440"/>
                  <a:pt x="17299" y="69997"/>
                </a:cubicBezTo>
                <a:cubicBezTo>
                  <a:pt x="17299" y="76266"/>
                  <a:pt x="18520" y="80584"/>
                  <a:pt x="20962" y="82952"/>
                </a:cubicBezTo>
                <a:cubicBezTo>
                  <a:pt x="23405" y="85320"/>
                  <a:pt x="26322" y="86574"/>
                  <a:pt x="29714" y="86713"/>
                </a:cubicBezTo>
                <a:cubicBezTo>
                  <a:pt x="34869" y="86713"/>
                  <a:pt x="39957" y="84415"/>
                  <a:pt x="44977" y="79818"/>
                </a:cubicBezTo>
                <a:cubicBezTo>
                  <a:pt x="49998" y="75221"/>
                  <a:pt x="52983" y="71669"/>
                  <a:pt x="53932" y="69162"/>
                </a:cubicBezTo>
                <a:cubicBezTo>
                  <a:pt x="54204" y="68604"/>
                  <a:pt x="56035" y="61152"/>
                  <a:pt x="59427" y="46804"/>
                </a:cubicBezTo>
                <a:cubicBezTo>
                  <a:pt x="62819" y="32456"/>
                  <a:pt x="64583" y="24725"/>
                  <a:pt x="64719" y="2361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A67A63-B2C0-4964-9F3E-6FCAA749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030" y="2381784"/>
            <a:ext cx="63294" cy="133099"/>
          </a:xfrm>
          <a:custGeom xmlns:a="http://schemas.openxmlformats.org/drawingml/2006/main">
            <a:pathLst>
              <a:path w="63294" h="133099">
                <a:moveTo>
                  <a:pt x="1425" y="50356"/>
                </a:moveTo>
                <a:cubicBezTo>
                  <a:pt x="475" y="49381"/>
                  <a:pt x="0" y="48685"/>
                  <a:pt x="0" y="48267"/>
                </a:cubicBezTo>
                <a:cubicBezTo>
                  <a:pt x="0" y="47710"/>
                  <a:pt x="204" y="46595"/>
                  <a:pt x="611" y="44924"/>
                </a:cubicBezTo>
                <a:cubicBezTo>
                  <a:pt x="1018" y="43252"/>
                  <a:pt x="1357" y="42277"/>
                  <a:pt x="1628" y="41998"/>
                </a:cubicBezTo>
                <a:cubicBezTo>
                  <a:pt x="1900" y="41302"/>
                  <a:pt x="2510" y="40954"/>
                  <a:pt x="3460" y="40954"/>
                </a:cubicBezTo>
                <a:cubicBezTo>
                  <a:pt x="4410" y="40954"/>
                  <a:pt x="7869" y="40884"/>
                  <a:pt x="13839" y="40745"/>
                </a:cubicBezTo>
                <a:lnTo>
                  <a:pt x="24626" y="40745"/>
                </a:lnTo>
                <a:lnTo>
                  <a:pt x="28493" y="24029"/>
                </a:lnTo>
                <a:cubicBezTo>
                  <a:pt x="28900" y="22497"/>
                  <a:pt x="29374" y="20477"/>
                  <a:pt x="29917" y="17969"/>
                </a:cubicBezTo>
                <a:cubicBezTo>
                  <a:pt x="30460" y="15462"/>
                  <a:pt x="30935" y="13651"/>
                  <a:pt x="31342" y="12537"/>
                </a:cubicBezTo>
                <a:cubicBezTo>
                  <a:pt x="31749" y="11422"/>
                  <a:pt x="32156" y="10029"/>
                  <a:pt x="32563" y="8358"/>
                </a:cubicBezTo>
                <a:cubicBezTo>
                  <a:pt x="32970" y="6686"/>
                  <a:pt x="33513" y="5502"/>
                  <a:pt x="34191" y="4806"/>
                </a:cubicBezTo>
                <a:cubicBezTo>
                  <a:pt x="34869" y="4109"/>
                  <a:pt x="35548" y="3274"/>
                  <a:pt x="36226" y="2298"/>
                </a:cubicBezTo>
                <a:cubicBezTo>
                  <a:pt x="36905" y="1323"/>
                  <a:pt x="37854" y="696"/>
                  <a:pt x="39075" y="418"/>
                </a:cubicBezTo>
                <a:cubicBezTo>
                  <a:pt x="40297" y="139"/>
                  <a:pt x="41518" y="0"/>
                  <a:pt x="42739" y="0"/>
                </a:cubicBezTo>
                <a:cubicBezTo>
                  <a:pt x="45181" y="139"/>
                  <a:pt x="46877" y="905"/>
                  <a:pt x="47827" y="2298"/>
                </a:cubicBezTo>
                <a:cubicBezTo>
                  <a:pt x="48776" y="3691"/>
                  <a:pt x="49251" y="5015"/>
                  <a:pt x="49251" y="6268"/>
                </a:cubicBezTo>
                <a:cubicBezTo>
                  <a:pt x="49251" y="7244"/>
                  <a:pt x="48641" y="10517"/>
                  <a:pt x="47420" y="16089"/>
                </a:cubicBezTo>
                <a:cubicBezTo>
                  <a:pt x="46199" y="21661"/>
                  <a:pt x="44842" y="27163"/>
                  <a:pt x="43349" y="32596"/>
                </a:cubicBezTo>
                <a:lnTo>
                  <a:pt x="41314" y="40327"/>
                </a:lnTo>
                <a:cubicBezTo>
                  <a:pt x="41314" y="40605"/>
                  <a:pt x="44706" y="40745"/>
                  <a:pt x="51490" y="40745"/>
                </a:cubicBezTo>
                <a:lnTo>
                  <a:pt x="61869" y="40745"/>
                </a:lnTo>
                <a:cubicBezTo>
                  <a:pt x="62819" y="41720"/>
                  <a:pt x="63294" y="42486"/>
                  <a:pt x="63294" y="43043"/>
                </a:cubicBezTo>
                <a:cubicBezTo>
                  <a:pt x="63294" y="46108"/>
                  <a:pt x="62412" y="48545"/>
                  <a:pt x="60648" y="50356"/>
                </a:cubicBezTo>
                <a:lnTo>
                  <a:pt x="38872" y="50356"/>
                </a:lnTo>
                <a:lnTo>
                  <a:pt x="31545" y="80654"/>
                </a:lnTo>
                <a:cubicBezTo>
                  <a:pt x="26254" y="102941"/>
                  <a:pt x="23608" y="114921"/>
                  <a:pt x="23608" y="116593"/>
                </a:cubicBezTo>
                <a:cubicBezTo>
                  <a:pt x="23608" y="122443"/>
                  <a:pt x="25440" y="125368"/>
                  <a:pt x="29103" y="125368"/>
                </a:cubicBezTo>
                <a:cubicBezTo>
                  <a:pt x="33852" y="125368"/>
                  <a:pt x="38465" y="123000"/>
                  <a:pt x="42942" y="118264"/>
                </a:cubicBezTo>
                <a:cubicBezTo>
                  <a:pt x="47420" y="113528"/>
                  <a:pt x="51015" y="107678"/>
                  <a:pt x="53729" y="100713"/>
                </a:cubicBezTo>
                <a:cubicBezTo>
                  <a:pt x="54000" y="99877"/>
                  <a:pt x="54339" y="99389"/>
                  <a:pt x="54746" y="99250"/>
                </a:cubicBezTo>
                <a:cubicBezTo>
                  <a:pt x="55153" y="99111"/>
                  <a:pt x="56171" y="98971"/>
                  <a:pt x="57799" y="98832"/>
                </a:cubicBezTo>
                <a:lnTo>
                  <a:pt x="58613" y="98832"/>
                </a:lnTo>
                <a:cubicBezTo>
                  <a:pt x="60648" y="98832"/>
                  <a:pt x="61666" y="99389"/>
                  <a:pt x="61666" y="100504"/>
                </a:cubicBezTo>
                <a:cubicBezTo>
                  <a:pt x="61666" y="100922"/>
                  <a:pt x="61462" y="101757"/>
                  <a:pt x="61055" y="103011"/>
                </a:cubicBezTo>
                <a:cubicBezTo>
                  <a:pt x="60377" y="105240"/>
                  <a:pt x="59156" y="107886"/>
                  <a:pt x="57392" y="110951"/>
                </a:cubicBezTo>
                <a:cubicBezTo>
                  <a:pt x="55628" y="114016"/>
                  <a:pt x="53322" y="117289"/>
                  <a:pt x="50472" y="120772"/>
                </a:cubicBezTo>
                <a:cubicBezTo>
                  <a:pt x="47623" y="124254"/>
                  <a:pt x="44163" y="127179"/>
                  <a:pt x="40093" y="129547"/>
                </a:cubicBezTo>
                <a:cubicBezTo>
                  <a:pt x="36023" y="131915"/>
                  <a:pt x="31884" y="133099"/>
                  <a:pt x="27678" y="133099"/>
                </a:cubicBezTo>
                <a:cubicBezTo>
                  <a:pt x="23608" y="133099"/>
                  <a:pt x="19741" y="132055"/>
                  <a:pt x="16078" y="129965"/>
                </a:cubicBezTo>
                <a:cubicBezTo>
                  <a:pt x="12415" y="127876"/>
                  <a:pt x="9769" y="124254"/>
                  <a:pt x="8141" y="119100"/>
                </a:cubicBezTo>
                <a:cubicBezTo>
                  <a:pt x="7869" y="117986"/>
                  <a:pt x="7734" y="116105"/>
                  <a:pt x="7734" y="113458"/>
                </a:cubicBezTo>
                <a:lnTo>
                  <a:pt x="7734" y="109697"/>
                </a:lnTo>
                <a:lnTo>
                  <a:pt x="14857" y="80445"/>
                </a:lnTo>
                <a:cubicBezTo>
                  <a:pt x="19606" y="60804"/>
                  <a:pt x="22048" y="50913"/>
                  <a:pt x="22183" y="50774"/>
                </a:cubicBezTo>
                <a:cubicBezTo>
                  <a:pt x="22183" y="50496"/>
                  <a:pt x="18724" y="50356"/>
                  <a:pt x="11804" y="50356"/>
                </a:cubicBezTo>
                <a:lnTo>
                  <a:pt x="1425" y="503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3ECFB9-BD9F-463F-AB4A-66C07BDC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030" y="2381784"/>
            <a:ext cx="63294" cy="133099"/>
          </a:xfrm>
          <a:custGeom xmlns:a="http://schemas.openxmlformats.org/drawingml/2006/main">
            <a:pathLst>
              <a:path w="63294" h="133099" fill="none">
                <a:moveTo>
                  <a:pt x="1425" y="50356"/>
                </a:moveTo>
                <a:cubicBezTo>
                  <a:pt x="475" y="49381"/>
                  <a:pt x="0" y="48685"/>
                  <a:pt x="0" y="48267"/>
                </a:cubicBezTo>
                <a:cubicBezTo>
                  <a:pt x="0" y="47710"/>
                  <a:pt x="204" y="46595"/>
                  <a:pt x="611" y="44924"/>
                </a:cubicBezTo>
                <a:cubicBezTo>
                  <a:pt x="1018" y="43252"/>
                  <a:pt x="1357" y="42277"/>
                  <a:pt x="1628" y="41998"/>
                </a:cubicBezTo>
                <a:cubicBezTo>
                  <a:pt x="1900" y="41302"/>
                  <a:pt x="2510" y="40954"/>
                  <a:pt x="3460" y="40954"/>
                </a:cubicBezTo>
                <a:cubicBezTo>
                  <a:pt x="4410" y="40954"/>
                  <a:pt x="7869" y="40884"/>
                  <a:pt x="13839" y="40745"/>
                </a:cubicBezTo>
                <a:lnTo>
                  <a:pt x="24626" y="40745"/>
                </a:lnTo>
                <a:lnTo>
                  <a:pt x="28493" y="24029"/>
                </a:lnTo>
                <a:cubicBezTo>
                  <a:pt x="28900" y="22497"/>
                  <a:pt x="29374" y="20477"/>
                  <a:pt x="29917" y="17969"/>
                </a:cubicBezTo>
                <a:cubicBezTo>
                  <a:pt x="30460" y="15462"/>
                  <a:pt x="30935" y="13651"/>
                  <a:pt x="31342" y="12537"/>
                </a:cubicBezTo>
                <a:cubicBezTo>
                  <a:pt x="31749" y="11422"/>
                  <a:pt x="32156" y="10029"/>
                  <a:pt x="32563" y="8358"/>
                </a:cubicBezTo>
                <a:cubicBezTo>
                  <a:pt x="32970" y="6686"/>
                  <a:pt x="33513" y="5502"/>
                  <a:pt x="34191" y="4806"/>
                </a:cubicBezTo>
                <a:cubicBezTo>
                  <a:pt x="34869" y="4109"/>
                  <a:pt x="35548" y="3274"/>
                  <a:pt x="36226" y="2298"/>
                </a:cubicBezTo>
                <a:cubicBezTo>
                  <a:pt x="36905" y="1323"/>
                  <a:pt x="37854" y="696"/>
                  <a:pt x="39075" y="418"/>
                </a:cubicBezTo>
                <a:cubicBezTo>
                  <a:pt x="40297" y="139"/>
                  <a:pt x="41518" y="0"/>
                  <a:pt x="42739" y="0"/>
                </a:cubicBezTo>
                <a:cubicBezTo>
                  <a:pt x="45181" y="139"/>
                  <a:pt x="46877" y="905"/>
                  <a:pt x="47827" y="2298"/>
                </a:cubicBezTo>
                <a:cubicBezTo>
                  <a:pt x="48776" y="3691"/>
                  <a:pt x="49251" y="5015"/>
                  <a:pt x="49251" y="6268"/>
                </a:cubicBezTo>
                <a:cubicBezTo>
                  <a:pt x="49251" y="7244"/>
                  <a:pt x="48641" y="10517"/>
                  <a:pt x="47420" y="16089"/>
                </a:cubicBezTo>
                <a:cubicBezTo>
                  <a:pt x="46199" y="21661"/>
                  <a:pt x="44842" y="27163"/>
                  <a:pt x="43349" y="32596"/>
                </a:cubicBezTo>
                <a:lnTo>
                  <a:pt x="41314" y="40327"/>
                </a:lnTo>
                <a:cubicBezTo>
                  <a:pt x="41314" y="40605"/>
                  <a:pt x="44706" y="40745"/>
                  <a:pt x="51490" y="40745"/>
                </a:cubicBezTo>
                <a:lnTo>
                  <a:pt x="61869" y="40745"/>
                </a:lnTo>
                <a:cubicBezTo>
                  <a:pt x="62819" y="41720"/>
                  <a:pt x="63294" y="42486"/>
                  <a:pt x="63294" y="43043"/>
                </a:cubicBezTo>
                <a:cubicBezTo>
                  <a:pt x="63294" y="46108"/>
                  <a:pt x="62412" y="48545"/>
                  <a:pt x="60648" y="50356"/>
                </a:cubicBezTo>
                <a:lnTo>
                  <a:pt x="38872" y="50356"/>
                </a:lnTo>
                <a:lnTo>
                  <a:pt x="31545" y="80654"/>
                </a:lnTo>
                <a:cubicBezTo>
                  <a:pt x="26254" y="102941"/>
                  <a:pt x="23608" y="114921"/>
                  <a:pt x="23608" y="116593"/>
                </a:cubicBezTo>
                <a:cubicBezTo>
                  <a:pt x="23608" y="122443"/>
                  <a:pt x="25440" y="125368"/>
                  <a:pt x="29103" y="125368"/>
                </a:cubicBezTo>
                <a:cubicBezTo>
                  <a:pt x="33852" y="125368"/>
                  <a:pt x="38465" y="123000"/>
                  <a:pt x="42942" y="118264"/>
                </a:cubicBezTo>
                <a:cubicBezTo>
                  <a:pt x="47420" y="113528"/>
                  <a:pt x="51015" y="107678"/>
                  <a:pt x="53729" y="100713"/>
                </a:cubicBezTo>
                <a:cubicBezTo>
                  <a:pt x="54000" y="99877"/>
                  <a:pt x="54339" y="99389"/>
                  <a:pt x="54746" y="99250"/>
                </a:cubicBezTo>
                <a:cubicBezTo>
                  <a:pt x="55153" y="99111"/>
                  <a:pt x="56171" y="98971"/>
                  <a:pt x="57799" y="98832"/>
                </a:cubicBezTo>
                <a:lnTo>
                  <a:pt x="58613" y="98832"/>
                </a:lnTo>
                <a:cubicBezTo>
                  <a:pt x="60648" y="98832"/>
                  <a:pt x="61666" y="99389"/>
                  <a:pt x="61666" y="100504"/>
                </a:cubicBezTo>
                <a:cubicBezTo>
                  <a:pt x="61666" y="100922"/>
                  <a:pt x="61462" y="101757"/>
                  <a:pt x="61055" y="103011"/>
                </a:cubicBezTo>
                <a:cubicBezTo>
                  <a:pt x="60377" y="105240"/>
                  <a:pt x="59156" y="107886"/>
                  <a:pt x="57392" y="110951"/>
                </a:cubicBezTo>
                <a:cubicBezTo>
                  <a:pt x="55628" y="114016"/>
                  <a:pt x="53322" y="117289"/>
                  <a:pt x="50472" y="120772"/>
                </a:cubicBezTo>
                <a:cubicBezTo>
                  <a:pt x="47623" y="124254"/>
                  <a:pt x="44163" y="127179"/>
                  <a:pt x="40093" y="129547"/>
                </a:cubicBezTo>
                <a:cubicBezTo>
                  <a:pt x="36023" y="131915"/>
                  <a:pt x="31884" y="133099"/>
                  <a:pt x="27678" y="133099"/>
                </a:cubicBezTo>
                <a:cubicBezTo>
                  <a:pt x="23608" y="133099"/>
                  <a:pt x="19741" y="132055"/>
                  <a:pt x="16078" y="129965"/>
                </a:cubicBezTo>
                <a:cubicBezTo>
                  <a:pt x="12415" y="127876"/>
                  <a:pt x="9769" y="124254"/>
                  <a:pt x="8141" y="119100"/>
                </a:cubicBezTo>
                <a:cubicBezTo>
                  <a:pt x="7869" y="117986"/>
                  <a:pt x="7734" y="116105"/>
                  <a:pt x="7734" y="113458"/>
                </a:cubicBezTo>
                <a:lnTo>
                  <a:pt x="7734" y="109697"/>
                </a:lnTo>
                <a:lnTo>
                  <a:pt x="14857" y="80445"/>
                </a:lnTo>
                <a:cubicBezTo>
                  <a:pt x="19606" y="60804"/>
                  <a:pt x="22048" y="50913"/>
                  <a:pt x="22183" y="50774"/>
                </a:cubicBezTo>
                <a:cubicBezTo>
                  <a:pt x="22183" y="50496"/>
                  <a:pt x="18724" y="50356"/>
                  <a:pt x="11804" y="50356"/>
                </a:cubicBezTo>
                <a:lnTo>
                  <a:pt x="1425" y="503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7ABC6B-4C17-4200-906B-DD93341C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500" y="2381784"/>
            <a:ext cx="63294" cy="133099"/>
          </a:xfrm>
          <a:custGeom xmlns:a="http://schemas.openxmlformats.org/drawingml/2006/main">
            <a:pathLst>
              <a:path w="63294" h="133099">
                <a:moveTo>
                  <a:pt x="1425" y="50356"/>
                </a:moveTo>
                <a:cubicBezTo>
                  <a:pt x="475" y="49381"/>
                  <a:pt x="0" y="48685"/>
                  <a:pt x="0" y="48267"/>
                </a:cubicBezTo>
                <a:cubicBezTo>
                  <a:pt x="0" y="47710"/>
                  <a:pt x="204" y="46595"/>
                  <a:pt x="611" y="44924"/>
                </a:cubicBezTo>
                <a:cubicBezTo>
                  <a:pt x="1018" y="43252"/>
                  <a:pt x="1357" y="42277"/>
                  <a:pt x="1628" y="41998"/>
                </a:cubicBezTo>
                <a:cubicBezTo>
                  <a:pt x="1900" y="41302"/>
                  <a:pt x="2510" y="40954"/>
                  <a:pt x="3460" y="40954"/>
                </a:cubicBezTo>
                <a:cubicBezTo>
                  <a:pt x="4410" y="40954"/>
                  <a:pt x="7869" y="40884"/>
                  <a:pt x="13839" y="40745"/>
                </a:cubicBezTo>
                <a:lnTo>
                  <a:pt x="24626" y="40745"/>
                </a:lnTo>
                <a:lnTo>
                  <a:pt x="28493" y="24029"/>
                </a:lnTo>
                <a:cubicBezTo>
                  <a:pt x="28900" y="22497"/>
                  <a:pt x="29374" y="20477"/>
                  <a:pt x="29917" y="17969"/>
                </a:cubicBezTo>
                <a:cubicBezTo>
                  <a:pt x="30460" y="15462"/>
                  <a:pt x="30935" y="13651"/>
                  <a:pt x="31342" y="12537"/>
                </a:cubicBezTo>
                <a:cubicBezTo>
                  <a:pt x="31749" y="11422"/>
                  <a:pt x="32156" y="10029"/>
                  <a:pt x="32563" y="8358"/>
                </a:cubicBezTo>
                <a:cubicBezTo>
                  <a:pt x="32970" y="6686"/>
                  <a:pt x="33513" y="5502"/>
                  <a:pt x="34191" y="4806"/>
                </a:cubicBezTo>
                <a:cubicBezTo>
                  <a:pt x="34869" y="4109"/>
                  <a:pt x="35548" y="3274"/>
                  <a:pt x="36226" y="2298"/>
                </a:cubicBezTo>
                <a:cubicBezTo>
                  <a:pt x="36905" y="1323"/>
                  <a:pt x="37854" y="696"/>
                  <a:pt x="39075" y="418"/>
                </a:cubicBezTo>
                <a:cubicBezTo>
                  <a:pt x="40297" y="139"/>
                  <a:pt x="41518" y="0"/>
                  <a:pt x="42739" y="0"/>
                </a:cubicBezTo>
                <a:cubicBezTo>
                  <a:pt x="45181" y="139"/>
                  <a:pt x="46877" y="905"/>
                  <a:pt x="47827" y="2298"/>
                </a:cubicBezTo>
                <a:cubicBezTo>
                  <a:pt x="48776" y="3691"/>
                  <a:pt x="49251" y="5015"/>
                  <a:pt x="49251" y="6268"/>
                </a:cubicBezTo>
                <a:cubicBezTo>
                  <a:pt x="49251" y="7244"/>
                  <a:pt x="48641" y="10517"/>
                  <a:pt x="47420" y="16089"/>
                </a:cubicBezTo>
                <a:cubicBezTo>
                  <a:pt x="46199" y="21661"/>
                  <a:pt x="44842" y="27163"/>
                  <a:pt x="43349" y="32596"/>
                </a:cubicBezTo>
                <a:lnTo>
                  <a:pt x="41314" y="40327"/>
                </a:lnTo>
                <a:cubicBezTo>
                  <a:pt x="41314" y="40605"/>
                  <a:pt x="44706" y="40745"/>
                  <a:pt x="51490" y="40745"/>
                </a:cubicBezTo>
                <a:lnTo>
                  <a:pt x="61869" y="40745"/>
                </a:lnTo>
                <a:cubicBezTo>
                  <a:pt x="62819" y="41720"/>
                  <a:pt x="63294" y="42486"/>
                  <a:pt x="63294" y="43043"/>
                </a:cubicBezTo>
                <a:cubicBezTo>
                  <a:pt x="63294" y="46108"/>
                  <a:pt x="62412" y="48545"/>
                  <a:pt x="60648" y="50356"/>
                </a:cubicBezTo>
                <a:lnTo>
                  <a:pt x="38872" y="50356"/>
                </a:lnTo>
                <a:lnTo>
                  <a:pt x="31545" y="80654"/>
                </a:lnTo>
                <a:cubicBezTo>
                  <a:pt x="26254" y="102941"/>
                  <a:pt x="23608" y="114921"/>
                  <a:pt x="23608" y="116593"/>
                </a:cubicBezTo>
                <a:cubicBezTo>
                  <a:pt x="23608" y="122443"/>
                  <a:pt x="25440" y="125368"/>
                  <a:pt x="29103" y="125368"/>
                </a:cubicBezTo>
                <a:cubicBezTo>
                  <a:pt x="33852" y="125368"/>
                  <a:pt x="38465" y="123000"/>
                  <a:pt x="42942" y="118264"/>
                </a:cubicBezTo>
                <a:cubicBezTo>
                  <a:pt x="47420" y="113528"/>
                  <a:pt x="51015" y="107678"/>
                  <a:pt x="53729" y="100713"/>
                </a:cubicBezTo>
                <a:cubicBezTo>
                  <a:pt x="54000" y="99877"/>
                  <a:pt x="54339" y="99389"/>
                  <a:pt x="54746" y="99250"/>
                </a:cubicBezTo>
                <a:cubicBezTo>
                  <a:pt x="55153" y="99111"/>
                  <a:pt x="56171" y="98971"/>
                  <a:pt x="57799" y="98832"/>
                </a:cubicBezTo>
                <a:lnTo>
                  <a:pt x="58613" y="98832"/>
                </a:lnTo>
                <a:cubicBezTo>
                  <a:pt x="60648" y="98832"/>
                  <a:pt x="61666" y="99389"/>
                  <a:pt x="61666" y="100504"/>
                </a:cubicBezTo>
                <a:cubicBezTo>
                  <a:pt x="61666" y="100922"/>
                  <a:pt x="61462" y="101757"/>
                  <a:pt x="61055" y="103011"/>
                </a:cubicBezTo>
                <a:cubicBezTo>
                  <a:pt x="60377" y="105240"/>
                  <a:pt x="59156" y="107886"/>
                  <a:pt x="57392" y="110951"/>
                </a:cubicBezTo>
                <a:cubicBezTo>
                  <a:pt x="55628" y="114016"/>
                  <a:pt x="53322" y="117289"/>
                  <a:pt x="50472" y="120772"/>
                </a:cubicBezTo>
                <a:cubicBezTo>
                  <a:pt x="47623" y="124254"/>
                  <a:pt x="44163" y="127179"/>
                  <a:pt x="40093" y="129547"/>
                </a:cubicBezTo>
                <a:cubicBezTo>
                  <a:pt x="36023" y="131915"/>
                  <a:pt x="31884" y="133099"/>
                  <a:pt x="27678" y="133099"/>
                </a:cubicBezTo>
                <a:cubicBezTo>
                  <a:pt x="23608" y="133099"/>
                  <a:pt x="19741" y="132055"/>
                  <a:pt x="16078" y="129965"/>
                </a:cubicBezTo>
                <a:cubicBezTo>
                  <a:pt x="12415" y="127876"/>
                  <a:pt x="9769" y="124254"/>
                  <a:pt x="8141" y="119100"/>
                </a:cubicBezTo>
                <a:cubicBezTo>
                  <a:pt x="7869" y="117986"/>
                  <a:pt x="7734" y="116105"/>
                  <a:pt x="7734" y="113458"/>
                </a:cubicBezTo>
                <a:lnTo>
                  <a:pt x="7734" y="109697"/>
                </a:lnTo>
                <a:lnTo>
                  <a:pt x="14857" y="80445"/>
                </a:lnTo>
                <a:cubicBezTo>
                  <a:pt x="19606" y="60804"/>
                  <a:pt x="22048" y="50913"/>
                  <a:pt x="22183" y="50774"/>
                </a:cubicBezTo>
                <a:cubicBezTo>
                  <a:pt x="22183" y="50496"/>
                  <a:pt x="18724" y="50356"/>
                  <a:pt x="11804" y="50356"/>
                </a:cubicBezTo>
                <a:lnTo>
                  <a:pt x="1425" y="503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E8E7F2-5C14-4654-BAE9-9F46FF57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500" y="2381784"/>
            <a:ext cx="63294" cy="133099"/>
          </a:xfrm>
          <a:custGeom xmlns:a="http://schemas.openxmlformats.org/drawingml/2006/main">
            <a:pathLst>
              <a:path w="63294" h="133099" fill="none">
                <a:moveTo>
                  <a:pt x="1425" y="50356"/>
                </a:moveTo>
                <a:cubicBezTo>
                  <a:pt x="475" y="49381"/>
                  <a:pt x="0" y="48685"/>
                  <a:pt x="0" y="48267"/>
                </a:cubicBezTo>
                <a:cubicBezTo>
                  <a:pt x="0" y="47710"/>
                  <a:pt x="204" y="46595"/>
                  <a:pt x="611" y="44924"/>
                </a:cubicBezTo>
                <a:cubicBezTo>
                  <a:pt x="1018" y="43252"/>
                  <a:pt x="1357" y="42277"/>
                  <a:pt x="1628" y="41998"/>
                </a:cubicBezTo>
                <a:cubicBezTo>
                  <a:pt x="1900" y="41302"/>
                  <a:pt x="2510" y="40954"/>
                  <a:pt x="3460" y="40954"/>
                </a:cubicBezTo>
                <a:cubicBezTo>
                  <a:pt x="4410" y="40954"/>
                  <a:pt x="7869" y="40884"/>
                  <a:pt x="13839" y="40745"/>
                </a:cubicBezTo>
                <a:lnTo>
                  <a:pt x="24626" y="40745"/>
                </a:lnTo>
                <a:lnTo>
                  <a:pt x="28493" y="24029"/>
                </a:lnTo>
                <a:cubicBezTo>
                  <a:pt x="28900" y="22497"/>
                  <a:pt x="29374" y="20477"/>
                  <a:pt x="29917" y="17969"/>
                </a:cubicBezTo>
                <a:cubicBezTo>
                  <a:pt x="30460" y="15462"/>
                  <a:pt x="30935" y="13651"/>
                  <a:pt x="31342" y="12537"/>
                </a:cubicBezTo>
                <a:cubicBezTo>
                  <a:pt x="31749" y="11422"/>
                  <a:pt x="32156" y="10029"/>
                  <a:pt x="32563" y="8358"/>
                </a:cubicBezTo>
                <a:cubicBezTo>
                  <a:pt x="32970" y="6686"/>
                  <a:pt x="33513" y="5502"/>
                  <a:pt x="34191" y="4806"/>
                </a:cubicBezTo>
                <a:cubicBezTo>
                  <a:pt x="34869" y="4109"/>
                  <a:pt x="35548" y="3274"/>
                  <a:pt x="36226" y="2298"/>
                </a:cubicBezTo>
                <a:cubicBezTo>
                  <a:pt x="36905" y="1323"/>
                  <a:pt x="37854" y="696"/>
                  <a:pt x="39075" y="418"/>
                </a:cubicBezTo>
                <a:cubicBezTo>
                  <a:pt x="40297" y="139"/>
                  <a:pt x="41518" y="0"/>
                  <a:pt x="42739" y="0"/>
                </a:cubicBezTo>
                <a:cubicBezTo>
                  <a:pt x="45181" y="139"/>
                  <a:pt x="46877" y="905"/>
                  <a:pt x="47827" y="2298"/>
                </a:cubicBezTo>
                <a:cubicBezTo>
                  <a:pt x="48776" y="3691"/>
                  <a:pt x="49251" y="5015"/>
                  <a:pt x="49251" y="6268"/>
                </a:cubicBezTo>
                <a:cubicBezTo>
                  <a:pt x="49251" y="7244"/>
                  <a:pt x="48641" y="10517"/>
                  <a:pt x="47420" y="16089"/>
                </a:cubicBezTo>
                <a:cubicBezTo>
                  <a:pt x="46199" y="21661"/>
                  <a:pt x="44842" y="27163"/>
                  <a:pt x="43349" y="32596"/>
                </a:cubicBezTo>
                <a:lnTo>
                  <a:pt x="41314" y="40327"/>
                </a:lnTo>
                <a:cubicBezTo>
                  <a:pt x="41314" y="40605"/>
                  <a:pt x="44706" y="40745"/>
                  <a:pt x="51490" y="40745"/>
                </a:cubicBezTo>
                <a:lnTo>
                  <a:pt x="61869" y="40745"/>
                </a:lnTo>
                <a:cubicBezTo>
                  <a:pt x="62819" y="41720"/>
                  <a:pt x="63294" y="42486"/>
                  <a:pt x="63294" y="43043"/>
                </a:cubicBezTo>
                <a:cubicBezTo>
                  <a:pt x="63294" y="46108"/>
                  <a:pt x="62412" y="48545"/>
                  <a:pt x="60648" y="50356"/>
                </a:cubicBezTo>
                <a:lnTo>
                  <a:pt x="38872" y="50356"/>
                </a:lnTo>
                <a:lnTo>
                  <a:pt x="31545" y="80654"/>
                </a:lnTo>
                <a:cubicBezTo>
                  <a:pt x="26254" y="102941"/>
                  <a:pt x="23608" y="114921"/>
                  <a:pt x="23608" y="116593"/>
                </a:cubicBezTo>
                <a:cubicBezTo>
                  <a:pt x="23608" y="122443"/>
                  <a:pt x="25440" y="125368"/>
                  <a:pt x="29103" y="125368"/>
                </a:cubicBezTo>
                <a:cubicBezTo>
                  <a:pt x="33852" y="125368"/>
                  <a:pt x="38465" y="123000"/>
                  <a:pt x="42942" y="118264"/>
                </a:cubicBezTo>
                <a:cubicBezTo>
                  <a:pt x="47420" y="113528"/>
                  <a:pt x="51015" y="107678"/>
                  <a:pt x="53729" y="100713"/>
                </a:cubicBezTo>
                <a:cubicBezTo>
                  <a:pt x="54000" y="99877"/>
                  <a:pt x="54339" y="99389"/>
                  <a:pt x="54746" y="99250"/>
                </a:cubicBezTo>
                <a:cubicBezTo>
                  <a:pt x="55153" y="99111"/>
                  <a:pt x="56171" y="98971"/>
                  <a:pt x="57799" y="98832"/>
                </a:cubicBezTo>
                <a:lnTo>
                  <a:pt x="58613" y="98832"/>
                </a:lnTo>
                <a:cubicBezTo>
                  <a:pt x="60648" y="98832"/>
                  <a:pt x="61666" y="99389"/>
                  <a:pt x="61666" y="100504"/>
                </a:cubicBezTo>
                <a:cubicBezTo>
                  <a:pt x="61666" y="100922"/>
                  <a:pt x="61462" y="101757"/>
                  <a:pt x="61055" y="103011"/>
                </a:cubicBezTo>
                <a:cubicBezTo>
                  <a:pt x="60377" y="105240"/>
                  <a:pt x="59156" y="107886"/>
                  <a:pt x="57392" y="110951"/>
                </a:cubicBezTo>
                <a:cubicBezTo>
                  <a:pt x="55628" y="114016"/>
                  <a:pt x="53322" y="117289"/>
                  <a:pt x="50472" y="120772"/>
                </a:cubicBezTo>
                <a:cubicBezTo>
                  <a:pt x="47623" y="124254"/>
                  <a:pt x="44163" y="127179"/>
                  <a:pt x="40093" y="129547"/>
                </a:cubicBezTo>
                <a:cubicBezTo>
                  <a:pt x="36023" y="131915"/>
                  <a:pt x="31884" y="133099"/>
                  <a:pt x="27678" y="133099"/>
                </a:cubicBezTo>
                <a:cubicBezTo>
                  <a:pt x="23608" y="133099"/>
                  <a:pt x="19741" y="132055"/>
                  <a:pt x="16078" y="129965"/>
                </a:cubicBezTo>
                <a:cubicBezTo>
                  <a:pt x="12415" y="127876"/>
                  <a:pt x="9769" y="124254"/>
                  <a:pt x="8141" y="119100"/>
                </a:cubicBezTo>
                <a:cubicBezTo>
                  <a:pt x="7869" y="117986"/>
                  <a:pt x="7734" y="116105"/>
                  <a:pt x="7734" y="113458"/>
                </a:cubicBezTo>
                <a:lnTo>
                  <a:pt x="7734" y="109697"/>
                </a:lnTo>
                <a:lnTo>
                  <a:pt x="14857" y="80445"/>
                </a:lnTo>
                <a:cubicBezTo>
                  <a:pt x="19606" y="60804"/>
                  <a:pt x="22048" y="50913"/>
                  <a:pt x="22183" y="50774"/>
                </a:cubicBezTo>
                <a:cubicBezTo>
                  <a:pt x="22183" y="50496"/>
                  <a:pt x="18724" y="50356"/>
                  <a:pt x="11804" y="50356"/>
                </a:cubicBezTo>
                <a:lnTo>
                  <a:pt x="1425" y="503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7761A4-7FB2-4D23-8664-6D42DD32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040" y="2420091"/>
            <a:ext cx="79508" cy="94792"/>
          </a:xfrm>
          <a:custGeom xmlns:a="http://schemas.openxmlformats.org/drawingml/2006/main">
            <a:pathLst>
              <a:path w="79508" h="94792">
                <a:moveTo>
                  <a:pt x="0" y="57391"/>
                </a:moveTo>
                <a:cubicBezTo>
                  <a:pt x="0" y="49451"/>
                  <a:pt x="1289" y="42207"/>
                  <a:pt x="3867" y="35660"/>
                </a:cubicBezTo>
                <a:cubicBezTo>
                  <a:pt x="6445" y="29113"/>
                  <a:pt x="9769" y="23681"/>
                  <a:pt x="13839" y="19362"/>
                </a:cubicBezTo>
                <a:cubicBezTo>
                  <a:pt x="17910" y="15044"/>
                  <a:pt x="22455" y="11422"/>
                  <a:pt x="27475" y="8497"/>
                </a:cubicBezTo>
                <a:cubicBezTo>
                  <a:pt x="32495" y="5572"/>
                  <a:pt x="37244" y="3413"/>
                  <a:pt x="41721" y="2020"/>
                </a:cubicBezTo>
                <a:cubicBezTo>
                  <a:pt x="46199" y="627"/>
                  <a:pt x="50472" y="0"/>
                  <a:pt x="54543" y="139"/>
                </a:cubicBezTo>
                <a:lnTo>
                  <a:pt x="55153" y="139"/>
                </a:lnTo>
                <a:cubicBezTo>
                  <a:pt x="61259" y="139"/>
                  <a:pt x="66550" y="1672"/>
                  <a:pt x="71028" y="4736"/>
                </a:cubicBezTo>
                <a:cubicBezTo>
                  <a:pt x="75505" y="7801"/>
                  <a:pt x="77744" y="12328"/>
                  <a:pt x="77744" y="18318"/>
                </a:cubicBezTo>
                <a:cubicBezTo>
                  <a:pt x="77744" y="30855"/>
                  <a:pt x="70214" y="39073"/>
                  <a:pt x="55153" y="42974"/>
                </a:cubicBezTo>
                <a:cubicBezTo>
                  <a:pt x="48505" y="44784"/>
                  <a:pt x="39415" y="45759"/>
                  <a:pt x="27882" y="45899"/>
                </a:cubicBezTo>
                <a:cubicBezTo>
                  <a:pt x="22862" y="45899"/>
                  <a:pt x="20284" y="46038"/>
                  <a:pt x="20148" y="46317"/>
                </a:cubicBezTo>
                <a:cubicBezTo>
                  <a:pt x="20148" y="46595"/>
                  <a:pt x="19741" y="49033"/>
                  <a:pt x="18927" y="53630"/>
                </a:cubicBezTo>
                <a:cubicBezTo>
                  <a:pt x="18113" y="58227"/>
                  <a:pt x="17638" y="62266"/>
                  <a:pt x="17503" y="65749"/>
                </a:cubicBezTo>
                <a:cubicBezTo>
                  <a:pt x="17503" y="72296"/>
                  <a:pt x="18927" y="77450"/>
                  <a:pt x="21776" y="81211"/>
                </a:cubicBezTo>
                <a:cubicBezTo>
                  <a:pt x="24626" y="84972"/>
                  <a:pt x="28900" y="86922"/>
                  <a:pt x="34598" y="87061"/>
                </a:cubicBezTo>
                <a:cubicBezTo>
                  <a:pt x="40297" y="87201"/>
                  <a:pt x="46606" y="85877"/>
                  <a:pt x="53525" y="83091"/>
                </a:cubicBezTo>
                <a:cubicBezTo>
                  <a:pt x="60445" y="80305"/>
                  <a:pt x="66686" y="75709"/>
                  <a:pt x="72249" y="69301"/>
                </a:cubicBezTo>
                <a:cubicBezTo>
                  <a:pt x="73470" y="67908"/>
                  <a:pt x="74284" y="67211"/>
                  <a:pt x="74691" y="67211"/>
                </a:cubicBezTo>
                <a:cubicBezTo>
                  <a:pt x="75234" y="67211"/>
                  <a:pt x="76116" y="67838"/>
                  <a:pt x="77337" y="69092"/>
                </a:cubicBezTo>
                <a:cubicBezTo>
                  <a:pt x="78558" y="70346"/>
                  <a:pt x="79236" y="71321"/>
                  <a:pt x="79372" y="72017"/>
                </a:cubicBezTo>
                <a:cubicBezTo>
                  <a:pt x="79508" y="72714"/>
                  <a:pt x="78897" y="73828"/>
                  <a:pt x="77540" y="75360"/>
                </a:cubicBezTo>
                <a:cubicBezTo>
                  <a:pt x="76184" y="76893"/>
                  <a:pt x="74148" y="78773"/>
                  <a:pt x="71435" y="81002"/>
                </a:cubicBezTo>
                <a:cubicBezTo>
                  <a:pt x="68721" y="83231"/>
                  <a:pt x="65601" y="85390"/>
                  <a:pt x="62073" y="87479"/>
                </a:cubicBezTo>
                <a:cubicBezTo>
                  <a:pt x="58545" y="89569"/>
                  <a:pt x="54271" y="91310"/>
                  <a:pt x="49251" y="92703"/>
                </a:cubicBezTo>
                <a:cubicBezTo>
                  <a:pt x="44231" y="94096"/>
                  <a:pt x="39075" y="94792"/>
                  <a:pt x="33784" y="94792"/>
                </a:cubicBezTo>
                <a:cubicBezTo>
                  <a:pt x="23065" y="94792"/>
                  <a:pt x="14789" y="91101"/>
                  <a:pt x="8955" y="83718"/>
                </a:cubicBezTo>
                <a:cubicBezTo>
                  <a:pt x="3121" y="76335"/>
                  <a:pt x="136" y="67560"/>
                  <a:pt x="0" y="57391"/>
                </a:cubicBezTo>
                <a:close/>
                <a:moveTo>
                  <a:pt x="67975" y="18736"/>
                </a:moveTo>
                <a:cubicBezTo>
                  <a:pt x="67161" y="11492"/>
                  <a:pt x="62548" y="7870"/>
                  <a:pt x="54136" y="7870"/>
                </a:cubicBezTo>
                <a:cubicBezTo>
                  <a:pt x="49658" y="7870"/>
                  <a:pt x="45520" y="8845"/>
                  <a:pt x="41721" y="10796"/>
                </a:cubicBezTo>
                <a:cubicBezTo>
                  <a:pt x="37922" y="12746"/>
                  <a:pt x="34869" y="15114"/>
                  <a:pt x="32563" y="17900"/>
                </a:cubicBezTo>
                <a:cubicBezTo>
                  <a:pt x="30256" y="20686"/>
                  <a:pt x="28289" y="23541"/>
                  <a:pt x="26661" y="26467"/>
                </a:cubicBezTo>
                <a:cubicBezTo>
                  <a:pt x="25033" y="29392"/>
                  <a:pt x="23947" y="31899"/>
                  <a:pt x="23405" y="33989"/>
                </a:cubicBezTo>
                <a:cubicBezTo>
                  <a:pt x="22862" y="36078"/>
                  <a:pt x="22523" y="37402"/>
                  <a:pt x="22387" y="37959"/>
                </a:cubicBezTo>
                <a:cubicBezTo>
                  <a:pt x="22387" y="38098"/>
                  <a:pt x="23744" y="38168"/>
                  <a:pt x="26457" y="38168"/>
                </a:cubicBezTo>
                <a:cubicBezTo>
                  <a:pt x="41789" y="38168"/>
                  <a:pt x="52508" y="36496"/>
                  <a:pt x="58613" y="33153"/>
                </a:cubicBezTo>
                <a:cubicBezTo>
                  <a:pt x="64719" y="29810"/>
                  <a:pt x="67839" y="25004"/>
                  <a:pt x="67975" y="187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D52FB2-38B8-404B-BC35-84BEDA2F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040" y="2420091"/>
            <a:ext cx="79508" cy="94792"/>
          </a:xfrm>
          <a:custGeom xmlns:a="http://schemas.openxmlformats.org/drawingml/2006/main">
            <a:pathLst>
              <a:path w="79508" h="94792" fill="none">
                <a:moveTo>
                  <a:pt x="0" y="57391"/>
                </a:moveTo>
                <a:cubicBezTo>
                  <a:pt x="0" y="49451"/>
                  <a:pt x="1289" y="42207"/>
                  <a:pt x="3867" y="35660"/>
                </a:cubicBezTo>
                <a:cubicBezTo>
                  <a:pt x="6445" y="29113"/>
                  <a:pt x="9769" y="23681"/>
                  <a:pt x="13839" y="19362"/>
                </a:cubicBezTo>
                <a:cubicBezTo>
                  <a:pt x="17910" y="15044"/>
                  <a:pt x="22455" y="11422"/>
                  <a:pt x="27475" y="8497"/>
                </a:cubicBezTo>
                <a:cubicBezTo>
                  <a:pt x="32495" y="5572"/>
                  <a:pt x="37244" y="3413"/>
                  <a:pt x="41721" y="2020"/>
                </a:cubicBezTo>
                <a:cubicBezTo>
                  <a:pt x="46199" y="627"/>
                  <a:pt x="50472" y="0"/>
                  <a:pt x="54543" y="139"/>
                </a:cubicBezTo>
                <a:lnTo>
                  <a:pt x="55153" y="139"/>
                </a:lnTo>
                <a:cubicBezTo>
                  <a:pt x="61259" y="139"/>
                  <a:pt x="66550" y="1672"/>
                  <a:pt x="71028" y="4736"/>
                </a:cubicBezTo>
                <a:cubicBezTo>
                  <a:pt x="75505" y="7801"/>
                  <a:pt x="77744" y="12328"/>
                  <a:pt x="77744" y="18318"/>
                </a:cubicBezTo>
                <a:cubicBezTo>
                  <a:pt x="77744" y="30855"/>
                  <a:pt x="70214" y="39073"/>
                  <a:pt x="55153" y="42974"/>
                </a:cubicBezTo>
                <a:cubicBezTo>
                  <a:pt x="48505" y="44784"/>
                  <a:pt x="39415" y="45759"/>
                  <a:pt x="27882" y="45899"/>
                </a:cubicBezTo>
                <a:cubicBezTo>
                  <a:pt x="22862" y="45899"/>
                  <a:pt x="20284" y="46038"/>
                  <a:pt x="20148" y="46317"/>
                </a:cubicBezTo>
                <a:cubicBezTo>
                  <a:pt x="20148" y="46595"/>
                  <a:pt x="19741" y="49033"/>
                  <a:pt x="18927" y="53630"/>
                </a:cubicBezTo>
                <a:cubicBezTo>
                  <a:pt x="18113" y="58227"/>
                  <a:pt x="17638" y="62266"/>
                  <a:pt x="17503" y="65749"/>
                </a:cubicBezTo>
                <a:cubicBezTo>
                  <a:pt x="17503" y="72296"/>
                  <a:pt x="18927" y="77450"/>
                  <a:pt x="21776" y="81211"/>
                </a:cubicBezTo>
                <a:cubicBezTo>
                  <a:pt x="24626" y="84972"/>
                  <a:pt x="28900" y="86922"/>
                  <a:pt x="34598" y="87061"/>
                </a:cubicBezTo>
                <a:cubicBezTo>
                  <a:pt x="40297" y="87201"/>
                  <a:pt x="46606" y="85877"/>
                  <a:pt x="53525" y="83091"/>
                </a:cubicBezTo>
                <a:cubicBezTo>
                  <a:pt x="60445" y="80305"/>
                  <a:pt x="66686" y="75709"/>
                  <a:pt x="72249" y="69301"/>
                </a:cubicBezTo>
                <a:cubicBezTo>
                  <a:pt x="73470" y="67908"/>
                  <a:pt x="74284" y="67211"/>
                  <a:pt x="74691" y="67211"/>
                </a:cubicBezTo>
                <a:cubicBezTo>
                  <a:pt x="75234" y="67211"/>
                  <a:pt x="76116" y="67838"/>
                  <a:pt x="77337" y="69092"/>
                </a:cubicBezTo>
                <a:cubicBezTo>
                  <a:pt x="78558" y="70346"/>
                  <a:pt x="79236" y="71321"/>
                  <a:pt x="79372" y="72017"/>
                </a:cubicBezTo>
                <a:cubicBezTo>
                  <a:pt x="79508" y="72714"/>
                  <a:pt x="78897" y="73828"/>
                  <a:pt x="77540" y="75360"/>
                </a:cubicBezTo>
                <a:cubicBezTo>
                  <a:pt x="76184" y="76893"/>
                  <a:pt x="74148" y="78773"/>
                  <a:pt x="71435" y="81002"/>
                </a:cubicBezTo>
                <a:cubicBezTo>
                  <a:pt x="68721" y="83231"/>
                  <a:pt x="65601" y="85390"/>
                  <a:pt x="62073" y="87479"/>
                </a:cubicBezTo>
                <a:cubicBezTo>
                  <a:pt x="58545" y="89569"/>
                  <a:pt x="54271" y="91310"/>
                  <a:pt x="49251" y="92703"/>
                </a:cubicBezTo>
                <a:cubicBezTo>
                  <a:pt x="44231" y="94096"/>
                  <a:pt x="39075" y="94792"/>
                  <a:pt x="33784" y="94792"/>
                </a:cubicBezTo>
                <a:cubicBezTo>
                  <a:pt x="23065" y="94792"/>
                  <a:pt x="14789" y="91101"/>
                  <a:pt x="8955" y="83718"/>
                </a:cubicBezTo>
                <a:cubicBezTo>
                  <a:pt x="3121" y="76335"/>
                  <a:pt x="136" y="67560"/>
                  <a:pt x="0" y="57391"/>
                </a:cubicBezTo>
                <a:close/>
                <a:moveTo>
                  <a:pt x="67975" y="18736"/>
                </a:moveTo>
                <a:cubicBezTo>
                  <a:pt x="67161" y="11492"/>
                  <a:pt x="62548" y="7870"/>
                  <a:pt x="54136" y="7870"/>
                </a:cubicBezTo>
                <a:cubicBezTo>
                  <a:pt x="49658" y="7870"/>
                  <a:pt x="45520" y="8845"/>
                  <a:pt x="41721" y="10796"/>
                </a:cubicBezTo>
                <a:cubicBezTo>
                  <a:pt x="37922" y="12746"/>
                  <a:pt x="34869" y="15114"/>
                  <a:pt x="32563" y="17900"/>
                </a:cubicBezTo>
                <a:cubicBezTo>
                  <a:pt x="30256" y="20686"/>
                  <a:pt x="28289" y="23541"/>
                  <a:pt x="26661" y="26467"/>
                </a:cubicBezTo>
                <a:cubicBezTo>
                  <a:pt x="25033" y="29392"/>
                  <a:pt x="23947" y="31899"/>
                  <a:pt x="23405" y="33989"/>
                </a:cubicBezTo>
                <a:cubicBezTo>
                  <a:pt x="22862" y="36078"/>
                  <a:pt x="22523" y="37402"/>
                  <a:pt x="22387" y="37959"/>
                </a:cubicBezTo>
                <a:cubicBezTo>
                  <a:pt x="22387" y="38098"/>
                  <a:pt x="23744" y="38168"/>
                  <a:pt x="26457" y="38168"/>
                </a:cubicBezTo>
                <a:cubicBezTo>
                  <a:pt x="41789" y="38168"/>
                  <a:pt x="52508" y="36496"/>
                  <a:pt x="58613" y="33153"/>
                </a:cubicBezTo>
                <a:cubicBezTo>
                  <a:pt x="64719" y="29810"/>
                  <a:pt x="67839" y="25004"/>
                  <a:pt x="67975" y="1873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C36E82-714B-4D73-9A4D-09E210CB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217" y="2419952"/>
            <a:ext cx="83239" cy="94932"/>
          </a:xfrm>
          <a:custGeom xmlns:a="http://schemas.openxmlformats.org/drawingml/2006/main">
            <a:pathLst>
              <a:path w="83239" h="94932">
                <a:moveTo>
                  <a:pt x="0" y="32665"/>
                </a:moveTo>
                <a:cubicBezTo>
                  <a:pt x="136" y="32248"/>
                  <a:pt x="271" y="31690"/>
                  <a:pt x="407" y="30994"/>
                </a:cubicBezTo>
                <a:cubicBezTo>
                  <a:pt x="543" y="30297"/>
                  <a:pt x="882" y="28765"/>
                  <a:pt x="1425" y="26397"/>
                </a:cubicBezTo>
                <a:cubicBezTo>
                  <a:pt x="1967" y="24029"/>
                  <a:pt x="2646" y="21870"/>
                  <a:pt x="3460" y="19920"/>
                </a:cubicBezTo>
                <a:cubicBezTo>
                  <a:pt x="4274" y="17969"/>
                  <a:pt x="5291" y="15671"/>
                  <a:pt x="6513" y="13024"/>
                </a:cubicBezTo>
                <a:cubicBezTo>
                  <a:pt x="7734" y="10378"/>
                  <a:pt x="9090" y="8288"/>
                  <a:pt x="10583" y="6756"/>
                </a:cubicBezTo>
                <a:cubicBezTo>
                  <a:pt x="12075" y="5224"/>
                  <a:pt x="13839" y="3691"/>
                  <a:pt x="15874" y="2159"/>
                </a:cubicBezTo>
                <a:cubicBezTo>
                  <a:pt x="17910" y="627"/>
                  <a:pt x="20148" y="0"/>
                  <a:pt x="22590" y="279"/>
                </a:cubicBezTo>
                <a:cubicBezTo>
                  <a:pt x="26525" y="279"/>
                  <a:pt x="29985" y="1114"/>
                  <a:pt x="32970" y="2786"/>
                </a:cubicBezTo>
                <a:cubicBezTo>
                  <a:pt x="35955" y="4458"/>
                  <a:pt x="38058" y="5990"/>
                  <a:pt x="39279" y="7383"/>
                </a:cubicBezTo>
                <a:cubicBezTo>
                  <a:pt x="40500" y="8776"/>
                  <a:pt x="41246" y="10169"/>
                  <a:pt x="41518" y="11562"/>
                </a:cubicBezTo>
                <a:cubicBezTo>
                  <a:pt x="41789" y="12398"/>
                  <a:pt x="41993" y="12815"/>
                  <a:pt x="42128" y="12815"/>
                </a:cubicBezTo>
                <a:cubicBezTo>
                  <a:pt x="42264" y="12815"/>
                  <a:pt x="42807" y="12328"/>
                  <a:pt x="43756" y="11353"/>
                </a:cubicBezTo>
                <a:cubicBezTo>
                  <a:pt x="50269" y="4109"/>
                  <a:pt x="57799" y="488"/>
                  <a:pt x="66347" y="488"/>
                </a:cubicBezTo>
                <a:lnTo>
                  <a:pt x="66957" y="488"/>
                </a:lnTo>
                <a:cubicBezTo>
                  <a:pt x="73470" y="488"/>
                  <a:pt x="78354" y="3343"/>
                  <a:pt x="81611" y="9054"/>
                </a:cubicBezTo>
                <a:cubicBezTo>
                  <a:pt x="82696" y="11701"/>
                  <a:pt x="83239" y="14278"/>
                  <a:pt x="83239" y="16785"/>
                </a:cubicBezTo>
                <a:cubicBezTo>
                  <a:pt x="83239" y="20964"/>
                  <a:pt x="82357" y="24308"/>
                  <a:pt x="80593" y="26815"/>
                </a:cubicBezTo>
                <a:cubicBezTo>
                  <a:pt x="78829" y="29322"/>
                  <a:pt x="77065" y="30924"/>
                  <a:pt x="75302" y="31621"/>
                </a:cubicBezTo>
                <a:cubicBezTo>
                  <a:pt x="73538" y="32317"/>
                  <a:pt x="71842" y="32596"/>
                  <a:pt x="70214" y="32456"/>
                </a:cubicBezTo>
                <a:cubicBezTo>
                  <a:pt x="67500" y="32456"/>
                  <a:pt x="65329" y="31690"/>
                  <a:pt x="63701" y="30158"/>
                </a:cubicBezTo>
                <a:cubicBezTo>
                  <a:pt x="62073" y="28626"/>
                  <a:pt x="61259" y="26606"/>
                  <a:pt x="61259" y="24099"/>
                </a:cubicBezTo>
                <a:cubicBezTo>
                  <a:pt x="61259" y="17412"/>
                  <a:pt x="65058" y="12955"/>
                  <a:pt x="72656" y="10726"/>
                </a:cubicBezTo>
                <a:cubicBezTo>
                  <a:pt x="69671" y="8915"/>
                  <a:pt x="67229" y="8010"/>
                  <a:pt x="65329" y="8010"/>
                </a:cubicBezTo>
                <a:cubicBezTo>
                  <a:pt x="57731" y="8010"/>
                  <a:pt x="50744" y="13164"/>
                  <a:pt x="44367" y="23472"/>
                </a:cubicBezTo>
                <a:cubicBezTo>
                  <a:pt x="43010" y="25701"/>
                  <a:pt x="41993" y="27999"/>
                  <a:pt x="41314" y="30367"/>
                </a:cubicBezTo>
                <a:cubicBezTo>
                  <a:pt x="40636" y="32735"/>
                  <a:pt x="38329" y="41998"/>
                  <a:pt x="34395" y="58157"/>
                </a:cubicBezTo>
                <a:cubicBezTo>
                  <a:pt x="29781" y="77659"/>
                  <a:pt x="27136" y="88036"/>
                  <a:pt x="26457" y="89290"/>
                </a:cubicBezTo>
                <a:cubicBezTo>
                  <a:pt x="24694" y="93051"/>
                  <a:pt x="21776" y="94932"/>
                  <a:pt x="17706" y="94932"/>
                </a:cubicBezTo>
                <a:cubicBezTo>
                  <a:pt x="15942" y="94932"/>
                  <a:pt x="14518" y="94514"/>
                  <a:pt x="13432" y="93678"/>
                </a:cubicBezTo>
                <a:cubicBezTo>
                  <a:pt x="12347" y="92842"/>
                  <a:pt x="11601" y="92006"/>
                  <a:pt x="11193" y="91171"/>
                </a:cubicBezTo>
                <a:cubicBezTo>
                  <a:pt x="10786" y="90335"/>
                  <a:pt x="10651" y="89638"/>
                  <a:pt x="10786" y="89081"/>
                </a:cubicBezTo>
                <a:cubicBezTo>
                  <a:pt x="10786" y="87270"/>
                  <a:pt x="13500" y="75291"/>
                  <a:pt x="18927" y="53142"/>
                </a:cubicBezTo>
                <a:cubicBezTo>
                  <a:pt x="24354" y="30994"/>
                  <a:pt x="27068" y="18666"/>
                  <a:pt x="27068" y="16159"/>
                </a:cubicBezTo>
                <a:cubicBezTo>
                  <a:pt x="27068" y="10726"/>
                  <a:pt x="25304" y="8010"/>
                  <a:pt x="21776" y="8010"/>
                </a:cubicBezTo>
                <a:cubicBezTo>
                  <a:pt x="18927" y="8010"/>
                  <a:pt x="16485" y="9960"/>
                  <a:pt x="14450" y="13860"/>
                </a:cubicBezTo>
                <a:cubicBezTo>
                  <a:pt x="12415" y="17761"/>
                  <a:pt x="10786" y="22009"/>
                  <a:pt x="9565" y="26606"/>
                </a:cubicBezTo>
                <a:cubicBezTo>
                  <a:pt x="8344" y="31203"/>
                  <a:pt x="7598" y="33710"/>
                  <a:pt x="7327" y="34128"/>
                </a:cubicBezTo>
                <a:cubicBezTo>
                  <a:pt x="7055" y="34407"/>
                  <a:pt x="5970" y="34546"/>
                  <a:pt x="4070" y="34546"/>
                </a:cubicBezTo>
                <a:lnTo>
                  <a:pt x="1221" y="34546"/>
                </a:lnTo>
                <a:cubicBezTo>
                  <a:pt x="407" y="33710"/>
                  <a:pt x="0" y="33083"/>
                  <a:pt x="0" y="326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E0F7E2-63D2-4D69-80E8-7E529D66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217" y="2419952"/>
            <a:ext cx="83239" cy="94932"/>
          </a:xfrm>
          <a:custGeom xmlns:a="http://schemas.openxmlformats.org/drawingml/2006/main">
            <a:pathLst>
              <a:path w="83239" h="94932" fill="none">
                <a:moveTo>
                  <a:pt x="0" y="32665"/>
                </a:moveTo>
                <a:cubicBezTo>
                  <a:pt x="136" y="32248"/>
                  <a:pt x="271" y="31690"/>
                  <a:pt x="407" y="30994"/>
                </a:cubicBezTo>
                <a:cubicBezTo>
                  <a:pt x="543" y="30297"/>
                  <a:pt x="882" y="28765"/>
                  <a:pt x="1425" y="26397"/>
                </a:cubicBezTo>
                <a:cubicBezTo>
                  <a:pt x="1967" y="24029"/>
                  <a:pt x="2646" y="21870"/>
                  <a:pt x="3460" y="19920"/>
                </a:cubicBezTo>
                <a:cubicBezTo>
                  <a:pt x="4274" y="17969"/>
                  <a:pt x="5291" y="15671"/>
                  <a:pt x="6513" y="13024"/>
                </a:cubicBezTo>
                <a:cubicBezTo>
                  <a:pt x="7734" y="10378"/>
                  <a:pt x="9090" y="8288"/>
                  <a:pt x="10583" y="6756"/>
                </a:cubicBezTo>
                <a:cubicBezTo>
                  <a:pt x="12075" y="5224"/>
                  <a:pt x="13839" y="3691"/>
                  <a:pt x="15874" y="2159"/>
                </a:cubicBezTo>
                <a:cubicBezTo>
                  <a:pt x="17910" y="627"/>
                  <a:pt x="20148" y="0"/>
                  <a:pt x="22590" y="279"/>
                </a:cubicBezTo>
                <a:cubicBezTo>
                  <a:pt x="26525" y="279"/>
                  <a:pt x="29985" y="1114"/>
                  <a:pt x="32970" y="2786"/>
                </a:cubicBezTo>
                <a:cubicBezTo>
                  <a:pt x="35955" y="4458"/>
                  <a:pt x="38058" y="5990"/>
                  <a:pt x="39279" y="7383"/>
                </a:cubicBezTo>
                <a:cubicBezTo>
                  <a:pt x="40500" y="8776"/>
                  <a:pt x="41246" y="10169"/>
                  <a:pt x="41518" y="11562"/>
                </a:cubicBezTo>
                <a:cubicBezTo>
                  <a:pt x="41789" y="12398"/>
                  <a:pt x="41993" y="12815"/>
                  <a:pt x="42128" y="12815"/>
                </a:cubicBezTo>
                <a:cubicBezTo>
                  <a:pt x="42264" y="12815"/>
                  <a:pt x="42807" y="12328"/>
                  <a:pt x="43756" y="11353"/>
                </a:cubicBezTo>
                <a:cubicBezTo>
                  <a:pt x="50269" y="4109"/>
                  <a:pt x="57799" y="488"/>
                  <a:pt x="66347" y="488"/>
                </a:cubicBezTo>
                <a:lnTo>
                  <a:pt x="66957" y="488"/>
                </a:lnTo>
                <a:cubicBezTo>
                  <a:pt x="73470" y="488"/>
                  <a:pt x="78354" y="3343"/>
                  <a:pt x="81611" y="9054"/>
                </a:cubicBezTo>
                <a:cubicBezTo>
                  <a:pt x="82696" y="11701"/>
                  <a:pt x="83239" y="14278"/>
                  <a:pt x="83239" y="16785"/>
                </a:cubicBezTo>
                <a:cubicBezTo>
                  <a:pt x="83239" y="20964"/>
                  <a:pt x="82357" y="24308"/>
                  <a:pt x="80593" y="26815"/>
                </a:cubicBezTo>
                <a:cubicBezTo>
                  <a:pt x="78829" y="29322"/>
                  <a:pt x="77065" y="30924"/>
                  <a:pt x="75302" y="31621"/>
                </a:cubicBezTo>
                <a:cubicBezTo>
                  <a:pt x="73538" y="32317"/>
                  <a:pt x="71842" y="32596"/>
                  <a:pt x="70214" y="32456"/>
                </a:cubicBezTo>
                <a:cubicBezTo>
                  <a:pt x="67500" y="32456"/>
                  <a:pt x="65329" y="31690"/>
                  <a:pt x="63701" y="30158"/>
                </a:cubicBezTo>
                <a:cubicBezTo>
                  <a:pt x="62073" y="28626"/>
                  <a:pt x="61259" y="26606"/>
                  <a:pt x="61259" y="24099"/>
                </a:cubicBezTo>
                <a:cubicBezTo>
                  <a:pt x="61259" y="17412"/>
                  <a:pt x="65058" y="12955"/>
                  <a:pt x="72656" y="10726"/>
                </a:cubicBezTo>
                <a:cubicBezTo>
                  <a:pt x="69671" y="8915"/>
                  <a:pt x="67229" y="8010"/>
                  <a:pt x="65329" y="8010"/>
                </a:cubicBezTo>
                <a:cubicBezTo>
                  <a:pt x="57731" y="8010"/>
                  <a:pt x="50744" y="13164"/>
                  <a:pt x="44367" y="23472"/>
                </a:cubicBezTo>
                <a:cubicBezTo>
                  <a:pt x="43010" y="25701"/>
                  <a:pt x="41993" y="27999"/>
                  <a:pt x="41314" y="30367"/>
                </a:cubicBezTo>
                <a:cubicBezTo>
                  <a:pt x="40636" y="32735"/>
                  <a:pt x="38329" y="41998"/>
                  <a:pt x="34395" y="58157"/>
                </a:cubicBezTo>
                <a:cubicBezTo>
                  <a:pt x="29781" y="77659"/>
                  <a:pt x="27136" y="88036"/>
                  <a:pt x="26457" y="89290"/>
                </a:cubicBezTo>
                <a:cubicBezTo>
                  <a:pt x="24694" y="93051"/>
                  <a:pt x="21776" y="94932"/>
                  <a:pt x="17706" y="94932"/>
                </a:cubicBezTo>
                <a:cubicBezTo>
                  <a:pt x="15942" y="94932"/>
                  <a:pt x="14518" y="94514"/>
                  <a:pt x="13432" y="93678"/>
                </a:cubicBezTo>
                <a:cubicBezTo>
                  <a:pt x="12347" y="92842"/>
                  <a:pt x="11601" y="92006"/>
                  <a:pt x="11193" y="91171"/>
                </a:cubicBezTo>
                <a:cubicBezTo>
                  <a:pt x="10786" y="90335"/>
                  <a:pt x="10651" y="89638"/>
                  <a:pt x="10786" y="89081"/>
                </a:cubicBezTo>
                <a:cubicBezTo>
                  <a:pt x="10786" y="87270"/>
                  <a:pt x="13500" y="75291"/>
                  <a:pt x="18927" y="53142"/>
                </a:cubicBezTo>
                <a:cubicBezTo>
                  <a:pt x="24354" y="30994"/>
                  <a:pt x="27068" y="18666"/>
                  <a:pt x="27068" y="16159"/>
                </a:cubicBezTo>
                <a:cubicBezTo>
                  <a:pt x="27068" y="10726"/>
                  <a:pt x="25304" y="8010"/>
                  <a:pt x="21776" y="8010"/>
                </a:cubicBezTo>
                <a:cubicBezTo>
                  <a:pt x="18927" y="8010"/>
                  <a:pt x="16485" y="9960"/>
                  <a:pt x="14450" y="13860"/>
                </a:cubicBezTo>
                <a:cubicBezTo>
                  <a:pt x="12415" y="17761"/>
                  <a:pt x="10786" y="22009"/>
                  <a:pt x="9565" y="26606"/>
                </a:cubicBezTo>
                <a:cubicBezTo>
                  <a:pt x="8344" y="31203"/>
                  <a:pt x="7598" y="33710"/>
                  <a:pt x="7327" y="34128"/>
                </a:cubicBezTo>
                <a:cubicBezTo>
                  <a:pt x="7055" y="34407"/>
                  <a:pt x="5970" y="34546"/>
                  <a:pt x="4070" y="34546"/>
                </a:cubicBezTo>
                <a:lnTo>
                  <a:pt x="1221" y="34546"/>
                </a:lnTo>
                <a:cubicBezTo>
                  <a:pt x="407" y="33710"/>
                  <a:pt x="0" y="33083"/>
                  <a:pt x="0" y="3266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0DAF0C-EF89-45EB-A77F-3EC73D71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860" y="2355875"/>
            <a:ext cx="48641" cy="208947"/>
          </a:xfrm>
          <a:custGeom xmlns:a="http://schemas.openxmlformats.org/drawingml/2006/main">
            <a:pathLst>
              <a:path w="48641" h="208947">
                <a:moveTo>
                  <a:pt x="0" y="104474"/>
                </a:moveTo>
                <a:cubicBezTo>
                  <a:pt x="0" y="94862"/>
                  <a:pt x="678" y="85738"/>
                  <a:pt x="2035" y="77102"/>
                </a:cubicBezTo>
                <a:cubicBezTo>
                  <a:pt x="3392" y="68465"/>
                  <a:pt x="4952" y="61013"/>
                  <a:pt x="6716" y="54744"/>
                </a:cubicBezTo>
                <a:cubicBezTo>
                  <a:pt x="8480" y="48476"/>
                  <a:pt x="10990" y="42347"/>
                  <a:pt x="14246" y="36357"/>
                </a:cubicBezTo>
                <a:cubicBezTo>
                  <a:pt x="17503" y="30367"/>
                  <a:pt x="20080" y="25701"/>
                  <a:pt x="21980" y="22357"/>
                </a:cubicBezTo>
                <a:cubicBezTo>
                  <a:pt x="23879" y="19014"/>
                  <a:pt x="26729" y="15392"/>
                  <a:pt x="30528" y="11492"/>
                </a:cubicBezTo>
                <a:cubicBezTo>
                  <a:pt x="34327" y="7592"/>
                  <a:pt x="36565" y="5224"/>
                  <a:pt x="37244" y="4388"/>
                </a:cubicBezTo>
                <a:cubicBezTo>
                  <a:pt x="37922" y="3552"/>
                  <a:pt x="39618" y="2089"/>
                  <a:pt x="42332" y="0"/>
                </a:cubicBezTo>
                <a:lnTo>
                  <a:pt x="44977" y="0"/>
                </a:lnTo>
                <a:lnTo>
                  <a:pt x="45792" y="0"/>
                </a:lnTo>
                <a:cubicBezTo>
                  <a:pt x="47691" y="0"/>
                  <a:pt x="48641" y="627"/>
                  <a:pt x="48641" y="1881"/>
                </a:cubicBezTo>
                <a:cubicBezTo>
                  <a:pt x="48641" y="2298"/>
                  <a:pt x="47488" y="3761"/>
                  <a:pt x="45181" y="6268"/>
                </a:cubicBezTo>
                <a:cubicBezTo>
                  <a:pt x="42874" y="8776"/>
                  <a:pt x="40093" y="12467"/>
                  <a:pt x="36837" y="17343"/>
                </a:cubicBezTo>
                <a:cubicBezTo>
                  <a:pt x="33580" y="22218"/>
                  <a:pt x="30256" y="28208"/>
                  <a:pt x="26864" y="35312"/>
                </a:cubicBezTo>
                <a:cubicBezTo>
                  <a:pt x="23472" y="42416"/>
                  <a:pt x="20623" y="52028"/>
                  <a:pt x="18317" y="64147"/>
                </a:cubicBezTo>
                <a:cubicBezTo>
                  <a:pt x="16010" y="76266"/>
                  <a:pt x="14857" y="89708"/>
                  <a:pt x="14857" y="104474"/>
                </a:cubicBezTo>
                <a:cubicBezTo>
                  <a:pt x="14857" y="119239"/>
                  <a:pt x="16010" y="132612"/>
                  <a:pt x="18317" y="144592"/>
                </a:cubicBezTo>
                <a:cubicBezTo>
                  <a:pt x="20623" y="156571"/>
                  <a:pt x="23405" y="166252"/>
                  <a:pt x="26661" y="173635"/>
                </a:cubicBezTo>
                <a:cubicBezTo>
                  <a:pt x="29917" y="181018"/>
                  <a:pt x="33241" y="187008"/>
                  <a:pt x="36633" y="191605"/>
                </a:cubicBezTo>
                <a:cubicBezTo>
                  <a:pt x="40025" y="196202"/>
                  <a:pt x="42874" y="199893"/>
                  <a:pt x="45181" y="202679"/>
                </a:cubicBezTo>
                <a:cubicBezTo>
                  <a:pt x="47488" y="205465"/>
                  <a:pt x="48641" y="206928"/>
                  <a:pt x="48641" y="207067"/>
                </a:cubicBezTo>
                <a:cubicBezTo>
                  <a:pt x="48641" y="208320"/>
                  <a:pt x="47623" y="208947"/>
                  <a:pt x="45588" y="208947"/>
                </a:cubicBezTo>
                <a:lnTo>
                  <a:pt x="44977" y="208947"/>
                </a:lnTo>
                <a:lnTo>
                  <a:pt x="42332" y="208947"/>
                </a:lnTo>
                <a:lnTo>
                  <a:pt x="36633" y="203933"/>
                </a:lnTo>
                <a:cubicBezTo>
                  <a:pt x="23879" y="192092"/>
                  <a:pt x="14585" y="177327"/>
                  <a:pt x="8751" y="159636"/>
                </a:cubicBezTo>
                <a:cubicBezTo>
                  <a:pt x="2917" y="141945"/>
                  <a:pt x="0" y="123558"/>
                  <a:pt x="0" y="10447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8F3A8B-D7D0-474C-A1AD-100C19FD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860" y="2355875"/>
            <a:ext cx="48641" cy="208947"/>
          </a:xfrm>
          <a:custGeom xmlns:a="http://schemas.openxmlformats.org/drawingml/2006/main">
            <a:pathLst>
              <a:path w="48641" h="208947" fill="none">
                <a:moveTo>
                  <a:pt x="0" y="104474"/>
                </a:moveTo>
                <a:cubicBezTo>
                  <a:pt x="0" y="94862"/>
                  <a:pt x="678" y="85738"/>
                  <a:pt x="2035" y="77102"/>
                </a:cubicBezTo>
                <a:cubicBezTo>
                  <a:pt x="3392" y="68465"/>
                  <a:pt x="4952" y="61013"/>
                  <a:pt x="6716" y="54744"/>
                </a:cubicBezTo>
                <a:cubicBezTo>
                  <a:pt x="8480" y="48476"/>
                  <a:pt x="10990" y="42347"/>
                  <a:pt x="14246" y="36357"/>
                </a:cubicBezTo>
                <a:cubicBezTo>
                  <a:pt x="17503" y="30367"/>
                  <a:pt x="20080" y="25701"/>
                  <a:pt x="21980" y="22357"/>
                </a:cubicBezTo>
                <a:cubicBezTo>
                  <a:pt x="23879" y="19014"/>
                  <a:pt x="26729" y="15392"/>
                  <a:pt x="30528" y="11492"/>
                </a:cubicBezTo>
                <a:cubicBezTo>
                  <a:pt x="34327" y="7592"/>
                  <a:pt x="36565" y="5224"/>
                  <a:pt x="37244" y="4388"/>
                </a:cubicBezTo>
                <a:cubicBezTo>
                  <a:pt x="37922" y="3552"/>
                  <a:pt x="39618" y="2089"/>
                  <a:pt x="42332" y="0"/>
                </a:cubicBezTo>
                <a:lnTo>
                  <a:pt x="44977" y="0"/>
                </a:lnTo>
                <a:lnTo>
                  <a:pt x="45792" y="0"/>
                </a:lnTo>
                <a:cubicBezTo>
                  <a:pt x="47691" y="0"/>
                  <a:pt x="48641" y="627"/>
                  <a:pt x="48641" y="1881"/>
                </a:cubicBezTo>
                <a:cubicBezTo>
                  <a:pt x="48641" y="2298"/>
                  <a:pt x="47488" y="3761"/>
                  <a:pt x="45181" y="6268"/>
                </a:cubicBezTo>
                <a:cubicBezTo>
                  <a:pt x="42874" y="8776"/>
                  <a:pt x="40093" y="12467"/>
                  <a:pt x="36837" y="17343"/>
                </a:cubicBezTo>
                <a:cubicBezTo>
                  <a:pt x="33580" y="22218"/>
                  <a:pt x="30256" y="28208"/>
                  <a:pt x="26864" y="35312"/>
                </a:cubicBezTo>
                <a:cubicBezTo>
                  <a:pt x="23472" y="42416"/>
                  <a:pt x="20623" y="52028"/>
                  <a:pt x="18317" y="64147"/>
                </a:cubicBezTo>
                <a:cubicBezTo>
                  <a:pt x="16010" y="76266"/>
                  <a:pt x="14857" y="89708"/>
                  <a:pt x="14857" y="104474"/>
                </a:cubicBezTo>
                <a:cubicBezTo>
                  <a:pt x="14857" y="119239"/>
                  <a:pt x="16010" y="132612"/>
                  <a:pt x="18317" y="144592"/>
                </a:cubicBezTo>
                <a:cubicBezTo>
                  <a:pt x="20623" y="156571"/>
                  <a:pt x="23405" y="166252"/>
                  <a:pt x="26661" y="173635"/>
                </a:cubicBezTo>
                <a:cubicBezTo>
                  <a:pt x="29917" y="181018"/>
                  <a:pt x="33241" y="187008"/>
                  <a:pt x="36633" y="191605"/>
                </a:cubicBezTo>
                <a:cubicBezTo>
                  <a:pt x="40025" y="196202"/>
                  <a:pt x="42874" y="199893"/>
                  <a:pt x="45181" y="202679"/>
                </a:cubicBezTo>
                <a:cubicBezTo>
                  <a:pt x="47488" y="205465"/>
                  <a:pt x="48641" y="206928"/>
                  <a:pt x="48641" y="207067"/>
                </a:cubicBezTo>
                <a:cubicBezTo>
                  <a:pt x="48641" y="208320"/>
                  <a:pt x="47623" y="208947"/>
                  <a:pt x="45588" y="208947"/>
                </a:cubicBezTo>
                <a:lnTo>
                  <a:pt x="44977" y="208947"/>
                </a:lnTo>
                <a:lnTo>
                  <a:pt x="42332" y="208947"/>
                </a:lnTo>
                <a:lnTo>
                  <a:pt x="36633" y="203933"/>
                </a:lnTo>
                <a:cubicBezTo>
                  <a:pt x="23879" y="192092"/>
                  <a:pt x="14585" y="177327"/>
                  <a:pt x="8751" y="159636"/>
                </a:cubicBezTo>
                <a:cubicBezTo>
                  <a:pt x="2917" y="141945"/>
                  <a:pt x="0" y="123558"/>
                  <a:pt x="0" y="10447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86C828-C2A1-4E54-BF68-C3EB47AF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149" y="2355875"/>
            <a:ext cx="45520" cy="208947"/>
          </a:xfrm>
          <a:custGeom xmlns:a="http://schemas.openxmlformats.org/drawingml/2006/main">
            <a:pathLst>
              <a:path w="45520" h="208947">
                <a:moveTo>
                  <a:pt x="45520" y="205186"/>
                </a:moveTo>
                <a:cubicBezTo>
                  <a:pt x="45385" y="206161"/>
                  <a:pt x="44977" y="206997"/>
                  <a:pt x="44299" y="207694"/>
                </a:cubicBezTo>
                <a:cubicBezTo>
                  <a:pt x="43621" y="208390"/>
                  <a:pt x="42671" y="208808"/>
                  <a:pt x="41450" y="208947"/>
                </a:cubicBezTo>
                <a:cubicBezTo>
                  <a:pt x="40093" y="208947"/>
                  <a:pt x="38940" y="208251"/>
                  <a:pt x="37990" y="206858"/>
                </a:cubicBezTo>
                <a:cubicBezTo>
                  <a:pt x="37583" y="205883"/>
                  <a:pt x="31206" y="188749"/>
                  <a:pt x="18859" y="155457"/>
                </a:cubicBezTo>
                <a:cubicBezTo>
                  <a:pt x="6513" y="122165"/>
                  <a:pt x="271" y="105170"/>
                  <a:pt x="136" y="104474"/>
                </a:cubicBezTo>
                <a:cubicBezTo>
                  <a:pt x="0" y="103777"/>
                  <a:pt x="6173" y="86783"/>
                  <a:pt x="18656" y="53491"/>
                </a:cubicBezTo>
                <a:cubicBezTo>
                  <a:pt x="31138" y="20198"/>
                  <a:pt x="37583" y="3065"/>
                  <a:pt x="37990" y="2089"/>
                </a:cubicBezTo>
                <a:cubicBezTo>
                  <a:pt x="38397" y="1393"/>
                  <a:pt x="39075" y="766"/>
                  <a:pt x="40025" y="209"/>
                </a:cubicBezTo>
                <a:lnTo>
                  <a:pt x="40636" y="0"/>
                </a:lnTo>
                <a:cubicBezTo>
                  <a:pt x="41043" y="0"/>
                  <a:pt x="41314" y="0"/>
                  <a:pt x="41450" y="0"/>
                </a:cubicBezTo>
                <a:cubicBezTo>
                  <a:pt x="43892" y="0"/>
                  <a:pt x="45249" y="1254"/>
                  <a:pt x="45520" y="3761"/>
                </a:cubicBezTo>
                <a:cubicBezTo>
                  <a:pt x="45520" y="4458"/>
                  <a:pt x="39415" y="21382"/>
                  <a:pt x="27204" y="54535"/>
                </a:cubicBezTo>
                <a:cubicBezTo>
                  <a:pt x="14857" y="87549"/>
                  <a:pt x="8683" y="104195"/>
                  <a:pt x="8683" y="104474"/>
                </a:cubicBezTo>
                <a:cubicBezTo>
                  <a:pt x="8683" y="104752"/>
                  <a:pt x="14857" y="121398"/>
                  <a:pt x="27204" y="154412"/>
                </a:cubicBezTo>
                <a:cubicBezTo>
                  <a:pt x="39415" y="187565"/>
                  <a:pt x="45520" y="204490"/>
                  <a:pt x="45520" y="2051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D11F7C-D5F3-4E00-86E7-58AD86FF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149" y="2355875"/>
            <a:ext cx="45520" cy="208947"/>
          </a:xfrm>
          <a:custGeom xmlns:a="http://schemas.openxmlformats.org/drawingml/2006/main">
            <a:pathLst>
              <a:path w="45520" h="208947" fill="none">
                <a:moveTo>
                  <a:pt x="45520" y="205186"/>
                </a:moveTo>
                <a:cubicBezTo>
                  <a:pt x="45385" y="206161"/>
                  <a:pt x="44977" y="206997"/>
                  <a:pt x="44299" y="207694"/>
                </a:cubicBezTo>
                <a:cubicBezTo>
                  <a:pt x="43621" y="208390"/>
                  <a:pt x="42671" y="208808"/>
                  <a:pt x="41450" y="208947"/>
                </a:cubicBezTo>
                <a:cubicBezTo>
                  <a:pt x="40093" y="208947"/>
                  <a:pt x="38940" y="208251"/>
                  <a:pt x="37990" y="206858"/>
                </a:cubicBezTo>
                <a:cubicBezTo>
                  <a:pt x="37583" y="205883"/>
                  <a:pt x="31206" y="188749"/>
                  <a:pt x="18859" y="155457"/>
                </a:cubicBezTo>
                <a:cubicBezTo>
                  <a:pt x="6513" y="122165"/>
                  <a:pt x="271" y="105170"/>
                  <a:pt x="136" y="104474"/>
                </a:cubicBezTo>
                <a:cubicBezTo>
                  <a:pt x="0" y="103777"/>
                  <a:pt x="6173" y="86783"/>
                  <a:pt x="18656" y="53491"/>
                </a:cubicBezTo>
                <a:cubicBezTo>
                  <a:pt x="31138" y="20198"/>
                  <a:pt x="37583" y="3065"/>
                  <a:pt x="37990" y="2089"/>
                </a:cubicBezTo>
                <a:cubicBezTo>
                  <a:pt x="38397" y="1393"/>
                  <a:pt x="39075" y="766"/>
                  <a:pt x="40025" y="209"/>
                </a:cubicBezTo>
                <a:lnTo>
                  <a:pt x="40636" y="0"/>
                </a:lnTo>
                <a:cubicBezTo>
                  <a:pt x="41043" y="0"/>
                  <a:pt x="41314" y="0"/>
                  <a:pt x="41450" y="0"/>
                </a:cubicBezTo>
                <a:cubicBezTo>
                  <a:pt x="43892" y="0"/>
                  <a:pt x="45249" y="1254"/>
                  <a:pt x="45520" y="3761"/>
                </a:cubicBezTo>
                <a:cubicBezTo>
                  <a:pt x="45520" y="4458"/>
                  <a:pt x="39415" y="21382"/>
                  <a:pt x="27204" y="54535"/>
                </a:cubicBezTo>
                <a:cubicBezTo>
                  <a:pt x="14857" y="87549"/>
                  <a:pt x="8683" y="104195"/>
                  <a:pt x="8683" y="104474"/>
                </a:cubicBezTo>
                <a:cubicBezTo>
                  <a:pt x="8683" y="104752"/>
                  <a:pt x="14857" y="121398"/>
                  <a:pt x="27204" y="154412"/>
                </a:cubicBezTo>
                <a:cubicBezTo>
                  <a:pt x="39415" y="187565"/>
                  <a:pt x="45520" y="204490"/>
                  <a:pt x="45520" y="20518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9C3405-0757-4E06-B68C-D3BA58C0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649" y="2369874"/>
            <a:ext cx="145922" cy="147308"/>
          </a:xfrm>
          <a:custGeom xmlns:a="http://schemas.openxmlformats.org/drawingml/2006/main">
            <a:pathLst>
              <a:path w="145922" h="147308">
                <a:moveTo>
                  <a:pt x="0" y="7313"/>
                </a:moveTo>
                <a:cubicBezTo>
                  <a:pt x="0" y="4249"/>
                  <a:pt x="882" y="1811"/>
                  <a:pt x="2646" y="0"/>
                </a:cubicBezTo>
                <a:lnTo>
                  <a:pt x="4884" y="0"/>
                </a:lnTo>
                <a:cubicBezTo>
                  <a:pt x="10583" y="418"/>
                  <a:pt x="17706" y="627"/>
                  <a:pt x="26254" y="627"/>
                </a:cubicBezTo>
                <a:cubicBezTo>
                  <a:pt x="42264" y="627"/>
                  <a:pt x="51694" y="418"/>
                  <a:pt x="54543" y="0"/>
                </a:cubicBezTo>
                <a:lnTo>
                  <a:pt x="56578" y="0"/>
                </a:lnTo>
                <a:cubicBezTo>
                  <a:pt x="57392" y="836"/>
                  <a:pt x="57799" y="1463"/>
                  <a:pt x="57799" y="1881"/>
                </a:cubicBezTo>
                <a:cubicBezTo>
                  <a:pt x="57799" y="2298"/>
                  <a:pt x="57663" y="3552"/>
                  <a:pt x="57392" y="5642"/>
                </a:cubicBezTo>
                <a:cubicBezTo>
                  <a:pt x="56714" y="7731"/>
                  <a:pt x="56103" y="9054"/>
                  <a:pt x="55560" y="9612"/>
                </a:cubicBezTo>
                <a:lnTo>
                  <a:pt x="51287" y="9612"/>
                </a:lnTo>
                <a:cubicBezTo>
                  <a:pt x="48302" y="9890"/>
                  <a:pt x="46266" y="10029"/>
                  <a:pt x="45181" y="10029"/>
                </a:cubicBezTo>
                <a:cubicBezTo>
                  <a:pt x="41246" y="10726"/>
                  <a:pt x="39075" y="11771"/>
                  <a:pt x="38668" y="13164"/>
                </a:cubicBezTo>
                <a:cubicBezTo>
                  <a:pt x="38668" y="13442"/>
                  <a:pt x="40636" y="30924"/>
                  <a:pt x="44570" y="65609"/>
                </a:cubicBezTo>
                <a:cubicBezTo>
                  <a:pt x="48505" y="100295"/>
                  <a:pt x="50540" y="117777"/>
                  <a:pt x="50676" y="118055"/>
                </a:cubicBezTo>
                <a:lnTo>
                  <a:pt x="65533" y="93608"/>
                </a:lnTo>
                <a:cubicBezTo>
                  <a:pt x="75437" y="77311"/>
                  <a:pt x="85342" y="60873"/>
                  <a:pt x="95246" y="44297"/>
                </a:cubicBezTo>
                <a:cubicBezTo>
                  <a:pt x="105151" y="27720"/>
                  <a:pt x="110239" y="19154"/>
                  <a:pt x="110510" y="18596"/>
                </a:cubicBezTo>
                <a:cubicBezTo>
                  <a:pt x="111053" y="17621"/>
                  <a:pt x="111324" y="16576"/>
                  <a:pt x="111324" y="15462"/>
                </a:cubicBezTo>
                <a:cubicBezTo>
                  <a:pt x="111324" y="12119"/>
                  <a:pt x="108339" y="10169"/>
                  <a:pt x="102370" y="9612"/>
                </a:cubicBezTo>
                <a:cubicBezTo>
                  <a:pt x="99927" y="9612"/>
                  <a:pt x="98706" y="8845"/>
                  <a:pt x="98706" y="7313"/>
                </a:cubicBezTo>
                <a:cubicBezTo>
                  <a:pt x="98706" y="7174"/>
                  <a:pt x="98842" y="6268"/>
                  <a:pt x="99113" y="4597"/>
                </a:cubicBezTo>
                <a:cubicBezTo>
                  <a:pt x="99520" y="2647"/>
                  <a:pt x="99927" y="1393"/>
                  <a:pt x="100334" y="836"/>
                </a:cubicBezTo>
                <a:cubicBezTo>
                  <a:pt x="100741" y="279"/>
                  <a:pt x="101623" y="0"/>
                  <a:pt x="102980" y="0"/>
                </a:cubicBezTo>
                <a:cubicBezTo>
                  <a:pt x="103251" y="0"/>
                  <a:pt x="104066" y="0"/>
                  <a:pt x="105422" y="0"/>
                </a:cubicBezTo>
                <a:cubicBezTo>
                  <a:pt x="106779" y="0"/>
                  <a:pt x="109086" y="70"/>
                  <a:pt x="112342" y="209"/>
                </a:cubicBezTo>
                <a:cubicBezTo>
                  <a:pt x="115598" y="348"/>
                  <a:pt x="119940" y="418"/>
                  <a:pt x="125367" y="418"/>
                </a:cubicBezTo>
                <a:cubicBezTo>
                  <a:pt x="134729" y="418"/>
                  <a:pt x="140631" y="279"/>
                  <a:pt x="143073" y="0"/>
                </a:cubicBezTo>
                <a:lnTo>
                  <a:pt x="144498" y="0"/>
                </a:lnTo>
                <a:cubicBezTo>
                  <a:pt x="145448" y="975"/>
                  <a:pt x="145922" y="1741"/>
                  <a:pt x="145922" y="2298"/>
                </a:cubicBezTo>
                <a:cubicBezTo>
                  <a:pt x="145922" y="4666"/>
                  <a:pt x="145312" y="6895"/>
                  <a:pt x="144091" y="8985"/>
                </a:cubicBezTo>
                <a:cubicBezTo>
                  <a:pt x="143684" y="9403"/>
                  <a:pt x="142530" y="9612"/>
                  <a:pt x="140631" y="9612"/>
                </a:cubicBezTo>
                <a:cubicBezTo>
                  <a:pt x="138867" y="9751"/>
                  <a:pt x="137239" y="9890"/>
                  <a:pt x="135747" y="10029"/>
                </a:cubicBezTo>
                <a:cubicBezTo>
                  <a:pt x="134254" y="10169"/>
                  <a:pt x="132829" y="10517"/>
                  <a:pt x="131473" y="11074"/>
                </a:cubicBezTo>
                <a:cubicBezTo>
                  <a:pt x="130116" y="11631"/>
                  <a:pt x="129030" y="12119"/>
                  <a:pt x="128216" y="12537"/>
                </a:cubicBezTo>
                <a:cubicBezTo>
                  <a:pt x="127402" y="12955"/>
                  <a:pt x="126588" y="13512"/>
                  <a:pt x="125774" y="14208"/>
                </a:cubicBezTo>
                <a:cubicBezTo>
                  <a:pt x="124960" y="14905"/>
                  <a:pt x="124282" y="15392"/>
                  <a:pt x="123739" y="15671"/>
                </a:cubicBezTo>
                <a:cubicBezTo>
                  <a:pt x="123196" y="15950"/>
                  <a:pt x="122654" y="16576"/>
                  <a:pt x="122111" y="17552"/>
                </a:cubicBezTo>
                <a:cubicBezTo>
                  <a:pt x="121568" y="18527"/>
                  <a:pt x="121093" y="19014"/>
                  <a:pt x="120686" y="19014"/>
                </a:cubicBezTo>
                <a:lnTo>
                  <a:pt x="81407" y="83788"/>
                </a:lnTo>
                <a:cubicBezTo>
                  <a:pt x="56985" y="124324"/>
                  <a:pt x="44367" y="145079"/>
                  <a:pt x="43553" y="146054"/>
                </a:cubicBezTo>
                <a:cubicBezTo>
                  <a:pt x="43146" y="146333"/>
                  <a:pt x="42671" y="146681"/>
                  <a:pt x="42128" y="147099"/>
                </a:cubicBezTo>
                <a:lnTo>
                  <a:pt x="38465" y="147308"/>
                </a:lnTo>
                <a:lnTo>
                  <a:pt x="37040" y="147308"/>
                </a:lnTo>
                <a:cubicBezTo>
                  <a:pt x="34598" y="147308"/>
                  <a:pt x="33377" y="146820"/>
                  <a:pt x="33377" y="145845"/>
                </a:cubicBezTo>
                <a:cubicBezTo>
                  <a:pt x="32970" y="145009"/>
                  <a:pt x="30324" y="122722"/>
                  <a:pt x="25440" y="78982"/>
                </a:cubicBezTo>
                <a:cubicBezTo>
                  <a:pt x="20284" y="34685"/>
                  <a:pt x="17638" y="12328"/>
                  <a:pt x="17503" y="11910"/>
                </a:cubicBezTo>
                <a:cubicBezTo>
                  <a:pt x="16824" y="10378"/>
                  <a:pt x="12618" y="9612"/>
                  <a:pt x="4884" y="9612"/>
                </a:cubicBezTo>
                <a:lnTo>
                  <a:pt x="1425" y="9612"/>
                </a:lnTo>
                <a:cubicBezTo>
                  <a:pt x="475" y="8915"/>
                  <a:pt x="0" y="8149"/>
                  <a:pt x="0" y="73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58498A-A372-4C81-9AC5-74CF9765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649" y="2369874"/>
            <a:ext cx="145922" cy="147308"/>
          </a:xfrm>
          <a:custGeom xmlns:a="http://schemas.openxmlformats.org/drawingml/2006/main">
            <a:pathLst>
              <a:path w="145922" h="147308" fill="none">
                <a:moveTo>
                  <a:pt x="0" y="7313"/>
                </a:moveTo>
                <a:cubicBezTo>
                  <a:pt x="0" y="4249"/>
                  <a:pt x="882" y="1811"/>
                  <a:pt x="2646" y="0"/>
                </a:cubicBezTo>
                <a:lnTo>
                  <a:pt x="4884" y="0"/>
                </a:lnTo>
                <a:cubicBezTo>
                  <a:pt x="10583" y="418"/>
                  <a:pt x="17706" y="627"/>
                  <a:pt x="26254" y="627"/>
                </a:cubicBezTo>
                <a:cubicBezTo>
                  <a:pt x="42264" y="627"/>
                  <a:pt x="51694" y="418"/>
                  <a:pt x="54543" y="0"/>
                </a:cubicBezTo>
                <a:lnTo>
                  <a:pt x="56578" y="0"/>
                </a:lnTo>
                <a:cubicBezTo>
                  <a:pt x="57392" y="836"/>
                  <a:pt x="57799" y="1463"/>
                  <a:pt x="57799" y="1881"/>
                </a:cubicBezTo>
                <a:cubicBezTo>
                  <a:pt x="57799" y="2298"/>
                  <a:pt x="57663" y="3552"/>
                  <a:pt x="57392" y="5642"/>
                </a:cubicBezTo>
                <a:cubicBezTo>
                  <a:pt x="56714" y="7731"/>
                  <a:pt x="56103" y="9054"/>
                  <a:pt x="55560" y="9612"/>
                </a:cubicBezTo>
                <a:lnTo>
                  <a:pt x="51287" y="9612"/>
                </a:lnTo>
                <a:cubicBezTo>
                  <a:pt x="48302" y="9890"/>
                  <a:pt x="46266" y="10029"/>
                  <a:pt x="45181" y="10029"/>
                </a:cubicBezTo>
                <a:cubicBezTo>
                  <a:pt x="41246" y="10726"/>
                  <a:pt x="39075" y="11771"/>
                  <a:pt x="38668" y="13164"/>
                </a:cubicBezTo>
                <a:cubicBezTo>
                  <a:pt x="38668" y="13442"/>
                  <a:pt x="40636" y="30924"/>
                  <a:pt x="44570" y="65609"/>
                </a:cubicBezTo>
                <a:cubicBezTo>
                  <a:pt x="48505" y="100295"/>
                  <a:pt x="50540" y="117777"/>
                  <a:pt x="50676" y="118055"/>
                </a:cubicBezTo>
                <a:lnTo>
                  <a:pt x="65533" y="93608"/>
                </a:lnTo>
                <a:cubicBezTo>
                  <a:pt x="75437" y="77311"/>
                  <a:pt x="85342" y="60873"/>
                  <a:pt x="95246" y="44297"/>
                </a:cubicBezTo>
                <a:cubicBezTo>
                  <a:pt x="105151" y="27720"/>
                  <a:pt x="110239" y="19154"/>
                  <a:pt x="110510" y="18596"/>
                </a:cubicBezTo>
                <a:cubicBezTo>
                  <a:pt x="111053" y="17621"/>
                  <a:pt x="111324" y="16576"/>
                  <a:pt x="111324" y="15462"/>
                </a:cubicBezTo>
                <a:cubicBezTo>
                  <a:pt x="111324" y="12119"/>
                  <a:pt x="108339" y="10169"/>
                  <a:pt x="102370" y="9612"/>
                </a:cubicBezTo>
                <a:cubicBezTo>
                  <a:pt x="99927" y="9612"/>
                  <a:pt x="98706" y="8845"/>
                  <a:pt x="98706" y="7313"/>
                </a:cubicBezTo>
                <a:cubicBezTo>
                  <a:pt x="98706" y="7174"/>
                  <a:pt x="98842" y="6268"/>
                  <a:pt x="99113" y="4597"/>
                </a:cubicBezTo>
                <a:cubicBezTo>
                  <a:pt x="99520" y="2647"/>
                  <a:pt x="99927" y="1393"/>
                  <a:pt x="100334" y="836"/>
                </a:cubicBezTo>
                <a:cubicBezTo>
                  <a:pt x="100741" y="279"/>
                  <a:pt x="101623" y="0"/>
                  <a:pt x="102980" y="0"/>
                </a:cubicBezTo>
                <a:cubicBezTo>
                  <a:pt x="103251" y="0"/>
                  <a:pt x="104066" y="0"/>
                  <a:pt x="105422" y="0"/>
                </a:cubicBezTo>
                <a:cubicBezTo>
                  <a:pt x="106779" y="0"/>
                  <a:pt x="109086" y="70"/>
                  <a:pt x="112342" y="209"/>
                </a:cubicBezTo>
                <a:cubicBezTo>
                  <a:pt x="115598" y="348"/>
                  <a:pt x="119940" y="418"/>
                  <a:pt x="125367" y="418"/>
                </a:cubicBezTo>
                <a:cubicBezTo>
                  <a:pt x="134729" y="418"/>
                  <a:pt x="140631" y="279"/>
                  <a:pt x="143073" y="0"/>
                </a:cubicBezTo>
                <a:lnTo>
                  <a:pt x="144498" y="0"/>
                </a:lnTo>
                <a:cubicBezTo>
                  <a:pt x="145448" y="975"/>
                  <a:pt x="145922" y="1741"/>
                  <a:pt x="145922" y="2298"/>
                </a:cubicBezTo>
                <a:cubicBezTo>
                  <a:pt x="145922" y="4666"/>
                  <a:pt x="145312" y="6895"/>
                  <a:pt x="144091" y="8985"/>
                </a:cubicBezTo>
                <a:cubicBezTo>
                  <a:pt x="143684" y="9403"/>
                  <a:pt x="142530" y="9612"/>
                  <a:pt x="140631" y="9612"/>
                </a:cubicBezTo>
                <a:cubicBezTo>
                  <a:pt x="138867" y="9751"/>
                  <a:pt x="137239" y="9890"/>
                  <a:pt x="135747" y="10029"/>
                </a:cubicBezTo>
                <a:cubicBezTo>
                  <a:pt x="134254" y="10169"/>
                  <a:pt x="132829" y="10517"/>
                  <a:pt x="131473" y="11074"/>
                </a:cubicBezTo>
                <a:cubicBezTo>
                  <a:pt x="130116" y="11631"/>
                  <a:pt x="129030" y="12119"/>
                  <a:pt x="128216" y="12537"/>
                </a:cubicBezTo>
                <a:cubicBezTo>
                  <a:pt x="127402" y="12955"/>
                  <a:pt x="126588" y="13512"/>
                  <a:pt x="125774" y="14208"/>
                </a:cubicBezTo>
                <a:cubicBezTo>
                  <a:pt x="124960" y="14905"/>
                  <a:pt x="124282" y="15392"/>
                  <a:pt x="123739" y="15671"/>
                </a:cubicBezTo>
                <a:cubicBezTo>
                  <a:pt x="123196" y="15950"/>
                  <a:pt x="122654" y="16576"/>
                  <a:pt x="122111" y="17552"/>
                </a:cubicBezTo>
                <a:cubicBezTo>
                  <a:pt x="121568" y="18527"/>
                  <a:pt x="121093" y="19014"/>
                  <a:pt x="120686" y="19014"/>
                </a:cubicBezTo>
                <a:lnTo>
                  <a:pt x="81407" y="83788"/>
                </a:lnTo>
                <a:cubicBezTo>
                  <a:pt x="56985" y="124324"/>
                  <a:pt x="44367" y="145079"/>
                  <a:pt x="43553" y="146054"/>
                </a:cubicBezTo>
                <a:cubicBezTo>
                  <a:pt x="43146" y="146333"/>
                  <a:pt x="42671" y="146681"/>
                  <a:pt x="42128" y="147099"/>
                </a:cubicBezTo>
                <a:lnTo>
                  <a:pt x="38465" y="147308"/>
                </a:lnTo>
                <a:lnTo>
                  <a:pt x="37040" y="147308"/>
                </a:lnTo>
                <a:cubicBezTo>
                  <a:pt x="34598" y="147308"/>
                  <a:pt x="33377" y="146820"/>
                  <a:pt x="33377" y="145845"/>
                </a:cubicBezTo>
                <a:cubicBezTo>
                  <a:pt x="32970" y="145009"/>
                  <a:pt x="30324" y="122722"/>
                  <a:pt x="25440" y="78982"/>
                </a:cubicBezTo>
                <a:cubicBezTo>
                  <a:pt x="20284" y="34685"/>
                  <a:pt x="17638" y="12328"/>
                  <a:pt x="17503" y="11910"/>
                </a:cubicBezTo>
                <a:cubicBezTo>
                  <a:pt x="16824" y="10378"/>
                  <a:pt x="12618" y="9612"/>
                  <a:pt x="4884" y="9612"/>
                </a:cubicBezTo>
                <a:lnTo>
                  <a:pt x="1425" y="9612"/>
                </a:lnTo>
                <a:cubicBezTo>
                  <a:pt x="475" y="8915"/>
                  <a:pt x="0" y="8149"/>
                  <a:pt x="0" y="73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A62943-8D9C-4698-A2BD-C930E58C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045" y="2445542"/>
            <a:ext cx="60577" cy="101635"/>
          </a:xfrm>
          <a:custGeom xmlns:a="http://schemas.openxmlformats.org/drawingml/2006/main">
            <a:pathLst>
              <a:path w="60577" h="101635">
                <a:moveTo>
                  <a:pt x="8202" y="11966"/>
                </a:moveTo>
                <a:cubicBezTo>
                  <a:pt x="13573" y="3989"/>
                  <a:pt x="20912" y="0"/>
                  <a:pt x="30216" y="0"/>
                </a:cubicBezTo>
                <a:cubicBezTo>
                  <a:pt x="34821" y="0"/>
                  <a:pt x="39425" y="1280"/>
                  <a:pt x="44029" y="3841"/>
                </a:cubicBezTo>
                <a:cubicBezTo>
                  <a:pt x="48634" y="6401"/>
                  <a:pt x="52375" y="10932"/>
                  <a:pt x="55253" y="17432"/>
                </a:cubicBezTo>
                <a:cubicBezTo>
                  <a:pt x="58802" y="25606"/>
                  <a:pt x="60577" y="36833"/>
                  <a:pt x="60577" y="51113"/>
                </a:cubicBezTo>
                <a:cubicBezTo>
                  <a:pt x="60577" y="66378"/>
                  <a:pt x="58514" y="78048"/>
                  <a:pt x="54389" y="86124"/>
                </a:cubicBezTo>
                <a:cubicBezTo>
                  <a:pt x="52471" y="90260"/>
                  <a:pt x="49833" y="93560"/>
                  <a:pt x="46476" y="96022"/>
                </a:cubicBezTo>
                <a:cubicBezTo>
                  <a:pt x="43118" y="98484"/>
                  <a:pt x="40192" y="100010"/>
                  <a:pt x="37698" y="100601"/>
                </a:cubicBezTo>
                <a:cubicBezTo>
                  <a:pt x="35204" y="101192"/>
                  <a:pt x="32758" y="101537"/>
                  <a:pt x="30360" y="101635"/>
                </a:cubicBezTo>
                <a:cubicBezTo>
                  <a:pt x="27866" y="101635"/>
                  <a:pt x="25372" y="101340"/>
                  <a:pt x="22878" y="100749"/>
                </a:cubicBezTo>
                <a:cubicBezTo>
                  <a:pt x="20384" y="100158"/>
                  <a:pt x="17458" y="98582"/>
                  <a:pt x="14101" y="96022"/>
                </a:cubicBezTo>
                <a:cubicBezTo>
                  <a:pt x="10744" y="93461"/>
                  <a:pt x="8106" y="90162"/>
                  <a:pt x="6187" y="86124"/>
                </a:cubicBezTo>
                <a:cubicBezTo>
                  <a:pt x="2062" y="78048"/>
                  <a:pt x="0" y="66378"/>
                  <a:pt x="0" y="51113"/>
                </a:cubicBezTo>
                <a:cubicBezTo>
                  <a:pt x="0" y="33977"/>
                  <a:pt x="2734" y="20928"/>
                  <a:pt x="8202" y="11966"/>
                </a:cubicBezTo>
                <a:close/>
                <a:moveTo>
                  <a:pt x="40576" y="10193"/>
                </a:moveTo>
                <a:cubicBezTo>
                  <a:pt x="37698" y="7042"/>
                  <a:pt x="34293" y="5466"/>
                  <a:pt x="30360" y="5466"/>
                </a:cubicBezTo>
                <a:cubicBezTo>
                  <a:pt x="26331" y="5466"/>
                  <a:pt x="22878" y="7042"/>
                  <a:pt x="20000" y="10193"/>
                </a:cubicBezTo>
                <a:cubicBezTo>
                  <a:pt x="17602" y="12754"/>
                  <a:pt x="16019" y="16299"/>
                  <a:pt x="15252" y="20829"/>
                </a:cubicBezTo>
                <a:cubicBezTo>
                  <a:pt x="14485" y="25360"/>
                  <a:pt x="14101" y="34814"/>
                  <a:pt x="14101" y="49193"/>
                </a:cubicBezTo>
                <a:cubicBezTo>
                  <a:pt x="14101" y="64753"/>
                  <a:pt x="14485" y="74995"/>
                  <a:pt x="15252" y="79920"/>
                </a:cubicBezTo>
                <a:cubicBezTo>
                  <a:pt x="16019" y="84844"/>
                  <a:pt x="17746" y="88734"/>
                  <a:pt x="20432" y="91590"/>
                </a:cubicBezTo>
                <a:cubicBezTo>
                  <a:pt x="23118" y="94544"/>
                  <a:pt x="26427" y="96022"/>
                  <a:pt x="30360" y="96022"/>
                </a:cubicBezTo>
                <a:cubicBezTo>
                  <a:pt x="34197" y="96022"/>
                  <a:pt x="37459" y="94544"/>
                  <a:pt x="40145" y="91590"/>
                </a:cubicBezTo>
                <a:cubicBezTo>
                  <a:pt x="42926" y="88635"/>
                  <a:pt x="44653" y="84499"/>
                  <a:pt x="45324" y="79181"/>
                </a:cubicBezTo>
                <a:cubicBezTo>
                  <a:pt x="45996" y="73863"/>
                  <a:pt x="46380" y="63867"/>
                  <a:pt x="46476" y="49193"/>
                </a:cubicBezTo>
                <a:cubicBezTo>
                  <a:pt x="46476" y="34913"/>
                  <a:pt x="46092" y="25507"/>
                  <a:pt x="45324" y="20977"/>
                </a:cubicBezTo>
                <a:cubicBezTo>
                  <a:pt x="44557" y="16447"/>
                  <a:pt x="42974" y="12852"/>
                  <a:pt x="40576" y="101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AABA3D-8ECC-4B3A-8A33-A05FE88A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045" y="2445542"/>
            <a:ext cx="60577" cy="101635"/>
          </a:xfrm>
          <a:custGeom xmlns:a="http://schemas.openxmlformats.org/drawingml/2006/main">
            <a:pathLst>
              <a:path w="60577" h="101635" fill="none">
                <a:moveTo>
                  <a:pt x="8202" y="11966"/>
                </a:moveTo>
                <a:cubicBezTo>
                  <a:pt x="13573" y="3989"/>
                  <a:pt x="20912" y="0"/>
                  <a:pt x="30216" y="0"/>
                </a:cubicBezTo>
                <a:cubicBezTo>
                  <a:pt x="34821" y="0"/>
                  <a:pt x="39425" y="1280"/>
                  <a:pt x="44029" y="3841"/>
                </a:cubicBezTo>
                <a:cubicBezTo>
                  <a:pt x="48634" y="6401"/>
                  <a:pt x="52375" y="10932"/>
                  <a:pt x="55253" y="17432"/>
                </a:cubicBezTo>
                <a:cubicBezTo>
                  <a:pt x="58802" y="25606"/>
                  <a:pt x="60577" y="36833"/>
                  <a:pt x="60577" y="51113"/>
                </a:cubicBezTo>
                <a:cubicBezTo>
                  <a:pt x="60577" y="66378"/>
                  <a:pt x="58514" y="78048"/>
                  <a:pt x="54389" y="86124"/>
                </a:cubicBezTo>
                <a:cubicBezTo>
                  <a:pt x="52471" y="90260"/>
                  <a:pt x="49833" y="93560"/>
                  <a:pt x="46476" y="96022"/>
                </a:cubicBezTo>
                <a:cubicBezTo>
                  <a:pt x="43118" y="98484"/>
                  <a:pt x="40192" y="100010"/>
                  <a:pt x="37698" y="100601"/>
                </a:cubicBezTo>
                <a:cubicBezTo>
                  <a:pt x="35204" y="101192"/>
                  <a:pt x="32758" y="101537"/>
                  <a:pt x="30360" y="101635"/>
                </a:cubicBezTo>
                <a:cubicBezTo>
                  <a:pt x="27866" y="101635"/>
                  <a:pt x="25372" y="101340"/>
                  <a:pt x="22878" y="100749"/>
                </a:cubicBezTo>
                <a:cubicBezTo>
                  <a:pt x="20384" y="100158"/>
                  <a:pt x="17458" y="98582"/>
                  <a:pt x="14101" y="96022"/>
                </a:cubicBezTo>
                <a:cubicBezTo>
                  <a:pt x="10744" y="93461"/>
                  <a:pt x="8106" y="90162"/>
                  <a:pt x="6187" y="86124"/>
                </a:cubicBezTo>
                <a:cubicBezTo>
                  <a:pt x="2062" y="78048"/>
                  <a:pt x="0" y="66378"/>
                  <a:pt x="0" y="51113"/>
                </a:cubicBezTo>
                <a:cubicBezTo>
                  <a:pt x="0" y="33977"/>
                  <a:pt x="2734" y="20928"/>
                  <a:pt x="8202" y="11966"/>
                </a:cubicBezTo>
                <a:close/>
                <a:moveTo>
                  <a:pt x="40576" y="10193"/>
                </a:moveTo>
                <a:cubicBezTo>
                  <a:pt x="37698" y="7042"/>
                  <a:pt x="34293" y="5466"/>
                  <a:pt x="30360" y="5466"/>
                </a:cubicBezTo>
                <a:cubicBezTo>
                  <a:pt x="26331" y="5466"/>
                  <a:pt x="22878" y="7042"/>
                  <a:pt x="20000" y="10193"/>
                </a:cubicBezTo>
                <a:cubicBezTo>
                  <a:pt x="17602" y="12754"/>
                  <a:pt x="16019" y="16299"/>
                  <a:pt x="15252" y="20829"/>
                </a:cubicBezTo>
                <a:cubicBezTo>
                  <a:pt x="14485" y="25360"/>
                  <a:pt x="14101" y="34814"/>
                  <a:pt x="14101" y="49193"/>
                </a:cubicBezTo>
                <a:cubicBezTo>
                  <a:pt x="14101" y="64753"/>
                  <a:pt x="14485" y="74995"/>
                  <a:pt x="15252" y="79920"/>
                </a:cubicBezTo>
                <a:cubicBezTo>
                  <a:pt x="16019" y="84844"/>
                  <a:pt x="17746" y="88734"/>
                  <a:pt x="20432" y="91590"/>
                </a:cubicBezTo>
                <a:cubicBezTo>
                  <a:pt x="23118" y="94544"/>
                  <a:pt x="26427" y="96022"/>
                  <a:pt x="30360" y="96022"/>
                </a:cubicBezTo>
                <a:cubicBezTo>
                  <a:pt x="34197" y="96022"/>
                  <a:pt x="37459" y="94544"/>
                  <a:pt x="40145" y="91590"/>
                </a:cubicBezTo>
                <a:cubicBezTo>
                  <a:pt x="42926" y="88635"/>
                  <a:pt x="44653" y="84499"/>
                  <a:pt x="45324" y="79181"/>
                </a:cubicBezTo>
                <a:cubicBezTo>
                  <a:pt x="45996" y="73863"/>
                  <a:pt x="46380" y="63867"/>
                  <a:pt x="46476" y="49193"/>
                </a:cubicBezTo>
                <a:cubicBezTo>
                  <a:pt x="46476" y="34913"/>
                  <a:pt x="46092" y="25507"/>
                  <a:pt x="45324" y="20977"/>
                </a:cubicBezTo>
                <a:cubicBezTo>
                  <a:pt x="44557" y="16447"/>
                  <a:pt x="42974" y="12852"/>
                  <a:pt x="40576" y="101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" cap="flat">
            <a:solidFill>
              <a:srgbClr val="000000">
                <a:alpha val="9040"/>
              </a:srgbClr>
            </a:solidFill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103FBE-DD43-407D-8C6D-B6752B60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67" y="2355875"/>
            <a:ext cx="45520" cy="208947"/>
          </a:xfrm>
          <a:custGeom xmlns:a="http://schemas.openxmlformats.org/drawingml/2006/main">
            <a:pathLst>
              <a:path w="45520" h="208947">
                <a:moveTo>
                  <a:pt x="0" y="3761"/>
                </a:moveTo>
                <a:cubicBezTo>
                  <a:pt x="136" y="2786"/>
                  <a:pt x="543" y="1950"/>
                  <a:pt x="1221" y="1254"/>
                </a:cubicBezTo>
                <a:cubicBezTo>
                  <a:pt x="1900" y="557"/>
                  <a:pt x="2849" y="139"/>
                  <a:pt x="4070" y="0"/>
                </a:cubicBezTo>
                <a:cubicBezTo>
                  <a:pt x="5427" y="0"/>
                  <a:pt x="6580" y="696"/>
                  <a:pt x="7530" y="2089"/>
                </a:cubicBezTo>
                <a:cubicBezTo>
                  <a:pt x="7937" y="3065"/>
                  <a:pt x="14314" y="20198"/>
                  <a:pt x="26661" y="53491"/>
                </a:cubicBezTo>
                <a:cubicBezTo>
                  <a:pt x="39008" y="86783"/>
                  <a:pt x="45249" y="103777"/>
                  <a:pt x="45385" y="104474"/>
                </a:cubicBezTo>
                <a:cubicBezTo>
                  <a:pt x="45520" y="105170"/>
                  <a:pt x="39347" y="122165"/>
                  <a:pt x="26864" y="155457"/>
                </a:cubicBezTo>
                <a:cubicBezTo>
                  <a:pt x="14382" y="188749"/>
                  <a:pt x="7937" y="205883"/>
                  <a:pt x="7530" y="206858"/>
                </a:cubicBezTo>
                <a:cubicBezTo>
                  <a:pt x="6580" y="208251"/>
                  <a:pt x="5427" y="208947"/>
                  <a:pt x="4070" y="208947"/>
                </a:cubicBezTo>
                <a:cubicBezTo>
                  <a:pt x="2985" y="208947"/>
                  <a:pt x="2103" y="208599"/>
                  <a:pt x="1425" y="207903"/>
                </a:cubicBezTo>
                <a:cubicBezTo>
                  <a:pt x="746" y="207206"/>
                  <a:pt x="271" y="206301"/>
                  <a:pt x="0" y="205186"/>
                </a:cubicBezTo>
                <a:cubicBezTo>
                  <a:pt x="0" y="204490"/>
                  <a:pt x="6106" y="187565"/>
                  <a:pt x="18317" y="154412"/>
                </a:cubicBezTo>
                <a:cubicBezTo>
                  <a:pt x="30663" y="121398"/>
                  <a:pt x="36837" y="104752"/>
                  <a:pt x="36837" y="104474"/>
                </a:cubicBezTo>
                <a:cubicBezTo>
                  <a:pt x="36837" y="104195"/>
                  <a:pt x="30663" y="87549"/>
                  <a:pt x="18317" y="54535"/>
                </a:cubicBezTo>
                <a:cubicBezTo>
                  <a:pt x="6106" y="21382"/>
                  <a:pt x="0" y="4458"/>
                  <a:pt x="0" y="37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9A2466-570F-4775-A269-684BFF3D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67" y="2355875"/>
            <a:ext cx="45520" cy="208947"/>
          </a:xfrm>
          <a:custGeom xmlns:a="http://schemas.openxmlformats.org/drawingml/2006/main">
            <a:pathLst>
              <a:path w="45520" h="208947" fill="none">
                <a:moveTo>
                  <a:pt x="0" y="3761"/>
                </a:moveTo>
                <a:cubicBezTo>
                  <a:pt x="136" y="2786"/>
                  <a:pt x="543" y="1950"/>
                  <a:pt x="1221" y="1254"/>
                </a:cubicBezTo>
                <a:cubicBezTo>
                  <a:pt x="1900" y="557"/>
                  <a:pt x="2849" y="139"/>
                  <a:pt x="4070" y="0"/>
                </a:cubicBezTo>
                <a:cubicBezTo>
                  <a:pt x="5427" y="0"/>
                  <a:pt x="6580" y="696"/>
                  <a:pt x="7530" y="2089"/>
                </a:cubicBezTo>
                <a:cubicBezTo>
                  <a:pt x="7937" y="3065"/>
                  <a:pt x="14314" y="20198"/>
                  <a:pt x="26661" y="53491"/>
                </a:cubicBezTo>
                <a:cubicBezTo>
                  <a:pt x="39008" y="86783"/>
                  <a:pt x="45249" y="103777"/>
                  <a:pt x="45385" y="104474"/>
                </a:cubicBezTo>
                <a:cubicBezTo>
                  <a:pt x="45520" y="105170"/>
                  <a:pt x="39347" y="122165"/>
                  <a:pt x="26864" y="155457"/>
                </a:cubicBezTo>
                <a:cubicBezTo>
                  <a:pt x="14382" y="188749"/>
                  <a:pt x="7937" y="205883"/>
                  <a:pt x="7530" y="206858"/>
                </a:cubicBezTo>
                <a:cubicBezTo>
                  <a:pt x="6580" y="208251"/>
                  <a:pt x="5427" y="208947"/>
                  <a:pt x="4070" y="208947"/>
                </a:cubicBezTo>
                <a:cubicBezTo>
                  <a:pt x="2985" y="208947"/>
                  <a:pt x="2103" y="208599"/>
                  <a:pt x="1425" y="207903"/>
                </a:cubicBezTo>
                <a:cubicBezTo>
                  <a:pt x="746" y="207206"/>
                  <a:pt x="271" y="206301"/>
                  <a:pt x="0" y="205186"/>
                </a:cubicBezTo>
                <a:cubicBezTo>
                  <a:pt x="0" y="204490"/>
                  <a:pt x="6106" y="187565"/>
                  <a:pt x="18317" y="154412"/>
                </a:cubicBezTo>
                <a:cubicBezTo>
                  <a:pt x="30663" y="121398"/>
                  <a:pt x="36837" y="104752"/>
                  <a:pt x="36837" y="104474"/>
                </a:cubicBezTo>
                <a:cubicBezTo>
                  <a:pt x="36837" y="104195"/>
                  <a:pt x="30663" y="87549"/>
                  <a:pt x="18317" y="54535"/>
                </a:cubicBezTo>
                <a:cubicBezTo>
                  <a:pt x="6106" y="21382"/>
                  <a:pt x="0" y="4458"/>
                  <a:pt x="0" y="376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B89F5E-F346-481C-BB00-ED33522E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9616" y="2487303"/>
            <a:ext cx="26864" cy="65958"/>
          </a:xfrm>
          <a:custGeom xmlns:a="http://schemas.openxmlformats.org/drawingml/2006/main">
            <a:pathLst>
              <a:path w="26864" h="65958">
                <a:moveTo>
                  <a:pt x="0" y="17969"/>
                </a:moveTo>
                <a:cubicBezTo>
                  <a:pt x="0" y="17969"/>
                  <a:pt x="0" y="16228"/>
                  <a:pt x="0" y="12746"/>
                </a:cubicBezTo>
                <a:cubicBezTo>
                  <a:pt x="0" y="9263"/>
                  <a:pt x="1085" y="6268"/>
                  <a:pt x="3256" y="3761"/>
                </a:cubicBezTo>
                <a:cubicBezTo>
                  <a:pt x="5427" y="1254"/>
                  <a:pt x="8344" y="0"/>
                  <a:pt x="12008" y="0"/>
                </a:cubicBezTo>
                <a:cubicBezTo>
                  <a:pt x="15807" y="0"/>
                  <a:pt x="19199" y="1741"/>
                  <a:pt x="22183" y="5224"/>
                </a:cubicBezTo>
                <a:cubicBezTo>
                  <a:pt x="25168" y="8706"/>
                  <a:pt x="26729" y="14835"/>
                  <a:pt x="26864" y="23611"/>
                </a:cubicBezTo>
                <a:cubicBezTo>
                  <a:pt x="26864" y="28486"/>
                  <a:pt x="26254" y="33223"/>
                  <a:pt x="25033" y="37819"/>
                </a:cubicBezTo>
                <a:cubicBezTo>
                  <a:pt x="23812" y="42416"/>
                  <a:pt x="22387" y="46386"/>
                  <a:pt x="20759" y="49729"/>
                </a:cubicBezTo>
                <a:cubicBezTo>
                  <a:pt x="19131" y="53073"/>
                  <a:pt x="17367" y="55928"/>
                  <a:pt x="15467" y="58296"/>
                </a:cubicBezTo>
                <a:cubicBezTo>
                  <a:pt x="13568" y="60664"/>
                  <a:pt x="11940" y="62545"/>
                  <a:pt x="10583" y="63938"/>
                </a:cubicBezTo>
                <a:cubicBezTo>
                  <a:pt x="9226" y="65331"/>
                  <a:pt x="8344" y="65958"/>
                  <a:pt x="7937" y="65818"/>
                </a:cubicBezTo>
                <a:cubicBezTo>
                  <a:pt x="7394" y="65818"/>
                  <a:pt x="6513" y="65192"/>
                  <a:pt x="5291" y="63938"/>
                </a:cubicBezTo>
                <a:cubicBezTo>
                  <a:pt x="4070" y="62684"/>
                  <a:pt x="3460" y="61779"/>
                  <a:pt x="3460" y="61222"/>
                </a:cubicBezTo>
                <a:cubicBezTo>
                  <a:pt x="3460" y="60664"/>
                  <a:pt x="4206" y="59550"/>
                  <a:pt x="5699" y="57878"/>
                </a:cubicBezTo>
                <a:cubicBezTo>
                  <a:pt x="7191" y="56207"/>
                  <a:pt x="8887" y="54117"/>
                  <a:pt x="10786" y="51610"/>
                </a:cubicBezTo>
                <a:cubicBezTo>
                  <a:pt x="12686" y="49103"/>
                  <a:pt x="14450" y="45620"/>
                  <a:pt x="16078" y="41163"/>
                </a:cubicBezTo>
                <a:cubicBezTo>
                  <a:pt x="17706" y="36705"/>
                  <a:pt x="18791" y="31621"/>
                  <a:pt x="19334" y="25909"/>
                </a:cubicBezTo>
                <a:lnTo>
                  <a:pt x="19334" y="23402"/>
                </a:lnTo>
                <a:lnTo>
                  <a:pt x="19131" y="23611"/>
                </a:lnTo>
                <a:cubicBezTo>
                  <a:pt x="18859" y="23750"/>
                  <a:pt x="18520" y="23890"/>
                  <a:pt x="18113" y="24029"/>
                </a:cubicBezTo>
                <a:cubicBezTo>
                  <a:pt x="17706" y="24168"/>
                  <a:pt x="17299" y="24377"/>
                  <a:pt x="16892" y="24656"/>
                </a:cubicBezTo>
                <a:cubicBezTo>
                  <a:pt x="16485" y="24934"/>
                  <a:pt x="15874" y="25074"/>
                  <a:pt x="15060" y="25074"/>
                </a:cubicBezTo>
                <a:cubicBezTo>
                  <a:pt x="14246" y="25074"/>
                  <a:pt x="13432" y="25143"/>
                  <a:pt x="12618" y="25283"/>
                </a:cubicBezTo>
                <a:cubicBezTo>
                  <a:pt x="8955" y="25283"/>
                  <a:pt x="5970" y="24099"/>
                  <a:pt x="3663" y="21731"/>
                </a:cubicBezTo>
                <a:lnTo>
                  <a:pt x="0" y="179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EE312C-A95E-4A87-B219-8699BACB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9616" y="2487303"/>
            <a:ext cx="26864" cy="65958"/>
          </a:xfrm>
          <a:custGeom xmlns:a="http://schemas.openxmlformats.org/drawingml/2006/main">
            <a:pathLst>
              <a:path w="26864" h="65958" fill="none">
                <a:moveTo>
                  <a:pt x="0" y="17969"/>
                </a:moveTo>
                <a:cubicBezTo>
                  <a:pt x="0" y="17969"/>
                  <a:pt x="0" y="16228"/>
                  <a:pt x="0" y="12746"/>
                </a:cubicBezTo>
                <a:cubicBezTo>
                  <a:pt x="0" y="9263"/>
                  <a:pt x="1085" y="6268"/>
                  <a:pt x="3256" y="3761"/>
                </a:cubicBezTo>
                <a:cubicBezTo>
                  <a:pt x="5427" y="1254"/>
                  <a:pt x="8344" y="0"/>
                  <a:pt x="12008" y="0"/>
                </a:cubicBezTo>
                <a:cubicBezTo>
                  <a:pt x="15807" y="0"/>
                  <a:pt x="19199" y="1741"/>
                  <a:pt x="22183" y="5224"/>
                </a:cubicBezTo>
                <a:cubicBezTo>
                  <a:pt x="25168" y="8706"/>
                  <a:pt x="26729" y="14835"/>
                  <a:pt x="26864" y="23611"/>
                </a:cubicBezTo>
                <a:cubicBezTo>
                  <a:pt x="26864" y="28486"/>
                  <a:pt x="26254" y="33223"/>
                  <a:pt x="25033" y="37819"/>
                </a:cubicBezTo>
                <a:cubicBezTo>
                  <a:pt x="23812" y="42416"/>
                  <a:pt x="22387" y="46386"/>
                  <a:pt x="20759" y="49729"/>
                </a:cubicBezTo>
                <a:cubicBezTo>
                  <a:pt x="19131" y="53073"/>
                  <a:pt x="17367" y="55928"/>
                  <a:pt x="15467" y="58296"/>
                </a:cubicBezTo>
                <a:cubicBezTo>
                  <a:pt x="13568" y="60664"/>
                  <a:pt x="11940" y="62545"/>
                  <a:pt x="10583" y="63938"/>
                </a:cubicBezTo>
                <a:cubicBezTo>
                  <a:pt x="9226" y="65331"/>
                  <a:pt x="8344" y="65958"/>
                  <a:pt x="7937" y="65818"/>
                </a:cubicBezTo>
                <a:cubicBezTo>
                  <a:pt x="7394" y="65818"/>
                  <a:pt x="6513" y="65192"/>
                  <a:pt x="5291" y="63938"/>
                </a:cubicBezTo>
                <a:cubicBezTo>
                  <a:pt x="4070" y="62684"/>
                  <a:pt x="3460" y="61779"/>
                  <a:pt x="3460" y="61222"/>
                </a:cubicBezTo>
                <a:cubicBezTo>
                  <a:pt x="3460" y="60664"/>
                  <a:pt x="4206" y="59550"/>
                  <a:pt x="5699" y="57878"/>
                </a:cubicBezTo>
                <a:cubicBezTo>
                  <a:pt x="7191" y="56207"/>
                  <a:pt x="8887" y="54117"/>
                  <a:pt x="10786" y="51610"/>
                </a:cubicBezTo>
                <a:cubicBezTo>
                  <a:pt x="12686" y="49103"/>
                  <a:pt x="14450" y="45620"/>
                  <a:pt x="16078" y="41163"/>
                </a:cubicBezTo>
                <a:cubicBezTo>
                  <a:pt x="17706" y="36705"/>
                  <a:pt x="18791" y="31621"/>
                  <a:pt x="19334" y="25909"/>
                </a:cubicBezTo>
                <a:lnTo>
                  <a:pt x="19334" y="23402"/>
                </a:lnTo>
                <a:lnTo>
                  <a:pt x="19131" y="23611"/>
                </a:lnTo>
                <a:cubicBezTo>
                  <a:pt x="18859" y="23750"/>
                  <a:pt x="18520" y="23890"/>
                  <a:pt x="18113" y="24029"/>
                </a:cubicBezTo>
                <a:cubicBezTo>
                  <a:pt x="17706" y="24168"/>
                  <a:pt x="17299" y="24377"/>
                  <a:pt x="16892" y="24656"/>
                </a:cubicBezTo>
                <a:cubicBezTo>
                  <a:pt x="16485" y="24934"/>
                  <a:pt x="15874" y="25074"/>
                  <a:pt x="15060" y="25074"/>
                </a:cubicBezTo>
                <a:cubicBezTo>
                  <a:pt x="14246" y="25074"/>
                  <a:pt x="13432" y="25143"/>
                  <a:pt x="12618" y="25283"/>
                </a:cubicBezTo>
                <a:cubicBezTo>
                  <a:pt x="8955" y="25283"/>
                  <a:pt x="5970" y="24099"/>
                  <a:pt x="3663" y="21731"/>
                </a:cubicBezTo>
                <a:lnTo>
                  <a:pt x="0" y="1796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EFEE3D-13B5-4119-B4F9-ECA67B1C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498" y="2355875"/>
            <a:ext cx="45520" cy="208947"/>
          </a:xfrm>
          <a:custGeom xmlns:a="http://schemas.openxmlformats.org/drawingml/2006/main">
            <a:pathLst>
              <a:path w="45520" h="208947">
                <a:moveTo>
                  <a:pt x="45520" y="205186"/>
                </a:moveTo>
                <a:cubicBezTo>
                  <a:pt x="45385" y="206161"/>
                  <a:pt x="44977" y="206997"/>
                  <a:pt x="44299" y="207694"/>
                </a:cubicBezTo>
                <a:cubicBezTo>
                  <a:pt x="43621" y="208390"/>
                  <a:pt x="42671" y="208808"/>
                  <a:pt x="41450" y="208947"/>
                </a:cubicBezTo>
                <a:cubicBezTo>
                  <a:pt x="40093" y="208947"/>
                  <a:pt x="38940" y="208251"/>
                  <a:pt x="37990" y="206858"/>
                </a:cubicBezTo>
                <a:cubicBezTo>
                  <a:pt x="37583" y="205883"/>
                  <a:pt x="31206" y="188749"/>
                  <a:pt x="18859" y="155457"/>
                </a:cubicBezTo>
                <a:cubicBezTo>
                  <a:pt x="6513" y="122165"/>
                  <a:pt x="271" y="105170"/>
                  <a:pt x="136" y="104474"/>
                </a:cubicBezTo>
                <a:cubicBezTo>
                  <a:pt x="0" y="103777"/>
                  <a:pt x="6173" y="86783"/>
                  <a:pt x="18656" y="53491"/>
                </a:cubicBezTo>
                <a:cubicBezTo>
                  <a:pt x="31138" y="20198"/>
                  <a:pt x="37583" y="3065"/>
                  <a:pt x="37990" y="2089"/>
                </a:cubicBezTo>
                <a:cubicBezTo>
                  <a:pt x="38397" y="1393"/>
                  <a:pt x="39075" y="766"/>
                  <a:pt x="40025" y="209"/>
                </a:cubicBezTo>
                <a:lnTo>
                  <a:pt x="40636" y="0"/>
                </a:lnTo>
                <a:cubicBezTo>
                  <a:pt x="41043" y="0"/>
                  <a:pt x="41314" y="0"/>
                  <a:pt x="41450" y="0"/>
                </a:cubicBezTo>
                <a:cubicBezTo>
                  <a:pt x="43892" y="0"/>
                  <a:pt x="45249" y="1254"/>
                  <a:pt x="45520" y="3761"/>
                </a:cubicBezTo>
                <a:cubicBezTo>
                  <a:pt x="45520" y="4458"/>
                  <a:pt x="39415" y="21382"/>
                  <a:pt x="27204" y="54535"/>
                </a:cubicBezTo>
                <a:cubicBezTo>
                  <a:pt x="14857" y="87549"/>
                  <a:pt x="8683" y="104195"/>
                  <a:pt x="8683" y="104474"/>
                </a:cubicBezTo>
                <a:cubicBezTo>
                  <a:pt x="8683" y="104752"/>
                  <a:pt x="14857" y="121398"/>
                  <a:pt x="27204" y="154412"/>
                </a:cubicBezTo>
                <a:cubicBezTo>
                  <a:pt x="39415" y="187565"/>
                  <a:pt x="45520" y="204490"/>
                  <a:pt x="45520" y="2051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12CED0-E31A-497A-B634-9CA7AE14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498" y="2355875"/>
            <a:ext cx="45520" cy="208947"/>
          </a:xfrm>
          <a:custGeom xmlns:a="http://schemas.openxmlformats.org/drawingml/2006/main">
            <a:pathLst>
              <a:path w="45520" h="208947" fill="none">
                <a:moveTo>
                  <a:pt x="45520" y="205186"/>
                </a:moveTo>
                <a:cubicBezTo>
                  <a:pt x="45385" y="206161"/>
                  <a:pt x="44977" y="206997"/>
                  <a:pt x="44299" y="207694"/>
                </a:cubicBezTo>
                <a:cubicBezTo>
                  <a:pt x="43621" y="208390"/>
                  <a:pt x="42671" y="208808"/>
                  <a:pt x="41450" y="208947"/>
                </a:cubicBezTo>
                <a:cubicBezTo>
                  <a:pt x="40093" y="208947"/>
                  <a:pt x="38940" y="208251"/>
                  <a:pt x="37990" y="206858"/>
                </a:cubicBezTo>
                <a:cubicBezTo>
                  <a:pt x="37583" y="205883"/>
                  <a:pt x="31206" y="188749"/>
                  <a:pt x="18859" y="155457"/>
                </a:cubicBezTo>
                <a:cubicBezTo>
                  <a:pt x="6513" y="122165"/>
                  <a:pt x="271" y="105170"/>
                  <a:pt x="136" y="104474"/>
                </a:cubicBezTo>
                <a:cubicBezTo>
                  <a:pt x="0" y="103777"/>
                  <a:pt x="6173" y="86783"/>
                  <a:pt x="18656" y="53491"/>
                </a:cubicBezTo>
                <a:cubicBezTo>
                  <a:pt x="31138" y="20198"/>
                  <a:pt x="37583" y="3065"/>
                  <a:pt x="37990" y="2089"/>
                </a:cubicBezTo>
                <a:cubicBezTo>
                  <a:pt x="38397" y="1393"/>
                  <a:pt x="39075" y="766"/>
                  <a:pt x="40025" y="209"/>
                </a:cubicBezTo>
                <a:lnTo>
                  <a:pt x="40636" y="0"/>
                </a:lnTo>
                <a:cubicBezTo>
                  <a:pt x="41043" y="0"/>
                  <a:pt x="41314" y="0"/>
                  <a:pt x="41450" y="0"/>
                </a:cubicBezTo>
                <a:cubicBezTo>
                  <a:pt x="43892" y="0"/>
                  <a:pt x="45249" y="1254"/>
                  <a:pt x="45520" y="3761"/>
                </a:cubicBezTo>
                <a:cubicBezTo>
                  <a:pt x="45520" y="4458"/>
                  <a:pt x="39415" y="21382"/>
                  <a:pt x="27204" y="54535"/>
                </a:cubicBezTo>
                <a:cubicBezTo>
                  <a:pt x="14857" y="87549"/>
                  <a:pt x="8683" y="104195"/>
                  <a:pt x="8683" y="104474"/>
                </a:cubicBezTo>
                <a:cubicBezTo>
                  <a:pt x="8683" y="104752"/>
                  <a:pt x="14857" y="121398"/>
                  <a:pt x="27204" y="154412"/>
                </a:cubicBezTo>
                <a:cubicBezTo>
                  <a:pt x="39415" y="187565"/>
                  <a:pt x="45520" y="204490"/>
                  <a:pt x="45520" y="20518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51B05F-E91D-41EE-A08E-7EB30980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724" y="2370501"/>
            <a:ext cx="149179" cy="142084"/>
          </a:xfrm>
          <a:custGeom xmlns:a="http://schemas.openxmlformats.org/drawingml/2006/main">
            <a:pathLst>
              <a:path w="149179" h="142084">
                <a:moveTo>
                  <a:pt x="93822" y="97578"/>
                </a:moveTo>
                <a:cubicBezTo>
                  <a:pt x="91108" y="97578"/>
                  <a:pt x="89751" y="96673"/>
                  <a:pt x="89751" y="94862"/>
                </a:cubicBezTo>
                <a:cubicBezTo>
                  <a:pt x="89751" y="94305"/>
                  <a:pt x="90091" y="92633"/>
                  <a:pt x="90769" y="89847"/>
                </a:cubicBezTo>
                <a:cubicBezTo>
                  <a:pt x="91447" y="87061"/>
                  <a:pt x="91787" y="84624"/>
                  <a:pt x="91787" y="82534"/>
                </a:cubicBezTo>
                <a:cubicBezTo>
                  <a:pt x="91787" y="78216"/>
                  <a:pt x="90362" y="75569"/>
                  <a:pt x="87513" y="74594"/>
                </a:cubicBezTo>
                <a:cubicBezTo>
                  <a:pt x="84663" y="73619"/>
                  <a:pt x="78083" y="73132"/>
                  <a:pt x="67771" y="73132"/>
                </a:cubicBezTo>
                <a:lnTo>
                  <a:pt x="57189" y="73132"/>
                </a:lnTo>
                <a:cubicBezTo>
                  <a:pt x="57053" y="73410"/>
                  <a:pt x="54679" y="83022"/>
                  <a:pt x="50065" y="101966"/>
                </a:cubicBezTo>
                <a:cubicBezTo>
                  <a:pt x="45452" y="120911"/>
                  <a:pt x="43146" y="130662"/>
                  <a:pt x="43146" y="131219"/>
                </a:cubicBezTo>
                <a:cubicBezTo>
                  <a:pt x="43146" y="131776"/>
                  <a:pt x="43892" y="132055"/>
                  <a:pt x="45385" y="132055"/>
                </a:cubicBezTo>
                <a:cubicBezTo>
                  <a:pt x="46877" y="132055"/>
                  <a:pt x="52304" y="132194"/>
                  <a:pt x="61666" y="132473"/>
                </a:cubicBezTo>
                <a:cubicBezTo>
                  <a:pt x="74420" y="132473"/>
                  <a:pt x="82832" y="132333"/>
                  <a:pt x="86902" y="132055"/>
                </a:cubicBezTo>
                <a:cubicBezTo>
                  <a:pt x="90973" y="131776"/>
                  <a:pt x="95043" y="130871"/>
                  <a:pt x="99113" y="129338"/>
                </a:cubicBezTo>
                <a:cubicBezTo>
                  <a:pt x="105762" y="127110"/>
                  <a:pt x="111257" y="123209"/>
                  <a:pt x="115598" y="117637"/>
                </a:cubicBezTo>
                <a:cubicBezTo>
                  <a:pt x="119940" y="112065"/>
                  <a:pt x="124757" y="102941"/>
                  <a:pt x="130048" y="90265"/>
                </a:cubicBezTo>
                <a:cubicBezTo>
                  <a:pt x="131405" y="87201"/>
                  <a:pt x="132287" y="85529"/>
                  <a:pt x="132694" y="85251"/>
                </a:cubicBezTo>
                <a:cubicBezTo>
                  <a:pt x="133643" y="84972"/>
                  <a:pt x="134661" y="84833"/>
                  <a:pt x="135747" y="84833"/>
                </a:cubicBezTo>
                <a:cubicBezTo>
                  <a:pt x="138460" y="84833"/>
                  <a:pt x="139817" y="85738"/>
                  <a:pt x="139817" y="87549"/>
                </a:cubicBezTo>
                <a:cubicBezTo>
                  <a:pt x="125571" y="122931"/>
                  <a:pt x="118108" y="140970"/>
                  <a:pt x="117430" y="141666"/>
                </a:cubicBezTo>
                <a:cubicBezTo>
                  <a:pt x="117023" y="141945"/>
                  <a:pt x="97621" y="142084"/>
                  <a:pt x="59224" y="142084"/>
                </a:cubicBezTo>
                <a:lnTo>
                  <a:pt x="20759" y="142084"/>
                </a:lnTo>
                <a:cubicBezTo>
                  <a:pt x="6920" y="142084"/>
                  <a:pt x="0" y="141318"/>
                  <a:pt x="0" y="139786"/>
                </a:cubicBezTo>
                <a:cubicBezTo>
                  <a:pt x="0" y="139507"/>
                  <a:pt x="204" y="138532"/>
                  <a:pt x="611" y="136861"/>
                </a:cubicBezTo>
                <a:cubicBezTo>
                  <a:pt x="1153" y="134632"/>
                  <a:pt x="1696" y="133378"/>
                  <a:pt x="2239" y="133099"/>
                </a:cubicBezTo>
                <a:cubicBezTo>
                  <a:pt x="2781" y="132821"/>
                  <a:pt x="4342" y="132612"/>
                  <a:pt x="6920" y="132473"/>
                </a:cubicBezTo>
                <a:cubicBezTo>
                  <a:pt x="10583" y="132473"/>
                  <a:pt x="14653" y="132264"/>
                  <a:pt x="19131" y="131846"/>
                </a:cubicBezTo>
                <a:cubicBezTo>
                  <a:pt x="21030" y="131428"/>
                  <a:pt x="22319" y="130592"/>
                  <a:pt x="22998" y="129338"/>
                </a:cubicBezTo>
                <a:cubicBezTo>
                  <a:pt x="23269" y="128642"/>
                  <a:pt x="28085" y="109071"/>
                  <a:pt x="37447" y="70624"/>
                </a:cubicBezTo>
                <a:cubicBezTo>
                  <a:pt x="46809" y="32178"/>
                  <a:pt x="51558" y="12676"/>
                  <a:pt x="51694" y="12119"/>
                </a:cubicBezTo>
                <a:cubicBezTo>
                  <a:pt x="51694" y="11144"/>
                  <a:pt x="51422" y="10656"/>
                  <a:pt x="50879" y="10656"/>
                </a:cubicBezTo>
                <a:cubicBezTo>
                  <a:pt x="49794" y="10238"/>
                  <a:pt x="46199" y="9890"/>
                  <a:pt x="40093" y="9612"/>
                </a:cubicBezTo>
                <a:lnTo>
                  <a:pt x="33784" y="9612"/>
                </a:lnTo>
                <a:cubicBezTo>
                  <a:pt x="32970" y="8776"/>
                  <a:pt x="32563" y="8219"/>
                  <a:pt x="32563" y="7940"/>
                </a:cubicBezTo>
                <a:cubicBezTo>
                  <a:pt x="32563" y="7661"/>
                  <a:pt x="32699" y="6477"/>
                  <a:pt x="32970" y="4388"/>
                </a:cubicBezTo>
                <a:cubicBezTo>
                  <a:pt x="33513" y="2020"/>
                  <a:pt x="34191" y="557"/>
                  <a:pt x="35005" y="0"/>
                </a:cubicBezTo>
                <a:lnTo>
                  <a:pt x="147754" y="0"/>
                </a:lnTo>
                <a:cubicBezTo>
                  <a:pt x="148704" y="557"/>
                  <a:pt x="149179" y="1323"/>
                  <a:pt x="149179" y="2298"/>
                </a:cubicBezTo>
                <a:cubicBezTo>
                  <a:pt x="149179" y="2995"/>
                  <a:pt x="148297" y="10796"/>
                  <a:pt x="146533" y="25701"/>
                </a:cubicBezTo>
                <a:cubicBezTo>
                  <a:pt x="144769" y="40605"/>
                  <a:pt x="143819" y="48267"/>
                  <a:pt x="143684" y="48685"/>
                </a:cubicBezTo>
                <a:cubicBezTo>
                  <a:pt x="143412" y="49660"/>
                  <a:pt x="142056" y="50147"/>
                  <a:pt x="139613" y="50147"/>
                </a:cubicBezTo>
                <a:lnTo>
                  <a:pt x="137171" y="50147"/>
                </a:lnTo>
                <a:cubicBezTo>
                  <a:pt x="136221" y="49451"/>
                  <a:pt x="135747" y="48545"/>
                  <a:pt x="135747" y="47431"/>
                </a:cubicBezTo>
                <a:lnTo>
                  <a:pt x="136357" y="42625"/>
                </a:lnTo>
                <a:cubicBezTo>
                  <a:pt x="136764" y="39282"/>
                  <a:pt x="136968" y="35660"/>
                  <a:pt x="136968" y="31760"/>
                </a:cubicBezTo>
                <a:cubicBezTo>
                  <a:pt x="136968" y="27581"/>
                  <a:pt x="136493" y="24099"/>
                  <a:pt x="135543" y="21313"/>
                </a:cubicBezTo>
                <a:cubicBezTo>
                  <a:pt x="134593" y="18527"/>
                  <a:pt x="133304" y="16368"/>
                  <a:pt x="131676" y="14835"/>
                </a:cubicBezTo>
                <a:cubicBezTo>
                  <a:pt x="130048" y="13303"/>
                  <a:pt x="127674" y="12189"/>
                  <a:pt x="124553" y="11492"/>
                </a:cubicBezTo>
                <a:cubicBezTo>
                  <a:pt x="121432" y="10796"/>
                  <a:pt x="118244" y="10308"/>
                  <a:pt x="114988" y="10029"/>
                </a:cubicBezTo>
                <a:cubicBezTo>
                  <a:pt x="111731" y="9751"/>
                  <a:pt x="107390" y="9612"/>
                  <a:pt x="101963" y="9612"/>
                </a:cubicBezTo>
                <a:lnTo>
                  <a:pt x="92397" y="9612"/>
                </a:lnTo>
                <a:cubicBezTo>
                  <a:pt x="80457" y="9751"/>
                  <a:pt x="74148" y="9960"/>
                  <a:pt x="73470" y="10238"/>
                </a:cubicBezTo>
                <a:cubicBezTo>
                  <a:pt x="72927" y="10517"/>
                  <a:pt x="72520" y="11144"/>
                  <a:pt x="72249" y="12119"/>
                </a:cubicBezTo>
                <a:cubicBezTo>
                  <a:pt x="72113" y="12537"/>
                  <a:pt x="70010" y="21104"/>
                  <a:pt x="65940" y="37819"/>
                </a:cubicBezTo>
                <a:cubicBezTo>
                  <a:pt x="61869" y="54535"/>
                  <a:pt x="59766" y="63032"/>
                  <a:pt x="59631" y="63311"/>
                </a:cubicBezTo>
                <a:cubicBezTo>
                  <a:pt x="62751" y="63450"/>
                  <a:pt x="66008" y="63520"/>
                  <a:pt x="69400" y="63520"/>
                </a:cubicBezTo>
                <a:lnTo>
                  <a:pt x="74691" y="63520"/>
                </a:lnTo>
                <a:cubicBezTo>
                  <a:pt x="83646" y="63520"/>
                  <a:pt x="89819" y="62475"/>
                  <a:pt x="93211" y="60386"/>
                </a:cubicBezTo>
                <a:cubicBezTo>
                  <a:pt x="96603" y="58296"/>
                  <a:pt x="99656" y="52655"/>
                  <a:pt x="102370" y="43461"/>
                </a:cubicBezTo>
                <a:cubicBezTo>
                  <a:pt x="102912" y="41232"/>
                  <a:pt x="103319" y="39979"/>
                  <a:pt x="103591" y="39700"/>
                </a:cubicBezTo>
                <a:cubicBezTo>
                  <a:pt x="103862" y="39421"/>
                  <a:pt x="105015" y="39212"/>
                  <a:pt x="107050" y="39073"/>
                </a:cubicBezTo>
                <a:cubicBezTo>
                  <a:pt x="107729" y="39073"/>
                  <a:pt x="108272" y="39073"/>
                  <a:pt x="108679" y="39073"/>
                </a:cubicBezTo>
                <a:cubicBezTo>
                  <a:pt x="109086" y="39073"/>
                  <a:pt x="109425" y="39143"/>
                  <a:pt x="109696" y="39282"/>
                </a:cubicBezTo>
                <a:cubicBezTo>
                  <a:pt x="109968" y="39421"/>
                  <a:pt x="110103" y="39491"/>
                  <a:pt x="110103" y="39491"/>
                </a:cubicBezTo>
                <a:cubicBezTo>
                  <a:pt x="110103" y="39491"/>
                  <a:pt x="110239" y="39770"/>
                  <a:pt x="110510" y="40327"/>
                </a:cubicBezTo>
                <a:cubicBezTo>
                  <a:pt x="110782" y="40884"/>
                  <a:pt x="110985" y="41163"/>
                  <a:pt x="111121" y="41163"/>
                </a:cubicBezTo>
                <a:lnTo>
                  <a:pt x="104405" y="68744"/>
                </a:lnTo>
                <a:cubicBezTo>
                  <a:pt x="99927" y="87270"/>
                  <a:pt x="97485" y="96673"/>
                  <a:pt x="97078" y="96952"/>
                </a:cubicBezTo>
                <a:cubicBezTo>
                  <a:pt x="96671" y="97369"/>
                  <a:pt x="95586" y="97578"/>
                  <a:pt x="93822" y="975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2CB593-ECB9-41A8-B5FB-F5D2A061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724" y="2370501"/>
            <a:ext cx="149179" cy="142084"/>
          </a:xfrm>
          <a:custGeom xmlns:a="http://schemas.openxmlformats.org/drawingml/2006/main">
            <a:pathLst>
              <a:path w="149179" h="142084" fill="none">
                <a:moveTo>
                  <a:pt x="93822" y="97578"/>
                </a:moveTo>
                <a:cubicBezTo>
                  <a:pt x="91108" y="97578"/>
                  <a:pt x="89751" y="96673"/>
                  <a:pt x="89751" y="94862"/>
                </a:cubicBezTo>
                <a:cubicBezTo>
                  <a:pt x="89751" y="94305"/>
                  <a:pt x="90091" y="92633"/>
                  <a:pt x="90769" y="89847"/>
                </a:cubicBezTo>
                <a:cubicBezTo>
                  <a:pt x="91447" y="87061"/>
                  <a:pt x="91787" y="84624"/>
                  <a:pt x="91787" y="82534"/>
                </a:cubicBezTo>
                <a:cubicBezTo>
                  <a:pt x="91787" y="78216"/>
                  <a:pt x="90362" y="75569"/>
                  <a:pt x="87513" y="74594"/>
                </a:cubicBezTo>
                <a:cubicBezTo>
                  <a:pt x="84663" y="73619"/>
                  <a:pt x="78083" y="73132"/>
                  <a:pt x="67771" y="73132"/>
                </a:cubicBezTo>
                <a:lnTo>
                  <a:pt x="57189" y="73132"/>
                </a:lnTo>
                <a:cubicBezTo>
                  <a:pt x="57053" y="73410"/>
                  <a:pt x="54679" y="83022"/>
                  <a:pt x="50065" y="101966"/>
                </a:cubicBezTo>
                <a:cubicBezTo>
                  <a:pt x="45452" y="120911"/>
                  <a:pt x="43146" y="130662"/>
                  <a:pt x="43146" y="131219"/>
                </a:cubicBezTo>
                <a:cubicBezTo>
                  <a:pt x="43146" y="131776"/>
                  <a:pt x="43892" y="132055"/>
                  <a:pt x="45385" y="132055"/>
                </a:cubicBezTo>
                <a:cubicBezTo>
                  <a:pt x="46877" y="132055"/>
                  <a:pt x="52304" y="132194"/>
                  <a:pt x="61666" y="132473"/>
                </a:cubicBezTo>
                <a:cubicBezTo>
                  <a:pt x="74420" y="132473"/>
                  <a:pt x="82832" y="132333"/>
                  <a:pt x="86902" y="132055"/>
                </a:cubicBezTo>
                <a:cubicBezTo>
                  <a:pt x="90973" y="131776"/>
                  <a:pt x="95043" y="130871"/>
                  <a:pt x="99113" y="129338"/>
                </a:cubicBezTo>
                <a:cubicBezTo>
                  <a:pt x="105762" y="127110"/>
                  <a:pt x="111257" y="123209"/>
                  <a:pt x="115598" y="117637"/>
                </a:cubicBezTo>
                <a:cubicBezTo>
                  <a:pt x="119940" y="112065"/>
                  <a:pt x="124757" y="102941"/>
                  <a:pt x="130048" y="90265"/>
                </a:cubicBezTo>
                <a:cubicBezTo>
                  <a:pt x="131405" y="87201"/>
                  <a:pt x="132287" y="85529"/>
                  <a:pt x="132694" y="85251"/>
                </a:cubicBezTo>
                <a:cubicBezTo>
                  <a:pt x="133643" y="84972"/>
                  <a:pt x="134661" y="84833"/>
                  <a:pt x="135747" y="84833"/>
                </a:cubicBezTo>
                <a:cubicBezTo>
                  <a:pt x="138460" y="84833"/>
                  <a:pt x="139817" y="85738"/>
                  <a:pt x="139817" y="87549"/>
                </a:cubicBezTo>
                <a:cubicBezTo>
                  <a:pt x="125571" y="122931"/>
                  <a:pt x="118108" y="140970"/>
                  <a:pt x="117430" y="141666"/>
                </a:cubicBezTo>
                <a:cubicBezTo>
                  <a:pt x="117023" y="141945"/>
                  <a:pt x="97621" y="142084"/>
                  <a:pt x="59224" y="142084"/>
                </a:cubicBezTo>
                <a:lnTo>
                  <a:pt x="20759" y="142084"/>
                </a:lnTo>
                <a:cubicBezTo>
                  <a:pt x="6920" y="142084"/>
                  <a:pt x="0" y="141318"/>
                  <a:pt x="0" y="139786"/>
                </a:cubicBezTo>
                <a:cubicBezTo>
                  <a:pt x="0" y="139507"/>
                  <a:pt x="204" y="138532"/>
                  <a:pt x="611" y="136861"/>
                </a:cubicBezTo>
                <a:cubicBezTo>
                  <a:pt x="1153" y="134632"/>
                  <a:pt x="1696" y="133378"/>
                  <a:pt x="2239" y="133099"/>
                </a:cubicBezTo>
                <a:cubicBezTo>
                  <a:pt x="2781" y="132821"/>
                  <a:pt x="4342" y="132612"/>
                  <a:pt x="6920" y="132473"/>
                </a:cubicBezTo>
                <a:cubicBezTo>
                  <a:pt x="10583" y="132473"/>
                  <a:pt x="14653" y="132264"/>
                  <a:pt x="19131" y="131846"/>
                </a:cubicBezTo>
                <a:cubicBezTo>
                  <a:pt x="21030" y="131428"/>
                  <a:pt x="22319" y="130592"/>
                  <a:pt x="22998" y="129338"/>
                </a:cubicBezTo>
                <a:cubicBezTo>
                  <a:pt x="23269" y="128642"/>
                  <a:pt x="28085" y="109071"/>
                  <a:pt x="37447" y="70624"/>
                </a:cubicBezTo>
                <a:cubicBezTo>
                  <a:pt x="46809" y="32178"/>
                  <a:pt x="51558" y="12676"/>
                  <a:pt x="51694" y="12119"/>
                </a:cubicBezTo>
                <a:cubicBezTo>
                  <a:pt x="51694" y="11144"/>
                  <a:pt x="51422" y="10656"/>
                  <a:pt x="50879" y="10656"/>
                </a:cubicBezTo>
                <a:cubicBezTo>
                  <a:pt x="49794" y="10238"/>
                  <a:pt x="46199" y="9890"/>
                  <a:pt x="40093" y="9612"/>
                </a:cubicBezTo>
                <a:lnTo>
                  <a:pt x="33784" y="9612"/>
                </a:lnTo>
                <a:cubicBezTo>
                  <a:pt x="32970" y="8776"/>
                  <a:pt x="32563" y="8219"/>
                  <a:pt x="32563" y="7940"/>
                </a:cubicBezTo>
                <a:cubicBezTo>
                  <a:pt x="32563" y="7661"/>
                  <a:pt x="32699" y="6477"/>
                  <a:pt x="32970" y="4388"/>
                </a:cubicBezTo>
                <a:cubicBezTo>
                  <a:pt x="33513" y="2020"/>
                  <a:pt x="34191" y="557"/>
                  <a:pt x="35005" y="0"/>
                </a:cubicBezTo>
                <a:lnTo>
                  <a:pt x="147754" y="0"/>
                </a:lnTo>
                <a:cubicBezTo>
                  <a:pt x="148704" y="557"/>
                  <a:pt x="149179" y="1323"/>
                  <a:pt x="149179" y="2298"/>
                </a:cubicBezTo>
                <a:cubicBezTo>
                  <a:pt x="149179" y="2995"/>
                  <a:pt x="148297" y="10796"/>
                  <a:pt x="146533" y="25701"/>
                </a:cubicBezTo>
                <a:cubicBezTo>
                  <a:pt x="144769" y="40605"/>
                  <a:pt x="143819" y="48267"/>
                  <a:pt x="143684" y="48685"/>
                </a:cubicBezTo>
                <a:cubicBezTo>
                  <a:pt x="143412" y="49660"/>
                  <a:pt x="142056" y="50147"/>
                  <a:pt x="139613" y="50147"/>
                </a:cubicBezTo>
                <a:lnTo>
                  <a:pt x="137171" y="50147"/>
                </a:lnTo>
                <a:cubicBezTo>
                  <a:pt x="136221" y="49451"/>
                  <a:pt x="135747" y="48545"/>
                  <a:pt x="135747" y="47431"/>
                </a:cubicBezTo>
                <a:lnTo>
                  <a:pt x="136357" y="42625"/>
                </a:lnTo>
                <a:cubicBezTo>
                  <a:pt x="136764" y="39282"/>
                  <a:pt x="136968" y="35660"/>
                  <a:pt x="136968" y="31760"/>
                </a:cubicBezTo>
                <a:cubicBezTo>
                  <a:pt x="136968" y="27581"/>
                  <a:pt x="136493" y="24099"/>
                  <a:pt x="135543" y="21313"/>
                </a:cubicBezTo>
                <a:cubicBezTo>
                  <a:pt x="134593" y="18527"/>
                  <a:pt x="133304" y="16368"/>
                  <a:pt x="131676" y="14835"/>
                </a:cubicBezTo>
                <a:cubicBezTo>
                  <a:pt x="130048" y="13303"/>
                  <a:pt x="127674" y="12189"/>
                  <a:pt x="124553" y="11492"/>
                </a:cubicBezTo>
                <a:cubicBezTo>
                  <a:pt x="121432" y="10796"/>
                  <a:pt x="118244" y="10308"/>
                  <a:pt x="114988" y="10029"/>
                </a:cubicBezTo>
                <a:cubicBezTo>
                  <a:pt x="111731" y="9751"/>
                  <a:pt x="107390" y="9612"/>
                  <a:pt x="101963" y="9612"/>
                </a:cubicBezTo>
                <a:lnTo>
                  <a:pt x="92397" y="9612"/>
                </a:lnTo>
                <a:cubicBezTo>
                  <a:pt x="80457" y="9751"/>
                  <a:pt x="74148" y="9960"/>
                  <a:pt x="73470" y="10238"/>
                </a:cubicBezTo>
                <a:cubicBezTo>
                  <a:pt x="72927" y="10517"/>
                  <a:pt x="72520" y="11144"/>
                  <a:pt x="72249" y="12119"/>
                </a:cubicBezTo>
                <a:cubicBezTo>
                  <a:pt x="72113" y="12537"/>
                  <a:pt x="70010" y="21104"/>
                  <a:pt x="65940" y="37819"/>
                </a:cubicBezTo>
                <a:cubicBezTo>
                  <a:pt x="61869" y="54535"/>
                  <a:pt x="59766" y="63032"/>
                  <a:pt x="59631" y="63311"/>
                </a:cubicBezTo>
                <a:cubicBezTo>
                  <a:pt x="62751" y="63450"/>
                  <a:pt x="66008" y="63520"/>
                  <a:pt x="69400" y="63520"/>
                </a:cubicBezTo>
                <a:lnTo>
                  <a:pt x="74691" y="63520"/>
                </a:lnTo>
                <a:cubicBezTo>
                  <a:pt x="83646" y="63520"/>
                  <a:pt x="89819" y="62475"/>
                  <a:pt x="93211" y="60386"/>
                </a:cubicBezTo>
                <a:cubicBezTo>
                  <a:pt x="96603" y="58296"/>
                  <a:pt x="99656" y="52655"/>
                  <a:pt x="102370" y="43461"/>
                </a:cubicBezTo>
                <a:cubicBezTo>
                  <a:pt x="102912" y="41232"/>
                  <a:pt x="103319" y="39979"/>
                  <a:pt x="103591" y="39700"/>
                </a:cubicBezTo>
                <a:cubicBezTo>
                  <a:pt x="103862" y="39421"/>
                  <a:pt x="105015" y="39212"/>
                  <a:pt x="107050" y="39073"/>
                </a:cubicBezTo>
                <a:cubicBezTo>
                  <a:pt x="107729" y="39073"/>
                  <a:pt x="108272" y="39073"/>
                  <a:pt x="108679" y="39073"/>
                </a:cubicBezTo>
                <a:cubicBezTo>
                  <a:pt x="109086" y="39073"/>
                  <a:pt x="109425" y="39143"/>
                  <a:pt x="109696" y="39282"/>
                </a:cubicBezTo>
                <a:cubicBezTo>
                  <a:pt x="109968" y="39421"/>
                  <a:pt x="110103" y="39491"/>
                  <a:pt x="110103" y="39491"/>
                </a:cubicBezTo>
                <a:cubicBezTo>
                  <a:pt x="110103" y="39491"/>
                  <a:pt x="110239" y="39770"/>
                  <a:pt x="110510" y="40327"/>
                </a:cubicBezTo>
                <a:cubicBezTo>
                  <a:pt x="110782" y="40884"/>
                  <a:pt x="110985" y="41163"/>
                  <a:pt x="111121" y="41163"/>
                </a:cubicBezTo>
                <a:lnTo>
                  <a:pt x="104405" y="68744"/>
                </a:lnTo>
                <a:cubicBezTo>
                  <a:pt x="99927" y="87270"/>
                  <a:pt x="97485" y="96673"/>
                  <a:pt x="97078" y="96952"/>
                </a:cubicBezTo>
                <a:cubicBezTo>
                  <a:pt x="96671" y="97369"/>
                  <a:pt x="95586" y="97578"/>
                  <a:pt x="93822" y="9757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7C6E9E-A2FC-497C-B9A6-25618C74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938" y="2445542"/>
            <a:ext cx="60577" cy="101635"/>
          </a:xfrm>
          <a:custGeom xmlns:a="http://schemas.openxmlformats.org/drawingml/2006/main">
            <a:pathLst>
              <a:path w="60577" h="101635">
                <a:moveTo>
                  <a:pt x="8202" y="11966"/>
                </a:moveTo>
                <a:cubicBezTo>
                  <a:pt x="13573" y="3989"/>
                  <a:pt x="20912" y="0"/>
                  <a:pt x="30216" y="0"/>
                </a:cubicBezTo>
                <a:cubicBezTo>
                  <a:pt x="34821" y="0"/>
                  <a:pt x="39425" y="1280"/>
                  <a:pt x="44029" y="3841"/>
                </a:cubicBezTo>
                <a:cubicBezTo>
                  <a:pt x="48634" y="6401"/>
                  <a:pt x="52375" y="10932"/>
                  <a:pt x="55253" y="17432"/>
                </a:cubicBezTo>
                <a:cubicBezTo>
                  <a:pt x="58802" y="25606"/>
                  <a:pt x="60577" y="36833"/>
                  <a:pt x="60577" y="51113"/>
                </a:cubicBezTo>
                <a:cubicBezTo>
                  <a:pt x="60577" y="66378"/>
                  <a:pt x="58514" y="78048"/>
                  <a:pt x="54389" y="86124"/>
                </a:cubicBezTo>
                <a:cubicBezTo>
                  <a:pt x="52471" y="90260"/>
                  <a:pt x="49833" y="93560"/>
                  <a:pt x="46476" y="96022"/>
                </a:cubicBezTo>
                <a:cubicBezTo>
                  <a:pt x="43118" y="98484"/>
                  <a:pt x="40192" y="100010"/>
                  <a:pt x="37698" y="100601"/>
                </a:cubicBezTo>
                <a:cubicBezTo>
                  <a:pt x="35204" y="101192"/>
                  <a:pt x="32758" y="101537"/>
                  <a:pt x="30360" y="101635"/>
                </a:cubicBezTo>
                <a:cubicBezTo>
                  <a:pt x="27866" y="101635"/>
                  <a:pt x="25372" y="101340"/>
                  <a:pt x="22878" y="100749"/>
                </a:cubicBezTo>
                <a:cubicBezTo>
                  <a:pt x="20384" y="100158"/>
                  <a:pt x="17458" y="98582"/>
                  <a:pt x="14101" y="96022"/>
                </a:cubicBezTo>
                <a:cubicBezTo>
                  <a:pt x="10744" y="93461"/>
                  <a:pt x="8106" y="90162"/>
                  <a:pt x="6187" y="86124"/>
                </a:cubicBezTo>
                <a:cubicBezTo>
                  <a:pt x="2062" y="78048"/>
                  <a:pt x="0" y="66378"/>
                  <a:pt x="0" y="51113"/>
                </a:cubicBezTo>
                <a:cubicBezTo>
                  <a:pt x="0" y="33977"/>
                  <a:pt x="2734" y="20928"/>
                  <a:pt x="8202" y="11966"/>
                </a:cubicBezTo>
                <a:close/>
                <a:moveTo>
                  <a:pt x="40576" y="10193"/>
                </a:moveTo>
                <a:cubicBezTo>
                  <a:pt x="37698" y="7042"/>
                  <a:pt x="34293" y="5466"/>
                  <a:pt x="30360" y="5466"/>
                </a:cubicBezTo>
                <a:cubicBezTo>
                  <a:pt x="26331" y="5466"/>
                  <a:pt x="22878" y="7042"/>
                  <a:pt x="20000" y="10193"/>
                </a:cubicBezTo>
                <a:cubicBezTo>
                  <a:pt x="17602" y="12754"/>
                  <a:pt x="16019" y="16299"/>
                  <a:pt x="15252" y="20829"/>
                </a:cubicBezTo>
                <a:cubicBezTo>
                  <a:pt x="14485" y="25360"/>
                  <a:pt x="14101" y="34814"/>
                  <a:pt x="14101" y="49193"/>
                </a:cubicBezTo>
                <a:cubicBezTo>
                  <a:pt x="14101" y="64753"/>
                  <a:pt x="14485" y="74995"/>
                  <a:pt x="15252" y="79920"/>
                </a:cubicBezTo>
                <a:cubicBezTo>
                  <a:pt x="16019" y="84844"/>
                  <a:pt x="17746" y="88734"/>
                  <a:pt x="20432" y="91590"/>
                </a:cubicBezTo>
                <a:cubicBezTo>
                  <a:pt x="23118" y="94544"/>
                  <a:pt x="26427" y="96022"/>
                  <a:pt x="30360" y="96022"/>
                </a:cubicBezTo>
                <a:cubicBezTo>
                  <a:pt x="34197" y="96022"/>
                  <a:pt x="37459" y="94544"/>
                  <a:pt x="40145" y="91590"/>
                </a:cubicBezTo>
                <a:cubicBezTo>
                  <a:pt x="42926" y="88635"/>
                  <a:pt x="44653" y="84499"/>
                  <a:pt x="45324" y="79181"/>
                </a:cubicBezTo>
                <a:cubicBezTo>
                  <a:pt x="45996" y="73863"/>
                  <a:pt x="46380" y="63867"/>
                  <a:pt x="46476" y="49193"/>
                </a:cubicBezTo>
                <a:cubicBezTo>
                  <a:pt x="46476" y="34913"/>
                  <a:pt x="46092" y="25507"/>
                  <a:pt x="45324" y="20977"/>
                </a:cubicBezTo>
                <a:cubicBezTo>
                  <a:pt x="44557" y="16447"/>
                  <a:pt x="42974" y="12852"/>
                  <a:pt x="40576" y="101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3DA921-215D-417C-8707-BA6B053E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938" y="2445542"/>
            <a:ext cx="60577" cy="101635"/>
          </a:xfrm>
          <a:custGeom xmlns:a="http://schemas.openxmlformats.org/drawingml/2006/main">
            <a:pathLst>
              <a:path w="60577" h="101635" fill="none">
                <a:moveTo>
                  <a:pt x="8202" y="11966"/>
                </a:moveTo>
                <a:cubicBezTo>
                  <a:pt x="13573" y="3989"/>
                  <a:pt x="20912" y="0"/>
                  <a:pt x="30216" y="0"/>
                </a:cubicBezTo>
                <a:cubicBezTo>
                  <a:pt x="34821" y="0"/>
                  <a:pt x="39425" y="1280"/>
                  <a:pt x="44029" y="3841"/>
                </a:cubicBezTo>
                <a:cubicBezTo>
                  <a:pt x="48634" y="6401"/>
                  <a:pt x="52375" y="10932"/>
                  <a:pt x="55253" y="17432"/>
                </a:cubicBezTo>
                <a:cubicBezTo>
                  <a:pt x="58802" y="25606"/>
                  <a:pt x="60577" y="36833"/>
                  <a:pt x="60577" y="51113"/>
                </a:cubicBezTo>
                <a:cubicBezTo>
                  <a:pt x="60577" y="66378"/>
                  <a:pt x="58514" y="78048"/>
                  <a:pt x="54389" y="86124"/>
                </a:cubicBezTo>
                <a:cubicBezTo>
                  <a:pt x="52471" y="90260"/>
                  <a:pt x="49833" y="93560"/>
                  <a:pt x="46476" y="96022"/>
                </a:cubicBezTo>
                <a:cubicBezTo>
                  <a:pt x="43118" y="98484"/>
                  <a:pt x="40192" y="100010"/>
                  <a:pt x="37698" y="100601"/>
                </a:cubicBezTo>
                <a:cubicBezTo>
                  <a:pt x="35204" y="101192"/>
                  <a:pt x="32758" y="101537"/>
                  <a:pt x="30360" y="101635"/>
                </a:cubicBezTo>
                <a:cubicBezTo>
                  <a:pt x="27866" y="101635"/>
                  <a:pt x="25372" y="101340"/>
                  <a:pt x="22878" y="100749"/>
                </a:cubicBezTo>
                <a:cubicBezTo>
                  <a:pt x="20384" y="100158"/>
                  <a:pt x="17458" y="98582"/>
                  <a:pt x="14101" y="96022"/>
                </a:cubicBezTo>
                <a:cubicBezTo>
                  <a:pt x="10744" y="93461"/>
                  <a:pt x="8106" y="90162"/>
                  <a:pt x="6187" y="86124"/>
                </a:cubicBezTo>
                <a:cubicBezTo>
                  <a:pt x="2062" y="78048"/>
                  <a:pt x="0" y="66378"/>
                  <a:pt x="0" y="51113"/>
                </a:cubicBezTo>
                <a:cubicBezTo>
                  <a:pt x="0" y="33977"/>
                  <a:pt x="2734" y="20928"/>
                  <a:pt x="8202" y="11966"/>
                </a:cubicBezTo>
                <a:close/>
                <a:moveTo>
                  <a:pt x="40576" y="10193"/>
                </a:moveTo>
                <a:cubicBezTo>
                  <a:pt x="37698" y="7042"/>
                  <a:pt x="34293" y="5466"/>
                  <a:pt x="30360" y="5466"/>
                </a:cubicBezTo>
                <a:cubicBezTo>
                  <a:pt x="26331" y="5466"/>
                  <a:pt x="22878" y="7042"/>
                  <a:pt x="20000" y="10193"/>
                </a:cubicBezTo>
                <a:cubicBezTo>
                  <a:pt x="17602" y="12754"/>
                  <a:pt x="16019" y="16299"/>
                  <a:pt x="15252" y="20829"/>
                </a:cubicBezTo>
                <a:cubicBezTo>
                  <a:pt x="14485" y="25360"/>
                  <a:pt x="14101" y="34814"/>
                  <a:pt x="14101" y="49193"/>
                </a:cubicBezTo>
                <a:cubicBezTo>
                  <a:pt x="14101" y="64753"/>
                  <a:pt x="14485" y="74995"/>
                  <a:pt x="15252" y="79920"/>
                </a:cubicBezTo>
                <a:cubicBezTo>
                  <a:pt x="16019" y="84844"/>
                  <a:pt x="17746" y="88734"/>
                  <a:pt x="20432" y="91590"/>
                </a:cubicBezTo>
                <a:cubicBezTo>
                  <a:pt x="23118" y="94544"/>
                  <a:pt x="26427" y="96022"/>
                  <a:pt x="30360" y="96022"/>
                </a:cubicBezTo>
                <a:cubicBezTo>
                  <a:pt x="34197" y="96022"/>
                  <a:pt x="37459" y="94544"/>
                  <a:pt x="40145" y="91590"/>
                </a:cubicBezTo>
                <a:cubicBezTo>
                  <a:pt x="42926" y="88635"/>
                  <a:pt x="44653" y="84499"/>
                  <a:pt x="45324" y="79181"/>
                </a:cubicBezTo>
                <a:cubicBezTo>
                  <a:pt x="45996" y="73863"/>
                  <a:pt x="46380" y="63867"/>
                  <a:pt x="46476" y="49193"/>
                </a:cubicBezTo>
                <a:cubicBezTo>
                  <a:pt x="46476" y="34913"/>
                  <a:pt x="46092" y="25507"/>
                  <a:pt x="45324" y="20977"/>
                </a:cubicBezTo>
                <a:cubicBezTo>
                  <a:pt x="44557" y="16447"/>
                  <a:pt x="42974" y="12852"/>
                  <a:pt x="40576" y="101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" cap="flat">
            <a:solidFill>
              <a:srgbClr val="000000">
                <a:alpha val="9040"/>
              </a:srgbClr>
            </a:solidFill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4B35BC-C98C-45D5-9039-6C66163C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3494" y="2526053"/>
            <a:ext cx="18993" cy="46632"/>
          </a:xfrm>
          <a:custGeom xmlns:a="http://schemas.openxmlformats.org/drawingml/2006/main">
            <a:pathLst>
              <a:path w="18993" h="46632">
                <a:moveTo>
                  <a:pt x="0" y="12704"/>
                </a:moveTo>
                <a:cubicBezTo>
                  <a:pt x="0" y="12704"/>
                  <a:pt x="0" y="11473"/>
                  <a:pt x="0" y="9011"/>
                </a:cubicBezTo>
                <a:cubicBezTo>
                  <a:pt x="0" y="6549"/>
                  <a:pt x="767" y="4432"/>
                  <a:pt x="2302" y="2659"/>
                </a:cubicBezTo>
                <a:cubicBezTo>
                  <a:pt x="3837" y="886"/>
                  <a:pt x="5899" y="0"/>
                  <a:pt x="8489" y="0"/>
                </a:cubicBezTo>
                <a:cubicBezTo>
                  <a:pt x="11175" y="0"/>
                  <a:pt x="13573" y="1231"/>
                  <a:pt x="15684" y="3693"/>
                </a:cubicBezTo>
                <a:cubicBezTo>
                  <a:pt x="17794" y="6155"/>
                  <a:pt x="18897" y="10489"/>
                  <a:pt x="18993" y="16693"/>
                </a:cubicBezTo>
                <a:cubicBezTo>
                  <a:pt x="18993" y="20140"/>
                  <a:pt x="18561" y="23488"/>
                  <a:pt x="17698" y="26738"/>
                </a:cubicBezTo>
                <a:cubicBezTo>
                  <a:pt x="16835" y="29988"/>
                  <a:pt x="15828" y="32795"/>
                  <a:pt x="14676" y="35159"/>
                </a:cubicBezTo>
                <a:cubicBezTo>
                  <a:pt x="13525" y="37522"/>
                  <a:pt x="12278" y="39541"/>
                  <a:pt x="10935" y="41215"/>
                </a:cubicBezTo>
                <a:cubicBezTo>
                  <a:pt x="9592" y="42890"/>
                  <a:pt x="8441" y="44219"/>
                  <a:pt x="7482" y="45204"/>
                </a:cubicBezTo>
                <a:cubicBezTo>
                  <a:pt x="6523" y="46189"/>
                  <a:pt x="5899" y="46632"/>
                  <a:pt x="5612" y="46534"/>
                </a:cubicBezTo>
                <a:cubicBezTo>
                  <a:pt x="5228" y="46534"/>
                  <a:pt x="4604" y="46090"/>
                  <a:pt x="3741" y="45204"/>
                </a:cubicBezTo>
                <a:cubicBezTo>
                  <a:pt x="2878" y="44318"/>
                  <a:pt x="2446" y="43678"/>
                  <a:pt x="2446" y="43284"/>
                </a:cubicBezTo>
                <a:cubicBezTo>
                  <a:pt x="2446" y="42890"/>
                  <a:pt x="2974" y="42102"/>
                  <a:pt x="4029" y="40920"/>
                </a:cubicBezTo>
                <a:cubicBezTo>
                  <a:pt x="5084" y="39738"/>
                  <a:pt x="6283" y="38261"/>
                  <a:pt x="7626" y="36488"/>
                </a:cubicBezTo>
                <a:cubicBezTo>
                  <a:pt x="8969" y="34716"/>
                  <a:pt x="10216" y="32253"/>
                  <a:pt x="11367" y="29102"/>
                </a:cubicBezTo>
                <a:cubicBezTo>
                  <a:pt x="12518" y="25950"/>
                  <a:pt x="13286" y="22356"/>
                  <a:pt x="13669" y="18318"/>
                </a:cubicBezTo>
                <a:lnTo>
                  <a:pt x="13669" y="16545"/>
                </a:lnTo>
                <a:lnTo>
                  <a:pt x="13525" y="16693"/>
                </a:lnTo>
                <a:cubicBezTo>
                  <a:pt x="13334" y="16791"/>
                  <a:pt x="13094" y="16890"/>
                  <a:pt x="12806" y="16988"/>
                </a:cubicBezTo>
                <a:cubicBezTo>
                  <a:pt x="12518" y="17087"/>
                  <a:pt x="12230" y="17235"/>
                  <a:pt x="11943" y="17432"/>
                </a:cubicBezTo>
                <a:cubicBezTo>
                  <a:pt x="11655" y="17629"/>
                  <a:pt x="11223" y="17727"/>
                  <a:pt x="10648" y="17727"/>
                </a:cubicBezTo>
                <a:cubicBezTo>
                  <a:pt x="10072" y="17727"/>
                  <a:pt x="9497" y="17776"/>
                  <a:pt x="8921" y="17875"/>
                </a:cubicBezTo>
                <a:cubicBezTo>
                  <a:pt x="6331" y="17875"/>
                  <a:pt x="4221" y="17038"/>
                  <a:pt x="2590" y="15363"/>
                </a:cubicBezTo>
                <a:lnTo>
                  <a:pt x="0" y="127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13322F-A92A-4EAB-9BF2-DE712884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3494" y="2526053"/>
            <a:ext cx="18993" cy="46632"/>
          </a:xfrm>
          <a:custGeom xmlns:a="http://schemas.openxmlformats.org/drawingml/2006/main">
            <a:pathLst>
              <a:path w="18993" h="46632" fill="none">
                <a:moveTo>
                  <a:pt x="0" y="12704"/>
                </a:moveTo>
                <a:cubicBezTo>
                  <a:pt x="0" y="12704"/>
                  <a:pt x="0" y="11473"/>
                  <a:pt x="0" y="9011"/>
                </a:cubicBezTo>
                <a:cubicBezTo>
                  <a:pt x="0" y="6549"/>
                  <a:pt x="767" y="4432"/>
                  <a:pt x="2302" y="2659"/>
                </a:cubicBezTo>
                <a:cubicBezTo>
                  <a:pt x="3837" y="886"/>
                  <a:pt x="5899" y="0"/>
                  <a:pt x="8489" y="0"/>
                </a:cubicBezTo>
                <a:cubicBezTo>
                  <a:pt x="11175" y="0"/>
                  <a:pt x="13573" y="1231"/>
                  <a:pt x="15684" y="3693"/>
                </a:cubicBezTo>
                <a:cubicBezTo>
                  <a:pt x="17794" y="6155"/>
                  <a:pt x="18897" y="10489"/>
                  <a:pt x="18993" y="16693"/>
                </a:cubicBezTo>
                <a:cubicBezTo>
                  <a:pt x="18993" y="20140"/>
                  <a:pt x="18561" y="23488"/>
                  <a:pt x="17698" y="26738"/>
                </a:cubicBezTo>
                <a:cubicBezTo>
                  <a:pt x="16835" y="29988"/>
                  <a:pt x="15828" y="32795"/>
                  <a:pt x="14676" y="35159"/>
                </a:cubicBezTo>
                <a:cubicBezTo>
                  <a:pt x="13525" y="37522"/>
                  <a:pt x="12278" y="39541"/>
                  <a:pt x="10935" y="41215"/>
                </a:cubicBezTo>
                <a:cubicBezTo>
                  <a:pt x="9592" y="42890"/>
                  <a:pt x="8441" y="44219"/>
                  <a:pt x="7482" y="45204"/>
                </a:cubicBezTo>
                <a:cubicBezTo>
                  <a:pt x="6523" y="46189"/>
                  <a:pt x="5899" y="46632"/>
                  <a:pt x="5612" y="46534"/>
                </a:cubicBezTo>
                <a:cubicBezTo>
                  <a:pt x="5228" y="46534"/>
                  <a:pt x="4604" y="46090"/>
                  <a:pt x="3741" y="45204"/>
                </a:cubicBezTo>
                <a:cubicBezTo>
                  <a:pt x="2878" y="44318"/>
                  <a:pt x="2446" y="43678"/>
                  <a:pt x="2446" y="43284"/>
                </a:cubicBezTo>
                <a:cubicBezTo>
                  <a:pt x="2446" y="42890"/>
                  <a:pt x="2974" y="42102"/>
                  <a:pt x="4029" y="40920"/>
                </a:cubicBezTo>
                <a:cubicBezTo>
                  <a:pt x="5084" y="39738"/>
                  <a:pt x="6283" y="38261"/>
                  <a:pt x="7626" y="36488"/>
                </a:cubicBezTo>
                <a:cubicBezTo>
                  <a:pt x="8969" y="34716"/>
                  <a:pt x="10216" y="32253"/>
                  <a:pt x="11367" y="29102"/>
                </a:cubicBezTo>
                <a:cubicBezTo>
                  <a:pt x="12518" y="25950"/>
                  <a:pt x="13286" y="22356"/>
                  <a:pt x="13669" y="18318"/>
                </a:cubicBezTo>
                <a:lnTo>
                  <a:pt x="13669" y="16545"/>
                </a:lnTo>
                <a:lnTo>
                  <a:pt x="13525" y="16693"/>
                </a:lnTo>
                <a:cubicBezTo>
                  <a:pt x="13334" y="16791"/>
                  <a:pt x="13094" y="16890"/>
                  <a:pt x="12806" y="16988"/>
                </a:cubicBezTo>
                <a:cubicBezTo>
                  <a:pt x="12518" y="17087"/>
                  <a:pt x="12230" y="17235"/>
                  <a:pt x="11943" y="17432"/>
                </a:cubicBezTo>
                <a:cubicBezTo>
                  <a:pt x="11655" y="17629"/>
                  <a:pt x="11223" y="17727"/>
                  <a:pt x="10648" y="17727"/>
                </a:cubicBezTo>
                <a:cubicBezTo>
                  <a:pt x="10072" y="17727"/>
                  <a:pt x="9497" y="17776"/>
                  <a:pt x="8921" y="17875"/>
                </a:cubicBezTo>
                <a:cubicBezTo>
                  <a:pt x="6331" y="17875"/>
                  <a:pt x="4221" y="17038"/>
                  <a:pt x="2590" y="15363"/>
                </a:cubicBezTo>
                <a:lnTo>
                  <a:pt x="0" y="127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" cap="flat">
            <a:solidFill>
              <a:srgbClr val="000000">
                <a:alpha val="9040"/>
              </a:srgbClr>
            </a:solidFill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3B8966-56A3-4593-A1A6-5D3F768C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883" y="2445542"/>
            <a:ext cx="60577" cy="101635"/>
          </a:xfrm>
          <a:custGeom xmlns:a="http://schemas.openxmlformats.org/drawingml/2006/main">
            <a:pathLst>
              <a:path w="60577" h="101635">
                <a:moveTo>
                  <a:pt x="8202" y="11966"/>
                </a:moveTo>
                <a:cubicBezTo>
                  <a:pt x="13573" y="3989"/>
                  <a:pt x="20912" y="0"/>
                  <a:pt x="30216" y="0"/>
                </a:cubicBezTo>
                <a:cubicBezTo>
                  <a:pt x="34821" y="0"/>
                  <a:pt x="39425" y="1280"/>
                  <a:pt x="44029" y="3841"/>
                </a:cubicBezTo>
                <a:cubicBezTo>
                  <a:pt x="48634" y="6401"/>
                  <a:pt x="52375" y="10932"/>
                  <a:pt x="55253" y="17432"/>
                </a:cubicBezTo>
                <a:cubicBezTo>
                  <a:pt x="58802" y="25606"/>
                  <a:pt x="60577" y="36833"/>
                  <a:pt x="60577" y="51113"/>
                </a:cubicBezTo>
                <a:cubicBezTo>
                  <a:pt x="60577" y="66378"/>
                  <a:pt x="58514" y="78048"/>
                  <a:pt x="54389" y="86124"/>
                </a:cubicBezTo>
                <a:cubicBezTo>
                  <a:pt x="52471" y="90260"/>
                  <a:pt x="49833" y="93560"/>
                  <a:pt x="46476" y="96022"/>
                </a:cubicBezTo>
                <a:cubicBezTo>
                  <a:pt x="43118" y="98484"/>
                  <a:pt x="40192" y="100010"/>
                  <a:pt x="37698" y="100601"/>
                </a:cubicBezTo>
                <a:cubicBezTo>
                  <a:pt x="35204" y="101192"/>
                  <a:pt x="32758" y="101537"/>
                  <a:pt x="30360" y="101635"/>
                </a:cubicBezTo>
                <a:cubicBezTo>
                  <a:pt x="27866" y="101635"/>
                  <a:pt x="25372" y="101340"/>
                  <a:pt x="22878" y="100749"/>
                </a:cubicBezTo>
                <a:cubicBezTo>
                  <a:pt x="20384" y="100158"/>
                  <a:pt x="17458" y="98582"/>
                  <a:pt x="14101" y="96022"/>
                </a:cubicBezTo>
                <a:cubicBezTo>
                  <a:pt x="10744" y="93461"/>
                  <a:pt x="8106" y="90162"/>
                  <a:pt x="6187" y="86124"/>
                </a:cubicBezTo>
                <a:cubicBezTo>
                  <a:pt x="2062" y="78048"/>
                  <a:pt x="0" y="66378"/>
                  <a:pt x="0" y="51113"/>
                </a:cubicBezTo>
                <a:cubicBezTo>
                  <a:pt x="0" y="33977"/>
                  <a:pt x="2734" y="20928"/>
                  <a:pt x="8202" y="11966"/>
                </a:cubicBezTo>
                <a:close/>
                <a:moveTo>
                  <a:pt x="40576" y="10193"/>
                </a:moveTo>
                <a:cubicBezTo>
                  <a:pt x="37698" y="7042"/>
                  <a:pt x="34293" y="5466"/>
                  <a:pt x="30360" y="5466"/>
                </a:cubicBezTo>
                <a:cubicBezTo>
                  <a:pt x="26331" y="5466"/>
                  <a:pt x="22878" y="7042"/>
                  <a:pt x="20000" y="10193"/>
                </a:cubicBezTo>
                <a:cubicBezTo>
                  <a:pt x="17602" y="12754"/>
                  <a:pt x="16019" y="16299"/>
                  <a:pt x="15252" y="20829"/>
                </a:cubicBezTo>
                <a:cubicBezTo>
                  <a:pt x="14485" y="25360"/>
                  <a:pt x="14101" y="34814"/>
                  <a:pt x="14101" y="49193"/>
                </a:cubicBezTo>
                <a:cubicBezTo>
                  <a:pt x="14101" y="64753"/>
                  <a:pt x="14485" y="74995"/>
                  <a:pt x="15252" y="79920"/>
                </a:cubicBezTo>
                <a:cubicBezTo>
                  <a:pt x="16019" y="84844"/>
                  <a:pt x="17746" y="88734"/>
                  <a:pt x="20432" y="91590"/>
                </a:cubicBezTo>
                <a:cubicBezTo>
                  <a:pt x="23118" y="94544"/>
                  <a:pt x="26427" y="96022"/>
                  <a:pt x="30360" y="96022"/>
                </a:cubicBezTo>
                <a:cubicBezTo>
                  <a:pt x="34197" y="96022"/>
                  <a:pt x="37459" y="94544"/>
                  <a:pt x="40145" y="91590"/>
                </a:cubicBezTo>
                <a:cubicBezTo>
                  <a:pt x="42926" y="88635"/>
                  <a:pt x="44653" y="84499"/>
                  <a:pt x="45324" y="79181"/>
                </a:cubicBezTo>
                <a:cubicBezTo>
                  <a:pt x="45996" y="73863"/>
                  <a:pt x="46380" y="63867"/>
                  <a:pt x="46476" y="49193"/>
                </a:cubicBezTo>
                <a:cubicBezTo>
                  <a:pt x="46476" y="34913"/>
                  <a:pt x="46092" y="25507"/>
                  <a:pt x="45324" y="20977"/>
                </a:cubicBezTo>
                <a:cubicBezTo>
                  <a:pt x="44557" y="16447"/>
                  <a:pt x="42974" y="12852"/>
                  <a:pt x="40576" y="101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70D601-C497-49BE-8372-17064DE9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883" y="2445542"/>
            <a:ext cx="60577" cy="101635"/>
          </a:xfrm>
          <a:custGeom xmlns:a="http://schemas.openxmlformats.org/drawingml/2006/main">
            <a:pathLst>
              <a:path w="60577" h="101635" fill="none">
                <a:moveTo>
                  <a:pt x="8202" y="11966"/>
                </a:moveTo>
                <a:cubicBezTo>
                  <a:pt x="13573" y="3989"/>
                  <a:pt x="20912" y="0"/>
                  <a:pt x="30216" y="0"/>
                </a:cubicBezTo>
                <a:cubicBezTo>
                  <a:pt x="34821" y="0"/>
                  <a:pt x="39425" y="1280"/>
                  <a:pt x="44029" y="3841"/>
                </a:cubicBezTo>
                <a:cubicBezTo>
                  <a:pt x="48634" y="6401"/>
                  <a:pt x="52375" y="10932"/>
                  <a:pt x="55253" y="17432"/>
                </a:cubicBezTo>
                <a:cubicBezTo>
                  <a:pt x="58802" y="25606"/>
                  <a:pt x="60577" y="36833"/>
                  <a:pt x="60577" y="51113"/>
                </a:cubicBezTo>
                <a:cubicBezTo>
                  <a:pt x="60577" y="66378"/>
                  <a:pt x="58514" y="78048"/>
                  <a:pt x="54389" y="86124"/>
                </a:cubicBezTo>
                <a:cubicBezTo>
                  <a:pt x="52471" y="90260"/>
                  <a:pt x="49833" y="93560"/>
                  <a:pt x="46476" y="96022"/>
                </a:cubicBezTo>
                <a:cubicBezTo>
                  <a:pt x="43118" y="98484"/>
                  <a:pt x="40192" y="100010"/>
                  <a:pt x="37698" y="100601"/>
                </a:cubicBezTo>
                <a:cubicBezTo>
                  <a:pt x="35204" y="101192"/>
                  <a:pt x="32758" y="101537"/>
                  <a:pt x="30360" y="101635"/>
                </a:cubicBezTo>
                <a:cubicBezTo>
                  <a:pt x="27866" y="101635"/>
                  <a:pt x="25372" y="101340"/>
                  <a:pt x="22878" y="100749"/>
                </a:cubicBezTo>
                <a:cubicBezTo>
                  <a:pt x="20384" y="100158"/>
                  <a:pt x="17458" y="98582"/>
                  <a:pt x="14101" y="96022"/>
                </a:cubicBezTo>
                <a:cubicBezTo>
                  <a:pt x="10744" y="93461"/>
                  <a:pt x="8106" y="90162"/>
                  <a:pt x="6187" y="86124"/>
                </a:cubicBezTo>
                <a:cubicBezTo>
                  <a:pt x="2062" y="78048"/>
                  <a:pt x="0" y="66378"/>
                  <a:pt x="0" y="51113"/>
                </a:cubicBezTo>
                <a:cubicBezTo>
                  <a:pt x="0" y="33977"/>
                  <a:pt x="2734" y="20928"/>
                  <a:pt x="8202" y="11966"/>
                </a:cubicBezTo>
                <a:close/>
                <a:moveTo>
                  <a:pt x="40576" y="10193"/>
                </a:moveTo>
                <a:cubicBezTo>
                  <a:pt x="37698" y="7042"/>
                  <a:pt x="34293" y="5466"/>
                  <a:pt x="30360" y="5466"/>
                </a:cubicBezTo>
                <a:cubicBezTo>
                  <a:pt x="26331" y="5466"/>
                  <a:pt x="22878" y="7042"/>
                  <a:pt x="20000" y="10193"/>
                </a:cubicBezTo>
                <a:cubicBezTo>
                  <a:pt x="17602" y="12754"/>
                  <a:pt x="16019" y="16299"/>
                  <a:pt x="15252" y="20829"/>
                </a:cubicBezTo>
                <a:cubicBezTo>
                  <a:pt x="14485" y="25360"/>
                  <a:pt x="14101" y="34814"/>
                  <a:pt x="14101" y="49193"/>
                </a:cubicBezTo>
                <a:cubicBezTo>
                  <a:pt x="14101" y="64753"/>
                  <a:pt x="14485" y="74995"/>
                  <a:pt x="15252" y="79920"/>
                </a:cubicBezTo>
                <a:cubicBezTo>
                  <a:pt x="16019" y="84844"/>
                  <a:pt x="17746" y="88734"/>
                  <a:pt x="20432" y="91590"/>
                </a:cubicBezTo>
                <a:cubicBezTo>
                  <a:pt x="23118" y="94544"/>
                  <a:pt x="26427" y="96022"/>
                  <a:pt x="30360" y="96022"/>
                </a:cubicBezTo>
                <a:cubicBezTo>
                  <a:pt x="34197" y="96022"/>
                  <a:pt x="37459" y="94544"/>
                  <a:pt x="40145" y="91590"/>
                </a:cubicBezTo>
                <a:cubicBezTo>
                  <a:pt x="42926" y="88635"/>
                  <a:pt x="44653" y="84499"/>
                  <a:pt x="45324" y="79181"/>
                </a:cubicBezTo>
                <a:cubicBezTo>
                  <a:pt x="45996" y="73863"/>
                  <a:pt x="46380" y="63867"/>
                  <a:pt x="46476" y="49193"/>
                </a:cubicBezTo>
                <a:cubicBezTo>
                  <a:pt x="46476" y="34913"/>
                  <a:pt x="46092" y="25507"/>
                  <a:pt x="45324" y="20977"/>
                </a:cubicBezTo>
                <a:cubicBezTo>
                  <a:pt x="44557" y="16447"/>
                  <a:pt x="42974" y="12852"/>
                  <a:pt x="40576" y="101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" cap="flat">
            <a:solidFill>
              <a:srgbClr val="000000">
                <a:alpha val="9040"/>
              </a:srgbClr>
            </a:solidFill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568E5B-6B9E-4476-AFEA-00A025E2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595" y="2355875"/>
            <a:ext cx="45520" cy="208947"/>
          </a:xfrm>
          <a:custGeom xmlns:a="http://schemas.openxmlformats.org/drawingml/2006/main">
            <a:pathLst>
              <a:path w="45520" h="208947">
                <a:moveTo>
                  <a:pt x="0" y="3761"/>
                </a:moveTo>
                <a:cubicBezTo>
                  <a:pt x="136" y="2786"/>
                  <a:pt x="543" y="1950"/>
                  <a:pt x="1221" y="1254"/>
                </a:cubicBezTo>
                <a:cubicBezTo>
                  <a:pt x="1900" y="557"/>
                  <a:pt x="2849" y="139"/>
                  <a:pt x="4070" y="0"/>
                </a:cubicBezTo>
                <a:cubicBezTo>
                  <a:pt x="5427" y="0"/>
                  <a:pt x="6580" y="696"/>
                  <a:pt x="7530" y="2089"/>
                </a:cubicBezTo>
                <a:cubicBezTo>
                  <a:pt x="7937" y="3065"/>
                  <a:pt x="14314" y="20198"/>
                  <a:pt x="26661" y="53491"/>
                </a:cubicBezTo>
                <a:cubicBezTo>
                  <a:pt x="39008" y="86783"/>
                  <a:pt x="45249" y="103777"/>
                  <a:pt x="45385" y="104474"/>
                </a:cubicBezTo>
                <a:cubicBezTo>
                  <a:pt x="45520" y="105170"/>
                  <a:pt x="39347" y="122165"/>
                  <a:pt x="26864" y="155457"/>
                </a:cubicBezTo>
                <a:cubicBezTo>
                  <a:pt x="14382" y="188749"/>
                  <a:pt x="7937" y="205883"/>
                  <a:pt x="7530" y="206858"/>
                </a:cubicBezTo>
                <a:cubicBezTo>
                  <a:pt x="6580" y="208251"/>
                  <a:pt x="5427" y="208947"/>
                  <a:pt x="4070" y="208947"/>
                </a:cubicBezTo>
                <a:cubicBezTo>
                  <a:pt x="2985" y="208947"/>
                  <a:pt x="2103" y="208599"/>
                  <a:pt x="1425" y="207903"/>
                </a:cubicBezTo>
                <a:cubicBezTo>
                  <a:pt x="746" y="207206"/>
                  <a:pt x="271" y="206301"/>
                  <a:pt x="0" y="205186"/>
                </a:cubicBezTo>
                <a:cubicBezTo>
                  <a:pt x="0" y="204490"/>
                  <a:pt x="6106" y="187565"/>
                  <a:pt x="18317" y="154412"/>
                </a:cubicBezTo>
                <a:cubicBezTo>
                  <a:pt x="30663" y="121398"/>
                  <a:pt x="36837" y="104752"/>
                  <a:pt x="36837" y="104474"/>
                </a:cubicBezTo>
                <a:cubicBezTo>
                  <a:pt x="36837" y="104195"/>
                  <a:pt x="30663" y="87549"/>
                  <a:pt x="18317" y="54535"/>
                </a:cubicBezTo>
                <a:cubicBezTo>
                  <a:pt x="6106" y="21382"/>
                  <a:pt x="0" y="4458"/>
                  <a:pt x="0" y="37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A9459F-AF7A-4FF2-B66D-6107D6FD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595" y="2355875"/>
            <a:ext cx="45520" cy="208947"/>
          </a:xfrm>
          <a:custGeom xmlns:a="http://schemas.openxmlformats.org/drawingml/2006/main">
            <a:pathLst>
              <a:path w="45520" h="208947" fill="none">
                <a:moveTo>
                  <a:pt x="0" y="3761"/>
                </a:moveTo>
                <a:cubicBezTo>
                  <a:pt x="136" y="2786"/>
                  <a:pt x="543" y="1950"/>
                  <a:pt x="1221" y="1254"/>
                </a:cubicBezTo>
                <a:cubicBezTo>
                  <a:pt x="1900" y="557"/>
                  <a:pt x="2849" y="139"/>
                  <a:pt x="4070" y="0"/>
                </a:cubicBezTo>
                <a:cubicBezTo>
                  <a:pt x="5427" y="0"/>
                  <a:pt x="6580" y="696"/>
                  <a:pt x="7530" y="2089"/>
                </a:cubicBezTo>
                <a:cubicBezTo>
                  <a:pt x="7937" y="3065"/>
                  <a:pt x="14314" y="20198"/>
                  <a:pt x="26661" y="53491"/>
                </a:cubicBezTo>
                <a:cubicBezTo>
                  <a:pt x="39008" y="86783"/>
                  <a:pt x="45249" y="103777"/>
                  <a:pt x="45385" y="104474"/>
                </a:cubicBezTo>
                <a:cubicBezTo>
                  <a:pt x="45520" y="105170"/>
                  <a:pt x="39347" y="122165"/>
                  <a:pt x="26864" y="155457"/>
                </a:cubicBezTo>
                <a:cubicBezTo>
                  <a:pt x="14382" y="188749"/>
                  <a:pt x="7937" y="205883"/>
                  <a:pt x="7530" y="206858"/>
                </a:cubicBezTo>
                <a:cubicBezTo>
                  <a:pt x="6580" y="208251"/>
                  <a:pt x="5427" y="208947"/>
                  <a:pt x="4070" y="208947"/>
                </a:cubicBezTo>
                <a:cubicBezTo>
                  <a:pt x="2985" y="208947"/>
                  <a:pt x="2103" y="208599"/>
                  <a:pt x="1425" y="207903"/>
                </a:cubicBezTo>
                <a:cubicBezTo>
                  <a:pt x="746" y="207206"/>
                  <a:pt x="271" y="206301"/>
                  <a:pt x="0" y="205186"/>
                </a:cubicBezTo>
                <a:cubicBezTo>
                  <a:pt x="0" y="204490"/>
                  <a:pt x="6106" y="187565"/>
                  <a:pt x="18317" y="154412"/>
                </a:cubicBezTo>
                <a:cubicBezTo>
                  <a:pt x="30663" y="121398"/>
                  <a:pt x="36837" y="104752"/>
                  <a:pt x="36837" y="104474"/>
                </a:cubicBezTo>
                <a:cubicBezTo>
                  <a:pt x="36837" y="104195"/>
                  <a:pt x="30663" y="87549"/>
                  <a:pt x="18317" y="54535"/>
                </a:cubicBezTo>
                <a:cubicBezTo>
                  <a:pt x="6106" y="21382"/>
                  <a:pt x="0" y="4458"/>
                  <a:pt x="0" y="376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480F13-EE4E-42A6-B072-D865DBFC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4764" y="2355875"/>
            <a:ext cx="48641" cy="208947"/>
          </a:xfrm>
          <a:custGeom xmlns:a="http://schemas.openxmlformats.org/drawingml/2006/main">
            <a:pathLst>
              <a:path w="48641" h="208947">
                <a:moveTo>
                  <a:pt x="1018" y="209"/>
                </a:moveTo>
                <a:lnTo>
                  <a:pt x="1832" y="0"/>
                </a:lnTo>
                <a:cubicBezTo>
                  <a:pt x="2510" y="0"/>
                  <a:pt x="3188" y="0"/>
                  <a:pt x="3867" y="0"/>
                </a:cubicBezTo>
                <a:lnTo>
                  <a:pt x="6309" y="0"/>
                </a:lnTo>
                <a:lnTo>
                  <a:pt x="12008" y="5015"/>
                </a:lnTo>
                <a:cubicBezTo>
                  <a:pt x="24761" y="16855"/>
                  <a:pt x="34055" y="31621"/>
                  <a:pt x="39890" y="49312"/>
                </a:cubicBezTo>
                <a:cubicBezTo>
                  <a:pt x="45724" y="67002"/>
                  <a:pt x="48641" y="85390"/>
                  <a:pt x="48641" y="104474"/>
                </a:cubicBezTo>
                <a:cubicBezTo>
                  <a:pt x="48641" y="113946"/>
                  <a:pt x="47962" y="123070"/>
                  <a:pt x="46606" y="131846"/>
                </a:cubicBezTo>
                <a:cubicBezTo>
                  <a:pt x="45249" y="140622"/>
                  <a:pt x="43689" y="148074"/>
                  <a:pt x="41925" y="154203"/>
                </a:cubicBezTo>
                <a:cubicBezTo>
                  <a:pt x="40161" y="160332"/>
                  <a:pt x="37651" y="166461"/>
                  <a:pt x="34395" y="172590"/>
                </a:cubicBezTo>
                <a:cubicBezTo>
                  <a:pt x="31138" y="178720"/>
                  <a:pt x="28560" y="183386"/>
                  <a:pt x="26661" y="186590"/>
                </a:cubicBezTo>
                <a:cubicBezTo>
                  <a:pt x="24761" y="189794"/>
                  <a:pt x="21980" y="193346"/>
                  <a:pt x="18317" y="197246"/>
                </a:cubicBezTo>
                <a:cubicBezTo>
                  <a:pt x="14653" y="201147"/>
                  <a:pt x="12482" y="203445"/>
                  <a:pt x="11804" y="204142"/>
                </a:cubicBezTo>
                <a:cubicBezTo>
                  <a:pt x="11126" y="204838"/>
                  <a:pt x="9565" y="206161"/>
                  <a:pt x="7123" y="208112"/>
                </a:cubicBezTo>
                <a:cubicBezTo>
                  <a:pt x="6716" y="208529"/>
                  <a:pt x="6445" y="208808"/>
                  <a:pt x="6309" y="208947"/>
                </a:cubicBezTo>
                <a:lnTo>
                  <a:pt x="3867" y="208947"/>
                </a:lnTo>
                <a:cubicBezTo>
                  <a:pt x="2781" y="208947"/>
                  <a:pt x="2035" y="208947"/>
                  <a:pt x="1628" y="208947"/>
                </a:cubicBezTo>
                <a:cubicBezTo>
                  <a:pt x="1221" y="208947"/>
                  <a:pt x="882" y="208738"/>
                  <a:pt x="611" y="208320"/>
                </a:cubicBezTo>
                <a:cubicBezTo>
                  <a:pt x="339" y="207903"/>
                  <a:pt x="136" y="207276"/>
                  <a:pt x="0" y="206440"/>
                </a:cubicBezTo>
                <a:cubicBezTo>
                  <a:pt x="136" y="206301"/>
                  <a:pt x="882" y="205395"/>
                  <a:pt x="2239" y="203724"/>
                </a:cubicBezTo>
                <a:cubicBezTo>
                  <a:pt x="23269" y="181297"/>
                  <a:pt x="33784" y="148213"/>
                  <a:pt x="33784" y="104474"/>
                </a:cubicBezTo>
                <a:cubicBezTo>
                  <a:pt x="33784" y="60734"/>
                  <a:pt x="23269" y="27651"/>
                  <a:pt x="2239" y="5224"/>
                </a:cubicBezTo>
                <a:cubicBezTo>
                  <a:pt x="882" y="3552"/>
                  <a:pt x="136" y="2647"/>
                  <a:pt x="0" y="2507"/>
                </a:cubicBezTo>
                <a:cubicBezTo>
                  <a:pt x="0" y="1393"/>
                  <a:pt x="339" y="627"/>
                  <a:pt x="1018" y="2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C5782B-3B17-42DA-BA2F-B7B465F5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4764" y="2355875"/>
            <a:ext cx="48641" cy="208947"/>
          </a:xfrm>
          <a:custGeom xmlns:a="http://schemas.openxmlformats.org/drawingml/2006/main">
            <a:pathLst>
              <a:path w="48641" h="208947" fill="none">
                <a:moveTo>
                  <a:pt x="1018" y="209"/>
                </a:moveTo>
                <a:lnTo>
                  <a:pt x="1832" y="0"/>
                </a:lnTo>
                <a:cubicBezTo>
                  <a:pt x="2510" y="0"/>
                  <a:pt x="3188" y="0"/>
                  <a:pt x="3867" y="0"/>
                </a:cubicBezTo>
                <a:lnTo>
                  <a:pt x="6309" y="0"/>
                </a:lnTo>
                <a:lnTo>
                  <a:pt x="12008" y="5015"/>
                </a:lnTo>
                <a:cubicBezTo>
                  <a:pt x="24761" y="16855"/>
                  <a:pt x="34055" y="31621"/>
                  <a:pt x="39890" y="49312"/>
                </a:cubicBezTo>
                <a:cubicBezTo>
                  <a:pt x="45724" y="67002"/>
                  <a:pt x="48641" y="85390"/>
                  <a:pt x="48641" y="104474"/>
                </a:cubicBezTo>
                <a:cubicBezTo>
                  <a:pt x="48641" y="113946"/>
                  <a:pt x="47962" y="123070"/>
                  <a:pt x="46606" y="131846"/>
                </a:cubicBezTo>
                <a:cubicBezTo>
                  <a:pt x="45249" y="140622"/>
                  <a:pt x="43689" y="148074"/>
                  <a:pt x="41925" y="154203"/>
                </a:cubicBezTo>
                <a:cubicBezTo>
                  <a:pt x="40161" y="160332"/>
                  <a:pt x="37651" y="166461"/>
                  <a:pt x="34395" y="172590"/>
                </a:cubicBezTo>
                <a:cubicBezTo>
                  <a:pt x="31138" y="178720"/>
                  <a:pt x="28560" y="183386"/>
                  <a:pt x="26661" y="186590"/>
                </a:cubicBezTo>
                <a:cubicBezTo>
                  <a:pt x="24761" y="189794"/>
                  <a:pt x="21980" y="193346"/>
                  <a:pt x="18317" y="197246"/>
                </a:cubicBezTo>
                <a:cubicBezTo>
                  <a:pt x="14653" y="201147"/>
                  <a:pt x="12482" y="203445"/>
                  <a:pt x="11804" y="204142"/>
                </a:cubicBezTo>
                <a:cubicBezTo>
                  <a:pt x="11126" y="204838"/>
                  <a:pt x="9565" y="206161"/>
                  <a:pt x="7123" y="208112"/>
                </a:cubicBezTo>
                <a:cubicBezTo>
                  <a:pt x="6716" y="208529"/>
                  <a:pt x="6445" y="208808"/>
                  <a:pt x="6309" y="208947"/>
                </a:cubicBezTo>
                <a:lnTo>
                  <a:pt x="3867" y="208947"/>
                </a:lnTo>
                <a:cubicBezTo>
                  <a:pt x="2781" y="208947"/>
                  <a:pt x="2035" y="208947"/>
                  <a:pt x="1628" y="208947"/>
                </a:cubicBezTo>
                <a:cubicBezTo>
                  <a:pt x="1221" y="208947"/>
                  <a:pt x="882" y="208738"/>
                  <a:pt x="611" y="208320"/>
                </a:cubicBezTo>
                <a:cubicBezTo>
                  <a:pt x="339" y="207903"/>
                  <a:pt x="136" y="207276"/>
                  <a:pt x="0" y="206440"/>
                </a:cubicBezTo>
                <a:cubicBezTo>
                  <a:pt x="136" y="206301"/>
                  <a:pt x="882" y="205395"/>
                  <a:pt x="2239" y="203724"/>
                </a:cubicBezTo>
                <a:cubicBezTo>
                  <a:pt x="23269" y="181297"/>
                  <a:pt x="33784" y="148213"/>
                  <a:pt x="33784" y="104474"/>
                </a:cubicBezTo>
                <a:cubicBezTo>
                  <a:pt x="33784" y="60734"/>
                  <a:pt x="23269" y="27651"/>
                  <a:pt x="2239" y="5224"/>
                </a:cubicBezTo>
                <a:cubicBezTo>
                  <a:pt x="882" y="3552"/>
                  <a:pt x="136" y="2647"/>
                  <a:pt x="0" y="2507"/>
                </a:cubicBezTo>
                <a:cubicBezTo>
                  <a:pt x="0" y="1393"/>
                  <a:pt x="339" y="627"/>
                  <a:pt x="1018" y="20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F078E4-CD48-4018-9880-3A47A8F4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38" y="2659283"/>
            <a:ext cx="45520" cy="208947"/>
          </a:xfrm>
          <a:custGeom xmlns:a="http://schemas.openxmlformats.org/drawingml/2006/main">
            <a:pathLst>
              <a:path w="45520" h="208947">
                <a:moveTo>
                  <a:pt x="45520" y="205186"/>
                </a:moveTo>
                <a:cubicBezTo>
                  <a:pt x="45385" y="206161"/>
                  <a:pt x="44977" y="206997"/>
                  <a:pt x="44299" y="207694"/>
                </a:cubicBezTo>
                <a:cubicBezTo>
                  <a:pt x="43621" y="208390"/>
                  <a:pt x="42671" y="208808"/>
                  <a:pt x="41450" y="208947"/>
                </a:cubicBezTo>
                <a:cubicBezTo>
                  <a:pt x="40093" y="208947"/>
                  <a:pt x="38940" y="208251"/>
                  <a:pt x="37990" y="206858"/>
                </a:cubicBezTo>
                <a:cubicBezTo>
                  <a:pt x="37583" y="205883"/>
                  <a:pt x="31206" y="188749"/>
                  <a:pt x="18859" y="155457"/>
                </a:cubicBezTo>
                <a:cubicBezTo>
                  <a:pt x="6513" y="122165"/>
                  <a:pt x="271" y="105170"/>
                  <a:pt x="136" y="104474"/>
                </a:cubicBezTo>
                <a:cubicBezTo>
                  <a:pt x="0" y="103777"/>
                  <a:pt x="6173" y="86783"/>
                  <a:pt x="18656" y="53491"/>
                </a:cubicBezTo>
                <a:cubicBezTo>
                  <a:pt x="31138" y="20198"/>
                  <a:pt x="37583" y="3065"/>
                  <a:pt x="37990" y="2089"/>
                </a:cubicBezTo>
                <a:cubicBezTo>
                  <a:pt x="38397" y="1393"/>
                  <a:pt x="39075" y="766"/>
                  <a:pt x="40025" y="209"/>
                </a:cubicBezTo>
                <a:lnTo>
                  <a:pt x="40636" y="0"/>
                </a:lnTo>
                <a:cubicBezTo>
                  <a:pt x="41043" y="0"/>
                  <a:pt x="41314" y="0"/>
                  <a:pt x="41450" y="0"/>
                </a:cubicBezTo>
                <a:cubicBezTo>
                  <a:pt x="43892" y="0"/>
                  <a:pt x="45249" y="1254"/>
                  <a:pt x="45520" y="3761"/>
                </a:cubicBezTo>
                <a:cubicBezTo>
                  <a:pt x="45520" y="4458"/>
                  <a:pt x="39415" y="21382"/>
                  <a:pt x="27204" y="54535"/>
                </a:cubicBezTo>
                <a:cubicBezTo>
                  <a:pt x="14857" y="87549"/>
                  <a:pt x="8683" y="104195"/>
                  <a:pt x="8683" y="104474"/>
                </a:cubicBezTo>
                <a:cubicBezTo>
                  <a:pt x="8683" y="104752"/>
                  <a:pt x="14857" y="121398"/>
                  <a:pt x="27204" y="154412"/>
                </a:cubicBezTo>
                <a:cubicBezTo>
                  <a:pt x="39415" y="187565"/>
                  <a:pt x="45520" y="204490"/>
                  <a:pt x="45520" y="2051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F4670D-AA5D-462F-9AB9-7CC38814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38" y="2659283"/>
            <a:ext cx="45520" cy="208947"/>
          </a:xfrm>
          <a:custGeom xmlns:a="http://schemas.openxmlformats.org/drawingml/2006/main">
            <a:pathLst>
              <a:path w="45520" h="208947" fill="none">
                <a:moveTo>
                  <a:pt x="45520" y="205186"/>
                </a:moveTo>
                <a:cubicBezTo>
                  <a:pt x="45385" y="206161"/>
                  <a:pt x="44977" y="206997"/>
                  <a:pt x="44299" y="207694"/>
                </a:cubicBezTo>
                <a:cubicBezTo>
                  <a:pt x="43621" y="208390"/>
                  <a:pt x="42671" y="208808"/>
                  <a:pt x="41450" y="208947"/>
                </a:cubicBezTo>
                <a:cubicBezTo>
                  <a:pt x="40093" y="208947"/>
                  <a:pt x="38940" y="208251"/>
                  <a:pt x="37990" y="206858"/>
                </a:cubicBezTo>
                <a:cubicBezTo>
                  <a:pt x="37583" y="205883"/>
                  <a:pt x="31206" y="188749"/>
                  <a:pt x="18859" y="155457"/>
                </a:cubicBezTo>
                <a:cubicBezTo>
                  <a:pt x="6513" y="122165"/>
                  <a:pt x="271" y="105170"/>
                  <a:pt x="136" y="104474"/>
                </a:cubicBezTo>
                <a:cubicBezTo>
                  <a:pt x="0" y="103777"/>
                  <a:pt x="6173" y="86783"/>
                  <a:pt x="18656" y="53491"/>
                </a:cubicBezTo>
                <a:cubicBezTo>
                  <a:pt x="31138" y="20198"/>
                  <a:pt x="37583" y="3065"/>
                  <a:pt x="37990" y="2089"/>
                </a:cubicBezTo>
                <a:cubicBezTo>
                  <a:pt x="38397" y="1393"/>
                  <a:pt x="39075" y="766"/>
                  <a:pt x="40025" y="209"/>
                </a:cubicBezTo>
                <a:lnTo>
                  <a:pt x="40636" y="0"/>
                </a:lnTo>
                <a:cubicBezTo>
                  <a:pt x="41043" y="0"/>
                  <a:pt x="41314" y="0"/>
                  <a:pt x="41450" y="0"/>
                </a:cubicBezTo>
                <a:cubicBezTo>
                  <a:pt x="43892" y="0"/>
                  <a:pt x="45249" y="1254"/>
                  <a:pt x="45520" y="3761"/>
                </a:cubicBezTo>
                <a:cubicBezTo>
                  <a:pt x="45520" y="4458"/>
                  <a:pt x="39415" y="21382"/>
                  <a:pt x="27204" y="54535"/>
                </a:cubicBezTo>
                <a:cubicBezTo>
                  <a:pt x="14857" y="87549"/>
                  <a:pt x="8683" y="104195"/>
                  <a:pt x="8683" y="104474"/>
                </a:cubicBezTo>
                <a:cubicBezTo>
                  <a:pt x="8683" y="104752"/>
                  <a:pt x="14857" y="121398"/>
                  <a:pt x="27204" y="154412"/>
                </a:cubicBezTo>
                <a:cubicBezTo>
                  <a:pt x="39415" y="187565"/>
                  <a:pt x="45520" y="204490"/>
                  <a:pt x="45520" y="20518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282334-80E1-40E8-A432-92453D38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766" y="2673283"/>
            <a:ext cx="143887" cy="147308"/>
          </a:xfrm>
          <a:custGeom xmlns:a="http://schemas.openxmlformats.org/drawingml/2006/main">
            <a:pathLst>
              <a:path w="143887" h="147308">
                <a:moveTo>
                  <a:pt x="9565" y="9612"/>
                </a:moveTo>
                <a:cubicBezTo>
                  <a:pt x="4952" y="9612"/>
                  <a:pt x="2510" y="9333"/>
                  <a:pt x="2239" y="8776"/>
                </a:cubicBezTo>
                <a:cubicBezTo>
                  <a:pt x="2103" y="8497"/>
                  <a:pt x="2035" y="7940"/>
                  <a:pt x="2035" y="7104"/>
                </a:cubicBezTo>
                <a:cubicBezTo>
                  <a:pt x="2035" y="3761"/>
                  <a:pt x="2781" y="1463"/>
                  <a:pt x="4274" y="209"/>
                </a:cubicBezTo>
                <a:cubicBezTo>
                  <a:pt x="4545" y="70"/>
                  <a:pt x="5699" y="0"/>
                  <a:pt x="7734" y="0"/>
                </a:cubicBezTo>
                <a:cubicBezTo>
                  <a:pt x="13297" y="279"/>
                  <a:pt x="22523" y="418"/>
                  <a:pt x="35412" y="418"/>
                </a:cubicBezTo>
                <a:cubicBezTo>
                  <a:pt x="40025" y="418"/>
                  <a:pt x="44299" y="418"/>
                  <a:pt x="48234" y="418"/>
                </a:cubicBezTo>
                <a:cubicBezTo>
                  <a:pt x="52168" y="418"/>
                  <a:pt x="55221" y="348"/>
                  <a:pt x="57392" y="209"/>
                </a:cubicBezTo>
                <a:cubicBezTo>
                  <a:pt x="59563" y="70"/>
                  <a:pt x="60920" y="70"/>
                  <a:pt x="61462" y="209"/>
                </a:cubicBezTo>
                <a:cubicBezTo>
                  <a:pt x="63633" y="209"/>
                  <a:pt x="64719" y="905"/>
                  <a:pt x="64719" y="2298"/>
                </a:cubicBezTo>
                <a:cubicBezTo>
                  <a:pt x="64719" y="2577"/>
                  <a:pt x="64583" y="3552"/>
                  <a:pt x="64312" y="5224"/>
                </a:cubicBezTo>
                <a:cubicBezTo>
                  <a:pt x="63633" y="7592"/>
                  <a:pt x="62955" y="8985"/>
                  <a:pt x="62277" y="9403"/>
                </a:cubicBezTo>
                <a:lnTo>
                  <a:pt x="61869" y="9403"/>
                </a:lnTo>
                <a:cubicBezTo>
                  <a:pt x="61598" y="9403"/>
                  <a:pt x="61259" y="9403"/>
                  <a:pt x="60852" y="9403"/>
                </a:cubicBezTo>
                <a:cubicBezTo>
                  <a:pt x="60445" y="9403"/>
                  <a:pt x="59970" y="9403"/>
                  <a:pt x="59427" y="9403"/>
                </a:cubicBezTo>
                <a:cubicBezTo>
                  <a:pt x="58885" y="9403"/>
                  <a:pt x="58274" y="9472"/>
                  <a:pt x="57596" y="9612"/>
                </a:cubicBezTo>
                <a:cubicBezTo>
                  <a:pt x="56917" y="9751"/>
                  <a:pt x="56307" y="9751"/>
                  <a:pt x="55764" y="9612"/>
                </a:cubicBezTo>
                <a:cubicBezTo>
                  <a:pt x="50472" y="9751"/>
                  <a:pt x="47081" y="9960"/>
                  <a:pt x="45588" y="10238"/>
                </a:cubicBezTo>
                <a:cubicBezTo>
                  <a:pt x="44096" y="10517"/>
                  <a:pt x="42874" y="11283"/>
                  <a:pt x="41925" y="12537"/>
                </a:cubicBezTo>
                <a:cubicBezTo>
                  <a:pt x="41789" y="12815"/>
                  <a:pt x="39890" y="20129"/>
                  <a:pt x="36226" y="34476"/>
                </a:cubicBezTo>
                <a:cubicBezTo>
                  <a:pt x="32563" y="48824"/>
                  <a:pt x="28900" y="63868"/>
                  <a:pt x="25236" y="79609"/>
                </a:cubicBezTo>
                <a:cubicBezTo>
                  <a:pt x="21573" y="95350"/>
                  <a:pt x="19538" y="104613"/>
                  <a:pt x="19131" y="107399"/>
                </a:cubicBezTo>
                <a:cubicBezTo>
                  <a:pt x="18859" y="109349"/>
                  <a:pt x="18724" y="111369"/>
                  <a:pt x="18724" y="113458"/>
                </a:cubicBezTo>
                <a:cubicBezTo>
                  <a:pt x="18724" y="120981"/>
                  <a:pt x="20827" y="126901"/>
                  <a:pt x="25033" y="131219"/>
                </a:cubicBezTo>
                <a:cubicBezTo>
                  <a:pt x="29239" y="135537"/>
                  <a:pt x="35073" y="137696"/>
                  <a:pt x="42535" y="137696"/>
                </a:cubicBezTo>
                <a:cubicBezTo>
                  <a:pt x="51626" y="137696"/>
                  <a:pt x="60716" y="134562"/>
                  <a:pt x="69807" y="128294"/>
                </a:cubicBezTo>
                <a:cubicBezTo>
                  <a:pt x="78897" y="122025"/>
                  <a:pt x="85545" y="112553"/>
                  <a:pt x="89751" y="99877"/>
                </a:cubicBezTo>
                <a:lnTo>
                  <a:pt x="100131" y="57878"/>
                </a:lnTo>
                <a:cubicBezTo>
                  <a:pt x="106508" y="31133"/>
                  <a:pt x="109696" y="17203"/>
                  <a:pt x="109696" y="16089"/>
                </a:cubicBezTo>
                <a:cubicBezTo>
                  <a:pt x="109696" y="12328"/>
                  <a:pt x="105354" y="10169"/>
                  <a:pt x="96671" y="9612"/>
                </a:cubicBezTo>
                <a:cubicBezTo>
                  <a:pt x="93415" y="9612"/>
                  <a:pt x="91787" y="8845"/>
                  <a:pt x="91787" y="7313"/>
                </a:cubicBezTo>
                <a:cubicBezTo>
                  <a:pt x="91787" y="7035"/>
                  <a:pt x="91922" y="6199"/>
                  <a:pt x="92194" y="4806"/>
                </a:cubicBezTo>
                <a:cubicBezTo>
                  <a:pt x="92736" y="2577"/>
                  <a:pt x="93143" y="1254"/>
                  <a:pt x="93415" y="836"/>
                </a:cubicBezTo>
                <a:cubicBezTo>
                  <a:pt x="93686" y="418"/>
                  <a:pt x="94365" y="139"/>
                  <a:pt x="95450" y="0"/>
                </a:cubicBezTo>
                <a:cubicBezTo>
                  <a:pt x="95857" y="0"/>
                  <a:pt x="98028" y="70"/>
                  <a:pt x="101963" y="209"/>
                </a:cubicBezTo>
                <a:cubicBezTo>
                  <a:pt x="105897" y="348"/>
                  <a:pt x="111596" y="488"/>
                  <a:pt x="119058" y="627"/>
                </a:cubicBezTo>
                <a:cubicBezTo>
                  <a:pt x="125978" y="627"/>
                  <a:pt x="131269" y="557"/>
                  <a:pt x="134932" y="418"/>
                </a:cubicBezTo>
                <a:cubicBezTo>
                  <a:pt x="138596" y="279"/>
                  <a:pt x="140563" y="209"/>
                  <a:pt x="140834" y="209"/>
                </a:cubicBezTo>
                <a:cubicBezTo>
                  <a:pt x="142870" y="209"/>
                  <a:pt x="143887" y="905"/>
                  <a:pt x="143887" y="2298"/>
                </a:cubicBezTo>
                <a:cubicBezTo>
                  <a:pt x="143887" y="5363"/>
                  <a:pt x="143345" y="7452"/>
                  <a:pt x="142259" y="8567"/>
                </a:cubicBezTo>
                <a:cubicBezTo>
                  <a:pt x="141852" y="9263"/>
                  <a:pt x="140360" y="9612"/>
                  <a:pt x="137782" y="9612"/>
                </a:cubicBezTo>
                <a:cubicBezTo>
                  <a:pt x="128149" y="10169"/>
                  <a:pt x="122111" y="12955"/>
                  <a:pt x="119669" y="17969"/>
                </a:cubicBezTo>
                <a:cubicBezTo>
                  <a:pt x="119397" y="18666"/>
                  <a:pt x="116005" y="32108"/>
                  <a:pt x="109493" y="58296"/>
                </a:cubicBezTo>
                <a:cubicBezTo>
                  <a:pt x="103930" y="81838"/>
                  <a:pt x="100538" y="95698"/>
                  <a:pt x="99317" y="99877"/>
                </a:cubicBezTo>
                <a:cubicBezTo>
                  <a:pt x="94839" y="113807"/>
                  <a:pt x="87038" y="125159"/>
                  <a:pt x="75912" y="133935"/>
                </a:cubicBezTo>
                <a:cubicBezTo>
                  <a:pt x="64787" y="142711"/>
                  <a:pt x="53254" y="147169"/>
                  <a:pt x="41314" y="147308"/>
                </a:cubicBezTo>
                <a:cubicBezTo>
                  <a:pt x="28832" y="147308"/>
                  <a:pt x="18859" y="143408"/>
                  <a:pt x="11397" y="135607"/>
                </a:cubicBezTo>
                <a:cubicBezTo>
                  <a:pt x="3935" y="127806"/>
                  <a:pt x="136" y="118543"/>
                  <a:pt x="0" y="107817"/>
                </a:cubicBezTo>
                <a:lnTo>
                  <a:pt x="0" y="104474"/>
                </a:lnTo>
                <a:cubicBezTo>
                  <a:pt x="0" y="101966"/>
                  <a:pt x="3731" y="85390"/>
                  <a:pt x="11193" y="54744"/>
                </a:cubicBezTo>
                <a:cubicBezTo>
                  <a:pt x="17842" y="26745"/>
                  <a:pt x="21166" y="12328"/>
                  <a:pt x="21166" y="11492"/>
                </a:cubicBezTo>
                <a:cubicBezTo>
                  <a:pt x="21166" y="10517"/>
                  <a:pt x="17299" y="9890"/>
                  <a:pt x="9565" y="96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4E95C2-91F1-42F9-8524-669D829C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766" y="2673283"/>
            <a:ext cx="143887" cy="147308"/>
          </a:xfrm>
          <a:custGeom xmlns:a="http://schemas.openxmlformats.org/drawingml/2006/main">
            <a:pathLst>
              <a:path w="143887" h="147308" fill="none">
                <a:moveTo>
                  <a:pt x="9565" y="9612"/>
                </a:moveTo>
                <a:cubicBezTo>
                  <a:pt x="4952" y="9612"/>
                  <a:pt x="2510" y="9333"/>
                  <a:pt x="2239" y="8776"/>
                </a:cubicBezTo>
                <a:cubicBezTo>
                  <a:pt x="2103" y="8497"/>
                  <a:pt x="2035" y="7940"/>
                  <a:pt x="2035" y="7104"/>
                </a:cubicBezTo>
                <a:cubicBezTo>
                  <a:pt x="2035" y="3761"/>
                  <a:pt x="2781" y="1463"/>
                  <a:pt x="4274" y="209"/>
                </a:cubicBezTo>
                <a:cubicBezTo>
                  <a:pt x="4545" y="70"/>
                  <a:pt x="5699" y="0"/>
                  <a:pt x="7734" y="0"/>
                </a:cubicBezTo>
                <a:cubicBezTo>
                  <a:pt x="13297" y="279"/>
                  <a:pt x="22523" y="418"/>
                  <a:pt x="35412" y="418"/>
                </a:cubicBezTo>
                <a:cubicBezTo>
                  <a:pt x="40025" y="418"/>
                  <a:pt x="44299" y="418"/>
                  <a:pt x="48234" y="418"/>
                </a:cubicBezTo>
                <a:cubicBezTo>
                  <a:pt x="52168" y="418"/>
                  <a:pt x="55221" y="348"/>
                  <a:pt x="57392" y="209"/>
                </a:cubicBezTo>
                <a:cubicBezTo>
                  <a:pt x="59563" y="70"/>
                  <a:pt x="60920" y="70"/>
                  <a:pt x="61462" y="209"/>
                </a:cubicBezTo>
                <a:cubicBezTo>
                  <a:pt x="63633" y="209"/>
                  <a:pt x="64719" y="905"/>
                  <a:pt x="64719" y="2298"/>
                </a:cubicBezTo>
                <a:cubicBezTo>
                  <a:pt x="64719" y="2577"/>
                  <a:pt x="64583" y="3552"/>
                  <a:pt x="64312" y="5224"/>
                </a:cubicBezTo>
                <a:cubicBezTo>
                  <a:pt x="63633" y="7592"/>
                  <a:pt x="62955" y="8985"/>
                  <a:pt x="62277" y="9403"/>
                </a:cubicBezTo>
                <a:lnTo>
                  <a:pt x="61869" y="9403"/>
                </a:lnTo>
                <a:cubicBezTo>
                  <a:pt x="61598" y="9403"/>
                  <a:pt x="61259" y="9403"/>
                  <a:pt x="60852" y="9403"/>
                </a:cubicBezTo>
                <a:cubicBezTo>
                  <a:pt x="60445" y="9403"/>
                  <a:pt x="59970" y="9403"/>
                  <a:pt x="59427" y="9403"/>
                </a:cubicBezTo>
                <a:cubicBezTo>
                  <a:pt x="58885" y="9403"/>
                  <a:pt x="58274" y="9472"/>
                  <a:pt x="57596" y="9612"/>
                </a:cubicBezTo>
                <a:cubicBezTo>
                  <a:pt x="56917" y="9751"/>
                  <a:pt x="56307" y="9751"/>
                  <a:pt x="55764" y="9612"/>
                </a:cubicBezTo>
                <a:cubicBezTo>
                  <a:pt x="50472" y="9751"/>
                  <a:pt x="47081" y="9960"/>
                  <a:pt x="45588" y="10238"/>
                </a:cubicBezTo>
                <a:cubicBezTo>
                  <a:pt x="44096" y="10517"/>
                  <a:pt x="42874" y="11283"/>
                  <a:pt x="41925" y="12537"/>
                </a:cubicBezTo>
                <a:cubicBezTo>
                  <a:pt x="41789" y="12815"/>
                  <a:pt x="39890" y="20129"/>
                  <a:pt x="36226" y="34476"/>
                </a:cubicBezTo>
                <a:cubicBezTo>
                  <a:pt x="32563" y="48824"/>
                  <a:pt x="28900" y="63868"/>
                  <a:pt x="25236" y="79609"/>
                </a:cubicBezTo>
                <a:cubicBezTo>
                  <a:pt x="21573" y="95350"/>
                  <a:pt x="19538" y="104613"/>
                  <a:pt x="19131" y="107399"/>
                </a:cubicBezTo>
                <a:cubicBezTo>
                  <a:pt x="18859" y="109349"/>
                  <a:pt x="18724" y="111369"/>
                  <a:pt x="18724" y="113458"/>
                </a:cubicBezTo>
                <a:cubicBezTo>
                  <a:pt x="18724" y="120981"/>
                  <a:pt x="20827" y="126901"/>
                  <a:pt x="25033" y="131219"/>
                </a:cubicBezTo>
                <a:cubicBezTo>
                  <a:pt x="29239" y="135537"/>
                  <a:pt x="35073" y="137696"/>
                  <a:pt x="42535" y="137696"/>
                </a:cubicBezTo>
                <a:cubicBezTo>
                  <a:pt x="51626" y="137696"/>
                  <a:pt x="60716" y="134562"/>
                  <a:pt x="69807" y="128294"/>
                </a:cubicBezTo>
                <a:cubicBezTo>
                  <a:pt x="78897" y="122025"/>
                  <a:pt x="85545" y="112553"/>
                  <a:pt x="89751" y="99877"/>
                </a:cubicBezTo>
                <a:lnTo>
                  <a:pt x="100131" y="57878"/>
                </a:lnTo>
                <a:cubicBezTo>
                  <a:pt x="106508" y="31133"/>
                  <a:pt x="109696" y="17203"/>
                  <a:pt x="109696" y="16089"/>
                </a:cubicBezTo>
                <a:cubicBezTo>
                  <a:pt x="109696" y="12328"/>
                  <a:pt x="105354" y="10169"/>
                  <a:pt x="96671" y="9612"/>
                </a:cubicBezTo>
                <a:cubicBezTo>
                  <a:pt x="93415" y="9612"/>
                  <a:pt x="91787" y="8845"/>
                  <a:pt x="91787" y="7313"/>
                </a:cubicBezTo>
                <a:cubicBezTo>
                  <a:pt x="91787" y="7035"/>
                  <a:pt x="91922" y="6199"/>
                  <a:pt x="92194" y="4806"/>
                </a:cubicBezTo>
                <a:cubicBezTo>
                  <a:pt x="92736" y="2577"/>
                  <a:pt x="93143" y="1254"/>
                  <a:pt x="93415" y="836"/>
                </a:cubicBezTo>
                <a:cubicBezTo>
                  <a:pt x="93686" y="418"/>
                  <a:pt x="94365" y="139"/>
                  <a:pt x="95450" y="0"/>
                </a:cubicBezTo>
                <a:cubicBezTo>
                  <a:pt x="95857" y="0"/>
                  <a:pt x="98028" y="70"/>
                  <a:pt x="101963" y="209"/>
                </a:cubicBezTo>
                <a:cubicBezTo>
                  <a:pt x="105897" y="348"/>
                  <a:pt x="111596" y="488"/>
                  <a:pt x="119058" y="627"/>
                </a:cubicBezTo>
                <a:cubicBezTo>
                  <a:pt x="125978" y="627"/>
                  <a:pt x="131269" y="557"/>
                  <a:pt x="134932" y="418"/>
                </a:cubicBezTo>
                <a:cubicBezTo>
                  <a:pt x="138596" y="279"/>
                  <a:pt x="140563" y="209"/>
                  <a:pt x="140834" y="209"/>
                </a:cubicBezTo>
                <a:cubicBezTo>
                  <a:pt x="142870" y="209"/>
                  <a:pt x="143887" y="905"/>
                  <a:pt x="143887" y="2298"/>
                </a:cubicBezTo>
                <a:cubicBezTo>
                  <a:pt x="143887" y="5363"/>
                  <a:pt x="143345" y="7452"/>
                  <a:pt x="142259" y="8567"/>
                </a:cubicBezTo>
                <a:cubicBezTo>
                  <a:pt x="141852" y="9263"/>
                  <a:pt x="140360" y="9612"/>
                  <a:pt x="137782" y="9612"/>
                </a:cubicBezTo>
                <a:cubicBezTo>
                  <a:pt x="128149" y="10169"/>
                  <a:pt x="122111" y="12955"/>
                  <a:pt x="119669" y="17969"/>
                </a:cubicBezTo>
                <a:cubicBezTo>
                  <a:pt x="119397" y="18666"/>
                  <a:pt x="116005" y="32108"/>
                  <a:pt x="109493" y="58296"/>
                </a:cubicBezTo>
                <a:cubicBezTo>
                  <a:pt x="103930" y="81838"/>
                  <a:pt x="100538" y="95698"/>
                  <a:pt x="99317" y="99877"/>
                </a:cubicBezTo>
                <a:cubicBezTo>
                  <a:pt x="94839" y="113807"/>
                  <a:pt x="87038" y="125159"/>
                  <a:pt x="75912" y="133935"/>
                </a:cubicBezTo>
                <a:cubicBezTo>
                  <a:pt x="64787" y="142711"/>
                  <a:pt x="53254" y="147169"/>
                  <a:pt x="41314" y="147308"/>
                </a:cubicBezTo>
                <a:cubicBezTo>
                  <a:pt x="28832" y="147308"/>
                  <a:pt x="18859" y="143408"/>
                  <a:pt x="11397" y="135607"/>
                </a:cubicBezTo>
                <a:cubicBezTo>
                  <a:pt x="3935" y="127806"/>
                  <a:pt x="136" y="118543"/>
                  <a:pt x="0" y="107817"/>
                </a:cubicBezTo>
                <a:lnTo>
                  <a:pt x="0" y="104474"/>
                </a:lnTo>
                <a:cubicBezTo>
                  <a:pt x="0" y="101966"/>
                  <a:pt x="3731" y="85390"/>
                  <a:pt x="11193" y="54744"/>
                </a:cubicBezTo>
                <a:cubicBezTo>
                  <a:pt x="17842" y="26745"/>
                  <a:pt x="21166" y="12328"/>
                  <a:pt x="21166" y="11492"/>
                </a:cubicBezTo>
                <a:cubicBezTo>
                  <a:pt x="21166" y="10517"/>
                  <a:pt x="17299" y="9890"/>
                  <a:pt x="9565" y="961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6510D0-B903-48BB-AEEC-05FA9ED5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86" y="2748950"/>
            <a:ext cx="60577" cy="101635"/>
          </a:xfrm>
          <a:custGeom xmlns:a="http://schemas.openxmlformats.org/drawingml/2006/main">
            <a:pathLst>
              <a:path w="60577" h="101635">
                <a:moveTo>
                  <a:pt x="8202" y="11966"/>
                </a:moveTo>
                <a:cubicBezTo>
                  <a:pt x="13573" y="3989"/>
                  <a:pt x="20912" y="0"/>
                  <a:pt x="30216" y="0"/>
                </a:cubicBezTo>
                <a:cubicBezTo>
                  <a:pt x="34821" y="0"/>
                  <a:pt x="39425" y="1280"/>
                  <a:pt x="44029" y="3841"/>
                </a:cubicBezTo>
                <a:cubicBezTo>
                  <a:pt x="48634" y="6401"/>
                  <a:pt x="52375" y="10932"/>
                  <a:pt x="55253" y="17432"/>
                </a:cubicBezTo>
                <a:cubicBezTo>
                  <a:pt x="58802" y="25606"/>
                  <a:pt x="60577" y="36833"/>
                  <a:pt x="60577" y="51113"/>
                </a:cubicBezTo>
                <a:cubicBezTo>
                  <a:pt x="60577" y="66378"/>
                  <a:pt x="58514" y="78048"/>
                  <a:pt x="54389" y="86124"/>
                </a:cubicBezTo>
                <a:cubicBezTo>
                  <a:pt x="52471" y="90260"/>
                  <a:pt x="49833" y="93560"/>
                  <a:pt x="46476" y="96022"/>
                </a:cubicBezTo>
                <a:cubicBezTo>
                  <a:pt x="43118" y="98484"/>
                  <a:pt x="40192" y="100010"/>
                  <a:pt x="37698" y="100601"/>
                </a:cubicBezTo>
                <a:cubicBezTo>
                  <a:pt x="35204" y="101192"/>
                  <a:pt x="32758" y="101537"/>
                  <a:pt x="30360" y="101635"/>
                </a:cubicBezTo>
                <a:cubicBezTo>
                  <a:pt x="27866" y="101635"/>
                  <a:pt x="25372" y="101340"/>
                  <a:pt x="22878" y="100749"/>
                </a:cubicBezTo>
                <a:cubicBezTo>
                  <a:pt x="20384" y="100158"/>
                  <a:pt x="17458" y="98582"/>
                  <a:pt x="14101" y="96022"/>
                </a:cubicBezTo>
                <a:cubicBezTo>
                  <a:pt x="10744" y="93461"/>
                  <a:pt x="8106" y="90162"/>
                  <a:pt x="6187" y="86124"/>
                </a:cubicBezTo>
                <a:cubicBezTo>
                  <a:pt x="2062" y="78048"/>
                  <a:pt x="0" y="66378"/>
                  <a:pt x="0" y="51113"/>
                </a:cubicBezTo>
                <a:cubicBezTo>
                  <a:pt x="0" y="33977"/>
                  <a:pt x="2734" y="20928"/>
                  <a:pt x="8202" y="11966"/>
                </a:cubicBezTo>
                <a:close/>
                <a:moveTo>
                  <a:pt x="40576" y="10193"/>
                </a:moveTo>
                <a:cubicBezTo>
                  <a:pt x="37698" y="7042"/>
                  <a:pt x="34293" y="5466"/>
                  <a:pt x="30360" y="5466"/>
                </a:cubicBezTo>
                <a:cubicBezTo>
                  <a:pt x="26331" y="5466"/>
                  <a:pt x="22878" y="7042"/>
                  <a:pt x="20000" y="10193"/>
                </a:cubicBezTo>
                <a:cubicBezTo>
                  <a:pt x="17602" y="12754"/>
                  <a:pt x="16019" y="16299"/>
                  <a:pt x="15252" y="20829"/>
                </a:cubicBezTo>
                <a:cubicBezTo>
                  <a:pt x="14485" y="25360"/>
                  <a:pt x="14101" y="34814"/>
                  <a:pt x="14101" y="49193"/>
                </a:cubicBezTo>
                <a:cubicBezTo>
                  <a:pt x="14101" y="64753"/>
                  <a:pt x="14485" y="74995"/>
                  <a:pt x="15252" y="79920"/>
                </a:cubicBezTo>
                <a:cubicBezTo>
                  <a:pt x="16019" y="84844"/>
                  <a:pt x="17746" y="88734"/>
                  <a:pt x="20432" y="91590"/>
                </a:cubicBezTo>
                <a:cubicBezTo>
                  <a:pt x="23118" y="94544"/>
                  <a:pt x="26427" y="96022"/>
                  <a:pt x="30360" y="96022"/>
                </a:cubicBezTo>
                <a:cubicBezTo>
                  <a:pt x="34197" y="96022"/>
                  <a:pt x="37459" y="94544"/>
                  <a:pt x="40145" y="91590"/>
                </a:cubicBezTo>
                <a:cubicBezTo>
                  <a:pt x="42926" y="88635"/>
                  <a:pt x="44653" y="84499"/>
                  <a:pt x="45324" y="79181"/>
                </a:cubicBezTo>
                <a:cubicBezTo>
                  <a:pt x="45996" y="73863"/>
                  <a:pt x="46380" y="63867"/>
                  <a:pt x="46476" y="49193"/>
                </a:cubicBezTo>
                <a:cubicBezTo>
                  <a:pt x="46476" y="34913"/>
                  <a:pt x="46092" y="25507"/>
                  <a:pt x="45324" y="20977"/>
                </a:cubicBezTo>
                <a:cubicBezTo>
                  <a:pt x="44557" y="16447"/>
                  <a:pt x="42974" y="12852"/>
                  <a:pt x="40576" y="101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6288A9-5E86-487C-84EB-7725718B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86" y="2748950"/>
            <a:ext cx="60577" cy="101635"/>
          </a:xfrm>
          <a:custGeom xmlns:a="http://schemas.openxmlformats.org/drawingml/2006/main">
            <a:pathLst>
              <a:path w="60577" h="101635" fill="none">
                <a:moveTo>
                  <a:pt x="8202" y="11966"/>
                </a:moveTo>
                <a:cubicBezTo>
                  <a:pt x="13573" y="3989"/>
                  <a:pt x="20912" y="0"/>
                  <a:pt x="30216" y="0"/>
                </a:cubicBezTo>
                <a:cubicBezTo>
                  <a:pt x="34821" y="0"/>
                  <a:pt x="39425" y="1280"/>
                  <a:pt x="44029" y="3841"/>
                </a:cubicBezTo>
                <a:cubicBezTo>
                  <a:pt x="48634" y="6401"/>
                  <a:pt x="52375" y="10932"/>
                  <a:pt x="55253" y="17432"/>
                </a:cubicBezTo>
                <a:cubicBezTo>
                  <a:pt x="58802" y="25606"/>
                  <a:pt x="60577" y="36833"/>
                  <a:pt x="60577" y="51113"/>
                </a:cubicBezTo>
                <a:cubicBezTo>
                  <a:pt x="60577" y="66378"/>
                  <a:pt x="58514" y="78048"/>
                  <a:pt x="54389" y="86124"/>
                </a:cubicBezTo>
                <a:cubicBezTo>
                  <a:pt x="52471" y="90260"/>
                  <a:pt x="49833" y="93560"/>
                  <a:pt x="46476" y="96022"/>
                </a:cubicBezTo>
                <a:cubicBezTo>
                  <a:pt x="43118" y="98484"/>
                  <a:pt x="40192" y="100010"/>
                  <a:pt x="37698" y="100601"/>
                </a:cubicBezTo>
                <a:cubicBezTo>
                  <a:pt x="35204" y="101192"/>
                  <a:pt x="32758" y="101537"/>
                  <a:pt x="30360" y="101635"/>
                </a:cubicBezTo>
                <a:cubicBezTo>
                  <a:pt x="27866" y="101635"/>
                  <a:pt x="25372" y="101340"/>
                  <a:pt x="22878" y="100749"/>
                </a:cubicBezTo>
                <a:cubicBezTo>
                  <a:pt x="20384" y="100158"/>
                  <a:pt x="17458" y="98582"/>
                  <a:pt x="14101" y="96022"/>
                </a:cubicBezTo>
                <a:cubicBezTo>
                  <a:pt x="10744" y="93461"/>
                  <a:pt x="8106" y="90162"/>
                  <a:pt x="6187" y="86124"/>
                </a:cubicBezTo>
                <a:cubicBezTo>
                  <a:pt x="2062" y="78048"/>
                  <a:pt x="0" y="66378"/>
                  <a:pt x="0" y="51113"/>
                </a:cubicBezTo>
                <a:cubicBezTo>
                  <a:pt x="0" y="33977"/>
                  <a:pt x="2734" y="20928"/>
                  <a:pt x="8202" y="11966"/>
                </a:cubicBezTo>
                <a:close/>
                <a:moveTo>
                  <a:pt x="40576" y="10193"/>
                </a:moveTo>
                <a:cubicBezTo>
                  <a:pt x="37698" y="7042"/>
                  <a:pt x="34293" y="5466"/>
                  <a:pt x="30360" y="5466"/>
                </a:cubicBezTo>
                <a:cubicBezTo>
                  <a:pt x="26331" y="5466"/>
                  <a:pt x="22878" y="7042"/>
                  <a:pt x="20000" y="10193"/>
                </a:cubicBezTo>
                <a:cubicBezTo>
                  <a:pt x="17602" y="12754"/>
                  <a:pt x="16019" y="16299"/>
                  <a:pt x="15252" y="20829"/>
                </a:cubicBezTo>
                <a:cubicBezTo>
                  <a:pt x="14485" y="25360"/>
                  <a:pt x="14101" y="34814"/>
                  <a:pt x="14101" y="49193"/>
                </a:cubicBezTo>
                <a:cubicBezTo>
                  <a:pt x="14101" y="64753"/>
                  <a:pt x="14485" y="74995"/>
                  <a:pt x="15252" y="79920"/>
                </a:cubicBezTo>
                <a:cubicBezTo>
                  <a:pt x="16019" y="84844"/>
                  <a:pt x="17746" y="88734"/>
                  <a:pt x="20432" y="91590"/>
                </a:cubicBezTo>
                <a:cubicBezTo>
                  <a:pt x="23118" y="94544"/>
                  <a:pt x="26427" y="96022"/>
                  <a:pt x="30360" y="96022"/>
                </a:cubicBezTo>
                <a:cubicBezTo>
                  <a:pt x="34197" y="96022"/>
                  <a:pt x="37459" y="94544"/>
                  <a:pt x="40145" y="91590"/>
                </a:cubicBezTo>
                <a:cubicBezTo>
                  <a:pt x="42926" y="88635"/>
                  <a:pt x="44653" y="84499"/>
                  <a:pt x="45324" y="79181"/>
                </a:cubicBezTo>
                <a:cubicBezTo>
                  <a:pt x="45996" y="73863"/>
                  <a:pt x="46380" y="63867"/>
                  <a:pt x="46476" y="49193"/>
                </a:cubicBezTo>
                <a:cubicBezTo>
                  <a:pt x="46476" y="34913"/>
                  <a:pt x="46092" y="25507"/>
                  <a:pt x="45324" y="20977"/>
                </a:cubicBezTo>
                <a:cubicBezTo>
                  <a:pt x="44557" y="16447"/>
                  <a:pt x="42974" y="12852"/>
                  <a:pt x="40576" y="101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" cap="flat">
            <a:solidFill>
              <a:srgbClr val="000000">
                <a:alpha val="9040"/>
              </a:srgbClr>
            </a:solidFill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CED1F2-0BBC-4BFD-945D-AE46A5DD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441" y="2829461"/>
            <a:ext cx="18993" cy="46632"/>
          </a:xfrm>
          <a:custGeom xmlns:a="http://schemas.openxmlformats.org/drawingml/2006/main">
            <a:pathLst>
              <a:path w="18993" h="46632">
                <a:moveTo>
                  <a:pt x="0" y="12704"/>
                </a:moveTo>
                <a:cubicBezTo>
                  <a:pt x="0" y="12704"/>
                  <a:pt x="0" y="11473"/>
                  <a:pt x="0" y="9011"/>
                </a:cubicBezTo>
                <a:cubicBezTo>
                  <a:pt x="0" y="6549"/>
                  <a:pt x="767" y="4432"/>
                  <a:pt x="2302" y="2659"/>
                </a:cubicBezTo>
                <a:cubicBezTo>
                  <a:pt x="3837" y="886"/>
                  <a:pt x="5899" y="0"/>
                  <a:pt x="8489" y="0"/>
                </a:cubicBezTo>
                <a:cubicBezTo>
                  <a:pt x="11175" y="0"/>
                  <a:pt x="13573" y="1231"/>
                  <a:pt x="15684" y="3693"/>
                </a:cubicBezTo>
                <a:cubicBezTo>
                  <a:pt x="17794" y="6155"/>
                  <a:pt x="18897" y="10489"/>
                  <a:pt x="18993" y="16693"/>
                </a:cubicBezTo>
                <a:cubicBezTo>
                  <a:pt x="18993" y="20140"/>
                  <a:pt x="18561" y="23488"/>
                  <a:pt x="17698" y="26738"/>
                </a:cubicBezTo>
                <a:cubicBezTo>
                  <a:pt x="16835" y="29988"/>
                  <a:pt x="15828" y="32795"/>
                  <a:pt x="14676" y="35159"/>
                </a:cubicBezTo>
                <a:cubicBezTo>
                  <a:pt x="13525" y="37522"/>
                  <a:pt x="12278" y="39541"/>
                  <a:pt x="10935" y="41215"/>
                </a:cubicBezTo>
                <a:cubicBezTo>
                  <a:pt x="9592" y="42890"/>
                  <a:pt x="8441" y="44219"/>
                  <a:pt x="7482" y="45204"/>
                </a:cubicBezTo>
                <a:cubicBezTo>
                  <a:pt x="6523" y="46189"/>
                  <a:pt x="5899" y="46632"/>
                  <a:pt x="5612" y="46534"/>
                </a:cubicBezTo>
                <a:cubicBezTo>
                  <a:pt x="5228" y="46534"/>
                  <a:pt x="4604" y="46090"/>
                  <a:pt x="3741" y="45204"/>
                </a:cubicBezTo>
                <a:cubicBezTo>
                  <a:pt x="2878" y="44318"/>
                  <a:pt x="2446" y="43678"/>
                  <a:pt x="2446" y="43284"/>
                </a:cubicBezTo>
                <a:cubicBezTo>
                  <a:pt x="2446" y="42890"/>
                  <a:pt x="2974" y="42102"/>
                  <a:pt x="4029" y="40920"/>
                </a:cubicBezTo>
                <a:cubicBezTo>
                  <a:pt x="5084" y="39738"/>
                  <a:pt x="6283" y="38261"/>
                  <a:pt x="7626" y="36488"/>
                </a:cubicBezTo>
                <a:cubicBezTo>
                  <a:pt x="8969" y="34716"/>
                  <a:pt x="10216" y="32253"/>
                  <a:pt x="11367" y="29102"/>
                </a:cubicBezTo>
                <a:cubicBezTo>
                  <a:pt x="12518" y="25950"/>
                  <a:pt x="13286" y="22356"/>
                  <a:pt x="13669" y="18318"/>
                </a:cubicBezTo>
                <a:lnTo>
                  <a:pt x="13669" y="16545"/>
                </a:lnTo>
                <a:lnTo>
                  <a:pt x="13525" y="16693"/>
                </a:lnTo>
                <a:cubicBezTo>
                  <a:pt x="13334" y="16791"/>
                  <a:pt x="13094" y="16890"/>
                  <a:pt x="12806" y="16988"/>
                </a:cubicBezTo>
                <a:cubicBezTo>
                  <a:pt x="12518" y="17087"/>
                  <a:pt x="12230" y="17235"/>
                  <a:pt x="11943" y="17432"/>
                </a:cubicBezTo>
                <a:cubicBezTo>
                  <a:pt x="11655" y="17629"/>
                  <a:pt x="11223" y="17727"/>
                  <a:pt x="10648" y="17727"/>
                </a:cubicBezTo>
                <a:cubicBezTo>
                  <a:pt x="10072" y="17727"/>
                  <a:pt x="9497" y="17776"/>
                  <a:pt x="8921" y="17875"/>
                </a:cubicBezTo>
                <a:cubicBezTo>
                  <a:pt x="6331" y="17875"/>
                  <a:pt x="4221" y="17038"/>
                  <a:pt x="2590" y="15363"/>
                </a:cubicBezTo>
                <a:lnTo>
                  <a:pt x="0" y="127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FF3CF9-8874-48C4-9B5E-8BE3D9BA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441" y="2829461"/>
            <a:ext cx="18993" cy="46632"/>
          </a:xfrm>
          <a:custGeom xmlns:a="http://schemas.openxmlformats.org/drawingml/2006/main">
            <a:pathLst>
              <a:path w="18993" h="46632" fill="none">
                <a:moveTo>
                  <a:pt x="0" y="12704"/>
                </a:moveTo>
                <a:cubicBezTo>
                  <a:pt x="0" y="12704"/>
                  <a:pt x="0" y="11473"/>
                  <a:pt x="0" y="9011"/>
                </a:cubicBezTo>
                <a:cubicBezTo>
                  <a:pt x="0" y="6549"/>
                  <a:pt x="767" y="4432"/>
                  <a:pt x="2302" y="2659"/>
                </a:cubicBezTo>
                <a:cubicBezTo>
                  <a:pt x="3837" y="886"/>
                  <a:pt x="5899" y="0"/>
                  <a:pt x="8489" y="0"/>
                </a:cubicBezTo>
                <a:cubicBezTo>
                  <a:pt x="11175" y="0"/>
                  <a:pt x="13573" y="1231"/>
                  <a:pt x="15684" y="3693"/>
                </a:cubicBezTo>
                <a:cubicBezTo>
                  <a:pt x="17794" y="6155"/>
                  <a:pt x="18897" y="10489"/>
                  <a:pt x="18993" y="16693"/>
                </a:cubicBezTo>
                <a:cubicBezTo>
                  <a:pt x="18993" y="20140"/>
                  <a:pt x="18561" y="23488"/>
                  <a:pt x="17698" y="26738"/>
                </a:cubicBezTo>
                <a:cubicBezTo>
                  <a:pt x="16835" y="29988"/>
                  <a:pt x="15828" y="32795"/>
                  <a:pt x="14676" y="35159"/>
                </a:cubicBezTo>
                <a:cubicBezTo>
                  <a:pt x="13525" y="37522"/>
                  <a:pt x="12278" y="39541"/>
                  <a:pt x="10935" y="41215"/>
                </a:cubicBezTo>
                <a:cubicBezTo>
                  <a:pt x="9592" y="42890"/>
                  <a:pt x="8441" y="44219"/>
                  <a:pt x="7482" y="45204"/>
                </a:cubicBezTo>
                <a:cubicBezTo>
                  <a:pt x="6523" y="46189"/>
                  <a:pt x="5899" y="46632"/>
                  <a:pt x="5612" y="46534"/>
                </a:cubicBezTo>
                <a:cubicBezTo>
                  <a:pt x="5228" y="46534"/>
                  <a:pt x="4604" y="46090"/>
                  <a:pt x="3741" y="45204"/>
                </a:cubicBezTo>
                <a:cubicBezTo>
                  <a:pt x="2878" y="44318"/>
                  <a:pt x="2446" y="43678"/>
                  <a:pt x="2446" y="43284"/>
                </a:cubicBezTo>
                <a:cubicBezTo>
                  <a:pt x="2446" y="42890"/>
                  <a:pt x="2974" y="42102"/>
                  <a:pt x="4029" y="40920"/>
                </a:cubicBezTo>
                <a:cubicBezTo>
                  <a:pt x="5084" y="39738"/>
                  <a:pt x="6283" y="38261"/>
                  <a:pt x="7626" y="36488"/>
                </a:cubicBezTo>
                <a:cubicBezTo>
                  <a:pt x="8969" y="34716"/>
                  <a:pt x="10216" y="32253"/>
                  <a:pt x="11367" y="29102"/>
                </a:cubicBezTo>
                <a:cubicBezTo>
                  <a:pt x="12518" y="25950"/>
                  <a:pt x="13286" y="22356"/>
                  <a:pt x="13669" y="18318"/>
                </a:cubicBezTo>
                <a:lnTo>
                  <a:pt x="13669" y="16545"/>
                </a:lnTo>
                <a:lnTo>
                  <a:pt x="13525" y="16693"/>
                </a:lnTo>
                <a:cubicBezTo>
                  <a:pt x="13334" y="16791"/>
                  <a:pt x="13094" y="16890"/>
                  <a:pt x="12806" y="16988"/>
                </a:cubicBezTo>
                <a:cubicBezTo>
                  <a:pt x="12518" y="17087"/>
                  <a:pt x="12230" y="17235"/>
                  <a:pt x="11943" y="17432"/>
                </a:cubicBezTo>
                <a:cubicBezTo>
                  <a:pt x="11655" y="17629"/>
                  <a:pt x="11223" y="17727"/>
                  <a:pt x="10648" y="17727"/>
                </a:cubicBezTo>
                <a:cubicBezTo>
                  <a:pt x="10072" y="17727"/>
                  <a:pt x="9497" y="17776"/>
                  <a:pt x="8921" y="17875"/>
                </a:cubicBezTo>
                <a:cubicBezTo>
                  <a:pt x="6331" y="17875"/>
                  <a:pt x="4221" y="17038"/>
                  <a:pt x="2590" y="15363"/>
                </a:cubicBezTo>
                <a:lnTo>
                  <a:pt x="0" y="127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" cap="flat">
            <a:solidFill>
              <a:srgbClr val="000000">
                <a:alpha val="9040"/>
              </a:srgbClr>
            </a:solidFill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8E8C58-3A24-4930-8A1F-83360BCB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161" y="2748950"/>
            <a:ext cx="49497" cy="98385"/>
          </a:xfrm>
          <a:custGeom xmlns:a="http://schemas.openxmlformats.org/drawingml/2006/main">
            <a:pathLst>
              <a:path w="49497" h="98385">
                <a:moveTo>
                  <a:pt x="18705" y="13000"/>
                </a:moveTo>
                <a:lnTo>
                  <a:pt x="16835" y="13738"/>
                </a:lnTo>
                <a:cubicBezTo>
                  <a:pt x="15492" y="14231"/>
                  <a:pt x="13573" y="14723"/>
                  <a:pt x="11079" y="15216"/>
                </a:cubicBezTo>
                <a:cubicBezTo>
                  <a:pt x="8585" y="15708"/>
                  <a:pt x="5803" y="16053"/>
                  <a:pt x="2734" y="16250"/>
                </a:cubicBezTo>
                <a:lnTo>
                  <a:pt x="0" y="16250"/>
                </a:lnTo>
                <a:lnTo>
                  <a:pt x="0" y="9454"/>
                </a:lnTo>
                <a:lnTo>
                  <a:pt x="2734" y="9454"/>
                </a:lnTo>
                <a:cubicBezTo>
                  <a:pt x="7242" y="9257"/>
                  <a:pt x="11415" y="8519"/>
                  <a:pt x="15252" y="7239"/>
                </a:cubicBezTo>
                <a:cubicBezTo>
                  <a:pt x="19089" y="5958"/>
                  <a:pt x="21775" y="4776"/>
                  <a:pt x="23310" y="3693"/>
                </a:cubicBezTo>
                <a:cubicBezTo>
                  <a:pt x="24845" y="2610"/>
                  <a:pt x="26187" y="1526"/>
                  <a:pt x="27339" y="443"/>
                </a:cubicBezTo>
                <a:cubicBezTo>
                  <a:pt x="27530" y="148"/>
                  <a:pt x="28106" y="0"/>
                  <a:pt x="29065" y="0"/>
                </a:cubicBezTo>
                <a:cubicBezTo>
                  <a:pt x="29929" y="0"/>
                  <a:pt x="30744" y="295"/>
                  <a:pt x="31511" y="886"/>
                </a:cubicBezTo>
                <a:lnTo>
                  <a:pt x="31511" y="45056"/>
                </a:lnTo>
                <a:lnTo>
                  <a:pt x="31655" y="89374"/>
                </a:lnTo>
                <a:cubicBezTo>
                  <a:pt x="32327" y="90063"/>
                  <a:pt x="32902" y="90507"/>
                  <a:pt x="33382" y="90704"/>
                </a:cubicBezTo>
                <a:cubicBezTo>
                  <a:pt x="33861" y="90901"/>
                  <a:pt x="35013" y="91098"/>
                  <a:pt x="36835" y="91295"/>
                </a:cubicBezTo>
                <a:cubicBezTo>
                  <a:pt x="38658" y="91491"/>
                  <a:pt x="41631" y="91590"/>
                  <a:pt x="45756" y="91590"/>
                </a:cubicBezTo>
                <a:lnTo>
                  <a:pt x="49497" y="91590"/>
                </a:lnTo>
                <a:lnTo>
                  <a:pt x="49497" y="98385"/>
                </a:lnTo>
                <a:lnTo>
                  <a:pt x="47914" y="98385"/>
                </a:lnTo>
                <a:cubicBezTo>
                  <a:pt x="45900" y="98090"/>
                  <a:pt x="38274" y="97942"/>
                  <a:pt x="25036" y="97942"/>
                </a:cubicBezTo>
                <a:cubicBezTo>
                  <a:pt x="11991" y="97942"/>
                  <a:pt x="4461" y="98090"/>
                  <a:pt x="2446" y="98385"/>
                </a:cubicBezTo>
                <a:lnTo>
                  <a:pt x="719" y="98385"/>
                </a:lnTo>
                <a:lnTo>
                  <a:pt x="719" y="91590"/>
                </a:lnTo>
                <a:lnTo>
                  <a:pt x="4461" y="91590"/>
                </a:lnTo>
                <a:cubicBezTo>
                  <a:pt x="6571" y="91590"/>
                  <a:pt x="8393" y="91590"/>
                  <a:pt x="9928" y="91590"/>
                </a:cubicBezTo>
                <a:cubicBezTo>
                  <a:pt x="11463" y="91590"/>
                  <a:pt x="12662" y="91541"/>
                  <a:pt x="13525" y="91442"/>
                </a:cubicBezTo>
                <a:cubicBezTo>
                  <a:pt x="14389" y="91344"/>
                  <a:pt x="15156" y="91196"/>
                  <a:pt x="15828" y="90999"/>
                </a:cubicBezTo>
                <a:cubicBezTo>
                  <a:pt x="16499" y="90802"/>
                  <a:pt x="16883" y="90704"/>
                  <a:pt x="16979" y="90704"/>
                </a:cubicBezTo>
                <a:cubicBezTo>
                  <a:pt x="17075" y="90704"/>
                  <a:pt x="17362" y="90457"/>
                  <a:pt x="17842" y="89965"/>
                </a:cubicBezTo>
                <a:cubicBezTo>
                  <a:pt x="18322" y="89473"/>
                  <a:pt x="18609" y="89276"/>
                  <a:pt x="18705" y="89374"/>
                </a:cubicBezTo>
                <a:lnTo>
                  <a:pt x="18705" y="130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C89005-15B3-4C45-9986-41E64878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161" y="2748950"/>
            <a:ext cx="49497" cy="98385"/>
          </a:xfrm>
          <a:custGeom xmlns:a="http://schemas.openxmlformats.org/drawingml/2006/main">
            <a:pathLst>
              <a:path w="49497" h="98385" fill="none">
                <a:moveTo>
                  <a:pt x="18705" y="13000"/>
                </a:moveTo>
                <a:lnTo>
                  <a:pt x="16835" y="13738"/>
                </a:lnTo>
                <a:cubicBezTo>
                  <a:pt x="15492" y="14231"/>
                  <a:pt x="13573" y="14723"/>
                  <a:pt x="11079" y="15216"/>
                </a:cubicBezTo>
                <a:cubicBezTo>
                  <a:pt x="8585" y="15708"/>
                  <a:pt x="5803" y="16053"/>
                  <a:pt x="2734" y="16250"/>
                </a:cubicBezTo>
                <a:lnTo>
                  <a:pt x="0" y="16250"/>
                </a:lnTo>
                <a:lnTo>
                  <a:pt x="0" y="9454"/>
                </a:lnTo>
                <a:lnTo>
                  <a:pt x="2734" y="9454"/>
                </a:lnTo>
                <a:cubicBezTo>
                  <a:pt x="7242" y="9257"/>
                  <a:pt x="11415" y="8519"/>
                  <a:pt x="15252" y="7239"/>
                </a:cubicBezTo>
                <a:cubicBezTo>
                  <a:pt x="19089" y="5958"/>
                  <a:pt x="21775" y="4776"/>
                  <a:pt x="23310" y="3693"/>
                </a:cubicBezTo>
                <a:cubicBezTo>
                  <a:pt x="24845" y="2610"/>
                  <a:pt x="26187" y="1526"/>
                  <a:pt x="27339" y="443"/>
                </a:cubicBezTo>
                <a:cubicBezTo>
                  <a:pt x="27530" y="148"/>
                  <a:pt x="28106" y="0"/>
                  <a:pt x="29065" y="0"/>
                </a:cubicBezTo>
                <a:cubicBezTo>
                  <a:pt x="29929" y="0"/>
                  <a:pt x="30744" y="295"/>
                  <a:pt x="31511" y="886"/>
                </a:cubicBezTo>
                <a:lnTo>
                  <a:pt x="31511" y="45056"/>
                </a:lnTo>
                <a:lnTo>
                  <a:pt x="31655" y="89374"/>
                </a:lnTo>
                <a:cubicBezTo>
                  <a:pt x="32327" y="90063"/>
                  <a:pt x="32902" y="90507"/>
                  <a:pt x="33382" y="90704"/>
                </a:cubicBezTo>
                <a:cubicBezTo>
                  <a:pt x="33861" y="90901"/>
                  <a:pt x="35013" y="91098"/>
                  <a:pt x="36835" y="91295"/>
                </a:cubicBezTo>
                <a:cubicBezTo>
                  <a:pt x="38658" y="91491"/>
                  <a:pt x="41631" y="91590"/>
                  <a:pt x="45756" y="91590"/>
                </a:cubicBezTo>
                <a:lnTo>
                  <a:pt x="49497" y="91590"/>
                </a:lnTo>
                <a:lnTo>
                  <a:pt x="49497" y="98385"/>
                </a:lnTo>
                <a:lnTo>
                  <a:pt x="47914" y="98385"/>
                </a:lnTo>
                <a:cubicBezTo>
                  <a:pt x="45900" y="98090"/>
                  <a:pt x="38274" y="97942"/>
                  <a:pt x="25036" y="97942"/>
                </a:cubicBezTo>
                <a:cubicBezTo>
                  <a:pt x="11991" y="97942"/>
                  <a:pt x="4461" y="98090"/>
                  <a:pt x="2446" y="98385"/>
                </a:cubicBezTo>
                <a:lnTo>
                  <a:pt x="719" y="98385"/>
                </a:lnTo>
                <a:lnTo>
                  <a:pt x="719" y="91590"/>
                </a:lnTo>
                <a:lnTo>
                  <a:pt x="4461" y="91590"/>
                </a:lnTo>
                <a:cubicBezTo>
                  <a:pt x="6571" y="91590"/>
                  <a:pt x="8393" y="91590"/>
                  <a:pt x="9928" y="91590"/>
                </a:cubicBezTo>
                <a:cubicBezTo>
                  <a:pt x="11463" y="91590"/>
                  <a:pt x="12662" y="91541"/>
                  <a:pt x="13525" y="91442"/>
                </a:cubicBezTo>
                <a:cubicBezTo>
                  <a:pt x="14389" y="91344"/>
                  <a:pt x="15156" y="91196"/>
                  <a:pt x="15828" y="90999"/>
                </a:cubicBezTo>
                <a:cubicBezTo>
                  <a:pt x="16499" y="90802"/>
                  <a:pt x="16883" y="90704"/>
                  <a:pt x="16979" y="90704"/>
                </a:cubicBezTo>
                <a:cubicBezTo>
                  <a:pt x="17075" y="90704"/>
                  <a:pt x="17362" y="90457"/>
                  <a:pt x="17842" y="89965"/>
                </a:cubicBezTo>
                <a:cubicBezTo>
                  <a:pt x="18322" y="89473"/>
                  <a:pt x="18609" y="89276"/>
                  <a:pt x="18705" y="89374"/>
                </a:cubicBezTo>
                <a:lnTo>
                  <a:pt x="18705" y="130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" cap="flat">
            <a:solidFill>
              <a:srgbClr val="000000">
                <a:alpha val="9040"/>
              </a:srgbClr>
            </a:solidFill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5053A3-8665-49F7-8499-2797A12F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63" y="2659283"/>
            <a:ext cx="45520" cy="208947"/>
          </a:xfrm>
          <a:custGeom xmlns:a="http://schemas.openxmlformats.org/drawingml/2006/main">
            <a:pathLst>
              <a:path w="45520" h="208947">
                <a:moveTo>
                  <a:pt x="0" y="3761"/>
                </a:moveTo>
                <a:cubicBezTo>
                  <a:pt x="136" y="2786"/>
                  <a:pt x="543" y="1950"/>
                  <a:pt x="1221" y="1254"/>
                </a:cubicBezTo>
                <a:cubicBezTo>
                  <a:pt x="1900" y="557"/>
                  <a:pt x="2849" y="139"/>
                  <a:pt x="4070" y="0"/>
                </a:cubicBezTo>
                <a:cubicBezTo>
                  <a:pt x="5427" y="0"/>
                  <a:pt x="6580" y="696"/>
                  <a:pt x="7530" y="2089"/>
                </a:cubicBezTo>
                <a:cubicBezTo>
                  <a:pt x="7937" y="3065"/>
                  <a:pt x="14314" y="20198"/>
                  <a:pt x="26661" y="53491"/>
                </a:cubicBezTo>
                <a:cubicBezTo>
                  <a:pt x="39008" y="86783"/>
                  <a:pt x="45249" y="103777"/>
                  <a:pt x="45385" y="104474"/>
                </a:cubicBezTo>
                <a:cubicBezTo>
                  <a:pt x="45520" y="105170"/>
                  <a:pt x="39347" y="122165"/>
                  <a:pt x="26864" y="155457"/>
                </a:cubicBezTo>
                <a:cubicBezTo>
                  <a:pt x="14382" y="188749"/>
                  <a:pt x="7937" y="205883"/>
                  <a:pt x="7530" y="206858"/>
                </a:cubicBezTo>
                <a:cubicBezTo>
                  <a:pt x="6580" y="208251"/>
                  <a:pt x="5427" y="208947"/>
                  <a:pt x="4070" y="208947"/>
                </a:cubicBezTo>
                <a:cubicBezTo>
                  <a:pt x="2985" y="208947"/>
                  <a:pt x="2103" y="208599"/>
                  <a:pt x="1425" y="207903"/>
                </a:cubicBezTo>
                <a:cubicBezTo>
                  <a:pt x="746" y="207206"/>
                  <a:pt x="271" y="206301"/>
                  <a:pt x="0" y="205186"/>
                </a:cubicBezTo>
                <a:cubicBezTo>
                  <a:pt x="0" y="204490"/>
                  <a:pt x="6106" y="187565"/>
                  <a:pt x="18317" y="154412"/>
                </a:cubicBezTo>
                <a:cubicBezTo>
                  <a:pt x="30663" y="121398"/>
                  <a:pt x="36837" y="104752"/>
                  <a:pt x="36837" y="104474"/>
                </a:cubicBezTo>
                <a:cubicBezTo>
                  <a:pt x="36837" y="104195"/>
                  <a:pt x="30663" y="87549"/>
                  <a:pt x="18317" y="54535"/>
                </a:cubicBezTo>
                <a:cubicBezTo>
                  <a:pt x="6106" y="21382"/>
                  <a:pt x="0" y="4458"/>
                  <a:pt x="0" y="37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B64DC3-A79A-42FF-A59F-57B56C53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63" y="2659283"/>
            <a:ext cx="45520" cy="208947"/>
          </a:xfrm>
          <a:custGeom xmlns:a="http://schemas.openxmlformats.org/drawingml/2006/main">
            <a:pathLst>
              <a:path w="45520" h="208947" fill="none">
                <a:moveTo>
                  <a:pt x="0" y="3761"/>
                </a:moveTo>
                <a:cubicBezTo>
                  <a:pt x="136" y="2786"/>
                  <a:pt x="543" y="1950"/>
                  <a:pt x="1221" y="1254"/>
                </a:cubicBezTo>
                <a:cubicBezTo>
                  <a:pt x="1900" y="557"/>
                  <a:pt x="2849" y="139"/>
                  <a:pt x="4070" y="0"/>
                </a:cubicBezTo>
                <a:cubicBezTo>
                  <a:pt x="5427" y="0"/>
                  <a:pt x="6580" y="696"/>
                  <a:pt x="7530" y="2089"/>
                </a:cubicBezTo>
                <a:cubicBezTo>
                  <a:pt x="7937" y="3065"/>
                  <a:pt x="14314" y="20198"/>
                  <a:pt x="26661" y="53491"/>
                </a:cubicBezTo>
                <a:cubicBezTo>
                  <a:pt x="39008" y="86783"/>
                  <a:pt x="45249" y="103777"/>
                  <a:pt x="45385" y="104474"/>
                </a:cubicBezTo>
                <a:cubicBezTo>
                  <a:pt x="45520" y="105170"/>
                  <a:pt x="39347" y="122165"/>
                  <a:pt x="26864" y="155457"/>
                </a:cubicBezTo>
                <a:cubicBezTo>
                  <a:pt x="14382" y="188749"/>
                  <a:pt x="7937" y="205883"/>
                  <a:pt x="7530" y="206858"/>
                </a:cubicBezTo>
                <a:cubicBezTo>
                  <a:pt x="6580" y="208251"/>
                  <a:pt x="5427" y="208947"/>
                  <a:pt x="4070" y="208947"/>
                </a:cubicBezTo>
                <a:cubicBezTo>
                  <a:pt x="2985" y="208947"/>
                  <a:pt x="2103" y="208599"/>
                  <a:pt x="1425" y="207903"/>
                </a:cubicBezTo>
                <a:cubicBezTo>
                  <a:pt x="746" y="207206"/>
                  <a:pt x="271" y="206301"/>
                  <a:pt x="0" y="205186"/>
                </a:cubicBezTo>
                <a:cubicBezTo>
                  <a:pt x="0" y="204490"/>
                  <a:pt x="6106" y="187565"/>
                  <a:pt x="18317" y="154412"/>
                </a:cubicBezTo>
                <a:cubicBezTo>
                  <a:pt x="30663" y="121398"/>
                  <a:pt x="36837" y="104752"/>
                  <a:pt x="36837" y="104474"/>
                </a:cubicBezTo>
                <a:cubicBezTo>
                  <a:pt x="36837" y="104195"/>
                  <a:pt x="30663" y="87549"/>
                  <a:pt x="18317" y="54535"/>
                </a:cubicBezTo>
                <a:cubicBezTo>
                  <a:pt x="6106" y="21382"/>
                  <a:pt x="0" y="4458"/>
                  <a:pt x="0" y="376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C54561-EE2A-495A-AB90-F240547A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268" y="2709222"/>
            <a:ext cx="180928" cy="109071"/>
          </a:xfrm>
          <a:custGeom xmlns:a="http://schemas.openxmlformats.org/drawingml/2006/main">
            <a:pathLst>
              <a:path w="180928" h="109071">
                <a:moveTo>
                  <a:pt x="180928" y="52237"/>
                </a:moveTo>
                <a:cubicBezTo>
                  <a:pt x="180928" y="52237"/>
                  <a:pt x="180928" y="53003"/>
                  <a:pt x="180928" y="54535"/>
                </a:cubicBezTo>
                <a:cubicBezTo>
                  <a:pt x="180928" y="56068"/>
                  <a:pt x="179910" y="57461"/>
                  <a:pt x="177875" y="58714"/>
                </a:cubicBezTo>
                <a:lnTo>
                  <a:pt x="22387" y="58714"/>
                </a:lnTo>
                <a:cubicBezTo>
                  <a:pt x="22658" y="58993"/>
                  <a:pt x="23812" y="59968"/>
                  <a:pt x="25847" y="61639"/>
                </a:cubicBezTo>
                <a:cubicBezTo>
                  <a:pt x="27882" y="63311"/>
                  <a:pt x="29849" y="65192"/>
                  <a:pt x="31749" y="67281"/>
                </a:cubicBezTo>
                <a:cubicBezTo>
                  <a:pt x="33648" y="69371"/>
                  <a:pt x="35887" y="71948"/>
                  <a:pt x="38465" y="75012"/>
                </a:cubicBezTo>
                <a:cubicBezTo>
                  <a:pt x="41043" y="78077"/>
                  <a:pt x="43281" y="81977"/>
                  <a:pt x="45181" y="86713"/>
                </a:cubicBezTo>
                <a:cubicBezTo>
                  <a:pt x="47081" y="91449"/>
                  <a:pt x="48844" y="96394"/>
                  <a:pt x="50472" y="101548"/>
                </a:cubicBezTo>
                <a:cubicBezTo>
                  <a:pt x="51151" y="104056"/>
                  <a:pt x="51490" y="105797"/>
                  <a:pt x="51490" y="106772"/>
                </a:cubicBezTo>
                <a:cubicBezTo>
                  <a:pt x="51490" y="108304"/>
                  <a:pt x="50133" y="109071"/>
                  <a:pt x="47420" y="109071"/>
                </a:cubicBezTo>
                <a:cubicBezTo>
                  <a:pt x="46470" y="109071"/>
                  <a:pt x="45792" y="109071"/>
                  <a:pt x="45385" y="109071"/>
                </a:cubicBezTo>
                <a:cubicBezTo>
                  <a:pt x="44977" y="109071"/>
                  <a:pt x="44570" y="108792"/>
                  <a:pt x="44163" y="108235"/>
                </a:cubicBezTo>
                <a:cubicBezTo>
                  <a:pt x="43756" y="107678"/>
                  <a:pt x="43417" y="107051"/>
                  <a:pt x="43146" y="106354"/>
                </a:cubicBezTo>
                <a:cubicBezTo>
                  <a:pt x="42874" y="105658"/>
                  <a:pt x="42603" y="104334"/>
                  <a:pt x="42332" y="102384"/>
                </a:cubicBezTo>
                <a:cubicBezTo>
                  <a:pt x="39890" y="92215"/>
                  <a:pt x="35276" y="83161"/>
                  <a:pt x="28493" y="75221"/>
                </a:cubicBezTo>
                <a:cubicBezTo>
                  <a:pt x="21709" y="67281"/>
                  <a:pt x="13432" y="61361"/>
                  <a:pt x="3663" y="57461"/>
                </a:cubicBezTo>
                <a:cubicBezTo>
                  <a:pt x="1628" y="56625"/>
                  <a:pt x="407" y="55859"/>
                  <a:pt x="0" y="55162"/>
                </a:cubicBezTo>
                <a:cubicBezTo>
                  <a:pt x="0" y="54187"/>
                  <a:pt x="271" y="53491"/>
                  <a:pt x="814" y="53073"/>
                </a:cubicBezTo>
                <a:cubicBezTo>
                  <a:pt x="1357" y="52655"/>
                  <a:pt x="2307" y="52167"/>
                  <a:pt x="3663" y="51610"/>
                </a:cubicBezTo>
                <a:cubicBezTo>
                  <a:pt x="10176" y="48963"/>
                  <a:pt x="15942" y="45481"/>
                  <a:pt x="20962" y="41163"/>
                </a:cubicBezTo>
                <a:cubicBezTo>
                  <a:pt x="25982" y="36844"/>
                  <a:pt x="29849" y="32596"/>
                  <a:pt x="32563" y="28417"/>
                </a:cubicBezTo>
                <a:cubicBezTo>
                  <a:pt x="35276" y="24238"/>
                  <a:pt x="37447" y="20129"/>
                  <a:pt x="39075" y="16089"/>
                </a:cubicBezTo>
                <a:cubicBezTo>
                  <a:pt x="40704" y="12049"/>
                  <a:pt x="41857" y="8845"/>
                  <a:pt x="42535" y="6477"/>
                </a:cubicBezTo>
                <a:lnTo>
                  <a:pt x="43146" y="2925"/>
                </a:lnTo>
                <a:cubicBezTo>
                  <a:pt x="43417" y="2089"/>
                  <a:pt x="43621" y="1532"/>
                  <a:pt x="43756" y="1254"/>
                </a:cubicBezTo>
                <a:cubicBezTo>
                  <a:pt x="43892" y="975"/>
                  <a:pt x="44231" y="696"/>
                  <a:pt x="44774" y="418"/>
                </a:cubicBezTo>
                <a:cubicBezTo>
                  <a:pt x="45317" y="139"/>
                  <a:pt x="46199" y="0"/>
                  <a:pt x="47420" y="0"/>
                </a:cubicBezTo>
                <a:cubicBezTo>
                  <a:pt x="50133" y="0"/>
                  <a:pt x="51490" y="766"/>
                  <a:pt x="51490" y="2298"/>
                </a:cubicBezTo>
                <a:cubicBezTo>
                  <a:pt x="51490" y="3274"/>
                  <a:pt x="51151" y="5015"/>
                  <a:pt x="50472" y="7522"/>
                </a:cubicBezTo>
                <a:cubicBezTo>
                  <a:pt x="49116" y="12676"/>
                  <a:pt x="47420" y="17482"/>
                  <a:pt x="45385" y="21939"/>
                </a:cubicBezTo>
                <a:cubicBezTo>
                  <a:pt x="43349" y="26397"/>
                  <a:pt x="41178" y="30158"/>
                  <a:pt x="38872" y="33223"/>
                </a:cubicBezTo>
                <a:cubicBezTo>
                  <a:pt x="36565" y="36287"/>
                  <a:pt x="34462" y="38864"/>
                  <a:pt x="32563" y="40954"/>
                </a:cubicBezTo>
                <a:cubicBezTo>
                  <a:pt x="30663" y="43043"/>
                  <a:pt x="28628" y="44993"/>
                  <a:pt x="26457" y="46804"/>
                </a:cubicBezTo>
                <a:cubicBezTo>
                  <a:pt x="24286" y="48615"/>
                  <a:pt x="22930" y="49799"/>
                  <a:pt x="22387" y="50356"/>
                </a:cubicBezTo>
                <a:lnTo>
                  <a:pt x="177875" y="50356"/>
                </a:lnTo>
                <a:cubicBezTo>
                  <a:pt x="179910" y="51610"/>
                  <a:pt x="180928" y="53003"/>
                  <a:pt x="180928" y="54535"/>
                </a:cubicBezTo>
                <a:lnTo>
                  <a:pt x="180928" y="522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57698C-61B6-4776-AB68-CD365AC7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268" y="2709222"/>
            <a:ext cx="180928" cy="109071"/>
          </a:xfrm>
          <a:custGeom xmlns:a="http://schemas.openxmlformats.org/drawingml/2006/main">
            <a:pathLst>
              <a:path w="180928" h="109071" fill="none">
                <a:moveTo>
                  <a:pt x="180928" y="52237"/>
                </a:moveTo>
                <a:cubicBezTo>
                  <a:pt x="180928" y="52237"/>
                  <a:pt x="180928" y="53003"/>
                  <a:pt x="180928" y="54535"/>
                </a:cubicBezTo>
                <a:cubicBezTo>
                  <a:pt x="180928" y="56068"/>
                  <a:pt x="179910" y="57461"/>
                  <a:pt x="177875" y="58714"/>
                </a:cubicBezTo>
                <a:lnTo>
                  <a:pt x="22387" y="58714"/>
                </a:lnTo>
                <a:cubicBezTo>
                  <a:pt x="22658" y="58993"/>
                  <a:pt x="23812" y="59968"/>
                  <a:pt x="25847" y="61639"/>
                </a:cubicBezTo>
                <a:cubicBezTo>
                  <a:pt x="27882" y="63311"/>
                  <a:pt x="29849" y="65192"/>
                  <a:pt x="31749" y="67281"/>
                </a:cubicBezTo>
                <a:cubicBezTo>
                  <a:pt x="33648" y="69371"/>
                  <a:pt x="35887" y="71948"/>
                  <a:pt x="38465" y="75012"/>
                </a:cubicBezTo>
                <a:cubicBezTo>
                  <a:pt x="41043" y="78077"/>
                  <a:pt x="43281" y="81977"/>
                  <a:pt x="45181" y="86713"/>
                </a:cubicBezTo>
                <a:cubicBezTo>
                  <a:pt x="47081" y="91449"/>
                  <a:pt x="48844" y="96394"/>
                  <a:pt x="50472" y="101548"/>
                </a:cubicBezTo>
                <a:cubicBezTo>
                  <a:pt x="51151" y="104056"/>
                  <a:pt x="51490" y="105797"/>
                  <a:pt x="51490" y="106772"/>
                </a:cubicBezTo>
                <a:cubicBezTo>
                  <a:pt x="51490" y="108304"/>
                  <a:pt x="50133" y="109071"/>
                  <a:pt x="47420" y="109071"/>
                </a:cubicBezTo>
                <a:cubicBezTo>
                  <a:pt x="46470" y="109071"/>
                  <a:pt x="45792" y="109071"/>
                  <a:pt x="45385" y="109071"/>
                </a:cubicBezTo>
                <a:cubicBezTo>
                  <a:pt x="44977" y="109071"/>
                  <a:pt x="44570" y="108792"/>
                  <a:pt x="44163" y="108235"/>
                </a:cubicBezTo>
                <a:cubicBezTo>
                  <a:pt x="43756" y="107678"/>
                  <a:pt x="43417" y="107051"/>
                  <a:pt x="43146" y="106354"/>
                </a:cubicBezTo>
                <a:cubicBezTo>
                  <a:pt x="42874" y="105658"/>
                  <a:pt x="42603" y="104334"/>
                  <a:pt x="42332" y="102384"/>
                </a:cubicBezTo>
                <a:cubicBezTo>
                  <a:pt x="39890" y="92215"/>
                  <a:pt x="35276" y="83161"/>
                  <a:pt x="28493" y="75221"/>
                </a:cubicBezTo>
                <a:cubicBezTo>
                  <a:pt x="21709" y="67281"/>
                  <a:pt x="13432" y="61361"/>
                  <a:pt x="3663" y="57461"/>
                </a:cubicBezTo>
                <a:cubicBezTo>
                  <a:pt x="1628" y="56625"/>
                  <a:pt x="407" y="55859"/>
                  <a:pt x="0" y="55162"/>
                </a:cubicBezTo>
                <a:cubicBezTo>
                  <a:pt x="0" y="54187"/>
                  <a:pt x="271" y="53491"/>
                  <a:pt x="814" y="53073"/>
                </a:cubicBezTo>
                <a:cubicBezTo>
                  <a:pt x="1357" y="52655"/>
                  <a:pt x="2307" y="52167"/>
                  <a:pt x="3663" y="51610"/>
                </a:cubicBezTo>
                <a:cubicBezTo>
                  <a:pt x="10176" y="48963"/>
                  <a:pt x="15942" y="45481"/>
                  <a:pt x="20962" y="41163"/>
                </a:cubicBezTo>
                <a:cubicBezTo>
                  <a:pt x="25982" y="36844"/>
                  <a:pt x="29849" y="32596"/>
                  <a:pt x="32563" y="28417"/>
                </a:cubicBezTo>
                <a:cubicBezTo>
                  <a:pt x="35276" y="24238"/>
                  <a:pt x="37447" y="20129"/>
                  <a:pt x="39075" y="16089"/>
                </a:cubicBezTo>
                <a:cubicBezTo>
                  <a:pt x="40704" y="12049"/>
                  <a:pt x="41857" y="8845"/>
                  <a:pt x="42535" y="6477"/>
                </a:cubicBezTo>
                <a:lnTo>
                  <a:pt x="43146" y="2925"/>
                </a:lnTo>
                <a:cubicBezTo>
                  <a:pt x="43417" y="2089"/>
                  <a:pt x="43621" y="1532"/>
                  <a:pt x="43756" y="1254"/>
                </a:cubicBezTo>
                <a:cubicBezTo>
                  <a:pt x="43892" y="975"/>
                  <a:pt x="44231" y="696"/>
                  <a:pt x="44774" y="418"/>
                </a:cubicBezTo>
                <a:cubicBezTo>
                  <a:pt x="45317" y="139"/>
                  <a:pt x="46199" y="0"/>
                  <a:pt x="47420" y="0"/>
                </a:cubicBezTo>
                <a:cubicBezTo>
                  <a:pt x="50133" y="0"/>
                  <a:pt x="51490" y="766"/>
                  <a:pt x="51490" y="2298"/>
                </a:cubicBezTo>
                <a:cubicBezTo>
                  <a:pt x="51490" y="3274"/>
                  <a:pt x="51151" y="5015"/>
                  <a:pt x="50472" y="7522"/>
                </a:cubicBezTo>
                <a:cubicBezTo>
                  <a:pt x="49116" y="12676"/>
                  <a:pt x="47420" y="17482"/>
                  <a:pt x="45385" y="21939"/>
                </a:cubicBezTo>
                <a:cubicBezTo>
                  <a:pt x="43349" y="26397"/>
                  <a:pt x="41178" y="30158"/>
                  <a:pt x="38872" y="33223"/>
                </a:cubicBezTo>
                <a:cubicBezTo>
                  <a:pt x="36565" y="36287"/>
                  <a:pt x="34462" y="38864"/>
                  <a:pt x="32563" y="40954"/>
                </a:cubicBezTo>
                <a:cubicBezTo>
                  <a:pt x="30663" y="43043"/>
                  <a:pt x="28628" y="44993"/>
                  <a:pt x="26457" y="46804"/>
                </a:cubicBezTo>
                <a:cubicBezTo>
                  <a:pt x="24286" y="48615"/>
                  <a:pt x="22930" y="49799"/>
                  <a:pt x="22387" y="50356"/>
                </a:cubicBezTo>
                <a:lnTo>
                  <a:pt x="177875" y="50356"/>
                </a:lnTo>
                <a:cubicBezTo>
                  <a:pt x="179910" y="51610"/>
                  <a:pt x="180928" y="53003"/>
                  <a:pt x="180928" y="54535"/>
                </a:cubicBezTo>
                <a:lnTo>
                  <a:pt x="180928" y="522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33015A-C678-4AC0-9A55-7B2F8447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693" y="2668686"/>
            <a:ext cx="120686" cy="151905"/>
          </a:xfrm>
          <a:custGeom xmlns:a="http://schemas.openxmlformats.org/drawingml/2006/main">
            <a:pathLst>
              <a:path w="120686" h="151905">
                <a:moveTo>
                  <a:pt x="52101" y="142293"/>
                </a:moveTo>
                <a:cubicBezTo>
                  <a:pt x="60106" y="142293"/>
                  <a:pt x="67432" y="138671"/>
                  <a:pt x="74081" y="131428"/>
                </a:cubicBezTo>
                <a:cubicBezTo>
                  <a:pt x="80729" y="124184"/>
                  <a:pt x="84121" y="115757"/>
                  <a:pt x="84256" y="106145"/>
                </a:cubicBezTo>
                <a:cubicBezTo>
                  <a:pt x="84256" y="97369"/>
                  <a:pt x="80729" y="91310"/>
                  <a:pt x="73674" y="87967"/>
                </a:cubicBezTo>
                <a:cubicBezTo>
                  <a:pt x="59292" y="84206"/>
                  <a:pt x="50065" y="81629"/>
                  <a:pt x="45995" y="80236"/>
                </a:cubicBezTo>
                <a:cubicBezTo>
                  <a:pt x="41925" y="78843"/>
                  <a:pt x="39075" y="77450"/>
                  <a:pt x="37447" y="76057"/>
                </a:cubicBezTo>
                <a:cubicBezTo>
                  <a:pt x="29307" y="70206"/>
                  <a:pt x="25236" y="61779"/>
                  <a:pt x="25236" y="50774"/>
                </a:cubicBezTo>
                <a:cubicBezTo>
                  <a:pt x="25236" y="42277"/>
                  <a:pt x="27407" y="34546"/>
                  <a:pt x="31749" y="27581"/>
                </a:cubicBezTo>
                <a:cubicBezTo>
                  <a:pt x="36091" y="20616"/>
                  <a:pt x="40500" y="15392"/>
                  <a:pt x="44977" y="11910"/>
                </a:cubicBezTo>
                <a:cubicBezTo>
                  <a:pt x="48912" y="8428"/>
                  <a:pt x="53661" y="5642"/>
                  <a:pt x="59224" y="3552"/>
                </a:cubicBezTo>
                <a:cubicBezTo>
                  <a:pt x="64787" y="1463"/>
                  <a:pt x="69128" y="348"/>
                  <a:pt x="72249" y="209"/>
                </a:cubicBezTo>
                <a:lnTo>
                  <a:pt x="74488" y="209"/>
                </a:lnTo>
                <a:lnTo>
                  <a:pt x="75912" y="209"/>
                </a:lnTo>
                <a:cubicBezTo>
                  <a:pt x="88937" y="209"/>
                  <a:pt x="98367" y="4666"/>
                  <a:pt x="104201" y="13582"/>
                </a:cubicBezTo>
                <a:cubicBezTo>
                  <a:pt x="104337" y="13582"/>
                  <a:pt x="105219" y="12676"/>
                  <a:pt x="106847" y="10865"/>
                </a:cubicBezTo>
                <a:cubicBezTo>
                  <a:pt x="108475" y="9054"/>
                  <a:pt x="110239" y="7035"/>
                  <a:pt x="112138" y="4806"/>
                </a:cubicBezTo>
                <a:cubicBezTo>
                  <a:pt x="114038" y="2577"/>
                  <a:pt x="115395" y="1045"/>
                  <a:pt x="116209" y="209"/>
                </a:cubicBezTo>
                <a:cubicBezTo>
                  <a:pt x="116344" y="209"/>
                  <a:pt x="116616" y="209"/>
                  <a:pt x="117023" y="209"/>
                </a:cubicBezTo>
                <a:cubicBezTo>
                  <a:pt x="117430" y="209"/>
                  <a:pt x="117769" y="139"/>
                  <a:pt x="118040" y="0"/>
                </a:cubicBezTo>
                <a:cubicBezTo>
                  <a:pt x="119804" y="0"/>
                  <a:pt x="120686" y="488"/>
                  <a:pt x="120686" y="1463"/>
                </a:cubicBezTo>
                <a:cubicBezTo>
                  <a:pt x="120686" y="2438"/>
                  <a:pt x="118787" y="10865"/>
                  <a:pt x="114988" y="26745"/>
                </a:cubicBezTo>
                <a:cubicBezTo>
                  <a:pt x="111189" y="42625"/>
                  <a:pt x="109018" y="50844"/>
                  <a:pt x="108475" y="51401"/>
                </a:cubicBezTo>
                <a:cubicBezTo>
                  <a:pt x="107932" y="51958"/>
                  <a:pt x="106847" y="52167"/>
                  <a:pt x="105219" y="52028"/>
                </a:cubicBezTo>
                <a:cubicBezTo>
                  <a:pt x="102505" y="52028"/>
                  <a:pt x="101148" y="51401"/>
                  <a:pt x="101148" y="50147"/>
                </a:cubicBezTo>
                <a:cubicBezTo>
                  <a:pt x="101148" y="49312"/>
                  <a:pt x="101216" y="48615"/>
                  <a:pt x="101352" y="48058"/>
                </a:cubicBezTo>
                <a:cubicBezTo>
                  <a:pt x="101352" y="47640"/>
                  <a:pt x="101420" y="46317"/>
                  <a:pt x="101555" y="44088"/>
                </a:cubicBezTo>
                <a:cubicBezTo>
                  <a:pt x="101691" y="41859"/>
                  <a:pt x="101827" y="40048"/>
                  <a:pt x="101963" y="38655"/>
                </a:cubicBezTo>
                <a:cubicBezTo>
                  <a:pt x="101963" y="33919"/>
                  <a:pt x="101352" y="29810"/>
                  <a:pt x="100131" y="26327"/>
                </a:cubicBezTo>
                <a:cubicBezTo>
                  <a:pt x="98910" y="22845"/>
                  <a:pt x="97689" y="20268"/>
                  <a:pt x="96468" y="18596"/>
                </a:cubicBezTo>
                <a:cubicBezTo>
                  <a:pt x="95246" y="16925"/>
                  <a:pt x="93550" y="15184"/>
                  <a:pt x="91380" y="13373"/>
                </a:cubicBezTo>
                <a:cubicBezTo>
                  <a:pt x="86495" y="10447"/>
                  <a:pt x="80932" y="8985"/>
                  <a:pt x="74691" y="8985"/>
                </a:cubicBezTo>
                <a:cubicBezTo>
                  <a:pt x="66957" y="8985"/>
                  <a:pt x="59766" y="12189"/>
                  <a:pt x="53118" y="18596"/>
                </a:cubicBezTo>
                <a:cubicBezTo>
                  <a:pt x="46470" y="25004"/>
                  <a:pt x="43078" y="32387"/>
                  <a:pt x="42942" y="40745"/>
                </a:cubicBezTo>
                <a:cubicBezTo>
                  <a:pt x="42942" y="44924"/>
                  <a:pt x="43960" y="48545"/>
                  <a:pt x="45995" y="51610"/>
                </a:cubicBezTo>
                <a:cubicBezTo>
                  <a:pt x="48030" y="54675"/>
                  <a:pt x="50812" y="56834"/>
                  <a:pt x="54339" y="58087"/>
                </a:cubicBezTo>
                <a:cubicBezTo>
                  <a:pt x="54882" y="58366"/>
                  <a:pt x="59631" y="59689"/>
                  <a:pt x="68586" y="62057"/>
                </a:cubicBezTo>
                <a:cubicBezTo>
                  <a:pt x="77540" y="64425"/>
                  <a:pt x="82086" y="65679"/>
                  <a:pt x="82221" y="65818"/>
                </a:cubicBezTo>
                <a:cubicBezTo>
                  <a:pt x="86834" y="67351"/>
                  <a:pt x="91312" y="70694"/>
                  <a:pt x="95653" y="75848"/>
                </a:cubicBezTo>
                <a:cubicBezTo>
                  <a:pt x="99995" y="81002"/>
                  <a:pt x="102166" y="87967"/>
                  <a:pt x="102166" y="96743"/>
                </a:cubicBezTo>
                <a:cubicBezTo>
                  <a:pt x="102166" y="100364"/>
                  <a:pt x="101623" y="104265"/>
                  <a:pt x="100538" y="108444"/>
                </a:cubicBezTo>
                <a:cubicBezTo>
                  <a:pt x="99860" y="111508"/>
                  <a:pt x="98638" y="114921"/>
                  <a:pt x="96875" y="118682"/>
                </a:cubicBezTo>
                <a:cubicBezTo>
                  <a:pt x="95111" y="122443"/>
                  <a:pt x="92669" y="126552"/>
                  <a:pt x="89548" y="131010"/>
                </a:cubicBezTo>
                <a:cubicBezTo>
                  <a:pt x="86427" y="135468"/>
                  <a:pt x="81950" y="139646"/>
                  <a:pt x="76116" y="143547"/>
                </a:cubicBezTo>
                <a:cubicBezTo>
                  <a:pt x="70282" y="147447"/>
                  <a:pt x="63905" y="150094"/>
                  <a:pt x="56985" y="151487"/>
                </a:cubicBezTo>
                <a:cubicBezTo>
                  <a:pt x="55357" y="151765"/>
                  <a:pt x="53050" y="151905"/>
                  <a:pt x="50065" y="151905"/>
                </a:cubicBezTo>
                <a:cubicBezTo>
                  <a:pt x="36633" y="151905"/>
                  <a:pt x="26186" y="148074"/>
                  <a:pt x="18724" y="140413"/>
                </a:cubicBezTo>
                <a:lnTo>
                  <a:pt x="16688" y="138114"/>
                </a:lnTo>
                <a:lnTo>
                  <a:pt x="10990" y="144592"/>
                </a:lnTo>
                <a:cubicBezTo>
                  <a:pt x="7869" y="148353"/>
                  <a:pt x="5970" y="150512"/>
                  <a:pt x="5291" y="151069"/>
                </a:cubicBezTo>
                <a:cubicBezTo>
                  <a:pt x="4613" y="151626"/>
                  <a:pt x="3731" y="151905"/>
                  <a:pt x="2646" y="151905"/>
                </a:cubicBezTo>
                <a:cubicBezTo>
                  <a:pt x="882" y="151905"/>
                  <a:pt x="0" y="151348"/>
                  <a:pt x="0" y="150233"/>
                </a:cubicBezTo>
                <a:cubicBezTo>
                  <a:pt x="0" y="149815"/>
                  <a:pt x="3935" y="133448"/>
                  <a:pt x="11804" y="101131"/>
                </a:cubicBezTo>
                <a:cubicBezTo>
                  <a:pt x="12075" y="100295"/>
                  <a:pt x="13432" y="99877"/>
                  <a:pt x="15874" y="99877"/>
                </a:cubicBezTo>
                <a:lnTo>
                  <a:pt x="18520" y="99877"/>
                </a:lnTo>
                <a:cubicBezTo>
                  <a:pt x="19334" y="100713"/>
                  <a:pt x="19741" y="101479"/>
                  <a:pt x="19741" y="102175"/>
                </a:cubicBezTo>
                <a:cubicBezTo>
                  <a:pt x="19741" y="102454"/>
                  <a:pt x="19673" y="103081"/>
                  <a:pt x="19538" y="104056"/>
                </a:cubicBezTo>
                <a:cubicBezTo>
                  <a:pt x="19402" y="105031"/>
                  <a:pt x="19131" y="106493"/>
                  <a:pt x="18724" y="108444"/>
                </a:cubicBezTo>
                <a:cubicBezTo>
                  <a:pt x="18317" y="110394"/>
                  <a:pt x="18181" y="112692"/>
                  <a:pt x="18317" y="115339"/>
                </a:cubicBezTo>
                <a:cubicBezTo>
                  <a:pt x="18588" y="120772"/>
                  <a:pt x="19809" y="125368"/>
                  <a:pt x="21980" y="129129"/>
                </a:cubicBezTo>
                <a:cubicBezTo>
                  <a:pt x="24151" y="132891"/>
                  <a:pt x="27068" y="135676"/>
                  <a:pt x="30731" y="137487"/>
                </a:cubicBezTo>
                <a:cubicBezTo>
                  <a:pt x="34395" y="139298"/>
                  <a:pt x="37922" y="140552"/>
                  <a:pt x="41314" y="141248"/>
                </a:cubicBezTo>
                <a:cubicBezTo>
                  <a:pt x="44706" y="141945"/>
                  <a:pt x="48302" y="142293"/>
                  <a:pt x="52101" y="1422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6F442F-98B1-42A1-A032-254ACB27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693" y="2668686"/>
            <a:ext cx="120686" cy="151905"/>
          </a:xfrm>
          <a:custGeom xmlns:a="http://schemas.openxmlformats.org/drawingml/2006/main">
            <a:pathLst>
              <a:path w="120686" h="151905" fill="none">
                <a:moveTo>
                  <a:pt x="52101" y="142293"/>
                </a:moveTo>
                <a:cubicBezTo>
                  <a:pt x="60106" y="142293"/>
                  <a:pt x="67432" y="138671"/>
                  <a:pt x="74081" y="131428"/>
                </a:cubicBezTo>
                <a:cubicBezTo>
                  <a:pt x="80729" y="124184"/>
                  <a:pt x="84121" y="115757"/>
                  <a:pt x="84256" y="106145"/>
                </a:cubicBezTo>
                <a:cubicBezTo>
                  <a:pt x="84256" y="97369"/>
                  <a:pt x="80729" y="91310"/>
                  <a:pt x="73674" y="87967"/>
                </a:cubicBezTo>
                <a:cubicBezTo>
                  <a:pt x="59292" y="84206"/>
                  <a:pt x="50065" y="81629"/>
                  <a:pt x="45995" y="80236"/>
                </a:cubicBezTo>
                <a:cubicBezTo>
                  <a:pt x="41925" y="78843"/>
                  <a:pt x="39075" y="77450"/>
                  <a:pt x="37447" y="76057"/>
                </a:cubicBezTo>
                <a:cubicBezTo>
                  <a:pt x="29307" y="70206"/>
                  <a:pt x="25236" y="61779"/>
                  <a:pt x="25236" y="50774"/>
                </a:cubicBezTo>
                <a:cubicBezTo>
                  <a:pt x="25236" y="42277"/>
                  <a:pt x="27407" y="34546"/>
                  <a:pt x="31749" y="27581"/>
                </a:cubicBezTo>
                <a:cubicBezTo>
                  <a:pt x="36091" y="20616"/>
                  <a:pt x="40500" y="15392"/>
                  <a:pt x="44977" y="11910"/>
                </a:cubicBezTo>
                <a:cubicBezTo>
                  <a:pt x="48912" y="8428"/>
                  <a:pt x="53661" y="5642"/>
                  <a:pt x="59224" y="3552"/>
                </a:cubicBezTo>
                <a:cubicBezTo>
                  <a:pt x="64787" y="1463"/>
                  <a:pt x="69128" y="348"/>
                  <a:pt x="72249" y="209"/>
                </a:cubicBezTo>
                <a:lnTo>
                  <a:pt x="74488" y="209"/>
                </a:lnTo>
                <a:lnTo>
                  <a:pt x="75912" y="209"/>
                </a:lnTo>
                <a:cubicBezTo>
                  <a:pt x="88937" y="209"/>
                  <a:pt x="98367" y="4666"/>
                  <a:pt x="104201" y="13582"/>
                </a:cubicBezTo>
                <a:cubicBezTo>
                  <a:pt x="104337" y="13582"/>
                  <a:pt x="105219" y="12676"/>
                  <a:pt x="106847" y="10865"/>
                </a:cubicBezTo>
                <a:cubicBezTo>
                  <a:pt x="108475" y="9054"/>
                  <a:pt x="110239" y="7035"/>
                  <a:pt x="112138" y="4806"/>
                </a:cubicBezTo>
                <a:cubicBezTo>
                  <a:pt x="114038" y="2577"/>
                  <a:pt x="115395" y="1045"/>
                  <a:pt x="116209" y="209"/>
                </a:cubicBezTo>
                <a:cubicBezTo>
                  <a:pt x="116344" y="209"/>
                  <a:pt x="116616" y="209"/>
                  <a:pt x="117023" y="209"/>
                </a:cubicBezTo>
                <a:cubicBezTo>
                  <a:pt x="117430" y="209"/>
                  <a:pt x="117769" y="139"/>
                  <a:pt x="118040" y="0"/>
                </a:cubicBezTo>
                <a:cubicBezTo>
                  <a:pt x="119804" y="0"/>
                  <a:pt x="120686" y="488"/>
                  <a:pt x="120686" y="1463"/>
                </a:cubicBezTo>
                <a:cubicBezTo>
                  <a:pt x="120686" y="2438"/>
                  <a:pt x="118787" y="10865"/>
                  <a:pt x="114988" y="26745"/>
                </a:cubicBezTo>
                <a:cubicBezTo>
                  <a:pt x="111189" y="42625"/>
                  <a:pt x="109018" y="50844"/>
                  <a:pt x="108475" y="51401"/>
                </a:cubicBezTo>
                <a:cubicBezTo>
                  <a:pt x="107932" y="51958"/>
                  <a:pt x="106847" y="52167"/>
                  <a:pt x="105219" y="52028"/>
                </a:cubicBezTo>
                <a:cubicBezTo>
                  <a:pt x="102505" y="52028"/>
                  <a:pt x="101148" y="51401"/>
                  <a:pt x="101148" y="50147"/>
                </a:cubicBezTo>
                <a:cubicBezTo>
                  <a:pt x="101148" y="49312"/>
                  <a:pt x="101216" y="48615"/>
                  <a:pt x="101352" y="48058"/>
                </a:cubicBezTo>
                <a:cubicBezTo>
                  <a:pt x="101352" y="47640"/>
                  <a:pt x="101420" y="46317"/>
                  <a:pt x="101555" y="44088"/>
                </a:cubicBezTo>
                <a:cubicBezTo>
                  <a:pt x="101691" y="41859"/>
                  <a:pt x="101827" y="40048"/>
                  <a:pt x="101963" y="38655"/>
                </a:cubicBezTo>
                <a:cubicBezTo>
                  <a:pt x="101963" y="33919"/>
                  <a:pt x="101352" y="29810"/>
                  <a:pt x="100131" y="26327"/>
                </a:cubicBezTo>
                <a:cubicBezTo>
                  <a:pt x="98910" y="22845"/>
                  <a:pt x="97689" y="20268"/>
                  <a:pt x="96468" y="18596"/>
                </a:cubicBezTo>
                <a:cubicBezTo>
                  <a:pt x="95246" y="16925"/>
                  <a:pt x="93550" y="15184"/>
                  <a:pt x="91380" y="13373"/>
                </a:cubicBezTo>
                <a:cubicBezTo>
                  <a:pt x="86495" y="10447"/>
                  <a:pt x="80932" y="8985"/>
                  <a:pt x="74691" y="8985"/>
                </a:cubicBezTo>
                <a:cubicBezTo>
                  <a:pt x="66957" y="8985"/>
                  <a:pt x="59766" y="12189"/>
                  <a:pt x="53118" y="18596"/>
                </a:cubicBezTo>
                <a:cubicBezTo>
                  <a:pt x="46470" y="25004"/>
                  <a:pt x="43078" y="32387"/>
                  <a:pt x="42942" y="40745"/>
                </a:cubicBezTo>
                <a:cubicBezTo>
                  <a:pt x="42942" y="44924"/>
                  <a:pt x="43960" y="48545"/>
                  <a:pt x="45995" y="51610"/>
                </a:cubicBezTo>
                <a:cubicBezTo>
                  <a:pt x="48030" y="54675"/>
                  <a:pt x="50812" y="56834"/>
                  <a:pt x="54339" y="58087"/>
                </a:cubicBezTo>
                <a:cubicBezTo>
                  <a:pt x="54882" y="58366"/>
                  <a:pt x="59631" y="59689"/>
                  <a:pt x="68586" y="62057"/>
                </a:cubicBezTo>
                <a:cubicBezTo>
                  <a:pt x="77540" y="64425"/>
                  <a:pt x="82086" y="65679"/>
                  <a:pt x="82221" y="65818"/>
                </a:cubicBezTo>
                <a:cubicBezTo>
                  <a:pt x="86834" y="67351"/>
                  <a:pt x="91312" y="70694"/>
                  <a:pt x="95653" y="75848"/>
                </a:cubicBezTo>
                <a:cubicBezTo>
                  <a:pt x="99995" y="81002"/>
                  <a:pt x="102166" y="87967"/>
                  <a:pt x="102166" y="96743"/>
                </a:cubicBezTo>
                <a:cubicBezTo>
                  <a:pt x="102166" y="100364"/>
                  <a:pt x="101623" y="104265"/>
                  <a:pt x="100538" y="108444"/>
                </a:cubicBezTo>
                <a:cubicBezTo>
                  <a:pt x="99860" y="111508"/>
                  <a:pt x="98638" y="114921"/>
                  <a:pt x="96875" y="118682"/>
                </a:cubicBezTo>
                <a:cubicBezTo>
                  <a:pt x="95111" y="122443"/>
                  <a:pt x="92669" y="126552"/>
                  <a:pt x="89548" y="131010"/>
                </a:cubicBezTo>
                <a:cubicBezTo>
                  <a:pt x="86427" y="135468"/>
                  <a:pt x="81950" y="139646"/>
                  <a:pt x="76116" y="143547"/>
                </a:cubicBezTo>
                <a:cubicBezTo>
                  <a:pt x="70282" y="147447"/>
                  <a:pt x="63905" y="150094"/>
                  <a:pt x="56985" y="151487"/>
                </a:cubicBezTo>
                <a:cubicBezTo>
                  <a:pt x="55357" y="151765"/>
                  <a:pt x="53050" y="151905"/>
                  <a:pt x="50065" y="151905"/>
                </a:cubicBezTo>
                <a:cubicBezTo>
                  <a:pt x="36633" y="151905"/>
                  <a:pt x="26186" y="148074"/>
                  <a:pt x="18724" y="140413"/>
                </a:cubicBezTo>
                <a:lnTo>
                  <a:pt x="16688" y="138114"/>
                </a:lnTo>
                <a:lnTo>
                  <a:pt x="10990" y="144592"/>
                </a:lnTo>
                <a:cubicBezTo>
                  <a:pt x="7869" y="148353"/>
                  <a:pt x="5970" y="150512"/>
                  <a:pt x="5291" y="151069"/>
                </a:cubicBezTo>
                <a:cubicBezTo>
                  <a:pt x="4613" y="151626"/>
                  <a:pt x="3731" y="151905"/>
                  <a:pt x="2646" y="151905"/>
                </a:cubicBezTo>
                <a:cubicBezTo>
                  <a:pt x="882" y="151905"/>
                  <a:pt x="0" y="151348"/>
                  <a:pt x="0" y="150233"/>
                </a:cubicBezTo>
                <a:cubicBezTo>
                  <a:pt x="0" y="149815"/>
                  <a:pt x="3935" y="133448"/>
                  <a:pt x="11804" y="101131"/>
                </a:cubicBezTo>
                <a:cubicBezTo>
                  <a:pt x="12075" y="100295"/>
                  <a:pt x="13432" y="99877"/>
                  <a:pt x="15874" y="99877"/>
                </a:cubicBezTo>
                <a:lnTo>
                  <a:pt x="18520" y="99877"/>
                </a:lnTo>
                <a:cubicBezTo>
                  <a:pt x="19334" y="100713"/>
                  <a:pt x="19741" y="101479"/>
                  <a:pt x="19741" y="102175"/>
                </a:cubicBezTo>
                <a:cubicBezTo>
                  <a:pt x="19741" y="102454"/>
                  <a:pt x="19673" y="103081"/>
                  <a:pt x="19538" y="104056"/>
                </a:cubicBezTo>
                <a:cubicBezTo>
                  <a:pt x="19402" y="105031"/>
                  <a:pt x="19131" y="106493"/>
                  <a:pt x="18724" y="108444"/>
                </a:cubicBezTo>
                <a:cubicBezTo>
                  <a:pt x="18317" y="110394"/>
                  <a:pt x="18181" y="112692"/>
                  <a:pt x="18317" y="115339"/>
                </a:cubicBezTo>
                <a:cubicBezTo>
                  <a:pt x="18588" y="120772"/>
                  <a:pt x="19809" y="125368"/>
                  <a:pt x="21980" y="129129"/>
                </a:cubicBezTo>
                <a:cubicBezTo>
                  <a:pt x="24151" y="132891"/>
                  <a:pt x="27068" y="135676"/>
                  <a:pt x="30731" y="137487"/>
                </a:cubicBezTo>
                <a:cubicBezTo>
                  <a:pt x="34395" y="139298"/>
                  <a:pt x="37922" y="140552"/>
                  <a:pt x="41314" y="141248"/>
                </a:cubicBezTo>
                <a:cubicBezTo>
                  <a:pt x="44706" y="141945"/>
                  <a:pt x="48302" y="142293"/>
                  <a:pt x="52101" y="1422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835CAD-CCC0-4DCA-A70E-DAD5A3B7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299" y="2723639"/>
            <a:ext cx="80525" cy="94932"/>
          </a:xfrm>
          <a:custGeom xmlns:a="http://schemas.openxmlformats.org/drawingml/2006/main">
            <a:pathLst>
              <a:path w="80525" h="94932">
                <a:moveTo>
                  <a:pt x="0" y="59132"/>
                </a:moveTo>
                <a:cubicBezTo>
                  <a:pt x="0" y="43949"/>
                  <a:pt x="5834" y="30297"/>
                  <a:pt x="17503" y="18178"/>
                </a:cubicBezTo>
                <a:cubicBezTo>
                  <a:pt x="29171" y="6059"/>
                  <a:pt x="41789" y="0"/>
                  <a:pt x="55357" y="0"/>
                </a:cubicBezTo>
                <a:cubicBezTo>
                  <a:pt x="62955" y="0"/>
                  <a:pt x="68925" y="1672"/>
                  <a:pt x="73266" y="5015"/>
                </a:cubicBezTo>
                <a:cubicBezTo>
                  <a:pt x="77608" y="8358"/>
                  <a:pt x="79847" y="12746"/>
                  <a:pt x="79983" y="18178"/>
                </a:cubicBezTo>
                <a:cubicBezTo>
                  <a:pt x="79983" y="22218"/>
                  <a:pt x="78694" y="25631"/>
                  <a:pt x="76116" y="28417"/>
                </a:cubicBezTo>
                <a:cubicBezTo>
                  <a:pt x="73538" y="31203"/>
                  <a:pt x="70282" y="32665"/>
                  <a:pt x="66347" y="32805"/>
                </a:cubicBezTo>
                <a:cubicBezTo>
                  <a:pt x="63769" y="32805"/>
                  <a:pt x="61734" y="32108"/>
                  <a:pt x="60241" y="30715"/>
                </a:cubicBezTo>
                <a:cubicBezTo>
                  <a:pt x="58749" y="29322"/>
                  <a:pt x="58003" y="27233"/>
                  <a:pt x="58003" y="24447"/>
                </a:cubicBezTo>
                <a:cubicBezTo>
                  <a:pt x="58003" y="21661"/>
                  <a:pt x="58749" y="19293"/>
                  <a:pt x="60241" y="17343"/>
                </a:cubicBezTo>
                <a:cubicBezTo>
                  <a:pt x="61734" y="15392"/>
                  <a:pt x="63226" y="13930"/>
                  <a:pt x="64719" y="12955"/>
                </a:cubicBezTo>
                <a:cubicBezTo>
                  <a:pt x="66211" y="11980"/>
                  <a:pt x="67161" y="11562"/>
                  <a:pt x="67568" y="11701"/>
                </a:cubicBezTo>
                <a:lnTo>
                  <a:pt x="67771" y="11701"/>
                </a:lnTo>
                <a:cubicBezTo>
                  <a:pt x="67771" y="11422"/>
                  <a:pt x="67364" y="11005"/>
                  <a:pt x="66550" y="10447"/>
                </a:cubicBezTo>
                <a:cubicBezTo>
                  <a:pt x="65736" y="9890"/>
                  <a:pt x="64312" y="9333"/>
                  <a:pt x="62277" y="8776"/>
                </a:cubicBezTo>
                <a:cubicBezTo>
                  <a:pt x="60241" y="8219"/>
                  <a:pt x="57935" y="7940"/>
                  <a:pt x="55357" y="7940"/>
                </a:cubicBezTo>
                <a:cubicBezTo>
                  <a:pt x="51287" y="7940"/>
                  <a:pt x="47420" y="8915"/>
                  <a:pt x="43756" y="10865"/>
                </a:cubicBezTo>
                <a:cubicBezTo>
                  <a:pt x="40907" y="12119"/>
                  <a:pt x="37990" y="14278"/>
                  <a:pt x="35005" y="17343"/>
                </a:cubicBezTo>
                <a:cubicBezTo>
                  <a:pt x="29035" y="23472"/>
                  <a:pt x="24694" y="32108"/>
                  <a:pt x="21980" y="43252"/>
                </a:cubicBezTo>
                <a:cubicBezTo>
                  <a:pt x="19266" y="54396"/>
                  <a:pt x="17842" y="62475"/>
                  <a:pt x="17706" y="67490"/>
                </a:cubicBezTo>
                <a:cubicBezTo>
                  <a:pt x="17706" y="73898"/>
                  <a:pt x="19470" y="78703"/>
                  <a:pt x="22998" y="81907"/>
                </a:cubicBezTo>
                <a:cubicBezTo>
                  <a:pt x="25982" y="85251"/>
                  <a:pt x="29917" y="86922"/>
                  <a:pt x="34802" y="86922"/>
                </a:cubicBezTo>
                <a:lnTo>
                  <a:pt x="35616" y="86922"/>
                </a:lnTo>
                <a:cubicBezTo>
                  <a:pt x="50812" y="86922"/>
                  <a:pt x="63362" y="81002"/>
                  <a:pt x="73266" y="69162"/>
                </a:cubicBezTo>
                <a:cubicBezTo>
                  <a:pt x="74488" y="67769"/>
                  <a:pt x="75302" y="67072"/>
                  <a:pt x="75709" y="67072"/>
                </a:cubicBezTo>
                <a:cubicBezTo>
                  <a:pt x="76251" y="67072"/>
                  <a:pt x="77133" y="67699"/>
                  <a:pt x="78354" y="68953"/>
                </a:cubicBezTo>
                <a:cubicBezTo>
                  <a:pt x="79576" y="70206"/>
                  <a:pt x="80254" y="71181"/>
                  <a:pt x="80390" y="71878"/>
                </a:cubicBezTo>
                <a:cubicBezTo>
                  <a:pt x="80525" y="72574"/>
                  <a:pt x="79915" y="73619"/>
                  <a:pt x="78558" y="75012"/>
                </a:cubicBezTo>
                <a:cubicBezTo>
                  <a:pt x="77201" y="76405"/>
                  <a:pt x="75234" y="78355"/>
                  <a:pt x="72656" y="80863"/>
                </a:cubicBezTo>
                <a:cubicBezTo>
                  <a:pt x="70078" y="83370"/>
                  <a:pt x="67025" y="85459"/>
                  <a:pt x="63498" y="87131"/>
                </a:cubicBezTo>
                <a:cubicBezTo>
                  <a:pt x="59970" y="88803"/>
                  <a:pt x="55628" y="90544"/>
                  <a:pt x="50472" y="92355"/>
                </a:cubicBezTo>
                <a:cubicBezTo>
                  <a:pt x="45317" y="94166"/>
                  <a:pt x="39890" y="94932"/>
                  <a:pt x="34191" y="94653"/>
                </a:cubicBezTo>
                <a:cubicBezTo>
                  <a:pt x="24015" y="94653"/>
                  <a:pt x="15807" y="91310"/>
                  <a:pt x="9565" y="84624"/>
                </a:cubicBezTo>
                <a:cubicBezTo>
                  <a:pt x="3324" y="77937"/>
                  <a:pt x="136" y="69440"/>
                  <a:pt x="0" y="591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C112AC-E333-4065-88B0-2DCBE52C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299" y="2723639"/>
            <a:ext cx="80525" cy="94932"/>
          </a:xfrm>
          <a:custGeom xmlns:a="http://schemas.openxmlformats.org/drawingml/2006/main">
            <a:pathLst>
              <a:path w="80525" h="94932" fill="none">
                <a:moveTo>
                  <a:pt x="0" y="59132"/>
                </a:moveTo>
                <a:cubicBezTo>
                  <a:pt x="0" y="43949"/>
                  <a:pt x="5834" y="30297"/>
                  <a:pt x="17503" y="18178"/>
                </a:cubicBezTo>
                <a:cubicBezTo>
                  <a:pt x="29171" y="6059"/>
                  <a:pt x="41789" y="0"/>
                  <a:pt x="55357" y="0"/>
                </a:cubicBezTo>
                <a:cubicBezTo>
                  <a:pt x="62955" y="0"/>
                  <a:pt x="68925" y="1672"/>
                  <a:pt x="73266" y="5015"/>
                </a:cubicBezTo>
                <a:cubicBezTo>
                  <a:pt x="77608" y="8358"/>
                  <a:pt x="79847" y="12746"/>
                  <a:pt x="79983" y="18178"/>
                </a:cubicBezTo>
                <a:cubicBezTo>
                  <a:pt x="79983" y="22218"/>
                  <a:pt x="78694" y="25631"/>
                  <a:pt x="76116" y="28417"/>
                </a:cubicBezTo>
                <a:cubicBezTo>
                  <a:pt x="73538" y="31203"/>
                  <a:pt x="70282" y="32665"/>
                  <a:pt x="66347" y="32805"/>
                </a:cubicBezTo>
                <a:cubicBezTo>
                  <a:pt x="63769" y="32805"/>
                  <a:pt x="61734" y="32108"/>
                  <a:pt x="60241" y="30715"/>
                </a:cubicBezTo>
                <a:cubicBezTo>
                  <a:pt x="58749" y="29322"/>
                  <a:pt x="58003" y="27233"/>
                  <a:pt x="58003" y="24447"/>
                </a:cubicBezTo>
                <a:cubicBezTo>
                  <a:pt x="58003" y="21661"/>
                  <a:pt x="58749" y="19293"/>
                  <a:pt x="60241" y="17343"/>
                </a:cubicBezTo>
                <a:cubicBezTo>
                  <a:pt x="61734" y="15392"/>
                  <a:pt x="63226" y="13930"/>
                  <a:pt x="64719" y="12955"/>
                </a:cubicBezTo>
                <a:cubicBezTo>
                  <a:pt x="66211" y="11980"/>
                  <a:pt x="67161" y="11562"/>
                  <a:pt x="67568" y="11701"/>
                </a:cubicBezTo>
                <a:lnTo>
                  <a:pt x="67771" y="11701"/>
                </a:lnTo>
                <a:cubicBezTo>
                  <a:pt x="67771" y="11422"/>
                  <a:pt x="67364" y="11005"/>
                  <a:pt x="66550" y="10447"/>
                </a:cubicBezTo>
                <a:cubicBezTo>
                  <a:pt x="65736" y="9890"/>
                  <a:pt x="64312" y="9333"/>
                  <a:pt x="62277" y="8776"/>
                </a:cubicBezTo>
                <a:cubicBezTo>
                  <a:pt x="60241" y="8219"/>
                  <a:pt x="57935" y="7940"/>
                  <a:pt x="55357" y="7940"/>
                </a:cubicBezTo>
                <a:cubicBezTo>
                  <a:pt x="51287" y="7940"/>
                  <a:pt x="47420" y="8915"/>
                  <a:pt x="43756" y="10865"/>
                </a:cubicBezTo>
                <a:cubicBezTo>
                  <a:pt x="40907" y="12119"/>
                  <a:pt x="37990" y="14278"/>
                  <a:pt x="35005" y="17343"/>
                </a:cubicBezTo>
                <a:cubicBezTo>
                  <a:pt x="29035" y="23472"/>
                  <a:pt x="24694" y="32108"/>
                  <a:pt x="21980" y="43252"/>
                </a:cubicBezTo>
                <a:cubicBezTo>
                  <a:pt x="19266" y="54396"/>
                  <a:pt x="17842" y="62475"/>
                  <a:pt x="17706" y="67490"/>
                </a:cubicBezTo>
                <a:cubicBezTo>
                  <a:pt x="17706" y="73898"/>
                  <a:pt x="19470" y="78703"/>
                  <a:pt x="22998" y="81907"/>
                </a:cubicBezTo>
                <a:cubicBezTo>
                  <a:pt x="25982" y="85251"/>
                  <a:pt x="29917" y="86922"/>
                  <a:pt x="34802" y="86922"/>
                </a:cubicBezTo>
                <a:lnTo>
                  <a:pt x="35616" y="86922"/>
                </a:lnTo>
                <a:cubicBezTo>
                  <a:pt x="50812" y="86922"/>
                  <a:pt x="63362" y="81002"/>
                  <a:pt x="73266" y="69162"/>
                </a:cubicBezTo>
                <a:cubicBezTo>
                  <a:pt x="74488" y="67769"/>
                  <a:pt x="75302" y="67072"/>
                  <a:pt x="75709" y="67072"/>
                </a:cubicBezTo>
                <a:cubicBezTo>
                  <a:pt x="76251" y="67072"/>
                  <a:pt x="77133" y="67699"/>
                  <a:pt x="78354" y="68953"/>
                </a:cubicBezTo>
                <a:cubicBezTo>
                  <a:pt x="79576" y="70206"/>
                  <a:pt x="80254" y="71181"/>
                  <a:pt x="80390" y="71878"/>
                </a:cubicBezTo>
                <a:cubicBezTo>
                  <a:pt x="80525" y="72574"/>
                  <a:pt x="79915" y="73619"/>
                  <a:pt x="78558" y="75012"/>
                </a:cubicBezTo>
                <a:cubicBezTo>
                  <a:pt x="77201" y="76405"/>
                  <a:pt x="75234" y="78355"/>
                  <a:pt x="72656" y="80863"/>
                </a:cubicBezTo>
                <a:cubicBezTo>
                  <a:pt x="70078" y="83370"/>
                  <a:pt x="67025" y="85459"/>
                  <a:pt x="63498" y="87131"/>
                </a:cubicBezTo>
                <a:cubicBezTo>
                  <a:pt x="59970" y="88803"/>
                  <a:pt x="55628" y="90544"/>
                  <a:pt x="50472" y="92355"/>
                </a:cubicBezTo>
                <a:cubicBezTo>
                  <a:pt x="45317" y="94166"/>
                  <a:pt x="39890" y="94932"/>
                  <a:pt x="34191" y="94653"/>
                </a:cubicBezTo>
                <a:cubicBezTo>
                  <a:pt x="24015" y="94653"/>
                  <a:pt x="15807" y="91310"/>
                  <a:pt x="9565" y="84624"/>
                </a:cubicBezTo>
                <a:cubicBezTo>
                  <a:pt x="3324" y="77937"/>
                  <a:pt x="136" y="69440"/>
                  <a:pt x="0" y="591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E2D301-C2B2-4A0F-AE20-E6DB30DA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218" y="2723848"/>
            <a:ext cx="96264" cy="94235"/>
          </a:xfrm>
          <a:custGeom xmlns:a="http://schemas.openxmlformats.org/drawingml/2006/main">
            <a:pathLst>
              <a:path w="96264" h="94235">
                <a:moveTo>
                  <a:pt x="0" y="59341"/>
                </a:moveTo>
                <a:cubicBezTo>
                  <a:pt x="0" y="45272"/>
                  <a:pt x="5156" y="31899"/>
                  <a:pt x="15467" y="19223"/>
                </a:cubicBezTo>
                <a:cubicBezTo>
                  <a:pt x="25779" y="6547"/>
                  <a:pt x="37379" y="139"/>
                  <a:pt x="50269" y="0"/>
                </a:cubicBezTo>
                <a:cubicBezTo>
                  <a:pt x="57189" y="0"/>
                  <a:pt x="63294" y="3413"/>
                  <a:pt x="68586" y="10238"/>
                </a:cubicBezTo>
                <a:cubicBezTo>
                  <a:pt x="70756" y="6059"/>
                  <a:pt x="73877" y="3970"/>
                  <a:pt x="77947" y="3970"/>
                </a:cubicBezTo>
                <a:cubicBezTo>
                  <a:pt x="79711" y="3970"/>
                  <a:pt x="81272" y="4527"/>
                  <a:pt x="82628" y="5642"/>
                </a:cubicBezTo>
                <a:cubicBezTo>
                  <a:pt x="83985" y="6756"/>
                  <a:pt x="84663" y="8149"/>
                  <a:pt x="84663" y="9821"/>
                </a:cubicBezTo>
                <a:cubicBezTo>
                  <a:pt x="84663" y="11631"/>
                  <a:pt x="82153" y="22775"/>
                  <a:pt x="77133" y="43252"/>
                </a:cubicBezTo>
                <a:cubicBezTo>
                  <a:pt x="72113" y="63729"/>
                  <a:pt x="69535" y="75291"/>
                  <a:pt x="69400" y="77937"/>
                </a:cubicBezTo>
                <a:cubicBezTo>
                  <a:pt x="69400" y="81420"/>
                  <a:pt x="69875" y="83718"/>
                  <a:pt x="70824" y="84833"/>
                </a:cubicBezTo>
                <a:cubicBezTo>
                  <a:pt x="71774" y="85947"/>
                  <a:pt x="73199" y="86574"/>
                  <a:pt x="75098" y="86713"/>
                </a:cubicBezTo>
                <a:cubicBezTo>
                  <a:pt x="76319" y="86574"/>
                  <a:pt x="77676" y="85947"/>
                  <a:pt x="79169" y="84833"/>
                </a:cubicBezTo>
                <a:cubicBezTo>
                  <a:pt x="82018" y="82047"/>
                  <a:pt x="84799" y="75360"/>
                  <a:pt x="87513" y="64774"/>
                </a:cubicBezTo>
                <a:cubicBezTo>
                  <a:pt x="88327" y="61988"/>
                  <a:pt x="89005" y="60525"/>
                  <a:pt x="89548" y="60386"/>
                </a:cubicBezTo>
                <a:cubicBezTo>
                  <a:pt x="89819" y="60246"/>
                  <a:pt x="90498" y="60177"/>
                  <a:pt x="91583" y="60177"/>
                </a:cubicBezTo>
                <a:lnTo>
                  <a:pt x="92397" y="60177"/>
                </a:lnTo>
                <a:cubicBezTo>
                  <a:pt x="94975" y="60177"/>
                  <a:pt x="96264" y="60804"/>
                  <a:pt x="96264" y="62057"/>
                </a:cubicBezTo>
                <a:cubicBezTo>
                  <a:pt x="96264" y="62893"/>
                  <a:pt x="95925" y="64774"/>
                  <a:pt x="95246" y="67699"/>
                </a:cubicBezTo>
                <a:cubicBezTo>
                  <a:pt x="94568" y="70624"/>
                  <a:pt x="93211" y="74385"/>
                  <a:pt x="91176" y="78982"/>
                </a:cubicBezTo>
                <a:cubicBezTo>
                  <a:pt x="89141" y="83579"/>
                  <a:pt x="86970" y="87061"/>
                  <a:pt x="84663" y="89429"/>
                </a:cubicBezTo>
                <a:cubicBezTo>
                  <a:pt x="82900" y="91240"/>
                  <a:pt x="80729" y="92703"/>
                  <a:pt x="78151" y="93817"/>
                </a:cubicBezTo>
                <a:cubicBezTo>
                  <a:pt x="77065" y="94096"/>
                  <a:pt x="75437" y="94235"/>
                  <a:pt x="73266" y="94235"/>
                </a:cubicBezTo>
                <a:cubicBezTo>
                  <a:pt x="68653" y="94235"/>
                  <a:pt x="64787" y="93191"/>
                  <a:pt x="61666" y="91101"/>
                </a:cubicBezTo>
                <a:cubicBezTo>
                  <a:pt x="58545" y="89012"/>
                  <a:pt x="56510" y="86852"/>
                  <a:pt x="55560" y="84624"/>
                </a:cubicBezTo>
                <a:lnTo>
                  <a:pt x="54339" y="81489"/>
                </a:lnTo>
                <a:cubicBezTo>
                  <a:pt x="54204" y="81350"/>
                  <a:pt x="53932" y="81420"/>
                  <a:pt x="53525" y="81698"/>
                </a:cubicBezTo>
                <a:cubicBezTo>
                  <a:pt x="53254" y="81977"/>
                  <a:pt x="52983" y="82256"/>
                  <a:pt x="52711" y="82534"/>
                </a:cubicBezTo>
                <a:cubicBezTo>
                  <a:pt x="44706" y="90335"/>
                  <a:pt x="36565" y="94235"/>
                  <a:pt x="28289" y="94235"/>
                </a:cubicBezTo>
                <a:cubicBezTo>
                  <a:pt x="20827" y="94235"/>
                  <a:pt x="14246" y="91449"/>
                  <a:pt x="8548" y="85877"/>
                </a:cubicBezTo>
                <a:cubicBezTo>
                  <a:pt x="2849" y="80305"/>
                  <a:pt x="0" y="71460"/>
                  <a:pt x="0" y="59341"/>
                </a:cubicBezTo>
                <a:close/>
                <a:moveTo>
                  <a:pt x="64719" y="23611"/>
                </a:moveTo>
                <a:cubicBezTo>
                  <a:pt x="64719" y="22775"/>
                  <a:pt x="64380" y="21243"/>
                  <a:pt x="63701" y="19014"/>
                </a:cubicBezTo>
                <a:cubicBezTo>
                  <a:pt x="63023" y="16785"/>
                  <a:pt x="61462" y="14348"/>
                  <a:pt x="59020" y="11701"/>
                </a:cubicBezTo>
                <a:cubicBezTo>
                  <a:pt x="56578" y="9054"/>
                  <a:pt x="53457" y="7661"/>
                  <a:pt x="49658" y="7522"/>
                </a:cubicBezTo>
                <a:cubicBezTo>
                  <a:pt x="44910" y="7522"/>
                  <a:pt x="40364" y="9681"/>
                  <a:pt x="36023" y="13999"/>
                </a:cubicBezTo>
                <a:cubicBezTo>
                  <a:pt x="31681" y="18318"/>
                  <a:pt x="28289" y="23959"/>
                  <a:pt x="25847" y="30924"/>
                </a:cubicBezTo>
                <a:cubicBezTo>
                  <a:pt x="21912" y="41929"/>
                  <a:pt x="19131" y="53351"/>
                  <a:pt x="17503" y="65192"/>
                </a:cubicBezTo>
                <a:cubicBezTo>
                  <a:pt x="17503" y="65609"/>
                  <a:pt x="17503" y="66376"/>
                  <a:pt x="17503" y="67490"/>
                </a:cubicBezTo>
                <a:cubicBezTo>
                  <a:pt x="17503" y="68604"/>
                  <a:pt x="17435" y="69440"/>
                  <a:pt x="17299" y="69997"/>
                </a:cubicBezTo>
                <a:cubicBezTo>
                  <a:pt x="17299" y="76266"/>
                  <a:pt x="18520" y="80584"/>
                  <a:pt x="20962" y="82952"/>
                </a:cubicBezTo>
                <a:cubicBezTo>
                  <a:pt x="23405" y="85320"/>
                  <a:pt x="26322" y="86574"/>
                  <a:pt x="29714" y="86713"/>
                </a:cubicBezTo>
                <a:cubicBezTo>
                  <a:pt x="34869" y="86713"/>
                  <a:pt x="39957" y="84415"/>
                  <a:pt x="44977" y="79818"/>
                </a:cubicBezTo>
                <a:cubicBezTo>
                  <a:pt x="49998" y="75221"/>
                  <a:pt x="52983" y="71669"/>
                  <a:pt x="53932" y="69162"/>
                </a:cubicBezTo>
                <a:cubicBezTo>
                  <a:pt x="54204" y="68604"/>
                  <a:pt x="56035" y="61152"/>
                  <a:pt x="59427" y="46804"/>
                </a:cubicBezTo>
                <a:cubicBezTo>
                  <a:pt x="62819" y="32456"/>
                  <a:pt x="64583" y="24725"/>
                  <a:pt x="64719" y="236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C5217F-B75E-4E5A-B178-C16D4654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218" y="2723848"/>
            <a:ext cx="96264" cy="94235"/>
          </a:xfrm>
          <a:custGeom xmlns:a="http://schemas.openxmlformats.org/drawingml/2006/main">
            <a:pathLst>
              <a:path w="96264" h="94235" fill="none">
                <a:moveTo>
                  <a:pt x="0" y="59341"/>
                </a:moveTo>
                <a:cubicBezTo>
                  <a:pt x="0" y="45272"/>
                  <a:pt x="5156" y="31899"/>
                  <a:pt x="15467" y="19223"/>
                </a:cubicBezTo>
                <a:cubicBezTo>
                  <a:pt x="25779" y="6547"/>
                  <a:pt x="37379" y="139"/>
                  <a:pt x="50269" y="0"/>
                </a:cubicBezTo>
                <a:cubicBezTo>
                  <a:pt x="57189" y="0"/>
                  <a:pt x="63294" y="3413"/>
                  <a:pt x="68586" y="10238"/>
                </a:cubicBezTo>
                <a:cubicBezTo>
                  <a:pt x="70756" y="6059"/>
                  <a:pt x="73877" y="3970"/>
                  <a:pt x="77947" y="3970"/>
                </a:cubicBezTo>
                <a:cubicBezTo>
                  <a:pt x="79711" y="3970"/>
                  <a:pt x="81272" y="4527"/>
                  <a:pt x="82628" y="5642"/>
                </a:cubicBezTo>
                <a:cubicBezTo>
                  <a:pt x="83985" y="6756"/>
                  <a:pt x="84663" y="8149"/>
                  <a:pt x="84663" y="9821"/>
                </a:cubicBezTo>
                <a:cubicBezTo>
                  <a:pt x="84663" y="11631"/>
                  <a:pt x="82153" y="22775"/>
                  <a:pt x="77133" y="43252"/>
                </a:cubicBezTo>
                <a:cubicBezTo>
                  <a:pt x="72113" y="63729"/>
                  <a:pt x="69535" y="75291"/>
                  <a:pt x="69400" y="77937"/>
                </a:cubicBezTo>
                <a:cubicBezTo>
                  <a:pt x="69400" y="81420"/>
                  <a:pt x="69875" y="83718"/>
                  <a:pt x="70824" y="84833"/>
                </a:cubicBezTo>
                <a:cubicBezTo>
                  <a:pt x="71774" y="85947"/>
                  <a:pt x="73199" y="86574"/>
                  <a:pt x="75098" y="86713"/>
                </a:cubicBezTo>
                <a:cubicBezTo>
                  <a:pt x="76319" y="86574"/>
                  <a:pt x="77676" y="85947"/>
                  <a:pt x="79169" y="84833"/>
                </a:cubicBezTo>
                <a:cubicBezTo>
                  <a:pt x="82018" y="82047"/>
                  <a:pt x="84799" y="75360"/>
                  <a:pt x="87513" y="64774"/>
                </a:cubicBezTo>
                <a:cubicBezTo>
                  <a:pt x="88327" y="61988"/>
                  <a:pt x="89005" y="60525"/>
                  <a:pt x="89548" y="60386"/>
                </a:cubicBezTo>
                <a:cubicBezTo>
                  <a:pt x="89819" y="60246"/>
                  <a:pt x="90498" y="60177"/>
                  <a:pt x="91583" y="60177"/>
                </a:cubicBezTo>
                <a:lnTo>
                  <a:pt x="92397" y="60177"/>
                </a:lnTo>
                <a:cubicBezTo>
                  <a:pt x="94975" y="60177"/>
                  <a:pt x="96264" y="60804"/>
                  <a:pt x="96264" y="62057"/>
                </a:cubicBezTo>
                <a:cubicBezTo>
                  <a:pt x="96264" y="62893"/>
                  <a:pt x="95925" y="64774"/>
                  <a:pt x="95246" y="67699"/>
                </a:cubicBezTo>
                <a:cubicBezTo>
                  <a:pt x="94568" y="70624"/>
                  <a:pt x="93211" y="74385"/>
                  <a:pt x="91176" y="78982"/>
                </a:cubicBezTo>
                <a:cubicBezTo>
                  <a:pt x="89141" y="83579"/>
                  <a:pt x="86970" y="87061"/>
                  <a:pt x="84663" y="89429"/>
                </a:cubicBezTo>
                <a:cubicBezTo>
                  <a:pt x="82900" y="91240"/>
                  <a:pt x="80729" y="92703"/>
                  <a:pt x="78151" y="93817"/>
                </a:cubicBezTo>
                <a:cubicBezTo>
                  <a:pt x="77065" y="94096"/>
                  <a:pt x="75437" y="94235"/>
                  <a:pt x="73266" y="94235"/>
                </a:cubicBezTo>
                <a:cubicBezTo>
                  <a:pt x="68653" y="94235"/>
                  <a:pt x="64787" y="93191"/>
                  <a:pt x="61666" y="91101"/>
                </a:cubicBezTo>
                <a:cubicBezTo>
                  <a:pt x="58545" y="89012"/>
                  <a:pt x="56510" y="86852"/>
                  <a:pt x="55560" y="84624"/>
                </a:cubicBezTo>
                <a:lnTo>
                  <a:pt x="54339" y="81489"/>
                </a:lnTo>
                <a:cubicBezTo>
                  <a:pt x="54204" y="81350"/>
                  <a:pt x="53932" y="81420"/>
                  <a:pt x="53525" y="81698"/>
                </a:cubicBezTo>
                <a:cubicBezTo>
                  <a:pt x="53254" y="81977"/>
                  <a:pt x="52983" y="82256"/>
                  <a:pt x="52711" y="82534"/>
                </a:cubicBezTo>
                <a:cubicBezTo>
                  <a:pt x="44706" y="90335"/>
                  <a:pt x="36565" y="94235"/>
                  <a:pt x="28289" y="94235"/>
                </a:cubicBezTo>
                <a:cubicBezTo>
                  <a:pt x="20827" y="94235"/>
                  <a:pt x="14246" y="91449"/>
                  <a:pt x="8548" y="85877"/>
                </a:cubicBezTo>
                <a:cubicBezTo>
                  <a:pt x="2849" y="80305"/>
                  <a:pt x="0" y="71460"/>
                  <a:pt x="0" y="59341"/>
                </a:cubicBezTo>
                <a:close/>
                <a:moveTo>
                  <a:pt x="64719" y="23611"/>
                </a:moveTo>
                <a:cubicBezTo>
                  <a:pt x="64719" y="22775"/>
                  <a:pt x="64380" y="21243"/>
                  <a:pt x="63701" y="19014"/>
                </a:cubicBezTo>
                <a:cubicBezTo>
                  <a:pt x="63023" y="16785"/>
                  <a:pt x="61462" y="14348"/>
                  <a:pt x="59020" y="11701"/>
                </a:cubicBezTo>
                <a:cubicBezTo>
                  <a:pt x="56578" y="9054"/>
                  <a:pt x="53457" y="7661"/>
                  <a:pt x="49658" y="7522"/>
                </a:cubicBezTo>
                <a:cubicBezTo>
                  <a:pt x="44910" y="7522"/>
                  <a:pt x="40364" y="9681"/>
                  <a:pt x="36023" y="13999"/>
                </a:cubicBezTo>
                <a:cubicBezTo>
                  <a:pt x="31681" y="18318"/>
                  <a:pt x="28289" y="23959"/>
                  <a:pt x="25847" y="30924"/>
                </a:cubicBezTo>
                <a:cubicBezTo>
                  <a:pt x="21912" y="41929"/>
                  <a:pt x="19131" y="53351"/>
                  <a:pt x="17503" y="65192"/>
                </a:cubicBezTo>
                <a:cubicBezTo>
                  <a:pt x="17503" y="65609"/>
                  <a:pt x="17503" y="66376"/>
                  <a:pt x="17503" y="67490"/>
                </a:cubicBezTo>
                <a:cubicBezTo>
                  <a:pt x="17503" y="68604"/>
                  <a:pt x="17435" y="69440"/>
                  <a:pt x="17299" y="69997"/>
                </a:cubicBezTo>
                <a:cubicBezTo>
                  <a:pt x="17299" y="76266"/>
                  <a:pt x="18520" y="80584"/>
                  <a:pt x="20962" y="82952"/>
                </a:cubicBezTo>
                <a:cubicBezTo>
                  <a:pt x="23405" y="85320"/>
                  <a:pt x="26322" y="86574"/>
                  <a:pt x="29714" y="86713"/>
                </a:cubicBezTo>
                <a:cubicBezTo>
                  <a:pt x="34869" y="86713"/>
                  <a:pt x="39957" y="84415"/>
                  <a:pt x="44977" y="79818"/>
                </a:cubicBezTo>
                <a:cubicBezTo>
                  <a:pt x="49998" y="75221"/>
                  <a:pt x="52983" y="71669"/>
                  <a:pt x="53932" y="69162"/>
                </a:cubicBezTo>
                <a:cubicBezTo>
                  <a:pt x="54204" y="68604"/>
                  <a:pt x="56035" y="61152"/>
                  <a:pt x="59427" y="46804"/>
                </a:cubicBezTo>
                <a:cubicBezTo>
                  <a:pt x="62819" y="32456"/>
                  <a:pt x="64583" y="24725"/>
                  <a:pt x="64719" y="2361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8D759E-8DE6-4703-BA99-4C355845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030" y="2685193"/>
            <a:ext cx="63294" cy="133099"/>
          </a:xfrm>
          <a:custGeom xmlns:a="http://schemas.openxmlformats.org/drawingml/2006/main">
            <a:pathLst>
              <a:path w="63294" h="133099">
                <a:moveTo>
                  <a:pt x="1425" y="50356"/>
                </a:moveTo>
                <a:cubicBezTo>
                  <a:pt x="475" y="49381"/>
                  <a:pt x="0" y="48685"/>
                  <a:pt x="0" y="48267"/>
                </a:cubicBezTo>
                <a:cubicBezTo>
                  <a:pt x="0" y="47710"/>
                  <a:pt x="204" y="46595"/>
                  <a:pt x="611" y="44924"/>
                </a:cubicBezTo>
                <a:cubicBezTo>
                  <a:pt x="1018" y="43252"/>
                  <a:pt x="1357" y="42277"/>
                  <a:pt x="1628" y="41998"/>
                </a:cubicBezTo>
                <a:cubicBezTo>
                  <a:pt x="1900" y="41302"/>
                  <a:pt x="2510" y="40954"/>
                  <a:pt x="3460" y="40954"/>
                </a:cubicBezTo>
                <a:cubicBezTo>
                  <a:pt x="4410" y="40954"/>
                  <a:pt x="7869" y="40884"/>
                  <a:pt x="13839" y="40745"/>
                </a:cubicBezTo>
                <a:lnTo>
                  <a:pt x="24626" y="40745"/>
                </a:lnTo>
                <a:lnTo>
                  <a:pt x="28493" y="24029"/>
                </a:lnTo>
                <a:cubicBezTo>
                  <a:pt x="28900" y="22497"/>
                  <a:pt x="29374" y="20477"/>
                  <a:pt x="29917" y="17969"/>
                </a:cubicBezTo>
                <a:cubicBezTo>
                  <a:pt x="30460" y="15462"/>
                  <a:pt x="30935" y="13651"/>
                  <a:pt x="31342" y="12537"/>
                </a:cubicBezTo>
                <a:cubicBezTo>
                  <a:pt x="31749" y="11422"/>
                  <a:pt x="32156" y="10029"/>
                  <a:pt x="32563" y="8358"/>
                </a:cubicBezTo>
                <a:cubicBezTo>
                  <a:pt x="32970" y="6686"/>
                  <a:pt x="33513" y="5502"/>
                  <a:pt x="34191" y="4806"/>
                </a:cubicBezTo>
                <a:cubicBezTo>
                  <a:pt x="34869" y="4109"/>
                  <a:pt x="35548" y="3274"/>
                  <a:pt x="36226" y="2298"/>
                </a:cubicBezTo>
                <a:cubicBezTo>
                  <a:pt x="36905" y="1323"/>
                  <a:pt x="37854" y="696"/>
                  <a:pt x="39075" y="418"/>
                </a:cubicBezTo>
                <a:cubicBezTo>
                  <a:pt x="40297" y="139"/>
                  <a:pt x="41518" y="0"/>
                  <a:pt x="42739" y="0"/>
                </a:cubicBezTo>
                <a:cubicBezTo>
                  <a:pt x="45181" y="139"/>
                  <a:pt x="46877" y="905"/>
                  <a:pt x="47827" y="2298"/>
                </a:cubicBezTo>
                <a:cubicBezTo>
                  <a:pt x="48776" y="3691"/>
                  <a:pt x="49251" y="5015"/>
                  <a:pt x="49251" y="6268"/>
                </a:cubicBezTo>
                <a:cubicBezTo>
                  <a:pt x="49251" y="7244"/>
                  <a:pt x="48641" y="10517"/>
                  <a:pt x="47420" y="16089"/>
                </a:cubicBezTo>
                <a:cubicBezTo>
                  <a:pt x="46199" y="21661"/>
                  <a:pt x="44842" y="27163"/>
                  <a:pt x="43349" y="32596"/>
                </a:cubicBezTo>
                <a:lnTo>
                  <a:pt x="41314" y="40327"/>
                </a:lnTo>
                <a:cubicBezTo>
                  <a:pt x="41314" y="40605"/>
                  <a:pt x="44706" y="40745"/>
                  <a:pt x="51490" y="40745"/>
                </a:cubicBezTo>
                <a:lnTo>
                  <a:pt x="61869" y="40745"/>
                </a:lnTo>
                <a:cubicBezTo>
                  <a:pt x="62819" y="41720"/>
                  <a:pt x="63294" y="42486"/>
                  <a:pt x="63294" y="43043"/>
                </a:cubicBezTo>
                <a:cubicBezTo>
                  <a:pt x="63294" y="46108"/>
                  <a:pt x="62412" y="48545"/>
                  <a:pt x="60648" y="50356"/>
                </a:cubicBezTo>
                <a:lnTo>
                  <a:pt x="38872" y="50356"/>
                </a:lnTo>
                <a:lnTo>
                  <a:pt x="31545" y="80654"/>
                </a:lnTo>
                <a:cubicBezTo>
                  <a:pt x="26254" y="102941"/>
                  <a:pt x="23608" y="114921"/>
                  <a:pt x="23608" y="116593"/>
                </a:cubicBezTo>
                <a:cubicBezTo>
                  <a:pt x="23608" y="122443"/>
                  <a:pt x="25440" y="125368"/>
                  <a:pt x="29103" y="125368"/>
                </a:cubicBezTo>
                <a:cubicBezTo>
                  <a:pt x="33852" y="125368"/>
                  <a:pt x="38465" y="123000"/>
                  <a:pt x="42942" y="118264"/>
                </a:cubicBezTo>
                <a:cubicBezTo>
                  <a:pt x="47420" y="113528"/>
                  <a:pt x="51015" y="107678"/>
                  <a:pt x="53729" y="100713"/>
                </a:cubicBezTo>
                <a:cubicBezTo>
                  <a:pt x="54000" y="99877"/>
                  <a:pt x="54339" y="99389"/>
                  <a:pt x="54746" y="99250"/>
                </a:cubicBezTo>
                <a:cubicBezTo>
                  <a:pt x="55153" y="99111"/>
                  <a:pt x="56171" y="98971"/>
                  <a:pt x="57799" y="98832"/>
                </a:cubicBezTo>
                <a:lnTo>
                  <a:pt x="58613" y="98832"/>
                </a:lnTo>
                <a:cubicBezTo>
                  <a:pt x="60648" y="98832"/>
                  <a:pt x="61666" y="99389"/>
                  <a:pt x="61666" y="100504"/>
                </a:cubicBezTo>
                <a:cubicBezTo>
                  <a:pt x="61666" y="100922"/>
                  <a:pt x="61462" y="101757"/>
                  <a:pt x="61055" y="103011"/>
                </a:cubicBezTo>
                <a:cubicBezTo>
                  <a:pt x="60377" y="105240"/>
                  <a:pt x="59156" y="107886"/>
                  <a:pt x="57392" y="110951"/>
                </a:cubicBezTo>
                <a:cubicBezTo>
                  <a:pt x="55628" y="114016"/>
                  <a:pt x="53322" y="117289"/>
                  <a:pt x="50472" y="120772"/>
                </a:cubicBezTo>
                <a:cubicBezTo>
                  <a:pt x="47623" y="124254"/>
                  <a:pt x="44163" y="127179"/>
                  <a:pt x="40093" y="129547"/>
                </a:cubicBezTo>
                <a:cubicBezTo>
                  <a:pt x="36023" y="131915"/>
                  <a:pt x="31884" y="133099"/>
                  <a:pt x="27678" y="133099"/>
                </a:cubicBezTo>
                <a:cubicBezTo>
                  <a:pt x="23608" y="133099"/>
                  <a:pt x="19741" y="132055"/>
                  <a:pt x="16078" y="129965"/>
                </a:cubicBezTo>
                <a:cubicBezTo>
                  <a:pt x="12415" y="127876"/>
                  <a:pt x="9769" y="124254"/>
                  <a:pt x="8141" y="119100"/>
                </a:cubicBezTo>
                <a:cubicBezTo>
                  <a:pt x="7869" y="117986"/>
                  <a:pt x="7734" y="116105"/>
                  <a:pt x="7734" y="113458"/>
                </a:cubicBezTo>
                <a:lnTo>
                  <a:pt x="7734" y="109697"/>
                </a:lnTo>
                <a:lnTo>
                  <a:pt x="14857" y="80445"/>
                </a:lnTo>
                <a:cubicBezTo>
                  <a:pt x="19606" y="60804"/>
                  <a:pt x="22048" y="50913"/>
                  <a:pt x="22183" y="50774"/>
                </a:cubicBezTo>
                <a:cubicBezTo>
                  <a:pt x="22183" y="50496"/>
                  <a:pt x="18724" y="50356"/>
                  <a:pt x="11804" y="50356"/>
                </a:cubicBezTo>
                <a:lnTo>
                  <a:pt x="1425" y="503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3B5B69-737D-4D5D-BFE7-67A76574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030" y="2685193"/>
            <a:ext cx="63294" cy="133099"/>
          </a:xfrm>
          <a:custGeom xmlns:a="http://schemas.openxmlformats.org/drawingml/2006/main">
            <a:pathLst>
              <a:path w="63294" h="133099" fill="none">
                <a:moveTo>
                  <a:pt x="1425" y="50356"/>
                </a:moveTo>
                <a:cubicBezTo>
                  <a:pt x="475" y="49381"/>
                  <a:pt x="0" y="48685"/>
                  <a:pt x="0" y="48267"/>
                </a:cubicBezTo>
                <a:cubicBezTo>
                  <a:pt x="0" y="47710"/>
                  <a:pt x="204" y="46595"/>
                  <a:pt x="611" y="44924"/>
                </a:cubicBezTo>
                <a:cubicBezTo>
                  <a:pt x="1018" y="43252"/>
                  <a:pt x="1357" y="42277"/>
                  <a:pt x="1628" y="41998"/>
                </a:cubicBezTo>
                <a:cubicBezTo>
                  <a:pt x="1900" y="41302"/>
                  <a:pt x="2510" y="40954"/>
                  <a:pt x="3460" y="40954"/>
                </a:cubicBezTo>
                <a:cubicBezTo>
                  <a:pt x="4410" y="40954"/>
                  <a:pt x="7869" y="40884"/>
                  <a:pt x="13839" y="40745"/>
                </a:cubicBezTo>
                <a:lnTo>
                  <a:pt x="24626" y="40745"/>
                </a:lnTo>
                <a:lnTo>
                  <a:pt x="28493" y="24029"/>
                </a:lnTo>
                <a:cubicBezTo>
                  <a:pt x="28900" y="22497"/>
                  <a:pt x="29374" y="20477"/>
                  <a:pt x="29917" y="17969"/>
                </a:cubicBezTo>
                <a:cubicBezTo>
                  <a:pt x="30460" y="15462"/>
                  <a:pt x="30935" y="13651"/>
                  <a:pt x="31342" y="12537"/>
                </a:cubicBezTo>
                <a:cubicBezTo>
                  <a:pt x="31749" y="11422"/>
                  <a:pt x="32156" y="10029"/>
                  <a:pt x="32563" y="8358"/>
                </a:cubicBezTo>
                <a:cubicBezTo>
                  <a:pt x="32970" y="6686"/>
                  <a:pt x="33513" y="5502"/>
                  <a:pt x="34191" y="4806"/>
                </a:cubicBezTo>
                <a:cubicBezTo>
                  <a:pt x="34869" y="4109"/>
                  <a:pt x="35548" y="3274"/>
                  <a:pt x="36226" y="2298"/>
                </a:cubicBezTo>
                <a:cubicBezTo>
                  <a:pt x="36905" y="1323"/>
                  <a:pt x="37854" y="696"/>
                  <a:pt x="39075" y="418"/>
                </a:cubicBezTo>
                <a:cubicBezTo>
                  <a:pt x="40297" y="139"/>
                  <a:pt x="41518" y="0"/>
                  <a:pt x="42739" y="0"/>
                </a:cubicBezTo>
                <a:cubicBezTo>
                  <a:pt x="45181" y="139"/>
                  <a:pt x="46877" y="905"/>
                  <a:pt x="47827" y="2298"/>
                </a:cubicBezTo>
                <a:cubicBezTo>
                  <a:pt x="48776" y="3691"/>
                  <a:pt x="49251" y="5015"/>
                  <a:pt x="49251" y="6268"/>
                </a:cubicBezTo>
                <a:cubicBezTo>
                  <a:pt x="49251" y="7244"/>
                  <a:pt x="48641" y="10517"/>
                  <a:pt x="47420" y="16089"/>
                </a:cubicBezTo>
                <a:cubicBezTo>
                  <a:pt x="46199" y="21661"/>
                  <a:pt x="44842" y="27163"/>
                  <a:pt x="43349" y="32596"/>
                </a:cubicBezTo>
                <a:lnTo>
                  <a:pt x="41314" y="40327"/>
                </a:lnTo>
                <a:cubicBezTo>
                  <a:pt x="41314" y="40605"/>
                  <a:pt x="44706" y="40745"/>
                  <a:pt x="51490" y="40745"/>
                </a:cubicBezTo>
                <a:lnTo>
                  <a:pt x="61869" y="40745"/>
                </a:lnTo>
                <a:cubicBezTo>
                  <a:pt x="62819" y="41720"/>
                  <a:pt x="63294" y="42486"/>
                  <a:pt x="63294" y="43043"/>
                </a:cubicBezTo>
                <a:cubicBezTo>
                  <a:pt x="63294" y="46108"/>
                  <a:pt x="62412" y="48545"/>
                  <a:pt x="60648" y="50356"/>
                </a:cubicBezTo>
                <a:lnTo>
                  <a:pt x="38872" y="50356"/>
                </a:lnTo>
                <a:lnTo>
                  <a:pt x="31545" y="80654"/>
                </a:lnTo>
                <a:cubicBezTo>
                  <a:pt x="26254" y="102941"/>
                  <a:pt x="23608" y="114921"/>
                  <a:pt x="23608" y="116593"/>
                </a:cubicBezTo>
                <a:cubicBezTo>
                  <a:pt x="23608" y="122443"/>
                  <a:pt x="25440" y="125368"/>
                  <a:pt x="29103" y="125368"/>
                </a:cubicBezTo>
                <a:cubicBezTo>
                  <a:pt x="33852" y="125368"/>
                  <a:pt x="38465" y="123000"/>
                  <a:pt x="42942" y="118264"/>
                </a:cubicBezTo>
                <a:cubicBezTo>
                  <a:pt x="47420" y="113528"/>
                  <a:pt x="51015" y="107678"/>
                  <a:pt x="53729" y="100713"/>
                </a:cubicBezTo>
                <a:cubicBezTo>
                  <a:pt x="54000" y="99877"/>
                  <a:pt x="54339" y="99389"/>
                  <a:pt x="54746" y="99250"/>
                </a:cubicBezTo>
                <a:cubicBezTo>
                  <a:pt x="55153" y="99111"/>
                  <a:pt x="56171" y="98971"/>
                  <a:pt x="57799" y="98832"/>
                </a:cubicBezTo>
                <a:lnTo>
                  <a:pt x="58613" y="98832"/>
                </a:lnTo>
                <a:cubicBezTo>
                  <a:pt x="60648" y="98832"/>
                  <a:pt x="61666" y="99389"/>
                  <a:pt x="61666" y="100504"/>
                </a:cubicBezTo>
                <a:cubicBezTo>
                  <a:pt x="61666" y="100922"/>
                  <a:pt x="61462" y="101757"/>
                  <a:pt x="61055" y="103011"/>
                </a:cubicBezTo>
                <a:cubicBezTo>
                  <a:pt x="60377" y="105240"/>
                  <a:pt x="59156" y="107886"/>
                  <a:pt x="57392" y="110951"/>
                </a:cubicBezTo>
                <a:cubicBezTo>
                  <a:pt x="55628" y="114016"/>
                  <a:pt x="53322" y="117289"/>
                  <a:pt x="50472" y="120772"/>
                </a:cubicBezTo>
                <a:cubicBezTo>
                  <a:pt x="47623" y="124254"/>
                  <a:pt x="44163" y="127179"/>
                  <a:pt x="40093" y="129547"/>
                </a:cubicBezTo>
                <a:cubicBezTo>
                  <a:pt x="36023" y="131915"/>
                  <a:pt x="31884" y="133099"/>
                  <a:pt x="27678" y="133099"/>
                </a:cubicBezTo>
                <a:cubicBezTo>
                  <a:pt x="23608" y="133099"/>
                  <a:pt x="19741" y="132055"/>
                  <a:pt x="16078" y="129965"/>
                </a:cubicBezTo>
                <a:cubicBezTo>
                  <a:pt x="12415" y="127876"/>
                  <a:pt x="9769" y="124254"/>
                  <a:pt x="8141" y="119100"/>
                </a:cubicBezTo>
                <a:cubicBezTo>
                  <a:pt x="7869" y="117986"/>
                  <a:pt x="7734" y="116105"/>
                  <a:pt x="7734" y="113458"/>
                </a:cubicBezTo>
                <a:lnTo>
                  <a:pt x="7734" y="109697"/>
                </a:lnTo>
                <a:lnTo>
                  <a:pt x="14857" y="80445"/>
                </a:lnTo>
                <a:cubicBezTo>
                  <a:pt x="19606" y="60804"/>
                  <a:pt x="22048" y="50913"/>
                  <a:pt x="22183" y="50774"/>
                </a:cubicBezTo>
                <a:cubicBezTo>
                  <a:pt x="22183" y="50496"/>
                  <a:pt x="18724" y="50356"/>
                  <a:pt x="11804" y="50356"/>
                </a:cubicBezTo>
                <a:lnTo>
                  <a:pt x="1425" y="503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AEF7EA-3B2B-4F3C-B010-09C812FA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500" y="2685193"/>
            <a:ext cx="63294" cy="133099"/>
          </a:xfrm>
          <a:custGeom xmlns:a="http://schemas.openxmlformats.org/drawingml/2006/main">
            <a:pathLst>
              <a:path w="63294" h="133099">
                <a:moveTo>
                  <a:pt x="1425" y="50356"/>
                </a:moveTo>
                <a:cubicBezTo>
                  <a:pt x="475" y="49381"/>
                  <a:pt x="0" y="48685"/>
                  <a:pt x="0" y="48267"/>
                </a:cubicBezTo>
                <a:cubicBezTo>
                  <a:pt x="0" y="47710"/>
                  <a:pt x="204" y="46595"/>
                  <a:pt x="611" y="44924"/>
                </a:cubicBezTo>
                <a:cubicBezTo>
                  <a:pt x="1018" y="43252"/>
                  <a:pt x="1357" y="42277"/>
                  <a:pt x="1628" y="41998"/>
                </a:cubicBezTo>
                <a:cubicBezTo>
                  <a:pt x="1900" y="41302"/>
                  <a:pt x="2510" y="40954"/>
                  <a:pt x="3460" y="40954"/>
                </a:cubicBezTo>
                <a:cubicBezTo>
                  <a:pt x="4410" y="40954"/>
                  <a:pt x="7869" y="40884"/>
                  <a:pt x="13839" y="40745"/>
                </a:cubicBezTo>
                <a:lnTo>
                  <a:pt x="24626" y="40745"/>
                </a:lnTo>
                <a:lnTo>
                  <a:pt x="28493" y="24029"/>
                </a:lnTo>
                <a:cubicBezTo>
                  <a:pt x="28900" y="22497"/>
                  <a:pt x="29374" y="20477"/>
                  <a:pt x="29917" y="17969"/>
                </a:cubicBezTo>
                <a:cubicBezTo>
                  <a:pt x="30460" y="15462"/>
                  <a:pt x="30935" y="13651"/>
                  <a:pt x="31342" y="12537"/>
                </a:cubicBezTo>
                <a:cubicBezTo>
                  <a:pt x="31749" y="11422"/>
                  <a:pt x="32156" y="10029"/>
                  <a:pt x="32563" y="8358"/>
                </a:cubicBezTo>
                <a:cubicBezTo>
                  <a:pt x="32970" y="6686"/>
                  <a:pt x="33513" y="5502"/>
                  <a:pt x="34191" y="4806"/>
                </a:cubicBezTo>
                <a:cubicBezTo>
                  <a:pt x="34869" y="4109"/>
                  <a:pt x="35548" y="3274"/>
                  <a:pt x="36226" y="2298"/>
                </a:cubicBezTo>
                <a:cubicBezTo>
                  <a:pt x="36905" y="1323"/>
                  <a:pt x="37854" y="696"/>
                  <a:pt x="39075" y="418"/>
                </a:cubicBezTo>
                <a:cubicBezTo>
                  <a:pt x="40297" y="139"/>
                  <a:pt x="41518" y="0"/>
                  <a:pt x="42739" y="0"/>
                </a:cubicBezTo>
                <a:cubicBezTo>
                  <a:pt x="45181" y="139"/>
                  <a:pt x="46877" y="905"/>
                  <a:pt x="47827" y="2298"/>
                </a:cubicBezTo>
                <a:cubicBezTo>
                  <a:pt x="48776" y="3691"/>
                  <a:pt x="49251" y="5015"/>
                  <a:pt x="49251" y="6268"/>
                </a:cubicBezTo>
                <a:cubicBezTo>
                  <a:pt x="49251" y="7244"/>
                  <a:pt x="48641" y="10517"/>
                  <a:pt x="47420" y="16089"/>
                </a:cubicBezTo>
                <a:cubicBezTo>
                  <a:pt x="46199" y="21661"/>
                  <a:pt x="44842" y="27163"/>
                  <a:pt x="43349" y="32596"/>
                </a:cubicBezTo>
                <a:lnTo>
                  <a:pt x="41314" y="40327"/>
                </a:lnTo>
                <a:cubicBezTo>
                  <a:pt x="41314" y="40605"/>
                  <a:pt x="44706" y="40745"/>
                  <a:pt x="51490" y="40745"/>
                </a:cubicBezTo>
                <a:lnTo>
                  <a:pt x="61869" y="40745"/>
                </a:lnTo>
                <a:cubicBezTo>
                  <a:pt x="62819" y="41720"/>
                  <a:pt x="63294" y="42486"/>
                  <a:pt x="63294" y="43043"/>
                </a:cubicBezTo>
                <a:cubicBezTo>
                  <a:pt x="63294" y="46108"/>
                  <a:pt x="62412" y="48545"/>
                  <a:pt x="60648" y="50356"/>
                </a:cubicBezTo>
                <a:lnTo>
                  <a:pt x="38872" y="50356"/>
                </a:lnTo>
                <a:lnTo>
                  <a:pt x="31545" y="80654"/>
                </a:lnTo>
                <a:cubicBezTo>
                  <a:pt x="26254" y="102941"/>
                  <a:pt x="23608" y="114921"/>
                  <a:pt x="23608" y="116593"/>
                </a:cubicBezTo>
                <a:cubicBezTo>
                  <a:pt x="23608" y="122443"/>
                  <a:pt x="25440" y="125368"/>
                  <a:pt x="29103" y="125368"/>
                </a:cubicBezTo>
                <a:cubicBezTo>
                  <a:pt x="33852" y="125368"/>
                  <a:pt x="38465" y="123000"/>
                  <a:pt x="42942" y="118264"/>
                </a:cubicBezTo>
                <a:cubicBezTo>
                  <a:pt x="47420" y="113528"/>
                  <a:pt x="51015" y="107678"/>
                  <a:pt x="53729" y="100713"/>
                </a:cubicBezTo>
                <a:cubicBezTo>
                  <a:pt x="54000" y="99877"/>
                  <a:pt x="54339" y="99389"/>
                  <a:pt x="54746" y="99250"/>
                </a:cubicBezTo>
                <a:cubicBezTo>
                  <a:pt x="55153" y="99111"/>
                  <a:pt x="56171" y="98971"/>
                  <a:pt x="57799" y="98832"/>
                </a:cubicBezTo>
                <a:lnTo>
                  <a:pt x="58613" y="98832"/>
                </a:lnTo>
                <a:cubicBezTo>
                  <a:pt x="60648" y="98832"/>
                  <a:pt x="61666" y="99389"/>
                  <a:pt x="61666" y="100504"/>
                </a:cubicBezTo>
                <a:cubicBezTo>
                  <a:pt x="61666" y="100922"/>
                  <a:pt x="61462" y="101757"/>
                  <a:pt x="61055" y="103011"/>
                </a:cubicBezTo>
                <a:cubicBezTo>
                  <a:pt x="60377" y="105240"/>
                  <a:pt x="59156" y="107886"/>
                  <a:pt x="57392" y="110951"/>
                </a:cubicBezTo>
                <a:cubicBezTo>
                  <a:pt x="55628" y="114016"/>
                  <a:pt x="53322" y="117289"/>
                  <a:pt x="50472" y="120772"/>
                </a:cubicBezTo>
                <a:cubicBezTo>
                  <a:pt x="47623" y="124254"/>
                  <a:pt x="44163" y="127179"/>
                  <a:pt x="40093" y="129547"/>
                </a:cubicBezTo>
                <a:cubicBezTo>
                  <a:pt x="36023" y="131915"/>
                  <a:pt x="31884" y="133099"/>
                  <a:pt x="27678" y="133099"/>
                </a:cubicBezTo>
                <a:cubicBezTo>
                  <a:pt x="23608" y="133099"/>
                  <a:pt x="19741" y="132055"/>
                  <a:pt x="16078" y="129965"/>
                </a:cubicBezTo>
                <a:cubicBezTo>
                  <a:pt x="12415" y="127876"/>
                  <a:pt x="9769" y="124254"/>
                  <a:pt x="8141" y="119100"/>
                </a:cubicBezTo>
                <a:cubicBezTo>
                  <a:pt x="7869" y="117986"/>
                  <a:pt x="7734" y="116105"/>
                  <a:pt x="7734" y="113458"/>
                </a:cubicBezTo>
                <a:lnTo>
                  <a:pt x="7734" y="109697"/>
                </a:lnTo>
                <a:lnTo>
                  <a:pt x="14857" y="80445"/>
                </a:lnTo>
                <a:cubicBezTo>
                  <a:pt x="19606" y="60804"/>
                  <a:pt x="22048" y="50913"/>
                  <a:pt x="22183" y="50774"/>
                </a:cubicBezTo>
                <a:cubicBezTo>
                  <a:pt x="22183" y="50496"/>
                  <a:pt x="18724" y="50356"/>
                  <a:pt x="11804" y="50356"/>
                </a:cubicBezTo>
                <a:lnTo>
                  <a:pt x="1425" y="503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B6652B-B5D0-42F3-9581-A3FFF8F1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500" y="2685193"/>
            <a:ext cx="63294" cy="133099"/>
          </a:xfrm>
          <a:custGeom xmlns:a="http://schemas.openxmlformats.org/drawingml/2006/main">
            <a:pathLst>
              <a:path w="63294" h="133099" fill="none">
                <a:moveTo>
                  <a:pt x="1425" y="50356"/>
                </a:moveTo>
                <a:cubicBezTo>
                  <a:pt x="475" y="49381"/>
                  <a:pt x="0" y="48685"/>
                  <a:pt x="0" y="48267"/>
                </a:cubicBezTo>
                <a:cubicBezTo>
                  <a:pt x="0" y="47710"/>
                  <a:pt x="204" y="46595"/>
                  <a:pt x="611" y="44924"/>
                </a:cubicBezTo>
                <a:cubicBezTo>
                  <a:pt x="1018" y="43252"/>
                  <a:pt x="1357" y="42277"/>
                  <a:pt x="1628" y="41998"/>
                </a:cubicBezTo>
                <a:cubicBezTo>
                  <a:pt x="1900" y="41302"/>
                  <a:pt x="2510" y="40954"/>
                  <a:pt x="3460" y="40954"/>
                </a:cubicBezTo>
                <a:cubicBezTo>
                  <a:pt x="4410" y="40954"/>
                  <a:pt x="7869" y="40884"/>
                  <a:pt x="13839" y="40745"/>
                </a:cubicBezTo>
                <a:lnTo>
                  <a:pt x="24626" y="40745"/>
                </a:lnTo>
                <a:lnTo>
                  <a:pt x="28493" y="24029"/>
                </a:lnTo>
                <a:cubicBezTo>
                  <a:pt x="28900" y="22497"/>
                  <a:pt x="29374" y="20477"/>
                  <a:pt x="29917" y="17969"/>
                </a:cubicBezTo>
                <a:cubicBezTo>
                  <a:pt x="30460" y="15462"/>
                  <a:pt x="30935" y="13651"/>
                  <a:pt x="31342" y="12537"/>
                </a:cubicBezTo>
                <a:cubicBezTo>
                  <a:pt x="31749" y="11422"/>
                  <a:pt x="32156" y="10029"/>
                  <a:pt x="32563" y="8358"/>
                </a:cubicBezTo>
                <a:cubicBezTo>
                  <a:pt x="32970" y="6686"/>
                  <a:pt x="33513" y="5502"/>
                  <a:pt x="34191" y="4806"/>
                </a:cubicBezTo>
                <a:cubicBezTo>
                  <a:pt x="34869" y="4109"/>
                  <a:pt x="35548" y="3274"/>
                  <a:pt x="36226" y="2298"/>
                </a:cubicBezTo>
                <a:cubicBezTo>
                  <a:pt x="36905" y="1323"/>
                  <a:pt x="37854" y="696"/>
                  <a:pt x="39075" y="418"/>
                </a:cubicBezTo>
                <a:cubicBezTo>
                  <a:pt x="40297" y="139"/>
                  <a:pt x="41518" y="0"/>
                  <a:pt x="42739" y="0"/>
                </a:cubicBezTo>
                <a:cubicBezTo>
                  <a:pt x="45181" y="139"/>
                  <a:pt x="46877" y="905"/>
                  <a:pt x="47827" y="2298"/>
                </a:cubicBezTo>
                <a:cubicBezTo>
                  <a:pt x="48776" y="3691"/>
                  <a:pt x="49251" y="5015"/>
                  <a:pt x="49251" y="6268"/>
                </a:cubicBezTo>
                <a:cubicBezTo>
                  <a:pt x="49251" y="7244"/>
                  <a:pt x="48641" y="10517"/>
                  <a:pt x="47420" y="16089"/>
                </a:cubicBezTo>
                <a:cubicBezTo>
                  <a:pt x="46199" y="21661"/>
                  <a:pt x="44842" y="27163"/>
                  <a:pt x="43349" y="32596"/>
                </a:cubicBezTo>
                <a:lnTo>
                  <a:pt x="41314" y="40327"/>
                </a:lnTo>
                <a:cubicBezTo>
                  <a:pt x="41314" y="40605"/>
                  <a:pt x="44706" y="40745"/>
                  <a:pt x="51490" y="40745"/>
                </a:cubicBezTo>
                <a:lnTo>
                  <a:pt x="61869" y="40745"/>
                </a:lnTo>
                <a:cubicBezTo>
                  <a:pt x="62819" y="41720"/>
                  <a:pt x="63294" y="42486"/>
                  <a:pt x="63294" y="43043"/>
                </a:cubicBezTo>
                <a:cubicBezTo>
                  <a:pt x="63294" y="46108"/>
                  <a:pt x="62412" y="48545"/>
                  <a:pt x="60648" y="50356"/>
                </a:cubicBezTo>
                <a:lnTo>
                  <a:pt x="38872" y="50356"/>
                </a:lnTo>
                <a:lnTo>
                  <a:pt x="31545" y="80654"/>
                </a:lnTo>
                <a:cubicBezTo>
                  <a:pt x="26254" y="102941"/>
                  <a:pt x="23608" y="114921"/>
                  <a:pt x="23608" y="116593"/>
                </a:cubicBezTo>
                <a:cubicBezTo>
                  <a:pt x="23608" y="122443"/>
                  <a:pt x="25440" y="125368"/>
                  <a:pt x="29103" y="125368"/>
                </a:cubicBezTo>
                <a:cubicBezTo>
                  <a:pt x="33852" y="125368"/>
                  <a:pt x="38465" y="123000"/>
                  <a:pt x="42942" y="118264"/>
                </a:cubicBezTo>
                <a:cubicBezTo>
                  <a:pt x="47420" y="113528"/>
                  <a:pt x="51015" y="107678"/>
                  <a:pt x="53729" y="100713"/>
                </a:cubicBezTo>
                <a:cubicBezTo>
                  <a:pt x="54000" y="99877"/>
                  <a:pt x="54339" y="99389"/>
                  <a:pt x="54746" y="99250"/>
                </a:cubicBezTo>
                <a:cubicBezTo>
                  <a:pt x="55153" y="99111"/>
                  <a:pt x="56171" y="98971"/>
                  <a:pt x="57799" y="98832"/>
                </a:cubicBezTo>
                <a:lnTo>
                  <a:pt x="58613" y="98832"/>
                </a:lnTo>
                <a:cubicBezTo>
                  <a:pt x="60648" y="98832"/>
                  <a:pt x="61666" y="99389"/>
                  <a:pt x="61666" y="100504"/>
                </a:cubicBezTo>
                <a:cubicBezTo>
                  <a:pt x="61666" y="100922"/>
                  <a:pt x="61462" y="101757"/>
                  <a:pt x="61055" y="103011"/>
                </a:cubicBezTo>
                <a:cubicBezTo>
                  <a:pt x="60377" y="105240"/>
                  <a:pt x="59156" y="107886"/>
                  <a:pt x="57392" y="110951"/>
                </a:cubicBezTo>
                <a:cubicBezTo>
                  <a:pt x="55628" y="114016"/>
                  <a:pt x="53322" y="117289"/>
                  <a:pt x="50472" y="120772"/>
                </a:cubicBezTo>
                <a:cubicBezTo>
                  <a:pt x="47623" y="124254"/>
                  <a:pt x="44163" y="127179"/>
                  <a:pt x="40093" y="129547"/>
                </a:cubicBezTo>
                <a:cubicBezTo>
                  <a:pt x="36023" y="131915"/>
                  <a:pt x="31884" y="133099"/>
                  <a:pt x="27678" y="133099"/>
                </a:cubicBezTo>
                <a:cubicBezTo>
                  <a:pt x="23608" y="133099"/>
                  <a:pt x="19741" y="132055"/>
                  <a:pt x="16078" y="129965"/>
                </a:cubicBezTo>
                <a:cubicBezTo>
                  <a:pt x="12415" y="127876"/>
                  <a:pt x="9769" y="124254"/>
                  <a:pt x="8141" y="119100"/>
                </a:cubicBezTo>
                <a:cubicBezTo>
                  <a:pt x="7869" y="117986"/>
                  <a:pt x="7734" y="116105"/>
                  <a:pt x="7734" y="113458"/>
                </a:cubicBezTo>
                <a:lnTo>
                  <a:pt x="7734" y="109697"/>
                </a:lnTo>
                <a:lnTo>
                  <a:pt x="14857" y="80445"/>
                </a:lnTo>
                <a:cubicBezTo>
                  <a:pt x="19606" y="60804"/>
                  <a:pt x="22048" y="50913"/>
                  <a:pt x="22183" y="50774"/>
                </a:cubicBezTo>
                <a:cubicBezTo>
                  <a:pt x="22183" y="50496"/>
                  <a:pt x="18724" y="50356"/>
                  <a:pt x="11804" y="50356"/>
                </a:cubicBezTo>
                <a:lnTo>
                  <a:pt x="1425" y="503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246B1A-2049-4BBC-B9D1-9F05B719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040" y="2723500"/>
            <a:ext cx="79508" cy="94792"/>
          </a:xfrm>
          <a:custGeom xmlns:a="http://schemas.openxmlformats.org/drawingml/2006/main">
            <a:pathLst>
              <a:path w="79508" h="94792">
                <a:moveTo>
                  <a:pt x="0" y="57391"/>
                </a:moveTo>
                <a:cubicBezTo>
                  <a:pt x="0" y="49451"/>
                  <a:pt x="1289" y="42207"/>
                  <a:pt x="3867" y="35660"/>
                </a:cubicBezTo>
                <a:cubicBezTo>
                  <a:pt x="6445" y="29113"/>
                  <a:pt x="9769" y="23681"/>
                  <a:pt x="13839" y="19362"/>
                </a:cubicBezTo>
                <a:cubicBezTo>
                  <a:pt x="17910" y="15044"/>
                  <a:pt x="22455" y="11422"/>
                  <a:pt x="27475" y="8497"/>
                </a:cubicBezTo>
                <a:cubicBezTo>
                  <a:pt x="32495" y="5572"/>
                  <a:pt x="37244" y="3413"/>
                  <a:pt x="41721" y="2020"/>
                </a:cubicBezTo>
                <a:cubicBezTo>
                  <a:pt x="46199" y="627"/>
                  <a:pt x="50472" y="0"/>
                  <a:pt x="54543" y="139"/>
                </a:cubicBezTo>
                <a:lnTo>
                  <a:pt x="55153" y="139"/>
                </a:lnTo>
                <a:cubicBezTo>
                  <a:pt x="61259" y="139"/>
                  <a:pt x="66550" y="1672"/>
                  <a:pt x="71028" y="4736"/>
                </a:cubicBezTo>
                <a:cubicBezTo>
                  <a:pt x="75505" y="7801"/>
                  <a:pt x="77744" y="12328"/>
                  <a:pt x="77744" y="18318"/>
                </a:cubicBezTo>
                <a:cubicBezTo>
                  <a:pt x="77744" y="30855"/>
                  <a:pt x="70214" y="39073"/>
                  <a:pt x="55153" y="42974"/>
                </a:cubicBezTo>
                <a:cubicBezTo>
                  <a:pt x="48505" y="44784"/>
                  <a:pt x="39415" y="45759"/>
                  <a:pt x="27882" y="45899"/>
                </a:cubicBezTo>
                <a:cubicBezTo>
                  <a:pt x="22862" y="45899"/>
                  <a:pt x="20284" y="46038"/>
                  <a:pt x="20148" y="46317"/>
                </a:cubicBezTo>
                <a:cubicBezTo>
                  <a:pt x="20148" y="46595"/>
                  <a:pt x="19741" y="49033"/>
                  <a:pt x="18927" y="53630"/>
                </a:cubicBezTo>
                <a:cubicBezTo>
                  <a:pt x="18113" y="58227"/>
                  <a:pt x="17638" y="62266"/>
                  <a:pt x="17503" y="65749"/>
                </a:cubicBezTo>
                <a:cubicBezTo>
                  <a:pt x="17503" y="72296"/>
                  <a:pt x="18927" y="77450"/>
                  <a:pt x="21776" y="81211"/>
                </a:cubicBezTo>
                <a:cubicBezTo>
                  <a:pt x="24626" y="84972"/>
                  <a:pt x="28900" y="86922"/>
                  <a:pt x="34598" y="87061"/>
                </a:cubicBezTo>
                <a:cubicBezTo>
                  <a:pt x="40297" y="87201"/>
                  <a:pt x="46606" y="85877"/>
                  <a:pt x="53525" y="83091"/>
                </a:cubicBezTo>
                <a:cubicBezTo>
                  <a:pt x="60445" y="80305"/>
                  <a:pt x="66686" y="75709"/>
                  <a:pt x="72249" y="69301"/>
                </a:cubicBezTo>
                <a:cubicBezTo>
                  <a:pt x="73470" y="67908"/>
                  <a:pt x="74284" y="67211"/>
                  <a:pt x="74691" y="67211"/>
                </a:cubicBezTo>
                <a:cubicBezTo>
                  <a:pt x="75234" y="67211"/>
                  <a:pt x="76116" y="67838"/>
                  <a:pt x="77337" y="69092"/>
                </a:cubicBezTo>
                <a:cubicBezTo>
                  <a:pt x="78558" y="70346"/>
                  <a:pt x="79236" y="71321"/>
                  <a:pt x="79372" y="72017"/>
                </a:cubicBezTo>
                <a:cubicBezTo>
                  <a:pt x="79508" y="72714"/>
                  <a:pt x="78897" y="73828"/>
                  <a:pt x="77540" y="75360"/>
                </a:cubicBezTo>
                <a:cubicBezTo>
                  <a:pt x="76184" y="76893"/>
                  <a:pt x="74148" y="78773"/>
                  <a:pt x="71435" y="81002"/>
                </a:cubicBezTo>
                <a:cubicBezTo>
                  <a:pt x="68721" y="83231"/>
                  <a:pt x="65601" y="85390"/>
                  <a:pt x="62073" y="87479"/>
                </a:cubicBezTo>
                <a:cubicBezTo>
                  <a:pt x="58545" y="89569"/>
                  <a:pt x="54271" y="91310"/>
                  <a:pt x="49251" y="92703"/>
                </a:cubicBezTo>
                <a:cubicBezTo>
                  <a:pt x="44231" y="94096"/>
                  <a:pt x="39075" y="94792"/>
                  <a:pt x="33784" y="94792"/>
                </a:cubicBezTo>
                <a:cubicBezTo>
                  <a:pt x="23065" y="94792"/>
                  <a:pt x="14789" y="91101"/>
                  <a:pt x="8955" y="83718"/>
                </a:cubicBezTo>
                <a:cubicBezTo>
                  <a:pt x="3121" y="76335"/>
                  <a:pt x="136" y="67560"/>
                  <a:pt x="0" y="57391"/>
                </a:cubicBezTo>
                <a:close/>
                <a:moveTo>
                  <a:pt x="67975" y="18736"/>
                </a:moveTo>
                <a:cubicBezTo>
                  <a:pt x="67161" y="11492"/>
                  <a:pt x="62548" y="7870"/>
                  <a:pt x="54136" y="7870"/>
                </a:cubicBezTo>
                <a:cubicBezTo>
                  <a:pt x="49658" y="7870"/>
                  <a:pt x="45520" y="8845"/>
                  <a:pt x="41721" y="10796"/>
                </a:cubicBezTo>
                <a:cubicBezTo>
                  <a:pt x="37922" y="12746"/>
                  <a:pt x="34869" y="15114"/>
                  <a:pt x="32563" y="17900"/>
                </a:cubicBezTo>
                <a:cubicBezTo>
                  <a:pt x="30256" y="20686"/>
                  <a:pt x="28289" y="23541"/>
                  <a:pt x="26661" y="26467"/>
                </a:cubicBezTo>
                <a:cubicBezTo>
                  <a:pt x="25033" y="29392"/>
                  <a:pt x="23947" y="31899"/>
                  <a:pt x="23405" y="33989"/>
                </a:cubicBezTo>
                <a:cubicBezTo>
                  <a:pt x="22862" y="36078"/>
                  <a:pt x="22523" y="37402"/>
                  <a:pt x="22387" y="37959"/>
                </a:cubicBezTo>
                <a:cubicBezTo>
                  <a:pt x="22387" y="38098"/>
                  <a:pt x="23744" y="38168"/>
                  <a:pt x="26457" y="38168"/>
                </a:cubicBezTo>
                <a:cubicBezTo>
                  <a:pt x="41789" y="38168"/>
                  <a:pt x="52508" y="36496"/>
                  <a:pt x="58613" y="33153"/>
                </a:cubicBezTo>
                <a:cubicBezTo>
                  <a:pt x="64719" y="29810"/>
                  <a:pt x="67839" y="25004"/>
                  <a:pt x="67975" y="187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9672D8-18A2-46F4-9D90-42D1B84F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040" y="2723500"/>
            <a:ext cx="79508" cy="94792"/>
          </a:xfrm>
          <a:custGeom xmlns:a="http://schemas.openxmlformats.org/drawingml/2006/main">
            <a:pathLst>
              <a:path w="79508" h="94792" fill="none">
                <a:moveTo>
                  <a:pt x="0" y="57391"/>
                </a:moveTo>
                <a:cubicBezTo>
                  <a:pt x="0" y="49451"/>
                  <a:pt x="1289" y="42207"/>
                  <a:pt x="3867" y="35660"/>
                </a:cubicBezTo>
                <a:cubicBezTo>
                  <a:pt x="6445" y="29113"/>
                  <a:pt x="9769" y="23681"/>
                  <a:pt x="13839" y="19362"/>
                </a:cubicBezTo>
                <a:cubicBezTo>
                  <a:pt x="17910" y="15044"/>
                  <a:pt x="22455" y="11422"/>
                  <a:pt x="27475" y="8497"/>
                </a:cubicBezTo>
                <a:cubicBezTo>
                  <a:pt x="32495" y="5572"/>
                  <a:pt x="37244" y="3413"/>
                  <a:pt x="41721" y="2020"/>
                </a:cubicBezTo>
                <a:cubicBezTo>
                  <a:pt x="46199" y="627"/>
                  <a:pt x="50472" y="0"/>
                  <a:pt x="54543" y="139"/>
                </a:cubicBezTo>
                <a:lnTo>
                  <a:pt x="55153" y="139"/>
                </a:lnTo>
                <a:cubicBezTo>
                  <a:pt x="61259" y="139"/>
                  <a:pt x="66550" y="1672"/>
                  <a:pt x="71028" y="4736"/>
                </a:cubicBezTo>
                <a:cubicBezTo>
                  <a:pt x="75505" y="7801"/>
                  <a:pt x="77744" y="12328"/>
                  <a:pt x="77744" y="18318"/>
                </a:cubicBezTo>
                <a:cubicBezTo>
                  <a:pt x="77744" y="30855"/>
                  <a:pt x="70214" y="39073"/>
                  <a:pt x="55153" y="42974"/>
                </a:cubicBezTo>
                <a:cubicBezTo>
                  <a:pt x="48505" y="44784"/>
                  <a:pt x="39415" y="45759"/>
                  <a:pt x="27882" y="45899"/>
                </a:cubicBezTo>
                <a:cubicBezTo>
                  <a:pt x="22862" y="45899"/>
                  <a:pt x="20284" y="46038"/>
                  <a:pt x="20148" y="46317"/>
                </a:cubicBezTo>
                <a:cubicBezTo>
                  <a:pt x="20148" y="46595"/>
                  <a:pt x="19741" y="49033"/>
                  <a:pt x="18927" y="53630"/>
                </a:cubicBezTo>
                <a:cubicBezTo>
                  <a:pt x="18113" y="58227"/>
                  <a:pt x="17638" y="62266"/>
                  <a:pt x="17503" y="65749"/>
                </a:cubicBezTo>
                <a:cubicBezTo>
                  <a:pt x="17503" y="72296"/>
                  <a:pt x="18927" y="77450"/>
                  <a:pt x="21776" y="81211"/>
                </a:cubicBezTo>
                <a:cubicBezTo>
                  <a:pt x="24626" y="84972"/>
                  <a:pt x="28900" y="86922"/>
                  <a:pt x="34598" y="87061"/>
                </a:cubicBezTo>
                <a:cubicBezTo>
                  <a:pt x="40297" y="87201"/>
                  <a:pt x="46606" y="85877"/>
                  <a:pt x="53525" y="83091"/>
                </a:cubicBezTo>
                <a:cubicBezTo>
                  <a:pt x="60445" y="80305"/>
                  <a:pt x="66686" y="75709"/>
                  <a:pt x="72249" y="69301"/>
                </a:cubicBezTo>
                <a:cubicBezTo>
                  <a:pt x="73470" y="67908"/>
                  <a:pt x="74284" y="67211"/>
                  <a:pt x="74691" y="67211"/>
                </a:cubicBezTo>
                <a:cubicBezTo>
                  <a:pt x="75234" y="67211"/>
                  <a:pt x="76116" y="67838"/>
                  <a:pt x="77337" y="69092"/>
                </a:cubicBezTo>
                <a:cubicBezTo>
                  <a:pt x="78558" y="70346"/>
                  <a:pt x="79236" y="71321"/>
                  <a:pt x="79372" y="72017"/>
                </a:cubicBezTo>
                <a:cubicBezTo>
                  <a:pt x="79508" y="72714"/>
                  <a:pt x="78897" y="73828"/>
                  <a:pt x="77540" y="75360"/>
                </a:cubicBezTo>
                <a:cubicBezTo>
                  <a:pt x="76184" y="76893"/>
                  <a:pt x="74148" y="78773"/>
                  <a:pt x="71435" y="81002"/>
                </a:cubicBezTo>
                <a:cubicBezTo>
                  <a:pt x="68721" y="83231"/>
                  <a:pt x="65601" y="85390"/>
                  <a:pt x="62073" y="87479"/>
                </a:cubicBezTo>
                <a:cubicBezTo>
                  <a:pt x="58545" y="89569"/>
                  <a:pt x="54271" y="91310"/>
                  <a:pt x="49251" y="92703"/>
                </a:cubicBezTo>
                <a:cubicBezTo>
                  <a:pt x="44231" y="94096"/>
                  <a:pt x="39075" y="94792"/>
                  <a:pt x="33784" y="94792"/>
                </a:cubicBezTo>
                <a:cubicBezTo>
                  <a:pt x="23065" y="94792"/>
                  <a:pt x="14789" y="91101"/>
                  <a:pt x="8955" y="83718"/>
                </a:cubicBezTo>
                <a:cubicBezTo>
                  <a:pt x="3121" y="76335"/>
                  <a:pt x="136" y="67560"/>
                  <a:pt x="0" y="57391"/>
                </a:cubicBezTo>
                <a:close/>
                <a:moveTo>
                  <a:pt x="67975" y="18736"/>
                </a:moveTo>
                <a:cubicBezTo>
                  <a:pt x="67161" y="11492"/>
                  <a:pt x="62548" y="7870"/>
                  <a:pt x="54136" y="7870"/>
                </a:cubicBezTo>
                <a:cubicBezTo>
                  <a:pt x="49658" y="7870"/>
                  <a:pt x="45520" y="8845"/>
                  <a:pt x="41721" y="10796"/>
                </a:cubicBezTo>
                <a:cubicBezTo>
                  <a:pt x="37922" y="12746"/>
                  <a:pt x="34869" y="15114"/>
                  <a:pt x="32563" y="17900"/>
                </a:cubicBezTo>
                <a:cubicBezTo>
                  <a:pt x="30256" y="20686"/>
                  <a:pt x="28289" y="23541"/>
                  <a:pt x="26661" y="26467"/>
                </a:cubicBezTo>
                <a:cubicBezTo>
                  <a:pt x="25033" y="29392"/>
                  <a:pt x="23947" y="31899"/>
                  <a:pt x="23405" y="33989"/>
                </a:cubicBezTo>
                <a:cubicBezTo>
                  <a:pt x="22862" y="36078"/>
                  <a:pt x="22523" y="37402"/>
                  <a:pt x="22387" y="37959"/>
                </a:cubicBezTo>
                <a:cubicBezTo>
                  <a:pt x="22387" y="38098"/>
                  <a:pt x="23744" y="38168"/>
                  <a:pt x="26457" y="38168"/>
                </a:cubicBezTo>
                <a:cubicBezTo>
                  <a:pt x="41789" y="38168"/>
                  <a:pt x="52508" y="36496"/>
                  <a:pt x="58613" y="33153"/>
                </a:cubicBezTo>
                <a:cubicBezTo>
                  <a:pt x="64719" y="29810"/>
                  <a:pt x="67839" y="25004"/>
                  <a:pt x="67975" y="1873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72DCBE-2A7A-41CE-96CD-57FBF657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217" y="2723360"/>
            <a:ext cx="83239" cy="94932"/>
          </a:xfrm>
          <a:custGeom xmlns:a="http://schemas.openxmlformats.org/drawingml/2006/main">
            <a:pathLst>
              <a:path w="83239" h="94932">
                <a:moveTo>
                  <a:pt x="0" y="32665"/>
                </a:moveTo>
                <a:cubicBezTo>
                  <a:pt x="136" y="32248"/>
                  <a:pt x="271" y="31690"/>
                  <a:pt x="407" y="30994"/>
                </a:cubicBezTo>
                <a:cubicBezTo>
                  <a:pt x="543" y="30297"/>
                  <a:pt x="882" y="28765"/>
                  <a:pt x="1425" y="26397"/>
                </a:cubicBezTo>
                <a:cubicBezTo>
                  <a:pt x="1967" y="24029"/>
                  <a:pt x="2646" y="21870"/>
                  <a:pt x="3460" y="19920"/>
                </a:cubicBezTo>
                <a:cubicBezTo>
                  <a:pt x="4274" y="17969"/>
                  <a:pt x="5291" y="15671"/>
                  <a:pt x="6513" y="13024"/>
                </a:cubicBezTo>
                <a:cubicBezTo>
                  <a:pt x="7734" y="10378"/>
                  <a:pt x="9090" y="8288"/>
                  <a:pt x="10583" y="6756"/>
                </a:cubicBezTo>
                <a:cubicBezTo>
                  <a:pt x="12075" y="5224"/>
                  <a:pt x="13839" y="3691"/>
                  <a:pt x="15874" y="2159"/>
                </a:cubicBezTo>
                <a:cubicBezTo>
                  <a:pt x="17910" y="627"/>
                  <a:pt x="20148" y="0"/>
                  <a:pt x="22590" y="279"/>
                </a:cubicBezTo>
                <a:cubicBezTo>
                  <a:pt x="26525" y="279"/>
                  <a:pt x="29985" y="1114"/>
                  <a:pt x="32970" y="2786"/>
                </a:cubicBezTo>
                <a:cubicBezTo>
                  <a:pt x="35955" y="4458"/>
                  <a:pt x="38058" y="5990"/>
                  <a:pt x="39279" y="7383"/>
                </a:cubicBezTo>
                <a:cubicBezTo>
                  <a:pt x="40500" y="8776"/>
                  <a:pt x="41246" y="10169"/>
                  <a:pt x="41518" y="11562"/>
                </a:cubicBezTo>
                <a:cubicBezTo>
                  <a:pt x="41789" y="12398"/>
                  <a:pt x="41993" y="12815"/>
                  <a:pt x="42128" y="12815"/>
                </a:cubicBezTo>
                <a:cubicBezTo>
                  <a:pt x="42264" y="12815"/>
                  <a:pt x="42807" y="12328"/>
                  <a:pt x="43756" y="11353"/>
                </a:cubicBezTo>
                <a:cubicBezTo>
                  <a:pt x="50269" y="4109"/>
                  <a:pt x="57799" y="488"/>
                  <a:pt x="66347" y="488"/>
                </a:cubicBezTo>
                <a:lnTo>
                  <a:pt x="66957" y="488"/>
                </a:lnTo>
                <a:cubicBezTo>
                  <a:pt x="73470" y="488"/>
                  <a:pt x="78354" y="3343"/>
                  <a:pt x="81611" y="9054"/>
                </a:cubicBezTo>
                <a:cubicBezTo>
                  <a:pt x="82696" y="11701"/>
                  <a:pt x="83239" y="14278"/>
                  <a:pt x="83239" y="16785"/>
                </a:cubicBezTo>
                <a:cubicBezTo>
                  <a:pt x="83239" y="20964"/>
                  <a:pt x="82357" y="24308"/>
                  <a:pt x="80593" y="26815"/>
                </a:cubicBezTo>
                <a:cubicBezTo>
                  <a:pt x="78829" y="29322"/>
                  <a:pt x="77065" y="30924"/>
                  <a:pt x="75302" y="31621"/>
                </a:cubicBezTo>
                <a:cubicBezTo>
                  <a:pt x="73538" y="32317"/>
                  <a:pt x="71842" y="32596"/>
                  <a:pt x="70214" y="32456"/>
                </a:cubicBezTo>
                <a:cubicBezTo>
                  <a:pt x="67500" y="32456"/>
                  <a:pt x="65329" y="31690"/>
                  <a:pt x="63701" y="30158"/>
                </a:cubicBezTo>
                <a:cubicBezTo>
                  <a:pt x="62073" y="28626"/>
                  <a:pt x="61259" y="26606"/>
                  <a:pt x="61259" y="24099"/>
                </a:cubicBezTo>
                <a:cubicBezTo>
                  <a:pt x="61259" y="17412"/>
                  <a:pt x="65058" y="12955"/>
                  <a:pt x="72656" y="10726"/>
                </a:cubicBezTo>
                <a:cubicBezTo>
                  <a:pt x="69671" y="8915"/>
                  <a:pt x="67229" y="8010"/>
                  <a:pt x="65329" y="8010"/>
                </a:cubicBezTo>
                <a:cubicBezTo>
                  <a:pt x="57731" y="8010"/>
                  <a:pt x="50744" y="13164"/>
                  <a:pt x="44367" y="23472"/>
                </a:cubicBezTo>
                <a:cubicBezTo>
                  <a:pt x="43010" y="25701"/>
                  <a:pt x="41993" y="27999"/>
                  <a:pt x="41314" y="30367"/>
                </a:cubicBezTo>
                <a:cubicBezTo>
                  <a:pt x="40636" y="32735"/>
                  <a:pt x="38329" y="41998"/>
                  <a:pt x="34395" y="58157"/>
                </a:cubicBezTo>
                <a:cubicBezTo>
                  <a:pt x="29781" y="77659"/>
                  <a:pt x="27136" y="88036"/>
                  <a:pt x="26457" y="89290"/>
                </a:cubicBezTo>
                <a:cubicBezTo>
                  <a:pt x="24694" y="93051"/>
                  <a:pt x="21776" y="94932"/>
                  <a:pt x="17706" y="94932"/>
                </a:cubicBezTo>
                <a:cubicBezTo>
                  <a:pt x="15942" y="94932"/>
                  <a:pt x="14518" y="94514"/>
                  <a:pt x="13432" y="93678"/>
                </a:cubicBezTo>
                <a:cubicBezTo>
                  <a:pt x="12347" y="92842"/>
                  <a:pt x="11601" y="92006"/>
                  <a:pt x="11193" y="91171"/>
                </a:cubicBezTo>
                <a:cubicBezTo>
                  <a:pt x="10786" y="90335"/>
                  <a:pt x="10651" y="89638"/>
                  <a:pt x="10786" y="89081"/>
                </a:cubicBezTo>
                <a:cubicBezTo>
                  <a:pt x="10786" y="87270"/>
                  <a:pt x="13500" y="75291"/>
                  <a:pt x="18927" y="53142"/>
                </a:cubicBezTo>
                <a:cubicBezTo>
                  <a:pt x="24354" y="30994"/>
                  <a:pt x="27068" y="18666"/>
                  <a:pt x="27068" y="16159"/>
                </a:cubicBezTo>
                <a:cubicBezTo>
                  <a:pt x="27068" y="10726"/>
                  <a:pt x="25304" y="8010"/>
                  <a:pt x="21776" y="8010"/>
                </a:cubicBezTo>
                <a:cubicBezTo>
                  <a:pt x="18927" y="8010"/>
                  <a:pt x="16485" y="9960"/>
                  <a:pt x="14450" y="13860"/>
                </a:cubicBezTo>
                <a:cubicBezTo>
                  <a:pt x="12415" y="17761"/>
                  <a:pt x="10786" y="22009"/>
                  <a:pt x="9565" y="26606"/>
                </a:cubicBezTo>
                <a:cubicBezTo>
                  <a:pt x="8344" y="31203"/>
                  <a:pt x="7598" y="33710"/>
                  <a:pt x="7327" y="34128"/>
                </a:cubicBezTo>
                <a:cubicBezTo>
                  <a:pt x="7055" y="34407"/>
                  <a:pt x="5970" y="34546"/>
                  <a:pt x="4070" y="34546"/>
                </a:cubicBezTo>
                <a:lnTo>
                  <a:pt x="1221" y="34546"/>
                </a:lnTo>
                <a:cubicBezTo>
                  <a:pt x="407" y="33710"/>
                  <a:pt x="0" y="33083"/>
                  <a:pt x="0" y="326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3D4495-A023-4949-AA2D-70252284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217" y="2723360"/>
            <a:ext cx="83239" cy="94932"/>
          </a:xfrm>
          <a:custGeom xmlns:a="http://schemas.openxmlformats.org/drawingml/2006/main">
            <a:pathLst>
              <a:path w="83239" h="94932" fill="none">
                <a:moveTo>
                  <a:pt x="0" y="32665"/>
                </a:moveTo>
                <a:cubicBezTo>
                  <a:pt x="136" y="32248"/>
                  <a:pt x="271" y="31690"/>
                  <a:pt x="407" y="30994"/>
                </a:cubicBezTo>
                <a:cubicBezTo>
                  <a:pt x="543" y="30297"/>
                  <a:pt x="882" y="28765"/>
                  <a:pt x="1425" y="26397"/>
                </a:cubicBezTo>
                <a:cubicBezTo>
                  <a:pt x="1967" y="24029"/>
                  <a:pt x="2646" y="21870"/>
                  <a:pt x="3460" y="19920"/>
                </a:cubicBezTo>
                <a:cubicBezTo>
                  <a:pt x="4274" y="17969"/>
                  <a:pt x="5291" y="15671"/>
                  <a:pt x="6513" y="13024"/>
                </a:cubicBezTo>
                <a:cubicBezTo>
                  <a:pt x="7734" y="10378"/>
                  <a:pt x="9090" y="8288"/>
                  <a:pt x="10583" y="6756"/>
                </a:cubicBezTo>
                <a:cubicBezTo>
                  <a:pt x="12075" y="5224"/>
                  <a:pt x="13839" y="3691"/>
                  <a:pt x="15874" y="2159"/>
                </a:cubicBezTo>
                <a:cubicBezTo>
                  <a:pt x="17910" y="627"/>
                  <a:pt x="20148" y="0"/>
                  <a:pt x="22590" y="279"/>
                </a:cubicBezTo>
                <a:cubicBezTo>
                  <a:pt x="26525" y="279"/>
                  <a:pt x="29985" y="1114"/>
                  <a:pt x="32970" y="2786"/>
                </a:cubicBezTo>
                <a:cubicBezTo>
                  <a:pt x="35955" y="4458"/>
                  <a:pt x="38058" y="5990"/>
                  <a:pt x="39279" y="7383"/>
                </a:cubicBezTo>
                <a:cubicBezTo>
                  <a:pt x="40500" y="8776"/>
                  <a:pt x="41246" y="10169"/>
                  <a:pt x="41518" y="11562"/>
                </a:cubicBezTo>
                <a:cubicBezTo>
                  <a:pt x="41789" y="12398"/>
                  <a:pt x="41993" y="12815"/>
                  <a:pt x="42128" y="12815"/>
                </a:cubicBezTo>
                <a:cubicBezTo>
                  <a:pt x="42264" y="12815"/>
                  <a:pt x="42807" y="12328"/>
                  <a:pt x="43756" y="11353"/>
                </a:cubicBezTo>
                <a:cubicBezTo>
                  <a:pt x="50269" y="4109"/>
                  <a:pt x="57799" y="488"/>
                  <a:pt x="66347" y="488"/>
                </a:cubicBezTo>
                <a:lnTo>
                  <a:pt x="66957" y="488"/>
                </a:lnTo>
                <a:cubicBezTo>
                  <a:pt x="73470" y="488"/>
                  <a:pt x="78354" y="3343"/>
                  <a:pt x="81611" y="9054"/>
                </a:cubicBezTo>
                <a:cubicBezTo>
                  <a:pt x="82696" y="11701"/>
                  <a:pt x="83239" y="14278"/>
                  <a:pt x="83239" y="16785"/>
                </a:cubicBezTo>
                <a:cubicBezTo>
                  <a:pt x="83239" y="20964"/>
                  <a:pt x="82357" y="24308"/>
                  <a:pt x="80593" y="26815"/>
                </a:cubicBezTo>
                <a:cubicBezTo>
                  <a:pt x="78829" y="29322"/>
                  <a:pt x="77065" y="30924"/>
                  <a:pt x="75302" y="31621"/>
                </a:cubicBezTo>
                <a:cubicBezTo>
                  <a:pt x="73538" y="32317"/>
                  <a:pt x="71842" y="32596"/>
                  <a:pt x="70214" y="32456"/>
                </a:cubicBezTo>
                <a:cubicBezTo>
                  <a:pt x="67500" y="32456"/>
                  <a:pt x="65329" y="31690"/>
                  <a:pt x="63701" y="30158"/>
                </a:cubicBezTo>
                <a:cubicBezTo>
                  <a:pt x="62073" y="28626"/>
                  <a:pt x="61259" y="26606"/>
                  <a:pt x="61259" y="24099"/>
                </a:cubicBezTo>
                <a:cubicBezTo>
                  <a:pt x="61259" y="17412"/>
                  <a:pt x="65058" y="12955"/>
                  <a:pt x="72656" y="10726"/>
                </a:cubicBezTo>
                <a:cubicBezTo>
                  <a:pt x="69671" y="8915"/>
                  <a:pt x="67229" y="8010"/>
                  <a:pt x="65329" y="8010"/>
                </a:cubicBezTo>
                <a:cubicBezTo>
                  <a:pt x="57731" y="8010"/>
                  <a:pt x="50744" y="13164"/>
                  <a:pt x="44367" y="23472"/>
                </a:cubicBezTo>
                <a:cubicBezTo>
                  <a:pt x="43010" y="25701"/>
                  <a:pt x="41993" y="27999"/>
                  <a:pt x="41314" y="30367"/>
                </a:cubicBezTo>
                <a:cubicBezTo>
                  <a:pt x="40636" y="32735"/>
                  <a:pt x="38329" y="41998"/>
                  <a:pt x="34395" y="58157"/>
                </a:cubicBezTo>
                <a:cubicBezTo>
                  <a:pt x="29781" y="77659"/>
                  <a:pt x="27136" y="88036"/>
                  <a:pt x="26457" y="89290"/>
                </a:cubicBezTo>
                <a:cubicBezTo>
                  <a:pt x="24694" y="93051"/>
                  <a:pt x="21776" y="94932"/>
                  <a:pt x="17706" y="94932"/>
                </a:cubicBezTo>
                <a:cubicBezTo>
                  <a:pt x="15942" y="94932"/>
                  <a:pt x="14518" y="94514"/>
                  <a:pt x="13432" y="93678"/>
                </a:cubicBezTo>
                <a:cubicBezTo>
                  <a:pt x="12347" y="92842"/>
                  <a:pt x="11601" y="92006"/>
                  <a:pt x="11193" y="91171"/>
                </a:cubicBezTo>
                <a:cubicBezTo>
                  <a:pt x="10786" y="90335"/>
                  <a:pt x="10651" y="89638"/>
                  <a:pt x="10786" y="89081"/>
                </a:cubicBezTo>
                <a:cubicBezTo>
                  <a:pt x="10786" y="87270"/>
                  <a:pt x="13500" y="75291"/>
                  <a:pt x="18927" y="53142"/>
                </a:cubicBezTo>
                <a:cubicBezTo>
                  <a:pt x="24354" y="30994"/>
                  <a:pt x="27068" y="18666"/>
                  <a:pt x="27068" y="16159"/>
                </a:cubicBezTo>
                <a:cubicBezTo>
                  <a:pt x="27068" y="10726"/>
                  <a:pt x="25304" y="8010"/>
                  <a:pt x="21776" y="8010"/>
                </a:cubicBezTo>
                <a:cubicBezTo>
                  <a:pt x="18927" y="8010"/>
                  <a:pt x="16485" y="9960"/>
                  <a:pt x="14450" y="13860"/>
                </a:cubicBezTo>
                <a:cubicBezTo>
                  <a:pt x="12415" y="17761"/>
                  <a:pt x="10786" y="22009"/>
                  <a:pt x="9565" y="26606"/>
                </a:cubicBezTo>
                <a:cubicBezTo>
                  <a:pt x="8344" y="31203"/>
                  <a:pt x="7598" y="33710"/>
                  <a:pt x="7327" y="34128"/>
                </a:cubicBezTo>
                <a:cubicBezTo>
                  <a:pt x="7055" y="34407"/>
                  <a:pt x="5970" y="34546"/>
                  <a:pt x="4070" y="34546"/>
                </a:cubicBezTo>
                <a:lnTo>
                  <a:pt x="1221" y="34546"/>
                </a:lnTo>
                <a:cubicBezTo>
                  <a:pt x="407" y="33710"/>
                  <a:pt x="0" y="33083"/>
                  <a:pt x="0" y="3266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B8E4C4-D0C2-4981-A4DE-22D72EA0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860" y="2659283"/>
            <a:ext cx="48641" cy="208947"/>
          </a:xfrm>
          <a:custGeom xmlns:a="http://schemas.openxmlformats.org/drawingml/2006/main">
            <a:pathLst>
              <a:path w="48641" h="208947">
                <a:moveTo>
                  <a:pt x="0" y="104474"/>
                </a:moveTo>
                <a:cubicBezTo>
                  <a:pt x="0" y="94862"/>
                  <a:pt x="678" y="85738"/>
                  <a:pt x="2035" y="77102"/>
                </a:cubicBezTo>
                <a:cubicBezTo>
                  <a:pt x="3392" y="68465"/>
                  <a:pt x="4952" y="61013"/>
                  <a:pt x="6716" y="54744"/>
                </a:cubicBezTo>
                <a:cubicBezTo>
                  <a:pt x="8480" y="48476"/>
                  <a:pt x="10990" y="42347"/>
                  <a:pt x="14246" y="36357"/>
                </a:cubicBezTo>
                <a:cubicBezTo>
                  <a:pt x="17503" y="30367"/>
                  <a:pt x="20080" y="25701"/>
                  <a:pt x="21980" y="22357"/>
                </a:cubicBezTo>
                <a:cubicBezTo>
                  <a:pt x="23879" y="19014"/>
                  <a:pt x="26729" y="15392"/>
                  <a:pt x="30528" y="11492"/>
                </a:cubicBezTo>
                <a:cubicBezTo>
                  <a:pt x="34327" y="7592"/>
                  <a:pt x="36565" y="5224"/>
                  <a:pt x="37244" y="4388"/>
                </a:cubicBezTo>
                <a:cubicBezTo>
                  <a:pt x="37922" y="3552"/>
                  <a:pt x="39618" y="2089"/>
                  <a:pt x="42332" y="0"/>
                </a:cubicBezTo>
                <a:lnTo>
                  <a:pt x="44977" y="0"/>
                </a:lnTo>
                <a:lnTo>
                  <a:pt x="45792" y="0"/>
                </a:lnTo>
                <a:cubicBezTo>
                  <a:pt x="47691" y="0"/>
                  <a:pt x="48641" y="627"/>
                  <a:pt x="48641" y="1881"/>
                </a:cubicBezTo>
                <a:cubicBezTo>
                  <a:pt x="48641" y="2298"/>
                  <a:pt x="47488" y="3761"/>
                  <a:pt x="45181" y="6268"/>
                </a:cubicBezTo>
                <a:cubicBezTo>
                  <a:pt x="42874" y="8776"/>
                  <a:pt x="40093" y="12467"/>
                  <a:pt x="36837" y="17343"/>
                </a:cubicBezTo>
                <a:cubicBezTo>
                  <a:pt x="33580" y="22218"/>
                  <a:pt x="30256" y="28208"/>
                  <a:pt x="26864" y="35312"/>
                </a:cubicBezTo>
                <a:cubicBezTo>
                  <a:pt x="23472" y="42416"/>
                  <a:pt x="20623" y="52028"/>
                  <a:pt x="18317" y="64147"/>
                </a:cubicBezTo>
                <a:cubicBezTo>
                  <a:pt x="16010" y="76266"/>
                  <a:pt x="14857" y="89708"/>
                  <a:pt x="14857" y="104474"/>
                </a:cubicBezTo>
                <a:cubicBezTo>
                  <a:pt x="14857" y="119239"/>
                  <a:pt x="16010" y="132612"/>
                  <a:pt x="18317" y="144592"/>
                </a:cubicBezTo>
                <a:cubicBezTo>
                  <a:pt x="20623" y="156571"/>
                  <a:pt x="23405" y="166252"/>
                  <a:pt x="26661" y="173635"/>
                </a:cubicBezTo>
                <a:cubicBezTo>
                  <a:pt x="29917" y="181018"/>
                  <a:pt x="33241" y="187008"/>
                  <a:pt x="36633" y="191605"/>
                </a:cubicBezTo>
                <a:cubicBezTo>
                  <a:pt x="40025" y="196202"/>
                  <a:pt x="42874" y="199893"/>
                  <a:pt x="45181" y="202679"/>
                </a:cubicBezTo>
                <a:cubicBezTo>
                  <a:pt x="47488" y="205465"/>
                  <a:pt x="48641" y="206928"/>
                  <a:pt x="48641" y="207067"/>
                </a:cubicBezTo>
                <a:cubicBezTo>
                  <a:pt x="48641" y="208320"/>
                  <a:pt x="47623" y="208947"/>
                  <a:pt x="45588" y="208947"/>
                </a:cubicBezTo>
                <a:lnTo>
                  <a:pt x="44977" y="208947"/>
                </a:lnTo>
                <a:lnTo>
                  <a:pt x="42332" y="208947"/>
                </a:lnTo>
                <a:lnTo>
                  <a:pt x="36633" y="203933"/>
                </a:lnTo>
                <a:cubicBezTo>
                  <a:pt x="23879" y="192092"/>
                  <a:pt x="14585" y="177327"/>
                  <a:pt x="8751" y="159636"/>
                </a:cubicBezTo>
                <a:cubicBezTo>
                  <a:pt x="2917" y="141945"/>
                  <a:pt x="0" y="123558"/>
                  <a:pt x="0" y="10447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AF7DA0-26D9-471B-BB0F-BA55CD53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860" y="2659283"/>
            <a:ext cx="48641" cy="208947"/>
          </a:xfrm>
          <a:custGeom xmlns:a="http://schemas.openxmlformats.org/drawingml/2006/main">
            <a:pathLst>
              <a:path w="48641" h="208947" fill="none">
                <a:moveTo>
                  <a:pt x="0" y="104474"/>
                </a:moveTo>
                <a:cubicBezTo>
                  <a:pt x="0" y="94862"/>
                  <a:pt x="678" y="85738"/>
                  <a:pt x="2035" y="77102"/>
                </a:cubicBezTo>
                <a:cubicBezTo>
                  <a:pt x="3392" y="68465"/>
                  <a:pt x="4952" y="61013"/>
                  <a:pt x="6716" y="54744"/>
                </a:cubicBezTo>
                <a:cubicBezTo>
                  <a:pt x="8480" y="48476"/>
                  <a:pt x="10990" y="42347"/>
                  <a:pt x="14246" y="36357"/>
                </a:cubicBezTo>
                <a:cubicBezTo>
                  <a:pt x="17503" y="30367"/>
                  <a:pt x="20080" y="25701"/>
                  <a:pt x="21980" y="22357"/>
                </a:cubicBezTo>
                <a:cubicBezTo>
                  <a:pt x="23879" y="19014"/>
                  <a:pt x="26729" y="15392"/>
                  <a:pt x="30528" y="11492"/>
                </a:cubicBezTo>
                <a:cubicBezTo>
                  <a:pt x="34327" y="7592"/>
                  <a:pt x="36565" y="5224"/>
                  <a:pt x="37244" y="4388"/>
                </a:cubicBezTo>
                <a:cubicBezTo>
                  <a:pt x="37922" y="3552"/>
                  <a:pt x="39618" y="2089"/>
                  <a:pt x="42332" y="0"/>
                </a:cubicBezTo>
                <a:lnTo>
                  <a:pt x="44977" y="0"/>
                </a:lnTo>
                <a:lnTo>
                  <a:pt x="45792" y="0"/>
                </a:lnTo>
                <a:cubicBezTo>
                  <a:pt x="47691" y="0"/>
                  <a:pt x="48641" y="627"/>
                  <a:pt x="48641" y="1881"/>
                </a:cubicBezTo>
                <a:cubicBezTo>
                  <a:pt x="48641" y="2298"/>
                  <a:pt x="47488" y="3761"/>
                  <a:pt x="45181" y="6268"/>
                </a:cubicBezTo>
                <a:cubicBezTo>
                  <a:pt x="42874" y="8776"/>
                  <a:pt x="40093" y="12467"/>
                  <a:pt x="36837" y="17343"/>
                </a:cubicBezTo>
                <a:cubicBezTo>
                  <a:pt x="33580" y="22218"/>
                  <a:pt x="30256" y="28208"/>
                  <a:pt x="26864" y="35312"/>
                </a:cubicBezTo>
                <a:cubicBezTo>
                  <a:pt x="23472" y="42416"/>
                  <a:pt x="20623" y="52028"/>
                  <a:pt x="18317" y="64147"/>
                </a:cubicBezTo>
                <a:cubicBezTo>
                  <a:pt x="16010" y="76266"/>
                  <a:pt x="14857" y="89708"/>
                  <a:pt x="14857" y="104474"/>
                </a:cubicBezTo>
                <a:cubicBezTo>
                  <a:pt x="14857" y="119239"/>
                  <a:pt x="16010" y="132612"/>
                  <a:pt x="18317" y="144592"/>
                </a:cubicBezTo>
                <a:cubicBezTo>
                  <a:pt x="20623" y="156571"/>
                  <a:pt x="23405" y="166252"/>
                  <a:pt x="26661" y="173635"/>
                </a:cubicBezTo>
                <a:cubicBezTo>
                  <a:pt x="29917" y="181018"/>
                  <a:pt x="33241" y="187008"/>
                  <a:pt x="36633" y="191605"/>
                </a:cubicBezTo>
                <a:cubicBezTo>
                  <a:pt x="40025" y="196202"/>
                  <a:pt x="42874" y="199893"/>
                  <a:pt x="45181" y="202679"/>
                </a:cubicBezTo>
                <a:cubicBezTo>
                  <a:pt x="47488" y="205465"/>
                  <a:pt x="48641" y="206928"/>
                  <a:pt x="48641" y="207067"/>
                </a:cubicBezTo>
                <a:cubicBezTo>
                  <a:pt x="48641" y="208320"/>
                  <a:pt x="47623" y="208947"/>
                  <a:pt x="45588" y="208947"/>
                </a:cubicBezTo>
                <a:lnTo>
                  <a:pt x="44977" y="208947"/>
                </a:lnTo>
                <a:lnTo>
                  <a:pt x="42332" y="208947"/>
                </a:lnTo>
                <a:lnTo>
                  <a:pt x="36633" y="203933"/>
                </a:lnTo>
                <a:cubicBezTo>
                  <a:pt x="23879" y="192092"/>
                  <a:pt x="14585" y="177327"/>
                  <a:pt x="8751" y="159636"/>
                </a:cubicBezTo>
                <a:cubicBezTo>
                  <a:pt x="2917" y="141945"/>
                  <a:pt x="0" y="123558"/>
                  <a:pt x="0" y="10447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5A410C-F857-4620-951A-BEBBD7EA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149" y="2659283"/>
            <a:ext cx="45520" cy="208947"/>
          </a:xfrm>
          <a:custGeom xmlns:a="http://schemas.openxmlformats.org/drawingml/2006/main">
            <a:pathLst>
              <a:path w="45520" h="208947">
                <a:moveTo>
                  <a:pt x="45520" y="205186"/>
                </a:moveTo>
                <a:cubicBezTo>
                  <a:pt x="45385" y="206161"/>
                  <a:pt x="44977" y="206997"/>
                  <a:pt x="44299" y="207694"/>
                </a:cubicBezTo>
                <a:cubicBezTo>
                  <a:pt x="43621" y="208390"/>
                  <a:pt x="42671" y="208808"/>
                  <a:pt x="41450" y="208947"/>
                </a:cubicBezTo>
                <a:cubicBezTo>
                  <a:pt x="40093" y="208947"/>
                  <a:pt x="38940" y="208251"/>
                  <a:pt x="37990" y="206858"/>
                </a:cubicBezTo>
                <a:cubicBezTo>
                  <a:pt x="37583" y="205883"/>
                  <a:pt x="31206" y="188749"/>
                  <a:pt x="18859" y="155457"/>
                </a:cubicBezTo>
                <a:cubicBezTo>
                  <a:pt x="6513" y="122165"/>
                  <a:pt x="271" y="105170"/>
                  <a:pt x="136" y="104474"/>
                </a:cubicBezTo>
                <a:cubicBezTo>
                  <a:pt x="0" y="103777"/>
                  <a:pt x="6173" y="86783"/>
                  <a:pt x="18656" y="53491"/>
                </a:cubicBezTo>
                <a:cubicBezTo>
                  <a:pt x="31138" y="20198"/>
                  <a:pt x="37583" y="3065"/>
                  <a:pt x="37990" y="2089"/>
                </a:cubicBezTo>
                <a:cubicBezTo>
                  <a:pt x="38397" y="1393"/>
                  <a:pt x="39075" y="766"/>
                  <a:pt x="40025" y="209"/>
                </a:cubicBezTo>
                <a:lnTo>
                  <a:pt x="40636" y="0"/>
                </a:lnTo>
                <a:cubicBezTo>
                  <a:pt x="41043" y="0"/>
                  <a:pt x="41314" y="0"/>
                  <a:pt x="41450" y="0"/>
                </a:cubicBezTo>
                <a:cubicBezTo>
                  <a:pt x="43892" y="0"/>
                  <a:pt x="45249" y="1254"/>
                  <a:pt x="45520" y="3761"/>
                </a:cubicBezTo>
                <a:cubicBezTo>
                  <a:pt x="45520" y="4458"/>
                  <a:pt x="39415" y="21382"/>
                  <a:pt x="27204" y="54535"/>
                </a:cubicBezTo>
                <a:cubicBezTo>
                  <a:pt x="14857" y="87549"/>
                  <a:pt x="8683" y="104195"/>
                  <a:pt x="8683" y="104474"/>
                </a:cubicBezTo>
                <a:cubicBezTo>
                  <a:pt x="8683" y="104752"/>
                  <a:pt x="14857" y="121398"/>
                  <a:pt x="27204" y="154412"/>
                </a:cubicBezTo>
                <a:cubicBezTo>
                  <a:pt x="39415" y="187565"/>
                  <a:pt x="45520" y="204490"/>
                  <a:pt x="45520" y="2051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5CF71C-2496-4ACE-9863-C066B23F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149" y="2659283"/>
            <a:ext cx="45520" cy="208947"/>
          </a:xfrm>
          <a:custGeom xmlns:a="http://schemas.openxmlformats.org/drawingml/2006/main">
            <a:pathLst>
              <a:path w="45520" h="208947" fill="none">
                <a:moveTo>
                  <a:pt x="45520" y="205186"/>
                </a:moveTo>
                <a:cubicBezTo>
                  <a:pt x="45385" y="206161"/>
                  <a:pt x="44977" y="206997"/>
                  <a:pt x="44299" y="207694"/>
                </a:cubicBezTo>
                <a:cubicBezTo>
                  <a:pt x="43621" y="208390"/>
                  <a:pt x="42671" y="208808"/>
                  <a:pt x="41450" y="208947"/>
                </a:cubicBezTo>
                <a:cubicBezTo>
                  <a:pt x="40093" y="208947"/>
                  <a:pt x="38940" y="208251"/>
                  <a:pt x="37990" y="206858"/>
                </a:cubicBezTo>
                <a:cubicBezTo>
                  <a:pt x="37583" y="205883"/>
                  <a:pt x="31206" y="188749"/>
                  <a:pt x="18859" y="155457"/>
                </a:cubicBezTo>
                <a:cubicBezTo>
                  <a:pt x="6513" y="122165"/>
                  <a:pt x="271" y="105170"/>
                  <a:pt x="136" y="104474"/>
                </a:cubicBezTo>
                <a:cubicBezTo>
                  <a:pt x="0" y="103777"/>
                  <a:pt x="6173" y="86783"/>
                  <a:pt x="18656" y="53491"/>
                </a:cubicBezTo>
                <a:cubicBezTo>
                  <a:pt x="31138" y="20198"/>
                  <a:pt x="37583" y="3065"/>
                  <a:pt x="37990" y="2089"/>
                </a:cubicBezTo>
                <a:cubicBezTo>
                  <a:pt x="38397" y="1393"/>
                  <a:pt x="39075" y="766"/>
                  <a:pt x="40025" y="209"/>
                </a:cubicBezTo>
                <a:lnTo>
                  <a:pt x="40636" y="0"/>
                </a:lnTo>
                <a:cubicBezTo>
                  <a:pt x="41043" y="0"/>
                  <a:pt x="41314" y="0"/>
                  <a:pt x="41450" y="0"/>
                </a:cubicBezTo>
                <a:cubicBezTo>
                  <a:pt x="43892" y="0"/>
                  <a:pt x="45249" y="1254"/>
                  <a:pt x="45520" y="3761"/>
                </a:cubicBezTo>
                <a:cubicBezTo>
                  <a:pt x="45520" y="4458"/>
                  <a:pt x="39415" y="21382"/>
                  <a:pt x="27204" y="54535"/>
                </a:cubicBezTo>
                <a:cubicBezTo>
                  <a:pt x="14857" y="87549"/>
                  <a:pt x="8683" y="104195"/>
                  <a:pt x="8683" y="104474"/>
                </a:cubicBezTo>
                <a:cubicBezTo>
                  <a:pt x="8683" y="104752"/>
                  <a:pt x="14857" y="121398"/>
                  <a:pt x="27204" y="154412"/>
                </a:cubicBezTo>
                <a:cubicBezTo>
                  <a:pt x="39415" y="187565"/>
                  <a:pt x="45520" y="204490"/>
                  <a:pt x="45520" y="20518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5CEE1A-2FEE-453B-B09E-2445CC74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649" y="2673283"/>
            <a:ext cx="145922" cy="147308"/>
          </a:xfrm>
          <a:custGeom xmlns:a="http://schemas.openxmlformats.org/drawingml/2006/main">
            <a:pathLst>
              <a:path w="145922" h="147308">
                <a:moveTo>
                  <a:pt x="0" y="7313"/>
                </a:moveTo>
                <a:cubicBezTo>
                  <a:pt x="0" y="4249"/>
                  <a:pt x="882" y="1811"/>
                  <a:pt x="2646" y="0"/>
                </a:cubicBezTo>
                <a:lnTo>
                  <a:pt x="4884" y="0"/>
                </a:lnTo>
                <a:cubicBezTo>
                  <a:pt x="10583" y="418"/>
                  <a:pt x="17706" y="627"/>
                  <a:pt x="26254" y="627"/>
                </a:cubicBezTo>
                <a:cubicBezTo>
                  <a:pt x="42264" y="627"/>
                  <a:pt x="51694" y="418"/>
                  <a:pt x="54543" y="0"/>
                </a:cubicBezTo>
                <a:lnTo>
                  <a:pt x="56578" y="0"/>
                </a:lnTo>
                <a:cubicBezTo>
                  <a:pt x="57392" y="836"/>
                  <a:pt x="57799" y="1463"/>
                  <a:pt x="57799" y="1881"/>
                </a:cubicBezTo>
                <a:cubicBezTo>
                  <a:pt x="57799" y="2298"/>
                  <a:pt x="57663" y="3552"/>
                  <a:pt x="57392" y="5642"/>
                </a:cubicBezTo>
                <a:cubicBezTo>
                  <a:pt x="56714" y="7731"/>
                  <a:pt x="56103" y="9054"/>
                  <a:pt x="55560" y="9612"/>
                </a:cubicBezTo>
                <a:lnTo>
                  <a:pt x="51287" y="9612"/>
                </a:lnTo>
                <a:cubicBezTo>
                  <a:pt x="48302" y="9890"/>
                  <a:pt x="46266" y="10029"/>
                  <a:pt x="45181" y="10029"/>
                </a:cubicBezTo>
                <a:cubicBezTo>
                  <a:pt x="41246" y="10726"/>
                  <a:pt x="39075" y="11771"/>
                  <a:pt x="38668" y="13164"/>
                </a:cubicBezTo>
                <a:cubicBezTo>
                  <a:pt x="38668" y="13442"/>
                  <a:pt x="40636" y="30924"/>
                  <a:pt x="44570" y="65609"/>
                </a:cubicBezTo>
                <a:cubicBezTo>
                  <a:pt x="48505" y="100295"/>
                  <a:pt x="50540" y="117777"/>
                  <a:pt x="50676" y="118055"/>
                </a:cubicBezTo>
                <a:lnTo>
                  <a:pt x="65533" y="93608"/>
                </a:lnTo>
                <a:cubicBezTo>
                  <a:pt x="75437" y="77311"/>
                  <a:pt x="85342" y="60873"/>
                  <a:pt x="95246" y="44297"/>
                </a:cubicBezTo>
                <a:cubicBezTo>
                  <a:pt x="105151" y="27720"/>
                  <a:pt x="110239" y="19154"/>
                  <a:pt x="110510" y="18596"/>
                </a:cubicBezTo>
                <a:cubicBezTo>
                  <a:pt x="111053" y="17621"/>
                  <a:pt x="111324" y="16576"/>
                  <a:pt x="111324" y="15462"/>
                </a:cubicBezTo>
                <a:cubicBezTo>
                  <a:pt x="111324" y="12119"/>
                  <a:pt x="108339" y="10169"/>
                  <a:pt x="102370" y="9612"/>
                </a:cubicBezTo>
                <a:cubicBezTo>
                  <a:pt x="99927" y="9612"/>
                  <a:pt x="98706" y="8845"/>
                  <a:pt x="98706" y="7313"/>
                </a:cubicBezTo>
                <a:cubicBezTo>
                  <a:pt x="98706" y="7174"/>
                  <a:pt x="98842" y="6268"/>
                  <a:pt x="99113" y="4597"/>
                </a:cubicBezTo>
                <a:cubicBezTo>
                  <a:pt x="99520" y="2647"/>
                  <a:pt x="99927" y="1393"/>
                  <a:pt x="100334" y="836"/>
                </a:cubicBezTo>
                <a:cubicBezTo>
                  <a:pt x="100741" y="279"/>
                  <a:pt x="101623" y="0"/>
                  <a:pt x="102980" y="0"/>
                </a:cubicBezTo>
                <a:cubicBezTo>
                  <a:pt x="103251" y="0"/>
                  <a:pt x="104066" y="0"/>
                  <a:pt x="105422" y="0"/>
                </a:cubicBezTo>
                <a:cubicBezTo>
                  <a:pt x="106779" y="0"/>
                  <a:pt x="109086" y="70"/>
                  <a:pt x="112342" y="209"/>
                </a:cubicBezTo>
                <a:cubicBezTo>
                  <a:pt x="115598" y="348"/>
                  <a:pt x="119940" y="418"/>
                  <a:pt x="125367" y="418"/>
                </a:cubicBezTo>
                <a:cubicBezTo>
                  <a:pt x="134729" y="418"/>
                  <a:pt x="140631" y="279"/>
                  <a:pt x="143073" y="0"/>
                </a:cubicBezTo>
                <a:lnTo>
                  <a:pt x="144498" y="0"/>
                </a:lnTo>
                <a:cubicBezTo>
                  <a:pt x="145448" y="975"/>
                  <a:pt x="145922" y="1741"/>
                  <a:pt x="145922" y="2298"/>
                </a:cubicBezTo>
                <a:cubicBezTo>
                  <a:pt x="145922" y="4666"/>
                  <a:pt x="145312" y="6895"/>
                  <a:pt x="144091" y="8985"/>
                </a:cubicBezTo>
                <a:cubicBezTo>
                  <a:pt x="143684" y="9403"/>
                  <a:pt x="142530" y="9612"/>
                  <a:pt x="140631" y="9612"/>
                </a:cubicBezTo>
                <a:cubicBezTo>
                  <a:pt x="138867" y="9751"/>
                  <a:pt x="137239" y="9890"/>
                  <a:pt x="135747" y="10029"/>
                </a:cubicBezTo>
                <a:cubicBezTo>
                  <a:pt x="134254" y="10169"/>
                  <a:pt x="132829" y="10517"/>
                  <a:pt x="131473" y="11074"/>
                </a:cubicBezTo>
                <a:cubicBezTo>
                  <a:pt x="130116" y="11631"/>
                  <a:pt x="129030" y="12119"/>
                  <a:pt x="128216" y="12537"/>
                </a:cubicBezTo>
                <a:cubicBezTo>
                  <a:pt x="127402" y="12955"/>
                  <a:pt x="126588" y="13512"/>
                  <a:pt x="125774" y="14208"/>
                </a:cubicBezTo>
                <a:cubicBezTo>
                  <a:pt x="124960" y="14905"/>
                  <a:pt x="124282" y="15392"/>
                  <a:pt x="123739" y="15671"/>
                </a:cubicBezTo>
                <a:cubicBezTo>
                  <a:pt x="123196" y="15950"/>
                  <a:pt x="122654" y="16576"/>
                  <a:pt x="122111" y="17552"/>
                </a:cubicBezTo>
                <a:cubicBezTo>
                  <a:pt x="121568" y="18527"/>
                  <a:pt x="121093" y="19014"/>
                  <a:pt x="120686" y="19014"/>
                </a:cubicBezTo>
                <a:lnTo>
                  <a:pt x="81407" y="83788"/>
                </a:lnTo>
                <a:cubicBezTo>
                  <a:pt x="56985" y="124324"/>
                  <a:pt x="44367" y="145079"/>
                  <a:pt x="43553" y="146054"/>
                </a:cubicBezTo>
                <a:cubicBezTo>
                  <a:pt x="43146" y="146333"/>
                  <a:pt x="42671" y="146681"/>
                  <a:pt x="42128" y="147099"/>
                </a:cubicBezTo>
                <a:lnTo>
                  <a:pt x="38465" y="147308"/>
                </a:lnTo>
                <a:lnTo>
                  <a:pt x="37040" y="147308"/>
                </a:lnTo>
                <a:cubicBezTo>
                  <a:pt x="34598" y="147308"/>
                  <a:pt x="33377" y="146820"/>
                  <a:pt x="33377" y="145845"/>
                </a:cubicBezTo>
                <a:cubicBezTo>
                  <a:pt x="32970" y="145009"/>
                  <a:pt x="30324" y="122722"/>
                  <a:pt x="25440" y="78982"/>
                </a:cubicBezTo>
                <a:cubicBezTo>
                  <a:pt x="20284" y="34685"/>
                  <a:pt x="17638" y="12328"/>
                  <a:pt x="17503" y="11910"/>
                </a:cubicBezTo>
                <a:cubicBezTo>
                  <a:pt x="16824" y="10378"/>
                  <a:pt x="12618" y="9612"/>
                  <a:pt x="4884" y="9612"/>
                </a:cubicBezTo>
                <a:lnTo>
                  <a:pt x="1425" y="9612"/>
                </a:lnTo>
                <a:cubicBezTo>
                  <a:pt x="475" y="8915"/>
                  <a:pt x="0" y="8149"/>
                  <a:pt x="0" y="73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99FE08-224E-456E-8669-CD20881A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649" y="2673283"/>
            <a:ext cx="145922" cy="147308"/>
          </a:xfrm>
          <a:custGeom xmlns:a="http://schemas.openxmlformats.org/drawingml/2006/main">
            <a:pathLst>
              <a:path w="145922" h="147308" fill="none">
                <a:moveTo>
                  <a:pt x="0" y="7313"/>
                </a:moveTo>
                <a:cubicBezTo>
                  <a:pt x="0" y="4249"/>
                  <a:pt x="882" y="1811"/>
                  <a:pt x="2646" y="0"/>
                </a:cubicBezTo>
                <a:lnTo>
                  <a:pt x="4884" y="0"/>
                </a:lnTo>
                <a:cubicBezTo>
                  <a:pt x="10583" y="418"/>
                  <a:pt x="17706" y="627"/>
                  <a:pt x="26254" y="627"/>
                </a:cubicBezTo>
                <a:cubicBezTo>
                  <a:pt x="42264" y="627"/>
                  <a:pt x="51694" y="418"/>
                  <a:pt x="54543" y="0"/>
                </a:cubicBezTo>
                <a:lnTo>
                  <a:pt x="56578" y="0"/>
                </a:lnTo>
                <a:cubicBezTo>
                  <a:pt x="57392" y="836"/>
                  <a:pt x="57799" y="1463"/>
                  <a:pt x="57799" y="1881"/>
                </a:cubicBezTo>
                <a:cubicBezTo>
                  <a:pt x="57799" y="2298"/>
                  <a:pt x="57663" y="3552"/>
                  <a:pt x="57392" y="5642"/>
                </a:cubicBezTo>
                <a:cubicBezTo>
                  <a:pt x="56714" y="7731"/>
                  <a:pt x="56103" y="9054"/>
                  <a:pt x="55560" y="9612"/>
                </a:cubicBezTo>
                <a:lnTo>
                  <a:pt x="51287" y="9612"/>
                </a:lnTo>
                <a:cubicBezTo>
                  <a:pt x="48302" y="9890"/>
                  <a:pt x="46266" y="10029"/>
                  <a:pt x="45181" y="10029"/>
                </a:cubicBezTo>
                <a:cubicBezTo>
                  <a:pt x="41246" y="10726"/>
                  <a:pt x="39075" y="11771"/>
                  <a:pt x="38668" y="13164"/>
                </a:cubicBezTo>
                <a:cubicBezTo>
                  <a:pt x="38668" y="13442"/>
                  <a:pt x="40636" y="30924"/>
                  <a:pt x="44570" y="65609"/>
                </a:cubicBezTo>
                <a:cubicBezTo>
                  <a:pt x="48505" y="100295"/>
                  <a:pt x="50540" y="117777"/>
                  <a:pt x="50676" y="118055"/>
                </a:cubicBezTo>
                <a:lnTo>
                  <a:pt x="65533" y="93608"/>
                </a:lnTo>
                <a:cubicBezTo>
                  <a:pt x="75437" y="77311"/>
                  <a:pt x="85342" y="60873"/>
                  <a:pt x="95246" y="44297"/>
                </a:cubicBezTo>
                <a:cubicBezTo>
                  <a:pt x="105151" y="27720"/>
                  <a:pt x="110239" y="19154"/>
                  <a:pt x="110510" y="18596"/>
                </a:cubicBezTo>
                <a:cubicBezTo>
                  <a:pt x="111053" y="17621"/>
                  <a:pt x="111324" y="16576"/>
                  <a:pt x="111324" y="15462"/>
                </a:cubicBezTo>
                <a:cubicBezTo>
                  <a:pt x="111324" y="12119"/>
                  <a:pt x="108339" y="10169"/>
                  <a:pt x="102370" y="9612"/>
                </a:cubicBezTo>
                <a:cubicBezTo>
                  <a:pt x="99927" y="9612"/>
                  <a:pt x="98706" y="8845"/>
                  <a:pt x="98706" y="7313"/>
                </a:cubicBezTo>
                <a:cubicBezTo>
                  <a:pt x="98706" y="7174"/>
                  <a:pt x="98842" y="6268"/>
                  <a:pt x="99113" y="4597"/>
                </a:cubicBezTo>
                <a:cubicBezTo>
                  <a:pt x="99520" y="2647"/>
                  <a:pt x="99927" y="1393"/>
                  <a:pt x="100334" y="836"/>
                </a:cubicBezTo>
                <a:cubicBezTo>
                  <a:pt x="100741" y="279"/>
                  <a:pt x="101623" y="0"/>
                  <a:pt x="102980" y="0"/>
                </a:cubicBezTo>
                <a:cubicBezTo>
                  <a:pt x="103251" y="0"/>
                  <a:pt x="104066" y="0"/>
                  <a:pt x="105422" y="0"/>
                </a:cubicBezTo>
                <a:cubicBezTo>
                  <a:pt x="106779" y="0"/>
                  <a:pt x="109086" y="70"/>
                  <a:pt x="112342" y="209"/>
                </a:cubicBezTo>
                <a:cubicBezTo>
                  <a:pt x="115598" y="348"/>
                  <a:pt x="119940" y="418"/>
                  <a:pt x="125367" y="418"/>
                </a:cubicBezTo>
                <a:cubicBezTo>
                  <a:pt x="134729" y="418"/>
                  <a:pt x="140631" y="279"/>
                  <a:pt x="143073" y="0"/>
                </a:cubicBezTo>
                <a:lnTo>
                  <a:pt x="144498" y="0"/>
                </a:lnTo>
                <a:cubicBezTo>
                  <a:pt x="145448" y="975"/>
                  <a:pt x="145922" y="1741"/>
                  <a:pt x="145922" y="2298"/>
                </a:cubicBezTo>
                <a:cubicBezTo>
                  <a:pt x="145922" y="4666"/>
                  <a:pt x="145312" y="6895"/>
                  <a:pt x="144091" y="8985"/>
                </a:cubicBezTo>
                <a:cubicBezTo>
                  <a:pt x="143684" y="9403"/>
                  <a:pt x="142530" y="9612"/>
                  <a:pt x="140631" y="9612"/>
                </a:cubicBezTo>
                <a:cubicBezTo>
                  <a:pt x="138867" y="9751"/>
                  <a:pt x="137239" y="9890"/>
                  <a:pt x="135747" y="10029"/>
                </a:cubicBezTo>
                <a:cubicBezTo>
                  <a:pt x="134254" y="10169"/>
                  <a:pt x="132829" y="10517"/>
                  <a:pt x="131473" y="11074"/>
                </a:cubicBezTo>
                <a:cubicBezTo>
                  <a:pt x="130116" y="11631"/>
                  <a:pt x="129030" y="12119"/>
                  <a:pt x="128216" y="12537"/>
                </a:cubicBezTo>
                <a:cubicBezTo>
                  <a:pt x="127402" y="12955"/>
                  <a:pt x="126588" y="13512"/>
                  <a:pt x="125774" y="14208"/>
                </a:cubicBezTo>
                <a:cubicBezTo>
                  <a:pt x="124960" y="14905"/>
                  <a:pt x="124282" y="15392"/>
                  <a:pt x="123739" y="15671"/>
                </a:cubicBezTo>
                <a:cubicBezTo>
                  <a:pt x="123196" y="15950"/>
                  <a:pt x="122654" y="16576"/>
                  <a:pt x="122111" y="17552"/>
                </a:cubicBezTo>
                <a:cubicBezTo>
                  <a:pt x="121568" y="18527"/>
                  <a:pt x="121093" y="19014"/>
                  <a:pt x="120686" y="19014"/>
                </a:cubicBezTo>
                <a:lnTo>
                  <a:pt x="81407" y="83788"/>
                </a:lnTo>
                <a:cubicBezTo>
                  <a:pt x="56985" y="124324"/>
                  <a:pt x="44367" y="145079"/>
                  <a:pt x="43553" y="146054"/>
                </a:cubicBezTo>
                <a:cubicBezTo>
                  <a:pt x="43146" y="146333"/>
                  <a:pt x="42671" y="146681"/>
                  <a:pt x="42128" y="147099"/>
                </a:cubicBezTo>
                <a:lnTo>
                  <a:pt x="38465" y="147308"/>
                </a:lnTo>
                <a:lnTo>
                  <a:pt x="37040" y="147308"/>
                </a:lnTo>
                <a:cubicBezTo>
                  <a:pt x="34598" y="147308"/>
                  <a:pt x="33377" y="146820"/>
                  <a:pt x="33377" y="145845"/>
                </a:cubicBezTo>
                <a:cubicBezTo>
                  <a:pt x="32970" y="145009"/>
                  <a:pt x="30324" y="122722"/>
                  <a:pt x="25440" y="78982"/>
                </a:cubicBezTo>
                <a:cubicBezTo>
                  <a:pt x="20284" y="34685"/>
                  <a:pt x="17638" y="12328"/>
                  <a:pt x="17503" y="11910"/>
                </a:cubicBezTo>
                <a:cubicBezTo>
                  <a:pt x="16824" y="10378"/>
                  <a:pt x="12618" y="9612"/>
                  <a:pt x="4884" y="9612"/>
                </a:cubicBezTo>
                <a:lnTo>
                  <a:pt x="1425" y="9612"/>
                </a:lnTo>
                <a:cubicBezTo>
                  <a:pt x="475" y="8915"/>
                  <a:pt x="0" y="8149"/>
                  <a:pt x="0" y="73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405F7D-9B6E-4802-817C-782B3D08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045" y="2748950"/>
            <a:ext cx="60577" cy="101635"/>
          </a:xfrm>
          <a:custGeom xmlns:a="http://schemas.openxmlformats.org/drawingml/2006/main">
            <a:pathLst>
              <a:path w="60577" h="101635">
                <a:moveTo>
                  <a:pt x="8202" y="11966"/>
                </a:moveTo>
                <a:cubicBezTo>
                  <a:pt x="13573" y="3989"/>
                  <a:pt x="20912" y="0"/>
                  <a:pt x="30216" y="0"/>
                </a:cubicBezTo>
                <a:cubicBezTo>
                  <a:pt x="34821" y="0"/>
                  <a:pt x="39425" y="1280"/>
                  <a:pt x="44029" y="3841"/>
                </a:cubicBezTo>
                <a:cubicBezTo>
                  <a:pt x="48634" y="6401"/>
                  <a:pt x="52375" y="10932"/>
                  <a:pt x="55253" y="17432"/>
                </a:cubicBezTo>
                <a:cubicBezTo>
                  <a:pt x="58802" y="25606"/>
                  <a:pt x="60577" y="36833"/>
                  <a:pt x="60577" y="51113"/>
                </a:cubicBezTo>
                <a:cubicBezTo>
                  <a:pt x="60577" y="66378"/>
                  <a:pt x="58514" y="78048"/>
                  <a:pt x="54389" y="86124"/>
                </a:cubicBezTo>
                <a:cubicBezTo>
                  <a:pt x="52471" y="90260"/>
                  <a:pt x="49833" y="93560"/>
                  <a:pt x="46476" y="96022"/>
                </a:cubicBezTo>
                <a:cubicBezTo>
                  <a:pt x="43118" y="98484"/>
                  <a:pt x="40192" y="100010"/>
                  <a:pt x="37698" y="100601"/>
                </a:cubicBezTo>
                <a:cubicBezTo>
                  <a:pt x="35204" y="101192"/>
                  <a:pt x="32758" y="101537"/>
                  <a:pt x="30360" y="101635"/>
                </a:cubicBezTo>
                <a:cubicBezTo>
                  <a:pt x="27866" y="101635"/>
                  <a:pt x="25372" y="101340"/>
                  <a:pt x="22878" y="100749"/>
                </a:cubicBezTo>
                <a:cubicBezTo>
                  <a:pt x="20384" y="100158"/>
                  <a:pt x="17458" y="98582"/>
                  <a:pt x="14101" y="96022"/>
                </a:cubicBezTo>
                <a:cubicBezTo>
                  <a:pt x="10744" y="93461"/>
                  <a:pt x="8106" y="90162"/>
                  <a:pt x="6187" y="86124"/>
                </a:cubicBezTo>
                <a:cubicBezTo>
                  <a:pt x="2062" y="78048"/>
                  <a:pt x="0" y="66378"/>
                  <a:pt x="0" y="51113"/>
                </a:cubicBezTo>
                <a:cubicBezTo>
                  <a:pt x="0" y="33977"/>
                  <a:pt x="2734" y="20928"/>
                  <a:pt x="8202" y="11966"/>
                </a:cubicBezTo>
                <a:close/>
                <a:moveTo>
                  <a:pt x="40576" y="10193"/>
                </a:moveTo>
                <a:cubicBezTo>
                  <a:pt x="37698" y="7042"/>
                  <a:pt x="34293" y="5466"/>
                  <a:pt x="30360" y="5466"/>
                </a:cubicBezTo>
                <a:cubicBezTo>
                  <a:pt x="26331" y="5466"/>
                  <a:pt x="22878" y="7042"/>
                  <a:pt x="20000" y="10193"/>
                </a:cubicBezTo>
                <a:cubicBezTo>
                  <a:pt x="17602" y="12754"/>
                  <a:pt x="16019" y="16299"/>
                  <a:pt x="15252" y="20829"/>
                </a:cubicBezTo>
                <a:cubicBezTo>
                  <a:pt x="14485" y="25360"/>
                  <a:pt x="14101" y="34814"/>
                  <a:pt x="14101" y="49193"/>
                </a:cubicBezTo>
                <a:cubicBezTo>
                  <a:pt x="14101" y="64753"/>
                  <a:pt x="14485" y="74995"/>
                  <a:pt x="15252" y="79920"/>
                </a:cubicBezTo>
                <a:cubicBezTo>
                  <a:pt x="16019" y="84844"/>
                  <a:pt x="17746" y="88734"/>
                  <a:pt x="20432" y="91590"/>
                </a:cubicBezTo>
                <a:cubicBezTo>
                  <a:pt x="23118" y="94544"/>
                  <a:pt x="26427" y="96022"/>
                  <a:pt x="30360" y="96022"/>
                </a:cubicBezTo>
                <a:cubicBezTo>
                  <a:pt x="34197" y="96022"/>
                  <a:pt x="37459" y="94544"/>
                  <a:pt x="40145" y="91590"/>
                </a:cubicBezTo>
                <a:cubicBezTo>
                  <a:pt x="42926" y="88635"/>
                  <a:pt x="44653" y="84499"/>
                  <a:pt x="45324" y="79181"/>
                </a:cubicBezTo>
                <a:cubicBezTo>
                  <a:pt x="45996" y="73863"/>
                  <a:pt x="46380" y="63867"/>
                  <a:pt x="46476" y="49193"/>
                </a:cubicBezTo>
                <a:cubicBezTo>
                  <a:pt x="46476" y="34913"/>
                  <a:pt x="46092" y="25507"/>
                  <a:pt x="45324" y="20977"/>
                </a:cubicBezTo>
                <a:cubicBezTo>
                  <a:pt x="44557" y="16447"/>
                  <a:pt x="42974" y="12852"/>
                  <a:pt x="40576" y="101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B88BC3-CE10-4422-94AE-2EAA2C66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045" y="2748950"/>
            <a:ext cx="60577" cy="101635"/>
          </a:xfrm>
          <a:custGeom xmlns:a="http://schemas.openxmlformats.org/drawingml/2006/main">
            <a:pathLst>
              <a:path w="60577" h="101635" fill="none">
                <a:moveTo>
                  <a:pt x="8202" y="11966"/>
                </a:moveTo>
                <a:cubicBezTo>
                  <a:pt x="13573" y="3989"/>
                  <a:pt x="20912" y="0"/>
                  <a:pt x="30216" y="0"/>
                </a:cubicBezTo>
                <a:cubicBezTo>
                  <a:pt x="34821" y="0"/>
                  <a:pt x="39425" y="1280"/>
                  <a:pt x="44029" y="3841"/>
                </a:cubicBezTo>
                <a:cubicBezTo>
                  <a:pt x="48634" y="6401"/>
                  <a:pt x="52375" y="10932"/>
                  <a:pt x="55253" y="17432"/>
                </a:cubicBezTo>
                <a:cubicBezTo>
                  <a:pt x="58802" y="25606"/>
                  <a:pt x="60577" y="36833"/>
                  <a:pt x="60577" y="51113"/>
                </a:cubicBezTo>
                <a:cubicBezTo>
                  <a:pt x="60577" y="66378"/>
                  <a:pt x="58514" y="78048"/>
                  <a:pt x="54389" y="86124"/>
                </a:cubicBezTo>
                <a:cubicBezTo>
                  <a:pt x="52471" y="90260"/>
                  <a:pt x="49833" y="93560"/>
                  <a:pt x="46476" y="96022"/>
                </a:cubicBezTo>
                <a:cubicBezTo>
                  <a:pt x="43118" y="98484"/>
                  <a:pt x="40192" y="100010"/>
                  <a:pt x="37698" y="100601"/>
                </a:cubicBezTo>
                <a:cubicBezTo>
                  <a:pt x="35204" y="101192"/>
                  <a:pt x="32758" y="101537"/>
                  <a:pt x="30360" y="101635"/>
                </a:cubicBezTo>
                <a:cubicBezTo>
                  <a:pt x="27866" y="101635"/>
                  <a:pt x="25372" y="101340"/>
                  <a:pt x="22878" y="100749"/>
                </a:cubicBezTo>
                <a:cubicBezTo>
                  <a:pt x="20384" y="100158"/>
                  <a:pt x="17458" y="98582"/>
                  <a:pt x="14101" y="96022"/>
                </a:cubicBezTo>
                <a:cubicBezTo>
                  <a:pt x="10744" y="93461"/>
                  <a:pt x="8106" y="90162"/>
                  <a:pt x="6187" y="86124"/>
                </a:cubicBezTo>
                <a:cubicBezTo>
                  <a:pt x="2062" y="78048"/>
                  <a:pt x="0" y="66378"/>
                  <a:pt x="0" y="51113"/>
                </a:cubicBezTo>
                <a:cubicBezTo>
                  <a:pt x="0" y="33977"/>
                  <a:pt x="2734" y="20928"/>
                  <a:pt x="8202" y="11966"/>
                </a:cubicBezTo>
                <a:close/>
                <a:moveTo>
                  <a:pt x="40576" y="10193"/>
                </a:moveTo>
                <a:cubicBezTo>
                  <a:pt x="37698" y="7042"/>
                  <a:pt x="34293" y="5466"/>
                  <a:pt x="30360" y="5466"/>
                </a:cubicBezTo>
                <a:cubicBezTo>
                  <a:pt x="26331" y="5466"/>
                  <a:pt x="22878" y="7042"/>
                  <a:pt x="20000" y="10193"/>
                </a:cubicBezTo>
                <a:cubicBezTo>
                  <a:pt x="17602" y="12754"/>
                  <a:pt x="16019" y="16299"/>
                  <a:pt x="15252" y="20829"/>
                </a:cubicBezTo>
                <a:cubicBezTo>
                  <a:pt x="14485" y="25360"/>
                  <a:pt x="14101" y="34814"/>
                  <a:pt x="14101" y="49193"/>
                </a:cubicBezTo>
                <a:cubicBezTo>
                  <a:pt x="14101" y="64753"/>
                  <a:pt x="14485" y="74995"/>
                  <a:pt x="15252" y="79920"/>
                </a:cubicBezTo>
                <a:cubicBezTo>
                  <a:pt x="16019" y="84844"/>
                  <a:pt x="17746" y="88734"/>
                  <a:pt x="20432" y="91590"/>
                </a:cubicBezTo>
                <a:cubicBezTo>
                  <a:pt x="23118" y="94544"/>
                  <a:pt x="26427" y="96022"/>
                  <a:pt x="30360" y="96022"/>
                </a:cubicBezTo>
                <a:cubicBezTo>
                  <a:pt x="34197" y="96022"/>
                  <a:pt x="37459" y="94544"/>
                  <a:pt x="40145" y="91590"/>
                </a:cubicBezTo>
                <a:cubicBezTo>
                  <a:pt x="42926" y="88635"/>
                  <a:pt x="44653" y="84499"/>
                  <a:pt x="45324" y="79181"/>
                </a:cubicBezTo>
                <a:cubicBezTo>
                  <a:pt x="45996" y="73863"/>
                  <a:pt x="46380" y="63867"/>
                  <a:pt x="46476" y="49193"/>
                </a:cubicBezTo>
                <a:cubicBezTo>
                  <a:pt x="46476" y="34913"/>
                  <a:pt x="46092" y="25507"/>
                  <a:pt x="45324" y="20977"/>
                </a:cubicBezTo>
                <a:cubicBezTo>
                  <a:pt x="44557" y="16447"/>
                  <a:pt x="42974" y="12852"/>
                  <a:pt x="40576" y="101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" cap="flat">
            <a:solidFill>
              <a:srgbClr val="000000">
                <a:alpha val="9040"/>
              </a:srgbClr>
            </a:solidFill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56B152-71D3-4472-8A00-60901CDF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67" y="2659283"/>
            <a:ext cx="45520" cy="208947"/>
          </a:xfrm>
          <a:custGeom xmlns:a="http://schemas.openxmlformats.org/drawingml/2006/main">
            <a:pathLst>
              <a:path w="45520" h="208947">
                <a:moveTo>
                  <a:pt x="0" y="3761"/>
                </a:moveTo>
                <a:cubicBezTo>
                  <a:pt x="136" y="2786"/>
                  <a:pt x="543" y="1950"/>
                  <a:pt x="1221" y="1254"/>
                </a:cubicBezTo>
                <a:cubicBezTo>
                  <a:pt x="1900" y="557"/>
                  <a:pt x="2849" y="139"/>
                  <a:pt x="4070" y="0"/>
                </a:cubicBezTo>
                <a:cubicBezTo>
                  <a:pt x="5427" y="0"/>
                  <a:pt x="6580" y="696"/>
                  <a:pt x="7530" y="2089"/>
                </a:cubicBezTo>
                <a:cubicBezTo>
                  <a:pt x="7937" y="3065"/>
                  <a:pt x="14314" y="20198"/>
                  <a:pt x="26661" y="53491"/>
                </a:cubicBezTo>
                <a:cubicBezTo>
                  <a:pt x="39008" y="86783"/>
                  <a:pt x="45249" y="103777"/>
                  <a:pt x="45385" y="104474"/>
                </a:cubicBezTo>
                <a:cubicBezTo>
                  <a:pt x="45520" y="105170"/>
                  <a:pt x="39347" y="122165"/>
                  <a:pt x="26864" y="155457"/>
                </a:cubicBezTo>
                <a:cubicBezTo>
                  <a:pt x="14382" y="188749"/>
                  <a:pt x="7937" y="205883"/>
                  <a:pt x="7530" y="206858"/>
                </a:cubicBezTo>
                <a:cubicBezTo>
                  <a:pt x="6580" y="208251"/>
                  <a:pt x="5427" y="208947"/>
                  <a:pt x="4070" y="208947"/>
                </a:cubicBezTo>
                <a:cubicBezTo>
                  <a:pt x="2985" y="208947"/>
                  <a:pt x="2103" y="208599"/>
                  <a:pt x="1425" y="207903"/>
                </a:cubicBezTo>
                <a:cubicBezTo>
                  <a:pt x="746" y="207206"/>
                  <a:pt x="271" y="206301"/>
                  <a:pt x="0" y="205186"/>
                </a:cubicBezTo>
                <a:cubicBezTo>
                  <a:pt x="0" y="204490"/>
                  <a:pt x="6106" y="187565"/>
                  <a:pt x="18317" y="154412"/>
                </a:cubicBezTo>
                <a:cubicBezTo>
                  <a:pt x="30663" y="121398"/>
                  <a:pt x="36837" y="104752"/>
                  <a:pt x="36837" y="104474"/>
                </a:cubicBezTo>
                <a:cubicBezTo>
                  <a:pt x="36837" y="104195"/>
                  <a:pt x="30663" y="87549"/>
                  <a:pt x="18317" y="54535"/>
                </a:cubicBezTo>
                <a:cubicBezTo>
                  <a:pt x="6106" y="21382"/>
                  <a:pt x="0" y="4458"/>
                  <a:pt x="0" y="37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9E82F6-90E0-4AE3-BD58-B9638969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67" y="2659283"/>
            <a:ext cx="45520" cy="208947"/>
          </a:xfrm>
          <a:custGeom xmlns:a="http://schemas.openxmlformats.org/drawingml/2006/main">
            <a:pathLst>
              <a:path w="45520" h="208947" fill="none">
                <a:moveTo>
                  <a:pt x="0" y="3761"/>
                </a:moveTo>
                <a:cubicBezTo>
                  <a:pt x="136" y="2786"/>
                  <a:pt x="543" y="1950"/>
                  <a:pt x="1221" y="1254"/>
                </a:cubicBezTo>
                <a:cubicBezTo>
                  <a:pt x="1900" y="557"/>
                  <a:pt x="2849" y="139"/>
                  <a:pt x="4070" y="0"/>
                </a:cubicBezTo>
                <a:cubicBezTo>
                  <a:pt x="5427" y="0"/>
                  <a:pt x="6580" y="696"/>
                  <a:pt x="7530" y="2089"/>
                </a:cubicBezTo>
                <a:cubicBezTo>
                  <a:pt x="7937" y="3065"/>
                  <a:pt x="14314" y="20198"/>
                  <a:pt x="26661" y="53491"/>
                </a:cubicBezTo>
                <a:cubicBezTo>
                  <a:pt x="39008" y="86783"/>
                  <a:pt x="45249" y="103777"/>
                  <a:pt x="45385" y="104474"/>
                </a:cubicBezTo>
                <a:cubicBezTo>
                  <a:pt x="45520" y="105170"/>
                  <a:pt x="39347" y="122165"/>
                  <a:pt x="26864" y="155457"/>
                </a:cubicBezTo>
                <a:cubicBezTo>
                  <a:pt x="14382" y="188749"/>
                  <a:pt x="7937" y="205883"/>
                  <a:pt x="7530" y="206858"/>
                </a:cubicBezTo>
                <a:cubicBezTo>
                  <a:pt x="6580" y="208251"/>
                  <a:pt x="5427" y="208947"/>
                  <a:pt x="4070" y="208947"/>
                </a:cubicBezTo>
                <a:cubicBezTo>
                  <a:pt x="2985" y="208947"/>
                  <a:pt x="2103" y="208599"/>
                  <a:pt x="1425" y="207903"/>
                </a:cubicBezTo>
                <a:cubicBezTo>
                  <a:pt x="746" y="207206"/>
                  <a:pt x="271" y="206301"/>
                  <a:pt x="0" y="205186"/>
                </a:cubicBezTo>
                <a:cubicBezTo>
                  <a:pt x="0" y="204490"/>
                  <a:pt x="6106" y="187565"/>
                  <a:pt x="18317" y="154412"/>
                </a:cubicBezTo>
                <a:cubicBezTo>
                  <a:pt x="30663" y="121398"/>
                  <a:pt x="36837" y="104752"/>
                  <a:pt x="36837" y="104474"/>
                </a:cubicBezTo>
                <a:cubicBezTo>
                  <a:pt x="36837" y="104195"/>
                  <a:pt x="30663" y="87549"/>
                  <a:pt x="18317" y="54535"/>
                </a:cubicBezTo>
                <a:cubicBezTo>
                  <a:pt x="6106" y="21382"/>
                  <a:pt x="0" y="4458"/>
                  <a:pt x="0" y="376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D81AF9-1C8F-4940-B1AA-510D279F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9616" y="2790711"/>
            <a:ext cx="26864" cy="65958"/>
          </a:xfrm>
          <a:custGeom xmlns:a="http://schemas.openxmlformats.org/drawingml/2006/main">
            <a:pathLst>
              <a:path w="26864" h="65958">
                <a:moveTo>
                  <a:pt x="0" y="17969"/>
                </a:moveTo>
                <a:cubicBezTo>
                  <a:pt x="0" y="17969"/>
                  <a:pt x="0" y="16228"/>
                  <a:pt x="0" y="12746"/>
                </a:cubicBezTo>
                <a:cubicBezTo>
                  <a:pt x="0" y="9263"/>
                  <a:pt x="1085" y="6268"/>
                  <a:pt x="3256" y="3761"/>
                </a:cubicBezTo>
                <a:cubicBezTo>
                  <a:pt x="5427" y="1254"/>
                  <a:pt x="8344" y="0"/>
                  <a:pt x="12008" y="0"/>
                </a:cubicBezTo>
                <a:cubicBezTo>
                  <a:pt x="15807" y="0"/>
                  <a:pt x="19199" y="1741"/>
                  <a:pt x="22183" y="5224"/>
                </a:cubicBezTo>
                <a:cubicBezTo>
                  <a:pt x="25168" y="8706"/>
                  <a:pt x="26729" y="14835"/>
                  <a:pt x="26864" y="23611"/>
                </a:cubicBezTo>
                <a:cubicBezTo>
                  <a:pt x="26864" y="28486"/>
                  <a:pt x="26254" y="33223"/>
                  <a:pt x="25033" y="37819"/>
                </a:cubicBezTo>
                <a:cubicBezTo>
                  <a:pt x="23812" y="42416"/>
                  <a:pt x="22387" y="46386"/>
                  <a:pt x="20759" y="49729"/>
                </a:cubicBezTo>
                <a:cubicBezTo>
                  <a:pt x="19131" y="53073"/>
                  <a:pt x="17367" y="55928"/>
                  <a:pt x="15467" y="58296"/>
                </a:cubicBezTo>
                <a:cubicBezTo>
                  <a:pt x="13568" y="60664"/>
                  <a:pt x="11940" y="62545"/>
                  <a:pt x="10583" y="63938"/>
                </a:cubicBezTo>
                <a:cubicBezTo>
                  <a:pt x="9226" y="65331"/>
                  <a:pt x="8344" y="65958"/>
                  <a:pt x="7937" y="65818"/>
                </a:cubicBezTo>
                <a:cubicBezTo>
                  <a:pt x="7394" y="65818"/>
                  <a:pt x="6513" y="65192"/>
                  <a:pt x="5291" y="63938"/>
                </a:cubicBezTo>
                <a:cubicBezTo>
                  <a:pt x="4070" y="62684"/>
                  <a:pt x="3460" y="61779"/>
                  <a:pt x="3460" y="61222"/>
                </a:cubicBezTo>
                <a:cubicBezTo>
                  <a:pt x="3460" y="60664"/>
                  <a:pt x="4206" y="59550"/>
                  <a:pt x="5699" y="57878"/>
                </a:cubicBezTo>
                <a:cubicBezTo>
                  <a:pt x="7191" y="56207"/>
                  <a:pt x="8887" y="54117"/>
                  <a:pt x="10786" y="51610"/>
                </a:cubicBezTo>
                <a:cubicBezTo>
                  <a:pt x="12686" y="49103"/>
                  <a:pt x="14450" y="45620"/>
                  <a:pt x="16078" y="41163"/>
                </a:cubicBezTo>
                <a:cubicBezTo>
                  <a:pt x="17706" y="36705"/>
                  <a:pt x="18791" y="31621"/>
                  <a:pt x="19334" y="25909"/>
                </a:cubicBezTo>
                <a:lnTo>
                  <a:pt x="19334" y="23402"/>
                </a:lnTo>
                <a:lnTo>
                  <a:pt x="19131" y="23611"/>
                </a:lnTo>
                <a:cubicBezTo>
                  <a:pt x="18859" y="23750"/>
                  <a:pt x="18520" y="23890"/>
                  <a:pt x="18113" y="24029"/>
                </a:cubicBezTo>
                <a:cubicBezTo>
                  <a:pt x="17706" y="24168"/>
                  <a:pt x="17299" y="24377"/>
                  <a:pt x="16892" y="24656"/>
                </a:cubicBezTo>
                <a:cubicBezTo>
                  <a:pt x="16485" y="24934"/>
                  <a:pt x="15874" y="25074"/>
                  <a:pt x="15060" y="25074"/>
                </a:cubicBezTo>
                <a:cubicBezTo>
                  <a:pt x="14246" y="25074"/>
                  <a:pt x="13432" y="25143"/>
                  <a:pt x="12618" y="25283"/>
                </a:cubicBezTo>
                <a:cubicBezTo>
                  <a:pt x="8955" y="25283"/>
                  <a:pt x="5970" y="24099"/>
                  <a:pt x="3663" y="21731"/>
                </a:cubicBezTo>
                <a:lnTo>
                  <a:pt x="0" y="179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764985-43CD-441E-909D-8795C545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9616" y="2790711"/>
            <a:ext cx="26864" cy="65958"/>
          </a:xfrm>
          <a:custGeom xmlns:a="http://schemas.openxmlformats.org/drawingml/2006/main">
            <a:pathLst>
              <a:path w="26864" h="65958" fill="none">
                <a:moveTo>
                  <a:pt x="0" y="17969"/>
                </a:moveTo>
                <a:cubicBezTo>
                  <a:pt x="0" y="17969"/>
                  <a:pt x="0" y="16228"/>
                  <a:pt x="0" y="12746"/>
                </a:cubicBezTo>
                <a:cubicBezTo>
                  <a:pt x="0" y="9263"/>
                  <a:pt x="1085" y="6268"/>
                  <a:pt x="3256" y="3761"/>
                </a:cubicBezTo>
                <a:cubicBezTo>
                  <a:pt x="5427" y="1254"/>
                  <a:pt x="8344" y="0"/>
                  <a:pt x="12008" y="0"/>
                </a:cubicBezTo>
                <a:cubicBezTo>
                  <a:pt x="15807" y="0"/>
                  <a:pt x="19199" y="1741"/>
                  <a:pt x="22183" y="5224"/>
                </a:cubicBezTo>
                <a:cubicBezTo>
                  <a:pt x="25168" y="8706"/>
                  <a:pt x="26729" y="14835"/>
                  <a:pt x="26864" y="23611"/>
                </a:cubicBezTo>
                <a:cubicBezTo>
                  <a:pt x="26864" y="28486"/>
                  <a:pt x="26254" y="33223"/>
                  <a:pt x="25033" y="37819"/>
                </a:cubicBezTo>
                <a:cubicBezTo>
                  <a:pt x="23812" y="42416"/>
                  <a:pt x="22387" y="46386"/>
                  <a:pt x="20759" y="49729"/>
                </a:cubicBezTo>
                <a:cubicBezTo>
                  <a:pt x="19131" y="53073"/>
                  <a:pt x="17367" y="55928"/>
                  <a:pt x="15467" y="58296"/>
                </a:cubicBezTo>
                <a:cubicBezTo>
                  <a:pt x="13568" y="60664"/>
                  <a:pt x="11940" y="62545"/>
                  <a:pt x="10583" y="63938"/>
                </a:cubicBezTo>
                <a:cubicBezTo>
                  <a:pt x="9226" y="65331"/>
                  <a:pt x="8344" y="65958"/>
                  <a:pt x="7937" y="65818"/>
                </a:cubicBezTo>
                <a:cubicBezTo>
                  <a:pt x="7394" y="65818"/>
                  <a:pt x="6513" y="65192"/>
                  <a:pt x="5291" y="63938"/>
                </a:cubicBezTo>
                <a:cubicBezTo>
                  <a:pt x="4070" y="62684"/>
                  <a:pt x="3460" y="61779"/>
                  <a:pt x="3460" y="61222"/>
                </a:cubicBezTo>
                <a:cubicBezTo>
                  <a:pt x="3460" y="60664"/>
                  <a:pt x="4206" y="59550"/>
                  <a:pt x="5699" y="57878"/>
                </a:cubicBezTo>
                <a:cubicBezTo>
                  <a:pt x="7191" y="56207"/>
                  <a:pt x="8887" y="54117"/>
                  <a:pt x="10786" y="51610"/>
                </a:cubicBezTo>
                <a:cubicBezTo>
                  <a:pt x="12686" y="49103"/>
                  <a:pt x="14450" y="45620"/>
                  <a:pt x="16078" y="41163"/>
                </a:cubicBezTo>
                <a:cubicBezTo>
                  <a:pt x="17706" y="36705"/>
                  <a:pt x="18791" y="31621"/>
                  <a:pt x="19334" y="25909"/>
                </a:cubicBezTo>
                <a:lnTo>
                  <a:pt x="19334" y="23402"/>
                </a:lnTo>
                <a:lnTo>
                  <a:pt x="19131" y="23611"/>
                </a:lnTo>
                <a:cubicBezTo>
                  <a:pt x="18859" y="23750"/>
                  <a:pt x="18520" y="23890"/>
                  <a:pt x="18113" y="24029"/>
                </a:cubicBezTo>
                <a:cubicBezTo>
                  <a:pt x="17706" y="24168"/>
                  <a:pt x="17299" y="24377"/>
                  <a:pt x="16892" y="24656"/>
                </a:cubicBezTo>
                <a:cubicBezTo>
                  <a:pt x="16485" y="24934"/>
                  <a:pt x="15874" y="25074"/>
                  <a:pt x="15060" y="25074"/>
                </a:cubicBezTo>
                <a:cubicBezTo>
                  <a:pt x="14246" y="25074"/>
                  <a:pt x="13432" y="25143"/>
                  <a:pt x="12618" y="25283"/>
                </a:cubicBezTo>
                <a:cubicBezTo>
                  <a:pt x="8955" y="25283"/>
                  <a:pt x="5970" y="24099"/>
                  <a:pt x="3663" y="21731"/>
                </a:cubicBezTo>
                <a:lnTo>
                  <a:pt x="0" y="1796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20348E-7A64-42BC-A2D3-7E2F5300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498" y="2659283"/>
            <a:ext cx="45520" cy="208947"/>
          </a:xfrm>
          <a:custGeom xmlns:a="http://schemas.openxmlformats.org/drawingml/2006/main">
            <a:pathLst>
              <a:path w="45520" h="208947">
                <a:moveTo>
                  <a:pt x="45520" y="205186"/>
                </a:moveTo>
                <a:cubicBezTo>
                  <a:pt x="45385" y="206161"/>
                  <a:pt x="44977" y="206997"/>
                  <a:pt x="44299" y="207694"/>
                </a:cubicBezTo>
                <a:cubicBezTo>
                  <a:pt x="43621" y="208390"/>
                  <a:pt x="42671" y="208808"/>
                  <a:pt x="41450" y="208947"/>
                </a:cubicBezTo>
                <a:cubicBezTo>
                  <a:pt x="40093" y="208947"/>
                  <a:pt x="38940" y="208251"/>
                  <a:pt x="37990" y="206858"/>
                </a:cubicBezTo>
                <a:cubicBezTo>
                  <a:pt x="37583" y="205883"/>
                  <a:pt x="31206" y="188749"/>
                  <a:pt x="18859" y="155457"/>
                </a:cubicBezTo>
                <a:cubicBezTo>
                  <a:pt x="6513" y="122165"/>
                  <a:pt x="271" y="105170"/>
                  <a:pt x="136" y="104474"/>
                </a:cubicBezTo>
                <a:cubicBezTo>
                  <a:pt x="0" y="103777"/>
                  <a:pt x="6173" y="86783"/>
                  <a:pt x="18656" y="53491"/>
                </a:cubicBezTo>
                <a:cubicBezTo>
                  <a:pt x="31138" y="20198"/>
                  <a:pt x="37583" y="3065"/>
                  <a:pt x="37990" y="2089"/>
                </a:cubicBezTo>
                <a:cubicBezTo>
                  <a:pt x="38397" y="1393"/>
                  <a:pt x="39075" y="766"/>
                  <a:pt x="40025" y="209"/>
                </a:cubicBezTo>
                <a:lnTo>
                  <a:pt x="40636" y="0"/>
                </a:lnTo>
                <a:cubicBezTo>
                  <a:pt x="41043" y="0"/>
                  <a:pt x="41314" y="0"/>
                  <a:pt x="41450" y="0"/>
                </a:cubicBezTo>
                <a:cubicBezTo>
                  <a:pt x="43892" y="0"/>
                  <a:pt x="45249" y="1254"/>
                  <a:pt x="45520" y="3761"/>
                </a:cubicBezTo>
                <a:cubicBezTo>
                  <a:pt x="45520" y="4458"/>
                  <a:pt x="39415" y="21382"/>
                  <a:pt x="27204" y="54535"/>
                </a:cubicBezTo>
                <a:cubicBezTo>
                  <a:pt x="14857" y="87549"/>
                  <a:pt x="8683" y="104195"/>
                  <a:pt x="8683" y="104474"/>
                </a:cubicBezTo>
                <a:cubicBezTo>
                  <a:pt x="8683" y="104752"/>
                  <a:pt x="14857" y="121398"/>
                  <a:pt x="27204" y="154412"/>
                </a:cubicBezTo>
                <a:cubicBezTo>
                  <a:pt x="39415" y="187565"/>
                  <a:pt x="45520" y="204490"/>
                  <a:pt x="45520" y="2051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34FE8B-95E3-4E89-8B53-14CDD9F7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498" y="2659283"/>
            <a:ext cx="45520" cy="208947"/>
          </a:xfrm>
          <a:custGeom xmlns:a="http://schemas.openxmlformats.org/drawingml/2006/main">
            <a:pathLst>
              <a:path w="45520" h="208947" fill="none">
                <a:moveTo>
                  <a:pt x="45520" y="205186"/>
                </a:moveTo>
                <a:cubicBezTo>
                  <a:pt x="45385" y="206161"/>
                  <a:pt x="44977" y="206997"/>
                  <a:pt x="44299" y="207694"/>
                </a:cubicBezTo>
                <a:cubicBezTo>
                  <a:pt x="43621" y="208390"/>
                  <a:pt x="42671" y="208808"/>
                  <a:pt x="41450" y="208947"/>
                </a:cubicBezTo>
                <a:cubicBezTo>
                  <a:pt x="40093" y="208947"/>
                  <a:pt x="38940" y="208251"/>
                  <a:pt x="37990" y="206858"/>
                </a:cubicBezTo>
                <a:cubicBezTo>
                  <a:pt x="37583" y="205883"/>
                  <a:pt x="31206" y="188749"/>
                  <a:pt x="18859" y="155457"/>
                </a:cubicBezTo>
                <a:cubicBezTo>
                  <a:pt x="6513" y="122165"/>
                  <a:pt x="271" y="105170"/>
                  <a:pt x="136" y="104474"/>
                </a:cubicBezTo>
                <a:cubicBezTo>
                  <a:pt x="0" y="103777"/>
                  <a:pt x="6173" y="86783"/>
                  <a:pt x="18656" y="53491"/>
                </a:cubicBezTo>
                <a:cubicBezTo>
                  <a:pt x="31138" y="20198"/>
                  <a:pt x="37583" y="3065"/>
                  <a:pt x="37990" y="2089"/>
                </a:cubicBezTo>
                <a:cubicBezTo>
                  <a:pt x="38397" y="1393"/>
                  <a:pt x="39075" y="766"/>
                  <a:pt x="40025" y="209"/>
                </a:cubicBezTo>
                <a:lnTo>
                  <a:pt x="40636" y="0"/>
                </a:lnTo>
                <a:cubicBezTo>
                  <a:pt x="41043" y="0"/>
                  <a:pt x="41314" y="0"/>
                  <a:pt x="41450" y="0"/>
                </a:cubicBezTo>
                <a:cubicBezTo>
                  <a:pt x="43892" y="0"/>
                  <a:pt x="45249" y="1254"/>
                  <a:pt x="45520" y="3761"/>
                </a:cubicBezTo>
                <a:cubicBezTo>
                  <a:pt x="45520" y="4458"/>
                  <a:pt x="39415" y="21382"/>
                  <a:pt x="27204" y="54535"/>
                </a:cubicBezTo>
                <a:cubicBezTo>
                  <a:pt x="14857" y="87549"/>
                  <a:pt x="8683" y="104195"/>
                  <a:pt x="8683" y="104474"/>
                </a:cubicBezTo>
                <a:cubicBezTo>
                  <a:pt x="8683" y="104752"/>
                  <a:pt x="14857" y="121398"/>
                  <a:pt x="27204" y="154412"/>
                </a:cubicBezTo>
                <a:cubicBezTo>
                  <a:pt x="39415" y="187565"/>
                  <a:pt x="45520" y="204490"/>
                  <a:pt x="45520" y="20518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A42AC6-F4BE-4086-BF8B-9C366A58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724" y="2673909"/>
            <a:ext cx="149179" cy="142084"/>
          </a:xfrm>
          <a:custGeom xmlns:a="http://schemas.openxmlformats.org/drawingml/2006/main">
            <a:pathLst>
              <a:path w="149179" h="142084">
                <a:moveTo>
                  <a:pt x="93822" y="97578"/>
                </a:moveTo>
                <a:cubicBezTo>
                  <a:pt x="91108" y="97578"/>
                  <a:pt x="89751" y="96673"/>
                  <a:pt x="89751" y="94862"/>
                </a:cubicBezTo>
                <a:cubicBezTo>
                  <a:pt x="89751" y="94305"/>
                  <a:pt x="90091" y="92633"/>
                  <a:pt x="90769" y="89847"/>
                </a:cubicBezTo>
                <a:cubicBezTo>
                  <a:pt x="91447" y="87061"/>
                  <a:pt x="91787" y="84624"/>
                  <a:pt x="91787" y="82534"/>
                </a:cubicBezTo>
                <a:cubicBezTo>
                  <a:pt x="91787" y="78216"/>
                  <a:pt x="90362" y="75569"/>
                  <a:pt x="87513" y="74594"/>
                </a:cubicBezTo>
                <a:cubicBezTo>
                  <a:pt x="84663" y="73619"/>
                  <a:pt x="78083" y="73132"/>
                  <a:pt x="67771" y="73132"/>
                </a:cubicBezTo>
                <a:lnTo>
                  <a:pt x="57189" y="73132"/>
                </a:lnTo>
                <a:cubicBezTo>
                  <a:pt x="57053" y="73410"/>
                  <a:pt x="54679" y="83022"/>
                  <a:pt x="50065" y="101966"/>
                </a:cubicBezTo>
                <a:cubicBezTo>
                  <a:pt x="45452" y="120911"/>
                  <a:pt x="43146" y="130662"/>
                  <a:pt x="43146" y="131219"/>
                </a:cubicBezTo>
                <a:cubicBezTo>
                  <a:pt x="43146" y="131776"/>
                  <a:pt x="43892" y="132055"/>
                  <a:pt x="45385" y="132055"/>
                </a:cubicBezTo>
                <a:cubicBezTo>
                  <a:pt x="46877" y="132055"/>
                  <a:pt x="52304" y="132194"/>
                  <a:pt x="61666" y="132473"/>
                </a:cubicBezTo>
                <a:cubicBezTo>
                  <a:pt x="74420" y="132473"/>
                  <a:pt x="82832" y="132333"/>
                  <a:pt x="86902" y="132055"/>
                </a:cubicBezTo>
                <a:cubicBezTo>
                  <a:pt x="90973" y="131776"/>
                  <a:pt x="95043" y="130871"/>
                  <a:pt x="99113" y="129338"/>
                </a:cubicBezTo>
                <a:cubicBezTo>
                  <a:pt x="105762" y="127110"/>
                  <a:pt x="111257" y="123209"/>
                  <a:pt x="115598" y="117637"/>
                </a:cubicBezTo>
                <a:cubicBezTo>
                  <a:pt x="119940" y="112065"/>
                  <a:pt x="124757" y="102941"/>
                  <a:pt x="130048" y="90265"/>
                </a:cubicBezTo>
                <a:cubicBezTo>
                  <a:pt x="131405" y="87201"/>
                  <a:pt x="132287" y="85529"/>
                  <a:pt x="132694" y="85251"/>
                </a:cubicBezTo>
                <a:cubicBezTo>
                  <a:pt x="133643" y="84972"/>
                  <a:pt x="134661" y="84833"/>
                  <a:pt x="135747" y="84833"/>
                </a:cubicBezTo>
                <a:cubicBezTo>
                  <a:pt x="138460" y="84833"/>
                  <a:pt x="139817" y="85738"/>
                  <a:pt x="139817" y="87549"/>
                </a:cubicBezTo>
                <a:cubicBezTo>
                  <a:pt x="125571" y="122931"/>
                  <a:pt x="118108" y="140970"/>
                  <a:pt x="117430" y="141666"/>
                </a:cubicBezTo>
                <a:cubicBezTo>
                  <a:pt x="117023" y="141945"/>
                  <a:pt x="97621" y="142084"/>
                  <a:pt x="59224" y="142084"/>
                </a:cubicBezTo>
                <a:lnTo>
                  <a:pt x="20759" y="142084"/>
                </a:lnTo>
                <a:cubicBezTo>
                  <a:pt x="6920" y="142084"/>
                  <a:pt x="0" y="141318"/>
                  <a:pt x="0" y="139786"/>
                </a:cubicBezTo>
                <a:cubicBezTo>
                  <a:pt x="0" y="139507"/>
                  <a:pt x="204" y="138532"/>
                  <a:pt x="611" y="136861"/>
                </a:cubicBezTo>
                <a:cubicBezTo>
                  <a:pt x="1153" y="134632"/>
                  <a:pt x="1696" y="133378"/>
                  <a:pt x="2239" y="133099"/>
                </a:cubicBezTo>
                <a:cubicBezTo>
                  <a:pt x="2781" y="132821"/>
                  <a:pt x="4342" y="132612"/>
                  <a:pt x="6920" y="132473"/>
                </a:cubicBezTo>
                <a:cubicBezTo>
                  <a:pt x="10583" y="132473"/>
                  <a:pt x="14653" y="132264"/>
                  <a:pt x="19131" y="131846"/>
                </a:cubicBezTo>
                <a:cubicBezTo>
                  <a:pt x="21030" y="131428"/>
                  <a:pt x="22319" y="130592"/>
                  <a:pt x="22998" y="129338"/>
                </a:cubicBezTo>
                <a:cubicBezTo>
                  <a:pt x="23269" y="128642"/>
                  <a:pt x="28085" y="109071"/>
                  <a:pt x="37447" y="70624"/>
                </a:cubicBezTo>
                <a:cubicBezTo>
                  <a:pt x="46809" y="32178"/>
                  <a:pt x="51558" y="12676"/>
                  <a:pt x="51694" y="12119"/>
                </a:cubicBezTo>
                <a:cubicBezTo>
                  <a:pt x="51694" y="11144"/>
                  <a:pt x="51422" y="10656"/>
                  <a:pt x="50879" y="10656"/>
                </a:cubicBezTo>
                <a:cubicBezTo>
                  <a:pt x="49794" y="10238"/>
                  <a:pt x="46199" y="9890"/>
                  <a:pt x="40093" y="9612"/>
                </a:cubicBezTo>
                <a:lnTo>
                  <a:pt x="33784" y="9612"/>
                </a:lnTo>
                <a:cubicBezTo>
                  <a:pt x="32970" y="8776"/>
                  <a:pt x="32563" y="8219"/>
                  <a:pt x="32563" y="7940"/>
                </a:cubicBezTo>
                <a:cubicBezTo>
                  <a:pt x="32563" y="7661"/>
                  <a:pt x="32699" y="6477"/>
                  <a:pt x="32970" y="4388"/>
                </a:cubicBezTo>
                <a:cubicBezTo>
                  <a:pt x="33513" y="2020"/>
                  <a:pt x="34191" y="557"/>
                  <a:pt x="35005" y="0"/>
                </a:cubicBezTo>
                <a:lnTo>
                  <a:pt x="147754" y="0"/>
                </a:lnTo>
                <a:cubicBezTo>
                  <a:pt x="148704" y="557"/>
                  <a:pt x="149179" y="1323"/>
                  <a:pt x="149179" y="2298"/>
                </a:cubicBezTo>
                <a:cubicBezTo>
                  <a:pt x="149179" y="2995"/>
                  <a:pt x="148297" y="10796"/>
                  <a:pt x="146533" y="25701"/>
                </a:cubicBezTo>
                <a:cubicBezTo>
                  <a:pt x="144769" y="40605"/>
                  <a:pt x="143819" y="48267"/>
                  <a:pt x="143684" y="48685"/>
                </a:cubicBezTo>
                <a:cubicBezTo>
                  <a:pt x="143412" y="49660"/>
                  <a:pt x="142056" y="50147"/>
                  <a:pt x="139613" y="50147"/>
                </a:cubicBezTo>
                <a:lnTo>
                  <a:pt x="137171" y="50147"/>
                </a:lnTo>
                <a:cubicBezTo>
                  <a:pt x="136221" y="49451"/>
                  <a:pt x="135747" y="48545"/>
                  <a:pt x="135747" y="47431"/>
                </a:cubicBezTo>
                <a:lnTo>
                  <a:pt x="136357" y="42625"/>
                </a:lnTo>
                <a:cubicBezTo>
                  <a:pt x="136764" y="39282"/>
                  <a:pt x="136968" y="35660"/>
                  <a:pt x="136968" y="31760"/>
                </a:cubicBezTo>
                <a:cubicBezTo>
                  <a:pt x="136968" y="27581"/>
                  <a:pt x="136493" y="24099"/>
                  <a:pt x="135543" y="21313"/>
                </a:cubicBezTo>
                <a:cubicBezTo>
                  <a:pt x="134593" y="18527"/>
                  <a:pt x="133304" y="16368"/>
                  <a:pt x="131676" y="14835"/>
                </a:cubicBezTo>
                <a:cubicBezTo>
                  <a:pt x="130048" y="13303"/>
                  <a:pt x="127674" y="12189"/>
                  <a:pt x="124553" y="11492"/>
                </a:cubicBezTo>
                <a:cubicBezTo>
                  <a:pt x="121432" y="10796"/>
                  <a:pt x="118244" y="10308"/>
                  <a:pt x="114988" y="10029"/>
                </a:cubicBezTo>
                <a:cubicBezTo>
                  <a:pt x="111731" y="9751"/>
                  <a:pt x="107390" y="9612"/>
                  <a:pt x="101963" y="9612"/>
                </a:cubicBezTo>
                <a:lnTo>
                  <a:pt x="92397" y="9612"/>
                </a:lnTo>
                <a:cubicBezTo>
                  <a:pt x="80457" y="9751"/>
                  <a:pt x="74148" y="9960"/>
                  <a:pt x="73470" y="10238"/>
                </a:cubicBezTo>
                <a:cubicBezTo>
                  <a:pt x="72927" y="10517"/>
                  <a:pt x="72520" y="11144"/>
                  <a:pt x="72249" y="12119"/>
                </a:cubicBezTo>
                <a:cubicBezTo>
                  <a:pt x="72113" y="12537"/>
                  <a:pt x="70010" y="21104"/>
                  <a:pt x="65940" y="37819"/>
                </a:cubicBezTo>
                <a:cubicBezTo>
                  <a:pt x="61869" y="54535"/>
                  <a:pt x="59766" y="63032"/>
                  <a:pt x="59631" y="63311"/>
                </a:cubicBezTo>
                <a:cubicBezTo>
                  <a:pt x="62751" y="63450"/>
                  <a:pt x="66008" y="63520"/>
                  <a:pt x="69400" y="63520"/>
                </a:cubicBezTo>
                <a:lnTo>
                  <a:pt x="74691" y="63520"/>
                </a:lnTo>
                <a:cubicBezTo>
                  <a:pt x="83646" y="63520"/>
                  <a:pt x="89819" y="62475"/>
                  <a:pt x="93211" y="60386"/>
                </a:cubicBezTo>
                <a:cubicBezTo>
                  <a:pt x="96603" y="58296"/>
                  <a:pt x="99656" y="52655"/>
                  <a:pt x="102370" y="43461"/>
                </a:cubicBezTo>
                <a:cubicBezTo>
                  <a:pt x="102912" y="41232"/>
                  <a:pt x="103319" y="39979"/>
                  <a:pt x="103591" y="39700"/>
                </a:cubicBezTo>
                <a:cubicBezTo>
                  <a:pt x="103862" y="39421"/>
                  <a:pt x="105015" y="39212"/>
                  <a:pt x="107050" y="39073"/>
                </a:cubicBezTo>
                <a:cubicBezTo>
                  <a:pt x="107729" y="39073"/>
                  <a:pt x="108272" y="39073"/>
                  <a:pt x="108679" y="39073"/>
                </a:cubicBezTo>
                <a:cubicBezTo>
                  <a:pt x="109086" y="39073"/>
                  <a:pt x="109425" y="39143"/>
                  <a:pt x="109696" y="39282"/>
                </a:cubicBezTo>
                <a:cubicBezTo>
                  <a:pt x="109968" y="39421"/>
                  <a:pt x="110103" y="39491"/>
                  <a:pt x="110103" y="39491"/>
                </a:cubicBezTo>
                <a:cubicBezTo>
                  <a:pt x="110103" y="39491"/>
                  <a:pt x="110239" y="39770"/>
                  <a:pt x="110510" y="40327"/>
                </a:cubicBezTo>
                <a:cubicBezTo>
                  <a:pt x="110782" y="40884"/>
                  <a:pt x="110985" y="41163"/>
                  <a:pt x="111121" y="41163"/>
                </a:cubicBezTo>
                <a:lnTo>
                  <a:pt x="104405" y="68744"/>
                </a:lnTo>
                <a:cubicBezTo>
                  <a:pt x="99927" y="87270"/>
                  <a:pt x="97485" y="96673"/>
                  <a:pt x="97078" y="96952"/>
                </a:cubicBezTo>
                <a:cubicBezTo>
                  <a:pt x="96671" y="97369"/>
                  <a:pt x="95586" y="97578"/>
                  <a:pt x="93822" y="975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AAF034-FBA7-4980-9228-89A91301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724" y="2673909"/>
            <a:ext cx="149179" cy="142084"/>
          </a:xfrm>
          <a:custGeom xmlns:a="http://schemas.openxmlformats.org/drawingml/2006/main">
            <a:pathLst>
              <a:path w="149179" h="142084" fill="none">
                <a:moveTo>
                  <a:pt x="93822" y="97578"/>
                </a:moveTo>
                <a:cubicBezTo>
                  <a:pt x="91108" y="97578"/>
                  <a:pt x="89751" y="96673"/>
                  <a:pt x="89751" y="94862"/>
                </a:cubicBezTo>
                <a:cubicBezTo>
                  <a:pt x="89751" y="94305"/>
                  <a:pt x="90091" y="92633"/>
                  <a:pt x="90769" y="89847"/>
                </a:cubicBezTo>
                <a:cubicBezTo>
                  <a:pt x="91447" y="87061"/>
                  <a:pt x="91787" y="84624"/>
                  <a:pt x="91787" y="82534"/>
                </a:cubicBezTo>
                <a:cubicBezTo>
                  <a:pt x="91787" y="78216"/>
                  <a:pt x="90362" y="75569"/>
                  <a:pt x="87513" y="74594"/>
                </a:cubicBezTo>
                <a:cubicBezTo>
                  <a:pt x="84663" y="73619"/>
                  <a:pt x="78083" y="73132"/>
                  <a:pt x="67771" y="73132"/>
                </a:cubicBezTo>
                <a:lnTo>
                  <a:pt x="57189" y="73132"/>
                </a:lnTo>
                <a:cubicBezTo>
                  <a:pt x="57053" y="73410"/>
                  <a:pt x="54679" y="83022"/>
                  <a:pt x="50065" y="101966"/>
                </a:cubicBezTo>
                <a:cubicBezTo>
                  <a:pt x="45452" y="120911"/>
                  <a:pt x="43146" y="130662"/>
                  <a:pt x="43146" y="131219"/>
                </a:cubicBezTo>
                <a:cubicBezTo>
                  <a:pt x="43146" y="131776"/>
                  <a:pt x="43892" y="132055"/>
                  <a:pt x="45385" y="132055"/>
                </a:cubicBezTo>
                <a:cubicBezTo>
                  <a:pt x="46877" y="132055"/>
                  <a:pt x="52304" y="132194"/>
                  <a:pt x="61666" y="132473"/>
                </a:cubicBezTo>
                <a:cubicBezTo>
                  <a:pt x="74420" y="132473"/>
                  <a:pt x="82832" y="132333"/>
                  <a:pt x="86902" y="132055"/>
                </a:cubicBezTo>
                <a:cubicBezTo>
                  <a:pt x="90973" y="131776"/>
                  <a:pt x="95043" y="130871"/>
                  <a:pt x="99113" y="129338"/>
                </a:cubicBezTo>
                <a:cubicBezTo>
                  <a:pt x="105762" y="127110"/>
                  <a:pt x="111257" y="123209"/>
                  <a:pt x="115598" y="117637"/>
                </a:cubicBezTo>
                <a:cubicBezTo>
                  <a:pt x="119940" y="112065"/>
                  <a:pt x="124757" y="102941"/>
                  <a:pt x="130048" y="90265"/>
                </a:cubicBezTo>
                <a:cubicBezTo>
                  <a:pt x="131405" y="87201"/>
                  <a:pt x="132287" y="85529"/>
                  <a:pt x="132694" y="85251"/>
                </a:cubicBezTo>
                <a:cubicBezTo>
                  <a:pt x="133643" y="84972"/>
                  <a:pt x="134661" y="84833"/>
                  <a:pt x="135747" y="84833"/>
                </a:cubicBezTo>
                <a:cubicBezTo>
                  <a:pt x="138460" y="84833"/>
                  <a:pt x="139817" y="85738"/>
                  <a:pt x="139817" y="87549"/>
                </a:cubicBezTo>
                <a:cubicBezTo>
                  <a:pt x="125571" y="122931"/>
                  <a:pt x="118108" y="140970"/>
                  <a:pt x="117430" y="141666"/>
                </a:cubicBezTo>
                <a:cubicBezTo>
                  <a:pt x="117023" y="141945"/>
                  <a:pt x="97621" y="142084"/>
                  <a:pt x="59224" y="142084"/>
                </a:cubicBezTo>
                <a:lnTo>
                  <a:pt x="20759" y="142084"/>
                </a:lnTo>
                <a:cubicBezTo>
                  <a:pt x="6920" y="142084"/>
                  <a:pt x="0" y="141318"/>
                  <a:pt x="0" y="139786"/>
                </a:cubicBezTo>
                <a:cubicBezTo>
                  <a:pt x="0" y="139507"/>
                  <a:pt x="204" y="138532"/>
                  <a:pt x="611" y="136861"/>
                </a:cubicBezTo>
                <a:cubicBezTo>
                  <a:pt x="1153" y="134632"/>
                  <a:pt x="1696" y="133378"/>
                  <a:pt x="2239" y="133099"/>
                </a:cubicBezTo>
                <a:cubicBezTo>
                  <a:pt x="2781" y="132821"/>
                  <a:pt x="4342" y="132612"/>
                  <a:pt x="6920" y="132473"/>
                </a:cubicBezTo>
                <a:cubicBezTo>
                  <a:pt x="10583" y="132473"/>
                  <a:pt x="14653" y="132264"/>
                  <a:pt x="19131" y="131846"/>
                </a:cubicBezTo>
                <a:cubicBezTo>
                  <a:pt x="21030" y="131428"/>
                  <a:pt x="22319" y="130592"/>
                  <a:pt x="22998" y="129338"/>
                </a:cubicBezTo>
                <a:cubicBezTo>
                  <a:pt x="23269" y="128642"/>
                  <a:pt x="28085" y="109071"/>
                  <a:pt x="37447" y="70624"/>
                </a:cubicBezTo>
                <a:cubicBezTo>
                  <a:pt x="46809" y="32178"/>
                  <a:pt x="51558" y="12676"/>
                  <a:pt x="51694" y="12119"/>
                </a:cubicBezTo>
                <a:cubicBezTo>
                  <a:pt x="51694" y="11144"/>
                  <a:pt x="51422" y="10656"/>
                  <a:pt x="50879" y="10656"/>
                </a:cubicBezTo>
                <a:cubicBezTo>
                  <a:pt x="49794" y="10238"/>
                  <a:pt x="46199" y="9890"/>
                  <a:pt x="40093" y="9612"/>
                </a:cubicBezTo>
                <a:lnTo>
                  <a:pt x="33784" y="9612"/>
                </a:lnTo>
                <a:cubicBezTo>
                  <a:pt x="32970" y="8776"/>
                  <a:pt x="32563" y="8219"/>
                  <a:pt x="32563" y="7940"/>
                </a:cubicBezTo>
                <a:cubicBezTo>
                  <a:pt x="32563" y="7661"/>
                  <a:pt x="32699" y="6477"/>
                  <a:pt x="32970" y="4388"/>
                </a:cubicBezTo>
                <a:cubicBezTo>
                  <a:pt x="33513" y="2020"/>
                  <a:pt x="34191" y="557"/>
                  <a:pt x="35005" y="0"/>
                </a:cubicBezTo>
                <a:lnTo>
                  <a:pt x="147754" y="0"/>
                </a:lnTo>
                <a:cubicBezTo>
                  <a:pt x="148704" y="557"/>
                  <a:pt x="149179" y="1323"/>
                  <a:pt x="149179" y="2298"/>
                </a:cubicBezTo>
                <a:cubicBezTo>
                  <a:pt x="149179" y="2995"/>
                  <a:pt x="148297" y="10796"/>
                  <a:pt x="146533" y="25701"/>
                </a:cubicBezTo>
                <a:cubicBezTo>
                  <a:pt x="144769" y="40605"/>
                  <a:pt x="143819" y="48267"/>
                  <a:pt x="143684" y="48685"/>
                </a:cubicBezTo>
                <a:cubicBezTo>
                  <a:pt x="143412" y="49660"/>
                  <a:pt x="142056" y="50147"/>
                  <a:pt x="139613" y="50147"/>
                </a:cubicBezTo>
                <a:lnTo>
                  <a:pt x="137171" y="50147"/>
                </a:lnTo>
                <a:cubicBezTo>
                  <a:pt x="136221" y="49451"/>
                  <a:pt x="135747" y="48545"/>
                  <a:pt x="135747" y="47431"/>
                </a:cubicBezTo>
                <a:lnTo>
                  <a:pt x="136357" y="42625"/>
                </a:lnTo>
                <a:cubicBezTo>
                  <a:pt x="136764" y="39282"/>
                  <a:pt x="136968" y="35660"/>
                  <a:pt x="136968" y="31760"/>
                </a:cubicBezTo>
                <a:cubicBezTo>
                  <a:pt x="136968" y="27581"/>
                  <a:pt x="136493" y="24099"/>
                  <a:pt x="135543" y="21313"/>
                </a:cubicBezTo>
                <a:cubicBezTo>
                  <a:pt x="134593" y="18527"/>
                  <a:pt x="133304" y="16368"/>
                  <a:pt x="131676" y="14835"/>
                </a:cubicBezTo>
                <a:cubicBezTo>
                  <a:pt x="130048" y="13303"/>
                  <a:pt x="127674" y="12189"/>
                  <a:pt x="124553" y="11492"/>
                </a:cubicBezTo>
                <a:cubicBezTo>
                  <a:pt x="121432" y="10796"/>
                  <a:pt x="118244" y="10308"/>
                  <a:pt x="114988" y="10029"/>
                </a:cubicBezTo>
                <a:cubicBezTo>
                  <a:pt x="111731" y="9751"/>
                  <a:pt x="107390" y="9612"/>
                  <a:pt x="101963" y="9612"/>
                </a:cubicBezTo>
                <a:lnTo>
                  <a:pt x="92397" y="9612"/>
                </a:lnTo>
                <a:cubicBezTo>
                  <a:pt x="80457" y="9751"/>
                  <a:pt x="74148" y="9960"/>
                  <a:pt x="73470" y="10238"/>
                </a:cubicBezTo>
                <a:cubicBezTo>
                  <a:pt x="72927" y="10517"/>
                  <a:pt x="72520" y="11144"/>
                  <a:pt x="72249" y="12119"/>
                </a:cubicBezTo>
                <a:cubicBezTo>
                  <a:pt x="72113" y="12537"/>
                  <a:pt x="70010" y="21104"/>
                  <a:pt x="65940" y="37819"/>
                </a:cubicBezTo>
                <a:cubicBezTo>
                  <a:pt x="61869" y="54535"/>
                  <a:pt x="59766" y="63032"/>
                  <a:pt x="59631" y="63311"/>
                </a:cubicBezTo>
                <a:cubicBezTo>
                  <a:pt x="62751" y="63450"/>
                  <a:pt x="66008" y="63520"/>
                  <a:pt x="69400" y="63520"/>
                </a:cubicBezTo>
                <a:lnTo>
                  <a:pt x="74691" y="63520"/>
                </a:lnTo>
                <a:cubicBezTo>
                  <a:pt x="83646" y="63520"/>
                  <a:pt x="89819" y="62475"/>
                  <a:pt x="93211" y="60386"/>
                </a:cubicBezTo>
                <a:cubicBezTo>
                  <a:pt x="96603" y="58296"/>
                  <a:pt x="99656" y="52655"/>
                  <a:pt x="102370" y="43461"/>
                </a:cubicBezTo>
                <a:cubicBezTo>
                  <a:pt x="102912" y="41232"/>
                  <a:pt x="103319" y="39979"/>
                  <a:pt x="103591" y="39700"/>
                </a:cubicBezTo>
                <a:cubicBezTo>
                  <a:pt x="103862" y="39421"/>
                  <a:pt x="105015" y="39212"/>
                  <a:pt x="107050" y="39073"/>
                </a:cubicBezTo>
                <a:cubicBezTo>
                  <a:pt x="107729" y="39073"/>
                  <a:pt x="108272" y="39073"/>
                  <a:pt x="108679" y="39073"/>
                </a:cubicBezTo>
                <a:cubicBezTo>
                  <a:pt x="109086" y="39073"/>
                  <a:pt x="109425" y="39143"/>
                  <a:pt x="109696" y="39282"/>
                </a:cubicBezTo>
                <a:cubicBezTo>
                  <a:pt x="109968" y="39421"/>
                  <a:pt x="110103" y="39491"/>
                  <a:pt x="110103" y="39491"/>
                </a:cubicBezTo>
                <a:cubicBezTo>
                  <a:pt x="110103" y="39491"/>
                  <a:pt x="110239" y="39770"/>
                  <a:pt x="110510" y="40327"/>
                </a:cubicBezTo>
                <a:cubicBezTo>
                  <a:pt x="110782" y="40884"/>
                  <a:pt x="110985" y="41163"/>
                  <a:pt x="111121" y="41163"/>
                </a:cubicBezTo>
                <a:lnTo>
                  <a:pt x="104405" y="68744"/>
                </a:lnTo>
                <a:cubicBezTo>
                  <a:pt x="99927" y="87270"/>
                  <a:pt x="97485" y="96673"/>
                  <a:pt x="97078" y="96952"/>
                </a:cubicBezTo>
                <a:cubicBezTo>
                  <a:pt x="96671" y="97369"/>
                  <a:pt x="95586" y="97578"/>
                  <a:pt x="93822" y="9757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C224A0-440B-4525-9565-8C1A3466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938" y="2748950"/>
            <a:ext cx="60577" cy="101635"/>
          </a:xfrm>
          <a:custGeom xmlns:a="http://schemas.openxmlformats.org/drawingml/2006/main">
            <a:pathLst>
              <a:path w="60577" h="101635">
                <a:moveTo>
                  <a:pt x="8202" y="11966"/>
                </a:moveTo>
                <a:cubicBezTo>
                  <a:pt x="13573" y="3989"/>
                  <a:pt x="20912" y="0"/>
                  <a:pt x="30216" y="0"/>
                </a:cubicBezTo>
                <a:cubicBezTo>
                  <a:pt x="34821" y="0"/>
                  <a:pt x="39425" y="1280"/>
                  <a:pt x="44029" y="3841"/>
                </a:cubicBezTo>
                <a:cubicBezTo>
                  <a:pt x="48634" y="6401"/>
                  <a:pt x="52375" y="10932"/>
                  <a:pt x="55253" y="17432"/>
                </a:cubicBezTo>
                <a:cubicBezTo>
                  <a:pt x="58802" y="25606"/>
                  <a:pt x="60577" y="36833"/>
                  <a:pt x="60577" y="51113"/>
                </a:cubicBezTo>
                <a:cubicBezTo>
                  <a:pt x="60577" y="66378"/>
                  <a:pt x="58514" y="78048"/>
                  <a:pt x="54389" y="86124"/>
                </a:cubicBezTo>
                <a:cubicBezTo>
                  <a:pt x="52471" y="90260"/>
                  <a:pt x="49833" y="93560"/>
                  <a:pt x="46476" y="96022"/>
                </a:cubicBezTo>
                <a:cubicBezTo>
                  <a:pt x="43118" y="98484"/>
                  <a:pt x="40192" y="100010"/>
                  <a:pt x="37698" y="100601"/>
                </a:cubicBezTo>
                <a:cubicBezTo>
                  <a:pt x="35204" y="101192"/>
                  <a:pt x="32758" y="101537"/>
                  <a:pt x="30360" y="101635"/>
                </a:cubicBezTo>
                <a:cubicBezTo>
                  <a:pt x="27866" y="101635"/>
                  <a:pt x="25372" y="101340"/>
                  <a:pt x="22878" y="100749"/>
                </a:cubicBezTo>
                <a:cubicBezTo>
                  <a:pt x="20384" y="100158"/>
                  <a:pt x="17458" y="98582"/>
                  <a:pt x="14101" y="96022"/>
                </a:cubicBezTo>
                <a:cubicBezTo>
                  <a:pt x="10744" y="93461"/>
                  <a:pt x="8106" y="90162"/>
                  <a:pt x="6187" y="86124"/>
                </a:cubicBezTo>
                <a:cubicBezTo>
                  <a:pt x="2062" y="78048"/>
                  <a:pt x="0" y="66378"/>
                  <a:pt x="0" y="51113"/>
                </a:cubicBezTo>
                <a:cubicBezTo>
                  <a:pt x="0" y="33977"/>
                  <a:pt x="2734" y="20928"/>
                  <a:pt x="8202" y="11966"/>
                </a:cubicBezTo>
                <a:close/>
                <a:moveTo>
                  <a:pt x="40576" y="10193"/>
                </a:moveTo>
                <a:cubicBezTo>
                  <a:pt x="37698" y="7042"/>
                  <a:pt x="34293" y="5466"/>
                  <a:pt x="30360" y="5466"/>
                </a:cubicBezTo>
                <a:cubicBezTo>
                  <a:pt x="26331" y="5466"/>
                  <a:pt x="22878" y="7042"/>
                  <a:pt x="20000" y="10193"/>
                </a:cubicBezTo>
                <a:cubicBezTo>
                  <a:pt x="17602" y="12754"/>
                  <a:pt x="16019" y="16299"/>
                  <a:pt x="15252" y="20829"/>
                </a:cubicBezTo>
                <a:cubicBezTo>
                  <a:pt x="14485" y="25360"/>
                  <a:pt x="14101" y="34814"/>
                  <a:pt x="14101" y="49193"/>
                </a:cubicBezTo>
                <a:cubicBezTo>
                  <a:pt x="14101" y="64753"/>
                  <a:pt x="14485" y="74995"/>
                  <a:pt x="15252" y="79920"/>
                </a:cubicBezTo>
                <a:cubicBezTo>
                  <a:pt x="16019" y="84844"/>
                  <a:pt x="17746" y="88734"/>
                  <a:pt x="20432" y="91590"/>
                </a:cubicBezTo>
                <a:cubicBezTo>
                  <a:pt x="23118" y="94544"/>
                  <a:pt x="26427" y="96022"/>
                  <a:pt x="30360" y="96022"/>
                </a:cubicBezTo>
                <a:cubicBezTo>
                  <a:pt x="34197" y="96022"/>
                  <a:pt x="37459" y="94544"/>
                  <a:pt x="40145" y="91590"/>
                </a:cubicBezTo>
                <a:cubicBezTo>
                  <a:pt x="42926" y="88635"/>
                  <a:pt x="44653" y="84499"/>
                  <a:pt x="45324" y="79181"/>
                </a:cubicBezTo>
                <a:cubicBezTo>
                  <a:pt x="45996" y="73863"/>
                  <a:pt x="46380" y="63867"/>
                  <a:pt x="46476" y="49193"/>
                </a:cubicBezTo>
                <a:cubicBezTo>
                  <a:pt x="46476" y="34913"/>
                  <a:pt x="46092" y="25507"/>
                  <a:pt x="45324" y="20977"/>
                </a:cubicBezTo>
                <a:cubicBezTo>
                  <a:pt x="44557" y="16447"/>
                  <a:pt x="42974" y="12852"/>
                  <a:pt x="40576" y="101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FBDA8C-B136-4DC9-9450-E2E378CE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938" y="2748950"/>
            <a:ext cx="60577" cy="101635"/>
          </a:xfrm>
          <a:custGeom xmlns:a="http://schemas.openxmlformats.org/drawingml/2006/main">
            <a:pathLst>
              <a:path w="60577" h="101635" fill="none">
                <a:moveTo>
                  <a:pt x="8202" y="11966"/>
                </a:moveTo>
                <a:cubicBezTo>
                  <a:pt x="13573" y="3989"/>
                  <a:pt x="20912" y="0"/>
                  <a:pt x="30216" y="0"/>
                </a:cubicBezTo>
                <a:cubicBezTo>
                  <a:pt x="34821" y="0"/>
                  <a:pt x="39425" y="1280"/>
                  <a:pt x="44029" y="3841"/>
                </a:cubicBezTo>
                <a:cubicBezTo>
                  <a:pt x="48634" y="6401"/>
                  <a:pt x="52375" y="10932"/>
                  <a:pt x="55253" y="17432"/>
                </a:cubicBezTo>
                <a:cubicBezTo>
                  <a:pt x="58802" y="25606"/>
                  <a:pt x="60577" y="36833"/>
                  <a:pt x="60577" y="51113"/>
                </a:cubicBezTo>
                <a:cubicBezTo>
                  <a:pt x="60577" y="66378"/>
                  <a:pt x="58514" y="78048"/>
                  <a:pt x="54389" y="86124"/>
                </a:cubicBezTo>
                <a:cubicBezTo>
                  <a:pt x="52471" y="90260"/>
                  <a:pt x="49833" y="93560"/>
                  <a:pt x="46476" y="96022"/>
                </a:cubicBezTo>
                <a:cubicBezTo>
                  <a:pt x="43118" y="98484"/>
                  <a:pt x="40192" y="100010"/>
                  <a:pt x="37698" y="100601"/>
                </a:cubicBezTo>
                <a:cubicBezTo>
                  <a:pt x="35204" y="101192"/>
                  <a:pt x="32758" y="101537"/>
                  <a:pt x="30360" y="101635"/>
                </a:cubicBezTo>
                <a:cubicBezTo>
                  <a:pt x="27866" y="101635"/>
                  <a:pt x="25372" y="101340"/>
                  <a:pt x="22878" y="100749"/>
                </a:cubicBezTo>
                <a:cubicBezTo>
                  <a:pt x="20384" y="100158"/>
                  <a:pt x="17458" y="98582"/>
                  <a:pt x="14101" y="96022"/>
                </a:cubicBezTo>
                <a:cubicBezTo>
                  <a:pt x="10744" y="93461"/>
                  <a:pt x="8106" y="90162"/>
                  <a:pt x="6187" y="86124"/>
                </a:cubicBezTo>
                <a:cubicBezTo>
                  <a:pt x="2062" y="78048"/>
                  <a:pt x="0" y="66378"/>
                  <a:pt x="0" y="51113"/>
                </a:cubicBezTo>
                <a:cubicBezTo>
                  <a:pt x="0" y="33977"/>
                  <a:pt x="2734" y="20928"/>
                  <a:pt x="8202" y="11966"/>
                </a:cubicBezTo>
                <a:close/>
                <a:moveTo>
                  <a:pt x="40576" y="10193"/>
                </a:moveTo>
                <a:cubicBezTo>
                  <a:pt x="37698" y="7042"/>
                  <a:pt x="34293" y="5466"/>
                  <a:pt x="30360" y="5466"/>
                </a:cubicBezTo>
                <a:cubicBezTo>
                  <a:pt x="26331" y="5466"/>
                  <a:pt x="22878" y="7042"/>
                  <a:pt x="20000" y="10193"/>
                </a:cubicBezTo>
                <a:cubicBezTo>
                  <a:pt x="17602" y="12754"/>
                  <a:pt x="16019" y="16299"/>
                  <a:pt x="15252" y="20829"/>
                </a:cubicBezTo>
                <a:cubicBezTo>
                  <a:pt x="14485" y="25360"/>
                  <a:pt x="14101" y="34814"/>
                  <a:pt x="14101" y="49193"/>
                </a:cubicBezTo>
                <a:cubicBezTo>
                  <a:pt x="14101" y="64753"/>
                  <a:pt x="14485" y="74995"/>
                  <a:pt x="15252" y="79920"/>
                </a:cubicBezTo>
                <a:cubicBezTo>
                  <a:pt x="16019" y="84844"/>
                  <a:pt x="17746" y="88734"/>
                  <a:pt x="20432" y="91590"/>
                </a:cubicBezTo>
                <a:cubicBezTo>
                  <a:pt x="23118" y="94544"/>
                  <a:pt x="26427" y="96022"/>
                  <a:pt x="30360" y="96022"/>
                </a:cubicBezTo>
                <a:cubicBezTo>
                  <a:pt x="34197" y="96022"/>
                  <a:pt x="37459" y="94544"/>
                  <a:pt x="40145" y="91590"/>
                </a:cubicBezTo>
                <a:cubicBezTo>
                  <a:pt x="42926" y="88635"/>
                  <a:pt x="44653" y="84499"/>
                  <a:pt x="45324" y="79181"/>
                </a:cubicBezTo>
                <a:cubicBezTo>
                  <a:pt x="45996" y="73863"/>
                  <a:pt x="46380" y="63867"/>
                  <a:pt x="46476" y="49193"/>
                </a:cubicBezTo>
                <a:cubicBezTo>
                  <a:pt x="46476" y="34913"/>
                  <a:pt x="46092" y="25507"/>
                  <a:pt x="45324" y="20977"/>
                </a:cubicBezTo>
                <a:cubicBezTo>
                  <a:pt x="44557" y="16447"/>
                  <a:pt x="42974" y="12852"/>
                  <a:pt x="40576" y="101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" cap="flat">
            <a:solidFill>
              <a:srgbClr val="000000">
                <a:alpha val="9040"/>
              </a:srgbClr>
            </a:solidFill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11ED7A-05AB-49C8-B0D1-5AE7F5C4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3494" y="2829461"/>
            <a:ext cx="18993" cy="46632"/>
          </a:xfrm>
          <a:custGeom xmlns:a="http://schemas.openxmlformats.org/drawingml/2006/main">
            <a:pathLst>
              <a:path w="18993" h="46632">
                <a:moveTo>
                  <a:pt x="0" y="12704"/>
                </a:moveTo>
                <a:cubicBezTo>
                  <a:pt x="0" y="12704"/>
                  <a:pt x="0" y="11473"/>
                  <a:pt x="0" y="9011"/>
                </a:cubicBezTo>
                <a:cubicBezTo>
                  <a:pt x="0" y="6549"/>
                  <a:pt x="767" y="4432"/>
                  <a:pt x="2302" y="2659"/>
                </a:cubicBezTo>
                <a:cubicBezTo>
                  <a:pt x="3837" y="886"/>
                  <a:pt x="5899" y="0"/>
                  <a:pt x="8489" y="0"/>
                </a:cubicBezTo>
                <a:cubicBezTo>
                  <a:pt x="11175" y="0"/>
                  <a:pt x="13573" y="1231"/>
                  <a:pt x="15684" y="3693"/>
                </a:cubicBezTo>
                <a:cubicBezTo>
                  <a:pt x="17794" y="6155"/>
                  <a:pt x="18897" y="10489"/>
                  <a:pt x="18993" y="16693"/>
                </a:cubicBezTo>
                <a:cubicBezTo>
                  <a:pt x="18993" y="20140"/>
                  <a:pt x="18561" y="23488"/>
                  <a:pt x="17698" y="26738"/>
                </a:cubicBezTo>
                <a:cubicBezTo>
                  <a:pt x="16835" y="29988"/>
                  <a:pt x="15828" y="32795"/>
                  <a:pt x="14676" y="35159"/>
                </a:cubicBezTo>
                <a:cubicBezTo>
                  <a:pt x="13525" y="37522"/>
                  <a:pt x="12278" y="39541"/>
                  <a:pt x="10935" y="41215"/>
                </a:cubicBezTo>
                <a:cubicBezTo>
                  <a:pt x="9592" y="42890"/>
                  <a:pt x="8441" y="44219"/>
                  <a:pt x="7482" y="45204"/>
                </a:cubicBezTo>
                <a:cubicBezTo>
                  <a:pt x="6523" y="46189"/>
                  <a:pt x="5899" y="46632"/>
                  <a:pt x="5612" y="46534"/>
                </a:cubicBezTo>
                <a:cubicBezTo>
                  <a:pt x="5228" y="46534"/>
                  <a:pt x="4604" y="46090"/>
                  <a:pt x="3741" y="45204"/>
                </a:cubicBezTo>
                <a:cubicBezTo>
                  <a:pt x="2878" y="44318"/>
                  <a:pt x="2446" y="43678"/>
                  <a:pt x="2446" y="43284"/>
                </a:cubicBezTo>
                <a:cubicBezTo>
                  <a:pt x="2446" y="42890"/>
                  <a:pt x="2974" y="42102"/>
                  <a:pt x="4029" y="40920"/>
                </a:cubicBezTo>
                <a:cubicBezTo>
                  <a:pt x="5084" y="39738"/>
                  <a:pt x="6283" y="38261"/>
                  <a:pt x="7626" y="36488"/>
                </a:cubicBezTo>
                <a:cubicBezTo>
                  <a:pt x="8969" y="34716"/>
                  <a:pt x="10216" y="32253"/>
                  <a:pt x="11367" y="29102"/>
                </a:cubicBezTo>
                <a:cubicBezTo>
                  <a:pt x="12518" y="25950"/>
                  <a:pt x="13286" y="22356"/>
                  <a:pt x="13669" y="18318"/>
                </a:cubicBezTo>
                <a:lnTo>
                  <a:pt x="13669" y="16545"/>
                </a:lnTo>
                <a:lnTo>
                  <a:pt x="13525" y="16693"/>
                </a:lnTo>
                <a:cubicBezTo>
                  <a:pt x="13334" y="16791"/>
                  <a:pt x="13094" y="16890"/>
                  <a:pt x="12806" y="16988"/>
                </a:cubicBezTo>
                <a:cubicBezTo>
                  <a:pt x="12518" y="17087"/>
                  <a:pt x="12230" y="17235"/>
                  <a:pt x="11943" y="17432"/>
                </a:cubicBezTo>
                <a:cubicBezTo>
                  <a:pt x="11655" y="17629"/>
                  <a:pt x="11223" y="17727"/>
                  <a:pt x="10648" y="17727"/>
                </a:cubicBezTo>
                <a:cubicBezTo>
                  <a:pt x="10072" y="17727"/>
                  <a:pt x="9497" y="17776"/>
                  <a:pt x="8921" y="17875"/>
                </a:cubicBezTo>
                <a:cubicBezTo>
                  <a:pt x="6331" y="17875"/>
                  <a:pt x="4221" y="17038"/>
                  <a:pt x="2590" y="15363"/>
                </a:cubicBezTo>
                <a:lnTo>
                  <a:pt x="0" y="127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A32FAA-EA68-44F0-9A7A-943CE3DF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3494" y="2829461"/>
            <a:ext cx="18993" cy="46632"/>
          </a:xfrm>
          <a:custGeom xmlns:a="http://schemas.openxmlformats.org/drawingml/2006/main">
            <a:pathLst>
              <a:path w="18993" h="46632" fill="none">
                <a:moveTo>
                  <a:pt x="0" y="12704"/>
                </a:moveTo>
                <a:cubicBezTo>
                  <a:pt x="0" y="12704"/>
                  <a:pt x="0" y="11473"/>
                  <a:pt x="0" y="9011"/>
                </a:cubicBezTo>
                <a:cubicBezTo>
                  <a:pt x="0" y="6549"/>
                  <a:pt x="767" y="4432"/>
                  <a:pt x="2302" y="2659"/>
                </a:cubicBezTo>
                <a:cubicBezTo>
                  <a:pt x="3837" y="886"/>
                  <a:pt x="5899" y="0"/>
                  <a:pt x="8489" y="0"/>
                </a:cubicBezTo>
                <a:cubicBezTo>
                  <a:pt x="11175" y="0"/>
                  <a:pt x="13573" y="1231"/>
                  <a:pt x="15684" y="3693"/>
                </a:cubicBezTo>
                <a:cubicBezTo>
                  <a:pt x="17794" y="6155"/>
                  <a:pt x="18897" y="10489"/>
                  <a:pt x="18993" y="16693"/>
                </a:cubicBezTo>
                <a:cubicBezTo>
                  <a:pt x="18993" y="20140"/>
                  <a:pt x="18561" y="23488"/>
                  <a:pt x="17698" y="26738"/>
                </a:cubicBezTo>
                <a:cubicBezTo>
                  <a:pt x="16835" y="29988"/>
                  <a:pt x="15828" y="32795"/>
                  <a:pt x="14676" y="35159"/>
                </a:cubicBezTo>
                <a:cubicBezTo>
                  <a:pt x="13525" y="37522"/>
                  <a:pt x="12278" y="39541"/>
                  <a:pt x="10935" y="41215"/>
                </a:cubicBezTo>
                <a:cubicBezTo>
                  <a:pt x="9592" y="42890"/>
                  <a:pt x="8441" y="44219"/>
                  <a:pt x="7482" y="45204"/>
                </a:cubicBezTo>
                <a:cubicBezTo>
                  <a:pt x="6523" y="46189"/>
                  <a:pt x="5899" y="46632"/>
                  <a:pt x="5612" y="46534"/>
                </a:cubicBezTo>
                <a:cubicBezTo>
                  <a:pt x="5228" y="46534"/>
                  <a:pt x="4604" y="46090"/>
                  <a:pt x="3741" y="45204"/>
                </a:cubicBezTo>
                <a:cubicBezTo>
                  <a:pt x="2878" y="44318"/>
                  <a:pt x="2446" y="43678"/>
                  <a:pt x="2446" y="43284"/>
                </a:cubicBezTo>
                <a:cubicBezTo>
                  <a:pt x="2446" y="42890"/>
                  <a:pt x="2974" y="42102"/>
                  <a:pt x="4029" y="40920"/>
                </a:cubicBezTo>
                <a:cubicBezTo>
                  <a:pt x="5084" y="39738"/>
                  <a:pt x="6283" y="38261"/>
                  <a:pt x="7626" y="36488"/>
                </a:cubicBezTo>
                <a:cubicBezTo>
                  <a:pt x="8969" y="34716"/>
                  <a:pt x="10216" y="32253"/>
                  <a:pt x="11367" y="29102"/>
                </a:cubicBezTo>
                <a:cubicBezTo>
                  <a:pt x="12518" y="25950"/>
                  <a:pt x="13286" y="22356"/>
                  <a:pt x="13669" y="18318"/>
                </a:cubicBezTo>
                <a:lnTo>
                  <a:pt x="13669" y="16545"/>
                </a:lnTo>
                <a:lnTo>
                  <a:pt x="13525" y="16693"/>
                </a:lnTo>
                <a:cubicBezTo>
                  <a:pt x="13334" y="16791"/>
                  <a:pt x="13094" y="16890"/>
                  <a:pt x="12806" y="16988"/>
                </a:cubicBezTo>
                <a:cubicBezTo>
                  <a:pt x="12518" y="17087"/>
                  <a:pt x="12230" y="17235"/>
                  <a:pt x="11943" y="17432"/>
                </a:cubicBezTo>
                <a:cubicBezTo>
                  <a:pt x="11655" y="17629"/>
                  <a:pt x="11223" y="17727"/>
                  <a:pt x="10648" y="17727"/>
                </a:cubicBezTo>
                <a:cubicBezTo>
                  <a:pt x="10072" y="17727"/>
                  <a:pt x="9497" y="17776"/>
                  <a:pt x="8921" y="17875"/>
                </a:cubicBezTo>
                <a:cubicBezTo>
                  <a:pt x="6331" y="17875"/>
                  <a:pt x="4221" y="17038"/>
                  <a:pt x="2590" y="15363"/>
                </a:cubicBezTo>
                <a:lnTo>
                  <a:pt x="0" y="127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" cap="flat">
            <a:solidFill>
              <a:srgbClr val="000000">
                <a:alpha val="9040"/>
              </a:srgbClr>
            </a:solidFill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D45F91-94CA-4548-83D4-F9D893AA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214" y="2748950"/>
            <a:ext cx="49497" cy="98385"/>
          </a:xfrm>
          <a:custGeom xmlns:a="http://schemas.openxmlformats.org/drawingml/2006/main">
            <a:pathLst>
              <a:path w="49497" h="98385">
                <a:moveTo>
                  <a:pt x="18705" y="13000"/>
                </a:moveTo>
                <a:lnTo>
                  <a:pt x="16835" y="13738"/>
                </a:lnTo>
                <a:cubicBezTo>
                  <a:pt x="15492" y="14231"/>
                  <a:pt x="13573" y="14723"/>
                  <a:pt x="11079" y="15216"/>
                </a:cubicBezTo>
                <a:cubicBezTo>
                  <a:pt x="8585" y="15708"/>
                  <a:pt x="5803" y="16053"/>
                  <a:pt x="2734" y="16250"/>
                </a:cubicBezTo>
                <a:lnTo>
                  <a:pt x="0" y="16250"/>
                </a:lnTo>
                <a:lnTo>
                  <a:pt x="0" y="9454"/>
                </a:lnTo>
                <a:lnTo>
                  <a:pt x="2734" y="9454"/>
                </a:lnTo>
                <a:cubicBezTo>
                  <a:pt x="7242" y="9257"/>
                  <a:pt x="11415" y="8519"/>
                  <a:pt x="15252" y="7239"/>
                </a:cubicBezTo>
                <a:cubicBezTo>
                  <a:pt x="19089" y="5958"/>
                  <a:pt x="21775" y="4776"/>
                  <a:pt x="23310" y="3693"/>
                </a:cubicBezTo>
                <a:cubicBezTo>
                  <a:pt x="24845" y="2610"/>
                  <a:pt x="26187" y="1526"/>
                  <a:pt x="27339" y="443"/>
                </a:cubicBezTo>
                <a:cubicBezTo>
                  <a:pt x="27530" y="148"/>
                  <a:pt x="28106" y="0"/>
                  <a:pt x="29065" y="0"/>
                </a:cubicBezTo>
                <a:cubicBezTo>
                  <a:pt x="29929" y="0"/>
                  <a:pt x="30744" y="295"/>
                  <a:pt x="31511" y="886"/>
                </a:cubicBezTo>
                <a:lnTo>
                  <a:pt x="31511" y="45056"/>
                </a:lnTo>
                <a:lnTo>
                  <a:pt x="31655" y="89374"/>
                </a:lnTo>
                <a:cubicBezTo>
                  <a:pt x="32327" y="90063"/>
                  <a:pt x="32902" y="90507"/>
                  <a:pt x="33382" y="90704"/>
                </a:cubicBezTo>
                <a:cubicBezTo>
                  <a:pt x="33861" y="90901"/>
                  <a:pt x="35013" y="91098"/>
                  <a:pt x="36835" y="91295"/>
                </a:cubicBezTo>
                <a:cubicBezTo>
                  <a:pt x="38658" y="91491"/>
                  <a:pt x="41631" y="91590"/>
                  <a:pt x="45756" y="91590"/>
                </a:cubicBezTo>
                <a:lnTo>
                  <a:pt x="49497" y="91590"/>
                </a:lnTo>
                <a:lnTo>
                  <a:pt x="49497" y="98385"/>
                </a:lnTo>
                <a:lnTo>
                  <a:pt x="47914" y="98385"/>
                </a:lnTo>
                <a:cubicBezTo>
                  <a:pt x="45900" y="98090"/>
                  <a:pt x="38274" y="97942"/>
                  <a:pt x="25036" y="97942"/>
                </a:cubicBezTo>
                <a:cubicBezTo>
                  <a:pt x="11991" y="97942"/>
                  <a:pt x="4461" y="98090"/>
                  <a:pt x="2446" y="98385"/>
                </a:cubicBezTo>
                <a:lnTo>
                  <a:pt x="719" y="98385"/>
                </a:lnTo>
                <a:lnTo>
                  <a:pt x="719" y="91590"/>
                </a:lnTo>
                <a:lnTo>
                  <a:pt x="4461" y="91590"/>
                </a:lnTo>
                <a:cubicBezTo>
                  <a:pt x="6571" y="91590"/>
                  <a:pt x="8393" y="91590"/>
                  <a:pt x="9928" y="91590"/>
                </a:cubicBezTo>
                <a:cubicBezTo>
                  <a:pt x="11463" y="91590"/>
                  <a:pt x="12662" y="91541"/>
                  <a:pt x="13525" y="91442"/>
                </a:cubicBezTo>
                <a:cubicBezTo>
                  <a:pt x="14389" y="91344"/>
                  <a:pt x="15156" y="91196"/>
                  <a:pt x="15828" y="90999"/>
                </a:cubicBezTo>
                <a:cubicBezTo>
                  <a:pt x="16499" y="90802"/>
                  <a:pt x="16883" y="90704"/>
                  <a:pt x="16979" y="90704"/>
                </a:cubicBezTo>
                <a:cubicBezTo>
                  <a:pt x="17075" y="90704"/>
                  <a:pt x="17362" y="90457"/>
                  <a:pt x="17842" y="89965"/>
                </a:cubicBezTo>
                <a:cubicBezTo>
                  <a:pt x="18322" y="89473"/>
                  <a:pt x="18609" y="89276"/>
                  <a:pt x="18705" y="89374"/>
                </a:cubicBezTo>
                <a:lnTo>
                  <a:pt x="18705" y="130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F00EB3-F8C9-4C12-A89B-10065F21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214" y="2748950"/>
            <a:ext cx="49497" cy="98385"/>
          </a:xfrm>
          <a:custGeom xmlns:a="http://schemas.openxmlformats.org/drawingml/2006/main">
            <a:pathLst>
              <a:path w="49497" h="98385" fill="none">
                <a:moveTo>
                  <a:pt x="18705" y="13000"/>
                </a:moveTo>
                <a:lnTo>
                  <a:pt x="16835" y="13738"/>
                </a:lnTo>
                <a:cubicBezTo>
                  <a:pt x="15492" y="14231"/>
                  <a:pt x="13573" y="14723"/>
                  <a:pt x="11079" y="15216"/>
                </a:cubicBezTo>
                <a:cubicBezTo>
                  <a:pt x="8585" y="15708"/>
                  <a:pt x="5803" y="16053"/>
                  <a:pt x="2734" y="16250"/>
                </a:cubicBezTo>
                <a:lnTo>
                  <a:pt x="0" y="16250"/>
                </a:lnTo>
                <a:lnTo>
                  <a:pt x="0" y="9454"/>
                </a:lnTo>
                <a:lnTo>
                  <a:pt x="2734" y="9454"/>
                </a:lnTo>
                <a:cubicBezTo>
                  <a:pt x="7242" y="9257"/>
                  <a:pt x="11415" y="8519"/>
                  <a:pt x="15252" y="7239"/>
                </a:cubicBezTo>
                <a:cubicBezTo>
                  <a:pt x="19089" y="5958"/>
                  <a:pt x="21775" y="4776"/>
                  <a:pt x="23310" y="3693"/>
                </a:cubicBezTo>
                <a:cubicBezTo>
                  <a:pt x="24845" y="2610"/>
                  <a:pt x="26187" y="1526"/>
                  <a:pt x="27339" y="443"/>
                </a:cubicBezTo>
                <a:cubicBezTo>
                  <a:pt x="27530" y="148"/>
                  <a:pt x="28106" y="0"/>
                  <a:pt x="29065" y="0"/>
                </a:cubicBezTo>
                <a:cubicBezTo>
                  <a:pt x="29929" y="0"/>
                  <a:pt x="30744" y="295"/>
                  <a:pt x="31511" y="886"/>
                </a:cubicBezTo>
                <a:lnTo>
                  <a:pt x="31511" y="45056"/>
                </a:lnTo>
                <a:lnTo>
                  <a:pt x="31655" y="89374"/>
                </a:lnTo>
                <a:cubicBezTo>
                  <a:pt x="32327" y="90063"/>
                  <a:pt x="32902" y="90507"/>
                  <a:pt x="33382" y="90704"/>
                </a:cubicBezTo>
                <a:cubicBezTo>
                  <a:pt x="33861" y="90901"/>
                  <a:pt x="35013" y="91098"/>
                  <a:pt x="36835" y="91295"/>
                </a:cubicBezTo>
                <a:cubicBezTo>
                  <a:pt x="38658" y="91491"/>
                  <a:pt x="41631" y="91590"/>
                  <a:pt x="45756" y="91590"/>
                </a:cubicBezTo>
                <a:lnTo>
                  <a:pt x="49497" y="91590"/>
                </a:lnTo>
                <a:lnTo>
                  <a:pt x="49497" y="98385"/>
                </a:lnTo>
                <a:lnTo>
                  <a:pt x="47914" y="98385"/>
                </a:lnTo>
                <a:cubicBezTo>
                  <a:pt x="45900" y="98090"/>
                  <a:pt x="38274" y="97942"/>
                  <a:pt x="25036" y="97942"/>
                </a:cubicBezTo>
                <a:cubicBezTo>
                  <a:pt x="11991" y="97942"/>
                  <a:pt x="4461" y="98090"/>
                  <a:pt x="2446" y="98385"/>
                </a:cubicBezTo>
                <a:lnTo>
                  <a:pt x="719" y="98385"/>
                </a:lnTo>
                <a:lnTo>
                  <a:pt x="719" y="91590"/>
                </a:lnTo>
                <a:lnTo>
                  <a:pt x="4461" y="91590"/>
                </a:lnTo>
                <a:cubicBezTo>
                  <a:pt x="6571" y="91590"/>
                  <a:pt x="8393" y="91590"/>
                  <a:pt x="9928" y="91590"/>
                </a:cubicBezTo>
                <a:cubicBezTo>
                  <a:pt x="11463" y="91590"/>
                  <a:pt x="12662" y="91541"/>
                  <a:pt x="13525" y="91442"/>
                </a:cubicBezTo>
                <a:cubicBezTo>
                  <a:pt x="14389" y="91344"/>
                  <a:pt x="15156" y="91196"/>
                  <a:pt x="15828" y="90999"/>
                </a:cubicBezTo>
                <a:cubicBezTo>
                  <a:pt x="16499" y="90802"/>
                  <a:pt x="16883" y="90704"/>
                  <a:pt x="16979" y="90704"/>
                </a:cubicBezTo>
                <a:cubicBezTo>
                  <a:pt x="17075" y="90704"/>
                  <a:pt x="17362" y="90457"/>
                  <a:pt x="17842" y="89965"/>
                </a:cubicBezTo>
                <a:cubicBezTo>
                  <a:pt x="18322" y="89473"/>
                  <a:pt x="18609" y="89276"/>
                  <a:pt x="18705" y="89374"/>
                </a:cubicBezTo>
                <a:lnTo>
                  <a:pt x="18705" y="130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" cap="flat">
            <a:solidFill>
              <a:srgbClr val="000000">
                <a:alpha val="9040"/>
              </a:srgbClr>
            </a:solidFill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F82A9F-DCD8-48F2-990C-D122755B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595" y="2659283"/>
            <a:ext cx="45520" cy="208947"/>
          </a:xfrm>
          <a:custGeom xmlns:a="http://schemas.openxmlformats.org/drawingml/2006/main">
            <a:pathLst>
              <a:path w="45520" h="208947">
                <a:moveTo>
                  <a:pt x="0" y="3761"/>
                </a:moveTo>
                <a:cubicBezTo>
                  <a:pt x="136" y="2786"/>
                  <a:pt x="543" y="1950"/>
                  <a:pt x="1221" y="1254"/>
                </a:cubicBezTo>
                <a:cubicBezTo>
                  <a:pt x="1900" y="557"/>
                  <a:pt x="2849" y="139"/>
                  <a:pt x="4070" y="0"/>
                </a:cubicBezTo>
                <a:cubicBezTo>
                  <a:pt x="5427" y="0"/>
                  <a:pt x="6580" y="696"/>
                  <a:pt x="7530" y="2089"/>
                </a:cubicBezTo>
                <a:cubicBezTo>
                  <a:pt x="7937" y="3065"/>
                  <a:pt x="14314" y="20198"/>
                  <a:pt x="26661" y="53491"/>
                </a:cubicBezTo>
                <a:cubicBezTo>
                  <a:pt x="39008" y="86783"/>
                  <a:pt x="45249" y="103777"/>
                  <a:pt x="45385" y="104474"/>
                </a:cubicBezTo>
                <a:cubicBezTo>
                  <a:pt x="45520" y="105170"/>
                  <a:pt x="39347" y="122165"/>
                  <a:pt x="26864" y="155457"/>
                </a:cubicBezTo>
                <a:cubicBezTo>
                  <a:pt x="14382" y="188749"/>
                  <a:pt x="7937" y="205883"/>
                  <a:pt x="7530" y="206858"/>
                </a:cubicBezTo>
                <a:cubicBezTo>
                  <a:pt x="6580" y="208251"/>
                  <a:pt x="5427" y="208947"/>
                  <a:pt x="4070" y="208947"/>
                </a:cubicBezTo>
                <a:cubicBezTo>
                  <a:pt x="2985" y="208947"/>
                  <a:pt x="2103" y="208599"/>
                  <a:pt x="1425" y="207903"/>
                </a:cubicBezTo>
                <a:cubicBezTo>
                  <a:pt x="746" y="207206"/>
                  <a:pt x="271" y="206301"/>
                  <a:pt x="0" y="205186"/>
                </a:cubicBezTo>
                <a:cubicBezTo>
                  <a:pt x="0" y="204490"/>
                  <a:pt x="6106" y="187565"/>
                  <a:pt x="18317" y="154412"/>
                </a:cubicBezTo>
                <a:cubicBezTo>
                  <a:pt x="30663" y="121398"/>
                  <a:pt x="36837" y="104752"/>
                  <a:pt x="36837" y="104474"/>
                </a:cubicBezTo>
                <a:cubicBezTo>
                  <a:pt x="36837" y="104195"/>
                  <a:pt x="30663" y="87549"/>
                  <a:pt x="18317" y="54535"/>
                </a:cubicBezTo>
                <a:cubicBezTo>
                  <a:pt x="6106" y="21382"/>
                  <a:pt x="0" y="4458"/>
                  <a:pt x="0" y="37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55776A-1C8A-483C-A2E4-3D45DA17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595" y="2659283"/>
            <a:ext cx="45520" cy="208947"/>
          </a:xfrm>
          <a:custGeom xmlns:a="http://schemas.openxmlformats.org/drawingml/2006/main">
            <a:pathLst>
              <a:path w="45520" h="208947" fill="none">
                <a:moveTo>
                  <a:pt x="0" y="3761"/>
                </a:moveTo>
                <a:cubicBezTo>
                  <a:pt x="136" y="2786"/>
                  <a:pt x="543" y="1950"/>
                  <a:pt x="1221" y="1254"/>
                </a:cubicBezTo>
                <a:cubicBezTo>
                  <a:pt x="1900" y="557"/>
                  <a:pt x="2849" y="139"/>
                  <a:pt x="4070" y="0"/>
                </a:cubicBezTo>
                <a:cubicBezTo>
                  <a:pt x="5427" y="0"/>
                  <a:pt x="6580" y="696"/>
                  <a:pt x="7530" y="2089"/>
                </a:cubicBezTo>
                <a:cubicBezTo>
                  <a:pt x="7937" y="3065"/>
                  <a:pt x="14314" y="20198"/>
                  <a:pt x="26661" y="53491"/>
                </a:cubicBezTo>
                <a:cubicBezTo>
                  <a:pt x="39008" y="86783"/>
                  <a:pt x="45249" y="103777"/>
                  <a:pt x="45385" y="104474"/>
                </a:cubicBezTo>
                <a:cubicBezTo>
                  <a:pt x="45520" y="105170"/>
                  <a:pt x="39347" y="122165"/>
                  <a:pt x="26864" y="155457"/>
                </a:cubicBezTo>
                <a:cubicBezTo>
                  <a:pt x="14382" y="188749"/>
                  <a:pt x="7937" y="205883"/>
                  <a:pt x="7530" y="206858"/>
                </a:cubicBezTo>
                <a:cubicBezTo>
                  <a:pt x="6580" y="208251"/>
                  <a:pt x="5427" y="208947"/>
                  <a:pt x="4070" y="208947"/>
                </a:cubicBezTo>
                <a:cubicBezTo>
                  <a:pt x="2985" y="208947"/>
                  <a:pt x="2103" y="208599"/>
                  <a:pt x="1425" y="207903"/>
                </a:cubicBezTo>
                <a:cubicBezTo>
                  <a:pt x="746" y="207206"/>
                  <a:pt x="271" y="206301"/>
                  <a:pt x="0" y="205186"/>
                </a:cubicBezTo>
                <a:cubicBezTo>
                  <a:pt x="0" y="204490"/>
                  <a:pt x="6106" y="187565"/>
                  <a:pt x="18317" y="154412"/>
                </a:cubicBezTo>
                <a:cubicBezTo>
                  <a:pt x="30663" y="121398"/>
                  <a:pt x="36837" y="104752"/>
                  <a:pt x="36837" y="104474"/>
                </a:cubicBezTo>
                <a:cubicBezTo>
                  <a:pt x="36837" y="104195"/>
                  <a:pt x="30663" y="87549"/>
                  <a:pt x="18317" y="54535"/>
                </a:cubicBezTo>
                <a:cubicBezTo>
                  <a:pt x="6106" y="21382"/>
                  <a:pt x="0" y="4458"/>
                  <a:pt x="0" y="376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9690E7-BF1F-470A-BAE3-33FAC772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4764" y="2659283"/>
            <a:ext cx="48641" cy="208947"/>
          </a:xfrm>
          <a:custGeom xmlns:a="http://schemas.openxmlformats.org/drawingml/2006/main">
            <a:pathLst>
              <a:path w="48641" h="208947">
                <a:moveTo>
                  <a:pt x="1018" y="209"/>
                </a:moveTo>
                <a:lnTo>
                  <a:pt x="1832" y="0"/>
                </a:lnTo>
                <a:cubicBezTo>
                  <a:pt x="2510" y="0"/>
                  <a:pt x="3188" y="0"/>
                  <a:pt x="3867" y="0"/>
                </a:cubicBezTo>
                <a:lnTo>
                  <a:pt x="6309" y="0"/>
                </a:lnTo>
                <a:lnTo>
                  <a:pt x="12008" y="5015"/>
                </a:lnTo>
                <a:cubicBezTo>
                  <a:pt x="24761" y="16855"/>
                  <a:pt x="34055" y="31621"/>
                  <a:pt x="39890" y="49312"/>
                </a:cubicBezTo>
                <a:cubicBezTo>
                  <a:pt x="45724" y="67002"/>
                  <a:pt x="48641" y="85390"/>
                  <a:pt x="48641" y="104474"/>
                </a:cubicBezTo>
                <a:cubicBezTo>
                  <a:pt x="48641" y="113946"/>
                  <a:pt x="47962" y="123070"/>
                  <a:pt x="46606" y="131846"/>
                </a:cubicBezTo>
                <a:cubicBezTo>
                  <a:pt x="45249" y="140622"/>
                  <a:pt x="43689" y="148074"/>
                  <a:pt x="41925" y="154203"/>
                </a:cubicBezTo>
                <a:cubicBezTo>
                  <a:pt x="40161" y="160332"/>
                  <a:pt x="37651" y="166461"/>
                  <a:pt x="34395" y="172590"/>
                </a:cubicBezTo>
                <a:cubicBezTo>
                  <a:pt x="31138" y="178720"/>
                  <a:pt x="28560" y="183386"/>
                  <a:pt x="26661" y="186590"/>
                </a:cubicBezTo>
                <a:cubicBezTo>
                  <a:pt x="24761" y="189794"/>
                  <a:pt x="21980" y="193346"/>
                  <a:pt x="18317" y="197246"/>
                </a:cubicBezTo>
                <a:cubicBezTo>
                  <a:pt x="14653" y="201147"/>
                  <a:pt x="12482" y="203445"/>
                  <a:pt x="11804" y="204142"/>
                </a:cubicBezTo>
                <a:cubicBezTo>
                  <a:pt x="11126" y="204838"/>
                  <a:pt x="9565" y="206161"/>
                  <a:pt x="7123" y="208112"/>
                </a:cubicBezTo>
                <a:cubicBezTo>
                  <a:pt x="6716" y="208529"/>
                  <a:pt x="6445" y="208808"/>
                  <a:pt x="6309" y="208947"/>
                </a:cubicBezTo>
                <a:lnTo>
                  <a:pt x="3867" y="208947"/>
                </a:lnTo>
                <a:cubicBezTo>
                  <a:pt x="2781" y="208947"/>
                  <a:pt x="2035" y="208947"/>
                  <a:pt x="1628" y="208947"/>
                </a:cubicBezTo>
                <a:cubicBezTo>
                  <a:pt x="1221" y="208947"/>
                  <a:pt x="882" y="208738"/>
                  <a:pt x="611" y="208320"/>
                </a:cubicBezTo>
                <a:cubicBezTo>
                  <a:pt x="339" y="207903"/>
                  <a:pt x="136" y="207276"/>
                  <a:pt x="0" y="206440"/>
                </a:cubicBezTo>
                <a:cubicBezTo>
                  <a:pt x="136" y="206301"/>
                  <a:pt x="882" y="205395"/>
                  <a:pt x="2239" y="203724"/>
                </a:cubicBezTo>
                <a:cubicBezTo>
                  <a:pt x="23269" y="181297"/>
                  <a:pt x="33784" y="148213"/>
                  <a:pt x="33784" y="104474"/>
                </a:cubicBezTo>
                <a:cubicBezTo>
                  <a:pt x="33784" y="60734"/>
                  <a:pt x="23269" y="27651"/>
                  <a:pt x="2239" y="5224"/>
                </a:cubicBezTo>
                <a:cubicBezTo>
                  <a:pt x="882" y="3552"/>
                  <a:pt x="136" y="2647"/>
                  <a:pt x="0" y="2507"/>
                </a:cubicBezTo>
                <a:cubicBezTo>
                  <a:pt x="0" y="1393"/>
                  <a:pt x="339" y="627"/>
                  <a:pt x="1018" y="2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CE1654-FD93-4343-96EC-F9E0DE93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4764" y="2659283"/>
            <a:ext cx="48641" cy="208947"/>
          </a:xfrm>
          <a:custGeom xmlns:a="http://schemas.openxmlformats.org/drawingml/2006/main">
            <a:pathLst>
              <a:path w="48641" h="208947" fill="none">
                <a:moveTo>
                  <a:pt x="1018" y="209"/>
                </a:moveTo>
                <a:lnTo>
                  <a:pt x="1832" y="0"/>
                </a:lnTo>
                <a:cubicBezTo>
                  <a:pt x="2510" y="0"/>
                  <a:pt x="3188" y="0"/>
                  <a:pt x="3867" y="0"/>
                </a:cubicBezTo>
                <a:lnTo>
                  <a:pt x="6309" y="0"/>
                </a:lnTo>
                <a:lnTo>
                  <a:pt x="12008" y="5015"/>
                </a:lnTo>
                <a:cubicBezTo>
                  <a:pt x="24761" y="16855"/>
                  <a:pt x="34055" y="31621"/>
                  <a:pt x="39890" y="49312"/>
                </a:cubicBezTo>
                <a:cubicBezTo>
                  <a:pt x="45724" y="67002"/>
                  <a:pt x="48641" y="85390"/>
                  <a:pt x="48641" y="104474"/>
                </a:cubicBezTo>
                <a:cubicBezTo>
                  <a:pt x="48641" y="113946"/>
                  <a:pt x="47962" y="123070"/>
                  <a:pt x="46606" y="131846"/>
                </a:cubicBezTo>
                <a:cubicBezTo>
                  <a:pt x="45249" y="140622"/>
                  <a:pt x="43689" y="148074"/>
                  <a:pt x="41925" y="154203"/>
                </a:cubicBezTo>
                <a:cubicBezTo>
                  <a:pt x="40161" y="160332"/>
                  <a:pt x="37651" y="166461"/>
                  <a:pt x="34395" y="172590"/>
                </a:cubicBezTo>
                <a:cubicBezTo>
                  <a:pt x="31138" y="178720"/>
                  <a:pt x="28560" y="183386"/>
                  <a:pt x="26661" y="186590"/>
                </a:cubicBezTo>
                <a:cubicBezTo>
                  <a:pt x="24761" y="189794"/>
                  <a:pt x="21980" y="193346"/>
                  <a:pt x="18317" y="197246"/>
                </a:cubicBezTo>
                <a:cubicBezTo>
                  <a:pt x="14653" y="201147"/>
                  <a:pt x="12482" y="203445"/>
                  <a:pt x="11804" y="204142"/>
                </a:cubicBezTo>
                <a:cubicBezTo>
                  <a:pt x="11126" y="204838"/>
                  <a:pt x="9565" y="206161"/>
                  <a:pt x="7123" y="208112"/>
                </a:cubicBezTo>
                <a:cubicBezTo>
                  <a:pt x="6716" y="208529"/>
                  <a:pt x="6445" y="208808"/>
                  <a:pt x="6309" y="208947"/>
                </a:cubicBezTo>
                <a:lnTo>
                  <a:pt x="3867" y="208947"/>
                </a:lnTo>
                <a:cubicBezTo>
                  <a:pt x="2781" y="208947"/>
                  <a:pt x="2035" y="208947"/>
                  <a:pt x="1628" y="208947"/>
                </a:cubicBezTo>
                <a:cubicBezTo>
                  <a:pt x="1221" y="208947"/>
                  <a:pt x="882" y="208738"/>
                  <a:pt x="611" y="208320"/>
                </a:cubicBezTo>
                <a:cubicBezTo>
                  <a:pt x="339" y="207903"/>
                  <a:pt x="136" y="207276"/>
                  <a:pt x="0" y="206440"/>
                </a:cubicBezTo>
                <a:cubicBezTo>
                  <a:pt x="136" y="206301"/>
                  <a:pt x="882" y="205395"/>
                  <a:pt x="2239" y="203724"/>
                </a:cubicBezTo>
                <a:cubicBezTo>
                  <a:pt x="23269" y="181297"/>
                  <a:pt x="33784" y="148213"/>
                  <a:pt x="33784" y="104474"/>
                </a:cubicBezTo>
                <a:cubicBezTo>
                  <a:pt x="33784" y="60734"/>
                  <a:pt x="23269" y="27651"/>
                  <a:pt x="2239" y="5224"/>
                </a:cubicBezTo>
                <a:cubicBezTo>
                  <a:pt x="882" y="3552"/>
                  <a:pt x="136" y="2647"/>
                  <a:pt x="0" y="2507"/>
                </a:cubicBezTo>
                <a:cubicBezTo>
                  <a:pt x="0" y="1393"/>
                  <a:pt x="339" y="627"/>
                  <a:pt x="1018" y="20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684DD5-9735-4F47-A956-F0177322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38" y="2948244"/>
            <a:ext cx="45520" cy="208947"/>
          </a:xfrm>
          <a:custGeom xmlns:a="http://schemas.openxmlformats.org/drawingml/2006/main">
            <a:pathLst>
              <a:path w="45520" h="208947">
                <a:moveTo>
                  <a:pt x="45520" y="205186"/>
                </a:moveTo>
                <a:cubicBezTo>
                  <a:pt x="45385" y="206161"/>
                  <a:pt x="44977" y="206997"/>
                  <a:pt x="44299" y="207694"/>
                </a:cubicBezTo>
                <a:cubicBezTo>
                  <a:pt x="43621" y="208390"/>
                  <a:pt x="42671" y="208808"/>
                  <a:pt x="41450" y="208947"/>
                </a:cubicBezTo>
                <a:cubicBezTo>
                  <a:pt x="40093" y="208947"/>
                  <a:pt x="38940" y="208251"/>
                  <a:pt x="37990" y="206858"/>
                </a:cubicBezTo>
                <a:cubicBezTo>
                  <a:pt x="37583" y="205883"/>
                  <a:pt x="31206" y="188749"/>
                  <a:pt x="18859" y="155457"/>
                </a:cubicBezTo>
                <a:cubicBezTo>
                  <a:pt x="6513" y="122165"/>
                  <a:pt x="271" y="105170"/>
                  <a:pt x="136" y="104474"/>
                </a:cubicBezTo>
                <a:cubicBezTo>
                  <a:pt x="0" y="103777"/>
                  <a:pt x="6173" y="86783"/>
                  <a:pt x="18656" y="53491"/>
                </a:cubicBezTo>
                <a:cubicBezTo>
                  <a:pt x="31138" y="20198"/>
                  <a:pt x="37583" y="3065"/>
                  <a:pt x="37990" y="2089"/>
                </a:cubicBezTo>
                <a:cubicBezTo>
                  <a:pt x="38397" y="1393"/>
                  <a:pt x="39075" y="766"/>
                  <a:pt x="40025" y="209"/>
                </a:cubicBezTo>
                <a:lnTo>
                  <a:pt x="40636" y="0"/>
                </a:lnTo>
                <a:cubicBezTo>
                  <a:pt x="41043" y="0"/>
                  <a:pt x="41314" y="0"/>
                  <a:pt x="41450" y="0"/>
                </a:cubicBezTo>
                <a:cubicBezTo>
                  <a:pt x="43892" y="0"/>
                  <a:pt x="45249" y="1254"/>
                  <a:pt x="45520" y="3761"/>
                </a:cubicBezTo>
                <a:cubicBezTo>
                  <a:pt x="45520" y="4458"/>
                  <a:pt x="39415" y="21382"/>
                  <a:pt x="27204" y="54535"/>
                </a:cubicBezTo>
                <a:cubicBezTo>
                  <a:pt x="14857" y="87549"/>
                  <a:pt x="8683" y="104195"/>
                  <a:pt x="8683" y="104474"/>
                </a:cubicBezTo>
                <a:cubicBezTo>
                  <a:pt x="8683" y="104752"/>
                  <a:pt x="14857" y="121398"/>
                  <a:pt x="27204" y="154412"/>
                </a:cubicBezTo>
                <a:cubicBezTo>
                  <a:pt x="39415" y="187565"/>
                  <a:pt x="45520" y="204490"/>
                  <a:pt x="45520" y="2051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DA986A-C813-42ED-B40F-2B0D9F05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38" y="2948244"/>
            <a:ext cx="45520" cy="208947"/>
          </a:xfrm>
          <a:custGeom xmlns:a="http://schemas.openxmlformats.org/drawingml/2006/main">
            <a:pathLst>
              <a:path w="45520" h="208947" fill="none">
                <a:moveTo>
                  <a:pt x="45520" y="205186"/>
                </a:moveTo>
                <a:cubicBezTo>
                  <a:pt x="45385" y="206161"/>
                  <a:pt x="44977" y="206997"/>
                  <a:pt x="44299" y="207694"/>
                </a:cubicBezTo>
                <a:cubicBezTo>
                  <a:pt x="43621" y="208390"/>
                  <a:pt x="42671" y="208808"/>
                  <a:pt x="41450" y="208947"/>
                </a:cubicBezTo>
                <a:cubicBezTo>
                  <a:pt x="40093" y="208947"/>
                  <a:pt x="38940" y="208251"/>
                  <a:pt x="37990" y="206858"/>
                </a:cubicBezTo>
                <a:cubicBezTo>
                  <a:pt x="37583" y="205883"/>
                  <a:pt x="31206" y="188749"/>
                  <a:pt x="18859" y="155457"/>
                </a:cubicBezTo>
                <a:cubicBezTo>
                  <a:pt x="6513" y="122165"/>
                  <a:pt x="271" y="105170"/>
                  <a:pt x="136" y="104474"/>
                </a:cubicBezTo>
                <a:cubicBezTo>
                  <a:pt x="0" y="103777"/>
                  <a:pt x="6173" y="86783"/>
                  <a:pt x="18656" y="53491"/>
                </a:cubicBezTo>
                <a:cubicBezTo>
                  <a:pt x="31138" y="20198"/>
                  <a:pt x="37583" y="3065"/>
                  <a:pt x="37990" y="2089"/>
                </a:cubicBezTo>
                <a:cubicBezTo>
                  <a:pt x="38397" y="1393"/>
                  <a:pt x="39075" y="766"/>
                  <a:pt x="40025" y="209"/>
                </a:cubicBezTo>
                <a:lnTo>
                  <a:pt x="40636" y="0"/>
                </a:lnTo>
                <a:cubicBezTo>
                  <a:pt x="41043" y="0"/>
                  <a:pt x="41314" y="0"/>
                  <a:pt x="41450" y="0"/>
                </a:cubicBezTo>
                <a:cubicBezTo>
                  <a:pt x="43892" y="0"/>
                  <a:pt x="45249" y="1254"/>
                  <a:pt x="45520" y="3761"/>
                </a:cubicBezTo>
                <a:cubicBezTo>
                  <a:pt x="45520" y="4458"/>
                  <a:pt x="39415" y="21382"/>
                  <a:pt x="27204" y="54535"/>
                </a:cubicBezTo>
                <a:cubicBezTo>
                  <a:pt x="14857" y="87549"/>
                  <a:pt x="8683" y="104195"/>
                  <a:pt x="8683" y="104474"/>
                </a:cubicBezTo>
                <a:cubicBezTo>
                  <a:pt x="8683" y="104752"/>
                  <a:pt x="14857" y="121398"/>
                  <a:pt x="27204" y="154412"/>
                </a:cubicBezTo>
                <a:cubicBezTo>
                  <a:pt x="39415" y="187565"/>
                  <a:pt x="45520" y="204490"/>
                  <a:pt x="45520" y="20518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C9CDCC-B0B5-4AE5-BA73-DC05CD43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766" y="2962243"/>
            <a:ext cx="143887" cy="147308"/>
          </a:xfrm>
          <a:custGeom xmlns:a="http://schemas.openxmlformats.org/drawingml/2006/main">
            <a:pathLst>
              <a:path w="143887" h="147308">
                <a:moveTo>
                  <a:pt x="9565" y="9612"/>
                </a:moveTo>
                <a:cubicBezTo>
                  <a:pt x="4952" y="9612"/>
                  <a:pt x="2510" y="9333"/>
                  <a:pt x="2239" y="8776"/>
                </a:cubicBezTo>
                <a:cubicBezTo>
                  <a:pt x="2103" y="8497"/>
                  <a:pt x="2035" y="7940"/>
                  <a:pt x="2035" y="7104"/>
                </a:cubicBezTo>
                <a:cubicBezTo>
                  <a:pt x="2035" y="3761"/>
                  <a:pt x="2781" y="1463"/>
                  <a:pt x="4274" y="209"/>
                </a:cubicBezTo>
                <a:cubicBezTo>
                  <a:pt x="4545" y="70"/>
                  <a:pt x="5699" y="0"/>
                  <a:pt x="7734" y="0"/>
                </a:cubicBezTo>
                <a:cubicBezTo>
                  <a:pt x="13297" y="279"/>
                  <a:pt x="22523" y="418"/>
                  <a:pt x="35412" y="418"/>
                </a:cubicBezTo>
                <a:cubicBezTo>
                  <a:pt x="40025" y="418"/>
                  <a:pt x="44299" y="418"/>
                  <a:pt x="48234" y="418"/>
                </a:cubicBezTo>
                <a:cubicBezTo>
                  <a:pt x="52168" y="418"/>
                  <a:pt x="55221" y="348"/>
                  <a:pt x="57392" y="209"/>
                </a:cubicBezTo>
                <a:cubicBezTo>
                  <a:pt x="59563" y="70"/>
                  <a:pt x="60920" y="70"/>
                  <a:pt x="61462" y="209"/>
                </a:cubicBezTo>
                <a:cubicBezTo>
                  <a:pt x="63633" y="209"/>
                  <a:pt x="64719" y="905"/>
                  <a:pt x="64719" y="2298"/>
                </a:cubicBezTo>
                <a:cubicBezTo>
                  <a:pt x="64719" y="2577"/>
                  <a:pt x="64583" y="3552"/>
                  <a:pt x="64312" y="5224"/>
                </a:cubicBezTo>
                <a:cubicBezTo>
                  <a:pt x="63633" y="7592"/>
                  <a:pt x="62955" y="8985"/>
                  <a:pt x="62277" y="9403"/>
                </a:cubicBezTo>
                <a:lnTo>
                  <a:pt x="61869" y="9403"/>
                </a:lnTo>
                <a:cubicBezTo>
                  <a:pt x="61598" y="9403"/>
                  <a:pt x="61259" y="9403"/>
                  <a:pt x="60852" y="9403"/>
                </a:cubicBezTo>
                <a:cubicBezTo>
                  <a:pt x="60445" y="9403"/>
                  <a:pt x="59970" y="9403"/>
                  <a:pt x="59427" y="9403"/>
                </a:cubicBezTo>
                <a:cubicBezTo>
                  <a:pt x="58885" y="9403"/>
                  <a:pt x="58274" y="9472"/>
                  <a:pt x="57596" y="9612"/>
                </a:cubicBezTo>
                <a:cubicBezTo>
                  <a:pt x="56917" y="9751"/>
                  <a:pt x="56307" y="9751"/>
                  <a:pt x="55764" y="9612"/>
                </a:cubicBezTo>
                <a:cubicBezTo>
                  <a:pt x="50472" y="9751"/>
                  <a:pt x="47081" y="9960"/>
                  <a:pt x="45588" y="10238"/>
                </a:cubicBezTo>
                <a:cubicBezTo>
                  <a:pt x="44096" y="10517"/>
                  <a:pt x="42874" y="11283"/>
                  <a:pt x="41925" y="12537"/>
                </a:cubicBezTo>
                <a:cubicBezTo>
                  <a:pt x="41789" y="12815"/>
                  <a:pt x="39890" y="20129"/>
                  <a:pt x="36226" y="34476"/>
                </a:cubicBezTo>
                <a:cubicBezTo>
                  <a:pt x="32563" y="48824"/>
                  <a:pt x="28900" y="63868"/>
                  <a:pt x="25236" y="79609"/>
                </a:cubicBezTo>
                <a:cubicBezTo>
                  <a:pt x="21573" y="95350"/>
                  <a:pt x="19538" y="104613"/>
                  <a:pt x="19131" y="107399"/>
                </a:cubicBezTo>
                <a:cubicBezTo>
                  <a:pt x="18859" y="109349"/>
                  <a:pt x="18724" y="111369"/>
                  <a:pt x="18724" y="113458"/>
                </a:cubicBezTo>
                <a:cubicBezTo>
                  <a:pt x="18724" y="120981"/>
                  <a:pt x="20827" y="126901"/>
                  <a:pt x="25033" y="131219"/>
                </a:cubicBezTo>
                <a:cubicBezTo>
                  <a:pt x="29239" y="135537"/>
                  <a:pt x="35073" y="137696"/>
                  <a:pt x="42535" y="137696"/>
                </a:cubicBezTo>
                <a:cubicBezTo>
                  <a:pt x="51626" y="137696"/>
                  <a:pt x="60716" y="134562"/>
                  <a:pt x="69807" y="128294"/>
                </a:cubicBezTo>
                <a:cubicBezTo>
                  <a:pt x="78897" y="122025"/>
                  <a:pt x="85545" y="112553"/>
                  <a:pt x="89751" y="99877"/>
                </a:cubicBezTo>
                <a:lnTo>
                  <a:pt x="100131" y="57878"/>
                </a:lnTo>
                <a:cubicBezTo>
                  <a:pt x="106508" y="31133"/>
                  <a:pt x="109696" y="17203"/>
                  <a:pt x="109696" y="16089"/>
                </a:cubicBezTo>
                <a:cubicBezTo>
                  <a:pt x="109696" y="12328"/>
                  <a:pt x="105354" y="10169"/>
                  <a:pt x="96671" y="9612"/>
                </a:cubicBezTo>
                <a:cubicBezTo>
                  <a:pt x="93415" y="9612"/>
                  <a:pt x="91787" y="8845"/>
                  <a:pt x="91787" y="7313"/>
                </a:cubicBezTo>
                <a:cubicBezTo>
                  <a:pt x="91787" y="7035"/>
                  <a:pt x="91922" y="6199"/>
                  <a:pt x="92194" y="4806"/>
                </a:cubicBezTo>
                <a:cubicBezTo>
                  <a:pt x="92736" y="2577"/>
                  <a:pt x="93143" y="1254"/>
                  <a:pt x="93415" y="836"/>
                </a:cubicBezTo>
                <a:cubicBezTo>
                  <a:pt x="93686" y="418"/>
                  <a:pt x="94365" y="139"/>
                  <a:pt x="95450" y="0"/>
                </a:cubicBezTo>
                <a:cubicBezTo>
                  <a:pt x="95857" y="0"/>
                  <a:pt x="98028" y="70"/>
                  <a:pt x="101963" y="209"/>
                </a:cubicBezTo>
                <a:cubicBezTo>
                  <a:pt x="105897" y="348"/>
                  <a:pt x="111596" y="488"/>
                  <a:pt x="119058" y="627"/>
                </a:cubicBezTo>
                <a:cubicBezTo>
                  <a:pt x="125978" y="627"/>
                  <a:pt x="131269" y="557"/>
                  <a:pt x="134932" y="418"/>
                </a:cubicBezTo>
                <a:cubicBezTo>
                  <a:pt x="138596" y="279"/>
                  <a:pt x="140563" y="209"/>
                  <a:pt x="140834" y="209"/>
                </a:cubicBezTo>
                <a:cubicBezTo>
                  <a:pt x="142870" y="209"/>
                  <a:pt x="143887" y="905"/>
                  <a:pt x="143887" y="2298"/>
                </a:cubicBezTo>
                <a:cubicBezTo>
                  <a:pt x="143887" y="5363"/>
                  <a:pt x="143345" y="7452"/>
                  <a:pt x="142259" y="8567"/>
                </a:cubicBezTo>
                <a:cubicBezTo>
                  <a:pt x="141852" y="9263"/>
                  <a:pt x="140360" y="9612"/>
                  <a:pt x="137782" y="9612"/>
                </a:cubicBezTo>
                <a:cubicBezTo>
                  <a:pt x="128149" y="10169"/>
                  <a:pt x="122111" y="12955"/>
                  <a:pt x="119669" y="17969"/>
                </a:cubicBezTo>
                <a:cubicBezTo>
                  <a:pt x="119397" y="18666"/>
                  <a:pt x="116005" y="32108"/>
                  <a:pt x="109493" y="58296"/>
                </a:cubicBezTo>
                <a:cubicBezTo>
                  <a:pt x="103930" y="81838"/>
                  <a:pt x="100538" y="95698"/>
                  <a:pt x="99317" y="99877"/>
                </a:cubicBezTo>
                <a:cubicBezTo>
                  <a:pt x="94839" y="113807"/>
                  <a:pt x="87038" y="125159"/>
                  <a:pt x="75912" y="133935"/>
                </a:cubicBezTo>
                <a:cubicBezTo>
                  <a:pt x="64787" y="142711"/>
                  <a:pt x="53254" y="147169"/>
                  <a:pt x="41314" y="147308"/>
                </a:cubicBezTo>
                <a:cubicBezTo>
                  <a:pt x="28832" y="147308"/>
                  <a:pt x="18859" y="143408"/>
                  <a:pt x="11397" y="135607"/>
                </a:cubicBezTo>
                <a:cubicBezTo>
                  <a:pt x="3935" y="127806"/>
                  <a:pt x="136" y="118543"/>
                  <a:pt x="0" y="107817"/>
                </a:cubicBezTo>
                <a:lnTo>
                  <a:pt x="0" y="104474"/>
                </a:lnTo>
                <a:cubicBezTo>
                  <a:pt x="0" y="101966"/>
                  <a:pt x="3731" y="85390"/>
                  <a:pt x="11193" y="54744"/>
                </a:cubicBezTo>
                <a:cubicBezTo>
                  <a:pt x="17842" y="26745"/>
                  <a:pt x="21166" y="12328"/>
                  <a:pt x="21166" y="11492"/>
                </a:cubicBezTo>
                <a:cubicBezTo>
                  <a:pt x="21166" y="10517"/>
                  <a:pt x="17299" y="9890"/>
                  <a:pt x="9565" y="96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A808B8-6FEE-426F-A992-4FF3AE01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766" y="2962243"/>
            <a:ext cx="143887" cy="147308"/>
          </a:xfrm>
          <a:custGeom xmlns:a="http://schemas.openxmlformats.org/drawingml/2006/main">
            <a:pathLst>
              <a:path w="143887" h="147308" fill="none">
                <a:moveTo>
                  <a:pt x="9565" y="9612"/>
                </a:moveTo>
                <a:cubicBezTo>
                  <a:pt x="4952" y="9612"/>
                  <a:pt x="2510" y="9333"/>
                  <a:pt x="2239" y="8776"/>
                </a:cubicBezTo>
                <a:cubicBezTo>
                  <a:pt x="2103" y="8497"/>
                  <a:pt x="2035" y="7940"/>
                  <a:pt x="2035" y="7104"/>
                </a:cubicBezTo>
                <a:cubicBezTo>
                  <a:pt x="2035" y="3761"/>
                  <a:pt x="2781" y="1463"/>
                  <a:pt x="4274" y="209"/>
                </a:cubicBezTo>
                <a:cubicBezTo>
                  <a:pt x="4545" y="70"/>
                  <a:pt x="5699" y="0"/>
                  <a:pt x="7734" y="0"/>
                </a:cubicBezTo>
                <a:cubicBezTo>
                  <a:pt x="13297" y="279"/>
                  <a:pt x="22523" y="418"/>
                  <a:pt x="35412" y="418"/>
                </a:cubicBezTo>
                <a:cubicBezTo>
                  <a:pt x="40025" y="418"/>
                  <a:pt x="44299" y="418"/>
                  <a:pt x="48234" y="418"/>
                </a:cubicBezTo>
                <a:cubicBezTo>
                  <a:pt x="52168" y="418"/>
                  <a:pt x="55221" y="348"/>
                  <a:pt x="57392" y="209"/>
                </a:cubicBezTo>
                <a:cubicBezTo>
                  <a:pt x="59563" y="70"/>
                  <a:pt x="60920" y="70"/>
                  <a:pt x="61462" y="209"/>
                </a:cubicBezTo>
                <a:cubicBezTo>
                  <a:pt x="63633" y="209"/>
                  <a:pt x="64719" y="905"/>
                  <a:pt x="64719" y="2298"/>
                </a:cubicBezTo>
                <a:cubicBezTo>
                  <a:pt x="64719" y="2577"/>
                  <a:pt x="64583" y="3552"/>
                  <a:pt x="64312" y="5224"/>
                </a:cubicBezTo>
                <a:cubicBezTo>
                  <a:pt x="63633" y="7592"/>
                  <a:pt x="62955" y="8985"/>
                  <a:pt x="62277" y="9403"/>
                </a:cubicBezTo>
                <a:lnTo>
                  <a:pt x="61869" y="9403"/>
                </a:lnTo>
                <a:cubicBezTo>
                  <a:pt x="61598" y="9403"/>
                  <a:pt x="61259" y="9403"/>
                  <a:pt x="60852" y="9403"/>
                </a:cubicBezTo>
                <a:cubicBezTo>
                  <a:pt x="60445" y="9403"/>
                  <a:pt x="59970" y="9403"/>
                  <a:pt x="59427" y="9403"/>
                </a:cubicBezTo>
                <a:cubicBezTo>
                  <a:pt x="58885" y="9403"/>
                  <a:pt x="58274" y="9472"/>
                  <a:pt x="57596" y="9612"/>
                </a:cubicBezTo>
                <a:cubicBezTo>
                  <a:pt x="56917" y="9751"/>
                  <a:pt x="56307" y="9751"/>
                  <a:pt x="55764" y="9612"/>
                </a:cubicBezTo>
                <a:cubicBezTo>
                  <a:pt x="50472" y="9751"/>
                  <a:pt x="47081" y="9960"/>
                  <a:pt x="45588" y="10238"/>
                </a:cubicBezTo>
                <a:cubicBezTo>
                  <a:pt x="44096" y="10517"/>
                  <a:pt x="42874" y="11283"/>
                  <a:pt x="41925" y="12537"/>
                </a:cubicBezTo>
                <a:cubicBezTo>
                  <a:pt x="41789" y="12815"/>
                  <a:pt x="39890" y="20129"/>
                  <a:pt x="36226" y="34476"/>
                </a:cubicBezTo>
                <a:cubicBezTo>
                  <a:pt x="32563" y="48824"/>
                  <a:pt x="28900" y="63868"/>
                  <a:pt x="25236" y="79609"/>
                </a:cubicBezTo>
                <a:cubicBezTo>
                  <a:pt x="21573" y="95350"/>
                  <a:pt x="19538" y="104613"/>
                  <a:pt x="19131" y="107399"/>
                </a:cubicBezTo>
                <a:cubicBezTo>
                  <a:pt x="18859" y="109349"/>
                  <a:pt x="18724" y="111369"/>
                  <a:pt x="18724" y="113458"/>
                </a:cubicBezTo>
                <a:cubicBezTo>
                  <a:pt x="18724" y="120981"/>
                  <a:pt x="20827" y="126901"/>
                  <a:pt x="25033" y="131219"/>
                </a:cubicBezTo>
                <a:cubicBezTo>
                  <a:pt x="29239" y="135537"/>
                  <a:pt x="35073" y="137696"/>
                  <a:pt x="42535" y="137696"/>
                </a:cubicBezTo>
                <a:cubicBezTo>
                  <a:pt x="51626" y="137696"/>
                  <a:pt x="60716" y="134562"/>
                  <a:pt x="69807" y="128294"/>
                </a:cubicBezTo>
                <a:cubicBezTo>
                  <a:pt x="78897" y="122025"/>
                  <a:pt x="85545" y="112553"/>
                  <a:pt x="89751" y="99877"/>
                </a:cubicBezTo>
                <a:lnTo>
                  <a:pt x="100131" y="57878"/>
                </a:lnTo>
                <a:cubicBezTo>
                  <a:pt x="106508" y="31133"/>
                  <a:pt x="109696" y="17203"/>
                  <a:pt x="109696" y="16089"/>
                </a:cubicBezTo>
                <a:cubicBezTo>
                  <a:pt x="109696" y="12328"/>
                  <a:pt x="105354" y="10169"/>
                  <a:pt x="96671" y="9612"/>
                </a:cubicBezTo>
                <a:cubicBezTo>
                  <a:pt x="93415" y="9612"/>
                  <a:pt x="91787" y="8845"/>
                  <a:pt x="91787" y="7313"/>
                </a:cubicBezTo>
                <a:cubicBezTo>
                  <a:pt x="91787" y="7035"/>
                  <a:pt x="91922" y="6199"/>
                  <a:pt x="92194" y="4806"/>
                </a:cubicBezTo>
                <a:cubicBezTo>
                  <a:pt x="92736" y="2577"/>
                  <a:pt x="93143" y="1254"/>
                  <a:pt x="93415" y="836"/>
                </a:cubicBezTo>
                <a:cubicBezTo>
                  <a:pt x="93686" y="418"/>
                  <a:pt x="94365" y="139"/>
                  <a:pt x="95450" y="0"/>
                </a:cubicBezTo>
                <a:cubicBezTo>
                  <a:pt x="95857" y="0"/>
                  <a:pt x="98028" y="70"/>
                  <a:pt x="101963" y="209"/>
                </a:cubicBezTo>
                <a:cubicBezTo>
                  <a:pt x="105897" y="348"/>
                  <a:pt x="111596" y="488"/>
                  <a:pt x="119058" y="627"/>
                </a:cubicBezTo>
                <a:cubicBezTo>
                  <a:pt x="125978" y="627"/>
                  <a:pt x="131269" y="557"/>
                  <a:pt x="134932" y="418"/>
                </a:cubicBezTo>
                <a:cubicBezTo>
                  <a:pt x="138596" y="279"/>
                  <a:pt x="140563" y="209"/>
                  <a:pt x="140834" y="209"/>
                </a:cubicBezTo>
                <a:cubicBezTo>
                  <a:pt x="142870" y="209"/>
                  <a:pt x="143887" y="905"/>
                  <a:pt x="143887" y="2298"/>
                </a:cubicBezTo>
                <a:cubicBezTo>
                  <a:pt x="143887" y="5363"/>
                  <a:pt x="143345" y="7452"/>
                  <a:pt x="142259" y="8567"/>
                </a:cubicBezTo>
                <a:cubicBezTo>
                  <a:pt x="141852" y="9263"/>
                  <a:pt x="140360" y="9612"/>
                  <a:pt x="137782" y="9612"/>
                </a:cubicBezTo>
                <a:cubicBezTo>
                  <a:pt x="128149" y="10169"/>
                  <a:pt x="122111" y="12955"/>
                  <a:pt x="119669" y="17969"/>
                </a:cubicBezTo>
                <a:cubicBezTo>
                  <a:pt x="119397" y="18666"/>
                  <a:pt x="116005" y="32108"/>
                  <a:pt x="109493" y="58296"/>
                </a:cubicBezTo>
                <a:cubicBezTo>
                  <a:pt x="103930" y="81838"/>
                  <a:pt x="100538" y="95698"/>
                  <a:pt x="99317" y="99877"/>
                </a:cubicBezTo>
                <a:cubicBezTo>
                  <a:pt x="94839" y="113807"/>
                  <a:pt x="87038" y="125159"/>
                  <a:pt x="75912" y="133935"/>
                </a:cubicBezTo>
                <a:cubicBezTo>
                  <a:pt x="64787" y="142711"/>
                  <a:pt x="53254" y="147169"/>
                  <a:pt x="41314" y="147308"/>
                </a:cubicBezTo>
                <a:cubicBezTo>
                  <a:pt x="28832" y="147308"/>
                  <a:pt x="18859" y="143408"/>
                  <a:pt x="11397" y="135607"/>
                </a:cubicBezTo>
                <a:cubicBezTo>
                  <a:pt x="3935" y="127806"/>
                  <a:pt x="136" y="118543"/>
                  <a:pt x="0" y="107817"/>
                </a:cubicBezTo>
                <a:lnTo>
                  <a:pt x="0" y="104474"/>
                </a:lnTo>
                <a:cubicBezTo>
                  <a:pt x="0" y="101966"/>
                  <a:pt x="3731" y="85390"/>
                  <a:pt x="11193" y="54744"/>
                </a:cubicBezTo>
                <a:cubicBezTo>
                  <a:pt x="17842" y="26745"/>
                  <a:pt x="21166" y="12328"/>
                  <a:pt x="21166" y="11492"/>
                </a:cubicBezTo>
                <a:cubicBezTo>
                  <a:pt x="21166" y="10517"/>
                  <a:pt x="17299" y="9890"/>
                  <a:pt x="9565" y="961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D4C07B-66AD-4145-9D3A-6CAB06D8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86" y="3037911"/>
            <a:ext cx="60577" cy="101635"/>
          </a:xfrm>
          <a:custGeom xmlns:a="http://schemas.openxmlformats.org/drawingml/2006/main">
            <a:pathLst>
              <a:path w="60577" h="101635">
                <a:moveTo>
                  <a:pt x="8202" y="11966"/>
                </a:moveTo>
                <a:cubicBezTo>
                  <a:pt x="13573" y="3989"/>
                  <a:pt x="20912" y="0"/>
                  <a:pt x="30216" y="0"/>
                </a:cubicBezTo>
                <a:cubicBezTo>
                  <a:pt x="34821" y="0"/>
                  <a:pt x="39425" y="1280"/>
                  <a:pt x="44029" y="3841"/>
                </a:cubicBezTo>
                <a:cubicBezTo>
                  <a:pt x="48634" y="6401"/>
                  <a:pt x="52375" y="10932"/>
                  <a:pt x="55253" y="17432"/>
                </a:cubicBezTo>
                <a:cubicBezTo>
                  <a:pt x="58802" y="25606"/>
                  <a:pt x="60577" y="36833"/>
                  <a:pt x="60577" y="51113"/>
                </a:cubicBezTo>
                <a:cubicBezTo>
                  <a:pt x="60577" y="66378"/>
                  <a:pt x="58514" y="78048"/>
                  <a:pt x="54389" y="86124"/>
                </a:cubicBezTo>
                <a:cubicBezTo>
                  <a:pt x="52471" y="90260"/>
                  <a:pt x="49833" y="93560"/>
                  <a:pt x="46476" y="96022"/>
                </a:cubicBezTo>
                <a:cubicBezTo>
                  <a:pt x="43118" y="98484"/>
                  <a:pt x="40192" y="100010"/>
                  <a:pt x="37698" y="100601"/>
                </a:cubicBezTo>
                <a:cubicBezTo>
                  <a:pt x="35204" y="101192"/>
                  <a:pt x="32758" y="101537"/>
                  <a:pt x="30360" y="101635"/>
                </a:cubicBezTo>
                <a:cubicBezTo>
                  <a:pt x="27866" y="101635"/>
                  <a:pt x="25372" y="101340"/>
                  <a:pt x="22878" y="100749"/>
                </a:cubicBezTo>
                <a:cubicBezTo>
                  <a:pt x="20384" y="100158"/>
                  <a:pt x="17458" y="98582"/>
                  <a:pt x="14101" y="96022"/>
                </a:cubicBezTo>
                <a:cubicBezTo>
                  <a:pt x="10744" y="93461"/>
                  <a:pt x="8106" y="90162"/>
                  <a:pt x="6187" y="86124"/>
                </a:cubicBezTo>
                <a:cubicBezTo>
                  <a:pt x="2062" y="78048"/>
                  <a:pt x="0" y="66378"/>
                  <a:pt x="0" y="51113"/>
                </a:cubicBezTo>
                <a:cubicBezTo>
                  <a:pt x="0" y="33977"/>
                  <a:pt x="2734" y="20928"/>
                  <a:pt x="8202" y="11966"/>
                </a:cubicBezTo>
                <a:close/>
                <a:moveTo>
                  <a:pt x="40576" y="10193"/>
                </a:moveTo>
                <a:cubicBezTo>
                  <a:pt x="37698" y="7042"/>
                  <a:pt x="34293" y="5466"/>
                  <a:pt x="30360" y="5466"/>
                </a:cubicBezTo>
                <a:cubicBezTo>
                  <a:pt x="26331" y="5466"/>
                  <a:pt x="22878" y="7042"/>
                  <a:pt x="20000" y="10193"/>
                </a:cubicBezTo>
                <a:cubicBezTo>
                  <a:pt x="17602" y="12754"/>
                  <a:pt x="16019" y="16299"/>
                  <a:pt x="15252" y="20829"/>
                </a:cubicBezTo>
                <a:cubicBezTo>
                  <a:pt x="14485" y="25360"/>
                  <a:pt x="14101" y="34814"/>
                  <a:pt x="14101" y="49193"/>
                </a:cubicBezTo>
                <a:cubicBezTo>
                  <a:pt x="14101" y="64753"/>
                  <a:pt x="14485" y="74995"/>
                  <a:pt x="15252" y="79920"/>
                </a:cubicBezTo>
                <a:cubicBezTo>
                  <a:pt x="16019" y="84844"/>
                  <a:pt x="17746" y="88734"/>
                  <a:pt x="20432" y="91590"/>
                </a:cubicBezTo>
                <a:cubicBezTo>
                  <a:pt x="23118" y="94544"/>
                  <a:pt x="26427" y="96022"/>
                  <a:pt x="30360" y="96022"/>
                </a:cubicBezTo>
                <a:cubicBezTo>
                  <a:pt x="34197" y="96022"/>
                  <a:pt x="37459" y="94544"/>
                  <a:pt x="40145" y="91590"/>
                </a:cubicBezTo>
                <a:cubicBezTo>
                  <a:pt x="42926" y="88635"/>
                  <a:pt x="44653" y="84499"/>
                  <a:pt x="45324" y="79181"/>
                </a:cubicBezTo>
                <a:cubicBezTo>
                  <a:pt x="45996" y="73863"/>
                  <a:pt x="46380" y="63867"/>
                  <a:pt x="46476" y="49193"/>
                </a:cubicBezTo>
                <a:cubicBezTo>
                  <a:pt x="46476" y="34913"/>
                  <a:pt x="46092" y="25507"/>
                  <a:pt x="45324" y="20977"/>
                </a:cubicBezTo>
                <a:cubicBezTo>
                  <a:pt x="44557" y="16447"/>
                  <a:pt x="42974" y="12852"/>
                  <a:pt x="40576" y="101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70A1B2-1ADF-4B75-A7DA-318BF1C3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86" y="3037911"/>
            <a:ext cx="60577" cy="101635"/>
          </a:xfrm>
          <a:custGeom xmlns:a="http://schemas.openxmlformats.org/drawingml/2006/main">
            <a:pathLst>
              <a:path w="60577" h="101635" fill="none">
                <a:moveTo>
                  <a:pt x="8202" y="11966"/>
                </a:moveTo>
                <a:cubicBezTo>
                  <a:pt x="13573" y="3989"/>
                  <a:pt x="20912" y="0"/>
                  <a:pt x="30216" y="0"/>
                </a:cubicBezTo>
                <a:cubicBezTo>
                  <a:pt x="34821" y="0"/>
                  <a:pt x="39425" y="1280"/>
                  <a:pt x="44029" y="3841"/>
                </a:cubicBezTo>
                <a:cubicBezTo>
                  <a:pt x="48634" y="6401"/>
                  <a:pt x="52375" y="10932"/>
                  <a:pt x="55253" y="17432"/>
                </a:cubicBezTo>
                <a:cubicBezTo>
                  <a:pt x="58802" y="25606"/>
                  <a:pt x="60577" y="36833"/>
                  <a:pt x="60577" y="51113"/>
                </a:cubicBezTo>
                <a:cubicBezTo>
                  <a:pt x="60577" y="66378"/>
                  <a:pt x="58514" y="78048"/>
                  <a:pt x="54389" y="86124"/>
                </a:cubicBezTo>
                <a:cubicBezTo>
                  <a:pt x="52471" y="90260"/>
                  <a:pt x="49833" y="93560"/>
                  <a:pt x="46476" y="96022"/>
                </a:cubicBezTo>
                <a:cubicBezTo>
                  <a:pt x="43118" y="98484"/>
                  <a:pt x="40192" y="100010"/>
                  <a:pt x="37698" y="100601"/>
                </a:cubicBezTo>
                <a:cubicBezTo>
                  <a:pt x="35204" y="101192"/>
                  <a:pt x="32758" y="101537"/>
                  <a:pt x="30360" y="101635"/>
                </a:cubicBezTo>
                <a:cubicBezTo>
                  <a:pt x="27866" y="101635"/>
                  <a:pt x="25372" y="101340"/>
                  <a:pt x="22878" y="100749"/>
                </a:cubicBezTo>
                <a:cubicBezTo>
                  <a:pt x="20384" y="100158"/>
                  <a:pt x="17458" y="98582"/>
                  <a:pt x="14101" y="96022"/>
                </a:cubicBezTo>
                <a:cubicBezTo>
                  <a:pt x="10744" y="93461"/>
                  <a:pt x="8106" y="90162"/>
                  <a:pt x="6187" y="86124"/>
                </a:cubicBezTo>
                <a:cubicBezTo>
                  <a:pt x="2062" y="78048"/>
                  <a:pt x="0" y="66378"/>
                  <a:pt x="0" y="51113"/>
                </a:cubicBezTo>
                <a:cubicBezTo>
                  <a:pt x="0" y="33977"/>
                  <a:pt x="2734" y="20928"/>
                  <a:pt x="8202" y="11966"/>
                </a:cubicBezTo>
                <a:close/>
                <a:moveTo>
                  <a:pt x="40576" y="10193"/>
                </a:moveTo>
                <a:cubicBezTo>
                  <a:pt x="37698" y="7042"/>
                  <a:pt x="34293" y="5466"/>
                  <a:pt x="30360" y="5466"/>
                </a:cubicBezTo>
                <a:cubicBezTo>
                  <a:pt x="26331" y="5466"/>
                  <a:pt x="22878" y="7042"/>
                  <a:pt x="20000" y="10193"/>
                </a:cubicBezTo>
                <a:cubicBezTo>
                  <a:pt x="17602" y="12754"/>
                  <a:pt x="16019" y="16299"/>
                  <a:pt x="15252" y="20829"/>
                </a:cubicBezTo>
                <a:cubicBezTo>
                  <a:pt x="14485" y="25360"/>
                  <a:pt x="14101" y="34814"/>
                  <a:pt x="14101" y="49193"/>
                </a:cubicBezTo>
                <a:cubicBezTo>
                  <a:pt x="14101" y="64753"/>
                  <a:pt x="14485" y="74995"/>
                  <a:pt x="15252" y="79920"/>
                </a:cubicBezTo>
                <a:cubicBezTo>
                  <a:pt x="16019" y="84844"/>
                  <a:pt x="17746" y="88734"/>
                  <a:pt x="20432" y="91590"/>
                </a:cubicBezTo>
                <a:cubicBezTo>
                  <a:pt x="23118" y="94544"/>
                  <a:pt x="26427" y="96022"/>
                  <a:pt x="30360" y="96022"/>
                </a:cubicBezTo>
                <a:cubicBezTo>
                  <a:pt x="34197" y="96022"/>
                  <a:pt x="37459" y="94544"/>
                  <a:pt x="40145" y="91590"/>
                </a:cubicBezTo>
                <a:cubicBezTo>
                  <a:pt x="42926" y="88635"/>
                  <a:pt x="44653" y="84499"/>
                  <a:pt x="45324" y="79181"/>
                </a:cubicBezTo>
                <a:cubicBezTo>
                  <a:pt x="45996" y="73863"/>
                  <a:pt x="46380" y="63867"/>
                  <a:pt x="46476" y="49193"/>
                </a:cubicBezTo>
                <a:cubicBezTo>
                  <a:pt x="46476" y="34913"/>
                  <a:pt x="46092" y="25507"/>
                  <a:pt x="45324" y="20977"/>
                </a:cubicBezTo>
                <a:cubicBezTo>
                  <a:pt x="44557" y="16447"/>
                  <a:pt x="42974" y="12852"/>
                  <a:pt x="40576" y="101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" cap="flat">
            <a:solidFill>
              <a:srgbClr val="000000">
                <a:alpha val="9040"/>
              </a:srgbClr>
            </a:solidFill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70B96C-F567-420A-919A-585E3980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441" y="3118421"/>
            <a:ext cx="18993" cy="46632"/>
          </a:xfrm>
          <a:custGeom xmlns:a="http://schemas.openxmlformats.org/drawingml/2006/main">
            <a:pathLst>
              <a:path w="18993" h="46632">
                <a:moveTo>
                  <a:pt x="0" y="12704"/>
                </a:moveTo>
                <a:cubicBezTo>
                  <a:pt x="0" y="12704"/>
                  <a:pt x="0" y="11473"/>
                  <a:pt x="0" y="9011"/>
                </a:cubicBezTo>
                <a:cubicBezTo>
                  <a:pt x="0" y="6549"/>
                  <a:pt x="767" y="4432"/>
                  <a:pt x="2302" y="2659"/>
                </a:cubicBezTo>
                <a:cubicBezTo>
                  <a:pt x="3837" y="886"/>
                  <a:pt x="5899" y="0"/>
                  <a:pt x="8489" y="0"/>
                </a:cubicBezTo>
                <a:cubicBezTo>
                  <a:pt x="11175" y="0"/>
                  <a:pt x="13573" y="1231"/>
                  <a:pt x="15684" y="3693"/>
                </a:cubicBezTo>
                <a:cubicBezTo>
                  <a:pt x="17794" y="6155"/>
                  <a:pt x="18897" y="10489"/>
                  <a:pt x="18993" y="16693"/>
                </a:cubicBezTo>
                <a:cubicBezTo>
                  <a:pt x="18993" y="20140"/>
                  <a:pt x="18561" y="23488"/>
                  <a:pt x="17698" y="26738"/>
                </a:cubicBezTo>
                <a:cubicBezTo>
                  <a:pt x="16835" y="29988"/>
                  <a:pt x="15828" y="32795"/>
                  <a:pt x="14676" y="35159"/>
                </a:cubicBezTo>
                <a:cubicBezTo>
                  <a:pt x="13525" y="37522"/>
                  <a:pt x="12278" y="39541"/>
                  <a:pt x="10935" y="41215"/>
                </a:cubicBezTo>
                <a:cubicBezTo>
                  <a:pt x="9592" y="42890"/>
                  <a:pt x="8441" y="44219"/>
                  <a:pt x="7482" y="45204"/>
                </a:cubicBezTo>
                <a:cubicBezTo>
                  <a:pt x="6523" y="46189"/>
                  <a:pt x="5899" y="46632"/>
                  <a:pt x="5612" y="46534"/>
                </a:cubicBezTo>
                <a:cubicBezTo>
                  <a:pt x="5228" y="46534"/>
                  <a:pt x="4604" y="46090"/>
                  <a:pt x="3741" y="45204"/>
                </a:cubicBezTo>
                <a:cubicBezTo>
                  <a:pt x="2878" y="44318"/>
                  <a:pt x="2446" y="43678"/>
                  <a:pt x="2446" y="43284"/>
                </a:cubicBezTo>
                <a:cubicBezTo>
                  <a:pt x="2446" y="42890"/>
                  <a:pt x="2974" y="42102"/>
                  <a:pt x="4029" y="40920"/>
                </a:cubicBezTo>
                <a:cubicBezTo>
                  <a:pt x="5084" y="39738"/>
                  <a:pt x="6283" y="38261"/>
                  <a:pt x="7626" y="36488"/>
                </a:cubicBezTo>
                <a:cubicBezTo>
                  <a:pt x="8969" y="34716"/>
                  <a:pt x="10216" y="32253"/>
                  <a:pt x="11367" y="29102"/>
                </a:cubicBezTo>
                <a:cubicBezTo>
                  <a:pt x="12518" y="25950"/>
                  <a:pt x="13286" y="22356"/>
                  <a:pt x="13669" y="18318"/>
                </a:cubicBezTo>
                <a:lnTo>
                  <a:pt x="13669" y="16545"/>
                </a:lnTo>
                <a:lnTo>
                  <a:pt x="13525" y="16693"/>
                </a:lnTo>
                <a:cubicBezTo>
                  <a:pt x="13334" y="16791"/>
                  <a:pt x="13094" y="16890"/>
                  <a:pt x="12806" y="16988"/>
                </a:cubicBezTo>
                <a:cubicBezTo>
                  <a:pt x="12518" y="17087"/>
                  <a:pt x="12230" y="17235"/>
                  <a:pt x="11943" y="17432"/>
                </a:cubicBezTo>
                <a:cubicBezTo>
                  <a:pt x="11655" y="17629"/>
                  <a:pt x="11223" y="17727"/>
                  <a:pt x="10648" y="17727"/>
                </a:cubicBezTo>
                <a:cubicBezTo>
                  <a:pt x="10072" y="17727"/>
                  <a:pt x="9497" y="17776"/>
                  <a:pt x="8921" y="17875"/>
                </a:cubicBezTo>
                <a:cubicBezTo>
                  <a:pt x="6331" y="17875"/>
                  <a:pt x="4221" y="17038"/>
                  <a:pt x="2590" y="15363"/>
                </a:cubicBezTo>
                <a:lnTo>
                  <a:pt x="0" y="127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D6DFC7-1F15-455F-835F-2ACB064F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441" y="3118421"/>
            <a:ext cx="18993" cy="46632"/>
          </a:xfrm>
          <a:custGeom xmlns:a="http://schemas.openxmlformats.org/drawingml/2006/main">
            <a:pathLst>
              <a:path w="18993" h="46632" fill="none">
                <a:moveTo>
                  <a:pt x="0" y="12704"/>
                </a:moveTo>
                <a:cubicBezTo>
                  <a:pt x="0" y="12704"/>
                  <a:pt x="0" y="11473"/>
                  <a:pt x="0" y="9011"/>
                </a:cubicBezTo>
                <a:cubicBezTo>
                  <a:pt x="0" y="6549"/>
                  <a:pt x="767" y="4432"/>
                  <a:pt x="2302" y="2659"/>
                </a:cubicBezTo>
                <a:cubicBezTo>
                  <a:pt x="3837" y="886"/>
                  <a:pt x="5899" y="0"/>
                  <a:pt x="8489" y="0"/>
                </a:cubicBezTo>
                <a:cubicBezTo>
                  <a:pt x="11175" y="0"/>
                  <a:pt x="13573" y="1231"/>
                  <a:pt x="15684" y="3693"/>
                </a:cubicBezTo>
                <a:cubicBezTo>
                  <a:pt x="17794" y="6155"/>
                  <a:pt x="18897" y="10489"/>
                  <a:pt x="18993" y="16693"/>
                </a:cubicBezTo>
                <a:cubicBezTo>
                  <a:pt x="18993" y="20140"/>
                  <a:pt x="18561" y="23488"/>
                  <a:pt x="17698" y="26738"/>
                </a:cubicBezTo>
                <a:cubicBezTo>
                  <a:pt x="16835" y="29988"/>
                  <a:pt x="15828" y="32795"/>
                  <a:pt x="14676" y="35159"/>
                </a:cubicBezTo>
                <a:cubicBezTo>
                  <a:pt x="13525" y="37522"/>
                  <a:pt x="12278" y="39541"/>
                  <a:pt x="10935" y="41215"/>
                </a:cubicBezTo>
                <a:cubicBezTo>
                  <a:pt x="9592" y="42890"/>
                  <a:pt x="8441" y="44219"/>
                  <a:pt x="7482" y="45204"/>
                </a:cubicBezTo>
                <a:cubicBezTo>
                  <a:pt x="6523" y="46189"/>
                  <a:pt x="5899" y="46632"/>
                  <a:pt x="5612" y="46534"/>
                </a:cubicBezTo>
                <a:cubicBezTo>
                  <a:pt x="5228" y="46534"/>
                  <a:pt x="4604" y="46090"/>
                  <a:pt x="3741" y="45204"/>
                </a:cubicBezTo>
                <a:cubicBezTo>
                  <a:pt x="2878" y="44318"/>
                  <a:pt x="2446" y="43678"/>
                  <a:pt x="2446" y="43284"/>
                </a:cubicBezTo>
                <a:cubicBezTo>
                  <a:pt x="2446" y="42890"/>
                  <a:pt x="2974" y="42102"/>
                  <a:pt x="4029" y="40920"/>
                </a:cubicBezTo>
                <a:cubicBezTo>
                  <a:pt x="5084" y="39738"/>
                  <a:pt x="6283" y="38261"/>
                  <a:pt x="7626" y="36488"/>
                </a:cubicBezTo>
                <a:cubicBezTo>
                  <a:pt x="8969" y="34716"/>
                  <a:pt x="10216" y="32253"/>
                  <a:pt x="11367" y="29102"/>
                </a:cubicBezTo>
                <a:cubicBezTo>
                  <a:pt x="12518" y="25950"/>
                  <a:pt x="13286" y="22356"/>
                  <a:pt x="13669" y="18318"/>
                </a:cubicBezTo>
                <a:lnTo>
                  <a:pt x="13669" y="16545"/>
                </a:lnTo>
                <a:lnTo>
                  <a:pt x="13525" y="16693"/>
                </a:lnTo>
                <a:cubicBezTo>
                  <a:pt x="13334" y="16791"/>
                  <a:pt x="13094" y="16890"/>
                  <a:pt x="12806" y="16988"/>
                </a:cubicBezTo>
                <a:cubicBezTo>
                  <a:pt x="12518" y="17087"/>
                  <a:pt x="12230" y="17235"/>
                  <a:pt x="11943" y="17432"/>
                </a:cubicBezTo>
                <a:cubicBezTo>
                  <a:pt x="11655" y="17629"/>
                  <a:pt x="11223" y="17727"/>
                  <a:pt x="10648" y="17727"/>
                </a:cubicBezTo>
                <a:cubicBezTo>
                  <a:pt x="10072" y="17727"/>
                  <a:pt x="9497" y="17776"/>
                  <a:pt x="8921" y="17875"/>
                </a:cubicBezTo>
                <a:cubicBezTo>
                  <a:pt x="6331" y="17875"/>
                  <a:pt x="4221" y="17038"/>
                  <a:pt x="2590" y="15363"/>
                </a:cubicBezTo>
                <a:lnTo>
                  <a:pt x="0" y="127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" cap="flat">
            <a:solidFill>
              <a:srgbClr val="000000">
                <a:alpha val="9040"/>
              </a:srgbClr>
            </a:solidFill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530AC5-23AC-44A3-8FA3-CC63F32C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413" y="3037911"/>
            <a:ext cx="57411" cy="98385"/>
          </a:xfrm>
          <a:custGeom xmlns:a="http://schemas.openxmlformats.org/drawingml/2006/main">
            <a:pathLst>
              <a:path w="57411" h="98385">
                <a:moveTo>
                  <a:pt x="8489" y="35011"/>
                </a:moveTo>
                <a:cubicBezTo>
                  <a:pt x="5899" y="35011"/>
                  <a:pt x="3837" y="34125"/>
                  <a:pt x="2302" y="32352"/>
                </a:cubicBezTo>
                <a:cubicBezTo>
                  <a:pt x="767" y="30579"/>
                  <a:pt x="0" y="28413"/>
                  <a:pt x="0" y="25852"/>
                </a:cubicBezTo>
                <a:cubicBezTo>
                  <a:pt x="0" y="18860"/>
                  <a:pt x="2542" y="12803"/>
                  <a:pt x="7626" y="7682"/>
                </a:cubicBezTo>
                <a:cubicBezTo>
                  <a:pt x="12710" y="2561"/>
                  <a:pt x="19041" y="0"/>
                  <a:pt x="26619" y="0"/>
                </a:cubicBezTo>
                <a:cubicBezTo>
                  <a:pt x="35348" y="0"/>
                  <a:pt x="42639" y="2758"/>
                  <a:pt x="48490" y="8273"/>
                </a:cubicBezTo>
                <a:cubicBezTo>
                  <a:pt x="54341" y="13788"/>
                  <a:pt x="57315" y="20928"/>
                  <a:pt x="57411" y="29693"/>
                </a:cubicBezTo>
                <a:cubicBezTo>
                  <a:pt x="57411" y="33928"/>
                  <a:pt x="56452" y="37966"/>
                  <a:pt x="54533" y="41806"/>
                </a:cubicBezTo>
                <a:cubicBezTo>
                  <a:pt x="52615" y="45647"/>
                  <a:pt x="50313" y="48996"/>
                  <a:pt x="47627" y="51852"/>
                </a:cubicBezTo>
                <a:cubicBezTo>
                  <a:pt x="44941" y="54708"/>
                  <a:pt x="41104" y="58352"/>
                  <a:pt x="36116" y="62783"/>
                </a:cubicBezTo>
                <a:cubicBezTo>
                  <a:pt x="32662" y="65836"/>
                  <a:pt x="27866" y="70367"/>
                  <a:pt x="21727" y="76374"/>
                </a:cubicBezTo>
                <a:lnTo>
                  <a:pt x="13238" y="84647"/>
                </a:lnTo>
                <a:lnTo>
                  <a:pt x="24173" y="84795"/>
                </a:lnTo>
                <a:cubicBezTo>
                  <a:pt x="39233" y="84795"/>
                  <a:pt x="47243" y="84548"/>
                  <a:pt x="48202" y="84056"/>
                </a:cubicBezTo>
                <a:cubicBezTo>
                  <a:pt x="48874" y="83859"/>
                  <a:pt x="50025" y="79476"/>
                  <a:pt x="51656" y="70908"/>
                </a:cubicBezTo>
                <a:lnTo>
                  <a:pt x="51656" y="70465"/>
                </a:lnTo>
                <a:lnTo>
                  <a:pt x="57411" y="70465"/>
                </a:lnTo>
                <a:lnTo>
                  <a:pt x="57411" y="70908"/>
                </a:lnTo>
                <a:cubicBezTo>
                  <a:pt x="57315" y="71204"/>
                  <a:pt x="56692" y="75685"/>
                  <a:pt x="55540" y="84351"/>
                </a:cubicBezTo>
                <a:cubicBezTo>
                  <a:pt x="54389" y="93018"/>
                  <a:pt x="53670" y="97548"/>
                  <a:pt x="53382" y="97942"/>
                </a:cubicBezTo>
                <a:lnTo>
                  <a:pt x="53382" y="98385"/>
                </a:lnTo>
                <a:lnTo>
                  <a:pt x="0" y="98385"/>
                </a:lnTo>
                <a:lnTo>
                  <a:pt x="0" y="95579"/>
                </a:lnTo>
                <a:lnTo>
                  <a:pt x="0" y="93806"/>
                </a:lnTo>
                <a:cubicBezTo>
                  <a:pt x="0" y="93116"/>
                  <a:pt x="288" y="92378"/>
                  <a:pt x="863" y="91590"/>
                </a:cubicBezTo>
                <a:cubicBezTo>
                  <a:pt x="1439" y="90802"/>
                  <a:pt x="2878" y="89079"/>
                  <a:pt x="5180" y="86420"/>
                </a:cubicBezTo>
                <a:cubicBezTo>
                  <a:pt x="7962" y="83268"/>
                  <a:pt x="10360" y="80511"/>
                  <a:pt x="12374" y="78147"/>
                </a:cubicBezTo>
                <a:cubicBezTo>
                  <a:pt x="13238" y="77162"/>
                  <a:pt x="14868" y="75340"/>
                  <a:pt x="17266" y="72681"/>
                </a:cubicBezTo>
                <a:cubicBezTo>
                  <a:pt x="19665" y="70022"/>
                  <a:pt x="21295" y="68200"/>
                  <a:pt x="22159" y="67215"/>
                </a:cubicBezTo>
                <a:cubicBezTo>
                  <a:pt x="23022" y="66230"/>
                  <a:pt x="24413" y="64605"/>
                  <a:pt x="26331" y="62340"/>
                </a:cubicBezTo>
                <a:cubicBezTo>
                  <a:pt x="28250" y="60075"/>
                  <a:pt x="29593" y="58401"/>
                  <a:pt x="30360" y="57318"/>
                </a:cubicBezTo>
                <a:cubicBezTo>
                  <a:pt x="31128" y="56234"/>
                  <a:pt x="32231" y="54757"/>
                  <a:pt x="33670" y="52886"/>
                </a:cubicBezTo>
                <a:cubicBezTo>
                  <a:pt x="35108" y="51015"/>
                  <a:pt x="36116" y="49439"/>
                  <a:pt x="36691" y="48159"/>
                </a:cubicBezTo>
                <a:cubicBezTo>
                  <a:pt x="37267" y="46878"/>
                  <a:pt x="37986" y="45450"/>
                  <a:pt x="38850" y="43875"/>
                </a:cubicBezTo>
                <a:cubicBezTo>
                  <a:pt x="39713" y="42299"/>
                  <a:pt x="40336" y="40723"/>
                  <a:pt x="40720" y="39147"/>
                </a:cubicBezTo>
                <a:cubicBezTo>
                  <a:pt x="41104" y="37572"/>
                  <a:pt x="41440" y="36094"/>
                  <a:pt x="41727" y="34716"/>
                </a:cubicBezTo>
                <a:cubicBezTo>
                  <a:pt x="42015" y="33337"/>
                  <a:pt x="42159" y="31712"/>
                  <a:pt x="42159" y="29841"/>
                </a:cubicBezTo>
                <a:cubicBezTo>
                  <a:pt x="42159" y="23636"/>
                  <a:pt x="40528" y="18269"/>
                  <a:pt x="37267" y="13738"/>
                </a:cubicBezTo>
                <a:cubicBezTo>
                  <a:pt x="34005" y="9208"/>
                  <a:pt x="29353" y="6943"/>
                  <a:pt x="23310" y="6943"/>
                </a:cubicBezTo>
                <a:cubicBezTo>
                  <a:pt x="20144" y="6943"/>
                  <a:pt x="17362" y="7780"/>
                  <a:pt x="14964" y="9454"/>
                </a:cubicBezTo>
                <a:cubicBezTo>
                  <a:pt x="12566" y="11129"/>
                  <a:pt x="10887" y="12754"/>
                  <a:pt x="9928" y="14329"/>
                </a:cubicBezTo>
                <a:cubicBezTo>
                  <a:pt x="8969" y="15905"/>
                  <a:pt x="8489" y="16841"/>
                  <a:pt x="8489" y="17136"/>
                </a:cubicBezTo>
                <a:cubicBezTo>
                  <a:pt x="8489" y="17235"/>
                  <a:pt x="8729" y="17284"/>
                  <a:pt x="9209" y="17284"/>
                </a:cubicBezTo>
                <a:cubicBezTo>
                  <a:pt x="10935" y="17284"/>
                  <a:pt x="12710" y="17973"/>
                  <a:pt x="14533" y="19352"/>
                </a:cubicBezTo>
                <a:cubicBezTo>
                  <a:pt x="16355" y="20731"/>
                  <a:pt x="17266" y="22996"/>
                  <a:pt x="17266" y="26147"/>
                </a:cubicBezTo>
                <a:cubicBezTo>
                  <a:pt x="17266" y="28610"/>
                  <a:pt x="16499" y="30678"/>
                  <a:pt x="14964" y="32352"/>
                </a:cubicBezTo>
                <a:cubicBezTo>
                  <a:pt x="13429" y="34026"/>
                  <a:pt x="11271" y="34913"/>
                  <a:pt x="8489" y="350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839390-B0F1-4074-947B-F2BEBC08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413" y="3037911"/>
            <a:ext cx="57411" cy="98385"/>
          </a:xfrm>
          <a:custGeom xmlns:a="http://schemas.openxmlformats.org/drawingml/2006/main">
            <a:pathLst>
              <a:path w="57411" h="98385" fill="none">
                <a:moveTo>
                  <a:pt x="8489" y="35011"/>
                </a:moveTo>
                <a:cubicBezTo>
                  <a:pt x="5899" y="35011"/>
                  <a:pt x="3837" y="34125"/>
                  <a:pt x="2302" y="32352"/>
                </a:cubicBezTo>
                <a:cubicBezTo>
                  <a:pt x="767" y="30579"/>
                  <a:pt x="0" y="28413"/>
                  <a:pt x="0" y="25852"/>
                </a:cubicBezTo>
                <a:cubicBezTo>
                  <a:pt x="0" y="18860"/>
                  <a:pt x="2542" y="12803"/>
                  <a:pt x="7626" y="7682"/>
                </a:cubicBezTo>
                <a:cubicBezTo>
                  <a:pt x="12710" y="2561"/>
                  <a:pt x="19041" y="0"/>
                  <a:pt x="26619" y="0"/>
                </a:cubicBezTo>
                <a:cubicBezTo>
                  <a:pt x="35348" y="0"/>
                  <a:pt x="42639" y="2758"/>
                  <a:pt x="48490" y="8273"/>
                </a:cubicBezTo>
                <a:cubicBezTo>
                  <a:pt x="54341" y="13788"/>
                  <a:pt x="57315" y="20928"/>
                  <a:pt x="57411" y="29693"/>
                </a:cubicBezTo>
                <a:cubicBezTo>
                  <a:pt x="57411" y="33928"/>
                  <a:pt x="56452" y="37966"/>
                  <a:pt x="54533" y="41806"/>
                </a:cubicBezTo>
                <a:cubicBezTo>
                  <a:pt x="52615" y="45647"/>
                  <a:pt x="50313" y="48996"/>
                  <a:pt x="47627" y="51852"/>
                </a:cubicBezTo>
                <a:cubicBezTo>
                  <a:pt x="44941" y="54708"/>
                  <a:pt x="41104" y="58352"/>
                  <a:pt x="36116" y="62783"/>
                </a:cubicBezTo>
                <a:cubicBezTo>
                  <a:pt x="32662" y="65836"/>
                  <a:pt x="27866" y="70367"/>
                  <a:pt x="21727" y="76374"/>
                </a:cubicBezTo>
                <a:lnTo>
                  <a:pt x="13238" y="84647"/>
                </a:lnTo>
                <a:lnTo>
                  <a:pt x="24173" y="84795"/>
                </a:lnTo>
                <a:cubicBezTo>
                  <a:pt x="39233" y="84795"/>
                  <a:pt x="47243" y="84548"/>
                  <a:pt x="48202" y="84056"/>
                </a:cubicBezTo>
                <a:cubicBezTo>
                  <a:pt x="48874" y="83859"/>
                  <a:pt x="50025" y="79476"/>
                  <a:pt x="51656" y="70908"/>
                </a:cubicBezTo>
                <a:lnTo>
                  <a:pt x="51656" y="70465"/>
                </a:lnTo>
                <a:lnTo>
                  <a:pt x="57411" y="70465"/>
                </a:lnTo>
                <a:lnTo>
                  <a:pt x="57411" y="70908"/>
                </a:lnTo>
                <a:cubicBezTo>
                  <a:pt x="57315" y="71204"/>
                  <a:pt x="56692" y="75685"/>
                  <a:pt x="55540" y="84351"/>
                </a:cubicBezTo>
                <a:cubicBezTo>
                  <a:pt x="54389" y="93018"/>
                  <a:pt x="53670" y="97548"/>
                  <a:pt x="53382" y="97942"/>
                </a:cubicBezTo>
                <a:lnTo>
                  <a:pt x="53382" y="98385"/>
                </a:lnTo>
                <a:lnTo>
                  <a:pt x="0" y="98385"/>
                </a:lnTo>
                <a:lnTo>
                  <a:pt x="0" y="95579"/>
                </a:lnTo>
                <a:lnTo>
                  <a:pt x="0" y="93806"/>
                </a:lnTo>
                <a:cubicBezTo>
                  <a:pt x="0" y="93116"/>
                  <a:pt x="288" y="92378"/>
                  <a:pt x="863" y="91590"/>
                </a:cubicBezTo>
                <a:cubicBezTo>
                  <a:pt x="1439" y="90802"/>
                  <a:pt x="2878" y="89079"/>
                  <a:pt x="5180" y="86420"/>
                </a:cubicBezTo>
                <a:cubicBezTo>
                  <a:pt x="7962" y="83268"/>
                  <a:pt x="10360" y="80511"/>
                  <a:pt x="12374" y="78147"/>
                </a:cubicBezTo>
                <a:cubicBezTo>
                  <a:pt x="13238" y="77162"/>
                  <a:pt x="14868" y="75340"/>
                  <a:pt x="17266" y="72681"/>
                </a:cubicBezTo>
                <a:cubicBezTo>
                  <a:pt x="19665" y="70022"/>
                  <a:pt x="21295" y="68200"/>
                  <a:pt x="22159" y="67215"/>
                </a:cubicBezTo>
                <a:cubicBezTo>
                  <a:pt x="23022" y="66230"/>
                  <a:pt x="24413" y="64605"/>
                  <a:pt x="26331" y="62340"/>
                </a:cubicBezTo>
                <a:cubicBezTo>
                  <a:pt x="28250" y="60075"/>
                  <a:pt x="29593" y="58401"/>
                  <a:pt x="30360" y="57318"/>
                </a:cubicBezTo>
                <a:cubicBezTo>
                  <a:pt x="31128" y="56234"/>
                  <a:pt x="32231" y="54757"/>
                  <a:pt x="33670" y="52886"/>
                </a:cubicBezTo>
                <a:cubicBezTo>
                  <a:pt x="35108" y="51015"/>
                  <a:pt x="36116" y="49439"/>
                  <a:pt x="36691" y="48159"/>
                </a:cubicBezTo>
                <a:cubicBezTo>
                  <a:pt x="37267" y="46878"/>
                  <a:pt x="37986" y="45450"/>
                  <a:pt x="38850" y="43875"/>
                </a:cubicBezTo>
                <a:cubicBezTo>
                  <a:pt x="39713" y="42299"/>
                  <a:pt x="40336" y="40723"/>
                  <a:pt x="40720" y="39147"/>
                </a:cubicBezTo>
                <a:cubicBezTo>
                  <a:pt x="41104" y="37572"/>
                  <a:pt x="41440" y="36094"/>
                  <a:pt x="41727" y="34716"/>
                </a:cubicBezTo>
                <a:cubicBezTo>
                  <a:pt x="42015" y="33337"/>
                  <a:pt x="42159" y="31712"/>
                  <a:pt x="42159" y="29841"/>
                </a:cubicBezTo>
                <a:cubicBezTo>
                  <a:pt x="42159" y="23636"/>
                  <a:pt x="40528" y="18269"/>
                  <a:pt x="37267" y="13738"/>
                </a:cubicBezTo>
                <a:cubicBezTo>
                  <a:pt x="34005" y="9208"/>
                  <a:pt x="29353" y="6943"/>
                  <a:pt x="23310" y="6943"/>
                </a:cubicBezTo>
                <a:cubicBezTo>
                  <a:pt x="20144" y="6943"/>
                  <a:pt x="17362" y="7780"/>
                  <a:pt x="14964" y="9454"/>
                </a:cubicBezTo>
                <a:cubicBezTo>
                  <a:pt x="12566" y="11129"/>
                  <a:pt x="10887" y="12754"/>
                  <a:pt x="9928" y="14329"/>
                </a:cubicBezTo>
                <a:cubicBezTo>
                  <a:pt x="8969" y="15905"/>
                  <a:pt x="8489" y="16841"/>
                  <a:pt x="8489" y="17136"/>
                </a:cubicBezTo>
                <a:cubicBezTo>
                  <a:pt x="8489" y="17235"/>
                  <a:pt x="8729" y="17284"/>
                  <a:pt x="9209" y="17284"/>
                </a:cubicBezTo>
                <a:cubicBezTo>
                  <a:pt x="10935" y="17284"/>
                  <a:pt x="12710" y="17973"/>
                  <a:pt x="14533" y="19352"/>
                </a:cubicBezTo>
                <a:cubicBezTo>
                  <a:pt x="16355" y="20731"/>
                  <a:pt x="17266" y="22996"/>
                  <a:pt x="17266" y="26147"/>
                </a:cubicBezTo>
                <a:cubicBezTo>
                  <a:pt x="17266" y="28610"/>
                  <a:pt x="16499" y="30678"/>
                  <a:pt x="14964" y="32352"/>
                </a:cubicBezTo>
                <a:cubicBezTo>
                  <a:pt x="13429" y="34026"/>
                  <a:pt x="11271" y="34913"/>
                  <a:pt x="8489" y="3501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" cap="flat">
            <a:solidFill>
              <a:srgbClr val="000000">
                <a:alpha val="9040"/>
              </a:srgbClr>
            </a:solidFill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924F62-03D3-48BB-903B-C1AD1D6E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63" y="2948244"/>
            <a:ext cx="45520" cy="208947"/>
          </a:xfrm>
          <a:custGeom xmlns:a="http://schemas.openxmlformats.org/drawingml/2006/main">
            <a:pathLst>
              <a:path w="45520" h="208947">
                <a:moveTo>
                  <a:pt x="0" y="3761"/>
                </a:moveTo>
                <a:cubicBezTo>
                  <a:pt x="136" y="2786"/>
                  <a:pt x="543" y="1950"/>
                  <a:pt x="1221" y="1254"/>
                </a:cubicBezTo>
                <a:cubicBezTo>
                  <a:pt x="1900" y="557"/>
                  <a:pt x="2849" y="139"/>
                  <a:pt x="4070" y="0"/>
                </a:cubicBezTo>
                <a:cubicBezTo>
                  <a:pt x="5427" y="0"/>
                  <a:pt x="6580" y="696"/>
                  <a:pt x="7530" y="2089"/>
                </a:cubicBezTo>
                <a:cubicBezTo>
                  <a:pt x="7937" y="3065"/>
                  <a:pt x="14314" y="20198"/>
                  <a:pt x="26661" y="53491"/>
                </a:cubicBezTo>
                <a:cubicBezTo>
                  <a:pt x="39008" y="86783"/>
                  <a:pt x="45249" y="103777"/>
                  <a:pt x="45385" y="104474"/>
                </a:cubicBezTo>
                <a:cubicBezTo>
                  <a:pt x="45520" y="105170"/>
                  <a:pt x="39347" y="122165"/>
                  <a:pt x="26864" y="155457"/>
                </a:cubicBezTo>
                <a:cubicBezTo>
                  <a:pt x="14382" y="188749"/>
                  <a:pt x="7937" y="205883"/>
                  <a:pt x="7530" y="206858"/>
                </a:cubicBezTo>
                <a:cubicBezTo>
                  <a:pt x="6580" y="208251"/>
                  <a:pt x="5427" y="208947"/>
                  <a:pt x="4070" y="208947"/>
                </a:cubicBezTo>
                <a:cubicBezTo>
                  <a:pt x="2985" y="208947"/>
                  <a:pt x="2103" y="208599"/>
                  <a:pt x="1425" y="207903"/>
                </a:cubicBezTo>
                <a:cubicBezTo>
                  <a:pt x="746" y="207206"/>
                  <a:pt x="271" y="206301"/>
                  <a:pt x="0" y="205186"/>
                </a:cubicBezTo>
                <a:cubicBezTo>
                  <a:pt x="0" y="204490"/>
                  <a:pt x="6106" y="187565"/>
                  <a:pt x="18317" y="154412"/>
                </a:cubicBezTo>
                <a:cubicBezTo>
                  <a:pt x="30663" y="121398"/>
                  <a:pt x="36837" y="104752"/>
                  <a:pt x="36837" y="104474"/>
                </a:cubicBezTo>
                <a:cubicBezTo>
                  <a:pt x="36837" y="104195"/>
                  <a:pt x="30663" y="87549"/>
                  <a:pt x="18317" y="54535"/>
                </a:cubicBezTo>
                <a:cubicBezTo>
                  <a:pt x="6106" y="21382"/>
                  <a:pt x="0" y="4458"/>
                  <a:pt x="0" y="37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C67DC5-6F1F-4992-A64F-47D4FEB4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63" y="2948244"/>
            <a:ext cx="45520" cy="208947"/>
          </a:xfrm>
          <a:custGeom xmlns:a="http://schemas.openxmlformats.org/drawingml/2006/main">
            <a:pathLst>
              <a:path w="45520" h="208947" fill="none">
                <a:moveTo>
                  <a:pt x="0" y="3761"/>
                </a:moveTo>
                <a:cubicBezTo>
                  <a:pt x="136" y="2786"/>
                  <a:pt x="543" y="1950"/>
                  <a:pt x="1221" y="1254"/>
                </a:cubicBezTo>
                <a:cubicBezTo>
                  <a:pt x="1900" y="557"/>
                  <a:pt x="2849" y="139"/>
                  <a:pt x="4070" y="0"/>
                </a:cubicBezTo>
                <a:cubicBezTo>
                  <a:pt x="5427" y="0"/>
                  <a:pt x="6580" y="696"/>
                  <a:pt x="7530" y="2089"/>
                </a:cubicBezTo>
                <a:cubicBezTo>
                  <a:pt x="7937" y="3065"/>
                  <a:pt x="14314" y="20198"/>
                  <a:pt x="26661" y="53491"/>
                </a:cubicBezTo>
                <a:cubicBezTo>
                  <a:pt x="39008" y="86783"/>
                  <a:pt x="45249" y="103777"/>
                  <a:pt x="45385" y="104474"/>
                </a:cubicBezTo>
                <a:cubicBezTo>
                  <a:pt x="45520" y="105170"/>
                  <a:pt x="39347" y="122165"/>
                  <a:pt x="26864" y="155457"/>
                </a:cubicBezTo>
                <a:cubicBezTo>
                  <a:pt x="14382" y="188749"/>
                  <a:pt x="7937" y="205883"/>
                  <a:pt x="7530" y="206858"/>
                </a:cubicBezTo>
                <a:cubicBezTo>
                  <a:pt x="6580" y="208251"/>
                  <a:pt x="5427" y="208947"/>
                  <a:pt x="4070" y="208947"/>
                </a:cubicBezTo>
                <a:cubicBezTo>
                  <a:pt x="2985" y="208947"/>
                  <a:pt x="2103" y="208599"/>
                  <a:pt x="1425" y="207903"/>
                </a:cubicBezTo>
                <a:cubicBezTo>
                  <a:pt x="746" y="207206"/>
                  <a:pt x="271" y="206301"/>
                  <a:pt x="0" y="205186"/>
                </a:cubicBezTo>
                <a:cubicBezTo>
                  <a:pt x="0" y="204490"/>
                  <a:pt x="6106" y="187565"/>
                  <a:pt x="18317" y="154412"/>
                </a:cubicBezTo>
                <a:cubicBezTo>
                  <a:pt x="30663" y="121398"/>
                  <a:pt x="36837" y="104752"/>
                  <a:pt x="36837" y="104474"/>
                </a:cubicBezTo>
                <a:cubicBezTo>
                  <a:pt x="36837" y="104195"/>
                  <a:pt x="30663" y="87549"/>
                  <a:pt x="18317" y="54535"/>
                </a:cubicBezTo>
                <a:cubicBezTo>
                  <a:pt x="6106" y="21382"/>
                  <a:pt x="0" y="4458"/>
                  <a:pt x="0" y="376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6376CC-1DF8-4C5B-B55B-6E6E8F2C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268" y="2998182"/>
            <a:ext cx="180928" cy="109071"/>
          </a:xfrm>
          <a:custGeom xmlns:a="http://schemas.openxmlformats.org/drawingml/2006/main">
            <a:pathLst>
              <a:path w="180928" h="109071">
                <a:moveTo>
                  <a:pt x="180928" y="52237"/>
                </a:moveTo>
                <a:cubicBezTo>
                  <a:pt x="180928" y="52237"/>
                  <a:pt x="180928" y="53003"/>
                  <a:pt x="180928" y="54535"/>
                </a:cubicBezTo>
                <a:cubicBezTo>
                  <a:pt x="180928" y="56068"/>
                  <a:pt x="179910" y="57461"/>
                  <a:pt x="177875" y="58714"/>
                </a:cubicBezTo>
                <a:lnTo>
                  <a:pt x="22387" y="58714"/>
                </a:lnTo>
                <a:cubicBezTo>
                  <a:pt x="22658" y="58993"/>
                  <a:pt x="23812" y="59968"/>
                  <a:pt x="25847" y="61639"/>
                </a:cubicBezTo>
                <a:cubicBezTo>
                  <a:pt x="27882" y="63311"/>
                  <a:pt x="29849" y="65192"/>
                  <a:pt x="31749" y="67281"/>
                </a:cubicBezTo>
                <a:cubicBezTo>
                  <a:pt x="33648" y="69371"/>
                  <a:pt x="35887" y="71948"/>
                  <a:pt x="38465" y="75012"/>
                </a:cubicBezTo>
                <a:cubicBezTo>
                  <a:pt x="41043" y="78077"/>
                  <a:pt x="43281" y="81977"/>
                  <a:pt x="45181" y="86713"/>
                </a:cubicBezTo>
                <a:cubicBezTo>
                  <a:pt x="47081" y="91449"/>
                  <a:pt x="48844" y="96394"/>
                  <a:pt x="50472" y="101548"/>
                </a:cubicBezTo>
                <a:cubicBezTo>
                  <a:pt x="51151" y="104056"/>
                  <a:pt x="51490" y="105797"/>
                  <a:pt x="51490" y="106772"/>
                </a:cubicBezTo>
                <a:cubicBezTo>
                  <a:pt x="51490" y="108304"/>
                  <a:pt x="50133" y="109071"/>
                  <a:pt x="47420" y="109071"/>
                </a:cubicBezTo>
                <a:cubicBezTo>
                  <a:pt x="46470" y="109071"/>
                  <a:pt x="45792" y="109071"/>
                  <a:pt x="45385" y="109071"/>
                </a:cubicBezTo>
                <a:cubicBezTo>
                  <a:pt x="44977" y="109071"/>
                  <a:pt x="44570" y="108792"/>
                  <a:pt x="44163" y="108235"/>
                </a:cubicBezTo>
                <a:cubicBezTo>
                  <a:pt x="43756" y="107678"/>
                  <a:pt x="43417" y="107051"/>
                  <a:pt x="43146" y="106354"/>
                </a:cubicBezTo>
                <a:cubicBezTo>
                  <a:pt x="42874" y="105658"/>
                  <a:pt x="42603" y="104334"/>
                  <a:pt x="42332" y="102384"/>
                </a:cubicBezTo>
                <a:cubicBezTo>
                  <a:pt x="39890" y="92215"/>
                  <a:pt x="35276" y="83161"/>
                  <a:pt x="28493" y="75221"/>
                </a:cubicBezTo>
                <a:cubicBezTo>
                  <a:pt x="21709" y="67281"/>
                  <a:pt x="13432" y="61361"/>
                  <a:pt x="3663" y="57461"/>
                </a:cubicBezTo>
                <a:cubicBezTo>
                  <a:pt x="1628" y="56625"/>
                  <a:pt x="407" y="55859"/>
                  <a:pt x="0" y="55162"/>
                </a:cubicBezTo>
                <a:cubicBezTo>
                  <a:pt x="0" y="54187"/>
                  <a:pt x="271" y="53491"/>
                  <a:pt x="814" y="53073"/>
                </a:cubicBezTo>
                <a:cubicBezTo>
                  <a:pt x="1357" y="52655"/>
                  <a:pt x="2307" y="52167"/>
                  <a:pt x="3663" y="51610"/>
                </a:cubicBezTo>
                <a:cubicBezTo>
                  <a:pt x="10176" y="48963"/>
                  <a:pt x="15942" y="45481"/>
                  <a:pt x="20962" y="41163"/>
                </a:cubicBezTo>
                <a:cubicBezTo>
                  <a:pt x="25982" y="36844"/>
                  <a:pt x="29849" y="32596"/>
                  <a:pt x="32563" y="28417"/>
                </a:cubicBezTo>
                <a:cubicBezTo>
                  <a:pt x="35276" y="24238"/>
                  <a:pt x="37447" y="20129"/>
                  <a:pt x="39075" y="16089"/>
                </a:cubicBezTo>
                <a:cubicBezTo>
                  <a:pt x="40704" y="12049"/>
                  <a:pt x="41857" y="8845"/>
                  <a:pt x="42535" y="6477"/>
                </a:cubicBezTo>
                <a:lnTo>
                  <a:pt x="43146" y="2925"/>
                </a:lnTo>
                <a:cubicBezTo>
                  <a:pt x="43417" y="2089"/>
                  <a:pt x="43621" y="1532"/>
                  <a:pt x="43756" y="1254"/>
                </a:cubicBezTo>
                <a:cubicBezTo>
                  <a:pt x="43892" y="975"/>
                  <a:pt x="44231" y="696"/>
                  <a:pt x="44774" y="418"/>
                </a:cubicBezTo>
                <a:cubicBezTo>
                  <a:pt x="45317" y="139"/>
                  <a:pt x="46199" y="0"/>
                  <a:pt x="47420" y="0"/>
                </a:cubicBezTo>
                <a:cubicBezTo>
                  <a:pt x="50133" y="0"/>
                  <a:pt x="51490" y="766"/>
                  <a:pt x="51490" y="2298"/>
                </a:cubicBezTo>
                <a:cubicBezTo>
                  <a:pt x="51490" y="3274"/>
                  <a:pt x="51151" y="5015"/>
                  <a:pt x="50472" y="7522"/>
                </a:cubicBezTo>
                <a:cubicBezTo>
                  <a:pt x="49116" y="12676"/>
                  <a:pt x="47420" y="17482"/>
                  <a:pt x="45385" y="21939"/>
                </a:cubicBezTo>
                <a:cubicBezTo>
                  <a:pt x="43349" y="26397"/>
                  <a:pt x="41178" y="30158"/>
                  <a:pt x="38872" y="33223"/>
                </a:cubicBezTo>
                <a:cubicBezTo>
                  <a:pt x="36565" y="36287"/>
                  <a:pt x="34462" y="38864"/>
                  <a:pt x="32563" y="40954"/>
                </a:cubicBezTo>
                <a:cubicBezTo>
                  <a:pt x="30663" y="43043"/>
                  <a:pt x="28628" y="44993"/>
                  <a:pt x="26457" y="46804"/>
                </a:cubicBezTo>
                <a:cubicBezTo>
                  <a:pt x="24286" y="48615"/>
                  <a:pt x="22930" y="49799"/>
                  <a:pt x="22387" y="50356"/>
                </a:cubicBezTo>
                <a:lnTo>
                  <a:pt x="177875" y="50356"/>
                </a:lnTo>
                <a:cubicBezTo>
                  <a:pt x="179910" y="51610"/>
                  <a:pt x="180928" y="53003"/>
                  <a:pt x="180928" y="54535"/>
                </a:cubicBezTo>
                <a:lnTo>
                  <a:pt x="180928" y="522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8374FD-34B2-4933-B7C2-54D2562D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268" y="2998182"/>
            <a:ext cx="180928" cy="109071"/>
          </a:xfrm>
          <a:custGeom xmlns:a="http://schemas.openxmlformats.org/drawingml/2006/main">
            <a:pathLst>
              <a:path w="180928" h="109071" fill="none">
                <a:moveTo>
                  <a:pt x="180928" y="52237"/>
                </a:moveTo>
                <a:cubicBezTo>
                  <a:pt x="180928" y="52237"/>
                  <a:pt x="180928" y="53003"/>
                  <a:pt x="180928" y="54535"/>
                </a:cubicBezTo>
                <a:cubicBezTo>
                  <a:pt x="180928" y="56068"/>
                  <a:pt x="179910" y="57461"/>
                  <a:pt x="177875" y="58714"/>
                </a:cubicBezTo>
                <a:lnTo>
                  <a:pt x="22387" y="58714"/>
                </a:lnTo>
                <a:cubicBezTo>
                  <a:pt x="22658" y="58993"/>
                  <a:pt x="23812" y="59968"/>
                  <a:pt x="25847" y="61639"/>
                </a:cubicBezTo>
                <a:cubicBezTo>
                  <a:pt x="27882" y="63311"/>
                  <a:pt x="29849" y="65192"/>
                  <a:pt x="31749" y="67281"/>
                </a:cubicBezTo>
                <a:cubicBezTo>
                  <a:pt x="33648" y="69371"/>
                  <a:pt x="35887" y="71948"/>
                  <a:pt x="38465" y="75012"/>
                </a:cubicBezTo>
                <a:cubicBezTo>
                  <a:pt x="41043" y="78077"/>
                  <a:pt x="43281" y="81977"/>
                  <a:pt x="45181" y="86713"/>
                </a:cubicBezTo>
                <a:cubicBezTo>
                  <a:pt x="47081" y="91449"/>
                  <a:pt x="48844" y="96394"/>
                  <a:pt x="50472" y="101548"/>
                </a:cubicBezTo>
                <a:cubicBezTo>
                  <a:pt x="51151" y="104056"/>
                  <a:pt x="51490" y="105797"/>
                  <a:pt x="51490" y="106772"/>
                </a:cubicBezTo>
                <a:cubicBezTo>
                  <a:pt x="51490" y="108304"/>
                  <a:pt x="50133" y="109071"/>
                  <a:pt x="47420" y="109071"/>
                </a:cubicBezTo>
                <a:cubicBezTo>
                  <a:pt x="46470" y="109071"/>
                  <a:pt x="45792" y="109071"/>
                  <a:pt x="45385" y="109071"/>
                </a:cubicBezTo>
                <a:cubicBezTo>
                  <a:pt x="44977" y="109071"/>
                  <a:pt x="44570" y="108792"/>
                  <a:pt x="44163" y="108235"/>
                </a:cubicBezTo>
                <a:cubicBezTo>
                  <a:pt x="43756" y="107678"/>
                  <a:pt x="43417" y="107051"/>
                  <a:pt x="43146" y="106354"/>
                </a:cubicBezTo>
                <a:cubicBezTo>
                  <a:pt x="42874" y="105658"/>
                  <a:pt x="42603" y="104334"/>
                  <a:pt x="42332" y="102384"/>
                </a:cubicBezTo>
                <a:cubicBezTo>
                  <a:pt x="39890" y="92215"/>
                  <a:pt x="35276" y="83161"/>
                  <a:pt x="28493" y="75221"/>
                </a:cubicBezTo>
                <a:cubicBezTo>
                  <a:pt x="21709" y="67281"/>
                  <a:pt x="13432" y="61361"/>
                  <a:pt x="3663" y="57461"/>
                </a:cubicBezTo>
                <a:cubicBezTo>
                  <a:pt x="1628" y="56625"/>
                  <a:pt x="407" y="55859"/>
                  <a:pt x="0" y="55162"/>
                </a:cubicBezTo>
                <a:cubicBezTo>
                  <a:pt x="0" y="54187"/>
                  <a:pt x="271" y="53491"/>
                  <a:pt x="814" y="53073"/>
                </a:cubicBezTo>
                <a:cubicBezTo>
                  <a:pt x="1357" y="52655"/>
                  <a:pt x="2307" y="52167"/>
                  <a:pt x="3663" y="51610"/>
                </a:cubicBezTo>
                <a:cubicBezTo>
                  <a:pt x="10176" y="48963"/>
                  <a:pt x="15942" y="45481"/>
                  <a:pt x="20962" y="41163"/>
                </a:cubicBezTo>
                <a:cubicBezTo>
                  <a:pt x="25982" y="36844"/>
                  <a:pt x="29849" y="32596"/>
                  <a:pt x="32563" y="28417"/>
                </a:cubicBezTo>
                <a:cubicBezTo>
                  <a:pt x="35276" y="24238"/>
                  <a:pt x="37447" y="20129"/>
                  <a:pt x="39075" y="16089"/>
                </a:cubicBezTo>
                <a:cubicBezTo>
                  <a:pt x="40704" y="12049"/>
                  <a:pt x="41857" y="8845"/>
                  <a:pt x="42535" y="6477"/>
                </a:cubicBezTo>
                <a:lnTo>
                  <a:pt x="43146" y="2925"/>
                </a:lnTo>
                <a:cubicBezTo>
                  <a:pt x="43417" y="2089"/>
                  <a:pt x="43621" y="1532"/>
                  <a:pt x="43756" y="1254"/>
                </a:cubicBezTo>
                <a:cubicBezTo>
                  <a:pt x="43892" y="975"/>
                  <a:pt x="44231" y="696"/>
                  <a:pt x="44774" y="418"/>
                </a:cubicBezTo>
                <a:cubicBezTo>
                  <a:pt x="45317" y="139"/>
                  <a:pt x="46199" y="0"/>
                  <a:pt x="47420" y="0"/>
                </a:cubicBezTo>
                <a:cubicBezTo>
                  <a:pt x="50133" y="0"/>
                  <a:pt x="51490" y="766"/>
                  <a:pt x="51490" y="2298"/>
                </a:cubicBezTo>
                <a:cubicBezTo>
                  <a:pt x="51490" y="3274"/>
                  <a:pt x="51151" y="5015"/>
                  <a:pt x="50472" y="7522"/>
                </a:cubicBezTo>
                <a:cubicBezTo>
                  <a:pt x="49116" y="12676"/>
                  <a:pt x="47420" y="17482"/>
                  <a:pt x="45385" y="21939"/>
                </a:cubicBezTo>
                <a:cubicBezTo>
                  <a:pt x="43349" y="26397"/>
                  <a:pt x="41178" y="30158"/>
                  <a:pt x="38872" y="33223"/>
                </a:cubicBezTo>
                <a:cubicBezTo>
                  <a:pt x="36565" y="36287"/>
                  <a:pt x="34462" y="38864"/>
                  <a:pt x="32563" y="40954"/>
                </a:cubicBezTo>
                <a:cubicBezTo>
                  <a:pt x="30663" y="43043"/>
                  <a:pt x="28628" y="44993"/>
                  <a:pt x="26457" y="46804"/>
                </a:cubicBezTo>
                <a:cubicBezTo>
                  <a:pt x="24286" y="48615"/>
                  <a:pt x="22930" y="49799"/>
                  <a:pt x="22387" y="50356"/>
                </a:cubicBezTo>
                <a:lnTo>
                  <a:pt x="177875" y="50356"/>
                </a:lnTo>
                <a:cubicBezTo>
                  <a:pt x="179910" y="51610"/>
                  <a:pt x="180928" y="53003"/>
                  <a:pt x="180928" y="54535"/>
                </a:cubicBezTo>
                <a:lnTo>
                  <a:pt x="180928" y="522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983BDF-D0CC-4B4B-B216-3180A484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693" y="2957646"/>
            <a:ext cx="120686" cy="151905"/>
          </a:xfrm>
          <a:custGeom xmlns:a="http://schemas.openxmlformats.org/drawingml/2006/main">
            <a:pathLst>
              <a:path w="120686" h="151905">
                <a:moveTo>
                  <a:pt x="52101" y="142293"/>
                </a:moveTo>
                <a:cubicBezTo>
                  <a:pt x="60106" y="142293"/>
                  <a:pt x="67432" y="138671"/>
                  <a:pt x="74081" y="131428"/>
                </a:cubicBezTo>
                <a:cubicBezTo>
                  <a:pt x="80729" y="124184"/>
                  <a:pt x="84121" y="115757"/>
                  <a:pt x="84256" y="106145"/>
                </a:cubicBezTo>
                <a:cubicBezTo>
                  <a:pt x="84256" y="97369"/>
                  <a:pt x="80729" y="91310"/>
                  <a:pt x="73674" y="87967"/>
                </a:cubicBezTo>
                <a:cubicBezTo>
                  <a:pt x="59292" y="84206"/>
                  <a:pt x="50065" y="81629"/>
                  <a:pt x="45995" y="80236"/>
                </a:cubicBezTo>
                <a:cubicBezTo>
                  <a:pt x="41925" y="78843"/>
                  <a:pt x="39075" y="77450"/>
                  <a:pt x="37447" y="76057"/>
                </a:cubicBezTo>
                <a:cubicBezTo>
                  <a:pt x="29307" y="70206"/>
                  <a:pt x="25236" y="61779"/>
                  <a:pt x="25236" y="50774"/>
                </a:cubicBezTo>
                <a:cubicBezTo>
                  <a:pt x="25236" y="42277"/>
                  <a:pt x="27407" y="34546"/>
                  <a:pt x="31749" y="27581"/>
                </a:cubicBezTo>
                <a:cubicBezTo>
                  <a:pt x="36091" y="20616"/>
                  <a:pt x="40500" y="15392"/>
                  <a:pt x="44977" y="11910"/>
                </a:cubicBezTo>
                <a:cubicBezTo>
                  <a:pt x="48912" y="8428"/>
                  <a:pt x="53661" y="5642"/>
                  <a:pt x="59224" y="3552"/>
                </a:cubicBezTo>
                <a:cubicBezTo>
                  <a:pt x="64787" y="1463"/>
                  <a:pt x="69128" y="348"/>
                  <a:pt x="72249" y="209"/>
                </a:cubicBezTo>
                <a:lnTo>
                  <a:pt x="74488" y="209"/>
                </a:lnTo>
                <a:lnTo>
                  <a:pt x="75912" y="209"/>
                </a:lnTo>
                <a:cubicBezTo>
                  <a:pt x="88937" y="209"/>
                  <a:pt x="98367" y="4666"/>
                  <a:pt x="104201" y="13582"/>
                </a:cubicBezTo>
                <a:cubicBezTo>
                  <a:pt x="104337" y="13582"/>
                  <a:pt x="105219" y="12676"/>
                  <a:pt x="106847" y="10865"/>
                </a:cubicBezTo>
                <a:cubicBezTo>
                  <a:pt x="108475" y="9054"/>
                  <a:pt x="110239" y="7035"/>
                  <a:pt x="112138" y="4806"/>
                </a:cubicBezTo>
                <a:cubicBezTo>
                  <a:pt x="114038" y="2577"/>
                  <a:pt x="115395" y="1045"/>
                  <a:pt x="116209" y="209"/>
                </a:cubicBezTo>
                <a:cubicBezTo>
                  <a:pt x="116344" y="209"/>
                  <a:pt x="116616" y="209"/>
                  <a:pt x="117023" y="209"/>
                </a:cubicBezTo>
                <a:cubicBezTo>
                  <a:pt x="117430" y="209"/>
                  <a:pt x="117769" y="139"/>
                  <a:pt x="118040" y="0"/>
                </a:cubicBezTo>
                <a:cubicBezTo>
                  <a:pt x="119804" y="0"/>
                  <a:pt x="120686" y="488"/>
                  <a:pt x="120686" y="1463"/>
                </a:cubicBezTo>
                <a:cubicBezTo>
                  <a:pt x="120686" y="2438"/>
                  <a:pt x="118787" y="10865"/>
                  <a:pt x="114988" y="26745"/>
                </a:cubicBezTo>
                <a:cubicBezTo>
                  <a:pt x="111189" y="42625"/>
                  <a:pt x="109018" y="50844"/>
                  <a:pt x="108475" y="51401"/>
                </a:cubicBezTo>
                <a:cubicBezTo>
                  <a:pt x="107932" y="51958"/>
                  <a:pt x="106847" y="52167"/>
                  <a:pt x="105219" y="52028"/>
                </a:cubicBezTo>
                <a:cubicBezTo>
                  <a:pt x="102505" y="52028"/>
                  <a:pt x="101148" y="51401"/>
                  <a:pt x="101148" y="50147"/>
                </a:cubicBezTo>
                <a:cubicBezTo>
                  <a:pt x="101148" y="49312"/>
                  <a:pt x="101216" y="48615"/>
                  <a:pt x="101352" y="48058"/>
                </a:cubicBezTo>
                <a:cubicBezTo>
                  <a:pt x="101352" y="47640"/>
                  <a:pt x="101420" y="46317"/>
                  <a:pt x="101555" y="44088"/>
                </a:cubicBezTo>
                <a:cubicBezTo>
                  <a:pt x="101691" y="41859"/>
                  <a:pt x="101827" y="40048"/>
                  <a:pt x="101963" y="38655"/>
                </a:cubicBezTo>
                <a:cubicBezTo>
                  <a:pt x="101963" y="33919"/>
                  <a:pt x="101352" y="29810"/>
                  <a:pt x="100131" y="26327"/>
                </a:cubicBezTo>
                <a:cubicBezTo>
                  <a:pt x="98910" y="22845"/>
                  <a:pt x="97689" y="20268"/>
                  <a:pt x="96468" y="18596"/>
                </a:cubicBezTo>
                <a:cubicBezTo>
                  <a:pt x="95246" y="16925"/>
                  <a:pt x="93550" y="15184"/>
                  <a:pt x="91380" y="13373"/>
                </a:cubicBezTo>
                <a:cubicBezTo>
                  <a:pt x="86495" y="10447"/>
                  <a:pt x="80932" y="8985"/>
                  <a:pt x="74691" y="8985"/>
                </a:cubicBezTo>
                <a:cubicBezTo>
                  <a:pt x="66957" y="8985"/>
                  <a:pt x="59766" y="12189"/>
                  <a:pt x="53118" y="18596"/>
                </a:cubicBezTo>
                <a:cubicBezTo>
                  <a:pt x="46470" y="25004"/>
                  <a:pt x="43078" y="32387"/>
                  <a:pt x="42942" y="40745"/>
                </a:cubicBezTo>
                <a:cubicBezTo>
                  <a:pt x="42942" y="44924"/>
                  <a:pt x="43960" y="48545"/>
                  <a:pt x="45995" y="51610"/>
                </a:cubicBezTo>
                <a:cubicBezTo>
                  <a:pt x="48030" y="54675"/>
                  <a:pt x="50812" y="56834"/>
                  <a:pt x="54339" y="58087"/>
                </a:cubicBezTo>
                <a:cubicBezTo>
                  <a:pt x="54882" y="58366"/>
                  <a:pt x="59631" y="59689"/>
                  <a:pt x="68586" y="62057"/>
                </a:cubicBezTo>
                <a:cubicBezTo>
                  <a:pt x="77540" y="64425"/>
                  <a:pt x="82086" y="65679"/>
                  <a:pt x="82221" y="65818"/>
                </a:cubicBezTo>
                <a:cubicBezTo>
                  <a:pt x="86834" y="67351"/>
                  <a:pt x="91312" y="70694"/>
                  <a:pt x="95653" y="75848"/>
                </a:cubicBezTo>
                <a:cubicBezTo>
                  <a:pt x="99995" y="81002"/>
                  <a:pt x="102166" y="87967"/>
                  <a:pt x="102166" y="96743"/>
                </a:cubicBezTo>
                <a:cubicBezTo>
                  <a:pt x="102166" y="100364"/>
                  <a:pt x="101623" y="104265"/>
                  <a:pt x="100538" y="108444"/>
                </a:cubicBezTo>
                <a:cubicBezTo>
                  <a:pt x="99860" y="111508"/>
                  <a:pt x="98638" y="114921"/>
                  <a:pt x="96875" y="118682"/>
                </a:cubicBezTo>
                <a:cubicBezTo>
                  <a:pt x="95111" y="122443"/>
                  <a:pt x="92669" y="126552"/>
                  <a:pt x="89548" y="131010"/>
                </a:cubicBezTo>
                <a:cubicBezTo>
                  <a:pt x="86427" y="135468"/>
                  <a:pt x="81950" y="139646"/>
                  <a:pt x="76116" y="143547"/>
                </a:cubicBezTo>
                <a:cubicBezTo>
                  <a:pt x="70282" y="147447"/>
                  <a:pt x="63905" y="150094"/>
                  <a:pt x="56985" y="151487"/>
                </a:cubicBezTo>
                <a:cubicBezTo>
                  <a:pt x="55357" y="151765"/>
                  <a:pt x="53050" y="151905"/>
                  <a:pt x="50065" y="151905"/>
                </a:cubicBezTo>
                <a:cubicBezTo>
                  <a:pt x="36633" y="151905"/>
                  <a:pt x="26186" y="148074"/>
                  <a:pt x="18724" y="140413"/>
                </a:cubicBezTo>
                <a:lnTo>
                  <a:pt x="16688" y="138114"/>
                </a:lnTo>
                <a:lnTo>
                  <a:pt x="10990" y="144592"/>
                </a:lnTo>
                <a:cubicBezTo>
                  <a:pt x="7869" y="148353"/>
                  <a:pt x="5970" y="150512"/>
                  <a:pt x="5291" y="151069"/>
                </a:cubicBezTo>
                <a:cubicBezTo>
                  <a:pt x="4613" y="151626"/>
                  <a:pt x="3731" y="151905"/>
                  <a:pt x="2646" y="151905"/>
                </a:cubicBezTo>
                <a:cubicBezTo>
                  <a:pt x="882" y="151905"/>
                  <a:pt x="0" y="151348"/>
                  <a:pt x="0" y="150233"/>
                </a:cubicBezTo>
                <a:cubicBezTo>
                  <a:pt x="0" y="149815"/>
                  <a:pt x="3935" y="133448"/>
                  <a:pt x="11804" y="101131"/>
                </a:cubicBezTo>
                <a:cubicBezTo>
                  <a:pt x="12075" y="100295"/>
                  <a:pt x="13432" y="99877"/>
                  <a:pt x="15874" y="99877"/>
                </a:cubicBezTo>
                <a:lnTo>
                  <a:pt x="18520" y="99877"/>
                </a:lnTo>
                <a:cubicBezTo>
                  <a:pt x="19334" y="100713"/>
                  <a:pt x="19741" y="101479"/>
                  <a:pt x="19741" y="102175"/>
                </a:cubicBezTo>
                <a:cubicBezTo>
                  <a:pt x="19741" y="102454"/>
                  <a:pt x="19673" y="103081"/>
                  <a:pt x="19538" y="104056"/>
                </a:cubicBezTo>
                <a:cubicBezTo>
                  <a:pt x="19402" y="105031"/>
                  <a:pt x="19131" y="106493"/>
                  <a:pt x="18724" y="108444"/>
                </a:cubicBezTo>
                <a:cubicBezTo>
                  <a:pt x="18317" y="110394"/>
                  <a:pt x="18181" y="112692"/>
                  <a:pt x="18317" y="115339"/>
                </a:cubicBezTo>
                <a:cubicBezTo>
                  <a:pt x="18588" y="120772"/>
                  <a:pt x="19809" y="125368"/>
                  <a:pt x="21980" y="129129"/>
                </a:cubicBezTo>
                <a:cubicBezTo>
                  <a:pt x="24151" y="132891"/>
                  <a:pt x="27068" y="135676"/>
                  <a:pt x="30731" y="137487"/>
                </a:cubicBezTo>
                <a:cubicBezTo>
                  <a:pt x="34395" y="139298"/>
                  <a:pt x="37922" y="140552"/>
                  <a:pt x="41314" y="141248"/>
                </a:cubicBezTo>
                <a:cubicBezTo>
                  <a:pt x="44706" y="141945"/>
                  <a:pt x="48302" y="142293"/>
                  <a:pt x="52101" y="1422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AA03BB-E5AE-435B-A859-8DD0AD2E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693" y="2957646"/>
            <a:ext cx="120686" cy="151905"/>
          </a:xfrm>
          <a:custGeom xmlns:a="http://schemas.openxmlformats.org/drawingml/2006/main">
            <a:pathLst>
              <a:path w="120686" h="151905" fill="none">
                <a:moveTo>
                  <a:pt x="52101" y="142293"/>
                </a:moveTo>
                <a:cubicBezTo>
                  <a:pt x="60106" y="142293"/>
                  <a:pt x="67432" y="138671"/>
                  <a:pt x="74081" y="131428"/>
                </a:cubicBezTo>
                <a:cubicBezTo>
                  <a:pt x="80729" y="124184"/>
                  <a:pt x="84121" y="115757"/>
                  <a:pt x="84256" y="106145"/>
                </a:cubicBezTo>
                <a:cubicBezTo>
                  <a:pt x="84256" y="97369"/>
                  <a:pt x="80729" y="91310"/>
                  <a:pt x="73674" y="87967"/>
                </a:cubicBezTo>
                <a:cubicBezTo>
                  <a:pt x="59292" y="84206"/>
                  <a:pt x="50065" y="81629"/>
                  <a:pt x="45995" y="80236"/>
                </a:cubicBezTo>
                <a:cubicBezTo>
                  <a:pt x="41925" y="78843"/>
                  <a:pt x="39075" y="77450"/>
                  <a:pt x="37447" y="76057"/>
                </a:cubicBezTo>
                <a:cubicBezTo>
                  <a:pt x="29307" y="70206"/>
                  <a:pt x="25236" y="61779"/>
                  <a:pt x="25236" y="50774"/>
                </a:cubicBezTo>
                <a:cubicBezTo>
                  <a:pt x="25236" y="42277"/>
                  <a:pt x="27407" y="34546"/>
                  <a:pt x="31749" y="27581"/>
                </a:cubicBezTo>
                <a:cubicBezTo>
                  <a:pt x="36091" y="20616"/>
                  <a:pt x="40500" y="15392"/>
                  <a:pt x="44977" y="11910"/>
                </a:cubicBezTo>
                <a:cubicBezTo>
                  <a:pt x="48912" y="8428"/>
                  <a:pt x="53661" y="5642"/>
                  <a:pt x="59224" y="3552"/>
                </a:cubicBezTo>
                <a:cubicBezTo>
                  <a:pt x="64787" y="1463"/>
                  <a:pt x="69128" y="348"/>
                  <a:pt x="72249" y="209"/>
                </a:cubicBezTo>
                <a:lnTo>
                  <a:pt x="74488" y="209"/>
                </a:lnTo>
                <a:lnTo>
                  <a:pt x="75912" y="209"/>
                </a:lnTo>
                <a:cubicBezTo>
                  <a:pt x="88937" y="209"/>
                  <a:pt x="98367" y="4666"/>
                  <a:pt x="104201" y="13582"/>
                </a:cubicBezTo>
                <a:cubicBezTo>
                  <a:pt x="104337" y="13582"/>
                  <a:pt x="105219" y="12676"/>
                  <a:pt x="106847" y="10865"/>
                </a:cubicBezTo>
                <a:cubicBezTo>
                  <a:pt x="108475" y="9054"/>
                  <a:pt x="110239" y="7035"/>
                  <a:pt x="112138" y="4806"/>
                </a:cubicBezTo>
                <a:cubicBezTo>
                  <a:pt x="114038" y="2577"/>
                  <a:pt x="115395" y="1045"/>
                  <a:pt x="116209" y="209"/>
                </a:cubicBezTo>
                <a:cubicBezTo>
                  <a:pt x="116344" y="209"/>
                  <a:pt x="116616" y="209"/>
                  <a:pt x="117023" y="209"/>
                </a:cubicBezTo>
                <a:cubicBezTo>
                  <a:pt x="117430" y="209"/>
                  <a:pt x="117769" y="139"/>
                  <a:pt x="118040" y="0"/>
                </a:cubicBezTo>
                <a:cubicBezTo>
                  <a:pt x="119804" y="0"/>
                  <a:pt x="120686" y="488"/>
                  <a:pt x="120686" y="1463"/>
                </a:cubicBezTo>
                <a:cubicBezTo>
                  <a:pt x="120686" y="2438"/>
                  <a:pt x="118787" y="10865"/>
                  <a:pt x="114988" y="26745"/>
                </a:cubicBezTo>
                <a:cubicBezTo>
                  <a:pt x="111189" y="42625"/>
                  <a:pt x="109018" y="50844"/>
                  <a:pt x="108475" y="51401"/>
                </a:cubicBezTo>
                <a:cubicBezTo>
                  <a:pt x="107932" y="51958"/>
                  <a:pt x="106847" y="52167"/>
                  <a:pt x="105219" y="52028"/>
                </a:cubicBezTo>
                <a:cubicBezTo>
                  <a:pt x="102505" y="52028"/>
                  <a:pt x="101148" y="51401"/>
                  <a:pt x="101148" y="50147"/>
                </a:cubicBezTo>
                <a:cubicBezTo>
                  <a:pt x="101148" y="49312"/>
                  <a:pt x="101216" y="48615"/>
                  <a:pt x="101352" y="48058"/>
                </a:cubicBezTo>
                <a:cubicBezTo>
                  <a:pt x="101352" y="47640"/>
                  <a:pt x="101420" y="46317"/>
                  <a:pt x="101555" y="44088"/>
                </a:cubicBezTo>
                <a:cubicBezTo>
                  <a:pt x="101691" y="41859"/>
                  <a:pt x="101827" y="40048"/>
                  <a:pt x="101963" y="38655"/>
                </a:cubicBezTo>
                <a:cubicBezTo>
                  <a:pt x="101963" y="33919"/>
                  <a:pt x="101352" y="29810"/>
                  <a:pt x="100131" y="26327"/>
                </a:cubicBezTo>
                <a:cubicBezTo>
                  <a:pt x="98910" y="22845"/>
                  <a:pt x="97689" y="20268"/>
                  <a:pt x="96468" y="18596"/>
                </a:cubicBezTo>
                <a:cubicBezTo>
                  <a:pt x="95246" y="16925"/>
                  <a:pt x="93550" y="15184"/>
                  <a:pt x="91380" y="13373"/>
                </a:cubicBezTo>
                <a:cubicBezTo>
                  <a:pt x="86495" y="10447"/>
                  <a:pt x="80932" y="8985"/>
                  <a:pt x="74691" y="8985"/>
                </a:cubicBezTo>
                <a:cubicBezTo>
                  <a:pt x="66957" y="8985"/>
                  <a:pt x="59766" y="12189"/>
                  <a:pt x="53118" y="18596"/>
                </a:cubicBezTo>
                <a:cubicBezTo>
                  <a:pt x="46470" y="25004"/>
                  <a:pt x="43078" y="32387"/>
                  <a:pt x="42942" y="40745"/>
                </a:cubicBezTo>
                <a:cubicBezTo>
                  <a:pt x="42942" y="44924"/>
                  <a:pt x="43960" y="48545"/>
                  <a:pt x="45995" y="51610"/>
                </a:cubicBezTo>
                <a:cubicBezTo>
                  <a:pt x="48030" y="54675"/>
                  <a:pt x="50812" y="56834"/>
                  <a:pt x="54339" y="58087"/>
                </a:cubicBezTo>
                <a:cubicBezTo>
                  <a:pt x="54882" y="58366"/>
                  <a:pt x="59631" y="59689"/>
                  <a:pt x="68586" y="62057"/>
                </a:cubicBezTo>
                <a:cubicBezTo>
                  <a:pt x="77540" y="64425"/>
                  <a:pt x="82086" y="65679"/>
                  <a:pt x="82221" y="65818"/>
                </a:cubicBezTo>
                <a:cubicBezTo>
                  <a:pt x="86834" y="67351"/>
                  <a:pt x="91312" y="70694"/>
                  <a:pt x="95653" y="75848"/>
                </a:cubicBezTo>
                <a:cubicBezTo>
                  <a:pt x="99995" y="81002"/>
                  <a:pt x="102166" y="87967"/>
                  <a:pt x="102166" y="96743"/>
                </a:cubicBezTo>
                <a:cubicBezTo>
                  <a:pt x="102166" y="100364"/>
                  <a:pt x="101623" y="104265"/>
                  <a:pt x="100538" y="108444"/>
                </a:cubicBezTo>
                <a:cubicBezTo>
                  <a:pt x="99860" y="111508"/>
                  <a:pt x="98638" y="114921"/>
                  <a:pt x="96875" y="118682"/>
                </a:cubicBezTo>
                <a:cubicBezTo>
                  <a:pt x="95111" y="122443"/>
                  <a:pt x="92669" y="126552"/>
                  <a:pt x="89548" y="131010"/>
                </a:cubicBezTo>
                <a:cubicBezTo>
                  <a:pt x="86427" y="135468"/>
                  <a:pt x="81950" y="139646"/>
                  <a:pt x="76116" y="143547"/>
                </a:cubicBezTo>
                <a:cubicBezTo>
                  <a:pt x="70282" y="147447"/>
                  <a:pt x="63905" y="150094"/>
                  <a:pt x="56985" y="151487"/>
                </a:cubicBezTo>
                <a:cubicBezTo>
                  <a:pt x="55357" y="151765"/>
                  <a:pt x="53050" y="151905"/>
                  <a:pt x="50065" y="151905"/>
                </a:cubicBezTo>
                <a:cubicBezTo>
                  <a:pt x="36633" y="151905"/>
                  <a:pt x="26186" y="148074"/>
                  <a:pt x="18724" y="140413"/>
                </a:cubicBezTo>
                <a:lnTo>
                  <a:pt x="16688" y="138114"/>
                </a:lnTo>
                <a:lnTo>
                  <a:pt x="10990" y="144592"/>
                </a:lnTo>
                <a:cubicBezTo>
                  <a:pt x="7869" y="148353"/>
                  <a:pt x="5970" y="150512"/>
                  <a:pt x="5291" y="151069"/>
                </a:cubicBezTo>
                <a:cubicBezTo>
                  <a:pt x="4613" y="151626"/>
                  <a:pt x="3731" y="151905"/>
                  <a:pt x="2646" y="151905"/>
                </a:cubicBezTo>
                <a:cubicBezTo>
                  <a:pt x="882" y="151905"/>
                  <a:pt x="0" y="151348"/>
                  <a:pt x="0" y="150233"/>
                </a:cubicBezTo>
                <a:cubicBezTo>
                  <a:pt x="0" y="149815"/>
                  <a:pt x="3935" y="133448"/>
                  <a:pt x="11804" y="101131"/>
                </a:cubicBezTo>
                <a:cubicBezTo>
                  <a:pt x="12075" y="100295"/>
                  <a:pt x="13432" y="99877"/>
                  <a:pt x="15874" y="99877"/>
                </a:cubicBezTo>
                <a:lnTo>
                  <a:pt x="18520" y="99877"/>
                </a:lnTo>
                <a:cubicBezTo>
                  <a:pt x="19334" y="100713"/>
                  <a:pt x="19741" y="101479"/>
                  <a:pt x="19741" y="102175"/>
                </a:cubicBezTo>
                <a:cubicBezTo>
                  <a:pt x="19741" y="102454"/>
                  <a:pt x="19673" y="103081"/>
                  <a:pt x="19538" y="104056"/>
                </a:cubicBezTo>
                <a:cubicBezTo>
                  <a:pt x="19402" y="105031"/>
                  <a:pt x="19131" y="106493"/>
                  <a:pt x="18724" y="108444"/>
                </a:cubicBezTo>
                <a:cubicBezTo>
                  <a:pt x="18317" y="110394"/>
                  <a:pt x="18181" y="112692"/>
                  <a:pt x="18317" y="115339"/>
                </a:cubicBezTo>
                <a:cubicBezTo>
                  <a:pt x="18588" y="120772"/>
                  <a:pt x="19809" y="125368"/>
                  <a:pt x="21980" y="129129"/>
                </a:cubicBezTo>
                <a:cubicBezTo>
                  <a:pt x="24151" y="132891"/>
                  <a:pt x="27068" y="135676"/>
                  <a:pt x="30731" y="137487"/>
                </a:cubicBezTo>
                <a:cubicBezTo>
                  <a:pt x="34395" y="139298"/>
                  <a:pt x="37922" y="140552"/>
                  <a:pt x="41314" y="141248"/>
                </a:cubicBezTo>
                <a:cubicBezTo>
                  <a:pt x="44706" y="141945"/>
                  <a:pt x="48302" y="142293"/>
                  <a:pt x="52101" y="1422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9F4E4A-689F-4F9A-9041-AEA813BE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299" y="3012599"/>
            <a:ext cx="80525" cy="94932"/>
          </a:xfrm>
          <a:custGeom xmlns:a="http://schemas.openxmlformats.org/drawingml/2006/main">
            <a:pathLst>
              <a:path w="80525" h="94932">
                <a:moveTo>
                  <a:pt x="0" y="59132"/>
                </a:moveTo>
                <a:cubicBezTo>
                  <a:pt x="0" y="43949"/>
                  <a:pt x="5834" y="30297"/>
                  <a:pt x="17503" y="18178"/>
                </a:cubicBezTo>
                <a:cubicBezTo>
                  <a:pt x="29171" y="6059"/>
                  <a:pt x="41789" y="0"/>
                  <a:pt x="55357" y="0"/>
                </a:cubicBezTo>
                <a:cubicBezTo>
                  <a:pt x="62955" y="0"/>
                  <a:pt x="68925" y="1672"/>
                  <a:pt x="73266" y="5015"/>
                </a:cubicBezTo>
                <a:cubicBezTo>
                  <a:pt x="77608" y="8358"/>
                  <a:pt x="79847" y="12746"/>
                  <a:pt x="79983" y="18178"/>
                </a:cubicBezTo>
                <a:cubicBezTo>
                  <a:pt x="79983" y="22218"/>
                  <a:pt x="78694" y="25631"/>
                  <a:pt x="76116" y="28417"/>
                </a:cubicBezTo>
                <a:cubicBezTo>
                  <a:pt x="73538" y="31203"/>
                  <a:pt x="70282" y="32665"/>
                  <a:pt x="66347" y="32805"/>
                </a:cubicBezTo>
                <a:cubicBezTo>
                  <a:pt x="63769" y="32805"/>
                  <a:pt x="61734" y="32108"/>
                  <a:pt x="60241" y="30715"/>
                </a:cubicBezTo>
                <a:cubicBezTo>
                  <a:pt x="58749" y="29322"/>
                  <a:pt x="58003" y="27233"/>
                  <a:pt x="58003" y="24447"/>
                </a:cubicBezTo>
                <a:cubicBezTo>
                  <a:pt x="58003" y="21661"/>
                  <a:pt x="58749" y="19293"/>
                  <a:pt x="60241" y="17343"/>
                </a:cubicBezTo>
                <a:cubicBezTo>
                  <a:pt x="61734" y="15392"/>
                  <a:pt x="63226" y="13930"/>
                  <a:pt x="64719" y="12955"/>
                </a:cubicBezTo>
                <a:cubicBezTo>
                  <a:pt x="66211" y="11980"/>
                  <a:pt x="67161" y="11562"/>
                  <a:pt x="67568" y="11701"/>
                </a:cubicBezTo>
                <a:lnTo>
                  <a:pt x="67771" y="11701"/>
                </a:lnTo>
                <a:cubicBezTo>
                  <a:pt x="67771" y="11422"/>
                  <a:pt x="67364" y="11005"/>
                  <a:pt x="66550" y="10447"/>
                </a:cubicBezTo>
                <a:cubicBezTo>
                  <a:pt x="65736" y="9890"/>
                  <a:pt x="64312" y="9333"/>
                  <a:pt x="62277" y="8776"/>
                </a:cubicBezTo>
                <a:cubicBezTo>
                  <a:pt x="60241" y="8219"/>
                  <a:pt x="57935" y="7940"/>
                  <a:pt x="55357" y="7940"/>
                </a:cubicBezTo>
                <a:cubicBezTo>
                  <a:pt x="51287" y="7940"/>
                  <a:pt x="47420" y="8915"/>
                  <a:pt x="43756" y="10865"/>
                </a:cubicBezTo>
                <a:cubicBezTo>
                  <a:pt x="40907" y="12119"/>
                  <a:pt x="37990" y="14278"/>
                  <a:pt x="35005" y="17343"/>
                </a:cubicBezTo>
                <a:cubicBezTo>
                  <a:pt x="29035" y="23472"/>
                  <a:pt x="24694" y="32108"/>
                  <a:pt x="21980" y="43252"/>
                </a:cubicBezTo>
                <a:cubicBezTo>
                  <a:pt x="19266" y="54396"/>
                  <a:pt x="17842" y="62475"/>
                  <a:pt x="17706" y="67490"/>
                </a:cubicBezTo>
                <a:cubicBezTo>
                  <a:pt x="17706" y="73898"/>
                  <a:pt x="19470" y="78703"/>
                  <a:pt x="22998" y="81907"/>
                </a:cubicBezTo>
                <a:cubicBezTo>
                  <a:pt x="25982" y="85251"/>
                  <a:pt x="29917" y="86922"/>
                  <a:pt x="34802" y="86922"/>
                </a:cubicBezTo>
                <a:lnTo>
                  <a:pt x="35616" y="86922"/>
                </a:lnTo>
                <a:cubicBezTo>
                  <a:pt x="50812" y="86922"/>
                  <a:pt x="63362" y="81002"/>
                  <a:pt x="73266" y="69162"/>
                </a:cubicBezTo>
                <a:cubicBezTo>
                  <a:pt x="74488" y="67769"/>
                  <a:pt x="75302" y="67072"/>
                  <a:pt x="75709" y="67072"/>
                </a:cubicBezTo>
                <a:cubicBezTo>
                  <a:pt x="76251" y="67072"/>
                  <a:pt x="77133" y="67699"/>
                  <a:pt x="78354" y="68953"/>
                </a:cubicBezTo>
                <a:cubicBezTo>
                  <a:pt x="79576" y="70206"/>
                  <a:pt x="80254" y="71181"/>
                  <a:pt x="80390" y="71878"/>
                </a:cubicBezTo>
                <a:cubicBezTo>
                  <a:pt x="80525" y="72574"/>
                  <a:pt x="79915" y="73619"/>
                  <a:pt x="78558" y="75012"/>
                </a:cubicBezTo>
                <a:cubicBezTo>
                  <a:pt x="77201" y="76405"/>
                  <a:pt x="75234" y="78355"/>
                  <a:pt x="72656" y="80863"/>
                </a:cubicBezTo>
                <a:cubicBezTo>
                  <a:pt x="70078" y="83370"/>
                  <a:pt x="67025" y="85459"/>
                  <a:pt x="63498" y="87131"/>
                </a:cubicBezTo>
                <a:cubicBezTo>
                  <a:pt x="59970" y="88803"/>
                  <a:pt x="55628" y="90544"/>
                  <a:pt x="50472" y="92355"/>
                </a:cubicBezTo>
                <a:cubicBezTo>
                  <a:pt x="45317" y="94166"/>
                  <a:pt x="39890" y="94932"/>
                  <a:pt x="34191" y="94653"/>
                </a:cubicBezTo>
                <a:cubicBezTo>
                  <a:pt x="24015" y="94653"/>
                  <a:pt x="15807" y="91310"/>
                  <a:pt x="9565" y="84624"/>
                </a:cubicBezTo>
                <a:cubicBezTo>
                  <a:pt x="3324" y="77937"/>
                  <a:pt x="136" y="69440"/>
                  <a:pt x="0" y="591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5CEE8E-5FC4-49AA-9004-CFAC5382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299" y="3012599"/>
            <a:ext cx="80525" cy="94932"/>
          </a:xfrm>
          <a:custGeom xmlns:a="http://schemas.openxmlformats.org/drawingml/2006/main">
            <a:pathLst>
              <a:path w="80525" h="94932" fill="none">
                <a:moveTo>
                  <a:pt x="0" y="59132"/>
                </a:moveTo>
                <a:cubicBezTo>
                  <a:pt x="0" y="43949"/>
                  <a:pt x="5834" y="30297"/>
                  <a:pt x="17503" y="18178"/>
                </a:cubicBezTo>
                <a:cubicBezTo>
                  <a:pt x="29171" y="6059"/>
                  <a:pt x="41789" y="0"/>
                  <a:pt x="55357" y="0"/>
                </a:cubicBezTo>
                <a:cubicBezTo>
                  <a:pt x="62955" y="0"/>
                  <a:pt x="68925" y="1672"/>
                  <a:pt x="73266" y="5015"/>
                </a:cubicBezTo>
                <a:cubicBezTo>
                  <a:pt x="77608" y="8358"/>
                  <a:pt x="79847" y="12746"/>
                  <a:pt x="79983" y="18178"/>
                </a:cubicBezTo>
                <a:cubicBezTo>
                  <a:pt x="79983" y="22218"/>
                  <a:pt x="78694" y="25631"/>
                  <a:pt x="76116" y="28417"/>
                </a:cubicBezTo>
                <a:cubicBezTo>
                  <a:pt x="73538" y="31203"/>
                  <a:pt x="70282" y="32665"/>
                  <a:pt x="66347" y="32805"/>
                </a:cubicBezTo>
                <a:cubicBezTo>
                  <a:pt x="63769" y="32805"/>
                  <a:pt x="61734" y="32108"/>
                  <a:pt x="60241" y="30715"/>
                </a:cubicBezTo>
                <a:cubicBezTo>
                  <a:pt x="58749" y="29322"/>
                  <a:pt x="58003" y="27233"/>
                  <a:pt x="58003" y="24447"/>
                </a:cubicBezTo>
                <a:cubicBezTo>
                  <a:pt x="58003" y="21661"/>
                  <a:pt x="58749" y="19293"/>
                  <a:pt x="60241" y="17343"/>
                </a:cubicBezTo>
                <a:cubicBezTo>
                  <a:pt x="61734" y="15392"/>
                  <a:pt x="63226" y="13930"/>
                  <a:pt x="64719" y="12955"/>
                </a:cubicBezTo>
                <a:cubicBezTo>
                  <a:pt x="66211" y="11980"/>
                  <a:pt x="67161" y="11562"/>
                  <a:pt x="67568" y="11701"/>
                </a:cubicBezTo>
                <a:lnTo>
                  <a:pt x="67771" y="11701"/>
                </a:lnTo>
                <a:cubicBezTo>
                  <a:pt x="67771" y="11422"/>
                  <a:pt x="67364" y="11005"/>
                  <a:pt x="66550" y="10447"/>
                </a:cubicBezTo>
                <a:cubicBezTo>
                  <a:pt x="65736" y="9890"/>
                  <a:pt x="64312" y="9333"/>
                  <a:pt x="62277" y="8776"/>
                </a:cubicBezTo>
                <a:cubicBezTo>
                  <a:pt x="60241" y="8219"/>
                  <a:pt x="57935" y="7940"/>
                  <a:pt x="55357" y="7940"/>
                </a:cubicBezTo>
                <a:cubicBezTo>
                  <a:pt x="51287" y="7940"/>
                  <a:pt x="47420" y="8915"/>
                  <a:pt x="43756" y="10865"/>
                </a:cubicBezTo>
                <a:cubicBezTo>
                  <a:pt x="40907" y="12119"/>
                  <a:pt x="37990" y="14278"/>
                  <a:pt x="35005" y="17343"/>
                </a:cubicBezTo>
                <a:cubicBezTo>
                  <a:pt x="29035" y="23472"/>
                  <a:pt x="24694" y="32108"/>
                  <a:pt x="21980" y="43252"/>
                </a:cubicBezTo>
                <a:cubicBezTo>
                  <a:pt x="19266" y="54396"/>
                  <a:pt x="17842" y="62475"/>
                  <a:pt x="17706" y="67490"/>
                </a:cubicBezTo>
                <a:cubicBezTo>
                  <a:pt x="17706" y="73898"/>
                  <a:pt x="19470" y="78703"/>
                  <a:pt x="22998" y="81907"/>
                </a:cubicBezTo>
                <a:cubicBezTo>
                  <a:pt x="25982" y="85251"/>
                  <a:pt x="29917" y="86922"/>
                  <a:pt x="34802" y="86922"/>
                </a:cubicBezTo>
                <a:lnTo>
                  <a:pt x="35616" y="86922"/>
                </a:lnTo>
                <a:cubicBezTo>
                  <a:pt x="50812" y="86922"/>
                  <a:pt x="63362" y="81002"/>
                  <a:pt x="73266" y="69162"/>
                </a:cubicBezTo>
                <a:cubicBezTo>
                  <a:pt x="74488" y="67769"/>
                  <a:pt x="75302" y="67072"/>
                  <a:pt x="75709" y="67072"/>
                </a:cubicBezTo>
                <a:cubicBezTo>
                  <a:pt x="76251" y="67072"/>
                  <a:pt x="77133" y="67699"/>
                  <a:pt x="78354" y="68953"/>
                </a:cubicBezTo>
                <a:cubicBezTo>
                  <a:pt x="79576" y="70206"/>
                  <a:pt x="80254" y="71181"/>
                  <a:pt x="80390" y="71878"/>
                </a:cubicBezTo>
                <a:cubicBezTo>
                  <a:pt x="80525" y="72574"/>
                  <a:pt x="79915" y="73619"/>
                  <a:pt x="78558" y="75012"/>
                </a:cubicBezTo>
                <a:cubicBezTo>
                  <a:pt x="77201" y="76405"/>
                  <a:pt x="75234" y="78355"/>
                  <a:pt x="72656" y="80863"/>
                </a:cubicBezTo>
                <a:cubicBezTo>
                  <a:pt x="70078" y="83370"/>
                  <a:pt x="67025" y="85459"/>
                  <a:pt x="63498" y="87131"/>
                </a:cubicBezTo>
                <a:cubicBezTo>
                  <a:pt x="59970" y="88803"/>
                  <a:pt x="55628" y="90544"/>
                  <a:pt x="50472" y="92355"/>
                </a:cubicBezTo>
                <a:cubicBezTo>
                  <a:pt x="45317" y="94166"/>
                  <a:pt x="39890" y="94932"/>
                  <a:pt x="34191" y="94653"/>
                </a:cubicBezTo>
                <a:cubicBezTo>
                  <a:pt x="24015" y="94653"/>
                  <a:pt x="15807" y="91310"/>
                  <a:pt x="9565" y="84624"/>
                </a:cubicBezTo>
                <a:cubicBezTo>
                  <a:pt x="3324" y="77937"/>
                  <a:pt x="136" y="69440"/>
                  <a:pt x="0" y="591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5117F5-E4B5-48DA-A77E-C6EF3917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218" y="3012808"/>
            <a:ext cx="96264" cy="94235"/>
          </a:xfrm>
          <a:custGeom xmlns:a="http://schemas.openxmlformats.org/drawingml/2006/main">
            <a:pathLst>
              <a:path w="96264" h="94235">
                <a:moveTo>
                  <a:pt x="0" y="59341"/>
                </a:moveTo>
                <a:cubicBezTo>
                  <a:pt x="0" y="45272"/>
                  <a:pt x="5156" y="31899"/>
                  <a:pt x="15467" y="19223"/>
                </a:cubicBezTo>
                <a:cubicBezTo>
                  <a:pt x="25779" y="6547"/>
                  <a:pt x="37379" y="139"/>
                  <a:pt x="50269" y="0"/>
                </a:cubicBezTo>
                <a:cubicBezTo>
                  <a:pt x="57189" y="0"/>
                  <a:pt x="63294" y="3413"/>
                  <a:pt x="68586" y="10238"/>
                </a:cubicBezTo>
                <a:cubicBezTo>
                  <a:pt x="70756" y="6059"/>
                  <a:pt x="73877" y="3970"/>
                  <a:pt x="77947" y="3970"/>
                </a:cubicBezTo>
                <a:cubicBezTo>
                  <a:pt x="79711" y="3970"/>
                  <a:pt x="81272" y="4527"/>
                  <a:pt x="82628" y="5642"/>
                </a:cubicBezTo>
                <a:cubicBezTo>
                  <a:pt x="83985" y="6756"/>
                  <a:pt x="84663" y="8149"/>
                  <a:pt x="84663" y="9821"/>
                </a:cubicBezTo>
                <a:cubicBezTo>
                  <a:pt x="84663" y="11631"/>
                  <a:pt x="82153" y="22775"/>
                  <a:pt x="77133" y="43252"/>
                </a:cubicBezTo>
                <a:cubicBezTo>
                  <a:pt x="72113" y="63729"/>
                  <a:pt x="69535" y="75291"/>
                  <a:pt x="69400" y="77937"/>
                </a:cubicBezTo>
                <a:cubicBezTo>
                  <a:pt x="69400" y="81420"/>
                  <a:pt x="69875" y="83718"/>
                  <a:pt x="70824" y="84833"/>
                </a:cubicBezTo>
                <a:cubicBezTo>
                  <a:pt x="71774" y="85947"/>
                  <a:pt x="73199" y="86574"/>
                  <a:pt x="75098" y="86713"/>
                </a:cubicBezTo>
                <a:cubicBezTo>
                  <a:pt x="76319" y="86574"/>
                  <a:pt x="77676" y="85947"/>
                  <a:pt x="79169" y="84833"/>
                </a:cubicBezTo>
                <a:cubicBezTo>
                  <a:pt x="82018" y="82047"/>
                  <a:pt x="84799" y="75360"/>
                  <a:pt x="87513" y="64774"/>
                </a:cubicBezTo>
                <a:cubicBezTo>
                  <a:pt x="88327" y="61988"/>
                  <a:pt x="89005" y="60525"/>
                  <a:pt x="89548" y="60386"/>
                </a:cubicBezTo>
                <a:cubicBezTo>
                  <a:pt x="89819" y="60246"/>
                  <a:pt x="90498" y="60177"/>
                  <a:pt x="91583" y="60177"/>
                </a:cubicBezTo>
                <a:lnTo>
                  <a:pt x="92397" y="60177"/>
                </a:lnTo>
                <a:cubicBezTo>
                  <a:pt x="94975" y="60177"/>
                  <a:pt x="96264" y="60804"/>
                  <a:pt x="96264" y="62057"/>
                </a:cubicBezTo>
                <a:cubicBezTo>
                  <a:pt x="96264" y="62893"/>
                  <a:pt x="95925" y="64774"/>
                  <a:pt x="95246" y="67699"/>
                </a:cubicBezTo>
                <a:cubicBezTo>
                  <a:pt x="94568" y="70624"/>
                  <a:pt x="93211" y="74385"/>
                  <a:pt x="91176" y="78982"/>
                </a:cubicBezTo>
                <a:cubicBezTo>
                  <a:pt x="89141" y="83579"/>
                  <a:pt x="86970" y="87061"/>
                  <a:pt x="84663" y="89429"/>
                </a:cubicBezTo>
                <a:cubicBezTo>
                  <a:pt x="82900" y="91240"/>
                  <a:pt x="80729" y="92703"/>
                  <a:pt x="78151" y="93817"/>
                </a:cubicBezTo>
                <a:cubicBezTo>
                  <a:pt x="77065" y="94096"/>
                  <a:pt x="75437" y="94235"/>
                  <a:pt x="73266" y="94235"/>
                </a:cubicBezTo>
                <a:cubicBezTo>
                  <a:pt x="68653" y="94235"/>
                  <a:pt x="64787" y="93191"/>
                  <a:pt x="61666" y="91101"/>
                </a:cubicBezTo>
                <a:cubicBezTo>
                  <a:pt x="58545" y="89012"/>
                  <a:pt x="56510" y="86852"/>
                  <a:pt x="55560" y="84624"/>
                </a:cubicBezTo>
                <a:lnTo>
                  <a:pt x="54339" y="81489"/>
                </a:lnTo>
                <a:cubicBezTo>
                  <a:pt x="54204" y="81350"/>
                  <a:pt x="53932" y="81420"/>
                  <a:pt x="53525" y="81698"/>
                </a:cubicBezTo>
                <a:cubicBezTo>
                  <a:pt x="53254" y="81977"/>
                  <a:pt x="52983" y="82256"/>
                  <a:pt x="52711" y="82534"/>
                </a:cubicBezTo>
                <a:cubicBezTo>
                  <a:pt x="44706" y="90335"/>
                  <a:pt x="36565" y="94235"/>
                  <a:pt x="28289" y="94235"/>
                </a:cubicBezTo>
                <a:cubicBezTo>
                  <a:pt x="20827" y="94235"/>
                  <a:pt x="14246" y="91449"/>
                  <a:pt x="8548" y="85877"/>
                </a:cubicBezTo>
                <a:cubicBezTo>
                  <a:pt x="2849" y="80305"/>
                  <a:pt x="0" y="71460"/>
                  <a:pt x="0" y="59341"/>
                </a:cubicBezTo>
                <a:close/>
                <a:moveTo>
                  <a:pt x="64719" y="23611"/>
                </a:moveTo>
                <a:cubicBezTo>
                  <a:pt x="64719" y="22775"/>
                  <a:pt x="64380" y="21243"/>
                  <a:pt x="63701" y="19014"/>
                </a:cubicBezTo>
                <a:cubicBezTo>
                  <a:pt x="63023" y="16785"/>
                  <a:pt x="61462" y="14348"/>
                  <a:pt x="59020" y="11701"/>
                </a:cubicBezTo>
                <a:cubicBezTo>
                  <a:pt x="56578" y="9054"/>
                  <a:pt x="53457" y="7661"/>
                  <a:pt x="49658" y="7522"/>
                </a:cubicBezTo>
                <a:cubicBezTo>
                  <a:pt x="44910" y="7522"/>
                  <a:pt x="40364" y="9681"/>
                  <a:pt x="36023" y="13999"/>
                </a:cubicBezTo>
                <a:cubicBezTo>
                  <a:pt x="31681" y="18318"/>
                  <a:pt x="28289" y="23959"/>
                  <a:pt x="25847" y="30924"/>
                </a:cubicBezTo>
                <a:cubicBezTo>
                  <a:pt x="21912" y="41929"/>
                  <a:pt x="19131" y="53351"/>
                  <a:pt x="17503" y="65192"/>
                </a:cubicBezTo>
                <a:cubicBezTo>
                  <a:pt x="17503" y="65609"/>
                  <a:pt x="17503" y="66376"/>
                  <a:pt x="17503" y="67490"/>
                </a:cubicBezTo>
                <a:cubicBezTo>
                  <a:pt x="17503" y="68604"/>
                  <a:pt x="17435" y="69440"/>
                  <a:pt x="17299" y="69997"/>
                </a:cubicBezTo>
                <a:cubicBezTo>
                  <a:pt x="17299" y="76266"/>
                  <a:pt x="18520" y="80584"/>
                  <a:pt x="20962" y="82952"/>
                </a:cubicBezTo>
                <a:cubicBezTo>
                  <a:pt x="23405" y="85320"/>
                  <a:pt x="26322" y="86574"/>
                  <a:pt x="29714" y="86713"/>
                </a:cubicBezTo>
                <a:cubicBezTo>
                  <a:pt x="34869" y="86713"/>
                  <a:pt x="39957" y="84415"/>
                  <a:pt x="44977" y="79818"/>
                </a:cubicBezTo>
                <a:cubicBezTo>
                  <a:pt x="49998" y="75221"/>
                  <a:pt x="52983" y="71669"/>
                  <a:pt x="53932" y="69162"/>
                </a:cubicBezTo>
                <a:cubicBezTo>
                  <a:pt x="54204" y="68604"/>
                  <a:pt x="56035" y="61152"/>
                  <a:pt x="59427" y="46804"/>
                </a:cubicBezTo>
                <a:cubicBezTo>
                  <a:pt x="62819" y="32456"/>
                  <a:pt x="64583" y="24725"/>
                  <a:pt x="64719" y="236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48CB39-B2B6-4879-B65D-5821072F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218" y="3012808"/>
            <a:ext cx="96264" cy="94235"/>
          </a:xfrm>
          <a:custGeom xmlns:a="http://schemas.openxmlformats.org/drawingml/2006/main">
            <a:pathLst>
              <a:path w="96264" h="94235" fill="none">
                <a:moveTo>
                  <a:pt x="0" y="59341"/>
                </a:moveTo>
                <a:cubicBezTo>
                  <a:pt x="0" y="45272"/>
                  <a:pt x="5156" y="31899"/>
                  <a:pt x="15467" y="19223"/>
                </a:cubicBezTo>
                <a:cubicBezTo>
                  <a:pt x="25779" y="6547"/>
                  <a:pt x="37379" y="139"/>
                  <a:pt x="50269" y="0"/>
                </a:cubicBezTo>
                <a:cubicBezTo>
                  <a:pt x="57189" y="0"/>
                  <a:pt x="63294" y="3413"/>
                  <a:pt x="68586" y="10238"/>
                </a:cubicBezTo>
                <a:cubicBezTo>
                  <a:pt x="70756" y="6059"/>
                  <a:pt x="73877" y="3970"/>
                  <a:pt x="77947" y="3970"/>
                </a:cubicBezTo>
                <a:cubicBezTo>
                  <a:pt x="79711" y="3970"/>
                  <a:pt x="81272" y="4527"/>
                  <a:pt x="82628" y="5642"/>
                </a:cubicBezTo>
                <a:cubicBezTo>
                  <a:pt x="83985" y="6756"/>
                  <a:pt x="84663" y="8149"/>
                  <a:pt x="84663" y="9821"/>
                </a:cubicBezTo>
                <a:cubicBezTo>
                  <a:pt x="84663" y="11631"/>
                  <a:pt x="82153" y="22775"/>
                  <a:pt x="77133" y="43252"/>
                </a:cubicBezTo>
                <a:cubicBezTo>
                  <a:pt x="72113" y="63729"/>
                  <a:pt x="69535" y="75291"/>
                  <a:pt x="69400" y="77937"/>
                </a:cubicBezTo>
                <a:cubicBezTo>
                  <a:pt x="69400" y="81420"/>
                  <a:pt x="69875" y="83718"/>
                  <a:pt x="70824" y="84833"/>
                </a:cubicBezTo>
                <a:cubicBezTo>
                  <a:pt x="71774" y="85947"/>
                  <a:pt x="73199" y="86574"/>
                  <a:pt x="75098" y="86713"/>
                </a:cubicBezTo>
                <a:cubicBezTo>
                  <a:pt x="76319" y="86574"/>
                  <a:pt x="77676" y="85947"/>
                  <a:pt x="79169" y="84833"/>
                </a:cubicBezTo>
                <a:cubicBezTo>
                  <a:pt x="82018" y="82047"/>
                  <a:pt x="84799" y="75360"/>
                  <a:pt x="87513" y="64774"/>
                </a:cubicBezTo>
                <a:cubicBezTo>
                  <a:pt x="88327" y="61988"/>
                  <a:pt x="89005" y="60525"/>
                  <a:pt x="89548" y="60386"/>
                </a:cubicBezTo>
                <a:cubicBezTo>
                  <a:pt x="89819" y="60246"/>
                  <a:pt x="90498" y="60177"/>
                  <a:pt x="91583" y="60177"/>
                </a:cubicBezTo>
                <a:lnTo>
                  <a:pt x="92397" y="60177"/>
                </a:lnTo>
                <a:cubicBezTo>
                  <a:pt x="94975" y="60177"/>
                  <a:pt x="96264" y="60804"/>
                  <a:pt x="96264" y="62057"/>
                </a:cubicBezTo>
                <a:cubicBezTo>
                  <a:pt x="96264" y="62893"/>
                  <a:pt x="95925" y="64774"/>
                  <a:pt x="95246" y="67699"/>
                </a:cubicBezTo>
                <a:cubicBezTo>
                  <a:pt x="94568" y="70624"/>
                  <a:pt x="93211" y="74385"/>
                  <a:pt x="91176" y="78982"/>
                </a:cubicBezTo>
                <a:cubicBezTo>
                  <a:pt x="89141" y="83579"/>
                  <a:pt x="86970" y="87061"/>
                  <a:pt x="84663" y="89429"/>
                </a:cubicBezTo>
                <a:cubicBezTo>
                  <a:pt x="82900" y="91240"/>
                  <a:pt x="80729" y="92703"/>
                  <a:pt x="78151" y="93817"/>
                </a:cubicBezTo>
                <a:cubicBezTo>
                  <a:pt x="77065" y="94096"/>
                  <a:pt x="75437" y="94235"/>
                  <a:pt x="73266" y="94235"/>
                </a:cubicBezTo>
                <a:cubicBezTo>
                  <a:pt x="68653" y="94235"/>
                  <a:pt x="64787" y="93191"/>
                  <a:pt x="61666" y="91101"/>
                </a:cubicBezTo>
                <a:cubicBezTo>
                  <a:pt x="58545" y="89012"/>
                  <a:pt x="56510" y="86852"/>
                  <a:pt x="55560" y="84624"/>
                </a:cubicBezTo>
                <a:lnTo>
                  <a:pt x="54339" y="81489"/>
                </a:lnTo>
                <a:cubicBezTo>
                  <a:pt x="54204" y="81350"/>
                  <a:pt x="53932" y="81420"/>
                  <a:pt x="53525" y="81698"/>
                </a:cubicBezTo>
                <a:cubicBezTo>
                  <a:pt x="53254" y="81977"/>
                  <a:pt x="52983" y="82256"/>
                  <a:pt x="52711" y="82534"/>
                </a:cubicBezTo>
                <a:cubicBezTo>
                  <a:pt x="44706" y="90335"/>
                  <a:pt x="36565" y="94235"/>
                  <a:pt x="28289" y="94235"/>
                </a:cubicBezTo>
                <a:cubicBezTo>
                  <a:pt x="20827" y="94235"/>
                  <a:pt x="14246" y="91449"/>
                  <a:pt x="8548" y="85877"/>
                </a:cubicBezTo>
                <a:cubicBezTo>
                  <a:pt x="2849" y="80305"/>
                  <a:pt x="0" y="71460"/>
                  <a:pt x="0" y="59341"/>
                </a:cubicBezTo>
                <a:close/>
                <a:moveTo>
                  <a:pt x="64719" y="23611"/>
                </a:moveTo>
                <a:cubicBezTo>
                  <a:pt x="64719" y="22775"/>
                  <a:pt x="64380" y="21243"/>
                  <a:pt x="63701" y="19014"/>
                </a:cubicBezTo>
                <a:cubicBezTo>
                  <a:pt x="63023" y="16785"/>
                  <a:pt x="61462" y="14348"/>
                  <a:pt x="59020" y="11701"/>
                </a:cubicBezTo>
                <a:cubicBezTo>
                  <a:pt x="56578" y="9054"/>
                  <a:pt x="53457" y="7661"/>
                  <a:pt x="49658" y="7522"/>
                </a:cubicBezTo>
                <a:cubicBezTo>
                  <a:pt x="44910" y="7522"/>
                  <a:pt x="40364" y="9681"/>
                  <a:pt x="36023" y="13999"/>
                </a:cubicBezTo>
                <a:cubicBezTo>
                  <a:pt x="31681" y="18318"/>
                  <a:pt x="28289" y="23959"/>
                  <a:pt x="25847" y="30924"/>
                </a:cubicBezTo>
                <a:cubicBezTo>
                  <a:pt x="21912" y="41929"/>
                  <a:pt x="19131" y="53351"/>
                  <a:pt x="17503" y="65192"/>
                </a:cubicBezTo>
                <a:cubicBezTo>
                  <a:pt x="17503" y="65609"/>
                  <a:pt x="17503" y="66376"/>
                  <a:pt x="17503" y="67490"/>
                </a:cubicBezTo>
                <a:cubicBezTo>
                  <a:pt x="17503" y="68604"/>
                  <a:pt x="17435" y="69440"/>
                  <a:pt x="17299" y="69997"/>
                </a:cubicBezTo>
                <a:cubicBezTo>
                  <a:pt x="17299" y="76266"/>
                  <a:pt x="18520" y="80584"/>
                  <a:pt x="20962" y="82952"/>
                </a:cubicBezTo>
                <a:cubicBezTo>
                  <a:pt x="23405" y="85320"/>
                  <a:pt x="26322" y="86574"/>
                  <a:pt x="29714" y="86713"/>
                </a:cubicBezTo>
                <a:cubicBezTo>
                  <a:pt x="34869" y="86713"/>
                  <a:pt x="39957" y="84415"/>
                  <a:pt x="44977" y="79818"/>
                </a:cubicBezTo>
                <a:cubicBezTo>
                  <a:pt x="49998" y="75221"/>
                  <a:pt x="52983" y="71669"/>
                  <a:pt x="53932" y="69162"/>
                </a:cubicBezTo>
                <a:cubicBezTo>
                  <a:pt x="54204" y="68604"/>
                  <a:pt x="56035" y="61152"/>
                  <a:pt x="59427" y="46804"/>
                </a:cubicBezTo>
                <a:cubicBezTo>
                  <a:pt x="62819" y="32456"/>
                  <a:pt x="64583" y="24725"/>
                  <a:pt x="64719" y="2361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0C701B-2058-463B-B3F5-4E1E2D65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030" y="2974153"/>
            <a:ext cx="63294" cy="133099"/>
          </a:xfrm>
          <a:custGeom xmlns:a="http://schemas.openxmlformats.org/drawingml/2006/main">
            <a:pathLst>
              <a:path w="63294" h="133099">
                <a:moveTo>
                  <a:pt x="1425" y="50356"/>
                </a:moveTo>
                <a:cubicBezTo>
                  <a:pt x="475" y="49381"/>
                  <a:pt x="0" y="48685"/>
                  <a:pt x="0" y="48267"/>
                </a:cubicBezTo>
                <a:cubicBezTo>
                  <a:pt x="0" y="47710"/>
                  <a:pt x="204" y="46595"/>
                  <a:pt x="611" y="44924"/>
                </a:cubicBezTo>
                <a:cubicBezTo>
                  <a:pt x="1018" y="43252"/>
                  <a:pt x="1357" y="42277"/>
                  <a:pt x="1628" y="41998"/>
                </a:cubicBezTo>
                <a:cubicBezTo>
                  <a:pt x="1900" y="41302"/>
                  <a:pt x="2510" y="40954"/>
                  <a:pt x="3460" y="40954"/>
                </a:cubicBezTo>
                <a:cubicBezTo>
                  <a:pt x="4410" y="40954"/>
                  <a:pt x="7869" y="40884"/>
                  <a:pt x="13839" y="40745"/>
                </a:cubicBezTo>
                <a:lnTo>
                  <a:pt x="24626" y="40745"/>
                </a:lnTo>
                <a:lnTo>
                  <a:pt x="28493" y="24029"/>
                </a:lnTo>
                <a:cubicBezTo>
                  <a:pt x="28900" y="22497"/>
                  <a:pt x="29374" y="20477"/>
                  <a:pt x="29917" y="17969"/>
                </a:cubicBezTo>
                <a:cubicBezTo>
                  <a:pt x="30460" y="15462"/>
                  <a:pt x="30935" y="13651"/>
                  <a:pt x="31342" y="12537"/>
                </a:cubicBezTo>
                <a:cubicBezTo>
                  <a:pt x="31749" y="11422"/>
                  <a:pt x="32156" y="10029"/>
                  <a:pt x="32563" y="8358"/>
                </a:cubicBezTo>
                <a:cubicBezTo>
                  <a:pt x="32970" y="6686"/>
                  <a:pt x="33513" y="5502"/>
                  <a:pt x="34191" y="4806"/>
                </a:cubicBezTo>
                <a:cubicBezTo>
                  <a:pt x="34869" y="4109"/>
                  <a:pt x="35548" y="3274"/>
                  <a:pt x="36226" y="2298"/>
                </a:cubicBezTo>
                <a:cubicBezTo>
                  <a:pt x="36905" y="1323"/>
                  <a:pt x="37854" y="696"/>
                  <a:pt x="39075" y="418"/>
                </a:cubicBezTo>
                <a:cubicBezTo>
                  <a:pt x="40297" y="139"/>
                  <a:pt x="41518" y="0"/>
                  <a:pt x="42739" y="0"/>
                </a:cubicBezTo>
                <a:cubicBezTo>
                  <a:pt x="45181" y="139"/>
                  <a:pt x="46877" y="905"/>
                  <a:pt x="47827" y="2298"/>
                </a:cubicBezTo>
                <a:cubicBezTo>
                  <a:pt x="48776" y="3691"/>
                  <a:pt x="49251" y="5015"/>
                  <a:pt x="49251" y="6268"/>
                </a:cubicBezTo>
                <a:cubicBezTo>
                  <a:pt x="49251" y="7244"/>
                  <a:pt x="48641" y="10517"/>
                  <a:pt x="47420" y="16089"/>
                </a:cubicBezTo>
                <a:cubicBezTo>
                  <a:pt x="46199" y="21661"/>
                  <a:pt x="44842" y="27163"/>
                  <a:pt x="43349" y="32596"/>
                </a:cubicBezTo>
                <a:lnTo>
                  <a:pt x="41314" y="40327"/>
                </a:lnTo>
                <a:cubicBezTo>
                  <a:pt x="41314" y="40605"/>
                  <a:pt x="44706" y="40745"/>
                  <a:pt x="51490" y="40745"/>
                </a:cubicBezTo>
                <a:lnTo>
                  <a:pt x="61869" y="40745"/>
                </a:lnTo>
                <a:cubicBezTo>
                  <a:pt x="62819" y="41720"/>
                  <a:pt x="63294" y="42486"/>
                  <a:pt x="63294" y="43043"/>
                </a:cubicBezTo>
                <a:cubicBezTo>
                  <a:pt x="63294" y="46108"/>
                  <a:pt x="62412" y="48545"/>
                  <a:pt x="60648" y="50356"/>
                </a:cubicBezTo>
                <a:lnTo>
                  <a:pt x="38872" y="50356"/>
                </a:lnTo>
                <a:lnTo>
                  <a:pt x="31545" y="80654"/>
                </a:lnTo>
                <a:cubicBezTo>
                  <a:pt x="26254" y="102941"/>
                  <a:pt x="23608" y="114921"/>
                  <a:pt x="23608" y="116593"/>
                </a:cubicBezTo>
                <a:cubicBezTo>
                  <a:pt x="23608" y="122443"/>
                  <a:pt x="25440" y="125368"/>
                  <a:pt x="29103" y="125368"/>
                </a:cubicBezTo>
                <a:cubicBezTo>
                  <a:pt x="33852" y="125368"/>
                  <a:pt x="38465" y="123000"/>
                  <a:pt x="42942" y="118264"/>
                </a:cubicBezTo>
                <a:cubicBezTo>
                  <a:pt x="47420" y="113528"/>
                  <a:pt x="51015" y="107678"/>
                  <a:pt x="53729" y="100713"/>
                </a:cubicBezTo>
                <a:cubicBezTo>
                  <a:pt x="54000" y="99877"/>
                  <a:pt x="54339" y="99389"/>
                  <a:pt x="54746" y="99250"/>
                </a:cubicBezTo>
                <a:cubicBezTo>
                  <a:pt x="55153" y="99111"/>
                  <a:pt x="56171" y="98971"/>
                  <a:pt x="57799" y="98832"/>
                </a:cubicBezTo>
                <a:lnTo>
                  <a:pt x="58613" y="98832"/>
                </a:lnTo>
                <a:cubicBezTo>
                  <a:pt x="60648" y="98832"/>
                  <a:pt x="61666" y="99389"/>
                  <a:pt x="61666" y="100504"/>
                </a:cubicBezTo>
                <a:cubicBezTo>
                  <a:pt x="61666" y="100922"/>
                  <a:pt x="61462" y="101757"/>
                  <a:pt x="61055" y="103011"/>
                </a:cubicBezTo>
                <a:cubicBezTo>
                  <a:pt x="60377" y="105240"/>
                  <a:pt x="59156" y="107886"/>
                  <a:pt x="57392" y="110951"/>
                </a:cubicBezTo>
                <a:cubicBezTo>
                  <a:pt x="55628" y="114016"/>
                  <a:pt x="53322" y="117289"/>
                  <a:pt x="50472" y="120772"/>
                </a:cubicBezTo>
                <a:cubicBezTo>
                  <a:pt x="47623" y="124254"/>
                  <a:pt x="44163" y="127179"/>
                  <a:pt x="40093" y="129547"/>
                </a:cubicBezTo>
                <a:cubicBezTo>
                  <a:pt x="36023" y="131915"/>
                  <a:pt x="31884" y="133099"/>
                  <a:pt x="27678" y="133099"/>
                </a:cubicBezTo>
                <a:cubicBezTo>
                  <a:pt x="23608" y="133099"/>
                  <a:pt x="19741" y="132055"/>
                  <a:pt x="16078" y="129965"/>
                </a:cubicBezTo>
                <a:cubicBezTo>
                  <a:pt x="12415" y="127876"/>
                  <a:pt x="9769" y="124254"/>
                  <a:pt x="8141" y="119100"/>
                </a:cubicBezTo>
                <a:cubicBezTo>
                  <a:pt x="7869" y="117986"/>
                  <a:pt x="7734" y="116105"/>
                  <a:pt x="7734" y="113458"/>
                </a:cubicBezTo>
                <a:lnTo>
                  <a:pt x="7734" y="109697"/>
                </a:lnTo>
                <a:lnTo>
                  <a:pt x="14857" y="80445"/>
                </a:lnTo>
                <a:cubicBezTo>
                  <a:pt x="19606" y="60804"/>
                  <a:pt x="22048" y="50913"/>
                  <a:pt x="22183" y="50774"/>
                </a:cubicBezTo>
                <a:cubicBezTo>
                  <a:pt x="22183" y="50496"/>
                  <a:pt x="18724" y="50356"/>
                  <a:pt x="11804" y="50356"/>
                </a:cubicBezTo>
                <a:lnTo>
                  <a:pt x="1425" y="503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0D481E-2D7F-4D7A-BA61-3EA1B7E1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030" y="2974153"/>
            <a:ext cx="63294" cy="133099"/>
          </a:xfrm>
          <a:custGeom xmlns:a="http://schemas.openxmlformats.org/drawingml/2006/main">
            <a:pathLst>
              <a:path w="63294" h="133099" fill="none">
                <a:moveTo>
                  <a:pt x="1425" y="50356"/>
                </a:moveTo>
                <a:cubicBezTo>
                  <a:pt x="475" y="49381"/>
                  <a:pt x="0" y="48685"/>
                  <a:pt x="0" y="48267"/>
                </a:cubicBezTo>
                <a:cubicBezTo>
                  <a:pt x="0" y="47710"/>
                  <a:pt x="204" y="46595"/>
                  <a:pt x="611" y="44924"/>
                </a:cubicBezTo>
                <a:cubicBezTo>
                  <a:pt x="1018" y="43252"/>
                  <a:pt x="1357" y="42277"/>
                  <a:pt x="1628" y="41998"/>
                </a:cubicBezTo>
                <a:cubicBezTo>
                  <a:pt x="1900" y="41302"/>
                  <a:pt x="2510" y="40954"/>
                  <a:pt x="3460" y="40954"/>
                </a:cubicBezTo>
                <a:cubicBezTo>
                  <a:pt x="4410" y="40954"/>
                  <a:pt x="7869" y="40884"/>
                  <a:pt x="13839" y="40745"/>
                </a:cubicBezTo>
                <a:lnTo>
                  <a:pt x="24626" y="40745"/>
                </a:lnTo>
                <a:lnTo>
                  <a:pt x="28493" y="24029"/>
                </a:lnTo>
                <a:cubicBezTo>
                  <a:pt x="28900" y="22497"/>
                  <a:pt x="29374" y="20477"/>
                  <a:pt x="29917" y="17969"/>
                </a:cubicBezTo>
                <a:cubicBezTo>
                  <a:pt x="30460" y="15462"/>
                  <a:pt x="30935" y="13651"/>
                  <a:pt x="31342" y="12537"/>
                </a:cubicBezTo>
                <a:cubicBezTo>
                  <a:pt x="31749" y="11422"/>
                  <a:pt x="32156" y="10029"/>
                  <a:pt x="32563" y="8358"/>
                </a:cubicBezTo>
                <a:cubicBezTo>
                  <a:pt x="32970" y="6686"/>
                  <a:pt x="33513" y="5502"/>
                  <a:pt x="34191" y="4806"/>
                </a:cubicBezTo>
                <a:cubicBezTo>
                  <a:pt x="34869" y="4109"/>
                  <a:pt x="35548" y="3274"/>
                  <a:pt x="36226" y="2298"/>
                </a:cubicBezTo>
                <a:cubicBezTo>
                  <a:pt x="36905" y="1323"/>
                  <a:pt x="37854" y="696"/>
                  <a:pt x="39075" y="418"/>
                </a:cubicBezTo>
                <a:cubicBezTo>
                  <a:pt x="40297" y="139"/>
                  <a:pt x="41518" y="0"/>
                  <a:pt x="42739" y="0"/>
                </a:cubicBezTo>
                <a:cubicBezTo>
                  <a:pt x="45181" y="139"/>
                  <a:pt x="46877" y="905"/>
                  <a:pt x="47827" y="2298"/>
                </a:cubicBezTo>
                <a:cubicBezTo>
                  <a:pt x="48776" y="3691"/>
                  <a:pt x="49251" y="5015"/>
                  <a:pt x="49251" y="6268"/>
                </a:cubicBezTo>
                <a:cubicBezTo>
                  <a:pt x="49251" y="7244"/>
                  <a:pt x="48641" y="10517"/>
                  <a:pt x="47420" y="16089"/>
                </a:cubicBezTo>
                <a:cubicBezTo>
                  <a:pt x="46199" y="21661"/>
                  <a:pt x="44842" y="27163"/>
                  <a:pt x="43349" y="32596"/>
                </a:cubicBezTo>
                <a:lnTo>
                  <a:pt x="41314" y="40327"/>
                </a:lnTo>
                <a:cubicBezTo>
                  <a:pt x="41314" y="40605"/>
                  <a:pt x="44706" y="40745"/>
                  <a:pt x="51490" y="40745"/>
                </a:cubicBezTo>
                <a:lnTo>
                  <a:pt x="61869" y="40745"/>
                </a:lnTo>
                <a:cubicBezTo>
                  <a:pt x="62819" y="41720"/>
                  <a:pt x="63294" y="42486"/>
                  <a:pt x="63294" y="43043"/>
                </a:cubicBezTo>
                <a:cubicBezTo>
                  <a:pt x="63294" y="46108"/>
                  <a:pt x="62412" y="48545"/>
                  <a:pt x="60648" y="50356"/>
                </a:cubicBezTo>
                <a:lnTo>
                  <a:pt x="38872" y="50356"/>
                </a:lnTo>
                <a:lnTo>
                  <a:pt x="31545" y="80654"/>
                </a:lnTo>
                <a:cubicBezTo>
                  <a:pt x="26254" y="102941"/>
                  <a:pt x="23608" y="114921"/>
                  <a:pt x="23608" y="116593"/>
                </a:cubicBezTo>
                <a:cubicBezTo>
                  <a:pt x="23608" y="122443"/>
                  <a:pt x="25440" y="125368"/>
                  <a:pt x="29103" y="125368"/>
                </a:cubicBezTo>
                <a:cubicBezTo>
                  <a:pt x="33852" y="125368"/>
                  <a:pt x="38465" y="123000"/>
                  <a:pt x="42942" y="118264"/>
                </a:cubicBezTo>
                <a:cubicBezTo>
                  <a:pt x="47420" y="113528"/>
                  <a:pt x="51015" y="107678"/>
                  <a:pt x="53729" y="100713"/>
                </a:cubicBezTo>
                <a:cubicBezTo>
                  <a:pt x="54000" y="99877"/>
                  <a:pt x="54339" y="99389"/>
                  <a:pt x="54746" y="99250"/>
                </a:cubicBezTo>
                <a:cubicBezTo>
                  <a:pt x="55153" y="99111"/>
                  <a:pt x="56171" y="98971"/>
                  <a:pt x="57799" y="98832"/>
                </a:cubicBezTo>
                <a:lnTo>
                  <a:pt x="58613" y="98832"/>
                </a:lnTo>
                <a:cubicBezTo>
                  <a:pt x="60648" y="98832"/>
                  <a:pt x="61666" y="99389"/>
                  <a:pt x="61666" y="100504"/>
                </a:cubicBezTo>
                <a:cubicBezTo>
                  <a:pt x="61666" y="100922"/>
                  <a:pt x="61462" y="101757"/>
                  <a:pt x="61055" y="103011"/>
                </a:cubicBezTo>
                <a:cubicBezTo>
                  <a:pt x="60377" y="105240"/>
                  <a:pt x="59156" y="107886"/>
                  <a:pt x="57392" y="110951"/>
                </a:cubicBezTo>
                <a:cubicBezTo>
                  <a:pt x="55628" y="114016"/>
                  <a:pt x="53322" y="117289"/>
                  <a:pt x="50472" y="120772"/>
                </a:cubicBezTo>
                <a:cubicBezTo>
                  <a:pt x="47623" y="124254"/>
                  <a:pt x="44163" y="127179"/>
                  <a:pt x="40093" y="129547"/>
                </a:cubicBezTo>
                <a:cubicBezTo>
                  <a:pt x="36023" y="131915"/>
                  <a:pt x="31884" y="133099"/>
                  <a:pt x="27678" y="133099"/>
                </a:cubicBezTo>
                <a:cubicBezTo>
                  <a:pt x="23608" y="133099"/>
                  <a:pt x="19741" y="132055"/>
                  <a:pt x="16078" y="129965"/>
                </a:cubicBezTo>
                <a:cubicBezTo>
                  <a:pt x="12415" y="127876"/>
                  <a:pt x="9769" y="124254"/>
                  <a:pt x="8141" y="119100"/>
                </a:cubicBezTo>
                <a:cubicBezTo>
                  <a:pt x="7869" y="117986"/>
                  <a:pt x="7734" y="116105"/>
                  <a:pt x="7734" y="113458"/>
                </a:cubicBezTo>
                <a:lnTo>
                  <a:pt x="7734" y="109697"/>
                </a:lnTo>
                <a:lnTo>
                  <a:pt x="14857" y="80445"/>
                </a:lnTo>
                <a:cubicBezTo>
                  <a:pt x="19606" y="60804"/>
                  <a:pt x="22048" y="50913"/>
                  <a:pt x="22183" y="50774"/>
                </a:cubicBezTo>
                <a:cubicBezTo>
                  <a:pt x="22183" y="50496"/>
                  <a:pt x="18724" y="50356"/>
                  <a:pt x="11804" y="50356"/>
                </a:cubicBezTo>
                <a:lnTo>
                  <a:pt x="1425" y="503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07199C-15EE-4BC3-9EAF-EAB89B66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500" y="2974153"/>
            <a:ext cx="63294" cy="133099"/>
          </a:xfrm>
          <a:custGeom xmlns:a="http://schemas.openxmlformats.org/drawingml/2006/main">
            <a:pathLst>
              <a:path w="63294" h="133099">
                <a:moveTo>
                  <a:pt x="1425" y="50356"/>
                </a:moveTo>
                <a:cubicBezTo>
                  <a:pt x="475" y="49381"/>
                  <a:pt x="0" y="48685"/>
                  <a:pt x="0" y="48267"/>
                </a:cubicBezTo>
                <a:cubicBezTo>
                  <a:pt x="0" y="47710"/>
                  <a:pt x="204" y="46595"/>
                  <a:pt x="611" y="44924"/>
                </a:cubicBezTo>
                <a:cubicBezTo>
                  <a:pt x="1018" y="43252"/>
                  <a:pt x="1357" y="42277"/>
                  <a:pt x="1628" y="41998"/>
                </a:cubicBezTo>
                <a:cubicBezTo>
                  <a:pt x="1900" y="41302"/>
                  <a:pt x="2510" y="40954"/>
                  <a:pt x="3460" y="40954"/>
                </a:cubicBezTo>
                <a:cubicBezTo>
                  <a:pt x="4410" y="40954"/>
                  <a:pt x="7869" y="40884"/>
                  <a:pt x="13839" y="40745"/>
                </a:cubicBezTo>
                <a:lnTo>
                  <a:pt x="24626" y="40745"/>
                </a:lnTo>
                <a:lnTo>
                  <a:pt x="28493" y="24029"/>
                </a:lnTo>
                <a:cubicBezTo>
                  <a:pt x="28900" y="22497"/>
                  <a:pt x="29374" y="20477"/>
                  <a:pt x="29917" y="17969"/>
                </a:cubicBezTo>
                <a:cubicBezTo>
                  <a:pt x="30460" y="15462"/>
                  <a:pt x="30935" y="13651"/>
                  <a:pt x="31342" y="12537"/>
                </a:cubicBezTo>
                <a:cubicBezTo>
                  <a:pt x="31749" y="11422"/>
                  <a:pt x="32156" y="10029"/>
                  <a:pt x="32563" y="8358"/>
                </a:cubicBezTo>
                <a:cubicBezTo>
                  <a:pt x="32970" y="6686"/>
                  <a:pt x="33513" y="5502"/>
                  <a:pt x="34191" y="4806"/>
                </a:cubicBezTo>
                <a:cubicBezTo>
                  <a:pt x="34869" y="4109"/>
                  <a:pt x="35548" y="3274"/>
                  <a:pt x="36226" y="2298"/>
                </a:cubicBezTo>
                <a:cubicBezTo>
                  <a:pt x="36905" y="1323"/>
                  <a:pt x="37854" y="696"/>
                  <a:pt x="39075" y="418"/>
                </a:cubicBezTo>
                <a:cubicBezTo>
                  <a:pt x="40297" y="139"/>
                  <a:pt x="41518" y="0"/>
                  <a:pt x="42739" y="0"/>
                </a:cubicBezTo>
                <a:cubicBezTo>
                  <a:pt x="45181" y="139"/>
                  <a:pt x="46877" y="905"/>
                  <a:pt x="47827" y="2298"/>
                </a:cubicBezTo>
                <a:cubicBezTo>
                  <a:pt x="48776" y="3691"/>
                  <a:pt x="49251" y="5015"/>
                  <a:pt x="49251" y="6268"/>
                </a:cubicBezTo>
                <a:cubicBezTo>
                  <a:pt x="49251" y="7244"/>
                  <a:pt x="48641" y="10517"/>
                  <a:pt x="47420" y="16089"/>
                </a:cubicBezTo>
                <a:cubicBezTo>
                  <a:pt x="46199" y="21661"/>
                  <a:pt x="44842" y="27163"/>
                  <a:pt x="43349" y="32596"/>
                </a:cubicBezTo>
                <a:lnTo>
                  <a:pt x="41314" y="40327"/>
                </a:lnTo>
                <a:cubicBezTo>
                  <a:pt x="41314" y="40605"/>
                  <a:pt x="44706" y="40745"/>
                  <a:pt x="51490" y="40745"/>
                </a:cubicBezTo>
                <a:lnTo>
                  <a:pt x="61869" y="40745"/>
                </a:lnTo>
                <a:cubicBezTo>
                  <a:pt x="62819" y="41720"/>
                  <a:pt x="63294" y="42486"/>
                  <a:pt x="63294" y="43043"/>
                </a:cubicBezTo>
                <a:cubicBezTo>
                  <a:pt x="63294" y="46108"/>
                  <a:pt x="62412" y="48545"/>
                  <a:pt x="60648" y="50356"/>
                </a:cubicBezTo>
                <a:lnTo>
                  <a:pt x="38872" y="50356"/>
                </a:lnTo>
                <a:lnTo>
                  <a:pt x="31545" y="80654"/>
                </a:lnTo>
                <a:cubicBezTo>
                  <a:pt x="26254" y="102941"/>
                  <a:pt x="23608" y="114921"/>
                  <a:pt x="23608" y="116593"/>
                </a:cubicBezTo>
                <a:cubicBezTo>
                  <a:pt x="23608" y="122443"/>
                  <a:pt x="25440" y="125368"/>
                  <a:pt x="29103" y="125368"/>
                </a:cubicBezTo>
                <a:cubicBezTo>
                  <a:pt x="33852" y="125368"/>
                  <a:pt x="38465" y="123000"/>
                  <a:pt x="42942" y="118264"/>
                </a:cubicBezTo>
                <a:cubicBezTo>
                  <a:pt x="47420" y="113528"/>
                  <a:pt x="51015" y="107678"/>
                  <a:pt x="53729" y="100713"/>
                </a:cubicBezTo>
                <a:cubicBezTo>
                  <a:pt x="54000" y="99877"/>
                  <a:pt x="54339" y="99389"/>
                  <a:pt x="54746" y="99250"/>
                </a:cubicBezTo>
                <a:cubicBezTo>
                  <a:pt x="55153" y="99111"/>
                  <a:pt x="56171" y="98971"/>
                  <a:pt x="57799" y="98832"/>
                </a:cubicBezTo>
                <a:lnTo>
                  <a:pt x="58613" y="98832"/>
                </a:lnTo>
                <a:cubicBezTo>
                  <a:pt x="60648" y="98832"/>
                  <a:pt x="61666" y="99389"/>
                  <a:pt x="61666" y="100504"/>
                </a:cubicBezTo>
                <a:cubicBezTo>
                  <a:pt x="61666" y="100922"/>
                  <a:pt x="61462" y="101757"/>
                  <a:pt x="61055" y="103011"/>
                </a:cubicBezTo>
                <a:cubicBezTo>
                  <a:pt x="60377" y="105240"/>
                  <a:pt x="59156" y="107886"/>
                  <a:pt x="57392" y="110951"/>
                </a:cubicBezTo>
                <a:cubicBezTo>
                  <a:pt x="55628" y="114016"/>
                  <a:pt x="53322" y="117289"/>
                  <a:pt x="50472" y="120772"/>
                </a:cubicBezTo>
                <a:cubicBezTo>
                  <a:pt x="47623" y="124254"/>
                  <a:pt x="44163" y="127179"/>
                  <a:pt x="40093" y="129547"/>
                </a:cubicBezTo>
                <a:cubicBezTo>
                  <a:pt x="36023" y="131915"/>
                  <a:pt x="31884" y="133099"/>
                  <a:pt x="27678" y="133099"/>
                </a:cubicBezTo>
                <a:cubicBezTo>
                  <a:pt x="23608" y="133099"/>
                  <a:pt x="19741" y="132055"/>
                  <a:pt x="16078" y="129965"/>
                </a:cubicBezTo>
                <a:cubicBezTo>
                  <a:pt x="12415" y="127876"/>
                  <a:pt x="9769" y="124254"/>
                  <a:pt x="8141" y="119100"/>
                </a:cubicBezTo>
                <a:cubicBezTo>
                  <a:pt x="7869" y="117986"/>
                  <a:pt x="7734" y="116105"/>
                  <a:pt x="7734" y="113458"/>
                </a:cubicBezTo>
                <a:lnTo>
                  <a:pt x="7734" y="109697"/>
                </a:lnTo>
                <a:lnTo>
                  <a:pt x="14857" y="80445"/>
                </a:lnTo>
                <a:cubicBezTo>
                  <a:pt x="19606" y="60804"/>
                  <a:pt x="22048" y="50913"/>
                  <a:pt x="22183" y="50774"/>
                </a:cubicBezTo>
                <a:cubicBezTo>
                  <a:pt x="22183" y="50496"/>
                  <a:pt x="18724" y="50356"/>
                  <a:pt x="11804" y="50356"/>
                </a:cubicBezTo>
                <a:lnTo>
                  <a:pt x="1425" y="503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A646FA-76A1-4240-AAF8-6EF5AD7F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500" y="2974153"/>
            <a:ext cx="63294" cy="133099"/>
          </a:xfrm>
          <a:custGeom xmlns:a="http://schemas.openxmlformats.org/drawingml/2006/main">
            <a:pathLst>
              <a:path w="63294" h="133099" fill="none">
                <a:moveTo>
                  <a:pt x="1425" y="50356"/>
                </a:moveTo>
                <a:cubicBezTo>
                  <a:pt x="475" y="49381"/>
                  <a:pt x="0" y="48685"/>
                  <a:pt x="0" y="48267"/>
                </a:cubicBezTo>
                <a:cubicBezTo>
                  <a:pt x="0" y="47710"/>
                  <a:pt x="204" y="46595"/>
                  <a:pt x="611" y="44924"/>
                </a:cubicBezTo>
                <a:cubicBezTo>
                  <a:pt x="1018" y="43252"/>
                  <a:pt x="1357" y="42277"/>
                  <a:pt x="1628" y="41998"/>
                </a:cubicBezTo>
                <a:cubicBezTo>
                  <a:pt x="1900" y="41302"/>
                  <a:pt x="2510" y="40954"/>
                  <a:pt x="3460" y="40954"/>
                </a:cubicBezTo>
                <a:cubicBezTo>
                  <a:pt x="4410" y="40954"/>
                  <a:pt x="7869" y="40884"/>
                  <a:pt x="13839" y="40745"/>
                </a:cubicBezTo>
                <a:lnTo>
                  <a:pt x="24626" y="40745"/>
                </a:lnTo>
                <a:lnTo>
                  <a:pt x="28493" y="24029"/>
                </a:lnTo>
                <a:cubicBezTo>
                  <a:pt x="28900" y="22497"/>
                  <a:pt x="29374" y="20477"/>
                  <a:pt x="29917" y="17969"/>
                </a:cubicBezTo>
                <a:cubicBezTo>
                  <a:pt x="30460" y="15462"/>
                  <a:pt x="30935" y="13651"/>
                  <a:pt x="31342" y="12537"/>
                </a:cubicBezTo>
                <a:cubicBezTo>
                  <a:pt x="31749" y="11422"/>
                  <a:pt x="32156" y="10029"/>
                  <a:pt x="32563" y="8358"/>
                </a:cubicBezTo>
                <a:cubicBezTo>
                  <a:pt x="32970" y="6686"/>
                  <a:pt x="33513" y="5502"/>
                  <a:pt x="34191" y="4806"/>
                </a:cubicBezTo>
                <a:cubicBezTo>
                  <a:pt x="34869" y="4109"/>
                  <a:pt x="35548" y="3274"/>
                  <a:pt x="36226" y="2298"/>
                </a:cubicBezTo>
                <a:cubicBezTo>
                  <a:pt x="36905" y="1323"/>
                  <a:pt x="37854" y="696"/>
                  <a:pt x="39075" y="418"/>
                </a:cubicBezTo>
                <a:cubicBezTo>
                  <a:pt x="40297" y="139"/>
                  <a:pt x="41518" y="0"/>
                  <a:pt x="42739" y="0"/>
                </a:cubicBezTo>
                <a:cubicBezTo>
                  <a:pt x="45181" y="139"/>
                  <a:pt x="46877" y="905"/>
                  <a:pt x="47827" y="2298"/>
                </a:cubicBezTo>
                <a:cubicBezTo>
                  <a:pt x="48776" y="3691"/>
                  <a:pt x="49251" y="5015"/>
                  <a:pt x="49251" y="6268"/>
                </a:cubicBezTo>
                <a:cubicBezTo>
                  <a:pt x="49251" y="7244"/>
                  <a:pt x="48641" y="10517"/>
                  <a:pt x="47420" y="16089"/>
                </a:cubicBezTo>
                <a:cubicBezTo>
                  <a:pt x="46199" y="21661"/>
                  <a:pt x="44842" y="27163"/>
                  <a:pt x="43349" y="32596"/>
                </a:cubicBezTo>
                <a:lnTo>
                  <a:pt x="41314" y="40327"/>
                </a:lnTo>
                <a:cubicBezTo>
                  <a:pt x="41314" y="40605"/>
                  <a:pt x="44706" y="40745"/>
                  <a:pt x="51490" y="40745"/>
                </a:cubicBezTo>
                <a:lnTo>
                  <a:pt x="61869" y="40745"/>
                </a:lnTo>
                <a:cubicBezTo>
                  <a:pt x="62819" y="41720"/>
                  <a:pt x="63294" y="42486"/>
                  <a:pt x="63294" y="43043"/>
                </a:cubicBezTo>
                <a:cubicBezTo>
                  <a:pt x="63294" y="46108"/>
                  <a:pt x="62412" y="48545"/>
                  <a:pt x="60648" y="50356"/>
                </a:cubicBezTo>
                <a:lnTo>
                  <a:pt x="38872" y="50356"/>
                </a:lnTo>
                <a:lnTo>
                  <a:pt x="31545" y="80654"/>
                </a:lnTo>
                <a:cubicBezTo>
                  <a:pt x="26254" y="102941"/>
                  <a:pt x="23608" y="114921"/>
                  <a:pt x="23608" y="116593"/>
                </a:cubicBezTo>
                <a:cubicBezTo>
                  <a:pt x="23608" y="122443"/>
                  <a:pt x="25440" y="125368"/>
                  <a:pt x="29103" y="125368"/>
                </a:cubicBezTo>
                <a:cubicBezTo>
                  <a:pt x="33852" y="125368"/>
                  <a:pt x="38465" y="123000"/>
                  <a:pt x="42942" y="118264"/>
                </a:cubicBezTo>
                <a:cubicBezTo>
                  <a:pt x="47420" y="113528"/>
                  <a:pt x="51015" y="107678"/>
                  <a:pt x="53729" y="100713"/>
                </a:cubicBezTo>
                <a:cubicBezTo>
                  <a:pt x="54000" y="99877"/>
                  <a:pt x="54339" y="99389"/>
                  <a:pt x="54746" y="99250"/>
                </a:cubicBezTo>
                <a:cubicBezTo>
                  <a:pt x="55153" y="99111"/>
                  <a:pt x="56171" y="98971"/>
                  <a:pt x="57799" y="98832"/>
                </a:cubicBezTo>
                <a:lnTo>
                  <a:pt x="58613" y="98832"/>
                </a:lnTo>
                <a:cubicBezTo>
                  <a:pt x="60648" y="98832"/>
                  <a:pt x="61666" y="99389"/>
                  <a:pt x="61666" y="100504"/>
                </a:cubicBezTo>
                <a:cubicBezTo>
                  <a:pt x="61666" y="100922"/>
                  <a:pt x="61462" y="101757"/>
                  <a:pt x="61055" y="103011"/>
                </a:cubicBezTo>
                <a:cubicBezTo>
                  <a:pt x="60377" y="105240"/>
                  <a:pt x="59156" y="107886"/>
                  <a:pt x="57392" y="110951"/>
                </a:cubicBezTo>
                <a:cubicBezTo>
                  <a:pt x="55628" y="114016"/>
                  <a:pt x="53322" y="117289"/>
                  <a:pt x="50472" y="120772"/>
                </a:cubicBezTo>
                <a:cubicBezTo>
                  <a:pt x="47623" y="124254"/>
                  <a:pt x="44163" y="127179"/>
                  <a:pt x="40093" y="129547"/>
                </a:cubicBezTo>
                <a:cubicBezTo>
                  <a:pt x="36023" y="131915"/>
                  <a:pt x="31884" y="133099"/>
                  <a:pt x="27678" y="133099"/>
                </a:cubicBezTo>
                <a:cubicBezTo>
                  <a:pt x="23608" y="133099"/>
                  <a:pt x="19741" y="132055"/>
                  <a:pt x="16078" y="129965"/>
                </a:cubicBezTo>
                <a:cubicBezTo>
                  <a:pt x="12415" y="127876"/>
                  <a:pt x="9769" y="124254"/>
                  <a:pt x="8141" y="119100"/>
                </a:cubicBezTo>
                <a:cubicBezTo>
                  <a:pt x="7869" y="117986"/>
                  <a:pt x="7734" y="116105"/>
                  <a:pt x="7734" y="113458"/>
                </a:cubicBezTo>
                <a:lnTo>
                  <a:pt x="7734" y="109697"/>
                </a:lnTo>
                <a:lnTo>
                  <a:pt x="14857" y="80445"/>
                </a:lnTo>
                <a:cubicBezTo>
                  <a:pt x="19606" y="60804"/>
                  <a:pt x="22048" y="50913"/>
                  <a:pt x="22183" y="50774"/>
                </a:cubicBezTo>
                <a:cubicBezTo>
                  <a:pt x="22183" y="50496"/>
                  <a:pt x="18724" y="50356"/>
                  <a:pt x="11804" y="50356"/>
                </a:cubicBezTo>
                <a:lnTo>
                  <a:pt x="1425" y="503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CFC2D4-1D42-47B9-A87F-A04D589E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040" y="3012460"/>
            <a:ext cx="79508" cy="94792"/>
          </a:xfrm>
          <a:custGeom xmlns:a="http://schemas.openxmlformats.org/drawingml/2006/main">
            <a:pathLst>
              <a:path w="79508" h="94792">
                <a:moveTo>
                  <a:pt x="0" y="57391"/>
                </a:moveTo>
                <a:cubicBezTo>
                  <a:pt x="0" y="49451"/>
                  <a:pt x="1289" y="42207"/>
                  <a:pt x="3867" y="35660"/>
                </a:cubicBezTo>
                <a:cubicBezTo>
                  <a:pt x="6445" y="29113"/>
                  <a:pt x="9769" y="23681"/>
                  <a:pt x="13839" y="19362"/>
                </a:cubicBezTo>
                <a:cubicBezTo>
                  <a:pt x="17910" y="15044"/>
                  <a:pt x="22455" y="11422"/>
                  <a:pt x="27475" y="8497"/>
                </a:cubicBezTo>
                <a:cubicBezTo>
                  <a:pt x="32495" y="5572"/>
                  <a:pt x="37244" y="3413"/>
                  <a:pt x="41721" y="2020"/>
                </a:cubicBezTo>
                <a:cubicBezTo>
                  <a:pt x="46199" y="627"/>
                  <a:pt x="50472" y="0"/>
                  <a:pt x="54543" y="139"/>
                </a:cubicBezTo>
                <a:lnTo>
                  <a:pt x="55153" y="139"/>
                </a:lnTo>
                <a:cubicBezTo>
                  <a:pt x="61259" y="139"/>
                  <a:pt x="66550" y="1672"/>
                  <a:pt x="71028" y="4736"/>
                </a:cubicBezTo>
                <a:cubicBezTo>
                  <a:pt x="75505" y="7801"/>
                  <a:pt x="77744" y="12328"/>
                  <a:pt x="77744" y="18318"/>
                </a:cubicBezTo>
                <a:cubicBezTo>
                  <a:pt x="77744" y="30855"/>
                  <a:pt x="70214" y="39073"/>
                  <a:pt x="55153" y="42974"/>
                </a:cubicBezTo>
                <a:cubicBezTo>
                  <a:pt x="48505" y="44784"/>
                  <a:pt x="39415" y="45759"/>
                  <a:pt x="27882" y="45899"/>
                </a:cubicBezTo>
                <a:cubicBezTo>
                  <a:pt x="22862" y="45899"/>
                  <a:pt x="20284" y="46038"/>
                  <a:pt x="20148" y="46317"/>
                </a:cubicBezTo>
                <a:cubicBezTo>
                  <a:pt x="20148" y="46595"/>
                  <a:pt x="19741" y="49033"/>
                  <a:pt x="18927" y="53630"/>
                </a:cubicBezTo>
                <a:cubicBezTo>
                  <a:pt x="18113" y="58227"/>
                  <a:pt x="17638" y="62266"/>
                  <a:pt x="17503" y="65749"/>
                </a:cubicBezTo>
                <a:cubicBezTo>
                  <a:pt x="17503" y="72296"/>
                  <a:pt x="18927" y="77450"/>
                  <a:pt x="21776" y="81211"/>
                </a:cubicBezTo>
                <a:cubicBezTo>
                  <a:pt x="24626" y="84972"/>
                  <a:pt x="28900" y="86922"/>
                  <a:pt x="34598" y="87061"/>
                </a:cubicBezTo>
                <a:cubicBezTo>
                  <a:pt x="40297" y="87201"/>
                  <a:pt x="46606" y="85877"/>
                  <a:pt x="53525" y="83091"/>
                </a:cubicBezTo>
                <a:cubicBezTo>
                  <a:pt x="60445" y="80305"/>
                  <a:pt x="66686" y="75709"/>
                  <a:pt x="72249" y="69301"/>
                </a:cubicBezTo>
                <a:cubicBezTo>
                  <a:pt x="73470" y="67908"/>
                  <a:pt x="74284" y="67211"/>
                  <a:pt x="74691" y="67211"/>
                </a:cubicBezTo>
                <a:cubicBezTo>
                  <a:pt x="75234" y="67211"/>
                  <a:pt x="76116" y="67838"/>
                  <a:pt x="77337" y="69092"/>
                </a:cubicBezTo>
                <a:cubicBezTo>
                  <a:pt x="78558" y="70346"/>
                  <a:pt x="79236" y="71321"/>
                  <a:pt x="79372" y="72017"/>
                </a:cubicBezTo>
                <a:cubicBezTo>
                  <a:pt x="79508" y="72714"/>
                  <a:pt x="78897" y="73828"/>
                  <a:pt x="77540" y="75360"/>
                </a:cubicBezTo>
                <a:cubicBezTo>
                  <a:pt x="76184" y="76893"/>
                  <a:pt x="74148" y="78773"/>
                  <a:pt x="71435" y="81002"/>
                </a:cubicBezTo>
                <a:cubicBezTo>
                  <a:pt x="68721" y="83231"/>
                  <a:pt x="65601" y="85390"/>
                  <a:pt x="62073" y="87479"/>
                </a:cubicBezTo>
                <a:cubicBezTo>
                  <a:pt x="58545" y="89569"/>
                  <a:pt x="54271" y="91310"/>
                  <a:pt x="49251" y="92703"/>
                </a:cubicBezTo>
                <a:cubicBezTo>
                  <a:pt x="44231" y="94096"/>
                  <a:pt x="39075" y="94792"/>
                  <a:pt x="33784" y="94792"/>
                </a:cubicBezTo>
                <a:cubicBezTo>
                  <a:pt x="23065" y="94792"/>
                  <a:pt x="14789" y="91101"/>
                  <a:pt x="8955" y="83718"/>
                </a:cubicBezTo>
                <a:cubicBezTo>
                  <a:pt x="3121" y="76335"/>
                  <a:pt x="136" y="67560"/>
                  <a:pt x="0" y="57391"/>
                </a:cubicBezTo>
                <a:close/>
                <a:moveTo>
                  <a:pt x="67975" y="18736"/>
                </a:moveTo>
                <a:cubicBezTo>
                  <a:pt x="67161" y="11492"/>
                  <a:pt x="62548" y="7870"/>
                  <a:pt x="54136" y="7870"/>
                </a:cubicBezTo>
                <a:cubicBezTo>
                  <a:pt x="49658" y="7870"/>
                  <a:pt x="45520" y="8845"/>
                  <a:pt x="41721" y="10796"/>
                </a:cubicBezTo>
                <a:cubicBezTo>
                  <a:pt x="37922" y="12746"/>
                  <a:pt x="34869" y="15114"/>
                  <a:pt x="32563" y="17900"/>
                </a:cubicBezTo>
                <a:cubicBezTo>
                  <a:pt x="30256" y="20686"/>
                  <a:pt x="28289" y="23541"/>
                  <a:pt x="26661" y="26467"/>
                </a:cubicBezTo>
                <a:cubicBezTo>
                  <a:pt x="25033" y="29392"/>
                  <a:pt x="23947" y="31899"/>
                  <a:pt x="23405" y="33989"/>
                </a:cubicBezTo>
                <a:cubicBezTo>
                  <a:pt x="22862" y="36078"/>
                  <a:pt x="22523" y="37402"/>
                  <a:pt x="22387" y="37959"/>
                </a:cubicBezTo>
                <a:cubicBezTo>
                  <a:pt x="22387" y="38098"/>
                  <a:pt x="23744" y="38168"/>
                  <a:pt x="26457" y="38168"/>
                </a:cubicBezTo>
                <a:cubicBezTo>
                  <a:pt x="41789" y="38168"/>
                  <a:pt x="52508" y="36496"/>
                  <a:pt x="58613" y="33153"/>
                </a:cubicBezTo>
                <a:cubicBezTo>
                  <a:pt x="64719" y="29810"/>
                  <a:pt x="67839" y="25004"/>
                  <a:pt x="67975" y="187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604D1A-44C3-494D-9B5C-7484EEBD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040" y="3012460"/>
            <a:ext cx="79508" cy="94792"/>
          </a:xfrm>
          <a:custGeom xmlns:a="http://schemas.openxmlformats.org/drawingml/2006/main">
            <a:pathLst>
              <a:path w="79508" h="94792" fill="none">
                <a:moveTo>
                  <a:pt x="0" y="57391"/>
                </a:moveTo>
                <a:cubicBezTo>
                  <a:pt x="0" y="49451"/>
                  <a:pt x="1289" y="42207"/>
                  <a:pt x="3867" y="35660"/>
                </a:cubicBezTo>
                <a:cubicBezTo>
                  <a:pt x="6445" y="29113"/>
                  <a:pt x="9769" y="23681"/>
                  <a:pt x="13839" y="19362"/>
                </a:cubicBezTo>
                <a:cubicBezTo>
                  <a:pt x="17910" y="15044"/>
                  <a:pt x="22455" y="11422"/>
                  <a:pt x="27475" y="8497"/>
                </a:cubicBezTo>
                <a:cubicBezTo>
                  <a:pt x="32495" y="5572"/>
                  <a:pt x="37244" y="3413"/>
                  <a:pt x="41721" y="2020"/>
                </a:cubicBezTo>
                <a:cubicBezTo>
                  <a:pt x="46199" y="627"/>
                  <a:pt x="50472" y="0"/>
                  <a:pt x="54543" y="139"/>
                </a:cubicBezTo>
                <a:lnTo>
                  <a:pt x="55153" y="139"/>
                </a:lnTo>
                <a:cubicBezTo>
                  <a:pt x="61259" y="139"/>
                  <a:pt x="66550" y="1672"/>
                  <a:pt x="71028" y="4736"/>
                </a:cubicBezTo>
                <a:cubicBezTo>
                  <a:pt x="75505" y="7801"/>
                  <a:pt x="77744" y="12328"/>
                  <a:pt x="77744" y="18318"/>
                </a:cubicBezTo>
                <a:cubicBezTo>
                  <a:pt x="77744" y="30855"/>
                  <a:pt x="70214" y="39073"/>
                  <a:pt x="55153" y="42974"/>
                </a:cubicBezTo>
                <a:cubicBezTo>
                  <a:pt x="48505" y="44784"/>
                  <a:pt x="39415" y="45759"/>
                  <a:pt x="27882" y="45899"/>
                </a:cubicBezTo>
                <a:cubicBezTo>
                  <a:pt x="22862" y="45899"/>
                  <a:pt x="20284" y="46038"/>
                  <a:pt x="20148" y="46317"/>
                </a:cubicBezTo>
                <a:cubicBezTo>
                  <a:pt x="20148" y="46595"/>
                  <a:pt x="19741" y="49033"/>
                  <a:pt x="18927" y="53630"/>
                </a:cubicBezTo>
                <a:cubicBezTo>
                  <a:pt x="18113" y="58227"/>
                  <a:pt x="17638" y="62266"/>
                  <a:pt x="17503" y="65749"/>
                </a:cubicBezTo>
                <a:cubicBezTo>
                  <a:pt x="17503" y="72296"/>
                  <a:pt x="18927" y="77450"/>
                  <a:pt x="21776" y="81211"/>
                </a:cubicBezTo>
                <a:cubicBezTo>
                  <a:pt x="24626" y="84972"/>
                  <a:pt x="28900" y="86922"/>
                  <a:pt x="34598" y="87061"/>
                </a:cubicBezTo>
                <a:cubicBezTo>
                  <a:pt x="40297" y="87201"/>
                  <a:pt x="46606" y="85877"/>
                  <a:pt x="53525" y="83091"/>
                </a:cubicBezTo>
                <a:cubicBezTo>
                  <a:pt x="60445" y="80305"/>
                  <a:pt x="66686" y="75709"/>
                  <a:pt x="72249" y="69301"/>
                </a:cubicBezTo>
                <a:cubicBezTo>
                  <a:pt x="73470" y="67908"/>
                  <a:pt x="74284" y="67211"/>
                  <a:pt x="74691" y="67211"/>
                </a:cubicBezTo>
                <a:cubicBezTo>
                  <a:pt x="75234" y="67211"/>
                  <a:pt x="76116" y="67838"/>
                  <a:pt x="77337" y="69092"/>
                </a:cubicBezTo>
                <a:cubicBezTo>
                  <a:pt x="78558" y="70346"/>
                  <a:pt x="79236" y="71321"/>
                  <a:pt x="79372" y="72017"/>
                </a:cubicBezTo>
                <a:cubicBezTo>
                  <a:pt x="79508" y="72714"/>
                  <a:pt x="78897" y="73828"/>
                  <a:pt x="77540" y="75360"/>
                </a:cubicBezTo>
                <a:cubicBezTo>
                  <a:pt x="76184" y="76893"/>
                  <a:pt x="74148" y="78773"/>
                  <a:pt x="71435" y="81002"/>
                </a:cubicBezTo>
                <a:cubicBezTo>
                  <a:pt x="68721" y="83231"/>
                  <a:pt x="65601" y="85390"/>
                  <a:pt x="62073" y="87479"/>
                </a:cubicBezTo>
                <a:cubicBezTo>
                  <a:pt x="58545" y="89569"/>
                  <a:pt x="54271" y="91310"/>
                  <a:pt x="49251" y="92703"/>
                </a:cubicBezTo>
                <a:cubicBezTo>
                  <a:pt x="44231" y="94096"/>
                  <a:pt x="39075" y="94792"/>
                  <a:pt x="33784" y="94792"/>
                </a:cubicBezTo>
                <a:cubicBezTo>
                  <a:pt x="23065" y="94792"/>
                  <a:pt x="14789" y="91101"/>
                  <a:pt x="8955" y="83718"/>
                </a:cubicBezTo>
                <a:cubicBezTo>
                  <a:pt x="3121" y="76335"/>
                  <a:pt x="136" y="67560"/>
                  <a:pt x="0" y="57391"/>
                </a:cubicBezTo>
                <a:close/>
                <a:moveTo>
                  <a:pt x="67975" y="18736"/>
                </a:moveTo>
                <a:cubicBezTo>
                  <a:pt x="67161" y="11492"/>
                  <a:pt x="62548" y="7870"/>
                  <a:pt x="54136" y="7870"/>
                </a:cubicBezTo>
                <a:cubicBezTo>
                  <a:pt x="49658" y="7870"/>
                  <a:pt x="45520" y="8845"/>
                  <a:pt x="41721" y="10796"/>
                </a:cubicBezTo>
                <a:cubicBezTo>
                  <a:pt x="37922" y="12746"/>
                  <a:pt x="34869" y="15114"/>
                  <a:pt x="32563" y="17900"/>
                </a:cubicBezTo>
                <a:cubicBezTo>
                  <a:pt x="30256" y="20686"/>
                  <a:pt x="28289" y="23541"/>
                  <a:pt x="26661" y="26467"/>
                </a:cubicBezTo>
                <a:cubicBezTo>
                  <a:pt x="25033" y="29392"/>
                  <a:pt x="23947" y="31899"/>
                  <a:pt x="23405" y="33989"/>
                </a:cubicBezTo>
                <a:cubicBezTo>
                  <a:pt x="22862" y="36078"/>
                  <a:pt x="22523" y="37402"/>
                  <a:pt x="22387" y="37959"/>
                </a:cubicBezTo>
                <a:cubicBezTo>
                  <a:pt x="22387" y="38098"/>
                  <a:pt x="23744" y="38168"/>
                  <a:pt x="26457" y="38168"/>
                </a:cubicBezTo>
                <a:cubicBezTo>
                  <a:pt x="41789" y="38168"/>
                  <a:pt x="52508" y="36496"/>
                  <a:pt x="58613" y="33153"/>
                </a:cubicBezTo>
                <a:cubicBezTo>
                  <a:pt x="64719" y="29810"/>
                  <a:pt x="67839" y="25004"/>
                  <a:pt x="67975" y="1873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1A53CD-4252-4A22-B010-038CD469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217" y="3012321"/>
            <a:ext cx="83239" cy="94932"/>
          </a:xfrm>
          <a:custGeom xmlns:a="http://schemas.openxmlformats.org/drawingml/2006/main">
            <a:pathLst>
              <a:path w="83239" h="94932">
                <a:moveTo>
                  <a:pt x="0" y="32665"/>
                </a:moveTo>
                <a:cubicBezTo>
                  <a:pt x="136" y="32248"/>
                  <a:pt x="271" y="31690"/>
                  <a:pt x="407" y="30994"/>
                </a:cubicBezTo>
                <a:cubicBezTo>
                  <a:pt x="543" y="30297"/>
                  <a:pt x="882" y="28765"/>
                  <a:pt x="1425" y="26397"/>
                </a:cubicBezTo>
                <a:cubicBezTo>
                  <a:pt x="1967" y="24029"/>
                  <a:pt x="2646" y="21870"/>
                  <a:pt x="3460" y="19920"/>
                </a:cubicBezTo>
                <a:cubicBezTo>
                  <a:pt x="4274" y="17969"/>
                  <a:pt x="5291" y="15671"/>
                  <a:pt x="6513" y="13024"/>
                </a:cubicBezTo>
                <a:cubicBezTo>
                  <a:pt x="7734" y="10378"/>
                  <a:pt x="9090" y="8288"/>
                  <a:pt x="10583" y="6756"/>
                </a:cubicBezTo>
                <a:cubicBezTo>
                  <a:pt x="12075" y="5224"/>
                  <a:pt x="13839" y="3691"/>
                  <a:pt x="15874" y="2159"/>
                </a:cubicBezTo>
                <a:cubicBezTo>
                  <a:pt x="17910" y="627"/>
                  <a:pt x="20148" y="0"/>
                  <a:pt x="22590" y="279"/>
                </a:cubicBezTo>
                <a:cubicBezTo>
                  <a:pt x="26525" y="279"/>
                  <a:pt x="29985" y="1114"/>
                  <a:pt x="32970" y="2786"/>
                </a:cubicBezTo>
                <a:cubicBezTo>
                  <a:pt x="35955" y="4458"/>
                  <a:pt x="38058" y="5990"/>
                  <a:pt x="39279" y="7383"/>
                </a:cubicBezTo>
                <a:cubicBezTo>
                  <a:pt x="40500" y="8776"/>
                  <a:pt x="41246" y="10169"/>
                  <a:pt x="41518" y="11562"/>
                </a:cubicBezTo>
                <a:cubicBezTo>
                  <a:pt x="41789" y="12398"/>
                  <a:pt x="41993" y="12815"/>
                  <a:pt x="42128" y="12815"/>
                </a:cubicBezTo>
                <a:cubicBezTo>
                  <a:pt x="42264" y="12815"/>
                  <a:pt x="42807" y="12328"/>
                  <a:pt x="43756" y="11353"/>
                </a:cubicBezTo>
                <a:cubicBezTo>
                  <a:pt x="50269" y="4109"/>
                  <a:pt x="57799" y="488"/>
                  <a:pt x="66347" y="488"/>
                </a:cubicBezTo>
                <a:lnTo>
                  <a:pt x="66957" y="488"/>
                </a:lnTo>
                <a:cubicBezTo>
                  <a:pt x="73470" y="488"/>
                  <a:pt x="78354" y="3343"/>
                  <a:pt x="81611" y="9054"/>
                </a:cubicBezTo>
                <a:cubicBezTo>
                  <a:pt x="82696" y="11701"/>
                  <a:pt x="83239" y="14278"/>
                  <a:pt x="83239" y="16785"/>
                </a:cubicBezTo>
                <a:cubicBezTo>
                  <a:pt x="83239" y="20964"/>
                  <a:pt x="82357" y="24308"/>
                  <a:pt x="80593" y="26815"/>
                </a:cubicBezTo>
                <a:cubicBezTo>
                  <a:pt x="78829" y="29322"/>
                  <a:pt x="77065" y="30924"/>
                  <a:pt x="75302" y="31621"/>
                </a:cubicBezTo>
                <a:cubicBezTo>
                  <a:pt x="73538" y="32317"/>
                  <a:pt x="71842" y="32596"/>
                  <a:pt x="70214" y="32456"/>
                </a:cubicBezTo>
                <a:cubicBezTo>
                  <a:pt x="67500" y="32456"/>
                  <a:pt x="65329" y="31690"/>
                  <a:pt x="63701" y="30158"/>
                </a:cubicBezTo>
                <a:cubicBezTo>
                  <a:pt x="62073" y="28626"/>
                  <a:pt x="61259" y="26606"/>
                  <a:pt x="61259" y="24099"/>
                </a:cubicBezTo>
                <a:cubicBezTo>
                  <a:pt x="61259" y="17412"/>
                  <a:pt x="65058" y="12955"/>
                  <a:pt x="72656" y="10726"/>
                </a:cubicBezTo>
                <a:cubicBezTo>
                  <a:pt x="69671" y="8915"/>
                  <a:pt x="67229" y="8010"/>
                  <a:pt x="65329" y="8010"/>
                </a:cubicBezTo>
                <a:cubicBezTo>
                  <a:pt x="57731" y="8010"/>
                  <a:pt x="50744" y="13164"/>
                  <a:pt x="44367" y="23472"/>
                </a:cubicBezTo>
                <a:cubicBezTo>
                  <a:pt x="43010" y="25701"/>
                  <a:pt x="41993" y="27999"/>
                  <a:pt x="41314" y="30367"/>
                </a:cubicBezTo>
                <a:cubicBezTo>
                  <a:pt x="40636" y="32735"/>
                  <a:pt x="38329" y="41998"/>
                  <a:pt x="34395" y="58157"/>
                </a:cubicBezTo>
                <a:cubicBezTo>
                  <a:pt x="29781" y="77659"/>
                  <a:pt x="27136" y="88036"/>
                  <a:pt x="26457" y="89290"/>
                </a:cubicBezTo>
                <a:cubicBezTo>
                  <a:pt x="24694" y="93051"/>
                  <a:pt x="21776" y="94932"/>
                  <a:pt x="17706" y="94932"/>
                </a:cubicBezTo>
                <a:cubicBezTo>
                  <a:pt x="15942" y="94932"/>
                  <a:pt x="14518" y="94514"/>
                  <a:pt x="13432" y="93678"/>
                </a:cubicBezTo>
                <a:cubicBezTo>
                  <a:pt x="12347" y="92842"/>
                  <a:pt x="11601" y="92006"/>
                  <a:pt x="11193" y="91171"/>
                </a:cubicBezTo>
                <a:cubicBezTo>
                  <a:pt x="10786" y="90335"/>
                  <a:pt x="10651" y="89638"/>
                  <a:pt x="10786" y="89081"/>
                </a:cubicBezTo>
                <a:cubicBezTo>
                  <a:pt x="10786" y="87270"/>
                  <a:pt x="13500" y="75291"/>
                  <a:pt x="18927" y="53142"/>
                </a:cubicBezTo>
                <a:cubicBezTo>
                  <a:pt x="24354" y="30994"/>
                  <a:pt x="27068" y="18666"/>
                  <a:pt x="27068" y="16159"/>
                </a:cubicBezTo>
                <a:cubicBezTo>
                  <a:pt x="27068" y="10726"/>
                  <a:pt x="25304" y="8010"/>
                  <a:pt x="21776" y="8010"/>
                </a:cubicBezTo>
                <a:cubicBezTo>
                  <a:pt x="18927" y="8010"/>
                  <a:pt x="16485" y="9960"/>
                  <a:pt x="14450" y="13860"/>
                </a:cubicBezTo>
                <a:cubicBezTo>
                  <a:pt x="12415" y="17761"/>
                  <a:pt x="10786" y="22009"/>
                  <a:pt x="9565" y="26606"/>
                </a:cubicBezTo>
                <a:cubicBezTo>
                  <a:pt x="8344" y="31203"/>
                  <a:pt x="7598" y="33710"/>
                  <a:pt x="7327" y="34128"/>
                </a:cubicBezTo>
                <a:cubicBezTo>
                  <a:pt x="7055" y="34407"/>
                  <a:pt x="5970" y="34546"/>
                  <a:pt x="4070" y="34546"/>
                </a:cubicBezTo>
                <a:lnTo>
                  <a:pt x="1221" y="34546"/>
                </a:lnTo>
                <a:cubicBezTo>
                  <a:pt x="407" y="33710"/>
                  <a:pt x="0" y="33083"/>
                  <a:pt x="0" y="326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839382-D2D8-402C-B580-5E0EB349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217" y="3012321"/>
            <a:ext cx="83239" cy="94932"/>
          </a:xfrm>
          <a:custGeom xmlns:a="http://schemas.openxmlformats.org/drawingml/2006/main">
            <a:pathLst>
              <a:path w="83239" h="94932" fill="none">
                <a:moveTo>
                  <a:pt x="0" y="32665"/>
                </a:moveTo>
                <a:cubicBezTo>
                  <a:pt x="136" y="32248"/>
                  <a:pt x="271" y="31690"/>
                  <a:pt x="407" y="30994"/>
                </a:cubicBezTo>
                <a:cubicBezTo>
                  <a:pt x="543" y="30297"/>
                  <a:pt x="882" y="28765"/>
                  <a:pt x="1425" y="26397"/>
                </a:cubicBezTo>
                <a:cubicBezTo>
                  <a:pt x="1967" y="24029"/>
                  <a:pt x="2646" y="21870"/>
                  <a:pt x="3460" y="19920"/>
                </a:cubicBezTo>
                <a:cubicBezTo>
                  <a:pt x="4274" y="17969"/>
                  <a:pt x="5291" y="15671"/>
                  <a:pt x="6513" y="13024"/>
                </a:cubicBezTo>
                <a:cubicBezTo>
                  <a:pt x="7734" y="10378"/>
                  <a:pt x="9090" y="8288"/>
                  <a:pt x="10583" y="6756"/>
                </a:cubicBezTo>
                <a:cubicBezTo>
                  <a:pt x="12075" y="5224"/>
                  <a:pt x="13839" y="3691"/>
                  <a:pt x="15874" y="2159"/>
                </a:cubicBezTo>
                <a:cubicBezTo>
                  <a:pt x="17910" y="627"/>
                  <a:pt x="20148" y="0"/>
                  <a:pt x="22590" y="279"/>
                </a:cubicBezTo>
                <a:cubicBezTo>
                  <a:pt x="26525" y="279"/>
                  <a:pt x="29985" y="1114"/>
                  <a:pt x="32970" y="2786"/>
                </a:cubicBezTo>
                <a:cubicBezTo>
                  <a:pt x="35955" y="4458"/>
                  <a:pt x="38058" y="5990"/>
                  <a:pt x="39279" y="7383"/>
                </a:cubicBezTo>
                <a:cubicBezTo>
                  <a:pt x="40500" y="8776"/>
                  <a:pt x="41246" y="10169"/>
                  <a:pt x="41518" y="11562"/>
                </a:cubicBezTo>
                <a:cubicBezTo>
                  <a:pt x="41789" y="12398"/>
                  <a:pt x="41993" y="12815"/>
                  <a:pt x="42128" y="12815"/>
                </a:cubicBezTo>
                <a:cubicBezTo>
                  <a:pt x="42264" y="12815"/>
                  <a:pt x="42807" y="12328"/>
                  <a:pt x="43756" y="11353"/>
                </a:cubicBezTo>
                <a:cubicBezTo>
                  <a:pt x="50269" y="4109"/>
                  <a:pt x="57799" y="488"/>
                  <a:pt x="66347" y="488"/>
                </a:cubicBezTo>
                <a:lnTo>
                  <a:pt x="66957" y="488"/>
                </a:lnTo>
                <a:cubicBezTo>
                  <a:pt x="73470" y="488"/>
                  <a:pt x="78354" y="3343"/>
                  <a:pt x="81611" y="9054"/>
                </a:cubicBezTo>
                <a:cubicBezTo>
                  <a:pt x="82696" y="11701"/>
                  <a:pt x="83239" y="14278"/>
                  <a:pt x="83239" y="16785"/>
                </a:cubicBezTo>
                <a:cubicBezTo>
                  <a:pt x="83239" y="20964"/>
                  <a:pt x="82357" y="24308"/>
                  <a:pt x="80593" y="26815"/>
                </a:cubicBezTo>
                <a:cubicBezTo>
                  <a:pt x="78829" y="29322"/>
                  <a:pt x="77065" y="30924"/>
                  <a:pt x="75302" y="31621"/>
                </a:cubicBezTo>
                <a:cubicBezTo>
                  <a:pt x="73538" y="32317"/>
                  <a:pt x="71842" y="32596"/>
                  <a:pt x="70214" y="32456"/>
                </a:cubicBezTo>
                <a:cubicBezTo>
                  <a:pt x="67500" y="32456"/>
                  <a:pt x="65329" y="31690"/>
                  <a:pt x="63701" y="30158"/>
                </a:cubicBezTo>
                <a:cubicBezTo>
                  <a:pt x="62073" y="28626"/>
                  <a:pt x="61259" y="26606"/>
                  <a:pt x="61259" y="24099"/>
                </a:cubicBezTo>
                <a:cubicBezTo>
                  <a:pt x="61259" y="17412"/>
                  <a:pt x="65058" y="12955"/>
                  <a:pt x="72656" y="10726"/>
                </a:cubicBezTo>
                <a:cubicBezTo>
                  <a:pt x="69671" y="8915"/>
                  <a:pt x="67229" y="8010"/>
                  <a:pt x="65329" y="8010"/>
                </a:cubicBezTo>
                <a:cubicBezTo>
                  <a:pt x="57731" y="8010"/>
                  <a:pt x="50744" y="13164"/>
                  <a:pt x="44367" y="23472"/>
                </a:cubicBezTo>
                <a:cubicBezTo>
                  <a:pt x="43010" y="25701"/>
                  <a:pt x="41993" y="27999"/>
                  <a:pt x="41314" y="30367"/>
                </a:cubicBezTo>
                <a:cubicBezTo>
                  <a:pt x="40636" y="32735"/>
                  <a:pt x="38329" y="41998"/>
                  <a:pt x="34395" y="58157"/>
                </a:cubicBezTo>
                <a:cubicBezTo>
                  <a:pt x="29781" y="77659"/>
                  <a:pt x="27136" y="88036"/>
                  <a:pt x="26457" y="89290"/>
                </a:cubicBezTo>
                <a:cubicBezTo>
                  <a:pt x="24694" y="93051"/>
                  <a:pt x="21776" y="94932"/>
                  <a:pt x="17706" y="94932"/>
                </a:cubicBezTo>
                <a:cubicBezTo>
                  <a:pt x="15942" y="94932"/>
                  <a:pt x="14518" y="94514"/>
                  <a:pt x="13432" y="93678"/>
                </a:cubicBezTo>
                <a:cubicBezTo>
                  <a:pt x="12347" y="92842"/>
                  <a:pt x="11601" y="92006"/>
                  <a:pt x="11193" y="91171"/>
                </a:cubicBezTo>
                <a:cubicBezTo>
                  <a:pt x="10786" y="90335"/>
                  <a:pt x="10651" y="89638"/>
                  <a:pt x="10786" y="89081"/>
                </a:cubicBezTo>
                <a:cubicBezTo>
                  <a:pt x="10786" y="87270"/>
                  <a:pt x="13500" y="75291"/>
                  <a:pt x="18927" y="53142"/>
                </a:cubicBezTo>
                <a:cubicBezTo>
                  <a:pt x="24354" y="30994"/>
                  <a:pt x="27068" y="18666"/>
                  <a:pt x="27068" y="16159"/>
                </a:cubicBezTo>
                <a:cubicBezTo>
                  <a:pt x="27068" y="10726"/>
                  <a:pt x="25304" y="8010"/>
                  <a:pt x="21776" y="8010"/>
                </a:cubicBezTo>
                <a:cubicBezTo>
                  <a:pt x="18927" y="8010"/>
                  <a:pt x="16485" y="9960"/>
                  <a:pt x="14450" y="13860"/>
                </a:cubicBezTo>
                <a:cubicBezTo>
                  <a:pt x="12415" y="17761"/>
                  <a:pt x="10786" y="22009"/>
                  <a:pt x="9565" y="26606"/>
                </a:cubicBezTo>
                <a:cubicBezTo>
                  <a:pt x="8344" y="31203"/>
                  <a:pt x="7598" y="33710"/>
                  <a:pt x="7327" y="34128"/>
                </a:cubicBezTo>
                <a:cubicBezTo>
                  <a:pt x="7055" y="34407"/>
                  <a:pt x="5970" y="34546"/>
                  <a:pt x="4070" y="34546"/>
                </a:cubicBezTo>
                <a:lnTo>
                  <a:pt x="1221" y="34546"/>
                </a:lnTo>
                <a:cubicBezTo>
                  <a:pt x="407" y="33710"/>
                  <a:pt x="0" y="33083"/>
                  <a:pt x="0" y="3266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9F0D19-6AA6-46E2-976D-1CE88C39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860" y="2948244"/>
            <a:ext cx="48641" cy="208947"/>
          </a:xfrm>
          <a:custGeom xmlns:a="http://schemas.openxmlformats.org/drawingml/2006/main">
            <a:pathLst>
              <a:path w="48641" h="208947">
                <a:moveTo>
                  <a:pt x="0" y="104474"/>
                </a:moveTo>
                <a:cubicBezTo>
                  <a:pt x="0" y="94862"/>
                  <a:pt x="678" y="85738"/>
                  <a:pt x="2035" y="77102"/>
                </a:cubicBezTo>
                <a:cubicBezTo>
                  <a:pt x="3392" y="68465"/>
                  <a:pt x="4952" y="61013"/>
                  <a:pt x="6716" y="54744"/>
                </a:cubicBezTo>
                <a:cubicBezTo>
                  <a:pt x="8480" y="48476"/>
                  <a:pt x="10990" y="42347"/>
                  <a:pt x="14246" y="36357"/>
                </a:cubicBezTo>
                <a:cubicBezTo>
                  <a:pt x="17503" y="30367"/>
                  <a:pt x="20080" y="25701"/>
                  <a:pt x="21980" y="22357"/>
                </a:cubicBezTo>
                <a:cubicBezTo>
                  <a:pt x="23879" y="19014"/>
                  <a:pt x="26729" y="15392"/>
                  <a:pt x="30528" y="11492"/>
                </a:cubicBezTo>
                <a:cubicBezTo>
                  <a:pt x="34327" y="7592"/>
                  <a:pt x="36565" y="5224"/>
                  <a:pt x="37244" y="4388"/>
                </a:cubicBezTo>
                <a:cubicBezTo>
                  <a:pt x="37922" y="3552"/>
                  <a:pt x="39618" y="2089"/>
                  <a:pt x="42332" y="0"/>
                </a:cubicBezTo>
                <a:lnTo>
                  <a:pt x="44977" y="0"/>
                </a:lnTo>
                <a:lnTo>
                  <a:pt x="45792" y="0"/>
                </a:lnTo>
                <a:cubicBezTo>
                  <a:pt x="47691" y="0"/>
                  <a:pt x="48641" y="627"/>
                  <a:pt x="48641" y="1881"/>
                </a:cubicBezTo>
                <a:cubicBezTo>
                  <a:pt x="48641" y="2298"/>
                  <a:pt x="47488" y="3761"/>
                  <a:pt x="45181" y="6268"/>
                </a:cubicBezTo>
                <a:cubicBezTo>
                  <a:pt x="42874" y="8776"/>
                  <a:pt x="40093" y="12467"/>
                  <a:pt x="36837" y="17343"/>
                </a:cubicBezTo>
                <a:cubicBezTo>
                  <a:pt x="33580" y="22218"/>
                  <a:pt x="30256" y="28208"/>
                  <a:pt x="26864" y="35312"/>
                </a:cubicBezTo>
                <a:cubicBezTo>
                  <a:pt x="23472" y="42416"/>
                  <a:pt x="20623" y="52028"/>
                  <a:pt x="18317" y="64147"/>
                </a:cubicBezTo>
                <a:cubicBezTo>
                  <a:pt x="16010" y="76266"/>
                  <a:pt x="14857" y="89708"/>
                  <a:pt x="14857" y="104474"/>
                </a:cubicBezTo>
                <a:cubicBezTo>
                  <a:pt x="14857" y="119239"/>
                  <a:pt x="16010" y="132612"/>
                  <a:pt x="18317" y="144592"/>
                </a:cubicBezTo>
                <a:cubicBezTo>
                  <a:pt x="20623" y="156571"/>
                  <a:pt x="23405" y="166252"/>
                  <a:pt x="26661" y="173635"/>
                </a:cubicBezTo>
                <a:cubicBezTo>
                  <a:pt x="29917" y="181018"/>
                  <a:pt x="33241" y="187008"/>
                  <a:pt x="36633" y="191605"/>
                </a:cubicBezTo>
                <a:cubicBezTo>
                  <a:pt x="40025" y="196202"/>
                  <a:pt x="42874" y="199893"/>
                  <a:pt x="45181" y="202679"/>
                </a:cubicBezTo>
                <a:cubicBezTo>
                  <a:pt x="47488" y="205465"/>
                  <a:pt x="48641" y="206928"/>
                  <a:pt x="48641" y="207067"/>
                </a:cubicBezTo>
                <a:cubicBezTo>
                  <a:pt x="48641" y="208320"/>
                  <a:pt x="47623" y="208947"/>
                  <a:pt x="45588" y="208947"/>
                </a:cubicBezTo>
                <a:lnTo>
                  <a:pt x="44977" y="208947"/>
                </a:lnTo>
                <a:lnTo>
                  <a:pt x="42332" y="208947"/>
                </a:lnTo>
                <a:lnTo>
                  <a:pt x="36633" y="203933"/>
                </a:lnTo>
                <a:cubicBezTo>
                  <a:pt x="23879" y="192092"/>
                  <a:pt x="14585" y="177327"/>
                  <a:pt x="8751" y="159636"/>
                </a:cubicBezTo>
                <a:cubicBezTo>
                  <a:pt x="2917" y="141945"/>
                  <a:pt x="0" y="123558"/>
                  <a:pt x="0" y="10447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E519DF-E219-46C9-B02F-111216C4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860" y="2948244"/>
            <a:ext cx="48641" cy="208947"/>
          </a:xfrm>
          <a:custGeom xmlns:a="http://schemas.openxmlformats.org/drawingml/2006/main">
            <a:pathLst>
              <a:path w="48641" h="208947" fill="none">
                <a:moveTo>
                  <a:pt x="0" y="104474"/>
                </a:moveTo>
                <a:cubicBezTo>
                  <a:pt x="0" y="94862"/>
                  <a:pt x="678" y="85738"/>
                  <a:pt x="2035" y="77102"/>
                </a:cubicBezTo>
                <a:cubicBezTo>
                  <a:pt x="3392" y="68465"/>
                  <a:pt x="4952" y="61013"/>
                  <a:pt x="6716" y="54744"/>
                </a:cubicBezTo>
                <a:cubicBezTo>
                  <a:pt x="8480" y="48476"/>
                  <a:pt x="10990" y="42347"/>
                  <a:pt x="14246" y="36357"/>
                </a:cubicBezTo>
                <a:cubicBezTo>
                  <a:pt x="17503" y="30367"/>
                  <a:pt x="20080" y="25701"/>
                  <a:pt x="21980" y="22357"/>
                </a:cubicBezTo>
                <a:cubicBezTo>
                  <a:pt x="23879" y="19014"/>
                  <a:pt x="26729" y="15392"/>
                  <a:pt x="30528" y="11492"/>
                </a:cubicBezTo>
                <a:cubicBezTo>
                  <a:pt x="34327" y="7592"/>
                  <a:pt x="36565" y="5224"/>
                  <a:pt x="37244" y="4388"/>
                </a:cubicBezTo>
                <a:cubicBezTo>
                  <a:pt x="37922" y="3552"/>
                  <a:pt x="39618" y="2089"/>
                  <a:pt x="42332" y="0"/>
                </a:cubicBezTo>
                <a:lnTo>
                  <a:pt x="44977" y="0"/>
                </a:lnTo>
                <a:lnTo>
                  <a:pt x="45792" y="0"/>
                </a:lnTo>
                <a:cubicBezTo>
                  <a:pt x="47691" y="0"/>
                  <a:pt x="48641" y="627"/>
                  <a:pt x="48641" y="1881"/>
                </a:cubicBezTo>
                <a:cubicBezTo>
                  <a:pt x="48641" y="2298"/>
                  <a:pt x="47488" y="3761"/>
                  <a:pt x="45181" y="6268"/>
                </a:cubicBezTo>
                <a:cubicBezTo>
                  <a:pt x="42874" y="8776"/>
                  <a:pt x="40093" y="12467"/>
                  <a:pt x="36837" y="17343"/>
                </a:cubicBezTo>
                <a:cubicBezTo>
                  <a:pt x="33580" y="22218"/>
                  <a:pt x="30256" y="28208"/>
                  <a:pt x="26864" y="35312"/>
                </a:cubicBezTo>
                <a:cubicBezTo>
                  <a:pt x="23472" y="42416"/>
                  <a:pt x="20623" y="52028"/>
                  <a:pt x="18317" y="64147"/>
                </a:cubicBezTo>
                <a:cubicBezTo>
                  <a:pt x="16010" y="76266"/>
                  <a:pt x="14857" y="89708"/>
                  <a:pt x="14857" y="104474"/>
                </a:cubicBezTo>
                <a:cubicBezTo>
                  <a:pt x="14857" y="119239"/>
                  <a:pt x="16010" y="132612"/>
                  <a:pt x="18317" y="144592"/>
                </a:cubicBezTo>
                <a:cubicBezTo>
                  <a:pt x="20623" y="156571"/>
                  <a:pt x="23405" y="166252"/>
                  <a:pt x="26661" y="173635"/>
                </a:cubicBezTo>
                <a:cubicBezTo>
                  <a:pt x="29917" y="181018"/>
                  <a:pt x="33241" y="187008"/>
                  <a:pt x="36633" y="191605"/>
                </a:cubicBezTo>
                <a:cubicBezTo>
                  <a:pt x="40025" y="196202"/>
                  <a:pt x="42874" y="199893"/>
                  <a:pt x="45181" y="202679"/>
                </a:cubicBezTo>
                <a:cubicBezTo>
                  <a:pt x="47488" y="205465"/>
                  <a:pt x="48641" y="206928"/>
                  <a:pt x="48641" y="207067"/>
                </a:cubicBezTo>
                <a:cubicBezTo>
                  <a:pt x="48641" y="208320"/>
                  <a:pt x="47623" y="208947"/>
                  <a:pt x="45588" y="208947"/>
                </a:cubicBezTo>
                <a:lnTo>
                  <a:pt x="44977" y="208947"/>
                </a:lnTo>
                <a:lnTo>
                  <a:pt x="42332" y="208947"/>
                </a:lnTo>
                <a:lnTo>
                  <a:pt x="36633" y="203933"/>
                </a:lnTo>
                <a:cubicBezTo>
                  <a:pt x="23879" y="192092"/>
                  <a:pt x="14585" y="177327"/>
                  <a:pt x="8751" y="159636"/>
                </a:cubicBezTo>
                <a:cubicBezTo>
                  <a:pt x="2917" y="141945"/>
                  <a:pt x="0" y="123558"/>
                  <a:pt x="0" y="10447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10BAB0-FD89-470D-8106-D497A93C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149" y="2948244"/>
            <a:ext cx="45520" cy="208947"/>
          </a:xfrm>
          <a:custGeom xmlns:a="http://schemas.openxmlformats.org/drawingml/2006/main">
            <a:pathLst>
              <a:path w="45520" h="208947">
                <a:moveTo>
                  <a:pt x="45520" y="205186"/>
                </a:moveTo>
                <a:cubicBezTo>
                  <a:pt x="45385" y="206161"/>
                  <a:pt x="44977" y="206997"/>
                  <a:pt x="44299" y="207694"/>
                </a:cubicBezTo>
                <a:cubicBezTo>
                  <a:pt x="43621" y="208390"/>
                  <a:pt x="42671" y="208808"/>
                  <a:pt x="41450" y="208947"/>
                </a:cubicBezTo>
                <a:cubicBezTo>
                  <a:pt x="40093" y="208947"/>
                  <a:pt x="38940" y="208251"/>
                  <a:pt x="37990" y="206858"/>
                </a:cubicBezTo>
                <a:cubicBezTo>
                  <a:pt x="37583" y="205883"/>
                  <a:pt x="31206" y="188749"/>
                  <a:pt x="18859" y="155457"/>
                </a:cubicBezTo>
                <a:cubicBezTo>
                  <a:pt x="6513" y="122165"/>
                  <a:pt x="271" y="105170"/>
                  <a:pt x="136" y="104474"/>
                </a:cubicBezTo>
                <a:cubicBezTo>
                  <a:pt x="0" y="103777"/>
                  <a:pt x="6173" y="86783"/>
                  <a:pt x="18656" y="53491"/>
                </a:cubicBezTo>
                <a:cubicBezTo>
                  <a:pt x="31138" y="20198"/>
                  <a:pt x="37583" y="3065"/>
                  <a:pt x="37990" y="2089"/>
                </a:cubicBezTo>
                <a:cubicBezTo>
                  <a:pt x="38397" y="1393"/>
                  <a:pt x="39075" y="766"/>
                  <a:pt x="40025" y="209"/>
                </a:cubicBezTo>
                <a:lnTo>
                  <a:pt x="40636" y="0"/>
                </a:lnTo>
                <a:cubicBezTo>
                  <a:pt x="41043" y="0"/>
                  <a:pt x="41314" y="0"/>
                  <a:pt x="41450" y="0"/>
                </a:cubicBezTo>
                <a:cubicBezTo>
                  <a:pt x="43892" y="0"/>
                  <a:pt x="45249" y="1254"/>
                  <a:pt x="45520" y="3761"/>
                </a:cubicBezTo>
                <a:cubicBezTo>
                  <a:pt x="45520" y="4458"/>
                  <a:pt x="39415" y="21382"/>
                  <a:pt x="27204" y="54535"/>
                </a:cubicBezTo>
                <a:cubicBezTo>
                  <a:pt x="14857" y="87549"/>
                  <a:pt x="8683" y="104195"/>
                  <a:pt x="8683" y="104474"/>
                </a:cubicBezTo>
                <a:cubicBezTo>
                  <a:pt x="8683" y="104752"/>
                  <a:pt x="14857" y="121398"/>
                  <a:pt x="27204" y="154412"/>
                </a:cubicBezTo>
                <a:cubicBezTo>
                  <a:pt x="39415" y="187565"/>
                  <a:pt x="45520" y="204490"/>
                  <a:pt x="45520" y="2051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D20771-DFFC-4E92-9FE8-059EB4F6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149" y="2948244"/>
            <a:ext cx="45520" cy="208947"/>
          </a:xfrm>
          <a:custGeom xmlns:a="http://schemas.openxmlformats.org/drawingml/2006/main">
            <a:pathLst>
              <a:path w="45520" h="208947" fill="none">
                <a:moveTo>
                  <a:pt x="45520" y="205186"/>
                </a:moveTo>
                <a:cubicBezTo>
                  <a:pt x="45385" y="206161"/>
                  <a:pt x="44977" y="206997"/>
                  <a:pt x="44299" y="207694"/>
                </a:cubicBezTo>
                <a:cubicBezTo>
                  <a:pt x="43621" y="208390"/>
                  <a:pt x="42671" y="208808"/>
                  <a:pt x="41450" y="208947"/>
                </a:cubicBezTo>
                <a:cubicBezTo>
                  <a:pt x="40093" y="208947"/>
                  <a:pt x="38940" y="208251"/>
                  <a:pt x="37990" y="206858"/>
                </a:cubicBezTo>
                <a:cubicBezTo>
                  <a:pt x="37583" y="205883"/>
                  <a:pt x="31206" y="188749"/>
                  <a:pt x="18859" y="155457"/>
                </a:cubicBezTo>
                <a:cubicBezTo>
                  <a:pt x="6513" y="122165"/>
                  <a:pt x="271" y="105170"/>
                  <a:pt x="136" y="104474"/>
                </a:cubicBezTo>
                <a:cubicBezTo>
                  <a:pt x="0" y="103777"/>
                  <a:pt x="6173" y="86783"/>
                  <a:pt x="18656" y="53491"/>
                </a:cubicBezTo>
                <a:cubicBezTo>
                  <a:pt x="31138" y="20198"/>
                  <a:pt x="37583" y="3065"/>
                  <a:pt x="37990" y="2089"/>
                </a:cubicBezTo>
                <a:cubicBezTo>
                  <a:pt x="38397" y="1393"/>
                  <a:pt x="39075" y="766"/>
                  <a:pt x="40025" y="209"/>
                </a:cubicBezTo>
                <a:lnTo>
                  <a:pt x="40636" y="0"/>
                </a:lnTo>
                <a:cubicBezTo>
                  <a:pt x="41043" y="0"/>
                  <a:pt x="41314" y="0"/>
                  <a:pt x="41450" y="0"/>
                </a:cubicBezTo>
                <a:cubicBezTo>
                  <a:pt x="43892" y="0"/>
                  <a:pt x="45249" y="1254"/>
                  <a:pt x="45520" y="3761"/>
                </a:cubicBezTo>
                <a:cubicBezTo>
                  <a:pt x="45520" y="4458"/>
                  <a:pt x="39415" y="21382"/>
                  <a:pt x="27204" y="54535"/>
                </a:cubicBezTo>
                <a:cubicBezTo>
                  <a:pt x="14857" y="87549"/>
                  <a:pt x="8683" y="104195"/>
                  <a:pt x="8683" y="104474"/>
                </a:cubicBezTo>
                <a:cubicBezTo>
                  <a:pt x="8683" y="104752"/>
                  <a:pt x="14857" y="121398"/>
                  <a:pt x="27204" y="154412"/>
                </a:cubicBezTo>
                <a:cubicBezTo>
                  <a:pt x="39415" y="187565"/>
                  <a:pt x="45520" y="204490"/>
                  <a:pt x="45520" y="20518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E584A2-8BB2-4C29-B8DC-532DDC84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649" y="2962243"/>
            <a:ext cx="145922" cy="147308"/>
          </a:xfrm>
          <a:custGeom xmlns:a="http://schemas.openxmlformats.org/drawingml/2006/main">
            <a:pathLst>
              <a:path w="145922" h="147308">
                <a:moveTo>
                  <a:pt x="0" y="7313"/>
                </a:moveTo>
                <a:cubicBezTo>
                  <a:pt x="0" y="4249"/>
                  <a:pt x="882" y="1811"/>
                  <a:pt x="2646" y="0"/>
                </a:cubicBezTo>
                <a:lnTo>
                  <a:pt x="4884" y="0"/>
                </a:lnTo>
                <a:cubicBezTo>
                  <a:pt x="10583" y="418"/>
                  <a:pt x="17706" y="627"/>
                  <a:pt x="26254" y="627"/>
                </a:cubicBezTo>
                <a:cubicBezTo>
                  <a:pt x="42264" y="627"/>
                  <a:pt x="51694" y="418"/>
                  <a:pt x="54543" y="0"/>
                </a:cubicBezTo>
                <a:lnTo>
                  <a:pt x="56578" y="0"/>
                </a:lnTo>
                <a:cubicBezTo>
                  <a:pt x="57392" y="836"/>
                  <a:pt x="57799" y="1463"/>
                  <a:pt x="57799" y="1881"/>
                </a:cubicBezTo>
                <a:cubicBezTo>
                  <a:pt x="57799" y="2298"/>
                  <a:pt x="57663" y="3552"/>
                  <a:pt x="57392" y="5642"/>
                </a:cubicBezTo>
                <a:cubicBezTo>
                  <a:pt x="56714" y="7731"/>
                  <a:pt x="56103" y="9054"/>
                  <a:pt x="55560" y="9612"/>
                </a:cubicBezTo>
                <a:lnTo>
                  <a:pt x="51287" y="9612"/>
                </a:lnTo>
                <a:cubicBezTo>
                  <a:pt x="48302" y="9890"/>
                  <a:pt x="46266" y="10029"/>
                  <a:pt x="45181" y="10029"/>
                </a:cubicBezTo>
                <a:cubicBezTo>
                  <a:pt x="41246" y="10726"/>
                  <a:pt x="39075" y="11771"/>
                  <a:pt x="38668" y="13164"/>
                </a:cubicBezTo>
                <a:cubicBezTo>
                  <a:pt x="38668" y="13442"/>
                  <a:pt x="40636" y="30924"/>
                  <a:pt x="44570" y="65609"/>
                </a:cubicBezTo>
                <a:cubicBezTo>
                  <a:pt x="48505" y="100295"/>
                  <a:pt x="50540" y="117777"/>
                  <a:pt x="50676" y="118055"/>
                </a:cubicBezTo>
                <a:lnTo>
                  <a:pt x="65533" y="93608"/>
                </a:lnTo>
                <a:cubicBezTo>
                  <a:pt x="75437" y="77311"/>
                  <a:pt x="85342" y="60873"/>
                  <a:pt x="95246" y="44297"/>
                </a:cubicBezTo>
                <a:cubicBezTo>
                  <a:pt x="105151" y="27720"/>
                  <a:pt x="110239" y="19154"/>
                  <a:pt x="110510" y="18596"/>
                </a:cubicBezTo>
                <a:cubicBezTo>
                  <a:pt x="111053" y="17621"/>
                  <a:pt x="111324" y="16576"/>
                  <a:pt x="111324" y="15462"/>
                </a:cubicBezTo>
                <a:cubicBezTo>
                  <a:pt x="111324" y="12119"/>
                  <a:pt x="108339" y="10169"/>
                  <a:pt x="102370" y="9612"/>
                </a:cubicBezTo>
                <a:cubicBezTo>
                  <a:pt x="99927" y="9612"/>
                  <a:pt x="98706" y="8845"/>
                  <a:pt x="98706" y="7313"/>
                </a:cubicBezTo>
                <a:cubicBezTo>
                  <a:pt x="98706" y="7174"/>
                  <a:pt x="98842" y="6268"/>
                  <a:pt x="99113" y="4597"/>
                </a:cubicBezTo>
                <a:cubicBezTo>
                  <a:pt x="99520" y="2647"/>
                  <a:pt x="99927" y="1393"/>
                  <a:pt x="100334" y="836"/>
                </a:cubicBezTo>
                <a:cubicBezTo>
                  <a:pt x="100741" y="279"/>
                  <a:pt x="101623" y="0"/>
                  <a:pt x="102980" y="0"/>
                </a:cubicBezTo>
                <a:cubicBezTo>
                  <a:pt x="103251" y="0"/>
                  <a:pt x="104066" y="0"/>
                  <a:pt x="105422" y="0"/>
                </a:cubicBezTo>
                <a:cubicBezTo>
                  <a:pt x="106779" y="0"/>
                  <a:pt x="109086" y="70"/>
                  <a:pt x="112342" y="209"/>
                </a:cubicBezTo>
                <a:cubicBezTo>
                  <a:pt x="115598" y="348"/>
                  <a:pt x="119940" y="418"/>
                  <a:pt x="125367" y="418"/>
                </a:cubicBezTo>
                <a:cubicBezTo>
                  <a:pt x="134729" y="418"/>
                  <a:pt x="140631" y="279"/>
                  <a:pt x="143073" y="0"/>
                </a:cubicBezTo>
                <a:lnTo>
                  <a:pt x="144498" y="0"/>
                </a:lnTo>
                <a:cubicBezTo>
                  <a:pt x="145448" y="975"/>
                  <a:pt x="145922" y="1741"/>
                  <a:pt x="145922" y="2298"/>
                </a:cubicBezTo>
                <a:cubicBezTo>
                  <a:pt x="145922" y="4666"/>
                  <a:pt x="145312" y="6895"/>
                  <a:pt x="144091" y="8985"/>
                </a:cubicBezTo>
                <a:cubicBezTo>
                  <a:pt x="143684" y="9403"/>
                  <a:pt x="142530" y="9612"/>
                  <a:pt x="140631" y="9612"/>
                </a:cubicBezTo>
                <a:cubicBezTo>
                  <a:pt x="138867" y="9751"/>
                  <a:pt x="137239" y="9890"/>
                  <a:pt x="135747" y="10029"/>
                </a:cubicBezTo>
                <a:cubicBezTo>
                  <a:pt x="134254" y="10169"/>
                  <a:pt x="132829" y="10517"/>
                  <a:pt x="131473" y="11074"/>
                </a:cubicBezTo>
                <a:cubicBezTo>
                  <a:pt x="130116" y="11631"/>
                  <a:pt x="129030" y="12119"/>
                  <a:pt x="128216" y="12537"/>
                </a:cubicBezTo>
                <a:cubicBezTo>
                  <a:pt x="127402" y="12955"/>
                  <a:pt x="126588" y="13512"/>
                  <a:pt x="125774" y="14208"/>
                </a:cubicBezTo>
                <a:cubicBezTo>
                  <a:pt x="124960" y="14905"/>
                  <a:pt x="124282" y="15392"/>
                  <a:pt x="123739" y="15671"/>
                </a:cubicBezTo>
                <a:cubicBezTo>
                  <a:pt x="123196" y="15950"/>
                  <a:pt x="122654" y="16576"/>
                  <a:pt x="122111" y="17552"/>
                </a:cubicBezTo>
                <a:cubicBezTo>
                  <a:pt x="121568" y="18527"/>
                  <a:pt x="121093" y="19014"/>
                  <a:pt x="120686" y="19014"/>
                </a:cubicBezTo>
                <a:lnTo>
                  <a:pt x="81407" y="83788"/>
                </a:lnTo>
                <a:cubicBezTo>
                  <a:pt x="56985" y="124324"/>
                  <a:pt x="44367" y="145079"/>
                  <a:pt x="43553" y="146054"/>
                </a:cubicBezTo>
                <a:cubicBezTo>
                  <a:pt x="43146" y="146333"/>
                  <a:pt x="42671" y="146681"/>
                  <a:pt x="42128" y="147099"/>
                </a:cubicBezTo>
                <a:lnTo>
                  <a:pt x="38465" y="147308"/>
                </a:lnTo>
                <a:lnTo>
                  <a:pt x="37040" y="147308"/>
                </a:lnTo>
                <a:cubicBezTo>
                  <a:pt x="34598" y="147308"/>
                  <a:pt x="33377" y="146820"/>
                  <a:pt x="33377" y="145845"/>
                </a:cubicBezTo>
                <a:cubicBezTo>
                  <a:pt x="32970" y="145009"/>
                  <a:pt x="30324" y="122722"/>
                  <a:pt x="25440" y="78982"/>
                </a:cubicBezTo>
                <a:cubicBezTo>
                  <a:pt x="20284" y="34685"/>
                  <a:pt x="17638" y="12328"/>
                  <a:pt x="17503" y="11910"/>
                </a:cubicBezTo>
                <a:cubicBezTo>
                  <a:pt x="16824" y="10378"/>
                  <a:pt x="12618" y="9612"/>
                  <a:pt x="4884" y="9612"/>
                </a:cubicBezTo>
                <a:lnTo>
                  <a:pt x="1425" y="9612"/>
                </a:lnTo>
                <a:cubicBezTo>
                  <a:pt x="475" y="8915"/>
                  <a:pt x="0" y="8149"/>
                  <a:pt x="0" y="73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C524BE-5F4E-4DB3-9F15-634266B2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649" y="2962243"/>
            <a:ext cx="145922" cy="147308"/>
          </a:xfrm>
          <a:custGeom xmlns:a="http://schemas.openxmlformats.org/drawingml/2006/main">
            <a:pathLst>
              <a:path w="145922" h="147308" fill="none">
                <a:moveTo>
                  <a:pt x="0" y="7313"/>
                </a:moveTo>
                <a:cubicBezTo>
                  <a:pt x="0" y="4249"/>
                  <a:pt x="882" y="1811"/>
                  <a:pt x="2646" y="0"/>
                </a:cubicBezTo>
                <a:lnTo>
                  <a:pt x="4884" y="0"/>
                </a:lnTo>
                <a:cubicBezTo>
                  <a:pt x="10583" y="418"/>
                  <a:pt x="17706" y="627"/>
                  <a:pt x="26254" y="627"/>
                </a:cubicBezTo>
                <a:cubicBezTo>
                  <a:pt x="42264" y="627"/>
                  <a:pt x="51694" y="418"/>
                  <a:pt x="54543" y="0"/>
                </a:cubicBezTo>
                <a:lnTo>
                  <a:pt x="56578" y="0"/>
                </a:lnTo>
                <a:cubicBezTo>
                  <a:pt x="57392" y="836"/>
                  <a:pt x="57799" y="1463"/>
                  <a:pt x="57799" y="1881"/>
                </a:cubicBezTo>
                <a:cubicBezTo>
                  <a:pt x="57799" y="2298"/>
                  <a:pt x="57663" y="3552"/>
                  <a:pt x="57392" y="5642"/>
                </a:cubicBezTo>
                <a:cubicBezTo>
                  <a:pt x="56714" y="7731"/>
                  <a:pt x="56103" y="9054"/>
                  <a:pt x="55560" y="9612"/>
                </a:cubicBezTo>
                <a:lnTo>
                  <a:pt x="51287" y="9612"/>
                </a:lnTo>
                <a:cubicBezTo>
                  <a:pt x="48302" y="9890"/>
                  <a:pt x="46266" y="10029"/>
                  <a:pt x="45181" y="10029"/>
                </a:cubicBezTo>
                <a:cubicBezTo>
                  <a:pt x="41246" y="10726"/>
                  <a:pt x="39075" y="11771"/>
                  <a:pt x="38668" y="13164"/>
                </a:cubicBezTo>
                <a:cubicBezTo>
                  <a:pt x="38668" y="13442"/>
                  <a:pt x="40636" y="30924"/>
                  <a:pt x="44570" y="65609"/>
                </a:cubicBezTo>
                <a:cubicBezTo>
                  <a:pt x="48505" y="100295"/>
                  <a:pt x="50540" y="117777"/>
                  <a:pt x="50676" y="118055"/>
                </a:cubicBezTo>
                <a:lnTo>
                  <a:pt x="65533" y="93608"/>
                </a:lnTo>
                <a:cubicBezTo>
                  <a:pt x="75437" y="77311"/>
                  <a:pt x="85342" y="60873"/>
                  <a:pt x="95246" y="44297"/>
                </a:cubicBezTo>
                <a:cubicBezTo>
                  <a:pt x="105151" y="27720"/>
                  <a:pt x="110239" y="19154"/>
                  <a:pt x="110510" y="18596"/>
                </a:cubicBezTo>
                <a:cubicBezTo>
                  <a:pt x="111053" y="17621"/>
                  <a:pt x="111324" y="16576"/>
                  <a:pt x="111324" y="15462"/>
                </a:cubicBezTo>
                <a:cubicBezTo>
                  <a:pt x="111324" y="12119"/>
                  <a:pt x="108339" y="10169"/>
                  <a:pt x="102370" y="9612"/>
                </a:cubicBezTo>
                <a:cubicBezTo>
                  <a:pt x="99927" y="9612"/>
                  <a:pt x="98706" y="8845"/>
                  <a:pt x="98706" y="7313"/>
                </a:cubicBezTo>
                <a:cubicBezTo>
                  <a:pt x="98706" y="7174"/>
                  <a:pt x="98842" y="6268"/>
                  <a:pt x="99113" y="4597"/>
                </a:cubicBezTo>
                <a:cubicBezTo>
                  <a:pt x="99520" y="2647"/>
                  <a:pt x="99927" y="1393"/>
                  <a:pt x="100334" y="836"/>
                </a:cubicBezTo>
                <a:cubicBezTo>
                  <a:pt x="100741" y="279"/>
                  <a:pt x="101623" y="0"/>
                  <a:pt x="102980" y="0"/>
                </a:cubicBezTo>
                <a:cubicBezTo>
                  <a:pt x="103251" y="0"/>
                  <a:pt x="104066" y="0"/>
                  <a:pt x="105422" y="0"/>
                </a:cubicBezTo>
                <a:cubicBezTo>
                  <a:pt x="106779" y="0"/>
                  <a:pt x="109086" y="70"/>
                  <a:pt x="112342" y="209"/>
                </a:cubicBezTo>
                <a:cubicBezTo>
                  <a:pt x="115598" y="348"/>
                  <a:pt x="119940" y="418"/>
                  <a:pt x="125367" y="418"/>
                </a:cubicBezTo>
                <a:cubicBezTo>
                  <a:pt x="134729" y="418"/>
                  <a:pt x="140631" y="279"/>
                  <a:pt x="143073" y="0"/>
                </a:cubicBezTo>
                <a:lnTo>
                  <a:pt x="144498" y="0"/>
                </a:lnTo>
                <a:cubicBezTo>
                  <a:pt x="145448" y="975"/>
                  <a:pt x="145922" y="1741"/>
                  <a:pt x="145922" y="2298"/>
                </a:cubicBezTo>
                <a:cubicBezTo>
                  <a:pt x="145922" y="4666"/>
                  <a:pt x="145312" y="6895"/>
                  <a:pt x="144091" y="8985"/>
                </a:cubicBezTo>
                <a:cubicBezTo>
                  <a:pt x="143684" y="9403"/>
                  <a:pt x="142530" y="9612"/>
                  <a:pt x="140631" y="9612"/>
                </a:cubicBezTo>
                <a:cubicBezTo>
                  <a:pt x="138867" y="9751"/>
                  <a:pt x="137239" y="9890"/>
                  <a:pt x="135747" y="10029"/>
                </a:cubicBezTo>
                <a:cubicBezTo>
                  <a:pt x="134254" y="10169"/>
                  <a:pt x="132829" y="10517"/>
                  <a:pt x="131473" y="11074"/>
                </a:cubicBezTo>
                <a:cubicBezTo>
                  <a:pt x="130116" y="11631"/>
                  <a:pt x="129030" y="12119"/>
                  <a:pt x="128216" y="12537"/>
                </a:cubicBezTo>
                <a:cubicBezTo>
                  <a:pt x="127402" y="12955"/>
                  <a:pt x="126588" y="13512"/>
                  <a:pt x="125774" y="14208"/>
                </a:cubicBezTo>
                <a:cubicBezTo>
                  <a:pt x="124960" y="14905"/>
                  <a:pt x="124282" y="15392"/>
                  <a:pt x="123739" y="15671"/>
                </a:cubicBezTo>
                <a:cubicBezTo>
                  <a:pt x="123196" y="15950"/>
                  <a:pt x="122654" y="16576"/>
                  <a:pt x="122111" y="17552"/>
                </a:cubicBezTo>
                <a:cubicBezTo>
                  <a:pt x="121568" y="18527"/>
                  <a:pt x="121093" y="19014"/>
                  <a:pt x="120686" y="19014"/>
                </a:cubicBezTo>
                <a:lnTo>
                  <a:pt x="81407" y="83788"/>
                </a:lnTo>
                <a:cubicBezTo>
                  <a:pt x="56985" y="124324"/>
                  <a:pt x="44367" y="145079"/>
                  <a:pt x="43553" y="146054"/>
                </a:cubicBezTo>
                <a:cubicBezTo>
                  <a:pt x="43146" y="146333"/>
                  <a:pt x="42671" y="146681"/>
                  <a:pt x="42128" y="147099"/>
                </a:cubicBezTo>
                <a:lnTo>
                  <a:pt x="38465" y="147308"/>
                </a:lnTo>
                <a:lnTo>
                  <a:pt x="37040" y="147308"/>
                </a:lnTo>
                <a:cubicBezTo>
                  <a:pt x="34598" y="147308"/>
                  <a:pt x="33377" y="146820"/>
                  <a:pt x="33377" y="145845"/>
                </a:cubicBezTo>
                <a:cubicBezTo>
                  <a:pt x="32970" y="145009"/>
                  <a:pt x="30324" y="122722"/>
                  <a:pt x="25440" y="78982"/>
                </a:cubicBezTo>
                <a:cubicBezTo>
                  <a:pt x="20284" y="34685"/>
                  <a:pt x="17638" y="12328"/>
                  <a:pt x="17503" y="11910"/>
                </a:cubicBezTo>
                <a:cubicBezTo>
                  <a:pt x="16824" y="10378"/>
                  <a:pt x="12618" y="9612"/>
                  <a:pt x="4884" y="9612"/>
                </a:cubicBezTo>
                <a:lnTo>
                  <a:pt x="1425" y="9612"/>
                </a:lnTo>
                <a:cubicBezTo>
                  <a:pt x="475" y="8915"/>
                  <a:pt x="0" y="8149"/>
                  <a:pt x="0" y="73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798BF9-6D8D-4FE0-BFF4-22DFE711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045" y="3037911"/>
            <a:ext cx="60577" cy="101635"/>
          </a:xfrm>
          <a:custGeom xmlns:a="http://schemas.openxmlformats.org/drawingml/2006/main">
            <a:pathLst>
              <a:path w="60577" h="101635">
                <a:moveTo>
                  <a:pt x="8202" y="11966"/>
                </a:moveTo>
                <a:cubicBezTo>
                  <a:pt x="13573" y="3989"/>
                  <a:pt x="20912" y="0"/>
                  <a:pt x="30216" y="0"/>
                </a:cubicBezTo>
                <a:cubicBezTo>
                  <a:pt x="34821" y="0"/>
                  <a:pt x="39425" y="1280"/>
                  <a:pt x="44029" y="3841"/>
                </a:cubicBezTo>
                <a:cubicBezTo>
                  <a:pt x="48634" y="6401"/>
                  <a:pt x="52375" y="10932"/>
                  <a:pt x="55253" y="17432"/>
                </a:cubicBezTo>
                <a:cubicBezTo>
                  <a:pt x="58802" y="25606"/>
                  <a:pt x="60577" y="36833"/>
                  <a:pt x="60577" y="51113"/>
                </a:cubicBezTo>
                <a:cubicBezTo>
                  <a:pt x="60577" y="66378"/>
                  <a:pt x="58514" y="78048"/>
                  <a:pt x="54389" y="86124"/>
                </a:cubicBezTo>
                <a:cubicBezTo>
                  <a:pt x="52471" y="90260"/>
                  <a:pt x="49833" y="93560"/>
                  <a:pt x="46476" y="96022"/>
                </a:cubicBezTo>
                <a:cubicBezTo>
                  <a:pt x="43118" y="98484"/>
                  <a:pt x="40192" y="100010"/>
                  <a:pt x="37698" y="100601"/>
                </a:cubicBezTo>
                <a:cubicBezTo>
                  <a:pt x="35204" y="101192"/>
                  <a:pt x="32758" y="101537"/>
                  <a:pt x="30360" y="101635"/>
                </a:cubicBezTo>
                <a:cubicBezTo>
                  <a:pt x="27866" y="101635"/>
                  <a:pt x="25372" y="101340"/>
                  <a:pt x="22878" y="100749"/>
                </a:cubicBezTo>
                <a:cubicBezTo>
                  <a:pt x="20384" y="100158"/>
                  <a:pt x="17458" y="98582"/>
                  <a:pt x="14101" y="96022"/>
                </a:cubicBezTo>
                <a:cubicBezTo>
                  <a:pt x="10744" y="93461"/>
                  <a:pt x="8106" y="90162"/>
                  <a:pt x="6187" y="86124"/>
                </a:cubicBezTo>
                <a:cubicBezTo>
                  <a:pt x="2062" y="78048"/>
                  <a:pt x="0" y="66378"/>
                  <a:pt x="0" y="51113"/>
                </a:cubicBezTo>
                <a:cubicBezTo>
                  <a:pt x="0" y="33977"/>
                  <a:pt x="2734" y="20928"/>
                  <a:pt x="8202" y="11966"/>
                </a:cubicBezTo>
                <a:close/>
                <a:moveTo>
                  <a:pt x="40576" y="10193"/>
                </a:moveTo>
                <a:cubicBezTo>
                  <a:pt x="37698" y="7042"/>
                  <a:pt x="34293" y="5466"/>
                  <a:pt x="30360" y="5466"/>
                </a:cubicBezTo>
                <a:cubicBezTo>
                  <a:pt x="26331" y="5466"/>
                  <a:pt x="22878" y="7042"/>
                  <a:pt x="20000" y="10193"/>
                </a:cubicBezTo>
                <a:cubicBezTo>
                  <a:pt x="17602" y="12754"/>
                  <a:pt x="16019" y="16299"/>
                  <a:pt x="15252" y="20829"/>
                </a:cubicBezTo>
                <a:cubicBezTo>
                  <a:pt x="14485" y="25360"/>
                  <a:pt x="14101" y="34814"/>
                  <a:pt x="14101" y="49193"/>
                </a:cubicBezTo>
                <a:cubicBezTo>
                  <a:pt x="14101" y="64753"/>
                  <a:pt x="14485" y="74995"/>
                  <a:pt x="15252" y="79920"/>
                </a:cubicBezTo>
                <a:cubicBezTo>
                  <a:pt x="16019" y="84844"/>
                  <a:pt x="17746" y="88734"/>
                  <a:pt x="20432" y="91590"/>
                </a:cubicBezTo>
                <a:cubicBezTo>
                  <a:pt x="23118" y="94544"/>
                  <a:pt x="26427" y="96022"/>
                  <a:pt x="30360" y="96022"/>
                </a:cubicBezTo>
                <a:cubicBezTo>
                  <a:pt x="34197" y="96022"/>
                  <a:pt x="37459" y="94544"/>
                  <a:pt x="40145" y="91590"/>
                </a:cubicBezTo>
                <a:cubicBezTo>
                  <a:pt x="42926" y="88635"/>
                  <a:pt x="44653" y="84499"/>
                  <a:pt x="45324" y="79181"/>
                </a:cubicBezTo>
                <a:cubicBezTo>
                  <a:pt x="45996" y="73863"/>
                  <a:pt x="46380" y="63867"/>
                  <a:pt x="46476" y="49193"/>
                </a:cubicBezTo>
                <a:cubicBezTo>
                  <a:pt x="46476" y="34913"/>
                  <a:pt x="46092" y="25507"/>
                  <a:pt x="45324" y="20977"/>
                </a:cubicBezTo>
                <a:cubicBezTo>
                  <a:pt x="44557" y="16447"/>
                  <a:pt x="42974" y="12852"/>
                  <a:pt x="40576" y="101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D701F1-3DB1-48A9-838F-CD60FA3B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045" y="3037911"/>
            <a:ext cx="60577" cy="101635"/>
          </a:xfrm>
          <a:custGeom xmlns:a="http://schemas.openxmlformats.org/drawingml/2006/main">
            <a:pathLst>
              <a:path w="60577" h="101635" fill="none">
                <a:moveTo>
                  <a:pt x="8202" y="11966"/>
                </a:moveTo>
                <a:cubicBezTo>
                  <a:pt x="13573" y="3989"/>
                  <a:pt x="20912" y="0"/>
                  <a:pt x="30216" y="0"/>
                </a:cubicBezTo>
                <a:cubicBezTo>
                  <a:pt x="34821" y="0"/>
                  <a:pt x="39425" y="1280"/>
                  <a:pt x="44029" y="3841"/>
                </a:cubicBezTo>
                <a:cubicBezTo>
                  <a:pt x="48634" y="6401"/>
                  <a:pt x="52375" y="10932"/>
                  <a:pt x="55253" y="17432"/>
                </a:cubicBezTo>
                <a:cubicBezTo>
                  <a:pt x="58802" y="25606"/>
                  <a:pt x="60577" y="36833"/>
                  <a:pt x="60577" y="51113"/>
                </a:cubicBezTo>
                <a:cubicBezTo>
                  <a:pt x="60577" y="66378"/>
                  <a:pt x="58514" y="78048"/>
                  <a:pt x="54389" y="86124"/>
                </a:cubicBezTo>
                <a:cubicBezTo>
                  <a:pt x="52471" y="90260"/>
                  <a:pt x="49833" y="93560"/>
                  <a:pt x="46476" y="96022"/>
                </a:cubicBezTo>
                <a:cubicBezTo>
                  <a:pt x="43118" y="98484"/>
                  <a:pt x="40192" y="100010"/>
                  <a:pt x="37698" y="100601"/>
                </a:cubicBezTo>
                <a:cubicBezTo>
                  <a:pt x="35204" y="101192"/>
                  <a:pt x="32758" y="101537"/>
                  <a:pt x="30360" y="101635"/>
                </a:cubicBezTo>
                <a:cubicBezTo>
                  <a:pt x="27866" y="101635"/>
                  <a:pt x="25372" y="101340"/>
                  <a:pt x="22878" y="100749"/>
                </a:cubicBezTo>
                <a:cubicBezTo>
                  <a:pt x="20384" y="100158"/>
                  <a:pt x="17458" y="98582"/>
                  <a:pt x="14101" y="96022"/>
                </a:cubicBezTo>
                <a:cubicBezTo>
                  <a:pt x="10744" y="93461"/>
                  <a:pt x="8106" y="90162"/>
                  <a:pt x="6187" y="86124"/>
                </a:cubicBezTo>
                <a:cubicBezTo>
                  <a:pt x="2062" y="78048"/>
                  <a:pt x="0" y="66378"/>
                  <a:pt x="0" y="51113"/>
                </a:cubicBezTo>
                <a:cubicBezTo>
                  <a:pt x="0" y="33977"/>
                  <a:pt x="2734" y="20928"/>
                  <a:pt x="8202" y="11966"/>
                </a:cubicBezTo>
                <a:close/>
                <a:moveTo>
                  <a:pt x="40576" y="10193"/>
                </a:moveTo>
                <a:cubicBezTo>
                  <a:pt x="37698" y="7042"/>
                  <a:pt x="34293" y="5466"/>
                  <a:pt x="30360" y="5466"/>
                </a:cubicBezTo>
                <a:cubicBezTo>
                  <a:pt x="26331" y="5466"/>
                  <a:pt x="22878" y="7042"/>
                  <a:pt x="20000" y="10193"/>
                </a:cubicBezTo>
                <a:cubicBezTo>
                  <a:pt x="17602" y="12754"/>
                  <a:pt x="16019" y="16299"/>
                  <a:pt x="15252" y="20829"/>
                </a:cubicBezTo>
                <a:cubicBezTo>
                  <a:pt x="14485" y="25360"/>
                  <a:pt x="14101" y="34814"/>
                  <a:pt x="14101" y="49193"/>
                </a:cubicBezTo>
                <a:cubicBezTo>
                  <a:pt x="14101" y="64753"/>
                  <a:pt x="14485" y="74995"/>
                  <a:pt x="15252" y="79920"/>
                </a:cubicBezTo>
                <a:cubicBezTo>
                  <a:pt x="16019" y="84844"/>
                  <a:pt x="17746" y="88734"/>
                  <a:pt x="20432" y="91590"/>
                </a:cubicBezTo>
                <a:cubicBezTo>
                  <a:pt x="23118" y="94544"/>
                  <a:pt x="26427" y="96022"/>
                  <a:pt x="30360" y="96022"/>
                </a:cubicBezTo>
                <a:cubicBezTo>
                  <a:pt x="34197" y="96022"/>
                  <a:pt x="37459" y="94544"/>
                  <a:pt x="40145" y="91590"/>
                </a:cubicBezTo>
                <a:cubicBezTo>
                  <a:pt x="42926" y="88635"/>
                  <a:pt x="44653" y="84499"/>
                  <a:pt x="45324" y="79181"/>
                </a:cubicBezTo>
                <a:cubicBezTo>
                  <a:pt x="45996" y="73863"/>
                  <a:pt x="46380" y="63867"/>
                  <a:pt x="46476" y="49193"/>
                </a:cubicBezTo>
                <a:cubicBezTo>
                  <a:pt x="46476" y="34913"/>
                  <a:pt x="46092" y="25507"/>
                  <a:pt x="45324" y="20977"/>
                </a:cubicBezTo>
                <a:cubicBezTo>
                  <a:pt x="44557" y="16447"/>
                  <a:pt x="42974" y="12852"/>
                  <a:pt x="40576" y="101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" cap="flat">
            <a:solidFill>
              <a:srgbClr val="000000">
                <a:alpha val="9040"/>
              </a:srgbClr>
            </a:solidFill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BD75B1-F617-4705-B5E9-11ACD92D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67" y="2948244"/>
            <a:ext cx="45520" cy="208947"/>
          </a:xfrm>
          <a:custGeom xmlns:a="http://schemas.openxmlformats.org/drawingml/2006/main">
            <a:pathLst>
              <a:path w="45520" h="208947">
                <a:moveTo>
                  <a:pt x="0" y="3761"/>
                </a:moveTo>
                <a:cubicBezTo>
                  <a:pt x="136" y="2786"/>
                  <a:pt x="543" y="1950"/>
                  <a:pt x="1221" y="1254"/>
                </a:cubicBezTo>
                <a:cubicBezTo>
                  <a:pt x="1900" y="557"/>
                  <a:pt x="2849" y="139"/>
                  <a:pt x="4070" y="0"/>
                </a:cubicBezTo>
                <a:cubicBezTo>
                  <a:pt x="5427" y="0"/>
                  <a:pt x="6580" y="696"/>
                  <a:pt x="7530" y="2089"/>
                </a:cubicBezTo>
                <a:cubicBezTo>
                  <a:pt x="7937" y="3065"/>
                  <a:pt x="14314" y="20198"/>
                  <a:pt x="26661" y="53491"/>
                </a:cubicBezTo>
                <a:cubicBezTo>
                  <a:pt x="39008" y="86783"/>
                  <a:pt x="45249" y="103777"/>
                  <a:pt x="45385" y="104474"/>
                </a:cubicBezTo>
                <a:cubicBezTo>
                  <a:pt x="45520" y="105170"/>
                  <a:pt x="39347" y="122165"/>
                  <a:pt x="26864" y="155457"/>
                </a:cubicBezTo>
                <a:cubicBezTo>
                  <a:pt x="14382" y="188749"/>
                  <a:pt x="7937" y="205883"/>
                  <a:pt x="7530" y="206858"/>
                </a:cubicBezTo>
                <a:cubicBezTo>
                  <a:pt x="6580" y="208251"/>
                  <a:pt x="5427" y="208947"/>
                  <a:pt x="4070" y="208947"/>
                </a:cubicBezTo>
                <a:cubicBezTo>
                  <a:pt x="2985" y="208947"/>
                  <a:pt x="2103" y="208599"/>
                  <a:pt x="1425" y="207903"/>
                </a:cubicBezTo>
                <a:cubicBezTo>
                  <a:pt x="746" y="207206"/>
                  <a:pt x="271" y="206301"/>
                  <a:pt x="0" y="205186"/>
                </a:cubicBezTo>
                <a:cubicBezTo>
                  <a:pt x="0" y="204490"/>
                  <a:pt x="6106" y="187565"/>
                  <a:pt x="18317" y="154412"/>
                </a:cubicBezTo>
                <a:cubicBezTo>
                  <a:pt x="30663" y="121398"/>
                  <a:pt x="36837" y="104752"/>
                  <a:pt x="36837" y="104474"/>
                </a:cubicBezTo>
                <a:cubicBezTo>
                  <a:pt x="36837" y="104195"/>
                  <a:pt x="30663" y="87549"/>
                  <a:pt x="18317" y="54535"/>
                </a:cubicBezTo>
                <a:cubicBezTo>
                  <a:pt x="6106" y="21382"/>
                  <a:pt x="0" y="4458"/>
                  <a:pt x="0" y="37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997ED2-9569-460A-B502-5411D6B4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67" y="2948244"/>
            <a:ext cx="45520" cy="208947"/>
          </a:xfrm>
          <a:custGeom xmlns:a="http://schemas.openxmlformats.org/drawingml/2006/main">
            <a:pathLst>
              <a:path w="45520" h="208947" fill="none">
                <a:moveTo>
                  <a:pt x="0" y="3761"/>
                </a:moveTo>
                <a:cubicBezTo>
                  <a:pt x="136" y="2786"/>
                  <a:pt x="543" y="1950"/>
                  <a:pt x="1221" y="1254"/>
                </a:cubicBezTo>
                <a:cubicBezTo>
                  <a:pt x="1900" y="557"/>
                  <a:pt x="2849" y="139"/>
                  <a:pt x="4070" y="0"/>
                </a:cubicBezTo>
                <a:cubicBezTo>
                  <a:pt x="5427" y="0"/>
                  <a:pt x="6580" y="696"/>
                  <a:pt x="7530" y="2089"/>
                </a:cubicBezTo>
                <a:cubicBezTo>
                  <a:pt x="7937" y="3065"/>
                  <a:pt x="14314" y="20198"/>
                  <a:pt x="26661" y="53491"/>
                </a:cubicBezTo>
                <a:cubicBezTo>
                  <a:pt x="39008" y="86783"/>
                  <a:pt x="45249" y="103777"/>
                  <a:pt x="45385" y="104474"/>
                </a:cubicBezTo>
                <a:cubicBezTo>
                  <a:pt x="45520" y="105170"/>
                  <a:pt x="39347" y="122165"/>
                  <a:pt x="26864" y="155457"/>
                </a:cubicBezTo>
                <a:cubicBezTo>
                  <a:pt x="14382" y="188749"/>
                  <a:pt x="7937" y="205883"/>
                  <a:pt x="7530" y="206858"/>
                </a:cubicBezTo>
                <a:cubicBezTo>
                  <a:pt x="6580" y="208251"/>
                  <a:pt x="5427" y="208947"/>
                  <a:pt x="4070" y="208947"/>
                </a:cubicBezTo>
                <a:cubicBezTo>
                  <a:pt x="2985" y="208947"/>
                  <a:pt x="2103" y="208599"/>
                  <a:pt x="1425" y="207903"/>
                </a:cubicBezTo>
                <a:cubicBezTo>
                  <a:pt x="746" y="207206"/>
                  <a:pt x="271" y="206301"/>
                  <a:pt x="0" y="205186"/>
                </a:cubicBezTo>
                <a:cubicBezTo>
                  <a:pt x="0" y="204490"/>
                  <a:pt x="6106" y="187565"/>
                  <a:pt x="18317" y="154412"/>
                </a:cubicBezTo>
                <a:cubicBezTo>
                  <a:pt x="30663" y="121398"/>
                  <a:pt x="36837" y="104752"/>
                  <a:pt x="36837" y="104474"/>
                </a:cubicBezTo>
                <a:cubicBezTo>
                  <a:pt x="36837" y="104195"/>
                  <a:pt x="30663" y="87549"/>
                  <a:pt x="18317" y="54535"/>
                </a:cubicBezTo>
                <a:cubicBezTo>
                  <a:pt x="6106" y="21382"/>
                  <a:pt x="0" y="4458"/>
                  <a:pt x="0" y="376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EFE82F-3AAD-4263-A200-DDDA91AD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9616" y="3079671"/>
            <a:ext cx="26864" cy="65958"/>
          </a:xfrm>
          <a:custGeom xmlns:a="http://schemas.openxmlformats.org/drawingml/2006/main">
            <a:pathLst>
              <a:path w="26864" h="65958">
                <a:moveTo>
                  <a:pt x="0" y="17969"/>
                </a:moveTo>
                <a:cubicBezTo>
                  <a:pt x="0" y="17969"/>
                  <a:pt x="0" y="16228"/>
                  <a:pt x="0" y="12746"/>
                </a:cubicBezTo>
                <a:cubicBezTo>
                  <a:pt x="0" y="9263"/>
                  <a:pt x="1085" y="6268"/>
                  <a:pt x="3256" y="3761"/>
                </a:cubicBezTo>
                <a:cubicBezTo>
                  <a:pt x="5427" y="1254"/>
                  <a:pt x="8344" y="0"/>
                  <a:pt x="12008" y="0"/>
                </a:cubicBezTo>
                <a:cubicBezTo>
                  <a:pt x="15807" y="0"/>
                  <a:pt x="19199" y="1741"/>
                  <a:pt x="22183" y="5224"/>
                </a:cubicBezTo>
                <a:cubicBezTo>
                  <a:pt x="25168" y="8706"/>
                  <a:pt x="26729" y="14835"/>
                  <a:pt x="26864" y="23611"/>
                </a:cubicBezTo>
                <a:cubicBezTo>
                  <a:pt x="26864" y="28486"/>
                  <a:pt x="26254" y="33223"/>
                  <a:pt x="25033" y="37819"/>
                </a:cubicBezTo>
                <a:cubicBezTo>
                  <a:pt x="23812" y="42416"/>
                  <a:pt x="22387" y="46386"/>
                  <a:pt x="20759" y="49729"/>
                </a:cubicBezTo>
                <a:cubicBezTo>
                  <a:pt x="19131" y="53073"/>
                  <a:pt x="17367" y="55928"/>
                  <a:pt x="15467" y="58296"/>
                </a:cubicBezTo>
                <a:cubicBezTo>
                  <a:pt x="13568" y="60664"/>
                  <a:pt x="11940" y="62545"/>
                  <a:pt x="10583" y="63938"/>
                </a:cubicBezTo>
                <a:cubicBezTo>
                  <a:pt x="9226" y="65331"/>
                  <a:pt x="8344" y="65958"/>
                  <a:pt x="7937" y="65818"/>
                </a:cubicBezTo>
                <a:cubicBezTo>
                  <a:pt x="7394" y="65818"/>
                  <a:pt x="6513" y="65192"/>
                  <a:pt x="5291" y="63938"/>
                </a:cubicBezTo>
                <a:cubicBezTo>
                  <a:pt x="4070" y="62684"/>
                  <a:pt x="3460" y="61779"/>
                  <a:pt x="3460" y="61222"/>
                </a:cubicBezTo>
                <a:cubicBezTo>
                  <a:pt x="3460" y="60664"/>
                  <a:pt x="4206" y="59550"/>
                  <a:pt x="5699" y="57878"/>
                </a:cubicBezTo>
                <a:cubicBezTo>
                  <a:pt x="7191" y="56207"/>
                  <a:pt x="8887" y="54117"/>
                  <a:pt x="10786" y="51610"/>
                </a:cubicBezTo>
                <a:cubicBezTo>
                  <a:pt x="12686" y="49103"/>
                  <a:pt x="14450" y="45620"/>
                  <a:pt x="16078" y="41163"/>
                </a:cubicBezTo>
                <a:cubicBezTo>
                  <a:pt x="17706" y="36705"/>
                  <a:pt x="18791" y="31621"/>
                  <a:pt x="19334" y="25909"/>
                </a:cubicBezTo>
                <a:lnTo>
                  <a:pt x="19334" y="23402"/>
                </a:lnTo>
                <a:lnTo>
                  <a:pt x="19131" y="23611"/>
                </a:lnTo>
                <a:cubicBezTo>
                  <a:pt x="18859" y="23750"/>
                  <a:pt x="18520" y="23890"/>
                  <a:pt x="18113" y="24029"/>
                </a:cubicBezTo>
                <a:cubicBezTo>
                  <a:pt x="17706" y="24168"/>
                  <a:pt x="17299" y="24377"/>
                  <a:pt x="16892" y="24656"/>
                </a:cubicBezTo>
                <a:cubicBezTo>
                  <a:pt x="16485" y="24934"/>
                  <a:pt x="15874" y="25074"/>
                  <a:pt x="15060" y="25074"/>
                </a:cubicBezTo>
                <a:cubicBezTo>
                  <a:pt x="14246" y="25074"/>
                  <a:pt x="13432" y="25143"/>
                  <a:pt x="12618" y="25283"/>
                </a:cubicBezTo>
                <a:cubicBezTo>
                  <a:pt x="8955" y="25283"/>
                  <a:pt x="5970" y="24099"/>
                  <a:pt x="3663" y="21731"/>
                </a:cubicBezTo>
                <a:lnTo>
                  <a:pt x="0" y="179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B8DED9-0282-4361-BC42-5D32245E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9616" y="3079671"/>
            <a:ext cx="26864" cy="65958"/>
          </a:xfrm>
          <a:custGeom xmlns:a="http://schemas.openxmlformats.org/drawingml/2006/main">
            <a:pathLst>
              <a:path w="26864" h="65958" fill="none">
                <a:moveTo>
                  <a:pt x="0" y="17969"/>
                </a:moveTo>
                <a:cubicBezTo>
                  <a:pt x="0" y="17969"/>
                  <a:pt x="0" y="16228"/>
                  <a:pt x="0" y="12746"/>
                </a:cubicBezTo>
                <a:cubicBezTo>
                  <a:pt x="0" y="9263"/>
                  <a:pt x="1085" y="6268"/>
                  <a:pt x="3256" y="3761"/>
                </a:cubicBezTo>
                <a:cubicBezTo>
                  <a:pt x="5427" y="1254"/>
                  <a:pt x="8344" y="0"/>
                  <a:pt x="12008" y="0"/>
                </a:cubicBezTo>
                <a:cubicBezTo>
                  <a:pt x="15807" y="0"/>
                  <a:pt x="19199" y="1741"/>
                  <a:pt x="22183" y="5224"/>
                </a:cubicBezTo>
                <a:cubicBezTo>
                  <a:pt x="25168" y="8706"/>
                  <a:pt x="26729" y="14835"/>
                  <a:pt x="26864" y="23611"/>
                </a:cubicBezTo>
                <a:cubicBezTo>
                  <a:pt x="26864" y="28486"/>
                  <a:pt x="26254" y="33223"/>
                  <a:pt x="25033" y="37819"/>
                </a:cubicBezTo>
                <a:cubicBezTo>
                  <a:pt x="23812" y="42416"/>
                  <a:pt x="22387" y="46386"/>
                  <a:pt x="20759" y="49729"/>
                </a:cubicBezTo>
                <a:cubicBezTo>
                  <a:pt x="19131" y="53073"/>
                  <a:pt x="17367" y="55928"/>
                  <a:pt x="15467" y="58296"/>
                </a:cubicBezTo>
                <a:cubicBezTo>
                  <a:pt x="13568" y="60664"/>
                  <a:pt x="11940" y="62545"/>
                  <a:pt x="10583" y="63938"/>
                </a:cubicBezTo>
                <a:cubicBezTo>
                  <a:pt x="9226" y="65331"/>
                  <a:pt x="8344" y="65958"/>
                  <a:pt x="7937" y="65818"/>
                </a:cubicBezTo>
                <a:cubicBezTo>
                  <a:pt x="7394" y="65818"/>
                  <a:pt x="6513" y="65192"/>
                  <a:pt x="5291" y="63938"/>
                </a:cubicBezTo>
                <a:cubicBezTo>
                  <a:pt x="4070" y="62684"/>
                  <a:pt x="3460" y="61779"/>
                  <a:pt x="3460" y="61222"/>
                </a:cubicBezTo>
                <a:cubicBezTo>
                  <a:pt x="3460" y="60664"/>
                  <a:pt x="4206" y="59550"/>
                  <a:pt x="5699" y="57878"/>
                </a:cubicBezTo>
                <a:cubicBezTo>
                  <a:pt x="7191" y="56207"/>
                  <a:pt x="8887" y="54117"/>
                  <a:pt x="10786" y="51610"/>
                </a:cubicBezTo>
                <a:cubicBezTo>
                  <a:pt x="12686" y="49103"/>
                  <a:pt x="14450" y="45620"/>
                  <a:pt x="16078" y="41163"/>
                </a:cubicBezTo>
                <a:cubicBezTo>
                  <a:pt x="17706" y="36705"/>
                  <a:pt x="18791" y="31621"/>
                  <a:pt x="19334" y="25909"/>
                </a:cubicBezTo>
                <a:lnTo>
                  <a:pt x="19334" y="23402"/>
                </a:lnTo>
                <a:lnTo>
                  <a:pt x="19131" y="23611"/>
                </a:lnTo>
                <a:cubicBezTo>
                  <a:pt x="18859" y="23750"/>
                  <a:pt x="18520" y="23890"/>
                  <a:pt x="18113" y="24029"/>
                </a:cubicBezTo>
                <a:cubicBezTo>
                  <a:pt x="17706" y="24168"/>
                  <a:pt x="17299" y="24377"/>
                  <a:pt x="16892" y="24656"/>
                </a:cubicBezTo>
                <a:cubicBezTo>
                  <a:pt x="16485" y="24934"/>
                  <a:pt x="15874" y="25074"/>
                  <a:pt x="15060" y="25074"/>
                </a:cubicBezTo>
                <a:cubicBezTo>
                  <a:pt x="14246" y="25074"/>
                  <a:pt x="13432" y="25143"/>
                  <a:pt x="12618" y="25283"/>
                </a:cubicBezTo>
                <a:cubicBezTo>
                  <a:pt x="8955" y="25283"/>
                  <a:pt x="5970" y="24099"/>
                  <a:pt x="3663" y="21731"/>
                </a:cubicBezTo>
                <a:lnTo>
                  <a:pt x="0" y="1796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9B0F68-D890-4D02-96EA-ED7DD485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498" y="2948244"/>
            <a:ext cx="45520" cy="208947"/>
          </a:xfrm>
          <a:custGeom xmlns:a="http://schemas.openxmlformats.org/drawingml/2006/main">
            <a:pathLst>
              <a:path w="45520" h="208947">
                <a:moveTo>
                  <a:pt x="45520" y="205186"/>
                </a:moveTo>
                <a:cubicBezTo>
                  <a:pt x="45385" y="206161"/>
                  <a:pt x="44977" y="206997"/>
                  <a:pt x="44299" y="207694"/>
                </a:cubicBezTo>
                <a:cubicBezTo>
                  <a:pt x="43621" y="208390"/>
                  <a:pt x="42671" y="208808"/>
                  <a:pt x="41450" y="208947"/>
                </a:cubicBezTo>
                <a:cubicBezTo>
                  <a:pt x="40093" y="208947"/>
                  <a:pt x="38940" y="208251"/>
                  <a:pt x="37990" y="206858"/>
                </a:cubicBezTo>
                <a:cubicBezTo>
                  <a:pt x="37583" y="205883"/>
                  <a:pt x="31206" y="188749"/>
                  <a:pt x="18859" y="155457"/>
                </a:cubicBezTo>
                <a:cubicBezTo>
                  <a:pt x="6513" y="122165"/>
                  <a:pt x="271" y="105170"/>
                  <a:pt x="136" y="104474"/>
                </a:cubicBezTo>
                <a:cubicBezTo>
                  <a:pt x="0" y="103777"/>
                  <a:pt x="6173" y="86783"/>
                  <a:pt x="18656" y="53491"/>
                </a:cubicBezTo>
                <a:cubicBezTo>
                  <a:pt x="31138" y="20198"/>
                  <a:pt x="37583" y="3065"/>
                  <a:pt x="37990" y="2089"/>
                </a:cubicBezTo>
                <a:cubicBezTo>
                  <a:pt x="38397" y="1393"/>
                  <a:pt x="39075" y="766"/>
                  <a:pt x="40025" y="209"/>
                </a:cubicBezTo>
                <a:lnTo>
                  <a:pt x="40636" y="0"/>
                </a:lnTo>
                <a:cubicBezTo>
                  <a:pt x="41043" y="0"/>
                  <a:pt x="41314" y="0"/>
                  <a:pt x="41450" y="0"/>
                </a:cubicBezTo>
                <a:cubicBezTo>
                  <a:pt x="43892" y="0"/>
                  <a:pt x="45249" y="1254"/>
                  <a:pt x="45520" y="3761"/>
                </a:cubicBezTo>
                <a:cubicBezTo>
                  <a:pt x="45520" y="4458"/>
                  <a:pt x="39415" y="21382"/>
                  <a:pt x="27204" y="54535"/>
                </a:cubicBezTo>
                <a:cubicBezTo>
                  <a:pt x="14857" y="87549"/>
                  <a:pt x="8683" y="104195"/>
                  <a:pt x="8683" y="104474"/>
                </a:cubicBezTo>
                <a:cubicBezTo>
                  <a:pt x="8683" y="104752"/>
                  <a:pt x="14857" y="121398"/>
                  <a:pt x="27204" y="154412"/>
                </a:cubicBezTo>
                <a:cubicBezTo>
                  <a:pt x="39415" y="187565"/>
                  <a:pt x="45520" y="204490"/>
                  <a:pt x="45520" y="2051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E0D728-FA39-434F-99E5-B5F62BEA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498" y="2948244"/>
            <a:ext cx="45520" cy="208947"/>
          </a:xfrm>
          <a:custGeom xmlns:a="http://schemas.openxmlformats.org/drawingml/2006/main">
            <a:pathLst>
              <a:path w="45520" h="208947" fill="none">
                <a:moveTo>
                  <a:pt x="45520" y="205186"/>
                </a:moveTo>
                <a:cubicBezTo>
                  <a:pt x="45385" y="206161"/>
                  <a:pt x="44977" y="206997"/>
                  <a:pt x="44299" y="207694"/>
                </a:cubicBezTo>
                <a:cubicBezTo>
                  <a:pt x="43621" y="208390"/>
                  <a:pt x="42671" y="208808"/>
                  <a:pt x="41450" y="208947"/>
                </a:cubicBezTo>
                <a:cubicBezTo>
                  <a:pt x="40093" y="208947"/>
                  <a:pt x="38940" y="208251"/>
                  <a:pt x="37990" y="206858"/>
                </a:cubicBezTo>
                <a:cubicBezTo>
                  <a:pt x="37583" y="205883"/>
                  <a:pt x="31206" y="188749"/>
                  <a:pt x="18859" y="155457"/>
                </a:cubicBezTo>
                <a:cubicBezTo>
                  <a:pt x="6513" y="122165"/>
                  <a:pt x="271" y="105170"/>
                  <a:pt x="136" y="104474"/>
                </a:cubicBezTo>
                <a:cubicBezTo>
                  <a:pt x="0" y="103777"/>
                  <a:pt x="6173" y="86783"/>
                  <a:pt x="18656" y="53491"/>
                </a:cubicBezTo>
                <a:cubicBezTo>
                  <a:pt x="31138" y="20198"/>
                  <a:pt x="37583" y="3065"/>
                  <a:pt x="37990" y="2089"/>
                </a:cubicBezTo>
                <a:cubicBezTo>
                  <a:pt x="38397" y="1393"/>
                  <a:pt x="39075" y="766"/>
                  <a:pt x="40025" y="209"/>
                </a:cubicBezTo>
                <a:lnTo>
                  <a:pt x="40636" y="0"/>
                </a:lnTo>
                <a:cubicBezTo>
                  <a:pt x="41043" y="0"/>
                  <a:pt x="41314" y="0"/>
                  <a:pt x="41450" y="0"/>
                </a:cubicBezTo>
                <a:cubicBezTo>
                  <a:pt x="43892" y="0"/>
                  <a:pt x="45249" y="1254"/>
                  <a:pt x="45520" y="3761"/>
                </a:cubicBezTo>
                <a:cubicBezTo>
                  <a:pt x="45520" y="4458"/>
                  <a:pt x="39415" y="21382"/>
                  <a:pt x="27204" y="54535"/>
                </a:cubicBezTo>
                <a:cubicBezTo>
                  <a:pt x="14857" y="87549"/>
                  <a:pt x="8683" y="104195"/>
                  <a:pt x="8683" y="104474"/>
                </a:cubicBezTo>
                <a:cubicBezTo>
                  <a:pt x="8683" y="104752"/>
                  <a:pt x="14857" y="121398"/>
                  <a:pt x="27204" y="154412"/>
                </a:cubicBezTo>
                <a:cubicBezTo>
                  <a:pt x="39415" y="187565"/>
                  <a:pt x="45520" y="204490"/>
                  <a:pt x="45520" y="20518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8DAD3E-AF39-4590-BBDB-42F774D9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724" y="2962870"/>
            <a:ext cx="149179" cy="142084"/>
          </a:xfrm>
          <a:custGeom xmlns:a="http://schemas.openxmlformats.org/drawingml/2006/main">
            <a:pathLst>
              <a:path w="149179" h="142084">
                <a:moveTo>
                  <a:pt x="93822" y="97578"/>
                </a:moveTo>
                <a:cubicBezTo>
                  <a:pt x="91108" y="97578"/>
                  <a:pt x="89751" y="96673"/>
                  <a:pt x="89751" y="94862"/>
                </a:cubicBezTo>
                <a:cubicBezTo>
                  <a:pt x="89751" y="94305"/>
                  <a:pt x="90091" y="92633"/>
                  <a:pt x="90769" y="89847"/>
                </a:cubicBezTo>
                <a:cubicBezTo>
                  <a:pt x="91447" y="87061"/>
                  <a:pt x="91787" y="84624"/>
                  <a:pt x="91787" y="82534"/>
                </a:cubicBezTo>
                <a:cubicBezTo>
                  <a:pt x="91787" y="78216"/>
                  <a:pt x="90362" y="75569"/>
                  <a:pt x="87513" y="74594"/>
                </a:cubicBezTo>
                <a:cubicBezTo>
                  <a:pt x="84663" y="73619"/>
                  <a:pt x="78083" y="73132"/>
                  <a:pt x="67771" y="73132"/>
                </a:cubicBezTo>
                <a:lnTo>
                  <a:pt x="57189" y="73132"/>
                </a:lnTo>
                <a:cubicBezTo>
                  <a:pt x="57053" y="73410"/>
                  <a:pt x="54679" y="83022"/>
                  <a:pt x="50065" y="101966"/>
                </a:cubicBezTo>
                <a:cubicBezTo>
                  <a:pt x="45452" y="120911"/>
                  <a:pt x="43146" y="130662"/>
                  <a:pt x="43146" y="131219"/>
                </a:cubicBezTo>
                <a:cubicBezTo>
                  <a:pt x="43146" y="131776"/>
                  <a:pt x="43892" y="132055"/>
                  <a:pt x="45385" y="132055"/>
                </a:cubicBezTo>
                <a:cubicBezTo>
                  <a:pt x="46877" y="132055"/>
                  <a:pt x="52304" y="132194"/>
                  <a:pt x="61666" y="132473"/>
                </a:cubicBezTo>
                <a:cubicBezTo>
                  <a:pt x="74420" y="132473"/>
                  <a:pt x="82832" y="132333"/>
                  <a:pt x="86902" y="132055"/>
                </a:cubicBezTo>
                <a:cubicBezTo>
                  <a:pt x="90973" y="131776"/>
                  <a:pt x="95043" y="130871"/>
                  <a:pt x="99113" y="129338"/>
                </a:cubicBezTo>
                <a:cubicBezTo>
                  <a:pt x="105762" y="127110"/>
                  <a:pt x="111257" y="123209"/>
                  <a:pt x="115598" y="117637"/>
                </a:cubicBezTo>
                <a:cubicBezTo>
                  <a:pt x="119940" y="112065"/>
                  <a:pt x="124757" y="102941"/>
                  <a:pt x="130048" y="90265"/>
                </a:cubicBezTo>
                <a:cubicBezTo>
                  <a:pt x="131405" y="87201"/>
                  <a:pt x="132287" y="85529"/>
                  <a:pt x="132694" y="85251"/>
                </a:cubicBezTo>
                <a:cubicBezTo>
                  <a:pt x="133643" y="84972"/>
                  <a:pt x="134661" y="84833"/>
                  <a:pt x="135747" y="84833"/>
                </a:cubicBezTo>
                <a:cubicBezTo>
                  <a:pt x="138460" y="84833"/>
                  <a:pt x="139817" y="85738"/>
                  <a:pt x="139817" y="87549"/>
                </a:cubicBezTo>
                <a:cubicBezTo>
                  <a:pt x="125571" y="122931"/>
                  <a:pt x="118108" y="140970"/>
                  <a:pt x="117430" y="141666"/>
                </a:cubicBezTo>
                <a:cubicBezTo>
                  <a:pt x="117023" y="141945"/>
                  <a:pt x="97621" y="142084"/>
                  <a:pt x="59224" y="142084"/>
                </a:cubicBezTo>
                <a:lnTo>
                  <a:pt x="20759" y="142084"/>
                </a:lnTo>
                <a:cubicBezTo>
                  <a:pt x="6920" y="142084"/>
                  <a:pt x="0" y="141318"/>
                  <a:pt x="0" y="139786"/>
                </a:cubicBezTo>
                <a:cubicBezTo>
                  <a:pt x="0" y="139507"/>
                  <a:pt x="204" y="138532"/>
                  <a:pt x="611" y="136861"/>
                </a:cubicBezTo>
                <a:cubicBezTo>
                  <a:pt x="1153" y="134632"/>
                  <a:pt x="1696" y="133378"/>
                  <a:pt x="2239" y="133099"/>
                </a:cubicBezTo>
                <a:cubicBezTo>
                  <a:pt x="2781" y="132821"/>
                  <a:pt x="4342" y="132612"/>
                  <a:pt x="6920" y="132473"/>
                </a:cubicBezTo>
                <a:cubicBezTo>
                  <a:pt x="10583" y="132473"/>
                  <a:pt x="14653" y="132264"/>
                  <a:pt x="19131" y="131846"/>
                </a:cubicBezTo>
                <a:cubicBezTo>
                  <a:pt x="21030" y="131428"/>
                  <a:pt x="22319" y="130592"/>
                  <a:pt x="22998" y="129338"/>
                </a:cubicBezTo>
                <a:cubicBezTo>
                  <a:pt x="23269" y="128642"/>
                  <a:pt x="28085" y="109071"/>
                  <a:pt x="37447" y="70624"/>
                </a:cubicBezTo>
                <a:cubicBezTo>
                  <a:pt x="46809" y="32178"/>
                  <a:pt x="51558" y="12676"/>
                  <a:pt x="51694" y="12119"/>
                </a:cubicBezTo>
                <a:cubicBezTo>
                  <a:pt x="51694" y="11144"/>
                  <a:pt x="51422" y="10656"/>
                  <a:pt x="50879" y="10656"/>
                </a:cubicBezTo>
                <a:cubicBezTo>
                  <a:pt x="49794" y="10238"/>
                  <a:pt x="46199" y="9890"/>
                  <a:pt x="40093" y="9612"/>
                </a:cubicBezTo>
                <a:lnTo>
                  <a:pt x="33784" y="9612"/>
                </a:lnTo>
                <a:cubicBezTo>
                  <a:pt x="32970" y="8776"/>
                  <a:pt x="32563" y="8219"/>
                  <a:pt x="32563" y="7940"/>
                </a:cubicBezTo>
                <a:cubicBezTo>
                  <a:pt x="32563" y="7661"/>
                  <a:pt x="32699" y="6477"/>
                  <a:pt x="32970" y="4388"/>
                </a:cubicBezTo>
                <a:cubicBezTo>
                  <a:pt x="33513" y="2020"/>
                  <a:pt x="34191" y="557"/>
                  <a:pt x="35005" y="0"/>
                </a:cubicBezTo>
                <a:lnTo>
                  <a:pt x="147754" y="0"/>
                </a:lnTo>
                <a:cubicBezTo>
                  <a:pt x="148704" y="557"/>
                  <a:pt x="149179" y="1323"/>
                  <a:pt x="149179" y="2298"/>
                </a:cubicBezTo>
                <a:cubicBezTo>
                  <a:pt x="149179" y="2995"/>
                  <a:pt x="148297" y="10796"/>
                  <a:pt x="146533" y="25701"/>
                </a:cubicBezTo>
                <a:cubicBezTo>
                  <a:pt x="144769" y="40605"/>
                  <a:pt x="143819" y="48267"/>
                  <a:pt x="143684" y="48685"/>
                </a:cubicBezTo>
                <a:cubicBezTo>
                  <a:pt x="143412" y="49660"/>
                  <a:pt x="142056" y="50147"/>
                  <a:pt x="139613" y="50147"/>
                </a:cubicBezTo>
                <a:lnTo>
                  <a:pt x="137171" y="50147"/>
                </a:lnTo>
                <a:cubicBezTo>
                  <a:pt x="136221" y="49451"/>
                  <a:pt x="135747" y="48545"/>
                  <a:pt x="135747" y="47431"/>
                </a:cubicBezTo>
                <a:lnTo>
                  <a:pt x="136357" y="42625"/>
                </a:lnTo>
                <a:cubicBezTo>
                  <a:pt x="136764" y="39282"/>
                  <a:pt x="136968" y="35660"/>
                  <a:pt x="136968" y="31760"/>
                </a:cubicBezTo>
                <a:cubicBezTo>
                  <a:pt x="136968" y="27581"/>
                  <a:pt x="136493" y="24099"/>
                  <a:pt x="135543" y="21313"/>
                </a:cubicBezTo>
                <a:cubicBezTo>
                  <a:pt x="134593" y="18527"/>
                  <a:pt x="133304" y="16368"/>
                  <a:pt x="131676" y="14835"/>
                </a:cubicBezTo>
                <a:cubicBezTo>
                  <a:pt x="130048" y="13303"/>
                  <a:pt x="127674" y="12189"/>
                  <a:pt x="124553" y="11492"/>
                </a:cubicBezTo>
                <a:cubicBezTo>
                  <a:pt x="121432" y="10796"/>
                  <a:pt x="118244" y="10308"/>
                  <a:pt x="114988" y="10029"/>
                </a:cubicBezTo>
                <a:cubicBezTo>
                  <a:pt x="111731" y="9751"/>
                  <a:pt x="107390" y="9612"/>
                  <a:pt x="101963" y="9612"/>
                </a:cubicBezTo>
                <a:lnTo>
                  <a:pt x="92397" y="9612"/>
                </a:lnTo>
                <a:cubicBezTo>
                  <a:pt x="80457" y="9751"/>
                  <a:pt x="74148" y="9960"/>
                  <a:pt x="73470" y="10238"/>
                </a:cubicBezTo>
                <a:cubicBezTo>
                  <a:pt x="72927" y="10517"/>
                  <a:pt x="72520" y="11144"/>
                  <a:pt x="72249" y="12119"/>
                </a:cubicBezTo>
                <a:cubicBezTo>
                  <a:pt x="72113" y="12537"/>
                  <a:pt x="70010" y="21104"/>
                  <a:pt x="65940" y="37819"/>
                </a:cubicBezTo>
                <a:cubicBezTo>
                  <a:pt x="61869" y="54535"/>
                  <a:pt x="59766" y="63032"/>
                  <a:pt x="59631" y="63311"/>
                </a:cubicBezTo>
                <a:cubicBezTo>
                  <a:pt x="62751" y="63450"/>
                  <a:pt x="66008" y="63520"/>
                  <a:pt x="69400" y="63520"/>
                </a:cubicBezTo>
                <a:lnTo>
                  <a:pt x="74691" y="63520"/>
                </a:lnTo>
                <a:cubicBezTo>
                  <a:pt x="83646" y="63520"/>
                  <a:pt x="89819" y="62475"/>
                  <a:pt x="93211" y="60386"/>
                </a:cubicBezTo>
                <a:cubicBezTo>
                  <a:pt x="96603" y="58296"/>
                  <a:pt x="99656" y="52655"/>
                  <a:pt x="102370" y="43461"/>
                </a:cubicBezTo>
                <a:cubicBezTo>
                  <a:pt x="102912" y="41232"/>
                  <a:pt x="103319" y="39979"/>
                  <a:pt x="103591" y="39700"/>
                </a:cubicBezTo>
                <a:cubicBezTo>
                  <a:pt x="103862" y="39421"/>
                  <a:pt x="105015" y="39212"/>
                  <a:pt x="107050" y="39073"/>
                </a:cubicBezTo>
                <a:cubicBezTo>
                  <a:pt x="107729" y="39073"/>
                  <a:pt x="108272" y="39073"/>
                  <a:pt x="108679" y="39073"/>
                </a:cubicBezTo>
                <a:cubicBezTo>
                  <a:pt x="109086" y="39073"/>
                  <a:pt x="109425" y="39143"/>
                  <a:pt x="109696" y="39282"/>
                </a:cubicBezTo>
                <a:cubicBezTo>
                  <a:pt x="109968" y="39421"/>
                  <a:pt x="110103" y="39491"/>
                  <a:pt x="110103" y="39491"/>
                </a:cubicBezTo>
                <a:cubicBezTo>
                  <a:pt x="110103" y="39491"/>
                  <a:pt x="110239" y="39770"/>
                  <a:pt x="110510" y="40327"/>
                </a:cubicBezTo>
                <a:cubicBezTo>
                  <a:pt x="110782" y="40884"/>
                  <a:pt x="110985" y="41163"/>
                  <a:pt x="111121" y="41163"/>
                </a:cubicBezTo>
                <a:lnTo>
                  <a:pt x="104405" y="68744"/>
                </a:lnTo>
                <a:cubicBezTo>
                  <a:pt x="99927" y="87270"/>
                  <a:pt x="97485" y="96673"/>
                  <a:pt x="97078" y="96952"/>
                </a:cubicBezTo>
                <a:cubicBezTo>
                  <a:pt x="96671" y="97369"/>
                  <a:pt x="95586" y="97578"/>
                  <a:pt x="93822" y="975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FEAE14-4208-4E9C-A876-AE1ED110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724" y="2962870"/>
            <a:ext cx="149179" cy="142084"/>
          </a:xfrm>
          <a:custGeom xmlns:a="http://schemas.openxmlformats.org/drawingml/2006/main">
            <a:pathLst>
              <a:path w="149179" h="142084" fill="none">
                <a:moveTo>
                  <a:pt x="93822" y="97578"/>
                </a:moveTo>
                <a:cubicBezTo>
                  <a:pt x="91108" y="97578"/>
                  <a:pt x="89751" y="96673"/>
                  <a:pt x="89751" y="94862"/>
                </a:cubicBezTo>
                <a:cubicBezTo>
                  <a:pt x="89751" y="94305"/>
                  <a:pt x="90091" y="92633"/>
                  <a:pt x="90769" y="89847"/>
                </a:cubicBezTo>
                <a:cubicBezTo>
                  <a:pt x="91447" y="87061"/>
                  <a:pt x="91787" y="84624"/>
                  <a:pt x="91787" y="82534"/>
                </a:cubicBezTo>
                <a:cubicBezTo>
                  <a:pt x="91787" y="78216"/>
                  <a:pt x="90362" y="75569"/>
                  <a:pt x="87513" y="74594"/>
                </a:cubicBezTo>
                <a:cubicBezTo>
                  <a:pt x="84663" y="73619"/>
                  <a:pt x="78083" y="73132"/>
                  <a:pt x="67771" y="73132"/>
                </a:cubicBezTo>
                <a:lnTo>
                  <a:pt x="57189" y="73132"/>
                </a:lnTo>
                <a:cubicBezTo>
                  <a:pt x="57053" y="73410"/>
                  <a:pt x="54679" y="83022"/>
                  <a:pt x="50065" y="101966"/>
                </a:cubicBezTo>
                <a:cubicBezTo>
                  <a:pt x="45452" y="120911"/>
                  <a:pt x="43146" y="130662"/>
                  <a:pt x="43146" y="131219"/>
                </a:cubicBezTo>
                <a:cubicBezTo>
                  <a:pt x="43146" y="131776"/>
                  <a:pt x="43892" y="132055"/>
                  <a:pt x="45385" y="132055"/>
                </a:cubicBezTo>
                <a:cubicBezTo>
                  <a:pt x="46877" y="132055"/>
                  <a:pt x="52304" y="132194"/>
                  <a:pt x="61666" y="132473"/>
                </a:cubicBezTo>
                <a:cubicBezTo>
                  <a:pt x="74420" y="132473"/>
                  <a:pt x="82832" y="132333"/>
                  <a:pt x="86902" y="132055"/>
                </a:cubicBezTo>
                <a:cubicBezTo>
                  <a:pt x="90973" y="131776"/>
                  <a:pt x="95043" y="130871"/>
                  <a:pt x="99113" y="129338"/>
                </a:cubicBezTo>
                <a:cubicBezTo>
                  <a:pt x="105762" y="127110"/>
                  <a:pt x="111257" y="123209"/>
                  <a:pt x="115598" y="117637"/>
                </a:cubicBezTo>
                <a:cubicBezTo>
                  <a:pt x="119940" y="112065"/>
                  <a:pt x="124757" y="102941"/>
                  <a:pt x="130048" y="90265"/>
                </a:cubicBezTo>
                <a:cubicBezTo>
                  <a:pt x="131405" y="87201"/>
                  <a:pt x="132287" y="85529"/>
                  <a:pt x="132694" y="85251"/>
                </a:cubicBezTo>
                <a:cubicBezTo>
                  <a:pt x="133643" y="84972"/>
                  <a:pt x="134661" y="84833"/>
                  <a:pt x="135747" y="84833"/>
                </a:cubicBezTo>
                <a:cubicBezTo>
                  <a:pt x="138460" y="84833"/>
                  <a:pt x="139817" y="85738"/>
                  <a:pt x="139817" y="87549"/>
                </a:cubicBezTo>
                <a:cubicBezTo>
                  <a:pt x="125571" y="122931"/>
                  <a:pt x="118108" y="140970"/>
                  <a:pt x="117430" y="141666"/>
                </a:cubicBezTo>
                <a:cubicBezTo>
                  <a:pt x="117023" y="141945"/>
                  <a:pt x="97621" y="142084"/>
                  <a:pt x="59224" y="142084"/>
                </a:cubicBezTo>
                <a:lnTo>
                  <a:pt x="20759" y="142084"/>
                </a:lnTo>
                <a:cubicBezTo>
                  <a:pt x="6920" y="142084"/>
                  <a:pt x="0" y="141318"/>
                  <a:pt x="0" y="139786"/>
                </a:cubicBezTo>
                <a:cubicBezTo>
                  <a:pt x="0" y="139507"/>
                  <a:pt x="204" y="138532"/>
                  <a:pt x="611" y="136861"/>
                </a:cubicBezTo>
                <a:cubicBezTo>
                  <a:pt x="1153" y="134632"/>
                  <a:pt x="1696" y="133378"/>
                  <a:pt x="2239" y="133099"/>
                </a:cubicBezTo>
                <a:cubicBezTo>
                  <a:pt x="2781" y="132821"/>
                  <a:pt x="4342" y="132612"/>
                  <a:pt x="6920" y="132473"/>
                </a:cubicBezTo>
                <a:cubicBezTo>
                  <a:pt x="10583" y="132473"/>
                  <a:pt x="14653" y="132264"/>
                  <a:pt x="19131" y="131846"/>
                </a:cubicBezTo>
                <a:cubicBezTo>
                  <a:pt x="21030" y="131428"/>
                  <a:pt x="22319" y="130592"/>
                  <a:pt x="22998" y="129338"/>
                </a:cubicBezTo>
                <a:cubicBezTo>
                  <a:pt x="23269" y="128642"/>
                  <a:pt x="28085" y="109071"/>
                  <a:pt x="37447" y="70624"/>
                </a:cubicBezTo>
                <a:cubicBezTo>
                  <a:pt x="46809" y="32178"/>
                  <a:pt x="51558" y="12676"/>
                  <a:pt x="51694" y="12119"/>
                </a:cubicBezTo>
                <a:cubicBezTo>
                  <a:pt x="51694" y="11144"/>
                  <a:pt x="51422" y="10656"/>
                  <a:pt x="50879" y="10656"/>
                </a:cubicBezTo>
                <a:cubicBezTo>
                  <a:pt x="49794" y="10238"/>
                  <a:pt x="46199" y="9890"/>
                  <a:pt x="40093" y="9612"/>
                </a:cubicBezTo>
                <a:lnTo>
                  <a:pt x="33784" y="9612"/>
                </a:lnTo>
                <a:cubicBezTo>
                  <a:pt x="32970" y="8776"/>
                  <a:pt x="32563" y="8219"/>
                  <a:pt x="32563" y="7940"/>
                </a:cubicBezTo>
                <a:cubicBezTo>
                  <a:pt x="32563" y="7661"/>
                  <a:pt x="32699" y="6477"/>
                  <a:pt x="32970" y="4388"/>
                </a:cubicBezTo>
                <a:cubicBezTo>
                  <a:pt x="33513" y="2020"/>
                  <a:pt x="34191" y="557"/>
                  <a:pt x="35005" y="0"/>
                </a:cubicBezTo>
                <a:lnTo>
                  <a:pt x="147754" y="0"/>
                </a:lnTo>
                <a:cubicBezTo>
                  <a:pt x="148704" y="557"/>
                  <a:pt x="149179" y="1323"/>
                  <a:pt x="149179" y="2298"/>
                </a:cubicBezTo>
                <a:cubicBezTo>
                  <a:pt x="149179" y="2995"/>
                  <a:pt x="148297" y="10796"/>
                  <a:pt x="146533" y="25701"/>
                </a:cubicBezTo>
                <a:cubicBezTo>
                  <a:pt x="144769" y="40605"/>
                  <a:pt x="143819" y="48267"/>
                  <a:pt x="143684" y="48685"/>
                </a:cubicBezTo>
                <a:cubicBezTo>
                  <a:pt x="143412" y="49660"/>
                  <a:pt x="142056" y="50147"/>
                  <a:pt x="139613" y="50147"/>
                </a:cubicBezTo>
                <a:lnTo>
                  <a:pt x="137171" y="50147"/>
                </a:lnTo>
                <a:cubicBezTo>
                  <a:pt x="136221" y="49451"/>
                  <a:pt x="135747" y="48545"/>
                  <a:pt x="135747" y="47431"/>
                </a:cubicBezTo>
                <a:lnTo>
                  <a:pt x="136357" y="42625"/>
                </a:lnTo>
                <a:cubicBezTo>
                  <a:pt x="136764" y="39282"/>
                  <a:pt x="136968" y="35660"/>
                  <a:pt x="136968" y="31760"/>
                </a:cubicBezTo>
                <a:cubicBezTo>
                  <a:pt x="136968" y="27581"/>
                  <a:pt x="136493" y="24099"/>
                  <a:pt x="135543" y="21313"/>
                </a:cubicBezTo>
                <a:cubicBezTo>
                  <a:pt x="134593" y="18527"/>
                  <a:pt x="133304" y="16368"/>
                  <a:pt x="131676" y="14835"/>
                </a:cubicBezTo>
                <a:cubicBezTo>
                  <a:pt x="130048" y="13303"/>
                  <a:pt x="127674" y="12189"/>
                  <a:pt x="124553" y="11492"/>
                </a:cubicBezTo>
                <a:cubicBezTo>
                  <a:pt x="121432" y="10796"/>
                  <a:pt x="118244" y="10308"/>
                  <a:pt x="114988" y="10029"/>
                </a:cubicBezTo>
                <a:cubicBezTo>
                  <a:pt x="111731" y="9751"/>
                  <a:pt x="107390" y="9612"/>
                  <a:pt x="101963" y="9612"/>
                </a:cubicBezTo>
                <a:lnTo>
                  <a:pt x="92397" y="9612"/>
                </a:lnTo>
                <a:cubicBezTo>
                  <a:pt x="80457" y="9751"/>
                  <a:pt x="74148" y="9960"/>
                  <a:pt x="73470" y="10238"/>
                </a:cubicBezTo>
                <a:cubicBezTo>
                  <a:pt x="72927" y="10517"/>
                  <a:pt x="72520" y="11144"/>
                  <a:pt x="72249" y="12119"/>
                </a:cubicBezTo>
                <a:cubicBezTo>
                  <a:pt x="72113" y="12537"/>
                  <a:pt x="70010" y="21104"/>
                  <a:pt x="65940" y="37819"/>
                </a:cubicBezTo>
                <a:cubicBezTo>
                  <a:pt x="61869" y="54535"/>
                  <a:pt x="59766" y="63032"/>
                  <a:pt x="59631" y="63311"/>
                </a:cubicBezTo>
                <a:cubicBezTo>
                  <a:pt x="62751" y="63450"/>
                  <a:pt x="66008" y="63520"/>
                  <a:pt x="69400" y="63520"/>
                </a:cubicBezTo>
                <a:lnTo>
                  <a:pt x="74691" y="63520"/>
                </a:lnTo>
                <a:cubicBezTo>
                  <a:pt x="83646" y="63520"/>
                  <a:pt x="89819" y="62475"/>
                  <a:pt x="93211" y="60386"/>
                </a:cubicBezTo>
                <a:cubicBezTo>
                  <a:pt x="96603" y="58296"/>
                  <a:pt x="99656" y="52655"/>
                  <a:pt x="102370" y="43461"/>
                </a:cubicBezTo>
                <a:cubicBezTo>
                  <a:pt x="102912" y="41232"/>
                  <a:pt x="103319" y="39979"/>
                  <a:pt x="103591" y="39700"/>
                </a:cubicBezTo>
                <a:cubicBezTo>
                  <a:pt x="103862" y="39421"/>
                  <a:pt x="105015" y="39212"/>
                  <a:pt x="107050" y="39073"/>
                </a:cubicBezTo>
                <a:cubicBezTo>
                  <a:pt x="107729" y="39073"/>
                  <a:pt x="108272" y="39073"/>
                  <a:pt x="108679" y="39073"/>
                </a:cubicBezTo>
                <a:cubicBezTo>
                  <a:pt x="109086" y="39073"/>
                  <a:pt x="109425" y="39143"/>
                  <a:pt x="109696" y="39282"/>
                </a:cubicBezTo>
                <a:cubicBezTo>
                  <a:pt x="109968" y="39421"/>
                  <a:pt x="110103" y="39491"/>
                  <a:pt x="110103" y="39491"/>
                </a:cubicBezTo>
                <a:cubicBezTo>
                  <a:pt x="110103" y="39491"/>
                  <a:pt x="110239" y="39770"/>
                  <a:pt x="110510" y="40327"/>
                </a:cubicBezTo>
                <a:cubicBezTo>
                  <a:pt x="110782" y="40884"/>
                  <a:pt x="110985" y="41163"/>
                  <a:pt x="111121" y="41163"/>
                </a:cubicBezTo>
                <a:lnTo>
                  <a:pt x="104405" y="68744"/>
                </a:lnTo>
                <a:cubicBezTo>
                  <a:pt x="99927" y="87270"/>
                  <a:pt x="97485" y="96673"/>
                  <a:pt x="97078" y="96952"/>
                </a:cubicBezTo>
                <a:cubicBezTo>
                  <a:pt x="96671" y="97369"/>
                  <a:pt x="95586" y="97578"/>
                  <a:pt x="93822" y="9757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8F8083-8AEB-4454-854C-56B92538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938" y="3037911"/>
            <a:ext cx="60577" cy="101635"/>
          </a:xfrm>
          <a:custGeom xmlns:a="http://schemas.openxmlformats.org/drawingml/2006/main">
            <a:pathLst>
              <a:path w="60577" h="101635">
                <a:moveTo>
                  <a:pt x="8202" y="11966"/>
                </a:moveTo>
                <a:cubicBezTo>
                  <a:pt x="13573" y="3989"/>
                  <a:pt x="20912" y="0"/>
                  <a:pt x="30216" y="0"/>
                </a:cubicBezTo>
                <a:cubicBezTo>
                  <a:pt x="34821" y="0"/>
                  <a:pt x="39425" y="1280"/>
                  <a:pt x="44029" y="3841"/>
                </a:cubicBezTo>
                <a:cubicBezTo>
                  <a:pt x="48634" y="6401"/>
                  <a:pt x="52375" y="10932"/>
                  <a:pt x="55253" y="17432"/>
                </a:cubicBezTo>
                <a:cubicBezTo>
                  <a:pt x="58802" y="25606"/>
                  <a:pt x="60577" y="36833"/>
                  <a:pt x="60577" y="51113"/>
                </a:cubicBezTo>
                <a:cubicBezTo>
                  <a:pt x="60577" y="66378"/>
                  <a:pt x="58514" y="78048"/>
                  <a:pt x="54389" y="86124"/>
                </a:cubicBezTo>
                <a:cubicBezTo>
                  <a:pt x="52471" y="90260"/>
                  <a:pt x="49833" y="93560"/>
                  <a:pt x="46476" y="96022"/>
                </a:cubicBezTo>
                <a:cubicBezTo>
                  <a:pt x="43118" y="98484"/>
                  <a:pt x="40192" y="100010"/>
                  <a:pt x="37698" y="100601"/>
                </a:cubicBezTo>
                <a:cubicBezTo>
                  <a:pt x="35204" y="101192"/>
                  <a:pt x="32758" y="101537"/>
                  <a:pt x="30360" y="101635"/>
                </a:cubicBezTo>
                <a:cubicBezTo>
                  <a:pt x="27866" y="101635"/>
                  <a:pt x="25372" y="101340"/>
                  <a:pt x="22878" y="100749"/>
                </a:cubicBezTo>
                <a:cubicBezTo>
                  <a:pt x="20384" y="100158"/>
                  <a:pt x="17458" y="98582"/>
                  <a:pt x="14101" y="96022"/>
                </a:cubicBezTo>
                <a:cubicBezTo>
                  <a:pt x="10744" y="93461"/>
                  <a:pt x="8106" y="90162"/>
                  <a:pt x="6187" y="86124"/>
                </a:cubicBezTo>
                <a:cubicBezTo>
                  <a:pt x="2062" y="78048"/>
                  <a:pt x="0" y="66378"/>
                  <a:pt x="0" y="51113"/>
                </a:cubicBezTo>
                <a:cubicBezTo>
                  <a:pt x="0" y="33977"/>
                  <a:pt x="2734" y="20928"/>
                  <a:pt x="8202" y="11966"/>
                </a:cubicBezTo>
                <a:close/>
                <a:moveTo>
                  <a:pt x="40576" y="10193"/>
                </a:moveTo>
                <a:cubicBezTo>
                  <a:pt x="37698" y="7042"/>
                  <a:pt x="34293" y="5466"/>
                  <a:pt x="30360" y="5466"/>
                </a:cubicBezTo>
                <a:cubicBezTo>
                  <a:pt x="26331" y="5466"/>
                  <a:pt x="22878" y="7042"/>
                  <a:pt x="20000" y="10193"/>
                </a:cubicBezTo>
                <a:cubicBezTo>
                  <a:pt x="17602" y="12754"/>
                  <a:pt x="16019" y="16299"/>
                  <a:pt x="15252" y="20829"/>
                </a:cubicBezTo>
                <a:cubicBezTo>
                  <a:pt x="14485" y="25360"/>
                  <a:pt x="14101" y="34814"/>
                  <a:pt x="14101" y="49193"/>
                </a:cubicBezTo>
                <a:cubicBezTo>
                  <a:pt x="14101" y="64753"/>
                  <a:pt x="14485" y="74995"/>
                  <a:pt x="15252" y="79920"/>
                </a:cubicBezTo>
                <a:cubicBezTo>
                  <a:pt x="16019" y="84844"/>
                  <a:pt x="17746" y="88734"/>
                  <a:pt x="20432" y="91590"/>
                </a:cubicBezTo>
                <a:cubicBezTo>
                  <a:pt x="23118" y="94544"/>
                  <a:pt x="26427" y="96022"/>
                  <a:pt x="30360" y="96022"/>
                </a:cubicBezTo>
                <a:cubicBezTo>
                  <a:pt x="34197" y="96022"/>
                  <a:pt x="37459" y="94544"/>
                  <a:pt x="40145" y="91590"/>
                </a:cubicBezTo>
                <a:cubicBezTo>
                  <a:pt x="42926" y="88635"/>
                  <a:pt x="44653" y="84499"/>
                  <a:pt x="45324" y="79181"/>
                </a:cubicBezTo>
                <a:cubicBezTo>
                  <a:pt x="45996" y="73863"/>
                  <a:pt x="46380" y="63867"/>
                  <a:pt x="46476" y="49193"/>
                </a:cubicBezTo>
                <a:cubicBezTo>
                  <a:pt x="46476" y="34913"/>
                  <a:pt x="46092" y="25507"/>
                  <a:pt x="45324" y="20977"/>
                </a:cubicBezTo>
                <a:cubicBezTo>
                  <a:pt x="44557" y="16447"/>
                  <a:pt x="42974" y="12852"/>
                  <a:pt x="40576" y="101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C31605-786D-453C-A9F3-62175449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938" y="3037911"/>
            <a:ext cx="60577" cy="101635"/>
          </a:xfrm>
          <a:custGeom xmlns:a="http://schemas.openxmlformats.org/drawingml/2006/main">
            <a:pathLst>
              <a:path w="60577" h="101635" fill="none">
                <a:moveTo>
                  <a:pt x="8202" y="11966"/>
                </a:moveTo>
                <a:cubicBezTo>
                  <a:pt x="13573" y="3989"/>
                  <a:pt x="20912" y="0"/>
                  <a:pt x="30216" y="0"/>
                </a:cubicBezTo>
                <a:cubicBezTo>
                  <a:pt x="34821" y="0"/>
                  <a:pt x="39425" y="1280"/>
                  <a:pt x="44029" y="3841"/>
                </a:cubicBezTo>
                <a:cubicBezTo>
                  <a:pt x="48634" y="6401"/>
                  <a:pt x="52375" y="10932"/>
                  <a:pt x="55253" y="17432"/>
                </a:cubicBezTo>
                <a:cubicBezTo>
                  <a:pt x="58802" y="25606"/>
                  <a:pt x="60577" y="36833"/>
                  <a:pt x="60577" y="51113"/>
                </a:cubicBezTo>
                <a:cubicBezTo>
                  <a:pt x="60577" y="66378"/>
                  <a:pt x="58514" y="78048"/>
                  <a:pt x="54389" y="86124"/>
                </a:cubicBezTo>
                <a:cubicBezTo>
                  <a:pt x="52471" y="90260"/>
                  <a:pt x="49833" y="93560"/>
                  <a:pt x="46476" y="96022"/>
                </a:cubicBezTo>
                <a:cubicBezTo>
                  <a:pt x="43118" y="98484"/>
                  <a:pt x="40192" y="100010"/>
                  <a:pt x="37698" y="100601"/>
                </a:cubicBezTo>
                <a:cubicBezTo>
                  <a:pt x="35204" y="101192"/>
                  <a:pt x="32758" y="101537"/>
                  <a:pt x="30360" y="101635"/>
                </a:cubicBezTo>
                <a:cubicBezTo>
                  <a:pt x="27866" y="101635"/>
                  <a:pt x="25372" y="101340"/>
                  <a:pt x="22878" y="100749"/>
                </a:cubicBezTo>
                <a:cubicBezTo>
                  <a:pt x="20384" y="100158"/>
                  <a:pt x="17458" y="98582"/>
                  <a:pt x="14101" y="96022"/>
                </a:cubicBezTo>
                <a:cubicBezTo>
                  <a:pt x="10744" y="93461"/>
                  <a:pt x="8106" y="90162"/>
                  <a:pt x="6187" y="86124"/>
                </a:cubicBezTo>
                <a:cubicBezTo>
                  <a:pt x="2062" y="78048"/>
                  <a:pt x="0" y="66378"/>
                  <a:pt x="0" y="51113"/>
                </a:cubicBezTo>
                <a:cubicBezTo>
                  <a:pt x="0" y="33977"/>
                  <a:pt x="2734" y="20928"/>
                  <a:pt x="8202" y="11966"/>
                </a:cubicBezTo>
                <a:close/>
                <a:moveTo>
                  <a:pt x="40576" y="10193"/>
                </a:moveTo>
                <a:cubicBezTo>
                  <a:pt x="37698" y="7042"/>
                  <a:pt x="34293" y="5466"/>
                  <a:pt x="30360" y="5466"/>
                </a:cubicBezTo>
                <a:cubicBezTo>
                  <a:pt x="26331" y="5466"/>
                  <a:pt x="22878" y="7042"/>
                  <a:pt x="20000" y="10193"/>
                </a:cubicBezTo>
                <a:cubicBezTo>
                  <a:pt x="17602" y="12754"/>
                  <a:pt x="16019" y="16299"/>
                  <a:pt x="15252" y="20829"/>
                </a:cubicBezTo>
                <a:cubicBezTo>
                  <a:pt x="14485" y="25360"/>
                  <a:pt x="14101" y="34814"/>
                  <a:pt x="14101" y="49193"/>
                </a:cubicBezTo>
                <a:cubicBezTo>
                  <a:pt x="14101" y="64753"/>
                  <a:pt x="14485" y="74995"/>
                  <a:pt x="15252" y="79920"/>
                </a:cubicBezTo>
                <a:cubicBezTo>
                  <a:pt x="16019" y="84844"/>
                  <a:pt x="17746" y="88734"/>
                  <a:pt x="20432" y="91590"/>
                </a:cubicBezTo>
                <a:cubicBezTo>
                  <a:pt x="23118" y="94544"/>
                  <a:pt x="26427" y="96022"/>
                  <a:pt x="30360" y="96022"/>
                </a:cubicBezTo>
                <a:cubicBezTo>
                  <a:pt x="34197" y="96022"/>
                  <a:pt x="37459" y="94544"/>
                  <a:pt x="40145" y="91590"/>
                </a:cubicBezTo>
                <a:cubicBezTo>
                  <a:pt x="42926" y="88635"/>
                  <a:pt x="44653" y="84499"/>
                  <a:pt x="45324" y="79181"/>
                </a:cubicBezTo>
                <a:cubicBezTo>
                  <a:pt x="45996" y="73863"/>
                  <a:pt x="46380" y="63867"/>
                  <a:pt x="46476" y="49193"/>
                </a:cubicBezTo>
                <a:cubicBezTo>
                  <a:pt x="46476" y="34913"/>
                  <a:pt x="46092" y="25507"/>
                  <a:pt x="45324" y="20977"/>
                </a:cubicBezTo>
                <a:cubicBezTo>
                  <a:pt x="44557" y="16447"/>
                  <a:pt x="42974" y="12852"/>
                  <a:pt x="40576" y="101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" cap="flat">
            <a:solidFill>
              <a:srgbClr val="000000">
                <a:alpha val="9040"/>
              </a:srgbClr>
            </a:solidFill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D2A00C-A997-48B9-8967-4AE51D7D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3494" y="3118421"/>
            <a:ext cx="18993" cy="46632"/>
          </a:xfrm>
          <a:custGeom xmlns:a="http://schemas.openxmlformats.org/drawingml/2006/main">
            <a:pathLst>
              <a:path w="18993" h="46632">
                <a:moveTo>
                  <a:pt x="0" y="12704"/>
                </a:moveTo>
                <a:cubicBezTo>
                  <a:pt x="0" y="12704"/>
                  <a:pt x="0" y="11473"/>
                  <a:pt x="0" y="9011"/>
                </a:cubicBezTo>
                <a:cubicBezTo>
                  <a:pt x="0" y="6549"/>
                  <a:pt x="767" y="4432"/>
                  <a:pt x="2302" y="2659"/>
                </a:cubicBezTo>
                <a:cubicBezTo>
                  <a:pt x="3837" y="886"/>
                  <a:pt x="5899" y="0"/>
                  <a:pt x="8489" y="0"/>
                </a:cubicBezTo>
                <a:cubicBezTo>
                  <a:pt x="11175" y="0"/>
                  <a:pt x="13573" y="1231"/>
                  <a:pt x="15684" y="3693"/>
                </a:cubicBezTo>
                <a:cubicBezTo>
                  <a:pt x="17794" y="6155"/>
                  <a:pt x="18897" y="10489"/>
                  <a:pt x="18993" y="16693"/>
                </a:cubicBezTo>
                <a:cubicBezTo>
                  <a:pt x="18993" y="20140"/>
                  <a:pt x="18561" y="23488"/>
                  <a:pt x="17698" y="26738"/>
                </a:cubicBezTo>
                <a:cubicBezTo>
                  <a:pt x="16835" y="29988"/>
                  <a:pt x="15828" y="32795"/>
                  <a:pt x="14676" y="35159"/>
                </a:cubicBezTo>
                <a:cubicBezTo>
                  <a:pt x="13525" y="37522"/>
                  <a:pt x="12278" y="39541"/>
                  <a:pt x="10935" y="41215"/>
                </a:cubicBezTo>
                <a:cubicBezTo>
                  <a:pt x="9592" y="42890"/>
                  <a:pt x="8441" y="44219"/>
                  <a:pt x="7482" y="45204"/>
                </a:cubicBezTo>
                <a:cubicBezTo>
                  <a:pt x="6523" y="46189"/>
                  <a:pt x="5899" y="46632"/>
                  <a:pt x="5612" y="46534"/>
                </a:cubicBezTo>
                <a:cubicBezTo>
                  <a:pt x="5228" y="46534"/>
                  <a:pt x="4604" y="46090"/>
                  <a:pt x="3741" y="45204"/>
                </a:cubicBezTo>
                <a:cubicBezTo>
                  <a:pt x="2878" y="44318"/>
                  <a:pt x="2446" y="43678"/>
                  <a:pt x="2446" y="43284"/>
                </a:cubicBezTo>
                <a:cubicBezTo>
                  <a:pt x="2446" y="42890"/>
                  <a:pt x="2974" y="42102"/>
                  <a:pt x="4029" y="40920"/>
                </a:cubicBezTo>
                <a:cubicBezTo>
                  <a:pt x="5084" y="39738"/>
                  <a:pt x="6283" y="38261"/>
                  <a:pt x="7626" y="36488"/>
                </a:cubicBezTo>
                <a:cubicBezTo>
                  <a:pt x="8969" y="34716"/>
                  <a:pt x="10216" y="32253"/>
                  <a:pt x="11367" y="29102"/>
                </a:cubicBezTo>
                <a:cubicBezTo>
                  <a:pt x="12518" y="25950"/>
                  <a:pt x="13286" y="22356"/>
                  <a:pt x="13669" y="18318"/>
                </a:cubicBezTo>
                <a:lnTo>
                  <a:pt x="13669" y="16545"/>
                </a:lnTo>
                <a:lnTo>
                  <a:pt x="13525" y="16693"/>
                </a:lnTo>
                <a:cubicBezTo>
                  <a:pt x="13334" y="16791"/>
                  <a:pt x="13094" y="16890"/>
                  <a:pt x="12806" y="16988"/>
                </a:cubicBezTo>
                <a:cubicBezTo>
                  <a:pt x="12518" y="17087"/>
                  <a:pt x="12230" y="17235"/>
                  <a:pt x="11943" y="17432"/>
                </a:cubicBezTo>
                <a:cubicBezTo>
                  <a:pt x="11655" y="17629"/>
                  <a:pt x="11223" y="17727"/>
                  <a:pt x="10648" y="17727"/>
                </a:cubicBezTo>
                <a:cubicBezTo>
                  <a:pt x="10072" y="17727"/>
                  <a:pt x="9497" y="17776"/>
                  <a:pt x="8921" y="17875"/>
                </a:cubicBezTo>
                <a:cubicBezTo>
                  <a:pt x="6331" y="17875"/>
                  <a:pt x="4221" y="17038"/>
                  <a:pt x="2590" y="15363"/>
                </a:cubicBezTo>
                <a:lnTo>
                  <a:pt x="0" y="127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909679-6A59-4F61-B5EA-0FD19D2B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3494" y="3118421"/>
            <a:ext cx="18993" cy="46632"/>
          </a:xfrm>
          <a:custGeom xmlns:a="http://schemas.openxmlformats.org/drawingml/2006/main">
            <a:pathLst>
              <a:path w="18993" h="46632" fill="none">
                <a:moveTo>
                  <a:pt x="0" y="12704"/>
                </a:moveTo>
                <a:cubicBezTo>
                  <a:pt x="0" y="12704"/>
                  <a:pt x="0" y="11473"/>
                  <a:pt x="0" y="9011"/>
                </a:cubicBezTo>
                <a:cubicBezTo>
                  <a:pt x="0" y="6549"/>
                  <a:pt x="767" y="4432"/>
                  <a:pt x="2302" y="2659"/>
                </a:cubicBezTo>
                <a:cubicBezTo>
                  <a:pt x="3837" y="886"/>
                  <a:pt x="5899" y="0"/>
                  <a:pt x="8489" y="0"/>
                </a:cubicBezTo>
                <a:cubicBezTo>
                  <a:pt x="11175" y="0"/>
                  <a:pt x="13573" y="1231"/>
                  <a:pt x="15684" y="3693"/>
                </a:cubicBezTo>
                <a:cubicBezTo>
                  <a:pt x="17794" y="6155"/>
                  <a:pt x="18897" y="10489"/>
                  <a:pt x="18993" y="16693"/>
                </a:cubicBezTo>
                <a:cubicBezTo>
                  <a:pt x="18993" y="20140"/>
                  <a:pt x="18561" y="23488"/>
                  <a:pt x="17698" y="26738"/>
                </a:cubicBezTo>
                <a:cubicBezTo>
                  <a:pt x="16835" y="29988"/>
                  <a:pt x="15828" y="32795"/>
                  <a:pt x="14676" y="35159"/>
                </a:cubicBezTo>
                <a:cubicBezTo>
                  <a:pt x="13525" y="37522"/>
                  <a:pt x="12278" y="39541"/>
                  <a:pt x="10935" y="41215"/>
                </a:cubicBezTo>
                <a:cubicBezTo>
                  <a:pt x="9592" y="42890"/>
                  <a:pt x="8441" y="44219"/>
                  <a:pt x="7482" y="45204"/>
                </a:cubicBezTo>
                <a:cubicBezTo>
                  <a:pt x="6523" y="46189"/>
                  <a:pt x="5899" y="46632"/>
                  <a:pt x="5612" y="46534"/>
                </a:cubicBezTo>
                <a:cubicBezTo>
                  <a:pt x="5228" y="46534"/>
                  <a:pt x="4604" y="46090"/>
                  <a:pt x="3741" y="45204"/>
                </a:cubicBezTo>
                <a:cubicBezTo>
                  <a:pt x="2878" y="44318"/>
                  <a:pt x="2446" y="43678"/>
                  <a:pt x="2446" y="43284"/>
                </a:cubicBezTo>
                <a:cubicBezTo>
                  <a:pt x="2446" y="42890"/>
                  <a:pt x="2974" y="42102"/>
                  <a:pt x="4029" y="40920"/>
                </a:cubicBezTo>
                <a:cubicBezTo>
                  <a:pt x="5084" y="39738"/>
                  <a:pt x="6283" y="38261"/>
                  <a:pt x="7626" y="36488"/>
                </a:cubicBezTo>
                <a:cubicBezTo>
                  <a:pt x="8969" y="34716"/>
                  <a:pt x="10216" y="32253"/>
                  <a:pt x="11367" y="29102"/>
                </a:cubicBezTo>
                <a:cubicBezTo>
                  <a:pt x="12518" y="25950"/>
                  <a:pt x="13286" y="22356"/>
                  <a:pt x="13669" y="18318"/>
                </a:cubicBezTo>
                <a:lnTo>
                  <a:pt x="13669" y="16545"/>
                </a:lnTo>
                <a:lnTo>
                  <a:pt x="13525" y="16693"/>
                </a:lnTo>
                <a:cubicBezTo>
                  <a:pt x="13334" y="16791"/>
                  <a:pt x="13094" y="16890"/>
                  <a:pt x="12806" y="16988"/>
                </a:cubicBezTo>
                <a:cubicBezTo>
                  <a:pt x="12518" y="17087"/>
                  <a:pt x="12230" y="17235"/>
                  <a:pt x="11943" y="17432"/>
                </a:cubicBezTo>
                <a:cubicBezTo>
                  <a:pt x="11655" y="17629"/>
                  <a:pt x="11223" y="17727"/>
                  <a:pt x="10648" y="17727"/>
                </a:cubicBezTo>
                <a:cubicBezTo>
                  <a:pt x="10072" y="17727"/>
                  <a:pt x="9497" y="17776"/>
                  <a:pt x="8921" y="17875"/>
                </a:cubicBezTo>
                <a:cubicBezTo>
                  <a:pt x="6331" y="17875"/>
                  <a:pt x="4221" y="17038"/>
                  <a:pt x="2590" y="15363"/>
                </a:cubicBezTo>
                <a:lnTo>
                  <a:pt x="0" y="127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" cap="flat">
            <a:solidFill>
              <a:srgbClr val="000000">
                <a:alpha val="9040"/>
              </a:srgbClr>
            </a:solidFill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D8F2C6-C9A0-4F35-B445-7A5C1F1B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9466" y="3037911"/>
            <a:ext cx="57411" cy="98385"/>
          </a:xfrm>
          <a:custGeom xmlns:a="http://schemas.openxmlformats.org/drawingml/2006/main">
            <a:pathLst>
              <a:path w="57411" h="98385">
                <a:moveTo>
                  <a:pt x="8489" y="35011"/>
                </a:moveTo>
                <a:cubicBezTo>
                  <a:pt x="5899" y="35011"/>
                  <a:pt x="3837" y="34125"/>
                  <a:pt x="2302" y="32352"/>
                </a:cubicBezTo>
                <a:cubicBezTo>
                  <a:pt x="767" y="30579"/>
                  <a:pt x="0" y="28413"/>
                  <a:pt x="0" y="25852"/>
                </a:cubicBezTo>
                <a:cubicBezTo>
                  <a:pt x="0" y="18860"/>
                  <a:pt x="2542" y="12803"/>
                  <a:pt x="7626" y="7682"/>
                </a:cubicBezTo>
                <a:cubicBezTo>
                  <a:pt x="12710" y="2561"/>
                  <a:pt x="19041" y="0"/>
                  <a:pt x="26619" y="0"/>
                </a:cubicBezTo>
                <a:cubicBezTo>
                  <a:pt x="35348" y="0"/>
                  <a:pt x="42639" y="2758"/>
                  <a:pt x="48490" y="8273"/>
                </a:cubicBezTo>
                <a:cubicBezTo>
                  <a:pt x="54341" y="13788"/>
                  <a:pt x="57315" y="20928"/>
                  <a:pt x="57411" y="29693"/>
                </a:cubicBezTo>
                <a:cubicBezTo>
                  <a:pt x="57411" y="33928"/>
                  <a:pt x="56452" y="37966"/>
                  <a:pt x="54533" y="41806"/>
                </a:cubicBezTo>
                <a:cubicBezTo>
                  <a:pt x="52615" y="45647"/>
                  <a:pt x="50313" y="48996"/>
                  <a:pt x="47627" y="51852"/>
                </a:cubicBezTo>
                <a:cubicBezTo>
                  <a:pt x="44941" y="54708"/>
                  <a:pt x="41104" y="58352"/>
                  <a:pt x="36116" y="62783"/>
                </a:cubicBezTo>
                <a:cubicBezTo>
                  <a:pt x="32662" y="65836"/>
                  <a:pt x="27866" y="70367"/>
                  <a:pt x="21727" y="76374"/>
                </a:cubicBezTo>
                <a:lnTo>
                  <a:pt x="13238" y="84647"/>
                </a:lnTo>
                <a:lnTo>
                  <a:pt x="24173" y="84795"/>
                </a:lnTo>
                <a:cubicBezTo>
                  <a:pt x="39233" y="84795"/>
                  <a:pt x="47243" y="84548"/>
                  <a:pt x="48202" y="84056"/>
                </a:cubicBezTo>
                <a:cubicBezTo>
                  <a:pt x="48874" y="83859"/>
                  <a:pt x="50025" y="79476"/>
                  <a:pt x="51656" y="70908"/>
                </a:cubicBezTo>
                <a:lnTo>
                  <a:pt x="51656" y="70465"/>
                </a:lnTo>
                <a:lnTo>
                  <a:pt x="57411" y="70465"/>
                </a:lnTo>
                <a:lnTo>
                  <a:pt x="57411" y="70908"/>
                </a:lnTo>
                <a:cubicBezTo>
                  <a:pt x="57315" y="71204"/>
                  <a:pt x="56692" y="75685"/>
                  <a:pt x="55540" y="84351"/>
                </a:cubicBezTo>
                <a:cubicBezTo>
                  <a:pt x="54389" y="93018"/>
                  <a:pt x="53670" y="97548"/>
                  <a:pt x="53382" y="97942"/>
                </a:cubicBezTo>
                <a:lnTo>
                  <a:pt x="53382" y="98385"/>
                </a:lnTo>
                <a:lnTo>
                  <a:pt x="0" y="98385"/>
                </a:lnTo>
                <a:lnTo>
                  <a:pt x="0" y="95579"/>
                </a:lnTo>
                <a:lnTo>
                  <a:pt x="0" y="93806"/>
                </a:lnTo>
                <a:cubicBezTo>
                  <a:pt x="0" y="93116"/>
                  <a:pt x="288" y="92378"/>
                  <a:pt x="863" y="91590"/>
                </a:cubicBezTo>
                <a:cubicBezTo>
                  <a:pt x="1439" y="90802"/>
                  <a:pt x="2878" y="89079"/>
                  <a:pt x="5180" y="86420"/>
                </a:cubicBezTo>
                <a:cubicBezTo>
                  <a:pt x="7962" y="83268"/>
                  <a:pt x="10360" y="80511"/>
                  <a:pt x="12374" y="78147"/>
                </a:cubicBezTo>
                <a:cubicBezTo>
                  <a:pt x="13238" y="77162"/>
                  <a:pt x="14868" y="75340"/>
                  <a:pt x="17266" y="72681"/>
                </a:cubicBezTo>
                <a:cubicBezTo>
                  <a:pt x="19665" y="70022"/>
                  <a:pt x="21295" y="68200"/>
                  <a:pt x="22159" y="67215"/>
                </a:cubicBezTo>
                <a:cubicBezTo>
                  <a:pt x="23022" y="66230"/>
                  <a:pt x="24413" y="64605"/>
                  <a:pt x="26331" y="62340"/>
                </a:cubicBezTo>
                <a:cubicBezTo>
                  <a:pt x="28250" y="60075"/>
                  <a:pt x="29593" y="58401"/>
                  <a:pt x="30360" y="57318"/>
                </a:cubicBezTo>
                <a:cubicBezTo>
                  <a:pt x="31128" y="56234"/>
                  <a:pt x="32231" y="54757"/>
                  <a:pt x="33670" y="52886"/>
                </a:cubicBezTo>
                <a:cubicBezTo>
                  <a:pt x="35108" y="51015"/>
                  <a:pt x="36116" y="49439"/>
                  <a:pt x="36691" y="48159"/>
                </a:cubicBezTo>
                <a:cubicBezTo>
                  <a:pt x="37267" y="46878"/>
                  <a:pt x="37986" y="45450"/>
                  <a:pt x="38850" y="43875"/>
                </a:cubicBezTo>
                <a:cubicBezTo>
                  <a:pt x="39713" y="42299"/>
                  <a:pt x="40336" y="40723"/>
                  <a:pt x="40720" y="39147"/>
                </a:cubicBezTo>
                <a:cubicBezTo>
                  <a:pt x="41104" y="37572"/>
                  <a:pt x="41440" y="36094"/>
                  <a:pt x="41727" y="34716"/>
                </a:cubicBezTo>
                <a:cubicBezTo>
                  <a:pt x="42015" y="33337"/>
                  <a:pt x="42159" y="31712"/>
                  <a:pt x="42159" y="29841"/>
                </a:cubicBezTo>
                <a:cubicBezTo>
                  <a:pt x="42159" y="23636"/>
                  <a:pt x="40528" y="18269"/>
                  <a:pt x="37267" y="13738"/>
                </a:cubicBezTo>
                <a:cubicBezTo>
                  <a:pt x="34005" y="9208"/>
                  <a:pt x="29353" y="6943"/>
                  <a:pt x="23310" y="6943"/>
                </a:cubicBezTo>
                <a:cubicBezTo>
                  <a:pt x="20144" y="6943"/>
                  <a:pt x="17362" y="7780"/>
                  <a:pt x="14964" y="9454"/>
                </a:cubicBezTo>
                <a:cubicBezTo>
                  <a:pt x="12566" y="11129"/>
                  <a:pt x="10887" y="12754"/>
                  <a:pt x="9928" y="14329"/>
                </a:cubicBezTo>
                <a:cubicBezTo>
                  <a:pt x="8969" y="15905"/>
                  <a:pt x="8489" y="16841"/>
                  <a:pt x="8489" y="17136"/>
                </a:cubicBezTo>
                <a:cubicBezTo>
                  <a:pt x="8489" y="17235"/>
                  <a:pt x="8729" y="17284"/>
                  <a:pt x="9209" y="17284"/>
                </a:cubicBezTo>
                <a:cubicBezTo>
                  <a:pt x="10935" y="17284"/>
                  <a:pt x="12710" y="17973"/>
                  <a:pt x="14533" y="19352"/>
                </a:cubicBezTo>
                <a:cubicBezTo>
                  <a:pt x="16355" y="20731"/>
                  <a:pt x="17266" y="22996"/>
                  <a:pt x="17266" y="26147"/>
                </a:cubicBezTo>
                <a:cubicBezTo>
                  <a:pt x="17266" y="28610"/>
                  <a:pt x="16499" y="30678"/>
                  <a:pt x="14964" y="32352"/>
                </a:cubicBezTo>
                <a:cubicBezTo>
                  <a:pt x="13429" y="34026"/>
                  <a:pt x="11271" y="34913"/>
                  <a:pt x="8489" y="350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718899-9D0A-42AE-9BC9-21B83C1E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9466" y="3037911"/>
            <a:ext cx="57411" cy="98385"/>
          </a:xfrm>
          <a:custGeom xmlns:a="http://schemas.openxmlformats.org/drawingml/2006/main">
            <a:pathLst>
              <a:path w="57411" h="98385" fill="none">
                <a:moveTo>
                  <a:pt x="8489" y="35011"/>
                </a:moveTo>
                <a:cubicBezTo>
                  <a:pt x="5899" y="35011"/>
                  <a:pt x="3837" y="34125"/>
                  <a:pt x="2302" y="32352"/>
                </a:cubicBezTo>
                <a:cubicBezTo>
                  <a:pt x="767" y="30579"/>
                  <a:pt x="0" y="28413"/>
                  <a:pt x="0" y="25852"/>
                </a:cubicBezTo>
                <a:cubicBezTo>
                  <a:pt x="0" y="18860"/>
                  <a:pt x="2542" y="12803"/>
                  <a:pt x="7626" y="7682"/>
                </a:cubicBezTo>
                <a:cubicBezTo>
                  <a:pt x="12710" y="2561"/>
                  <a:pt x="19041" y="0"/>
                  <a:pt x="26619" y="0"/>
                </a:cubicBezTo>
                <a:cubicBezTo>
                  <a:pt x="35348" y="0"/>
                  <a:pt x="42639" y="2758"/>
                  <a:pt x="48490" y="8273"/>
                </a:cubicBezTo>
                <a:cubicBezTo>
                  <a:pt x="54341" y="13788"/>
                  <a:pt x="57315" y="20928"/>
                  <a:pt x="57411" y="29693"/>
                </a:cubicBezTo>
                <a:cubicBezTo>
                  <a:pt x="57411" y="33928"/>
                  <a:pt x="56452" y="37966"/>
                  <a:pt x="54533" y="41806"/>
                </a:cubicBezTo>
                <a:cubicBezTo>
                  <a:pt x="52615" y="45647"/>
                  <a:pt x="50313" y="48996"/>
                  <a:pt x="47627" y="51852"/>
                </a:cubicBezTo>
                <a:cubicBezTo>
                  <a:pt x="44941" y="54708"/>
                  <a:pt x="41104" y="58352"/>
                  <a:pt x="36116" y="62783"/>
                </a:cubicBezTo>
                <a:cubicBezTo>
                  <a:pt x="32662" y="65836"/>
                  <a:pt x="27866" y="70367"/>
                  <a:pt x="21727" y="76374"/>
                </a:cubicBezTo>
                <a:lnTo>
                  <a:pt x="13238" y="84647"/>
                </a:lnTo>
                <a:lnTo>
                  <a:pt x="24173" y="84795"/>
                </a:lnTo>
                <a:cubicBezTo>
                  <a:pt x="39233" y="84795"/>
                  <a:pt x="47243" y="84548"/>
                  <a:pt x="48202" y="84056"/>
                </a:cubicBezTo>
                <a:cubicBezTo>
                  <a:pt x="48874" y="83859"/>
                  <a:pt x="50025" y="79476"/>
                  <a:pt x="51656" y="70908"/>
                </a:cubicBezTo>
                <a:lnTo>
                  <a:pt x="51656" y="70465"/>
                </a:lnTo>
                <a:lnTo>
                  <a:pt x="57411" y="70465"/>
                </a:lnTo>
                <a:lnTo>
                  <a:pt x="57411" y="70908"/>
                </a:lnTo>
                <a:cubicBezTo>
                  <a:pt x="57315" y="71204"/>
                  <a:pt x="56692" y="75685"/>
                  <a:pt x="55540" y="84351"/>
                </a:cubicBezTo>
                <a:cubicBezTo>
                  <a:pt x="54389" y="93018"/>
                  <a:pt x="53670" y="97548"/>
                  <a:pt x="53382" y="97942"/>
                </a:cubicBezTo>
                <a:lnTo>
                  <a:pt x="53382" y="98385"/>
                </a:lnTo>
                <a:lnTo>
                  <a:pt x="0" y="98385"/>
                </a:lnTo>
                <a:lnTo>
                  <a:pt x="0" y="95579"/>
                </a:lnTo>
                <a:lnTo>
                  <a:pt x="0" y="93806"/>
                </a:lnTo>
                <a:cubicBezTo>
                  <a:pt x="0" y="93116"/>
                  <a:pt x="288" y="92378"/>
                  <a:pt x="863" y="91590"/>
                </a:cubicBezTo>
                <a:cubicBezTo>
                  <a:pt x="1439" y="90802"/>
                  <a:pt x="2878" y="89079"/>
                  <a:pt x="5180" y="86420"/>
                </a:cubicBezTo>
                <a:cubicBezTo>
                  <a:pt x="7962" y="83268"/>
                  <a:pt x="10360" y="80511"/>
                  <a:pt x="12374" y="78147"/>
                </a:cubicBezTo>
                <a:cubicBezTo>
                  <a:pt x="13238" y="77162"/>
                  <a:pt x="14868" y="75340"/>
                  <a:pt x="17266" y="72681"/>
                </a:cubicBezTo>
                <a:cubicBezTo>
                  <a:pt x="19665" y="70022"/>
                  <a:pt x="21295" y="68200"/>
                  <a:pt x="22159" y="67215"/>
                </a:cubicBezTo>
                <a:cubicBezTo>
                  <a:pt x="23022" y="66230"/>
                  <a:pt x="24413" y="64605"/>
                  <a:pt x="26331" y="62340"/>
                </a:cubicBezTo>
                <a:cubicBezTo>
                  <a:pt x="28250" y="60075"/>
                  <a:pt x="29593" y="58401"/>
                  <a:pt x="30360" y="57318"/>
                </a:cubicBezTo>
                <a:cubicBezTo>
                  <a:pt x="31128" y="56234"/>
                  <a:pt x="32231" y="54757"/>
                  <a:pt x="33670" y="52886"/>
                </a:cubicBezTo>
                <a:cubicBezTo>
                  <a:pt x="35108" y="51015"/>
                  <a:pt x="36116" y="49439"/>
                  <a:pt x="36691" y="48159"/>
                </a:cubicBezTo>
                <a:cubicBezTo>
                  <a:pt x="37267" y="46878"/>
                  <a:pt x="37986" y="45450"/>
                  <a:pt x="38850" y="43875"/>
                </a:cubicBezTo>
                <a:cubicBezTo>
                  <a:pt x="39713" y="42299"/>
                  <a:pt x="40336" y="40723"/>
                  <a:pt x="40720" y="39147"/>
                </a:cubicBezTo>
                <a:cubicBezTo>
                  <a:pt x="41104" y="37572"/>
                  <a:pt x="41440" y="36094"/>
                  <a:pt x="41727" y="34716"/>
                </a:cubicBezTo>
                <a:cubicBezTo>
                  <a:pt x="42015" y="33337"/>
                  <a:pt x="42159" y="31712"/>
                  <a:pt x="42159" y="29841"/>
                </a:cubicBezTo>
                <a:cubicBezTo>
                  <a:pt x="42159" y="23636"/>
                  <a:pt x="40528" y="18269"/>
                  <a:pt x="37267" y="13738"/>
                </a:cubicBezTo>
                <a:cubicBezTo>
                  <a:pt x="34005" y="9208"/>
                  <a:pt x="29353" y="6943"/>
                  <a:pt x="23310" y="6943"/>
                </a:cubicBezTo>
                <a:cubicBezTo>
                  <a:pt x="20144" y="6943"/>
                  <a:pt x="17362" y="7780"/>
                  <a:pt x="14964" y="9454"/>
                </a:cubicBezTo>
                <a:cubicBezTo>
                  <a:pt x="12566" y="11129"/>
                  <a:pt x="10887" y="12754"/>
                  <a:pt x="9928" y="14329"/>
                </a:cubicBezTo>
                <a:cubicBezTo>
                  <a:pt x="8969" y="15905"/>
                  <a:pt x="8489" y="16841"/>
                  <a:pt x="8489" y="17136"/>
                </a:cubicBezTo>
                <a:cubicBezTo>
                  <a:pt x="8489" y="17235"/>
                  <a:pt x="8729" y="17284"/>
                  <a:pt x="9209" y="17284"/>
                </a:cubicBezTo>
                <a:cubicBezTo>
                  <a:pt x="10935" y="17284"/>
                  <a:pt x="12710" y="17973"/>
                  <a:pt x="14533" y="19352"/>
                </a:cubicBezTo>
                <a:cubicBezTo>
                  <a:pt x="16355" y="20731"/>
                  <a:pt x="17266" y="22996"/>
                  <a:pt x="17266" y="26147"/>
                </a:cubicBezTo>
                <a:cubicBezTo>
                  <a:pt x="17266" y="28610"/>
                  <a:pt x="16499" y="30678"/>
                  <a:pt x="14964" y="32352"/>
                </a:cubicBezTo>
                <a:cubicBezTo>
                  <a:pt x="13429" y="34026"/>
                  <a:pt x="11271" y="34913"/>
                  <a:pt x="8489" y="3501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" cap="flat">
            <a:solidFill>
              <a:srgbClr val="000000">
                <a:alpha val="9040"/>
              </a:srgbClr>
            </a:solidFill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61F9C0-8D04-45CA-8BF5-D76977EC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595" y="2948244"/>
            <a:ext cx="45520" cy="208947"/>
          </a:xfrm>
          <a:custGeom xmlns:a="http://schemas.openxmlformats.org/drawingml/2006/main">
            <a:pathLst>
              <a:path w="45520" h="208947">
                <a:moveTo>
                  <a:pt x="0" y="3761"/>
                </a:moveTo>
                <a:cubicBezTo>
                  <a:pt x="136" y="2786"/>
                  <a:pt x="543" y="1950"/>
                  <a:pt x="1221" y="1254"/>
                </a:cubicBezTo>
                <a:cubicBezTo>
                  <a:pt x="1900" y="557"/>
                  <a:pt x="2849" y="139"/>
                  <a:pt x="4070" y="0"/>
                </a:cubicBezTo>
                <a:cubicBezTo>
                  <a:pt x="5427" y="0"/>
                  <a:pt x="6580" y="696"/>
                  <a:pt x="7530" y="2089"/>
                </a:cubicBezTo>
                <a:cubicBezTo>
                  <a:pt x="7937" y="3065"/>
                  <a:pt x="14314" y="20198"/>
                  <a:pt x="26661" y="53491"/>
                </a:cubicBezTo>
                <a:cubicBezTo>
                  <a:pt x="39008" y="86783"/>
                  <a:pt x="45249" y="103777"/>
                  <a:pt x="45385" y="104474"/>
                </a:cubicBezTo>
                <a:cubicBezTo>
                  <a:pt x="45520" y="105170"/>
                  <a:pt x="39347" y="122165"/>
                  <a:pt x="26864" y="155457"/>
                </a:cubicBezTo>
                <a:cubicBezTo>
                  <a:pt x="14382" y="188749"/>
                  <a:pt x="7937" y="205883"/>
                  <a:pt x="7530" y="206858"/>
                </a:cubicBezTo>
                <a:cubicBezTo>
                  <a:pt x="6580" y="208251"/>
                  <a:pt x="5427" y="208947"/>
                  <a:pt x="4070" y="208947"/>
                </a:cubicBezTo>
                <a:cubicBezTo>
                  <a:pt x="2985" y="208947"/>
                  <a:pt x="2103" y="208599"/>
                  <a:pt x="1425" y="207903"/>
                </a:cubicBezTo>
                <a:cubicBezTo>
                  <a:pt x="746" y="207206"/>
                  <a:pt x="271" y="206301"/>
                  <a:pt x="0" y="205186"/>
                </a:cubicBezTo>
                <a:cubicBezTo>
                  <a:pt x="0" y="204490"/>
                  <a:pt x="6106" y="187565"/>
                  <a:pt x="18317" y="154412"/>
                </a:cubicBezTo>
                <a:cubicBezTo>
                  <a:pt x="30663" y="121398"/>
                  <a:pt x="36837" y="104752"/>
                  <a:pt x="36837" y="104474"/>
                </a:cubicBezTo>
                <a:cubicBezTo>
                  <a:pt x="36837" y="104195"/>
                  <a:pt x="30663" y="87549"/>
                  <a:pt x="18317" y="54535"/>
                </a:cubicBezTo>
                <a:cubicBezTo>
                  <a:pt x="6106" y="21382"/>
                  <a:pt x="0" y="4458"/>
                  <a:pt x="0" y="37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433ECF-2310-4454-991B-D4ABA75F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595" y="2948244"/>
            <a:ext cx="45520" cy="208947"/>
          </a:xfrm>
          <a:custGeom xmlns:a="http://schemas.openxmlformats.org/drawingml/2006/main">
            <a:pathLst>
              <a:path w="45520" h="208947" fill="none">
                <a:moveTo>
                  <a:pt x="0" y="3761"/>
                </a:moveTo>
                <a:cubicBezTo>
                  <a:pt x="136" y="2786"/>
                  <a:pt x="543" y="1950"/>
                  <a:pt x="1221" y="1254"/>
                </a:cubicBezTo>
                <a:cubicBezTo>
                  <a:pt x="1900" y="557"/>
                  <a:pt x="2849" y="139"/>
                  <a:pt x="4070" y="0"/>
                </a:cubicBezTo>
                <a:cubicBezTo>
                  <a:pt x="5427" y="0"/>
                  <a:pt x="6580" y="696"/>
                  <a:pt x="7530" y="2089"/>
                </a:cubicBezTo>
                <a:cubicBezTo>
                  <a:pt x="7937" y="3065"/>
                  <a:pt x="14314" y="20198"/>
                  <a:pt x="26661" y="53491"/>
                </a:cubicBezTo>
                <a:cubicBezTo>
                  <a:pt x="39008" y="86783"/>
                  <a:pt x="45249" y="103777"/>
                  <a:pt x="45385" y="104474"/>
                </a:cubicBezTo>
                <a:cubicBezTo>
                  <a:pt x="45520" y="105170"/>
                  <a:pt x="39347" y="122165"/>
                  <a:pt x="26864" y="155457"/>
                </a:cubicBezTo>
                <a:cubicBezTo>
                  <a:pt x="14382" y="188749"/>
                  <a:pt x="7937" y="205883"/>
                  <a:pt x="7530" y="206858"/>
                </a:cubicBezTo>
                <a:cubicBezTo>
                  <a:pt x="6580" y="208251"/>
                  <a:pt x="5427" y="208947"/>
                  <a:pt x="4070" y="208947"/>
                </a:cubicBezTo>
                <a:cubicBezTo>
                  <a:pt x="2985" y="208947"/>
                  <a:pt x="2103" y="208599"/>
                  <a:pt x="1425" y="207903"/>
                </a:cubicBezTo>
                <a:cubicBezTo>
                  <a:pt x="746" y="207206"/>
                  <a:pt x="271" y="206301"/>
                  <a:pt x="0" y="205186"/>
                </a:cubicBezTo>
                <a:cubicBezTo>
                  <a:pt x="0" y="204490"/>
                  <a:pt x="6106" y="187565"/>
                  <a:pt x="18317" y="154412"/>
                </a:cubicBezTo>
                <a:cubicBezTo>
                  <a:pt x="30663" y="121398"/>
                  <a:pt x="36837" y="104752"/>
                  <a:pt x="36837" y="104474"/>
                </a:cubicBezTo>
                <a:cubicBezTo>
                  <a:pt x="36837" y="104195"/>
                  <a:pt x="30663" y="87549"/>
                  <a:pt x="18317" y="54535"/>
                </a:cubicBezTo>
                <a:cubicBezTo>
                  <a:pt x="6106" y="21382"/>
                  <a:pt x="0" y="4458"/>
                  <a:pt x="0" y="376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6B65AB-E33C-47DB-99E0-D3C59F69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4764" y="2948244"/>
            <a:ext cx="48641" cy="208947"/>
          </a:xfrm>
          <a:custGeom xmlns:a="http://schemas.openxmlformats.org/drawingml/2006/main">
            <a:pathLst>
              <a:path w="48641" h="208947">
                <a:moveTo>
                  <a:pt x="1018" y="209"/>
                </a:moveTo>
                <a:lnTo>
                  <a:pt x="1832" y="0"/>
                </a:lnTo>
                <a:cubicBezTo>
                  <a:pt x="2510" y="0"/>
                  <a:pt x="3188" y="0"/>
                  <a:pt x="3867" y="0"/>
                </a:cubicBezTo>
                <a:lnTo>
                  <a:pt x="6309" y="0"/>
                </a:lnTo>
                <a:lnTo>
                  <a:pt x="12008" y="5015"/>
                </a:lnTo>
                <a:cubicBezTo>
                  <a:pt x="24761" y="16855"/>
                  <a:pt x="34055" y="31621"/>
                  <a:pt x="39890" y="49312"/>
                </a:cubicBezTo>
                <a:cubicBezTo>
                  <a:pt x="45724" y="67002"/>
                  <a:pt x="48641" y="85390"/>
                  <a:pt x="48641" y="104474"/>
                </a:cubicBezTo>
                <a:cubicBezTo>
                  <a:pt x="48641" y="113946"/>
                  <a:pt x="47962" y="123070"/>
                  <a:pt x="46606" y="131846"/>
                </a:cubicBezTo>
                <a:cubicBezTo>
                  <a:pt x="45249" y="140622"/>
                  <a:pt x="43689" y="148074"/>
                  <a:pt x="41925" y="154203"/>
                </a:cubicBezTo>
                <a:cubicBezTo>
                  <a:pt x="40161" y="160332"/>
                  <a:pt x="37651" y="166461"/>
                  <a:pt x="34395" y="172590"/>
                </a:cubicBezTo>
                <a:cubicBezTo>
                  <a:pt x="31138" y="178720"/>
                  <a:pt x="28560" y="183386"/>
                  <a:pt x="26661" y="186590"/>
                </a:cubicBezTo>
                <a:cubicBezTo>
                  <a:pt x="24761" y="189794"/>
                  <a:pt x="21980" y="193346"/>
                  <a:pt x="18317" y="197246"/>
                </a:cubicBezTo>
                <a:cubicBezTo>
                  <a:pt x="14653" y="201147"/>
                  <a:pt x="12482" y="203445"/>
                  <a:pt x="11804" y="204142"/>
                </a:cubicBezTo>
                <a:cubicBezTo>
                  <a:pt x="11126" y="204838"/>
                  <a:pt x="9565" y="206161"/>
                  <a:pt x="7123" y="208112"/>
                </a:cubicBezTo>
                <a:cubicBezTo>
                  <a:pt x="6716" y="208529"/>
                  <a:pt x="6445" y="208808"/>
                  <a:pt x="6309" y="208947"/>
                </a:cubicBezTo>
                <a:lnTo>
                  <a:pt x="3867" y="208947"/>
                </a:lnTo>
                <a:cubicBezTo>
                  <a:pt x="2781" y="208947"/>
                  <a:pt x="2035" y="208947"/>
                  <a:pt x="1628" y="208947"/>
                </a:cubicBezTo>
                <a:cubicBezTo>
                  <a:pt x="1221" y="208947"/>
                  <a:pt x="882" y="208738"/>
                  <a:pt x="611" y="208320"/>
                </a:cubicBezTo>
                <a:cubicBezTo>
                  <a:pt x="339" y="207903"/>
                  <a:pt x="136" y="207276"/>
                  <a:pt x="0" y="206440"/>
                </a:cubicBezTo>
                <a:cubicBezTo>
                  <a:pt x="136" y="206301"/>
                  <a:pt x="882" y="205395"/>
                  <a:pt x="2239" y="203724"/>
                </a:cubicBezTo>
                <a:cubicBezTo>
                  <a:pt x="23269" y="181297"/>
                  <a:pt x="33784" y="148213"/>
                  <a:pt x="33784" y="104474"/>
                </a:cubicBezTo>
                <a:cubicBezTo>
                  <a:pt x="33784" y="60734"/>
                  <a:pt x="23269" y="27651"/>
                  <a:pt x="2239" y="5224"/>
                </a:cubicBezTo>
                <a:cubicBezTo>
                  <a:pt x="882" y="3552"/>
                  <a:pt x="136" y="2647"/>
                  <a:pt x="0" y="2507"/>
                </a:cubicBezTo>
                <a:cubicBezTo>
                  <a:pt x="0" y="1393"/>
                  <a:pt x="339" y="627"/>
                  <a:pt x="1018" y="2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6A3153-8140-45AA-9F7E-AC403ED2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4764" y="2948244"/>
            <a:ext cx="48641" cy="208947"/>
          </a:xfrm>
          <a:custGeom xmlns:a="http://schemas.openxmlformats.org/drawingml/2006/main">
            <a:pathLst>
              <a:path w="48641" h="208947" fill="none">
                <a:moveTo>
                  <a:pt x="1018" y="209"/>
                </a:moveTo>
                <a:lnTo>
                  <a:pt x="1832" y="0"/>
                </a:lnTo>
                <a:cubicBezTo>
                  <a:pt x="2510" y="0"/>
                  <a:pt x="3188" y="0"/>
                  <a:pt x="3867" y="0"/>
                </a:cubicBezTo>
                <a:lnTo>
                  <a:pt x="6309" y="0"/>
                </a:lnTo>
                <a:lnTo>
                  <a:pt x="12008" y="5015"/>
                </a:lnTo>
                <a:cubicBezTo>
                  <a:pt x="24761" y="16855"/>
                  <a:pt x="34055" y="31621"/>
                  <a:pt x="39890" y="49312"/>
                </a:cubicBezTo>
                <a:cubicBezTo>
                  <a:pt x="45724" y="67002"/>
                  <a:pt x="48641" y="85390"/>
                  <a:pt x="48641" y="104474"/>
                </a:cubicBezTo>
                <a:cubicBezTo>
                  <a:pt x="48641" y="113946"/>
                  <a:pt x="47962" y="123070"/>
                  <a:pt x="46606" y="131846"/>
                </a:cubicBezTo>
                <a:cubicBezTo>
                  <a:pt x="45249" y="140622"/>
                  <a:pt x="43689" y="148074"/>
                  <a:pt x="41925" y="154203"/>
                </a:cubicBezTo>
                <a:cubicBezTo>
                  <a:pt x="40161" y="160332"/>
                  <a:pt x="37651" y="166461"/>
                  <a:pt x="34395" y="172590"/>
                </a:cubicBezTo>
                <a:cubicBezTo>
                  <a:pt x="31138" y="178720"/>
                  <a:pt x="28560" y="183386"/>
                  <a:pt x="26661" y="186590"/>
                </a:cubicBezTo>
                <a:cubicBezTo>
                  <a:pt x="24761" y="189794"/>
                  <a:pt x="21980" y="193346"/>
                  <a:pt x="18317" y="197246"/>
                </a:cubicBezTo>
                <a:cubicBezTo>
                  <a:pt x="14653" y="201147"/>
                  <a:pt x="12482" y="203445"/>
                  <a:pt x="11804" y="204142"/>
                </a:cubicBezTo>
                <a:cubicBezTo>
                  <a:pt x="11126" y="204838"/>
                  <a:pt x="9565" y="206161"/>
                  <a:pt x="7123" y="208112"/>
                </a:cubicBezTo>
                <a:cubicBezTo>
                  <a:pt x="6716" y="208529"/>
                  <a:pt x="6445" y="208808"/>
                  <a:pt x="6309" y="208947"/>
                </a:cubicBezTo>
                <a:lnTo>
                  <a:pt x="3867" y="208947"/>
                </a:lnTo>
                <a:cubicBezTo>
                  <a:pt x="2781" y="208947"/>
                  <a:pt x="2035" y="208947"/>
                  <a:pt x="1628" y="208947"/>
                </a:cubicBezTo>
                <a:cubicBezTo>
                  <a:pt x="1221" y="208947"/>
                  <a:pt x="882" y="208738"/>
                  <a:pt x="611" y="208320"/>
                </a:cubicBezTo>
                <a:cubicBezTo>
                  <a:pt x="339" y="207903"/>
                  <a:pt x="136" y="207276"/>
                  <a:pt x="0" y="206440"/>
                </a:cubicBezTo>
                <a:cubicBezTo>
                  <a:pt x="136" y="206301"/>
                  <a:pt x="882" y="205395"/>
                  <a:pt x="2239" y="203724"/>
                </a:cubicBezTo>
                <a:cubicBezTo>
                  <a:pt x="23269" y="181297"/>
                  <a:pt x="33784" y="148213"/>
                  <a:pt x="33784" y="104474"/>
                </a:cubicBezTo>
                <a:cubicBezTo>
                  <a:pt x="33784" y="60734"/>
                  <a:pt x="23269" y="27651"/>
                  <a:pt x="2239" y="5224"/>
                </a:cubicBezTo>
                <a:cubicBezTo>
                  <a:pt x="882" y="3552"/>
                  <a:pt x="136" y="2647"/>
                  <a:pt x="0" y="2507"/>
                </a:cubicBezTo>
                <a:cubicBezTo>
                  <a:pt x="0" y="1393"/>
                  <a:pt x="339" y="627"/>
                  <a:pt x="1018" y="20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361D71-28CE-40A9-A51C-F896D997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38" y="3237204"/>
            <a:ext cx="45520" cy="208947"/>
          </a:xfrm>
          <a:custGeom xmlns:a="http://schemas.openxmlformats.org/drawingml/2006/main">
            <a:pathLst>
              <a:path w="45520" h="208947">
                <a:moveTo>
                  <a:pt x="45520" y="205186"/>
                </a:moveTo>
                <a:cubicBezTo>
                  <a:pt x="45385" y="206161"/>
                  <a:pt x="44977" y="206997"/>
                  <a:pt x="44299" y="207694"/>
                </a:cubicBezTo>
                <a:cubicBezTo>
                  <a:pt x="43621" y="208390"/>
                  <a:pt x="42671" y="208808"/>
                  <a:pt x="41450" y="208947"/>
                </a:cubicBezTo>
                <a:cubicBezTo>
                  <a:pt x="40093" y="208947"/>
                  <a:pt x="38940" y="208251"/>
                  <a:pt x="37990" y="206858"/>
                </a:cubicBezTo>
                <a:cubicBezTo>
                  <a:pt x="37583" y="205883"/>
                  <a:pt x="31206" y="188749"/>
                  <a:pt x="18859" y="155457"/>
                </a:cubicBezTo>
                <a:cubicBezTo>
                  <a:pt x="6513" y="122165"/>
                  <a:pt x="271" y="105170"/>
                  <a:pt x="136" y="104474"/>
                </a:cubicBezTo>
                <a:cubicBezTo>
                  <a:pt x="0" y="103777"/>
                  <a:pt x="6173" y="86783"/>
                  <a:pt x="18656" y="53491"/>
                </a:cubicBezTo>
                <a:cubicBezTo>
                  <a:pt x="31138" y="20198"/>
                  <a:pt x="37583" y="3065"/>
                  <a:pt x="37990" y="2089"/>
                </a:cubicBezTo>
                <a:cubicBezTo>
                  <a:pt x="38397" y="1393"/>
                  <a:pt x="39075" y="766"/>
                  <a:pt x="40025" y="209"/>
                </a:cubicBezTo>
                <a:lnTo>
                  <a:pt x="40636" y="0"/>
                </a:lnTo>
                <a:cubicBezTo>
                  <a:pt x="41043" y="0"/>
                  <a:pt x="41314" y="0"/>
                  <a:pt x="41450" y="0"/>
                </a:cubicBezTo>
                <a:cubicBezTo>
                  <a:pt x="43892" y="0"/>
                  <a:pt x="45249" y="1254"/>
                  <a:pt x="45520" y="3761"/>
                </a:cubicBezTo>
                <a:cubicBezTo>
                  <a:pt x="45520" y="4458"/>
                  <a:pt x="39415" y="21382"/>
                  <a:pt x="27204" y="54535"/>
                </a:cubicBezTo>
                <a:cubicBezTo>
                  <a:pt x="14857" y="87549"/>
                  <a:pt x="8683" y="104195"/>
                  <a:pt x="8683" y="104474"/>
                </a:cubicBezTo>
                <a:cubicBezTo>
                  <a:pt x="8683" y="104752"/>
                  <a:pt x="14857" y="121398"/>
                  <a:pt x="27204" y="154412"/>
                </a:cubicBezTo>
                <a:cubicBezTo>
                  <a:pt x="39415" y="187565"/>
                  <a:pt x="45520" y="204490"/>
                  <a:pt x="45520" y="2051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505F98-146D-40B1-A6E5-272F5884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38" y="3237204"/>
            <a:ext cx="45520" cy="208947"/>
          </a:xfrm>
          <a:custGeom xmlns:a="http://schemas.openxmlformats.org/drawingml/2006/main">
            <a:pathLst>
              <a:path w="45520" h="208947" fill="none">
                <a:moveTo>
                  <a:pt x="45520" y="205186"/>
                </a:moveTo>
                <a:cubicBezTo>
                  <a:pt x="45385" y="206161"/>
                  <a:pt x="44977" y="206997"/>
                  <a:pt x="44299" y="207694"/>
                </a:cubicBezTo>
                <a:cubicBezTo>
                  <a:pt x="43621" y="208390"/>
                  <a:pt x="42671" y="208808"/>
                  <a:pt x="41450" y="208947"/>
                </a:cubicBezTo>
                <a:cubicBezTo>
                  <a:pt x="40093" y="208947"/>
                  <a:pt x="38940" y="208251"/>
                  <a:pt x="37990" y="206858"/>
                </a:cubicBezTo>
                <a:cubicBezTo>
                  <a:pt x="37583" y="205883"/>
                  <a:pt x="31206" y="188749"/>
                  <a:pt x="18859" y="155457"/>
                </a:cubicBezTo>
                <a:cubicBezTo>
                  <a:pt x="6513" y="122165"/>
                  <a:pt x="271" y="105170"/>
                  <a:pt x="136" y="104474"/>
                </a:cubicBezTo>
                <a:cubicBezTo>
                  <a:pt x="0" y="103777"/>
                  <a:pt x="6173" y="86783"/>
                  <a:pt x="18656" y="53491"/>
                </a:cubicBezTo>
                <a:cubicBezTo>
                  <a:pt x="31138" y="20198"/>
                  <a:pt x="37583" y="3065"/>
                  <a:pt x="37990" y="2089"/>
                </a:cubicBezTo>
                <a:cubicBezTo>
                  <a:pt x="38397" y="1393"/>
                  <a:pt x="39075" y="766"/>
                  <a:pt x="40025" y="209"/>
                </a:cubicBezTo>
                <a:lnTo>
                  <a:pt x="40636" y="0"/>
                </a:lnTo>
                <a:cubicBezTo>
                  <a:pt x="41043" y="0"/>
                  <a:pt x="41314" y="0"/>
                  <a:pt x="41450" y="0"/>
                </a:cubicBezTo>
                <a:cubicBezTo>
                  <a:pt x="43892" y="0"/>
                  <a:pt x="45249" y="1254"/>
                  <a:pt x="45520" y="3761"/>
                </a:cubicBezTo>
                <a:cubicBezTo>
                  <a:pt x="45520" y="4458"/>
                  <a:pt x="39415" y="21382"/>
                  <a:pt x="27204" y="54535"/>
                </a:cubicBezTo>
                <a:cubicBezTo>
                  <a:pt x="14857" y="87549"/>
                  <a:pt x="8683" y="104195"/>
                  <a:pt x="8683" y="104474"/>
                </a:cubicBezTo>
                <a:cubicBezTo>
                  <a:pt x="8683" y="104752"/>
                  <a:pt x="14857" y="121398"/>
                  <a:pt x="27204" y="154412"/>
                </a:cubicBezTo>
                <a:cubicBezTo>
                  <a:pt x="39415" y="187565"/>
                  <a:pt x="45520" y="204490"/>
                  <a:pt x="45520" y="20518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FE4F15-6B15-4277-BE1B-40BB937E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766" y="3251203"/>
            <a:ext cx="143887" cy="147308"/>
          </a:xfrm>
          <a:custGeom xmlns:a="http://schemas.openxmlformats.org/drawingml/2006/main">
            <a:pathLst>
              <a:path w="143887" h="147308">
                <a:moveTo>
                  <a:pt x="9565" y="9612"/>
                </a:moveTo>
                <a:cubicBezTo>
                  <a:pt x="4952" y="9612"/>
                  <a:pt x="2510" y="9333"/>
                  <a:pt x="2239" y="8776"/>
                </a:cubicBezTo>
                <a:cubicBezTo>
                  <a:pt x="2103" y="8497"/>
                  <a:pt x="2035" y="7940"/>
                  <a:pt x="2035" y="7104"/>
                </a:cubicBezTo>
                <a:cubicBezTo>
                  <a:pt x="2035" y="3761"/>
                  <a:pt x="2781" y="1463"/>
                  <a:pt x="4274" y="209"/>
                </a:cubicBezTo>
                <a:cubicBezTo>
                  <a:pt x="4545" y="70"/>
                  <a:pt x="5699" y="0"/>
                  <a:pt x="7734" y="0"/>
                </a:cubicBezTo>
                <a:cubicBezTo>
                  <a:pt x="13297" y="279"/>
                  <a:pt x="22523" y="418"/>
                  <a:pt x="35412" y="418"/>
                </a:cubicBezTo>
                <a:cubicBezTo>
                  <a:pt x="40025" y="418"/>
                  <a:pt x="44299" y="418"/>
                  <a:pt x="48234" y="418"/>
                </a:cubicBezTo>
                <a:cubicBezTo>
                  <a:pt x="52168" y="418"/>
                  <a:pt x="55221" y="348"/>
                  <a:pt x="57392" y="209"/>
                </a:cubicBezTo>
                <a:cubicBezTo>
                  <a:pt x="59563" y="70"/>
                  <a:pt x="60920" y="70"/>
                  <a:pt x="61462" y="209"/>
                </a:cubicBezTo>
                <a:cubicBezTo>
                  <a:pt x="63633" y="209"/>
                  <a:pt x="64719" y="905"/>
                  <a:pt x="64719" y="2298"/>
                </a:cubicBezTo>
                <a:cubicBezTo>
                  <a:pt x="64719" y="2577"/>
                  <a:pt x="64583" y="3552"/>
                  <a:pt x="64312" y="5224"/>
                </a:cubicBezTo>
                <a:cubicBezTo>
                  <a:pt x="63633" y="7592"/>
                  <a:pt x="62955" y="8985"/>
                  <a:pt x="62277" y="9403"/>
                </a:cubicBezTo>
                <a:lnTo>
                  <a:pt x="61869" y="9403"/>
                </a:lnTo>
                <a:cubicBezTo>
                  <a:pt x="61598" y="9403"/>
                  <a:pt x="61259" y="9403"/>
                  <a:pt x="60852" y="9403"/>
                </a:cubicBezTo>
                <a:cubicBezTo>
                  <a:pt x="60445" y="9403"/>
                  <a:pt x="59970" y="9403"/>
                  <a:pt x="59427" y="9403"/>
                </a:cubicBezTo>
                <a:cubicBezTo>
                  <a:pt x="58885" y="9403"/>
                  <a:pt x="58274" y="9472"/>
                  <a:pt x="57596" y="9612"/>
                </a:cubicBezTo>
                <a:cubicBezTo>
                  <a:pt x="56917" y="9751"/>
                  <a:pt x="56307" y="9751"/>
                  <a:pt x="55764" y="9612"/>
                </a:cubicBezTo>
                <a:cubicBezTo>
                  <a:pt x="50472" y="9751"/>
                  <a:pt x="47081" y="9960"/>
                  <a:pt x="45588" y="10238"/>
                </a:cubicBezTo>
                <a:cubicBezTo>
                  <a:pt x="44096" y="10517"/>
                  <a:pt x="42874" y="11283"/>
                  <a:pt x="41925" y="12537"/>
                </a:cubicBezTo>
                <a:cubicBezTo>
                  <a:pt x="41789" y="12815"/>
                  <a:pt x="39890" y="20129"/>
                  <a:pt x="36226" y="34476"/>
                </a:cubicBezTo>
                <a:cubicBezTo>
                  <a:pt x="32563" y="48824"/>
                  <a:pt x="28900" y="63868"/>
                  <a:pt x="25236" y="79609"/>
                </a:cubicBezTo>
                <a:cubicBezTo>
                  <a:pt x="21573" y="95350"/>
                  <a:pt x="19538" y="104613"/>
                  <a:pt x="19131" y="107399"/>
                </a:cubicBezTo>
                <a:cubicBezTo>
                  <a:pt x="18859" y="109349"/>
                  <a:pt x="18724" y="111369"/>
                  <a:pt x="18724" y="113458"/>
                </a:cubicBezTo>
                <a:cubicBezTo>
                  <a:pt x="18724" y="120981"/>
                  <a:pt x="20827" y="126901"/>
                  <a:pt x="25033" y="131219"/>
                </a:cubicBezTo>
                <a:cubicBezTo>
                  <a:pt x="29239" y="135537"/>
                  <a:pt x="35073" y="137696"/>
                  <a:pt x="42535" y="137696"/>
                </a:cubicBezTo>
                <a:cubicBezTo>
                  <a:pt x="51626" y="137696"/>
                  <a:pt x="60716" y="134562"/>
                  <a:pt x="69807" y="128294"/>
                </a:cubicBezTo>
                <a:cubicBezTo>
                  <a:pt x="78897" y="122025"/>
                  <a:pt x="85545" y="112553"/>
                  <a:pt x="89751" y="99877"/>
                </a:cubicBezTo>
                <a:lnTo>
                  <a:pt x="100131" y="57878"/>
                </a:lnTo>
                <a:cubicBezTo>
                  <a:pt x="106508" y="31133"/>
                  <a:pt x="109696" y="17203"/>
                  <a:pt x="109696" y="16089"/>
                </a:cubicBezTo>
                <a:cubicBezTo>
                  <a:pt x="109696" y="12328"/>
                  <a:pt x="105354" y="10169"/>
                  <a:pt x="96671" y="9612"/>
                </a:cubicBezTo>
                <a:cubicBezTo>
                  <a:pt x="93415" y="9612"/>
                  <a:pt x="91787" y="8845"/>
                  <a:pt x="91787" y="7313"/>
                </a:cubicBezTo>
                <a:cubicBezTo>
                  <a:pt x="91787" y="7035"/>
                  <a:pt x="91922" y="6199"/>
                  <a:pt x="92194" y="4806"/>
                </a:cubicBezTo>
                <a:cubicBezTo>
                  <a:pt x="92736" y="2577"/>
                  <a:pt x="93143" y="1254"/>
                  <a:pt x="93415" y="836"/>
                </a:cubicBezTo>
                <a:cubicBezTo>
                  <a:pt x="93686" y="418"/>
                  <a:pt x="94365" y="139"/>
                  <a:pt x="95450" y="0"/>
                </a:cubicBezTo>
                <a:cubicBezTo>
                  <a:pt x="95857" y="0"/>
                  <a:pt x="98028" y="70"/>
                  <a:pt x="101963" y="209"/>
                </a:cubicBezTo>
                <a:cubicBezTo>
                  <a:pt x="105897" y="348"/>
                  <a:pt x="111596" y="488"/>
                  <a:pt x="119058" y="627"/>
                </a:cubicBezTo>
                <a:cubicBezTo>
                  <a:pt x="125978" y="627"/>
                  <a:pt x="131269" y="557"/>
                  <a:pt x="134932" y="418"/>
                </a:cubicBezTo>
                <a:cubicBezTo>
                  <a:pt x="138596" y="279"/>
                  <a:pt x="140563" y="209"/>
                  <a:pt x="140834" y="209"/>
                </a:cubicBezTo>
                <a:cubicBezTo>
                  <a:pt x="142870" y="209"/>
                  <a:pt x="143887" y="905"/>
                  <a:pt x="143887" y="2298"/>
                </a:cubicBezTo>
                <a:cubicBezTo>
                  <a:pt x="143887" y="5363"/>
                  <a:pt x="143345" y="7452"/>
                  <a:pt x="142259" y="8567"/>
                </a:cubicBezTo>
                <a:cubicBezTo>
                  <a:pt x="141852" y="9263"/>
                  <a:pt x="140360" y="9612"/>
                  <a:pt x="137782" y="9612"/>
                </a:cubicBezTo>
                <a:cubicBezTo>
                  <a:pt x="128149" y="10169"/>
                  <a:pt x="122111" y="12955"/>
                  <a:pt x="119669" y="17969"/>
                </a:cubicBezTo>
                <a:cubicBezTo>
                  <a:pt x="119397" y="18666"/>
                  <a:pt x="116005" y="32108"/>
                  <a:pt x="109493" y="58296"/>
                </a:cubicBezTo>
                <a:cubicBezTo>
                  <a:pt x="103930" y="81838"/>
                  <a:pt x="100538" y="95698"/>
                  <a:pt x="99317" y="99877"/>
                </a:cubicBezTo>
                <a:cubicBezTo>
                  <a:pt x="94839" y="113807"/>
                  <a:pt x="87038" y="125159"/>
                  <a:pt x="75912" y="133935"/>
                </a:cubicBezTo>
                <a:cubicBezTo>
                  <a:pt x="64787" y="142711"/>
                  <a:pt x="53254" y="147169"/>
                  <a:pt x="41314" y="147308"/>
                </a:cubicBezTo>
                <a:cubicBezTo>
                  <a:pt x="28832" y="147308"/>
                  <a:pt x="18859" y="143408"/>
                  <a:pt x="11397" y="135607"/>
                </a:cubicBezTo>
                <a:cubicBezTo>
                  <a:pt x="3935" y="127806"/>
                  <a:pt x="136" y="118543"/>
                  <a:pt x="0" y="107817"/>
                </a:cubicBezTo>
                <a:lnTo>
                  <a:pt x="0" y="104474"/>
                </a:lnTo>
                <a:cubicBezTo>
                  <a:pt x="0" y="101966"/>
                  <a:pt x="3731" y="85390"/>
                  <a:pt x="11193" y="54744"/>
                </a:cubicBezTo>
                <a:cubicBezTo>
                  <a:pt x="17842" y="26745"/>
                  <a:pt x="21166" y="12328"/>
                  <a:pt x="21166" y="11492"/>
                </a:cubicBezTo>
                <a:cubicBezTo>
                  <a:pt x="21166" y="10517"/>
                  <a:pt x="17299" y="9890"/>
                  <a:pt x="9565" y="96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F556B9-10F8-4373-8AD9-AB1ED9BF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766" y="3251203"/>
            <a:ext cx="143887" cy="147308"/>
          </a:xfrm>
          <a:custGeom xmlns:a="http://schemas.openxmlformats.org/drawingml/2006/main">
            <a:pathLst>
              <a:path w="143887" h="147308" fill="none">
                <a:moveTo>
                  <a:pt x="9565" y="9612"/>
                </a:moveTo>
                <a:cubicBezTo>
                  <a:pt x="4952" y="9612"/>
                  <a:pt x="2510" y="9333"/>
                  <a:pt x="2239" y="8776"/>
                </a:cubicBezTo>
                <a:cubicBezTo>
                  <a:pt x="2103" y="8497"/>
                  <a:pt x="2035" y="7940"/>
                  <a:pt x="2035" y="7104"/>
                </a:cubicBezTo>
                <a:cubicBezTo>
                  <a:pt x="2035" y="3761"/>
                  <a:pt x="2781" y="1463"/>
                  <a:pt x="4274" y="209"/>
                </a:cubicBezTo>
                <a:cubicBezTo>
                  <a:pt x="4545" y="70"/>
                  <a:pt x="5699" y="0"/>
                  <a:pt x="7734" y="0"/>
                </a:cubicBezTo>
                <a:cubicBezTo>
                  <a:pt x="13297" y="279"/>
                  <a:pt x="22523" y="418"/>
                  <a:pt x="35412" y="418"/>
                </a:cubicBezTo>
                <a:cubicBezTo>
                  <a:pt x="40025" y="418"/>
                  <a:pt x="44299" y="418"/>
                  <a:pt x="48234" y="418"/>
                </a:cubicBezTo>
                <a:cubicBezTo>
                  <a:pt x="52168" y="418"/>
                  <a:pt x="55221" y="348"/>
                  <a:pt x="57392" y="209"/>
                </a:cubicBezTo>
                <a:cubicBezTo>
                  <a:pt x="59563" y="70"/>
                  <a:pt x="60920" y="70"/>
                  <a:pt x="61462" y="209"/>
                </a:cubicBezTo>
                <a:cubicBezTo>
                  <a:pt x="63633" y="209"/>
                  <a:pt x="64719" y="905"/>
                  <a:pt x="64719" y="2298"/>
                </a:cubicBezTo>
                <a:cubicBezTo>
                  <a:pt x="64719" y="2577"/>
                  <a:pt x="64583" y="3552"/>
                  <a:pt x="64312" y="5224"/>
                </a:cubicBezTo>
                <a:cubicBezTo>
                  <a:pt x="63633" y="7592"/>
                  <a:pt x="62955" y="8985"/>
                  <a:pt x="62277" y="9403"/>
                </a:cubicBezTo>
                <a:lnTo>
                  <a:pt x="61869" y="9403"/>
                </a:lnTo>
                <a:cubicBezTo>
                  <a:pt x="61598" y="9403"/>
                  <a:pt x="61259" y="9403"/>
                  <a:pt x="60852" y="9403"/>
                </a:cubicBezTo>
                <a:cubicBezTo>
                  <a:pt x="60445" y="9403"/>
                  <a:pt x="59970" y="9403"/>
                  <a:pt x="59427" y="9403"/>
                </a:cubicBezTo>
                <a:cubicBezTo>
                  <a:pt x="58885" y="9403"/>
                  <a:pt x="58274" y="9472"/>
                  <a:pt x="57596" y="9612"/>
                </a:cubicBezTo>
                <a:cubicBezTo>
                  <a:pt x="56917" y="9751"/>
                  <a:pt x="56307" y="9751"/>
                  <a:pt x="55764" y="9612"/>
                </a:cubicBezTo>
                <a:cubicBezTo>
                  <a:pt x="50472" y="9751"/>
                  <a:pt x="47081" y="9960"/>
                  <a:pt x="45588" y="10238"/>
                </a:cubicBezTo>
                <a:cubicBezTo>
                  <a:pt x="44096" y="10517"/>
                  <a:pt x="42874" y="11283"/>
                  <a:pt x="41925" y="12537"/>
                </a:cubicBezTo>
                <a:cubicBezTo>
                  <a:pt x="41789" y="12815"/>
                  <a:pt x="39890" y="20129"/>
                  <a:pt x="36226" y="34476"/>
                </a:cubicBezTo>
                <a:cubicBezTo>
                  <a:pt x="32563" y="48824"/>
                  <a:pt x="28900" y="63868"/>
                  <a:pt x="25236" y="79609"/>
                </a:cubicBezTo>
                <a:cubicBezTo>
                  <a:pt x="21573" y="95350"/>
                  <a:pt x="19538" y="104613"/>
                  <a:pt x="19131" y="107399"/>
                </a:cubicBezTo>
                <a:cubicBezTo>
                  <a:pt x="18859" y="109349"/>
                  <a:pt x="18724" y="111369"/>
                  <a:pt x="18724" y="113458"/>
                </a:cubicBezTo>
                <a:cubicBezTo>
                  <a:pt x="18724" y="120981"/>
                  <a:pt x="20827" y="126901"/>
                  <a:pt x="25033" y="131219"/>
                </a:cubicBezTo>
                <a:cubicBezTo>
                  <a:pt x="29239" y="135537"/>
                  <a:pt x="35073" y="137696"/>
                  <a:pt x="42535" y="137696"/>
                </a:cubicBezTo>
                <a:cubicBezTo>
                  <a:pt x="51626" y="137696"/>
                  <a:pt x="60716" y="134562"/>
                  <a:pt x="69807" y="128294"/>
                </a:cubicBezTo>
                <a:cubicBezTo>
                  <a:pt x="78897" y="122025"/>
                  <a:pt x="85545" y="112553"/>
                  <a:pt x="89751" y="99877"/>
                </a:cubicBezTo>
                <a:lnTo>
                  <a:pt x="100131" y="57878"/>
                </a:lnTo>
                <a:cubicBezTo>
                  <a:pt x="106508" y="31133"/>
                  <a:pt x="109696" y="17203"/>
                  <a:pt x="109696" y="16089"/>
                </a:cubicBezTo>
                <a:cubicBezTo>
                  <a:pt x="109696" y="12328"/>
                  <a:pt x="105354" y="10169"/>
                  <a:pt x="96671" y="9612"/>
                </a:cubicBezTo>
                <a:cubicBezTo>
                  <a:pt x="93415" y="9612"/>
                  <a:pt x="91787" y="8845"/>
                  <a:pt x="91787" y="7313"/>
                </a:cubicBezTo>
                <a:cubicBezTo>
                  <a:pt x="91787" y="7035"/>
                  <a:pt x="91922" y="6199"/>
                  <a:pt x="92194" y="4806"/>
                </a:cubicBezTo>
                <a:cubicBezTo>
                  <a:pt x="92736" y="2577"/>
                  <a:pt x="93143" y="1254"/>
                  <a:pt x="93415" y="836"/>
                </a:cubicBezTo>
                <a:cubicBezTo>
                  <a:pt x="93686" y="418"/>
                  <a:pt x="94365" y="139"/>
                  <a:pt x="95450" y="0"/>
                </a:cubicBezTo>
                <a:cubicBezTo>
                  <a:pt x="95857" y="0"/>
                  <a:pt x="98028" y="70"/>
                  <a:pt x="101963" y="209"/>
                </a:cubicBezTo>
                <a:cubicBezTo>
                  <a:pt x="105897" y="348"/>
                  <a:pt x="111596" y="488"/>
                  <a:pt x="119058" y="627"/>
                </a:cubicBezTo>
                <a:cubicBezTo>
                  <a:pt x="125978" y="627"/>
                  <a:pt x="131269" y="557"/>
                  <a:pt x="134932" y="418"/>
                </a:cubicBezTo>
                <a:cubicBezTo>
                  <a:pt x="138596" y="279"/>
                  <a:pt x="140563" y="209"/>
                  <a:pt x="140834" y="209"/>
                </a:cubicBezTo>
                <a:cubicBezTo>
                  <a:pt x="142870" y="209"/>
                  <a:pt x="143887" y="905"/>
                  <a:pt x="143887" y="2298"/>
                </a:cubicBezTo>
                <a:cubicBezTo>
                  <a:pt x="143887" y="5363"/>
                  <a:pt x="143345" y="7452"/>
                  <a:pt x="142259" y="8567"/>
                </a:cubicBezTo>
                <a:cubicBezTo>
                  <a:pt x="141852" y="9263"/>
                  <a:pt x="140360" y="9612"/>
                  <a:pt x="137782" y="9612"/>
                </a:cubicBezTo>
                <a:cubicBezTo>
                  <a:pt x="128149" y="10169"/>
                  <a:pt x="122111" y="12955"/>
                  <a:pt x="119669" y="17969"/>
                </a:cubicBezTo>
                <a:cubicBezTo>
                  <a:pt x="119397" y="18666"/>
                  <a:pt x="116005" y="32108"/>
                  <a:pt x="109493" y="58296"/>
                </a:cubicBezTo>
                <a:cubicBezTo>
                  <a:pt x="103930" y="81838"/>
                  <a:pt x="100538" y="95698"/>
                  <a:pt x="99317" y="99877"/>
                </a:cubicBezTo>
                <a:cubicBezTo>
                  <a:pt x="94839" y="113807"/>
                  <a:pt x="87038" y="125159"/>
                  <a:pt x="75912" y="133935"/>
                </a:cubicBezTo>
                <a:cubicBezTo>
                  <a:pt x="64787" y="142711"/>
                  <a:pt x="53254" y="147169"/>
                  <a:pt x="41314" y="147308"/>
                </a:cubicBezTo>
                <a:cubicBezTo>
                  <a:pt x="28832" y="147308"/>
                  <a:pt x="18859" y="143408"/>
                  <a:pt x="11397" y="135607"/>
                </a:cubicBezTo>
                <a:cubicBezTo>
                  <a:pt x="3935" y="127806"/>
                  <a:pt x="136" y="118543"/>
                  <a:pt x="0" y="107817"/>
                </a:cubicBezTo>
                <a:lnTo>
                  <a:pt x="0" y="104474"/>
                </a:lnTo>
                <a:cubicBezTo>
                  <a:pt x="0" y="101966"/>
                  <a:pt x="3731" y="85390"/>
                  <a:pt x="11193" y="54744"/>
                </a:cubicBezTo>
                <a:cubicBezTo>
                  <a:pt x="17842" y="26745"/>
                  <a:pt x="21166" y="12328"/>
                  <a:pt x="21166" y="11492"/>
                </a:cubicBezTo>
                <a:cubicBezTo>
                  <a:pt x="21166" y="10517"/>
                  <a:pt x="17299" y="9890"/>
                  <a:pt x="9565" y="961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E43113-0AD3-4B55-9D6D-B82F5947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86" y="3326871"/>
            <a:ext cx="60577" cy="101635"/>
          </a:xfrm>
          <a:custGeom xmlns:a="http://schemas.openxmlformats.org/drawingml/2006/main">
            <a:pathLst>
              <a:path w="60577" h="101635">
                <a:moveTo>
                  <a:pt x="8202" y="11966"/>
                </a:moveTo>
                <a:cubicBezTo>
                  <a:pt x="13573" y="3989"/>
                  <a:pt x="20912" y="0"/>
                  <a:pt x="30216" y="0"/>
                </a:cubicBezTo>
                <a:cubicBezTo>
                  <a:pt x="34821" y="0"/>
                  <a:pt x="39425" y="1280"/>
                  <a:pt x="44029" y="3841"/>
                </a:cubicBezTo>
                <a:cubicBezTo>
                  <a:pt x="48634" y="6401"/>
                  <a:pt x="52375" y="10932"/>
                  <a:pt x="55253" y="17432"/>
                </a:cubicBezTo>
                <a:cubicBezTo>
                  <a:pt x="58802" y="25606"/>
                  <a:pt x="60577" y="36833"/>
                  <a:pt x="60577" y="51113"/>
                </a:cubicBezTo>
                <a:cubicBezTo>
                  <a:pt x="60577" y="66378"/>
                  <a:pt x="58514" y="78048"/>
                  <a:pt x="54389" y="86124"/>
                </a:cubicBezTo>
                <a:cubicBezTo>
                  <a:pt x="52471" y="90260"/>
                  <a:pt x="49833" y="93560"/>
                  <a:pt x="46476" y="96022"/>
                </a:cubicBezTo>
                <a:cubicBezTo>
                  <a:pt x="43118" y="98484"/>
                  <a:pt x="40192" y="100010"/>
                  <a:pt x="37698" y="100601"/>
                </a:cubicBezTo>
                <a:cubicBezTo>
                  <a:pt x="35204" y="101192"/>
                  <a:pt x="32758" y="101537"/>
                  <a:pt x="30360" y="101635"/>
                </a:cubicBezTo>
                <a:cubicBezTo>
                  <a:pt x="27866" y="101635"/>
                  <a:pt x="25372" y="101340"/>
                  <a:pt x="22878" y="100749"/>
                </a:cubicBezTo>
                <a:cubicBezTo>
                  <a:pt x="20384" y="100158"/>
                  <a:pt x="17458" y="98582"/>
                  <a:pt x="14101" y="96022"/>
                </a:cubicBezTo>
                <a:cubicBezTo>
                  <a:pt x="10744" y="93461"/>
                  <a:pt x="8106" y="90162"/>
                  <a:pt x="6187" y="86124"/>
                </a:cubicBezTo>
                <a:cubicBezTo>
                  <a:pt x="2062" y="78048"/>
                  <a:pt x="0" y="66378"/>
                  <a:pt x="0" y="51113"/>
                </a:cubicBezTo>
                <a:cubicBezTo>
                  <a:pt x="0" y="33977"/>
                  <a:pt x="2734" y="20928"/>
                  <a:pt x="8202" y="11966"/>
                </a:cubicBezTo>
                <a:close/>
                <a:moveTo>
                  <a:pt x="40576" y="10193"/>
                </a:moveTo>
                <a:cubicBezTo>
                  <a:pt x="37698" y="7042"/>
                  <a:pt x="34293" y="5466"/>
                  <a:pt x="30360" y="5466"/>
                </a:cubicBezTo>
                <a:cubicBezTo>
                  <a:pt x="26331" y="5466"/>
                  <a:pt x="22878" y="7042"/>
                  <a:pt x="20000" y="10193"/>
                </a:cubicBezTo>
                <a:cubicBezTo>
                  <a:pt x="17602" y="12754"/>
                  <a:pt x="16019" y="16299"/>
                  <a:pt x="15252" y="20829"/>
                </a:cubicBezTo>
                <a:cubicBezTo>
                  <a:pt x="14485" y="25360"/>
                  <a:pt x="14101" y="34814"/>
                  <a:pt x="14101" y="49193"/>
                </a:cubicBezTo>
                <a:cubicBezTo>
                  <a:pt x="14101" y="64753"/>
                  <a:pt x="14485" y="74995"/>
                  <a:pt x="15252" y="79920"/>
                </a:cubicBezTo>
                <a:cubicBezTo>
                  <a:pt x="16019" y="84844"/>
                  <a:pt x="17746" y="88734"/>
                  <a:pt x="20432" y="91590"/>
                </a:cubicBezTo>
                <a:cubicBezTo>
                  <a:pt x="23118" y="94544"/>
                  <a:pt x="26427" y="96022"/>
                  <a:pt x="30360" y="96022"/>
                </a:cubicBezTo>
                <a:cubicBezTo>
                  <a:pt x="34197" y="96022"/>
                  <a:pt x="37459" y="94544"/>
                  <a:pt x="40145" y="91590"/>
                </a:cubicBezTo>
                <a:cubicBezTo>
                  <a:pt x="42926" y="88635"/>
                  <a:pt x="44653" y="84499"/>
                  <a:pt x="45324" y="79181"/>
                </a:cubicBezTo>
                <a:cubicBezTo>
                  <a:pt x="45996" y="73863"/>
                  <a:pt x="46380" y="63867"/>
                  <a:pt x="46476" y="49193"/>
                </a:cubicBezTo>
                <a:cubicBezTo>
                  <a:pt x="46476" y="34913"/>
                  <a:pt x="46092" y="25507"/>
                  <a:pt x="45324" y="20977"/>
                </a:cubicBezTo>
                <a:cubicBezTo>
                  <a:pt x="44557" y="16447"/>
                  <a:pt x="42974" y="12852"/>
                  <a:pt x="40576" y="101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DD332F-F8E4-4871-883A-DA97BB5F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86" y="3326871"/>
            <a:ext cx="60577" cy="101635"/>
          </a:xfrm>
          <a:custGeom xmlns:a="http://schemas.openxmlformats.org/drawingml/2006/main">
            <a:pathLst>
              <a:path w="60577" h="101635" fill="none">
                <a:moveTo>
                  <a:pt x="8202" y="11966"/>
                </a:moveTo>
                <a:cubicBezTo>
                  <a:pt x="13573" y="3989"/>
                  <a:pt x="20912" y="0"/>
                  <a:pt x="30216" y="0"/>
                </a:cubicBezTo>
                <a:cubicBezTo>
                  <a:pt x="34821" y="0"/>
                  <a:pt x="39425" y="1280"/>
                  <a:pt x="44029" y="3841"/>
                </a:cubicBezTo>
                <a:cubicBezTo>
                  <a:pt x="48634" y="6401"/>
                  <a:pt x="52375" y="10932"/>
                  <a:pt x="55253" y="17432"/>
                </a:cubicBezTo>
                <a:cubicBezTo>
                  <a:pt x="58802" y="25606"/>
                  <a:pt x="60577" y="36833"/>
                  <a:pt x="60577" y="51113"/>
                </a:cubicBezTo>
                <a:cubicBezTo>
                  <a:pt x="60577" y="66378"/>
                  <a:pt x="58514" y="78048"/>
                  <a:pt x="54389" y="86124"/>
                </a:cubicBezTo>
                <a:cubicBezTo>
                  <a:pt x="52471" y="90260"/>
                  <a:pt x="49833" y="93560"/>
                  <a:pt x="46476" y="96022"/>
                </a:cubicBezTo>
                <a:cubicBezTo>
                  <a:pt x="43118" y="98484"/>
                  <a:pt x="40192" y="100010"/>
                  <a:pt x="37698" y="100601"/>
                </a:cubicBezTo>
                <a:cubicBezTo>
                  <a:pt x="35204" y="101192"/>
                  <a:pt x="32758" y="101537"/>
                  <a:pt x="30360" y="101635"/>
                </a:cubicBezTo>
                <a:cubicBezTo>
                  <a:pt x="27866" y="101635"/>
                  <a:pt x="25372" y="101340"/>
                  <a:pt x="22878" y="100749"/>
                </a:cubicBezTo>
                <a:cubicBezTo>
                  <a:pt x="20384" y="100158"/>
                  <a:pt x="17458" y="98582"/>
                  <a:pt x="14101" y="96022"/>
                </a:cubicBezTo>
                <a:cubicBezTo>
                  <a:pt x="10744" y="93461"/>
                  <a:pt x="8106" y="90162"/>
                  <a:pt x="6187" y="86124"/>
                </a:cubicBezTo>
                <a:cubicBezTo>
                  <a:pt x="2062" y="78048"/>
                  <a:pt x="0" y="66378"/>
                  <a:pt x="0" y="51113"/>
                </a:cubicBezTo>
                <a:cubicBezTo>
                  <a:pt x="0" y="33977"/>
                  <a:pt x="2734" y="20928"/>
                  <a:pt x="8202" y="11966"/>
                </a:cubicBezTo>
                <a:close/>
                <a:moveTo>
                  <a:pt x="40576" y="10193"/>
                </a:moveTo>
                <a:cubicBezTo>
                  <a:pt x="37698" y="7042"/>
                  <a:pt x="34293" y="5466"/>
                  <a:pt x="30360" y="5466"/>
                </a:cubicBezTo>
                <a:cubicBezTo>
                  <a:pt x="26331" y="5466"/>
                  <a:pt x="22878" y="7042"/>
                  <a:pt x="20000" y="10193"/>
                </a:cubicBezTo>
                <a:cubicBezTo>
                  <a:pt x="17602" y="12754"/>
                  <a:pt x="16019" y="16299"/>
                  <a:pt x="15252" y="20829"/>
                </a:cubicBezTo>
                <a:cubicBezTo>
                  <a:pt x="14485" y="25360"/>
                  <a:pt x="14101" y="34814"/>
                  <a:pt x="14101" y="49193"/>
                </a:cubicBezTo>
                <a:cubicBezTo>
                  <a:pt x="14101" y="64753"/>
                  <a:pt x="14485" y="74995"/>
                  <a:pt x="15252" y="79920"/>
                </a:cubicBezTo>
                <a:cubicBezTo>
                  <a:pt x="16019" y="84844"/>
                  <a:pt x="17746" y="88734"/>
                  <a:pt x="20432" y="91590"/>
                </a:cubicBezTo>
                <a:cubicBezTo>
                  <a:pt x="23118" y="94544"/>
                  <a:pt x="26427" y="96022"/>
                  <a:pt x="30360" y="96022"/>
                </a:cubicBezTo>
                <a:cubicBezTo>
                  <a:pt x="34197" y="96022"/>
                  <a:pt x="37459" y="94544"/>
                  <a:pt x="40145" y="91590"/>
                </a:cubicBezTo>
                <a:cubicBezTo>
                  <a:pt x="42926" y="88635"/>
                  <a:pt x="44653" y="84499"/>
                  <a:pt x="45324" y="79181"/>
                </a:cubicBezTo>
                <a:cubicBezTo>
                  <a:pt x="45996" y="73863"/>
                  <a:pt x="46380" y="63867"/>
                  <a:pt x="46476" y="49193"/>
                </a:cubicBezTo>
                <a:cubicBezTo>
                  <a:pt x="46476" y="34913"/>
                  <a:pt x="46092" y="25507"/>
                  <a:pt x="45324" y="20977"/>
                </a:cubicBezTo>
                <a:cubicBezTo>
                  <a:pt x="44557" y="16447"/>
                  <a:pt x="42974" y="12852"/>
                  <a:pt x="40576" y="101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" cap="flat">
            <a:solidFill>
              <a:srgbClr val="000000">
                <a:alpha val="9040"/>
              </a:srgbClr>
            </a:solidFill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A41AF0-0D67-41B7-A0DD-2B4D3FA7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441" y="3407381"/>
            <a:ext cx="18993" cy="46632"/>
          </a:xfrm>
          <a:custGeom xmlns:a="http://schemas.openxmlformats.org/drawingml/2006/main">
            <a:pathLst>
              <a:path w="18993" h="46632">
                <a:moveTo>
                  <a:pt x="0" y="12704"/>
                </a:moveTo>
                <a:cubicBezTo>
                  <a:pt x="0" y="12704"/>
                  <a:pt x="0" y="11473"/>
                  <a:pt x="0" y="9011"/>
                </a:cubicBezTo>
                <a:cubicBezTo>
                  <a:pt x="0" y="6549"/>
                  <a:pt x="767" y="4432"/>
                  <a:pt x="2302" y="2659"/>
                </a:cubicBezTo>
                <a:cubicBezTo>
                  <a:pt x="3837" y="886"/>
                  <a:pt x="5899" y="0"/>
                  <a:pt x="8489" y="0"/>
                </a:cubicBezTo>
                <a:cubicBezTo>
                  <a:pt x="11175" y="0"/>
                  <a:pt x="13573" y="1231"/>
                  <a:pt x="15684" y="3693"/>
                </a:cubicBezTo>
                <a:cubicBezTo>
                  <a:pt x="17794" y="6155"/>
                  <a:pt x="18897" y="10489"/>
                  <a:pt x="18993" y="16693"/>
                </a:cubicBezTo>
                <a:cubicBezTo>
                  <a:pt x="18993" y="20140"/>
                  <a:pt x="18561" y="23488"/>
                  <a:pt x="17698" y="26738"/>
                </a:cubicBezTo>
                <a:cubicBezTo>
                  <a:pt x="16835" y="29988"/>
                  <a:pt x="15828" y="32795"/>
                  <a:pt x="14676" y="35159"/>
                </a:cubicBezTo>
                <a:cubicBezTo>
                  <a:pt x="13525" y="37522"/>
                  <a:pt x="12278" y="39541"/>
                  <a:pt x="10935" y="41215"/>
                </a:cubicBezTo>
                <a:cubicBezTo>
                  <a:pt x="9592" y="42890"/>
                  <a:pt x="8441" y="44219"/>
                  <a:pt x="7482" y="45204"/>
                </a:cubicBezTo>
                <a:cubicBezTo>
                  <a:pt x="6523" y="46189"/>
                  <a:pt x="5899" y="46632"/>
                  <a:pt x="5612" y="46534"/>
                </a:cubicBezTo>
                <a:cubicBezTo>
                  <a:pt x="5228" y="46534"/>
                  <a:pt x="4604" y="46090"/>
                  <a:pt x="3741" y="45204"/>
                </a:cubicBezTo>
                <a:cubicBezTo>
                  <a:pt x="2878" y="44318"/>
                  <a:pt x="2446" y="43678"/>
                  <a:pt x="2446" y="43284"/>
                </a:cubicBezTo>
                <a:cubicBezTo>
                  <a:pt x="2446" y="42890"/>
                  <a:pt x="2974" y="42102"/>
                  <a:pt x="4029" y="40920"/>
                </a:cubicBezTo>
                <a:cubicBezTo>
                  <a:pt x="5084" y="39738"/>
                  <a:pt x="6283" y="38261"/>
                  <a:pt x="7626" y="36488"/>
                </a:cubicBezTo>
                <a:cubicBezTo>
                  <a:pt x="8969" y="34716"/>
                  <a:pt x="10216" y="32253"/>
                  <a:pt x="11367" y="29102"/>
                </a:cubicBezTo>
                <a:cubicBezTo>
                  <a:pt x="12518" y="25950"/>
                  <a:pt x="13286" y="22356"/>
                  <a:pt x="13669" y="18318"/>
                </a:cubicBezTo>
                <a:lnTo>
                  <a:pt x="13669" y="16545"/>
                </a:lnTo>
                <a:lnTo>
                  <a:pt x="13525" y="16693"/>
                </a:lnTo>
                <a:cubicBezTo>
                  <a:pt x="13334" y="16791"/>
                  <a:pt x="13094" y="16890"/>
                  <a:pt x="12806" y="16988"/>
                </a:cubicBezTo>
                <a:cubicBezTo>
                  <a:pt x="12518" y="17087"/>
                  <a:pt x="12230" y="17235"/>
                  <a:pt x="11943" y="17432"/>
                </a:cubicBezTo>
                <a:cubicBezTo>
                  <a:pt x="11655" y="17629"/>
                  <a:pt x="11223" y="17727"/>
                  <a:pt x="10648" y="17727"/>
                </a:cubicBezTo>
                <a:cubicBezTo>
                  <a:pt x="10072" y="17727"/>
                  <a:pt x="9497" y="17776"/>
                  <a:pt x="8921" y="17875"/>
                </a:cubicBezTo>
                <a:cubicBezTo>
                  <a:pt x="6331" y="17875"/>
                  <a:pt x="4221" y="17038"/>
                  <a:pt x="2590" y="15363"/>
                </a:cubicBezTo>
                <a:lnTo>
                  <a:pt x="0" y="127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FE65B8-F11D-4B87-B97D-684F846F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441" y="3407381"/>
            <a:ext cx="18993" cy="46632"/>
          </a:xfrm>
          <a:custGeom xmlns:a="http://schemas.openxmlformats.org/drawingml/2006/main">
            <a:pathLst>
              <a:path w="18993" h="46632" fill="none">
                <a:moveTo>
                  <a:pt x="0" y="12704"/>
                </a:moveTo>
                <a:cubicBezTo>
                  <a:pt x="0" y="12704"/>
                  <a:pt x="0" y="11473"/>
                  <a:pt x="0" y="9011"/>
                </a:cubicBezTo>
                <a:cubicBezTo>
                  <a:pt x="0" y="6549"/>
                  <a:pt x="767" y="4432"/>
                  <a:pt x="2302" y="2659"/>
                </a:cubicBezTo>
                <a:cubicBezTo>
                  <a:pt x="3837" y="886"/>
                  <a:pt x="5899" y="0"/>
                  <a:pt x="8489" y="0"/>
                </a:cubicBezTo>
                <a:cubicBezTo>
                  <a:pt x="11175" y="0"/>
                  <a:pt x="13573" y="1231"/>
                  <a:pt x="15684" y="3693"/>
                </a:cubicBezTo>
                <a:cubicBezTo>
                  <a:pt x="17794" y="6155"/>
                  <a:pt x="18897" y="10489"/>
                  <a:pt x="18993" y="16693"/>
                </a:cubicBezTo>
                <a:cubicBezTo>
                  <a:pt x="18993" y="20140"/>
                  <a:pt x="18561" y="23488"/>
                  <a:pt x="17698" y="26738"/>
                </a:cubicBezTo>
                <a:cubicBezTo>
                  <a:pt x="16835" y="29988"/>
                  <a:pt x="15828" y="32795"/>
                  <a:pt x="14676" y="35159"/>
                </a:cubicBezTo>
                <a:cubicBezTo>
                  <a:pt x="13525" y="37522"/>
                  <a:pt x="12278" y="39541"/>
                  <a:pt x="10935" y="41215"/>
                </a:cubicBezTo>
                <a:cubicBezTo>
                  <a:pt x="9592" y="42890"/>
                  <a:pt x="8441" y="44219"/>
                  <a:pt x="7482" y="45204"/>
                </a:cubicBezTo>
                <a:cubicBezTo>
                  <a:pt x="6523" y="46189"/>
                  <a:pt x="5899" y="46632"/>
                  <a:pt x="5612" y="46534"/>
                </a:cubicBezTo>
                <a:cubicBezTo>
                  <a:pt x="5228" y="46534"/>
                  <a:pt x="4604" y="46090"/>
                  <a:pt x="3741" y="45204"/>
                </a:cubicBezTo>
                <a:cubicBezTo>
                  <a:pt x="2878" y="44318"/>
                  <a:pt x="2446" y="43678"/>
                  <a:pt x="2446" y="43284"/>
                </a:cubicBezTo>
                <a:cubicBezTo>
                  <a:pt x="2446" y="42890"/>
                  <a:pt x="2974" y="42102"/>
                  <a:pt x="4029" y="40920"/>
                </a:cubicBezTo>
                <a:cubicBezTo>
                  <a:pt x="5084" y="39738"/>
                  <a:pt x="6283" y="38261"/>
                  <a:pt x="7626" y="36488"/>
                </a:cubicBezTo>
                <a:cubicBezTo>
                  <a:pt x="8969" y="34716"/>
                  <a:pt x="10216" y="32253"/>
                  <a:pt x="11367" y="29102"/>
                </a:cubicBezTo>
                <a:cubicBezTo>
                  <a:pt x="12518" y="25950"/>
                  <a:pt x="13286" y="22356"/>
                  <a:pt x="13669" y="18318"/>
                </a:cubicBezTo>
                <a:lnTo>
                  <a:pt x="13669" y="16545"/>
                </a:lnTo>
                <a:lnTo>
                  <a:pt x="13525" y="16693"/>
                </a:lnTo>
                <a:cubicBezTo>
                  <a:pt x="13334" y="16791"/>
                  <a:pt x="13094" y="16890"/>
                  <a:pt x="12806" y="16988"/>
                </a:cubicBezTo>
                <a:cubicBezTo>
                  <a:pt x="12518" y="17087"/>
                  <a:pt x="12230" y="17235"/>
                  <a:pt x="11943" y="17432"/>
                </a:cubicBezTo>
                <a:cubicBezTo>
                  <a:pt x="11655" y="17629"/>
                  <a:pt x="11223" y="17727"/>
                  <a:pt x="10648" y="17727"/>
                </a:cubicBezTo>
                <a:cubicBezTo>
                  <a:pt x="10072" y="17727"/>
                  <a:pt x="9497" y="17776"/>
                  <a:pt x="8921" y="17875"/>
                </a:cubicBezTo>
                <a:cubicBezTo>
                  <a:pt x="6331" y="17875"/>
                  <a:pt x="4221" y="17038"/>
                  <a:pt x="2590" y="15363"/>
                </a:cubicBezTo>
                <a:lnTo>
                  <a:pt x="0" y="127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" cap="flat">
            <a:solidFill>
              <a:srgbClr val="000000">
                <a:alpha val="9040"/>
              </a:srgbClr>
            </a:solidFill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65C4C3-14E7-4096-B4CA-C604FC97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262" y="3327018"/>
            <a:ext cx="59713" cy="101488"/>
          </a:xfrm>
          <a:custGeom xmlns:a="http://schemas.openxmlformats.org/drawingml/2006/main">
            <a:pathLst>
              <a:path w="59713" h="101488">
                <a:moveTo>
                  <a:pt x="12230" y="29841"/>
                </a:moveTo>
                <a:cubicBezTo>
                  <a:pt x="9640" y="29841"/>
                  <a:pt x="7626" y="29003"/>
                  <a:pt x="6187" y="27329"/>
                </a:cubicBezTo>
                <a:cubicBezTo>
                  <a:pt x="4748" y="25655"/>
                  <a:pt x="3981" y="23488"/>
                  <a:pt x="3885" y="20829"/>
                </a:cubicBezTo>
                <a:cubicBezTo>
                  <a:pt x="3885" y="15413"/>
                  <a:pt x="6187" y="10587"/>
                  <a:pt x="10792" y="6352"/>
                </a:cubicBezTo>
                <a:cubicBezTo>
                  <a:pt x="15396" y="2117"/>
                  <a:pt x="20960" y="0"/>
                  <a:pt x="27482" y="0"/>
                </a:cubicBezTo>
                <a:cubicBezTo>
                  <a:pt x="30840" y="0"/>
                  <a:pt x="32950" y="49"/>
                  <a:pt x="33813" y="148"/>
                </a:cubicBezTo>
                <a:cubicBezTo>
                  <a:pt x="40912" y="1330"/>
                  <a:pt x="46332" y="3939"/>
                  <a:pt x="50073" y="7977"/>
                </a:cubicBezTo>
                <a:cubicBezTo>
                  <a:pt x="53814" y="12015"/>
                  <a:pt x="55732" y="16398"/>
                  <a:pt x="55828" y="21125"/>
                </a:cubicBezTo>
                <a:cubicBezTo>
                  <a:pt x="55828" y="26246"/>
                  <a:pt x="54198" y="31219"/>
                  <a:pt x="50936" y="36045"/>
                </a:cubicBezTo>
                <a:cubicBezTo>
                  <a:pt x="47675" y="40871"/>
                  <a:pt x="43166" y="44367"/>
                  <a:pt x="37411" y="46534"/>
                </a:cubicBezTo>
                <a:lnTo>
                  <a:pt x="36979" y="46829"/>
                </a:lnTo>
                <a:cubicBezTo>
                  <a:pt x="36979" y="46928"/>
                  <a:pt x="37411" y="47075"/>
                  <a:pt x="38274" y="47272"/>
                </a:cubicBezTo>
                <a:cubicBezTo>
                  <a:pt x="39137" y="47469"/>
                  <a:pt x="40528" y="47912"/>
                  <a:pt x="42447" y="48602"/>
                </a:cubicBezTo>
                <a:cubicBezTo>
                  <a:pt x="44365" y="49291"/>
                  <a:pt x="46188" y="50325"/>
                  <a:pt x="47914" y="51704"/>
                </a:cubicBezTo>
                <a:cubicBezTo>
                  <a:pt x="55780" y="56924"/>
                  <a:pt x="59713" y="63818"/>
                  <a:pt x="59713" y="72386"/>
                </a:cubicBezTo>
                <a:cubicBezTo>
                  <a:pt x="59713" y="80166"/>
                  <a:pt x="56740" y="86961"/>
                  <a:pt x="50792" y="92772"/>
                </a:cubicBezTo>
                <a:cubicBezTo>
                  <a:pt x="44845" y="98582"/>
                  <a:pt x="37315" y="101488"/>
                  <a:pt x="28202" y="101488"/>
                </a:cubicBezTo>
                <a:cubicBezTo>
                  <a:pt x="20528" y="101488"/>
                  <a:pt x="13909" y="99370"/>
                  <a:pt x="8345" y="95135"/>
                </a:cubicBezTo>
                <a:cubicBezTo>
                  <a:pt x="2782" y="90901"/>
                  <a:pt x="0" y="85533"/>
                  <a:pt x="0" y="79033"/>
                </a:cubicBezTo>
                <a:cubicBezTo>
                  <a:pt x="0" y="76276"/>
                  <a:pt x="863" y="74060"/>
                  <a:pt x="2590" y="72386"/>
                </a:cubicBezTo>
                <a:cubicBezTo>
                  <a:pt x="4317" y="70711"/>
                  <a:pt x="6475" y="69825"/>
                  <a:pt x="9065" y="69727"/>
                </a:cubicBezTo>
                <a:cubicBezTo>
                  <a:pt x="11751" y="69727"/>
                  <a:pt x="13957" y="70613"/>
                  <a:pt x="15684" y="72386"/>
                </a:cubicBezTo>
                <a:cubicBezTo>
                  <a:pt x="17410" y="74158"/>
                  <a:pt x="18274" y="76374"/>
                  <a:pt x="18274" y="79033"/>
                </a:cubicBezTo>
                <a:cubicBezTo>
                  <a:pt x="18274" y="80117"/>
                  <a:pt x="18130" y="81101"/>
                  <a:pt x="17842" y="81988"/>
                </a:cubicBezTo>
                <a:cubicBezTo>
                  <a:pt x="17554" y="82874"/>
                  <a:pt x="17219" y="83662"/>
                  <a:pt x="16835" y="84351"/>
                </a:cubicBezTo>
                <a:cubicBezTo>
                  <a:pt x="16451" y="85041"/>
                  <a:pt x="15924" y="85632"/>
                  <a:pt x="15252" y="86124"/>
                </a:cubicBezTo>
                <a:cubicBezTo>
                  <a:pt x="14581" y="86617"/>
                  <a:pt x="14005" y="87010"/>
                  <a:pt x="13525" y="87306"/>
                </a:cubicBezTo>
                <a:cubicBezTo>
                  <a:pt x="13046" y="87601"/>
                  <a:pt x="12566" y="87798"/>
                  <a:pt x="12087" y="87897"/>
                </a:cubicBezTo>
                <a:cubicBezTo>
                  <a:pt x="11607" y="87995"/>
                  <a:pt x="11223" y="88143"/>
                  <a:pt x="10935" y="88340"/>
                </a:cubicBezTo>
                <a:lnTo>
                  <a:pt x="10360" y="88488"/>
                </a:lnTo>
                <a:cubicBezTo>
                  <a:pt x="15252" y="92920"/>
                  <a:pt x="21199" y="95135"/>
                  <a:pt x="28202" y="95135"/>
                </a:cubicBezTo>
                <a:cubicBezTo>
                  <a:pt x="33478" y="95135"/>
                  <a:pt x="37459" y="92526"/>
                  <a:pt x="40145" y="87306"/>
                </a:cubicBezTo>
                <a:cubicBezTo>
                  <a:pt x="41775" y="84056"/>
                  <a:pt x="42591" y="79083"/>
                  <a:pt x="42591" y="72386"/>
                </a:cubicBezTo>
                <a:lnTo>
                  <a:pt x="42591" y="69431"/>
                </a:lnTo>
                <a:cubicBezTo>
                  <a:pt x="42591" y="60075"/>
                  <a:pt x="39521" y="53821"/>
                  <a:pt x="33382" y="50670"/>
                </a:cubicBezTo>
                <a:cubicBezTo>
                  <a:pt x="31943" y="50079"/>
                  <a:pt x="29017" y="49734"/>
                  <a:pt x="24605" y="49636"/>
                </a:cubicBezTo>
                <a:lnTo>
                  <a:pt x="18561" y="49488"/>
                </a:lnTo>
                <a:lnTo>
                  <a:pt x="18130" y="49193"/>
                </a:lnTo>
                <a:cubicBezTo>
                  <a:pt x="17938" y="48897"/>
                  <a:pt x="17842" y="48109"/>
                  <a:pt x="17842" y="46829"/>
                </a:cubicBezTo>
                <a:cubicBezTo>
                  <a:pt x="17842" y="45056"/>
                  <a:pt x="18226" y="44170"/>
                  <a:pt x="18993" y="44170"/>
                </a:cubicBezTo>
                <a:cubicBezTo>
                  <a:pt x="21679" y="44170"/>
                  <a:pt x="24461" y="43924"/>
                  <a:pt x="27339" y="43431"/>
                </a:cubicBezTo>
                <a:cubicBezTo>
                  <a:pt x="30600" y="42939"/>
                  <a:pt x="33574" y="40871"/>
                  <a:pt x="36260" y="37227"/>
                </a:cubicBezTo>
                <a:cubicBezTo>
                  <a:pt x="38945" y="33583"/>
                  <a:pt x="40288" y="28068"/>
                  <a:pt x="40288" y="20682"/>
                </a:cubicBezTo>
                <a:lnTo>
                  <a:pt x="40288" y="19500"/>
                </a:lnTo>
                <a:cubicBezTo>
                  <a:pt x="40288" y="13886"/>
                  <a:pt x="38610" y="9996"/>
                  <a:pt x="35252" y="7829"/>
                </a:cubicBezTo>
                <a:cubicBezTo>
                  <a:pt x="33142" y="6451"/>
                  <a:pt x="30888" y="5761"/>
                  <a:pt x="28490" y="5761"/>
                </a:cubicBezTo>
                <a:cubicBezTo>
                  <a:pt x="25420" y="5761"/>
                  <a:pt x="22590" y="6303"/>
                  <a:pt x="20000" y="7386"/>
                </a:cubicBezTo>
                <a:cubicBezTo>
                  <a:pt x="17410" y="8470"/>
                  <a:pt x="15588" y="9602"/>
                  <a:pt x="14533" y="10784"/>
                </a:cubicBezTo>
                <a:cubicBezTo>
                  <a:pt x="13477" y="11966"/>
                  <a:pt x="12950" y="12557"/>
                  <a:pt x="12950" y="12557"/>
                </a:cubicBezTo>
                <a:lnTo>
                  <a:pt x="13382" y="12557"/>
                </a:lnTo>
                <a:cubicBezTo>
                  <a:pt x="13669" y="12655"/>
                  <a:pt x="14053" y="12754"/>
                  <a:pt x="14533" y="12852"/>
                </a:cubicBezTo>
                <a:cubicBezTo>
                  <a:pt x="15012" y="12951"/>
                  <a:pt x="15492" y="13197"/>
                  <a:pt x="15971" y="13591"/>
                </a:cubicBezTo>
                <a:cubicBezTo>
                  <a:pt x="16451" y="13985"/>
                  <a:pt x="17027" y="14329"/>
                  <a:pt x="17698" y="14625"/>
                </a:cubicBezTo>
                <a:cubicBezTo>
                  <a:pt x="18370" y="14920"/>
                  <a:pt x="18849" y="15462"/>
                  <a:pt x="19137" y="16250"/>
                </a:cubicBezTo>
                <a:cubicBezTo>
                  <a:pt x="19425" y="17038"/>
                  <a:pt x="19808" y="17776"/>
                  <a:pt x="20288" y="18466"/>
                </a:cubicBezTo>
                <a:cubicBezTo>
                  <a:pt x="20768" y="19155"/>
                  <a:pt x="20912" y="20140"/>
                  <a:pt x="20720" y="21420"/>
                </a:cubicBezTo>
                <a:cubicBezTo>
                  <a:pt x="20720" y="23587"/>
                  <a:pt x="20048" y="25507"/>
                  <a:pt x="18705" y="27182"/>
                </a:cubicBezTo>
                <a:cubicBezTo>
                  <a:pt x="17362" y="28856"/>
                  <a:pt x="15204" y="29742"/>
                  <a:pt x="12230" y="298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2273CE-A4F9-47D7-82E0-ED0BDC7A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262" y="3327018"/>
            <a:ext cx="59713" cy="101488"/>
          </a:xfrm>
          <a:custGeom xmlns:a="http://schemas.openxmlformats.org/drawingml/2006/main">
            <a:pathLst>
              <a:path w="59713" h="101488" fill="none">
                <a:moveTo>
                  <a:pt x="12230" y="29841"/>
                </a:moveTo>
                <a:cubicBezTo>
                  <a:pt x="9640" y="29841"/>
                  <a:pt x="7626" y="29003"/>
                  <a:pt x="6187" y="27329"/>
                </a:cubicBezTo>
                <a:cubicBezTo>
                  <a:pt x="4748" y="25655"/>
                  <a:pt x="3981" y="23488"/>
                  <a:pt x="3885" y="20829"/>
                </a:cubicBezTo>
                <a:cubicBezTo>
                  <a:pt x="3885" y="15413"/>
                  <a:pt x="6187" y="10587"/>
                  <a:pt x="10792" y="6352"/>
                </a:cubicBezTo>
                <a:cubicBezTo>
                  <a:pt x="15396" y="2117"/>
                  <a:pt x="20960" y="0"/>
                  <a:pt x="27482" y="0"/>
                </a:cubicBezTo>
                <a:cubicBezTo>
                  <a:pt x="30840" y="0"/>
                  <a:pt x="32950" y="49"/>
                  <a:pt x="33813" y="148"/>
                </a:cubicBezTo>
                <a:cubicBezTo>
                  <a:pt x="40912" y="1330"/>
                  <a:pt x="46332" y="3939"/>
                  <a:pt x="50073" y="7977"/>
                </a:cubicBezTo>
                <a:cubicBezTo>
                  <a:pt x="53814" y="12015"/>
                  <a:pt x="55732" y="16398"/>
                  <a:pt x="55828" y="21125"/>
                </a:cubicBezTo>
                <a:cubicBezTo>
                  <a:pt x="55828" y="26246"/>
                  <a:pt x="54198" y="31219"/>
                  <a:pt x="50936" y="36045"/>
                </a:cubicBezTo>
                <a:cubicBezTo>
                  <a:pt x="47675" y="40871"/>
                  <a:pt x="43166" y="44367"/>
                  <a:pt x="37411" y="46534"/>
                </a:cubicBezTo>
                <a:lnTo>
                  <a:pt x="36979" y="46829"/>
                </a:lnTo>
                <a:cubicBezTo>
                  <a:pt x="36979" y="46928"/>
                  <a:pt x="37411" y="47075"/>
                  <a:pt x="38274" y="47272"/>
                </a:cubicBezTo>
                <a:cubicBezTo>
                  <a:pt x="39137" y="47469"/>
                  <a:pt x="40528" y="47912"/>
                  <a:pt x="42447" y="48602"/>
                </a:cubicBezTo>
                <a:cubicBezTo>
                  <a:pt x="44365" y="49291"/>
                  <a:pt x="46188" y="50325"/>
                  <a:pt x="47914" y="51704"/>
                </a:cubicBezTo>
                <a:cubicBezTo>
                  <a:pt x="55780" y="56924"/>
                  <a:pt x="59713" y="63818"/>
                  <a:pt x="59713" y="72386"/>
                </a:cubicBezTo>
                <a:cubicBezTo>
                  <a:pt x="59713" y="80166"/>
                  <a:pt x="56740" y="86961"/>
                  <a:pt x="50792" y="92772"/>
                </a:cubicBezTo>
                <a:cubicBezTo>
                  <a:pt x="44845" y="98582"/>
                  <a:pt x="37315" y="101488"/>
                  <a:pt x="28202" y="101488"/>
                </a:cubicBezTo>
                <a:cubicBezTo>
                  <a:pt x="20528" y="101488"/>
                  <a:pt x="13909" y="99370"/>
                  <a:pt x="8345" y="95135"/>
                </a:cubicBezTo>
                <a:cubicBezTo>
                  <a:pt x="2782" y="90901"/>
                  <a:pt x="0" y="85533"/>
                  <a:pt x="0" y="79033"/>
                </a:cubicBezTo>
                <a:cubicBezTo>
                  <a:pt x="0" y="76276"/>
                  <a:pt x="863" y="74060"/>
                  <a:pt x="2590" y="72386"/>
                </a:cubicBezTo>
                <a:cubicBezTo>
                  <a:pt x="4317" y="70711"/>
                  <a:pt x="6475" y="69825"/>
                  <a:pt x="9065" y="69727"/>
                </a:cubicBezTo>
                <a:cubicBezTo>
                  <a:pt x="11751" y="69727"/>
                  <a:pt x="13957" y="70613"/>
                  <a:pt x="15684" y="72386"/>
                </a:cubicBezTo>
                <a:cubicBezTo>
                  <a:pt x="17410" y="74158"/>
                  <a:pt x="18274" y="76374"/>
                  <a:pt x="18274" y="79033"/>
                </a:cubicBezTo>
                <a:cubicBezTo>
                  <a:pt x="18274" y="80117"/>
                  <a:pt x="18130" y="81101"/>
                  <a:pt x="17842" y="81988"/>
                </a:cubicBezTo>
                <a:cubicBezTo>
                  <a:pt x="17554" y="82874"/>
                  <a:pt x="17219" y="83662"/>
                  <a:pt x="16835" y="84351"/>
                </a:cubicBezTo>
                <a:cubicBezTo>
                  <a:pt x="16451" y="85041"/>
                  <a:pt x="15924" y="85632"/>
                  <a:pt x="15252" y="86124"/>
                </a:cubicBezTo>
                <a:cubicBezTo>
                  <a:pt x="14581" y="86617"/>
                  <a:pt x="14005" y="87010"/>
                  <a:pt x="13525" y="87306"/>
                </a:cubicBezTo>
                <a:cubicBezTo>
                  <a:pt x="13046" y="87601"/>
                  <a:pt x="12566" y="87798"/>
                  <a:pt x="12087" y="87897"/>
                </a:cubicBezTo>
                <a:cubicBezTo>
                  <a:pt x="11607" y="87995"/>
                  <a:pt x="11223" y="88143"/>
                  <a:pt x="10935" y="88340"/>
                </a:cubicBezTo>
                <a:lnTo>
                  <a:pt x="10360" y="88488"/>
                </a:lnTo>
                <a:cubicBezTo>
                  <a:pt x="15252" y="92920"/>
                  <a:pt x="21199" y="95135"/>
                  <a:pt x="28202" y="95135"/>
                </a:cubicBezTo>
                <a:cubicBezTo>
                  <a:pt x="33478" y="95135"/>
                  <a:pt x="37459" y="92526"/>
                  <a:pt x="40145" y="87306"/>
                </a:cubicBezTo>
                <a:cubicBezTo>
                  <a:pt x="41775" y="84056"/>
                  <a:pt x="42591" y="79083"/>
                  <a:pt x="42591" y="72386"/>
                </a:cubicBezTo>
                <a:lnTo>
                  <a:pt x="42591" y="69431"/>
                </a:lnTo>
                <a:cubicBezTo>
                  <a:pt x="42591" y="60075"/>
                  <a:pt x="39521" y="53821"/>
                  <a:pt x="33382" y="50670"/>
                </a:cubicBezTo>
                <a:cubicBezTo>
                  <a:pt x="31943" y="50079"/>
                  <a:pt x="29017" y="49734"/>
                  <a:pt x="24605" y="49636"/>
                </a:cubicBezTo>
                <a:lnTo>
                  <a:pt x="18561" y="49488"/>
                </a:lnTo>
                <a:lnTo>
                  <a:pt x="18130" y="49193"/>
                </a:lnTo>
                <a:cubicBezTo>
                  <a:pt x="17938" y="48897"/>
                  <a:pt x="17842" y="48109"/>
                  <a:pt x="17842" y="46829"/>
                </a:cubicBezTo>
                <a:cubicBezTo>
                  <a:pt x="17842" y="45056"/>
                  <a:pt x="18226" y="44170"/>
                  <a:pt x="18993" y="44170"/>
                </a:cubicBezTo>
                <a:cubicBezTo>
                  <a:pt x="21679" y="44170"/>
                  <a:pt x="24461" y="43924"/>
                  <a:pt x="27339" y="43431"/>
                </a:cubicBezTo>
                <a:cubicBezTo>
                  <a:pt x="30600" y="42939"/>
                  <a:pt x="33574" y="40871"/>
                  <a:pt x="36260" y="37227"/>
                </a:cubicBezTo>
                <a:cubicBezTo>
                  <a:pt x="38945" y="33583"/>
                  <a:pt x="40288" y="28068"/>
                  <a:pt x="40288" y="20682"/>
                </a:cubicBezTo>
                <a:lnTo>
                  <a:pt x="40288" y="19500"/>
                </a:lnTo>
                <a:cubicBezTo>
                  <a:pt x="40288" y="13886"/>
                  <a:pt x="38610" y="9996"/>
                  <a:pt x="35252" y="7829"/>
                </a:cubicBezTo>
                <a:cubicBezTo>
                  <a:pt x="33142" y="6451"/>
                  <a:pt x="30888" y="5761"/>
                  <a:pt x="28490" y="5761"/>
                </a:cubicBezTo>
                <a:cubicBezTo>
                  <a:pt x="25420" y="5761"/>
                  <a:pt x="22590" y="6303"/>
                  <a:pt x="20000" y="7386"/>
                </a:cubicBezTo>
                <a:cubicBezTo>
                  <a:pt x="17410" y="8470"/>
                  <a:pt x="15588" y="9602"/>
                  <a:pt x="14533" y="10784"/>
                </a:cubicBezTo>
                <a:cubicBezTo>
                  <a:pt x="13477" y="11966"/>
                  <a:pt x="12950" y="12557"/>
                  <a:pt x="12950" y="12557"/>
                </a:cubicBezTo>
                <a:lnTo>
                  <a:pt x="13382" y="12557"/>
                </a:lnTo>
                <a:cubicBezTo>
                  <a:pt x="13669" y="12655"/>
                  <a:pt x="14053" y="12754"/>
                  <a:pt x="14533" y="12852"/>
                </a:cubicBezTo>
                <a:cubicBezTo>
                  <a:pt x="15012" y="12951"/>
                  <a:pt x="15492" y="13197"/>
                  <a:pt x="15971" y="13591"/>
                </a:cubicBezTo>
                <a:cubicBezTo>
                  <a:pt x="16451" y="13985"/>
                  <a:pt x="17027" y="14329"/>
                  <a:pt x="17698" y="14625"/>
                </a:cubicBezTo>
                <a:cubicBezTo>
                  <a:pt x="18370" y="14920"/>
                  <a:pt x="18849" y="15462"/>
                  <a:pt x="19137" y="16250"/>
                </a:cubicBezTo>
                <a:cubicBezTo>
                  <a:pt x="19425" y="17038"/>
                  <a:pt x="19808" y="17776"/>
                  <a:pt x="20288" y="18466"/>
                </a:cubicBezTo>
                <a:cubicBezTo>
                  <a:pt x="20768" y="19155"/>
                  <a:pt x="20912" y="20140"/>
                  <a:pt x="20720" y="21420"/>
                </a:cubicBezTo>
                <a:cubicBezTo>
                  <a:pt x="20720" y="23587"/>
                  <a:pt x="20048" y="25507"/>
                  <a:pt x="18705" y="27182"/>
                </a:cubicBezTo>
                <a:cubicBezTo>
                  <a:pt x="17362" y="28856"/>
                  <a:pt x="15204" y="29742"/>
                  <a:pt x="12230" y="2984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" cap="flat">
            <a:solidFill>
              <a:srgbClr val="000000">
                <a:alpha val="9040"/>
              </a:srgbClr>
            </a:solidFill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D9640B-0DFA-4958-AA02-61FD2497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63" y="3237204"/>
            <a:ext cx="45520" cy="208947"/>
          </a:xfrm>
          <a:custGeom xmlns:a="http://schemas.openxmlformats.org/drawingml/2006/main">
            <a:pathLst>
              <a:path w="45520" h="208947">
                <a:moveTo>
                  <a:pt x="0" y="3761"/>
                </a:moveTo>
                <a:cubicBezTo>
                  <a:pt x="136" y="2786"/>
                  <a:pt x="543" y="1950"/>
                  <a:pt x="1221" y="1254"/>
                </a:cubicBezTo>
                <a:cubicBezTo>
                  <a:pt x="1900" y="557"/>
                  <a:pt x="2849" y="139"/>
                  <a:pt x="4070" y="0"/>
                </a:cubicBezTo>
                <a:cubicBezTo>
                  <a:pt x="5427" y="0"/>
                  <a:pt x="6580" y="696"/>
                  <a:pt x="7530" y="2089"/>
                </a:cubicBezTo>
                <a:cubicBezTo>
                  <a:pt x="7937" y="3065"/>
                  <a:pt x="14314" y="20198"/>
                  <a:pt x="26661" y="53491"/>
                </a:cubicBezTo>
                <a:cubicBezTo>
                  <a:pt x="39008" y="86783"/>
                  <a:pt x="45249" y="103777"/>
                  <a:pt x="45385" y="104474"/>
                </a:cubicBezTo>
                <a:cubicBezTo>
                  <a:pt x="45520" y="105170"/>
                  <a:pt x="39347" y="122165"/>
                  <a:pt x="26864" y="155457"/>
                </a:cubicBezTo>
                <a:cubicBezTo>
                  <a:pt x="14382" y="188749"/>
                  <a:pt x="7937" y="205883"/>
                  <a:pt x="7530" y="206858"/>
                </a:cubicBezTo>
                <a:cubicBezTo>
                  <a:pt x="6580" y="208251"/>
                  <a:pt x="5427" y="208947"/>
                  <a:pt x="4070" y="208947"/>
                </a:cubicBezTo>
                <a:cubicBezTo>
                  <a:pt x="2985" y="208947"/>
                  <a:pt x="2103" y="208599"/>
                  <a:pt x="1425" y="207903"/>
                </a:cubicBezTo>
                <a:cubicBezTo>
                  <a:pt x="746" y="207206"/>
                  <a:pt x="271" y="206301"/>
                  <a:pt x="0" y="205186"/>
                </a:cubicBezTo>
                <a:cubicBezTo>
                  <a:pt x="0" y="204490"/>
                  <a:pt x="6106" y="187565"/>
                  <a:pt x="18317" y="154412"/>
                </a:cubicBezTo>
                <a:cubicBezTo>
                  <a:pt x="30663" y="121398"/>
                  <a:pt x="36837" y="104752"/>
                  <a:pt x="36837" y="104474"/>
                </a:cubicBezTo>
                <a:cubicBezTo>
                  <a:pt x="36837" y="104195"/>
                  <a:pt x="30663" y="87549"/>
                  <a:pt x="18317" y="54535"/>
                </a:cubicBezTo>
                <a:cubicBezTo>
                  <a:pt x="6106" y="21382"/>
                  <a:pt x="0" y="4458"/>
                  <a:pt x="0" y="37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215671-6E74-4530-97E8-CA840605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63" y="3237204"/>
            <a:ext cx="45520" cy="208947"/>
          </a:xfrm>
          <a:custGeom xmlns:a="http://schemas.openxmlformats.org/drawingml/2006/main">
            <a:pathLst>
              <a:path w="45520" h="208947" fill="none">
                <a:moveTo>
                  <a:pt x="0" y="3761"/>
                </a:moveTo>
                <a:cubicBezTo>
                  <a:pt x="136" y="2786"/>
                  <a:pt x="543" y="1950"/>
                  <a:pt x="1221" y="1254"/>
                </a:cubicBezTo>
                <a:cubicBezTo>
                  <a:pt x="1900" y="557"/>
                  <a:pt x="2849" y="139"/>
                  <a:pt x="4070" y="0"/>
                </a:cubicBezTo>
                <a:cubicBezTo>
                  <a:pt x="5427" y="0"/>
                  <a:pt x="6580" y="696"/>
                  <a:pt x="7530" y="2089"/>
                </a:cubicBezTo>
                <a:cubicBezTo>
                  <a:pt x="7937" y="3065"/>
                  <a:pt x="14314" y="20198"/>
                  <a:pt x="26661" y="53491"/>
                </a:cubicBezTo>
                <a:cubicBezTo>
                  <a:pt x="39008" y="86783"/>
                  <a:pt x="45249" y="103777"/>
                  <a:pt x="45385" y="104474"/>
                </a:cubicBezTo>
                <a:cubicBezTo>
                  <a:pt x="45520" y="105170"/>
                  <a:pt x="39347" y="122165"/>
                  <a:pt x="26864" y="155457"/>
                </a:cubicBezTo>
                <a:cubicBezTo>
                  <a:pt x="14382" y="188749"/>
                  <a:pt x="7937" y="205883"/>
                  <a:pt x="7530" y="206858"/>
                </a:cubicBezTo>
                <a:cubicBezTo>
                  <a:pt x="6580" y="208251"/>
                  <a:pt x="5427" y="208947"/>
                  <a:pt x="4070" y="208947"/>
                </a:cubicBezTo>
                <a:cubicBezTo>
                  <a:pt x="2985" y="208947"/>
                  <a:pt x="2103" y="208599"/>
                  <a:pt x="1425" y="207903"/>
                </a:cubicBezTo>
                <a:cubicBezTo>
                  <a:pt x="746" y="207206"/>
                  <a:pt x="271" y="206301"/>
                  <a:pt x="0" y="205186"/>
                </a:cubicBezTo>
                <a:cubicBezTo>
                  <a:pt x="0" y="204490"/>
                  <a:pt x="6106" y="187565"/>
                  <a:pt x="18317" y="154412"/>
                </a:cubicBezTo>
                <a:cubicBezTo>
                  <a:pt x="30663" y="121398"/>
                  <a:pt x="36837" y="104752"/>
                  <a:pt x="36837" y="104474"/>
                </a:cubicBezTo>
                <a:cubicBezTo>
                  <a:pt x="36837" y="104195"/>
                  <a:pt x="30663" y="87549"/>
                  <a:pt x="18317" y="54535"/>
                </a:cubicBezTo>
                <a:cubicBezTo>
                  <a:pt x="6106" y="21382"/>
                  <a:pt x="0" y="4458"/>
                  <a:pt x="0" y="376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656BCC-7F32-43A4-B48D-D2134A70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268" y="3287142"/>
            <a:ext cx="180928" cy="109071"/>
          </a:xfrm>
          <a:custGeom xmlns:a="http://schemas.openxmlformats.org/drawingml/2006/main">
            <a:pathLst>
              <a:path w="180928" h="109071">
                <a:moveTo>
                  <a:pt x="180928" y="52237"/>
                </a:moveTo>
                <a:cubicBezTo>
                  <a:pt x="180928" y="52237"/>
                  <a:pt x="180928" y="53003"/>
                  <a:pt x="180928" y="54535"/>
                </a:cubicBezTo>
                <a:cubicBezTo>
                  <a:pt x="180928" y="56068"/>
                  <a:pt x="179910" y="57461"/>
                  <a:pt x="177875" y="58714"/>
                </a:cubicBezTo>
                <a:lnTo>
                  <a:pt x="22387" y="58714"/>
                </a:lnTo>
                <a:cubicBezTo>
                  <a:pt x="22658" y="58993"/>
                  <a:pt x="23812" y="59968"/>
                  <a:pt x="25847" y="61639"/>
                </a:cubicBezTo>
                <a:cubicBezTo>
                  <a:pt x="27882" y="63311"/>
                  <a:pt x="29849" y="65192"/>
                  <a:pt x="31749" y="67281"/>
                </a:cubicBezTo>
                <a:cubicBezTo>
                  <a:pt x="33648" y="69371"/>
                  <a:pt x="35887" y="71948"/>
                  <a:pt x="38465" y="75012"/>
                </a:cubicBezTo>
                <a:cubicBezTo>
                  <a:pt x="41043" y="78077"/>
                  <a:pt x="43281" y="81977"/>
                  <a:pt x="45181" y="86713"/>
                </a:cubicBezTo>
                <a:cubicBezTo>
                  <a:pt x="47081" y="91449"/>
                  <a:pt x="48844" y="96394"/>
                  <a:pt x="50472" y="101548"/>
                </a:cubicBezTo>
                <a:cubicBezTo>
                  <a:pt x="51151" y="104056"/>
                  <a:pt x="51490" y="105797"/>
                  <a:pt x="51490" y="106772"/>
                </a:cubicBezTo>
                <a:cubicBezTo>
                  <a:pt x="51490" y="108304"/>
                  <a:pt x="50133" y="109071"/>
                  <a:pt x="47420" y="109071"/>
                </a:cubicBezTo>
                <a:cubicBezTo>
                  <a:pt x="46470" y="109071"/>
                  <a:pt x="45792" y="109071"/>
                  <a:pt x="45385" y="109071"/>
                </a:cubicBezTo>
                <a:cubicBezTo>
                  <a:pt x="44977" y="109071"/>
                  <a:pt x="44570" y="108792"/>
                  <a:pt x="44163" y="108235"/>
                </a:cubicBezTo>
                <a:cubicBezTo>
                  <a:pt x="43756" y="107678"/>
                  <a:pt x="43417" y="107051"/>
                  <a:pt x="43146" y="106354"/>
                </a:cubicBezTo>
                <a:cubicBezTo>
                  <a:pt x="42874" y="105658"/>
                  <a:pt x="42603" y="104334"/>
                  <a:pt x="42332" y="102384"/>
                </a:cubicBezTo>
                <a:cubicBezTo>
                  <a:pt x="39890" y="92215"/>
                  <a:pt x="35276" y="83161"/>
                  <a:pt x="28493" y="75221"/>
                </a:cubicBezTo>
                <a:cubicBezTo>
                  <a:pt x="21709" y="67281"/>
                  <a:pt x="13432" y="61361"/>
                  <a:pt x="3663" y="57461"/>
                </a:cubicBezTo>
                <a:cubicBezTo>
                  <a:pt x="1628" y="56625"/>
                  <a:pt x="407" y="55859"/>
                  <a:pt x="0" y="55162"/>
                </a:cubicBezTo>
                <a:cubicBezTo>
                  <a:pt x="0" y="54187"/>
                  <a:pt x="271" y="53491"/>
                  <a:pt x="814" y="53073"/>
                </a:cubicBezTo>
                <a:cubicBezTo>
                  <a:pt x="1357" y="52655"/>
                  <a:pt x="2307" y="52167"/>
                  <a:pt x="3663" y="51610"/>
                </a:cubicBezTo>
                <a:cubicBezTo>
                  <a:pt x="10176" y="48963"/>
                  <a:pt x="15942" y="45481"/>
                  <a:pt x="20962" y="41163"/>
                </a:cubicBezTo>
                <a:cubicBezTo>
                  <a:pt x="25982" y="36844"/>
                  <a:pt x="29849" y="32596"/>
                  <a:pt x="32563" y="28417"/>
                </a:cubicBezTo>
                <a:cubicBezTo>
                  <a:pt x="35276" y="24238"/>
                  <a:pt x="37447" y="20129"/>
                  <a:pt x="39075" y="16089"/>
                </a:cubicBezTo>
                <a:cubicBezTo>
                  <a:pt x="40704" y="12049"/>
                  <a:pt x="41857" y="8845"/>
                  <a:pt x="42535" y="6477"/>
                </a:cubicBezTo>
                <a:lnTo>
                  <a:pt x="43146" y="2925"/>
                </a:lnTo>
                <a:cubicBezTo>
                  <a:pt x="43417" y="2089"/>
                  <a:pt x="43621" y="1532"/>
                  <a:pt x="43756" y="1254"/>
                </a:cubicBezTo>
                <a:cubicBezTo>
                  <a:pt x="43892" y="975"/>
                  <a:pt x="44231" y="696"/>
                  <a:pt x="44774" y="418"/>
                </a:cubicBezTo>
                <a:cubicBezTo>
                  <a:pt x="45317" y="139"/>
                  <a:pt x="46199" y="0"/>
                  <a:pt x="47420" y="0"/>
                </a:cubicBezTo>
                <a:cubicBezTo>
                  <a:pt x="50133" y="0"/>
                  <a:pt x="51490" y="766"/>
                  <a:pt x="51490" y="2298"/>
                </a:cubicBezTo>
                <a:cubicBezTo>
                  <a:pt x="51490" y="3274"/>
                  <a:pt x="51151" y="5015"/>
                  <a:pt x="50472" y="7522"/>
                </a:cubicBezTo>
                <a:cubicBezTo>
                  <a:pt x="49116" y="12676"/>
                  <a:pt x="47420" y="17482"/>
                  <a:pt x="45385" y="21939"/>
                </a:cubicBezTo>
                <a:cubicBezTo>
                  <a:pt x="43349" y="26397"/>
                  <a:pt x="41178" y="30158"/>
                  <a:pt x="38872" y="33223"/>
                </a:cubicBezTo>
                <a:cubicBezTo>
                  <a:pt x="36565" y="36287"/>
                  <a:pt x="34462" y="38864"/>
                  <a:pt x="32563" y="40954"/>
                </a:cubicBezTo>
                <a:cubicBezTo>
                  <a:pt x="30663" y="43043"/>
                  <a:pt x="28628" y="44993"/>
                  <a:pt x="26457" y="46804"/>
                </a:cubicBezTo>
                <a:cubicBezTo>
                  <a:pt x="24286" y="48615"/>
                  <a:pt x="22930" y="49799"/>
                  <a:pt x="22387" y="50356"/>
                </a:cubicBezTo>
                <a:lnTo>
                  <a:pt x="177875" y="50356"/>
                </a:lnTo>
                <a:cubicBezTo>
                  <a:pt x="179910" y="51610"/>
                  <a:pt x="180928" y="53003"/>
                  <a:pt x="180928" y="54535"/>
                </a:cubicBezTo>
                <a:lnTo>
                  <a:pt x="180928" y="522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15EB40-3154-403F-A7D2-F938AE96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268" y="3287142"/>
            <a:ext cx="180928" cy="109071"/>
          </a:xfrm>
          <a:custGeom xmlns:a="http://schemas.openxmlformats.org/drawingml/2006/main">
            <a:pathLst>
              <a:path w="180928" h="109071" fill="none">
                <a:moveTo>
                  <a:pt x="180928" y="52237"/>
                </a:moveTo>
                <a:cubicBezTo>
                  <a:pt x="180928" y="52237"/>
                  <a:pt x="180928" y="53003"/>
                  <a:pt x="180928" y="54535"/>
                </a:cubicBezTo>
                <a:cubicBezTo>
                  <a:pt x="180928" y="56068"/>
                  <a:pt x="179910" y="57461"/>
                  <a:pt x="177875" y="58714"/>
                </a:cubicBezTo>
                <a:lnTo>
                  <a:pt x="22387" y="58714"/>
                </a:lnTo>
                <a:cubicBezTo>
                  <a:pt x="22658" y="58993"/>
                  <a:pt x="23812" y="59968"/>
                  <a:pt x="25847" y="61639"/>
                </a:cubicBezTo>
                <a:cubicBezTo>
                  <a:pt x="27882" y="63311"/>
                  <a:pt x="29849" y="65192"/>
                  <a:pt x="31749" y="67281"/>
                </a:cubicBezTo>
                <a:cubicBezTo>
                  <a:pt x="33648" y="69371"/>
                  <a:pt x="35887" y="71948"/>
                  <a:pt x="38465" y="75012"/>
                </a:cubicBezTo>
                <a:cubicBezTo>
                  <a:pt x="41043" y="78077"/>
                  <a:pt x="43281" y="81977"/>
                  <a:pt x="45181" y="86713"/>
                </a:cubicBezTo>
                <a:cubicBezTo>
                  <a:pt x="47081" y="91449"/>
                  <a:pt x="48844" y="96394"/>
                  <a:pt x="50472" y="101548"/>
                </a:cubicBezTo>
                <a:cubicBezTo>
                  <a:pt x="51151" y="104056"/>
                  <a:pt x="51490" y="105797"/>
                  <a:pt x="51490" y="106772"/>
                </a:cubicBezTo>
                <a:cubicBezTo>
                  <a:pt x="51490" y="108304"/>
                  <a:pt x="50133" y="109071"/>
                  <a:pt x="47420" y="109071"/>
                </a:cubicBezTo>
                <a:cubicBezTo>
                  <a:pt x="46470" y="109071"/>
                  <a:pt x="45792" y="109071"/>
                  <a:pt x="45385" y="109071"/>
                </a:cubicBezTo>
                <a:cubicBezTo>
                  <a:pt x="44977" y="109071"/>
                  <a:pt x="44570" y="108792"/>
                  <a:pt x="44163" y="108235"/>
                </a:cubicBezTo>
                <a:cubicBezTo>
                  <a:pt x="43756" y="107678"/>
                  <a:pt x="43417" y="107051"/>
                  <a:pt x="43146" y="106354"/>
                </a:cubicBezTo>
                <a:cubicBezTo>
                  <a:pt x="42874" y="105658"/>
                  <a:pt x="42603" y="104334"/>
                  <a:pt x="42332" y="102384"/>
                </a:cubicBezTo>
                <a:cubicBezTo>
                  <a:pt x="39890" y="92215"/>
                  <a:pt x="35276" y="83161"/>
                  <a:pt x="28493" y="75221"/>
                </a:cubicBezTo>
                <a:cubicBezTo>
                  <a:pt x="21709" y="67281"/>
                  <a:pt x="13432" y="61361"/>
                  <a:pt x="3663" y="57461"/>
                </a:cubicBezTo>
                <a:cubicBezTo>
                  <a:pt x="1628" y="56625"/>
                  <a:pt x="407" y="55859"/>
                  <a:pt x="0" y="55162"/>
                </a:cubicBezTo>
                <a:cubicBezTo>
                  <a:pt x="0" y="54187"/>
                  <a:pt x="271" y="53491"/>
                  <a:pt x="814" y="53073"/>
                </a:cubicBezTo>
                <a:cubicBezTo>
                  <a:pt x="1357" y="52655"/>
                  <a:pt x="2307" y="52167"/>
                  <a:pt x="3663" y="51610"/>
                </a:cubicBezTo>
                <a:cubicBezTo>
                  <a:pt x="10176" y="48963"/>
                  <a:pt x="15942" y="45481"/>
                  <a:pt x="20962" y="41163"/>
                </a:cubicBezTo>
                <a:cubicBezTo>
                  <a:pt x="25982" y="36844"/>
                  <a:pt x="29849" y="32596"/>
                  <a:pt x="32563" y="28417"/>
                </a:cubicBezTo>
                <a:cubicBezTo>
                  <a:pt x="35276" y="24238"/>
                  <a:pt x="37447" y="20129"/>
                  <a:pt x="39075" y="16089"/>
                </a:cubicBezTo>
                <a:cubicBezTo>
                  <a:pt x="40704" y="12049"/>
                  <a:pt x="41857" y="8845"/>
                  <a:pt x="42535" y="6477"/>
                </a:cubicBezTo>
                <a:lnTo>
                  <a:pt x="43146" y="2925"/>
                </a:lnTo>
                <a:cubicBezTo>
                  <a:pt x="43417" y="2089"/>
                  <a:pt x="43621" y="1532"/>
                  <a:pt x="43756" y="1254"/>
                </a:cubicBezTo>
                <a:cubicBezTo>
                  <a:pt x="43892" y="975"/>
                  <a:pt x="44231" y="696"/>
                  <a:pt x="44774" y="418"/>
                </a:cubicBezTo>
                <a:cubicBezTo>
                  <a:pt x="45317" y="139"/>
                  <a:pt x="46199" y="0"/>
                  <a:pt x="47420" y="0"/>
                </a:cubicBezTo>
                <a:cubicBezTo>
                  <a:pt x="50133" y="0"/>
                  <a:pt x="51490" y="766"/>
                  <a:pt x="51490" y="2298"/>
                </a:cubicBezTo>
                <a:cubicBezTo>
                  <a:pt x="51490" y="3274"/>
                  <a:pt x="51151" y="5015"/>
                  <a:pt x="50472" y="7522"/>
                </a:cubicBezTo>
                <a:cubicBezTo>
                  <a:pt x="49116" y="12676"/>
                  <a:pt x="47420" y="17482"/>
                  <a:pt x="45385" y="21939"/>
                </a:cubicBezTo>
                <a:cubicBezTo>
                  <a:pt x="43349" y="26397"/>
                  <a:pt x="41178" y="30158"/>
                  <a:pt x="38872" y="33223"/>
                </a:cubicBezTo>
                <a:cubicBezTo>
                  <a:pt x="36565" y="36287"/>
                  <a:pt x="34462" y="38864"/>
                  <a:pt x="32563" y="40954"/>
                </a:cubicBezTo>
                <a:cubicBezTo>
                  <a:pt x="30663" y="43043"/>
                  <a:pt x="28628" y="44993"/>
                  <a:pt x="26457" y="46804"/>
                </a:cubicBezTo>
                <a:cubicBezTo>
                  <a:pt x="24286" y="48615"/>
                  <a:pt x="22930" y="49799"/>
                  <a:pt x="22387" y="50356"/>
                </a:cubicBezTo>
                <a:lnTo>
                  <a:pt x="177875" y="50356"/>
                </a:lnTo>
                <a:cubicBezTo>
                  <a:pt x="179910" y="51610"/>
                  <a:pt x="180928" y="53003"/>
                  <a:pt x="180928" y="54535"/>
                </a:cubicBezTo>
                <a:lnTo>
                  <a:pt x="180928" y="522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F8C4F9-D572-41ED-B7A1-6E6C9670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693" y="3246606"/>
            <a:ext cx="120686" cy="151905"/>
          </a:xfrm>
          <a:custGeom xmlns:a="http://schemas.openxmlformats.org/drawingml/2006/main">
            <a:pathLst>
              <a:path w="120686" h="151905">
                <a:moveTo>
                  <a:pt x="52101" y="142293"/>
                </a:moveTo>
                <a:cubicBezTo>
                  <a:pt x="60106" y="142293"/>
                  <a:pt x="67432" y="138671"/>
                  <a:pt x="74081" y="131428"/>
                </a:cubicBezTo>
                <a:cubicBezTo>
                  <a:pt x="80729" y="124184"/>
                  <a:pt x="84121" y="115757"/>
                  <a:pt x="84256" y="106145"/>
                </a:cubicBezTo>
                <a:cubicBezTo>
                  <a:pt x="84256" y="97369"/>
                  <a:pt x="80729" y="91310"/>
                  <a:pt x="73674" y="87967"/>
                </a:cubicBezTo>
                <a:cubicBezTo>
                  <a:pt x="59292" y="84206"/>
                  <a:pt x="50065" y="81629"/>
                  <a:pt x="45995" y="80236"/>
                </a:cubicBezTo>
                <a:cubicBezTo>
                  <a:pt x="41925" y="78843"/>
                  <a:pt x="39075" y="77450"/>
                  <a:pt x="37447" y="76057"/>
                </a:cubicBezTo>
                <a:cubicBezTo>
                  <a:pt x="29307" y="70206"/>
                  <a:pt x="25236" y="61779"/>
                  <a:pt x="25236" y="50774"/>
                </a:cubicBezTo>
                <a:cubicBezTo>
                  <a:pt x="25236" y="42277"/>
                  <a:pt x="27407" y="34546"/>
                  <a:pt x="31749" y="27581"/>
                </a:cubicBezTo>
                <a:cubicBezTo>
                  <a:pt x="36091" y="20616"/>
                  <a:pt x="40500" y="15392"/>
                  <a:pt x="44977" y="11910"/>
                </a:cubicBezTo>
                <a:cubicBezTo>
                  <a:pt x="48912" y="8428"/>
                  <a:pt x="53661" y="5642"/>
                  <a:pt x="59224" y="3552"/>
                </a:cubicBezTo>
                <a:cubicBezTo>
                  <a:pt x="64787" y="1463"/>
                  <a:pt x="69128" y="348"/>
                  <a:pt x="72249" y="209"/>
                </a:cubicBezTo>
                <a:lnTo>
                  <a:pt x="74488" y="209"/>
                </a:lnTo>
                <a:lnTo>
                  <a:pt x="75912" y="209"/>
                </a:lnTo>
                <a:cubicBezTo>
                  <a:pt x="88937" y="209"/>
                  <a:pt x="98367" y="4666"/>
                  <a:pt x="104201" y="13582"/>
                </a:cubicBezTo>
                <a:cubicBezTo>
                  <a:pt x="104337" y="13582"/>
                  <a:pt x="105219" y="12676"/>
                  <a:pt x="106847" y="10865"/>
                </a:cubicBezTo>
                <a:cubicBezTo>
                  <a:pt x="108475" y="9054"/>
                  <a:pt x="110239" y="7035"/>
                  <a:pt x="112138" y="4806"/>
                </a:cubicBezTo>
                <a:cubicBezTo>
                  <a:pt x="114038" y="2577"/>
                  <a:pt x="115395" y="1045"/>
                  <a:pt x="116209" y="209"/>
                </a:cubicBezTo>
                <a:cubicBezTo>
                  <a:pt x="116344" y="209"/>
                  <a:pt x="116616" y="209"/>
                  <a:pt x="117023" y="209"/>
                </a:cubicBezTo>
                <a:cubicBezTo>
                  <a:pt x="117430" y="209"/>
                  <a:pt x="117769" y="139"/>
                  <a:pt x="118040" y="0"/>
                </a:cubicBezTo>
                <a:cubicBezTo>
                  <a:pt x="119804" y="0"/>
                  <a:pt x="120686" y="488"/>
                  <a:pt x="120686" y="1463"/>
                </a:cubicBezTo>
                <a:cubicBezTo>
                  <a:pt x="120686" y="2438"/>
                  <a:pt x="118787" y="10865"/>
                  <a:pt x="114988" y="26745"/>
                </a:cubicBezTo>
                <a:cubicBezTo>
                  <a:pt x="111189" y="42625"/>
                  <a:pt x="109018" y="50844"/>
                  <a:pt x="108475" y="51401"/>
                </a:cubicBezTo>
                <a:cubicBezTo>
                  <a:pt x="107932" y="51958"/>
                  <a:pt x="106847" y="52167"/>
                  <a:pt x="105219" y="52028"/>
                </a:cubicBezTo>
                <a:cubicBezTo>
                  <a:pt x="102505" y="52028"/>
                  <a:pt x="101148" y="51401"/>
                  <a:pt x="101148" y="50147"/>
                </a:cubicBezTo>
                <a:cubicBezTo>
                  <a:pt x="101148" y="49312"/>
                  <a:pt x="101216" y="48615"/>
                  <a:pt x="101352" y="48058"/>
                </a:cubicBezTo>
                <a:cubicBezTo>
                  <a:pt x="101352" y="47640"/>
                  <a:pt x="101420" y="46317"/>
                  <a:pt x="101555" y="44088"/>
                </a:cubicBezTo>
                <a:cubicBezTo>
                  <a:pt x="101691" y="41859"/>
                  <a:pt x="101827" y="40048"/>
                  <a:pt x="101963" y="38655"/>
                </a:cubicBezTo>
                <a:cubicBezTo>
                  <a:pt x="101963" y="33919"/>
                  <a:pt x="101352" y="29810"/>
                  <a:pt x="100131" y="26327"/>
                </a:cubicBezTo>
                <a:cubicBezTo>
                  <a:pt x="98910" y="22845"/>
                  <a:pt x="97689" y="20268"/>
                  <a:pt x="96468" y="18596"/>
                </a:cubicBezTo>
                <a:cubicBezTo>
                  <a:pt x="95246" y="16925"/>
                  <a:pt x="93550" y="15184"/>
                  <a:pt x="91380" y="13373"/>
                </a:cubicBezTo>
                <a:cubicBezTo>
                  <a:pt x="86495" y="10447"/>
                  <a:pt x="80932" y="8985"/>
                  <a:pt x="74691" y="8985"/>
                </a:cubicBezTo>
                <a:cubicBezTo>
                  <a:pt x="66957" y="8985"/>
                  <a:pt x="59766" y="12189"/>
                  <a:pt x="53118" y="18596"/>
                </a:cubicBezTo>
                <a:cubicBezTo>
                  <a:pt x="46470" y="25004"/>
                  <a:pt x="43078" y="32387"/>
                  <a:pt x="42942" y="40745"/>
                </a:cubicBezTo>
                <a:cubicBezTo>
                  <a:pt x="42942" y="44924"/>
                  <a:pt x="43960" y="48545"/>
                  <a:pt x="45995" y="51610"/>
                </a:cubicBezTo>
                <a:cubicBezTo>
                  <a:pt x="48030" y="54675"/>
                  <a:pt x="50812" y="56834"/>
                  <a:pt x="54339" y="58087"/>
                </a:cubicBezTo>
                <a:cubicBezTo>
                  <a:pt x="54882" y="58366"/>
                  <a:pt x="59631" y="59689"/>
                  <a:pt x="68586" y="62057"/>
                </a:cubicBezTo>
                <a:cubicBezTo>
                  <a:pt x="77540" y="64425"/>
                  <a:pt x="82086" y="65679"/>
                  <a:pt x="82221" y="65818"/>
                </a:cubicBezTo>
                <a:cubicBezTo>
                  <a:pt x="86834" y="67351"/>
                  <a:pt x="91312" y="70694"/>
                  <a:pt x="95653" y="75848"/>
                </a:cubicBezTo>
                <a:cubicBezTo>
                  <a:pt x="99995" y="81002"/>
                  <a:pt x="102166" y="87967"/>
                  <a:pt x="102166" y="96743"/>
                </a:cubicBezTo>
                <a:cubicBezTo>
                  <a:pt x="102166" y="100364"/>
                  <a:pt x="101623" y="104265"/>
                  <a:pt x="100538" y="108444"/>
                </a:cubicBezTo>
                <a:cubicBezTo>
                  <a:pt x="99860" y="111508"/>
                  <a:pt x="98638" y="114921"/>
                  <a:pt x="96875" y="118682"/>
                </a:cubicBezTo>
                <a:cubicBezTo>
                  <a:pt x="95111" y="122443"/>
                  <a:pt x="92669" y="126552"/>
                  <a:pt x="89548" y="131010"/>
                </a:cubicBezTo>
                <a:cubicBezTo>
                  <a:pt x="86427" y="135468"/>
                  <a:pt x="81950" y="139646"/>
                  <a:pt x="76116" y="143547"/>
                </a:cubicBezTo>
                <a:cubicBezTo>
                  <a:pt x="70282" y="147447"/>
                  <a:pt x="63905" y="150094"/>
                  <a:pt x="56985" y="151487"/>
                </a:cubicBezTo>
                <a:cubicBezTo>
                  <a:pt x="55357" y="151765"/>
                  <a:pt x="53050" y="151905"/>
                  <a:pt x="50065" y="151905"/>
                </a:cubicBezTo>
                <a:cubicBezTo>
                  <a:pt x="36633" y="151905"/>
                  <a:pt x="26186" y="148074"/>
                  <a:pt x="18724" y="140413"/>
                </a:cubicBezTo>
                <a:lnTo>
                  <a:pt x="16688" y="138114"/>
                </a:lnTo>
                <a:lnTo>
                  <a:pt x="10990" y="144592"/>
                </a:lnTo>
                <a:cubicBezTo>
                  <a:pt x="7869" y="148353"/>
                  <a:pt x="5970" y="150512"/>
                  <a:pt x="5291" y="151069"/>
                </a:cubicBezTo>
                <a:cubicBezTo>
                  <a:pt x="4613" y="151626"/>
                  <a:pt x="3731" y="151905"/>
                  <a:pt x="2646" y="151905"/>
                </a:cubicBezTo>
                <a:cubicBezTo>
                  <a:pt x="882" y="151905"/>
                  <a:pt x="0" y="151348"/>
                  <a:pt x="0" y="150233"/>
                </a:cubicBezTo>
                <a:cubicBezTo>
                  <a:pt x="0" y="149815"/>
                  <a:pt x="3935" y="133448"/>
                  <a:pt x="11804" y="101131"/>
                </a:cubicBezTo>
                <a:cubicBezTo>
                  <a:pt x="12075" y="100295"/>
                  <a:pt x="13432" y="99877"/>
                  <a:pt x="15874" y="99877"/>
                </a:cubicBezTo>
                <a:lnTo>
                  <a:pt x="18520" y="99877"/>
                </a:lnTo>
                <a:cubicBezTo>
                  <a:pt x="19334" y="100713"/>
                  <a:pt x="19741" y="101479"/>
                  <a:pt x="19741" y="102175"/>
                </a:cubicBezTo>
                <a:cubicBezTo>
                  <a:pt x="19741" y="102454"/>
                  <a:pt x="19673" y="103081"/>
                  <a:pt x="19538" y="104056"/>
                </a:cubicBezTo>
                <a:cubicBezTo>
                  <a:pt x="19402" y="105031"/>
                  <a:pt x="19131" y="106493"/>
                  <a:pt x="18724" y="108444"/>
                </a:cubicBezTo>
                <a:cubicBezTo>
                  <a:pt x="18317" y="110394"/>
                  <a:pt x="18181" y="112692"/>
                  <a:pt x="18317" y="115339"/>
                </a:cubicBezTo>
                <a:cubicBezTo>
                  <a:pt x="18588" y="120772"/>
                  <a:pt x="19809" y="125368"/>
                  <a:pt x="21980" y="129129"/>
                </a:cubicBezTo>
                <a:cubicBezTo>
                  <a:pt x="24151" y="132891"/>
                  <a:pt x="27068" y="135676"/>
                  <a:pt x="30731" y="137487"/>
                </a:cubicBezTo>
                <a:cubicBezTo>
                  <a:pt x="34395" y="139298"/>
                  <a:pt x="37922" y="140552"/>
                  <a:pt x="41314" y="141248"/>
                </a:cubicBezTo>
                <a:cubicBezTo>
                  <a:pt x="44706" y="141945"/>
                  <a:pt x="48302" y="142293"/>
                  <a:pt x="52101" y="1422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440043-7199-4381-95F5-649291ED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693" y="3246606"/>
            <a:ext cx="120686" cy="151905"/>
          </a:xfrm>
          <a:custGeom xmlns:a="http://schemas.openxmlformats.org/drawingml/2006/main">
            <a:pathLst>
              <a:path w="120686" h="151905" fill="none">
                <a:moveTo>
                  <a:pt x="52101" y="142293"/>
                </a:moveTo>
                <a:cubicBezTo>
                  <a:pt x="60106" y="142293"/>
                  <a:pt x="67432" y="138671"/>
                  <a:pt x="74081" y="131428"/>
                </a:cubicBezTo>
                <a:cubicBezTo>
                  <a:pt x="80729" y="124184"/>
                  <a:pt x="84121" y="115757"/>
                  <a:pt x="84256" y="106145"/>
                </a:cubicBezTo>
                <a:cubicBezTo>
                  <a:pt x="84256" y="97369"/>
                  <a:pt x="80729" y="91310"/>
                  <a:pt x="73674" y="87967"/>
                </a:cubicBezTo>
                <a:cubicBezTo>
                  <a:pt x="59292" y="84206"/>
                  <a:pt x="50065" y="81629"/>
                  <a:pt x="45995" y="80236"/>
                </a:cubicBezTo>
                <a:cubicBezTo>
                  <a:pt x="41925" y="78843"/>
                  <a:pt x="39075" y="77450"/>
                  <a:pt x="37447" y="76057"/>
                </a:cubicBezTo>
                <a:cubicBezTo>
                  <a:pt x="29307" y="70206"/>
                  <a:pt x="25236" y="61779"/>
                  <a:pt x="25236" y="50774"/>
                </a:cubicBezTo>
                <a:cubicBezTo>
                  <a:pt x="25236" y="42277"/>
                  <a:pt x="27407" y="34546"/>
                  <a:pt x="31749" y="27581"/>
                </a:cubicBezTo>
                <a:cubicBezTo>
                  <a:pt x="36091" y="20616"/>
                  <a:pt x="40500" y="15392"/>
                  <a:pt x="44977" y="11910"/>
                </a:cubicBezTo>
                <a:cubicBezTo>
                  <a:pt x="48912" y="8428"/>
                  <a:pt x="53661" y="5642"/>
                  <a:pt x="59224" y="3552"/>
                </a:cubicBezTo>
                <a:cubicBezTo>
                  <a:pt x="64787" y="1463"/>
                  <a:pt x="69128" y="348"/>
                  <a:pt x="72249" y="209"/>
                </a:cubicBezTo>
                <a:lnTo>
                  <a:pt x="74488" y="209"/>
                </a:lnTo>
                <a:lnTo>
                  <a:pt x="75912" y="209"/>
                </a:lnTo>
                <a:cubicBezTo>
                  <a:pt x="88937" y="209"/>
                  <a:pt x="98367" y="4666"/>
                  <a:pt x="104201" y="13582"/>
                </a:cubicBezTo>
                <a:cubicBezTo>
                  <a:pt x="104337" y="13582"/>
                  <a:pt x="105219" y="12676"/>
                  <a:pt x="106847" y="10865"/>
                </a:cubicBezTo>
                <a:cubicBezTo>
                  <a:pt x="108475" y="9054"/>
                  <a:pt x="110239" y="7035"/>
                  <a:pt x="112138" y="4806"/>
                </a:cubicBezTo>
                <a:cubicBezTo>
                  <a:pt x="114038" y="2577"/>
                  <a:pt x="115395" y="1045"/>
                  <a:pt x="116209" y="209"/>
                </a:cubicBezTo>
                <a:cubicBezTo>
                  <a:pt x="116344" y="209"/>
                  <a:pt x="116616" y="209"/>
                  <a:pt x="117023" y="209"/>
                </a:cubicBezTo>
                <a:cubicBezTo>
                  <a:pt x="117430" y="209"/>
                  <a:pt x="117769" y="139"/>
                  <a:pt x="118040" y="0"/>
                </a:cubicBezTo>
                <a:cubicBezTo>
                  <a:pt x="119804" y="0"/>
                  <a:pt x="120686" y="488"/>
                  <a:pt x="120686" y="1463"/>
                </a:cubicBezTo>
                <a:cubicBezTo>
                  <a:pt x="120686" y="2438"/>
                  <a:pt x="118787" y="10865"/>
                  <a:pt x="114988" y="26745"/>
                </a:cubicBezTo>
                <a:cubicBezTo>
                  <a:pt x="111189" y="42625"/>
                  <a:pt x="109018" y="50844"/>
                  <a:pt x="108475" y="51401"/>
                </a:cubicBezTo>
                <a:cubicBezTo>
                  <a:pt x="107932" y="51958"/>
                  <a:pt x="106847" y="52167"/>
                  <a:pt x="105219" y="52028"/>
                </a:cubicBezTo>
                <a:cubicBezTo>
                  <a:pt x="102505" y="52028"/>
                  <a:pt x="101148" y="51401"/>
                  <a:pt x="101148" y="50147"/>
                </a:cubicBezTo>
                <a:cubicBezTo>
                  <a:pt x="101148" y="49312"/>
                  <a:pt x="101216" y="48615"/>
                  <a:pt x="101352" y="48058"/>
                </a:cubicBezTo>
                <a:cubicBezTo>
                  <a:pt x="101352" y="47640"/>
                  <a:pt x="101420" y="46317"/>
                  <a:pt x="101555" y="44088"/>
                </a:cubicBezTo>
                <a:cubicBezTo>
                  <a:pt x="101691" y="41859"/>
                  <a:pt x="101827" y="40048"/>
                  <a:pt x="101963" y="38655"/>
                </a:cubicBezTo>
                <a:cubicBezTo>
                  <a:pt x="101963" y="33919"/>
                  <a:pt x="101352" y="29810"/>
                  <a:pt x="100131" y="26327"/>
                </a:cubicBezTo>
                <a:cubicBezTo>
                  <a:pt x="98910" y="22845"/>
                  <a:pt x="97689" y="20268"/>
                  <a:pt x="96468" y="18596"/>
                </a:cubicBezTo>
                <a:cubicBezTo>
                  <a:pt x="95246" y="16925"/>
                  <a:pt x="93550" y="15184"/>
                  <a:pt x="91380" y="13373"/>
                </a:cubicBezTo>
                <a:cubicBezTo>
                  <a:pt x="86495" y="10447"/>
                  <a:pt x="80932" y="8985"/>
                  <a:pt x="74691" y="8985"/>
                </a:cubicBezTo>
                <a:cubicBezTo>
                  <a:pt x="66957" y="8985"/>
                  <a:pt x="59766" y="12189"/>
                  <a:pt x="53118" y="18596"/>
                </a:cubicBezTo>
                <a:cubicBezTo>
                  <a:pt x="46470" y="25004"/>
                  <a:pt x="43078" y="32387"/>
                  <a:pt x="42942" y="40745"/>
                </a:cubicBezTo>
                <a:cubicBezTo>
                  <a:pt x="42942" y="44924"/>
                  <a:pt x="43960" y="48545"/>
                  <a:pt x="45995" y="51610"/>
                </a:cubicBezTo>
                <a:cubicBezTo>
                  <a:pt x="48030" y="54675"/>
                  <a:pt x="50812" y="56834"/>
                  <a:pt x="54339" y="58087"/>
                </a:cubicBezTo>
                <a:cubicBezTo>
                  <a:pt x="54882" y="58366"/>
                  <a:pt x="59631" y="59689"/>
                  <a:pt x="68586" y="62057"/>
                </a:cubicBezTo>
                <a:cubicBezTo>
                  <a:pt x="77540" y="64425"/>
                  <a:pt x="82086" y="65679"/>
                  <a:pt x="82221" y="65818"/>
                </a:cubicBezTo>
                <a:cubicBezTo>
                  <a:pt x="86834" y="67351"/>
                  <a:pt x="91312" y="70694"/>
                  <a:pt x="95653" y="75848"/>
                </a:cubicBezTo>
                <a:cubicBezTo>
                  <a:pt x="99995" y="81002"/>
                  <a:pt x="102166" y="87967"/>
                  <a:pt x="102166" y="96743"/>
                </a:cubicBezTo>
                <a:cubicBezTo>
                  <a:pt x="102166" y="100364"/>
                  <a:pt x="101623" y="104265"/>
                  <a:pt x="100538" y="108444"/>
                </a:cubicBezTo>
                <a:cubicBezTo>
                  <a:pt x="99860" y="111508"/>
                  <a:pt x="98638" y="114921"/>
                  <a:pt x="96875" y="118682"/>
                </a:cubicBezTo>
                <a:cubicBezTo>
                  <a:pt x="95111" y="122443"/>
                  <a:pt x="92669" y="126552"/>
                  <a:pt x="89548" y="131010"/>
                </a:cubicBezTo>
                <a:cubicBezTo>
                  <a:pt x="86427" y="135468"/>
                  <a:pt x="81950" y="139646"/>
                  <a:pt x="76116" y="143547"/>
                </a:cubicBezTo>
                <a:cubicBezTo>
                  <a:pt x="70282" y="147447"/>
                  <a:pt x="63905" y="150094"/>
                  <a:pt x="56985" y="151487"/>
                </a:cubicBezTo>
                <a:cubicBezTo>
                  <a:pt x="55357" y="151765"/>
                  <a:pt x="53050" y="151905"/>
                  <a:pt x="50065" y="151905"/>
                </a:cubicBezTo>
                <a:cubicBezTo>
                  <a:pt x="36633" y="151905"/>
                  <a:pt x="26186" y="148074"/>
                  <a:pt x="18724" y="140413"/>
                </a:cubicBezTo>
                <a:lnTo>
                  <a:pt x="16688" y="138114"/>
                </a:lnTo>
                <a:lnTo>
                  <a:pt x="10990" y="144592"/>
                </a:lnTo>
                <a:cubicBezTo>
                  <a:pt x="7869" y="148353"/>
                  <a:pt x="5970" y="150512"/>
                  <a:pt x="5291" y="151069"/>
                </a:cubicBezTo>
                <a:cubicBezTo>
                  <a:pt x="4613" y="151626"/>
                  <a:pt x="3731" y="151905"/>
                  <a:pt x="2646" y="151905"/>
                </a:cubicBezTo>
                <a:cubicBezTo>
                  <a:pt x="882" y="151905"/>
                  <a:pt x="0" y="151348"/>
                  <a:pt x="0" y="150233"/>
                </a:cubicBezTo>
                <a:cubicBezTo>
                  <a:pt x="0" y="149815"/>
                  <a:pt x="3935" y="133448"/>
                  <a:pt x="11804" y="101131"/>
                </a:cubicBezTo>
                <a:cubicBezTo>
                  <a:pt x="12075" y="100295"/>
                  <a:pt x="13432" y="99877"/>
                  <a:pt x="15874" y="99877"/>
                </a:cubicBezTo>
                <a:lnTo>
                  <a:pt x="18520" y="99877"/>
                </a:lnTo>
                <a:cubicBezTo>
                  <a:pt x="19334" y="100713"/>
                  <a:pt x="19741" y="101479"/>
                  <a:pt x="19741" y="102175"/>
                </a:cubicBezTo>
                <a:cubicBezTo>
                  <a:pt x="19741" y="102454"/>
                  <a:pt x="19673" y="103081"/>
                  <a:pt x="19538" y="104056"/>
                </a:cubicBezTo>
                <a:cubicBezTo>
                  <a:pt x="19402" y="105031"/>
                  <a:pt x="19131" y="106493"/>
                  <a:pt x="18724" y="108444"/>
                </a:cubicBezTo>
                <a:cubicBezTo>
                  <a:pt x="18317" y="110394"/>
                  <a:pt x="18181" y="112692"/>
                  <a:pt x="18317" y="115339"/>
                </a:cubicBezTo>
                <a:cubicBezTo>
                  <a:pt x="18588" y="120772"/>
                  <a:pt x="19809" y="125368"/>
                  <a:pt x="21980" y="129129"/>
                </a:cubicBezTo>
                <a:cubicBezTo>
                  <a:pt x="24151" y="132891"/>
                  <a:pt x="27068" y="135676"/>
                  <a:pt x="30731" y="137487"/>
                </a:cubicBezTo>
                <a:cubicBezTo>
                  <a:pt x="34395" y="139298"/>
                  <a:pt x="37922" y="140552"/>
                  <a:pt x="41314" y="141248"/>
                </a:cubicBezTo>
                <a:cubicBezTo>
                  <a:pt x="44706" y="141945"/>
                  <a:pt x="48302" y="142293"/>
                  <a:pt x="52101" y="1422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A7371F-B46F-44C9-806F-FCE1E000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299" y="3301559"/>
            <a:ext cx="80525" cy="94932"/>
          </a:xfrm>
          <a:custGeom xmlns:a="http://schemas.openxmlformats.org/drawingml/2006/main">
            <a:pathLst>
              <a:path w="80525" h="94932">
                <a:moveTo>
                  <a:pt x="0" y="59132"/>
                </a:moveTo>
                <a:cubicBezTo>
                  <a:pt x="0" y="43949"/>
                  <a:pt x="5834" y="30297"/>
                  <a:pt x="17503" y="18178"/>
                </a:cubicBezTo>
                <a:cubicBezTo>
                  <a:pt x="29171" y="6059"/>
                  <a:pt x="41789" y="0"/>
                  <a:pt x="55357" y="0"/>
                </a:cubicBezTo>
                <a:cubicBezTo>
                  <a:pt x="62955" y="0"/>
                  <a:pt x="68925" y="1672"/>
                  <a:pt x="73266" y="5015"/>
                </a:cubicBezTo>
                <a:cubicBezTo>
                  <a:pt x="77608" y="8358"/>
                  <a:pt x="79847" y="12746"/>
                  <a:pt x="79983" y="18178"/>
                </a:cubicBezTo>
                <a:cubicBezTo>
                  <a:pt x="79983" y="22218"/>
                  <a:pt x="78694" y="25631"/>
                  <a:pt x="76116" y="28417"/>
                </a:cubicBezTo>
                <a:cubicBezTo>
                  <a:pt x="73538" y="31203"/>
                  <a:pt x="70282" y="32665"/>
                  <a:pt x="66347" y="32805"/>
                </a:cubicBezTo>
                <a:cubicBezTo>
                  <a:pt x="63769" y="32805"/>
                  <a:pt x="61734" y="32108"/>
                  <a:pt x="60241" y="30715"/>
                </a:cubicBezTo>
                <a:cubicBezTo>
                  <a:pt x="58749" y="29322"/>
                  <a:pt x="58003" y="27233"/>
                  <a:pt x="58003" y="24447"/>
                </a:cubicBezTo>
                <a:cubicBezTo>
                  <a:pt x="58003" y="21661"/>
                  <a:pt x="58749" y="19293"/>
                  <a:pt x="60241" y="17343"/>
                </a:cubicBezTo>
                <a:cubicBezTo>
                  <a:pt x="61734" y="15392"/>
                  <a:pt x="63226" y="13930"/>
                  <a:pt x="64719" y="12955"/>
                </a:cubicBezTo>
                <a:cubicBezTo>
                  <a:pt x="66211" y="11980"/>
                  <a:pt x="67161" y="11562"/>
                  <a:pt x="67568" y="11701"/>
                </a:cubicBezTo>
                <a:lnTo>
                  <a:pt x="67771" y="11701"/>
                </a:lnTo>
                <a:cubicBezTo>
                  <a:pt x="67771" y="11422"/>
                  <a:pt x="67364" y="11005"/>
                  <a:pt x="66550" y="10447"/>
                </a:cubicBezTo>
                <a:cubicBezTo>
                  <a:pt x="65736" y="9890"/>
                  <a:pt x="64312" y="9333"/>
                  <a:pt x="62277" y="8776"/>
                </a:cubicBezTo>
                <a:cubicBezTo>
                  <a:pt x="60241" y="8219"/>
                  <a:pt x="57935" y="7940"/>
                  <a:pt x="55357" y="7940"/>
                </a:cubicBezTo>
                <a:cubicBezTo>
                  <a:pt x="51287" y="7940"/>
                  <a:pt x="47420" y="8915"/>
                  <a:pt x="43756" y="10865"/>
                </a:cubicBezTo>
                <a:cubicBezTo>
                  <a:pt x="40907" y="12119"/>
                  <a:pt x="37990" y="14278"/>
                  <a:pt x="35005" y="17343"/>
                </a:cubicBezTo>
                <a:cubicBezTo>
                  <a:pt x="29035" y="23472"/>
                  <a:pt x="24694" y="32108"/>
                  <a:pt x="21980" y="43252"/>
                </a:cubicBezTo>
                <a:cubicBezTo>
                  <a:pt x="19266" y="54396"/>
                  <a:pt x="17842" y="62475"/>
                  <a:pt x="17706" y="67490"/>
                </a:cubicBezTo>
                <a:cubicBezTo>
                  <a:pt x="17706" y="73898"/>
                  <a:pt x="19470" y="78703"/>
                  <a:pt x="22998" y="81907"/>
                </a:cubicBezTo>
                <a:cubicBezTo>
                  <a:pt x="25982" y="85251"/>
                  <a:pt x="29917" y="86922"/>
                  <a:pt x="34802" y="86922"/>
                </a:cubicBezTo>
                <a:lnTo>
                  <a:pt x="35616" y="86922"/>
                </a:lnTo>
                <a:cubicBezTo>
                  <a:pt x="50812" y="86922"/>
                  <a:pt x="63362" y="81002"/>
                  <a:pt x="73266" y="69162"/>
                </a:cubicBezTo>
                <a:cubicBezTo>
                  <a:pt x="74488" y="67769"/>
                  <a:pt x="75302" y="67072"/>
                  <a:pt x="75709" y="67072"/>
                </a:cubicBezTo>
                <a:cubicBezTo>
                  <a:pt x="76251" y="67072"/>
                  <a:pt x="77133" y="67699"/>
                  <a:pt x="78354" y="68953"/>
                </a:cubicBezTo>
                <a:cubicBezTo>
                  <a:pt x="79576" y="70206"/>
                  <a:pt x="80254" y="71181"/>
                  <a:pt x="80390" y="71878"/>
                </a:cubicBezTo>
                <a:cubicBezTo>
                  <a:pt x="80525" y="72574"/>
                  <a:pt x="79915" y="73619"/>
                  <a:pt x="78558" y="75012"/>
                </a:cubicBezTo>
                <a:cubicBezTo>
                  <a:pt x="77201" y="76405"/>
                  <a:pt x="75234" y="78355"/>
                  <a:pt x="72656" y="80863"/>
                </a:cubicBezTo>
                <a:cubicBezTo>
                  <a:pt x="70078" y="83370"/>
                  <a:pt x="67025" y="85459"/>
                  <a:pt x="63498" y="87131"/>
                </a:cubicBezTo>
                <a:cubicBezTo>
                  <a:pt x="59970" y="88803"/>
                  <a:pt x="55628" y="90544"/>
                  <a:pt x="50472" y="92355"/>
                </a:cubicBezTo>
                <a:cubicBezTo>
                  <a:pt x="45317" y="94166"/>
                  <a:pt x="39890" y="94932"/>
                  <a:pt x="34191" y="94653"/>
                </a:cubicBezTo>
                <a:cubicBezTo>
                  <a:pt x="24015" y="94653"/>
                  <a:pt x="15807" y="91310"/>
                  <a:pt x="9565" y="84624"/>
                </a:cubicBezTo>
                <a:cubicBezTo>
                  <a:pt x="3324" y="77937"/>
                  <a:pt x="136" y="69440"/>
                  <a:pt x="0" y="591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D31242-286E-4F83-AF2A-93EA694A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299" y="3301559"/>
            <a:ext cx="80525" cy="94932"/>
          </a:xfrm>
          <a:custGeom xmlns:a="http://schemas.openxmlformats.org/drawingml/2006/main">
            <a:pathLst>
              <a:path w="80525" h="94932" fill="none">
                <a:moveTo>
                  <a:pt x="0" y="59132"/>
                </a:moveTo>
                <a:cubicBezTo>
                  <a:pt x="0" y="43949"/>
                  <a:pt x="5834" y="30297"/>
                  <a:pt x="17503" y="18178"/>
                </a:cubicBezTo>
                <a:cubicBezTo>
                  <a:pt x="29171" y="6059"/>
                  <a:pt x="41789" y="0"/>
                  <a:pt x="55357" y="0"/>
                </a:cubicBezTo>
                <a:cubicBezTo>
                  <a:pt x="62955" y="0"/>
                  <a:pt x="68925" y="1672"/>
                  <a:pt x="73266" y="5015"/>
                </a:cubicBezTo>
                <a:cubicBezTo>
                  <a:pt x="77608" y="8358"/>
                  <a:pt x="79847" y="12746"/>
                  <a:pt x="79983" y="18178"/>
                </a:cubicBezTo>
                <a:cubicBezTo>
                  <a:pt x="79983" y="22218"/>
                  <a:pt x="78694" y="25631"/>
                  <a:pt x="76116" y="28417"/>
                </a:cubicBezTo>
                <a:cubicBezTo>
                  <a:pt x="73538" y="31203"/>
                  <a:pt x="70282" y="32665"/>
                  <a:pt x="66347" y="32805"/>
                </a:cubicBezTo>
                <a:cubicBezTo>
                  <a:pt x="63769" y="32805"/>
                  <a:pt x="61734" y="32108"/>
                  <a:pt x="60241" y="30715"/>
                </a:cubicBezTo>
                <a:cubicBezTo>
                  <a:pt x="58749" y="29322"/>
                  <a:pt x="58003" y="27233"/>
                  <a:pt x="58003" y="24447"/>
                </a:cubicBezTo>
                <a:cubicBezTo>
                  <a:pt x="58003" y="21661"/>
                  <a:pt x="58749" y="19293"/>
                  <a:pt x="60241" y="17343"/>
                </a:cubicBezTo>
                <a:cubicBezTo>
                  <a:pt x="61734" y="15392"/>
                  <a:pt x="63226" y="13930"/>
                  <a:pt x="64719" y="12955"/>
                </a:cubicBezTo>
                <a:cubicBezTo>
                  <a:pt x="66211" y="11980"/>
                  <a:pt x="67161" y="11562"/>
                  <a:pt x="67568" y="11701"/>
                </a:cubicBezTo>
                <a:lnTo>
                  <a:pt x="67771" y="11701"/>
                </a:lnTo>
                <a:cubicBezTo>
                  <a:pt x="67771" y="11422"/>
                  <a:pt x="67364" y="11005"/>
                  <a:pt x="66550" y="10447"/>
                </a:cubicBezTo>
                <a:cubicBezTo>
                  <a:pt x="65736" y="9890"/>
                  <a:pt x="64312" y="9333"/>
                  <a:pt x="62277" y="8776"/>
                </a:cubicBezTo>
                <a:cubicBezTo>
                  <a:pt x="60241" y="8219"/>
                  <a:pt x="57935" y="7940"/>
                  <a:pt x="55357" y="7940"/>
                </a:cubicBezTo>
                <a:cubicBezTo>
                  <a:pt x="51287" y="7940"/>
                  <a:pt x="47420" y="8915"/>
                  <a:pt x="43756" y="10865"/>
                </a:cubicBezTo>
                <a:cubicBezTo>
                  <a:pt x="40907" y="12119"/>
                  <a:pt x="37990" y="14278"/>
                  <a:pt x="35005" y="17343"/>
                </a:cubicBezTo>
                <a:cubicBezTo>
                  <a:pt x="29035" y="23472"/>
                  <a:pt x="24694" y="32108"/>
                  <a:pt x="21980" y="43252"/>
                </a:cubicBezTo>
                <a:cubicBezTo>
                  <a:pt x="19266" y="54396"/>
                  <a:pt x="17842" y="62475"/>
                  <a:pt x="17706" y="67490"/>
                </a:cubicBezTo>
                <a:cubicBezTo>
                  <a:pt x="17706" y="73898"/>
                  <a:pt x="19470" y="78703"/>
                  <a:pt x="22998" y="81907"/>
                </a:cubicBezTo>
                <a:cubicBezTo>
                  <a:pt x="25982" y="85251"/>
                  <a:pt x="29917" y="86922"/>
                  <a:pt x="34802" y="86922"/>
                </a:cubicBezTo>
                <a:lnTo>
                  <a:pt x="35616" y="86922"/>
                </a:lnTo>
                <a:cubicBezTo>
                  <a:pt x="50812" y="86922"/>
                  <a:pt x="63362" y="81002"/>
                  <a:pt x="73266" y="69162"/>
                </a:cubicBezTo>
                <a:cubicBezTo>
                  <a:pt x="74488" y="67769"/>
                  <a:pt x="75302" y="67072"/>
                  <a:pt x="75709" y="67072"/>
                </a:cubicBezTo>
                <a:cubicBezTo>
                  <a:pt x="76251" y="67072"/>
                  <a:pt x="77133" y="67699"/>
                  <a:pt x="78354" y="68953"/>
                </a:cubicBezTo>
                <a:cubicBezTo>
                  <a:pt x="79576" y="70206"/>
                  <a:pt x="80254" y="71181"/>
                  <a:pt x="80390" y="71878"/>
                </a:cubicBezTo>
                <a:cubicBezTo>
                  <a:pt x="80525" y="72574"/>
                  <a:pt x="79915" y="73619"/>
                  <a:pt x="78558" y="75012"/>
                </a:cubicBezTo>
                <a:cubicBezTo>
                  <a:pt x="77201" y="76405"/>
                  <a:pt x="75234" y="78355"/>
                  <a:pt x="72656" y="80863"/>
                </a:cubicBezTo>
                <a:cubicBezTo>
                  <a:pt x="70078" y="83370"/>
                  <a:pt x="67025" y="85459"/>
                  <a:pt x="63498" y="87131"/>
                </a:cubicBezTo>
                <a:cubicBezTo>
                  <a:pt x="59970" y="88803"/>
                  <a:pt x="55628" y="90544"/>
                  <a:pt x="50472" y="92355"/>
                </a:cubicBezTo>
                <a:cubicBezTo>
                  <a:pt x="45317" y="94166"/>
                  <a:pt x="39890" y="94932"/>
                  <a:pt x="34191" y="94653"/>
                </a:cubicBezTo>
                <a:cubicBezTo>
                  <a:pt x="24015" y="94653"/>
                  <a:pt x="15807" y="91310"/>
                  <a:pt x="9565" y="84624"/>
                </a:cubicBezTo>
                <a:cubicBezTo>
                  <a:pt x="3324" y="77937"/>
                  <a:pt x="136" y="69440"/>
                  <a:pt x="0" y="591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6DDB42-EDCE-47FA-A34E-145E37D4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218" y="3301768"/>
            <a:ext cx="96264" cy="94235"/>
          </a:xfrm>
          <a:custGeom xmlns:a="http://schemas.openxmlformats.org/drawingml/2006/main">
            <a:pathLst>
              <a:path w="96264" h="94235">
                <a:moveTo>
                  <a:pt x="0" y="59341"/>
                </a:moveTo>
                <a:cubicBezTo>
                  <a:pt x="0" y="45272"/>
                  <a:pt x="5156" y="31899"/>
                  <a:pt x="15467" y="19223"/>
                </a:cubicBezTo>
                <a:cubicBezTo>
                  <a:pt x="25779" y="6547"/>
                  <a:pt x="37379" y="139"/>
                  <a:pt x="50269" y="0"/>
                </a:cubicBezTo>
                <a:cubicBezTo>
                  <a:pt x="57189" y="0"/>
                  <a:pt x="63294" y="3413"/>
                  <a:pt x="68586" y="10238"/>
                </a:cubicBezTo>
                <a:cubicBezTo>
                  <a:pt x="70756" y="6059"/>
                  <a:pt x="73877" y="3970"/>
                  <a:pt x="77947" y="3970"/>
                </a:cubicBezTo>
                <a:cubicBezTo>
                  <a:pt x="79711" y="3970"/>
                  <a:pt x="81272" y="4527"/>
                  <a:pt x="82628" y="5642"/>
                </a:cubicBezTo>
                <a:cubicBezTo>
                  <a:pt x="83985" y="6756"/>
                  <a:pt x="84663" y="8149"/>
                  <a:pt x="84663" y="9821"/>
                </a:cubicBezTo>
                <a:cubicBezTo>
                  <a:pt x="84663" y="11631"/>
                  <a:pt x="82153" y="22775"/>
                  <a:pt x="77133" y="43252"/>
                </a:cubicBezTo>
                <a:cubicBezTo>
                  <a:pt x="72113" y="63729"/>
                  <a:pt x="69535" y="75291"/>
                  <a:pt x="69400" y="77937"/>
                </a:cubicBezTo>
                <a:cubicBezTo>
                  <a:pt x="69400" y="81420"/>
                  <a:pt x="69875" y="83718"/>
                  <a:pt x="70824" y="84833"/>
                </a:cubicBezTo>
                <a:cubicBezTo>
                  <a:pt x="71774" y="85947"/>
                  <a:pt x="73199" y="86574"/>
                  <a:pt x="75098" y="86713"/>
                </a:cubicBezTo>
                <a:cubicBezTo>
                  <a:pt x="76319" y="86574"/>
                  <a:pt x="77676" y="85947"/>
                  <a:pt x="79169" y="84833"/>
                </a:cubicBezTo>
                <a:cubicBezTo>
                  <a:pt x="82018" y="82047"/>
                  <a:pt x="84799" y="75360"/>
                  <a:pt x="87513" y="64774"/>
                </a:cubicBezTo>
                <a:cubicBezTo>
                  <a:pt x="88327" y="61988"/>
                  <a:pt x="89005" y="60525"/>
                  <a:pt x="89548" y="60386"/>
                </a:cubicBezTo>
                <a:cubicBezTo>
                  <a:pt x="89819" y="60246"/>
                  <a:pt x="90498" y="60177"/>
                  <a:pt x="91583" y="60177"/>
                </a:cubicBezTo>
                <a:lnTo>
                  <a:pt x="92397" y="60177"/>
                </a:lnTo>
                <a:cubicBezTo>
                  <a:pt x="94975" y="60177"/>
                  <a:pt x="96264" y="60804"/>
                  <a:pt x="96264" y="62057"/>
                </a:cubicBezTo>
                <a:cubicBezTo>
                  <a:pt x="96264" y="62893"/>
                  <a:pt x="95925" y="64774"/>
                  <a:pt x="95246" y="67699"/>
                </a:cubicBezTo>
                <a:cubicBezTo>
                  <a:pt x="94568" y="70624"/>
                  <a:pt x="93211" y="74385"/>
                  <a:pt x="91176" y="78982"/>
                </a:cubicBezTo>
                <a:cubicBezTo>
                  <a:pt x="89141" y="83579"/>
                  <a:pt x="86970" y="87061"/>
                  <a:pt x="84663" y="89429"/>
                </a:cubicBezTo>
                <a:cubicBezTo>
                  <a:pt x="82900" y="91240"/>
                  <a:pt x="80729" y="92703"/>
                  <a:pt x="78151" y="93817"/>
                </a:cubicBezTo>
                <a:cubicBezTo>
                  <a:pt x="77065" y="94096"/>
                  <a:pt x="75437" y="94235"/>
                  <a:pt x="73266" y="94235"/>
                </a:cubicBezTo>
                <a:cubicBezTo>
                  <a:pt x="68653" y="94235"/>
                  <a:pt x="64787" y="93191"/>
                  <a:pt x="61666" y="91101"/>
                </a:cubicBezTo>
                <a:cubicBezTo>
                  <a:pt x="58545" y="89012"/>
                  <a:pt x="56510" y="86852"/>
                  <a:pt x="55560" y="84624"/>
                </a:cubicBezTo>
                <a:lnTo>
                  <a:pt x="54339" y="81489"/>
                </a:lnTo>
                <a:cubicBezTo>
                  <a:pt x="54204" y="81350"/>
                  <a:pt x="53932" y="81420"/>
                  <a:pt x="53525" y="81698"/>
                </a:cubicBezTo>
                <a:cubicBezTo>
                  <a:pt x="53254" y="81977"/>
                  <a:pt x="52983" y="82256"/>
                  <a:pt x="52711" y="82534"/>
                </a:cubicBezTo>
                <a:cubicBezTo>
                  <a:pt x="44706" y="90335"/>
                  <a:pt x="36565" y="94235"/>
                  <a:pt x="28289" y="94235"/>
                </a:cubicBezTo>
                <a:cubicBezTo>
                  <a:pt x="20827" y="94235"/>
                  <a:pt x="14246" y="91449"/>
                  <a:pt x="8548" y="85877"/>
                </a:cubicBezTo>
                <a:cubicBezTo>
                  <a:pt x="2849" y="80305"/>
                  <a:pt x="0" y="71460"/>
                  <a:pt x="0" y="59341"/>
                </a:cubicBezTo>
                <a:close/>
                <a:moveTo>
                  <a:pt x="64719" y="23611"/>
                </a:moveTo>
                <a:cubicBezTo>
                  <a:pt x="64719" y="22775"/>
                  <a:pt x="64380" y="21243"/>
                  <a:pt x="63701" y="19014"/>
                </a:cubicBezTo>
                <a:cubicBezTo>
                  <a:pt x="63023" y="16785"/>
                  <a:pt x="61462" y="14348"/>
                  <a:pt x="59020" y="11701"/>
                </a:cubicBezTo>
                <a:cubicBezTo>
                  <a:pt x="56578" y="9054"/>
                  <a:pt x="53457" y="7661"/>
                  <a:pt x="49658" y="7522"/>
                </a:cubicBezTo>
                <a:cubicBezTo>
                  <a:pt x="44910" y="7522"/>
                  <a:pt x="40364" y="9681"/>
                  <a:pt x="36023" y="13999"/>
                </a:cubicBezTo>
                <a:cubicBezTo>
                  <a:pt x="31681" y="18318"/>
                  <a:pt x="28289" y="23959"/>
                  <a:pt x="25847" y="30924"/>
                </a:cubicBezTo>
                <a:cubicBezTo>
                  <a:pt x="21912" y="41929"/>
                  <a:pt x="19131" y="53351"/>
                  <a:pt x="17503" y="65192"/>
                </a:cubicBezTo>
                <a:cubicBezTo>
                  <a:pt x="17503" y="65609"/>
                  <a:pt x="17503" y="66376"/>
                  <a:pt x="17503" y="67490"/>
                </a:cubicBezTo>
                <a:cubicBezTo>
                  <a:pt x="17503" y="68604"/>
                  <a:pt x="17435" y="69440"/>
                  <a:pt x="17299" y="69997"/>
                </a:cubicBezTo>
                <a:cubicBezTo>
                  <a:pt x="17299" y="76266"/>
                  <a:pt x="18520" y="80584"/>
                  <a:pt x="20962" y="82952"/>
                </a:cubicBezTo>
                <a:cubicBezTo>
                  <a:pt x="23405" y="85320"/>
                  <a:pt x="26322" y="86574"/>
                  <a:pt x="29714" y="86713"/>
                </a:cubicBezTo>
                <a:cubicBezTo>
                  <a:pt x="34869" y="86713"/>
                  <a:pt x="39957" y="84415"/>
                  <a:pt x="44977" y="79818"/>
                </a:cubicBezTo>
                <a:cubicBezTo>
                  <a:pt x="49998" y="75221"/>
                  <a:pt x="52983" y="71669"/>
                  <a:pt x="53932" y="69162"/>
                </a:cubicBezTo>
                <a:cubicBezTo>
                  <a:pt x="54204" y="68604"/>
                  <a:pt x="56035" y="61152"/>
                  <a:pt x="59427" y="46804"/>
                </a:cubicBezTo>
                <a:cubicBezTo>
                  <a:pt x="62819" y="32456"/>
                  <a:pt x="64583" y="24725"/>
                  <a:pt x="64719" y="236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48B1ED-AB41-4CFE-BBBF-CA113671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218" y="3301768"/>
            <a:ext cx="96264" cy="94235"/>
          </a:xfrm>
          <a:custGeom xmlns:a="http://schemas.openxmlformats.org/drawingml/2006/main">
            <a:pathLst>
              <a:path w="96264" h="94235" fill="none">
                <a:moveTo>
                  <a:pt x="0" y="59341"/>
                </a:moveTo>
                <a:cubicBezTo>
                  <a:pt x="0" y="45272"/>
                  <a:pt x="5156" y="31899"/>
                  <a:pt x="15467" y="19223"/>
                </a:cubicBezTo>
                <a:cubicBezTo>
                  <a:pt x="25779" y="6547"/>
                  <a:pt x="37379" y="139"/>
                  <a:pt x="50269" y="0"/>
                </a:cubicBezTo>
                <a:cubicBezTo>
                  <a:pt x="57189" y="0"/>
                  <a:pt x="63294" y="3413"/>
                  <a:pt x="68586" y="10238"/>
                </a:cubicBezTo>
                <a:cubicBezTo>
                  <a:pt x="70756" y="6059"/>
                  <a:pt x="73877" y="3970"/>
                  <a:pt x="77947" y="3970"/>
                </a:cubicBezTo>
                <a:cubicBezTo>
                  <a:pt x="79711" y="3970"/>
                  <a:pt x="81272" y="4527"/>
                  <a:pt x="82628" y="5642"/>
                </a:cubicBezTo>
                <a:cubicBezTo>
                  <a:pt x="83985" y="6756"/>
                  <a:pt x="84663" y="8149"/>
                  <a:pt x="84663" y="9821"/>
                </a:cubicBezTo>
                <a:cubicBezTo>
                  <a:pt x="84663" y="11631"/>
                  <a:pt x="82153" y="22775"/>
                  <a:pt x="77133" y="43252"/>
                </a:cubicBezTo>
                <a:cubicBezTo>
                  <a:pt x="72113" y="63729"/>
                  <a:pt x="69535" y="75291"/>
                  <a:pt x="69400" y="77937"/>
                </a:cubicBezTo>
                <a:cubicBezTo>
                  <a:pt x="69400" y="81420"/>
                  <a:pt x="69875" y="83718"/>
                  <a:pt x="70824" y="84833"/>
                </a:cubicBezTo>
                <a:cubicBezTo>
                  <a:pt x="71774" y="85947"/>
                  <a:pt x="73199" y="86574"/>
                  <a:pt x="75098" y="86713"/>
                </a:cubicBezTo>
                <a:cubicBezTo>
                  <a:pt x="76319" y="86574"/>
                  <a:pt x="77676" y="85947"/>
                  <a:pt x="79169" y="84833"/>
                </a:cubicBezTo>
                <a:cubicBezTo>
                  <a:pt x="82018" y="82047"/>
                  <a:pt x="84799" y="75360"/>
                  <a:pt x="87513" y="64774"/>
                </a:cubicBezTo>
                <a:cubicBezTo>
                  <a:pt x="88327" y="61988"/>
                  <a:pt x="89005" y="60525"/>
                  <a:pt x="89548" y="60386"/>
                </a:cubicBezTo>
                <a:cubicBezTo>
                  <a:pt x="89819" y="60246"/>
                  <a:pt x="90498" y="60177"/>
                  <a:pt x="91583" y="60177"/>
                </a:cubicBezTo>
                <a:lnTo>
                  <a:pt x="92397" y="60177"/>
                </a:lnTo>
                <a:cubicBezTo>
                  <a:pt x="94975" y="60177"/>
                  <a:pt x="96264" y="60804"/>
                  <a:pt x="96264" y="62057"/>
                </a:cubicBezTo>
                <a:cubicBezTo>
                  <a:pt x="96264" y="62893"/>
                  <a:pt x="95925" y="64774"/>
                  <a:pt x="95246" y="67699"/>
                </a:cubicBezTo>
                <a:cubicBezTo>
                  <a:pt x="94568" y="70624"/>
                  <a:pt x="93211" y="74385"/>
                  <a:pt x="91176" y="78982"/>
                </a:cubicBezTo>
                <a:cubicBezTo>
                  <a:pt x="89141" y="83579"/>
                  <a:pt x="86970" y="87061"/>
                  <a:pt x="84663" y="89429"/>
                </a:cubicBezTo>
                <a:cubicBezTo>
                  <a:pt x="82900" y="91240"/>
                  <a:pt x="80729" y="92703"/>
                  <a:pt x="78151" y="93817"/>
                </a:cubicBezTo>
                <a:cubicBezTo>
                  <a:pt x="77065" y="94096"/>
                  <a:pt x="75437" y="94235"/>
                  <a:pt x="73266" y="94235"/>
                </a:cubicBezTo>
                <a:cubicBezTo>
                  <a:pt x="68653" y="94235"/>
                  <a:pt x="64787" y="93191"/>
                  <a:pt x="61666" y="91101"/>
                </a:cubicBezTo>
                <a:cubicBezTo>
                  <a:pt x="58545" y="89012"/>
                  <a:pt x="56510" y="86852"/>
                  <a:pt x="55560" y="84624"/>
                </a:cubicBezTo>
                <a:lnTo>
                  <a:pt x="54339" y="81489"/>
                </a:lnTo>
                <a:cubicBezTo>
                  <a:pt x="54204" y="81350"/>
                  <a:pt x="53932" y="81420"/>
                  <a:pt x="53525" y="81698"/>
                </a:cubicBezTo>
                <a:cubicBezTo>
                  <a:pt x="53254" y="81977"/>
                  <a:pt x="52983" y="82256"/>
                  <a:pt x="52711" y="82534"/>
                </a:cubicBezTo>
                <a:cubicBezTo>
                  <a:pt x="44706" y="90335"/>
                  <a:pt x="36565" y="94235"/>
                  <a:pt x="28289" y="94235"/>
                </a:cubicBezTo>
                <a:cubicBezTo>
                  <a:pt x="20827" y="94235"/>
                  <a:pt x="14246" y="91449"/>
                  <a:pt x="8548" y="85877"/>
                </a:cubicBezTo>
                <a:cubicBezTo>
                  <a:pt x="2849" y="80305"/>
                  <a:pt x="0" y="71460"/>
                  <a:pt x="0" y="59341"/>
                </a:cubicBezTo>
                <a:close/>
                <a:moveTo>
                  <a:pt x="64719" y="23611"/>
                </a:moveTo>
                <a:cubicBezTo>
                  <a:pt x="64719" y="22775"/>
                  <a:pt x="64380" y="21243"/>
                  <a:pt x="63701" y="19014"/>
                </a:cubicBezTo>
                <a:cubicBezTo>
                  <a:pt x="63023" y="16785"/>
                  <a:pt x="61462" y="14348"/>
                  <a:pt x="59020" y="11701"/>
                </a:cubicBezTo>
                <a:cubicBezTo>
                  <a:pt x="56578" y="9054"/>
                  <a:pt x="53457" y="7661"/>
                  <a:pt x="49658" y="7522"/>
                </a:cubicBezTo>
                <a:cubicBezTo>
                  <a:pt x="44910" y="7522"/>
                  <a:pt x="40364" y="9681"/>
                  <a:pt x="36023" y="13999"/>
                </a:cubicBezTo>
                <a:cubicBezTo>
                  <a:pt x="31681" y="18318"/>
                  <a:pt x="28289" y="23959"/>
                  <a:pt x="25847" y="30924"/>
                </a:cubicBezTo>
                <a:cubicBezTo>
                  <a:pt x="21912" y="41929"/>
                  <a:pt x="19131" y="53351"/>
                  <a:pt x="17503" y="65192"/>
                </a:cubicBezTo>
                <a:cubicBezTo>
                  <a:pt x="17503" y="65609"/>
                  <a:pt x="17503" y="66376"/>
                  <a:pt x="17503" y="67490"/>
                </a:cubicBezTo>
                <a:cubicBezTo>
                  <a:pt x="17503" y="68604"/>
                  <a:pt x="17435" y="69440"/>
                  <a:pt x="17299" y="69997"/>
                </a:cubicBezTo>
                <a:cubicBezTo>
                  <a:pt x="17299" y="76266"/>
                  <a:pt x="18520" y="80584"/>
                  <a:pt x="20962" y="82952"/>
                </a:cubicBezTo>
                <a:cubicBezTo>
                  <a:pt x="23405" y="85320"/>
                  <a:pt x="26322" y="86574"/>
                  <a:pt x="29714" y="86713"/>
                </a:cubicBezTo>
                <a:cubicBezTo>
                  <a:pt x="34869" y="86713"/>
                  <a:pt x="39957" y="84415"/>
                  <a:pt x="44977" y="79818"/>
                </a:cubicBezTo>
                <a:cubicBezTo>
                  <a:pt x="49998" y="75221"/>
                  <a:pt x="52983" y="71669"/>
                  <a:pt x="53932" y="69162"/>
                </a:cubicBezTo>
                <a:cubicBezTo>
                  <a:pt x="54204" y="68604"/>
                  <a:pt x="56035" y="61152"/>
                  <a:pt x="59427" y="46804"/>
                </a:cubicBezTo>
                <a:cubicBezTo>
                  <a:pt x="62819" y="32456"/>
                  <a:pt x="64583" y="24725"/>
                  <a:pt x="64719" y="2361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4624A9-4F9D-4F96-96FD-8FDD39C1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030" y="3263113"/>
            <a:ext cx="63294" cy="133099"/>
          </a:xfrm>
          <a:custGeom xmlns:a="http://schemas.openxmlformats.org/drawingml/2006/main">
            <a:pathLst>
              <a:path w="63294" h="133099">
                <a:moveTo>
                  <a:pt x="1425" y="50356"/>
                </a:moveTo>
                <a:cubicBezTo>
                  <a:pt x="475" y="49381"/>
                  <a:pt x="0" y="48685"/>
                  <a:pt x="0" y="48267"/>
                </a:cubicBezTo>
                <a:cubicBezTo>
                  <a:pt x="0" y="47710"/>
                  <a:pt x="204" y="46595"/>
                  <a:pt x="611" y="44924"/>
                </a:cubicBezTo>
                <a:cubicBezTo>
                  <a:pt x="1018" y="43252"/>
                  <a:pt x="1357" y="42277"/>
                  <a:pt x="1628" y="41998"/>
                </a:cubicBezTo>
                <a:cubicBezTo>
                  <a:pt x="1900" y="41302"/>
                  <a:pt x="2510" y="40954"/>
                  <a:pt x="3460" y="40954"/>
                </a:cubicBezTo>
                <a:cubicBezTo>
                  <a:pt x="4410" y="40954"/>
                  <a:pt x="7869" y="40884"/>
                  <a:pt x="13839" y="40745"/>
                </a:cubicBezTo>
                <a:lnTo>
                  <a:pt x="24626" y="40745"/>
                </a:lnTo>
                <a:lnTo>
                  <a:pt x="28493" y="24029"/>
                </a:lnTo>
                <a:cubicBezTo>
                  <a:pt x="28900" y="22497"/>
                  <a:pt x="29374" y="20477"/>
                  <a:pt x="29917" y="17969"/>
                </a:cubicBezTo>
                <a:cubicBezTo>
                  <a:pt x="30460" y="15462"/>
                  <a:pt x="30935" y="13651"/>
                  <a:pt x="31342" y="12537"/>
                </a:cubicBezTo>
                <a:cubicBezTo>
                  <a:pt x="31749" y="11422"/>
                  <a:pt x="32156" y="10029"/>
                  <a:pt x="32563" y="8358"/>
                </a:cubicBezTo>
                <a:cubicBezTo>
                  <a:pt x="32970" y="6686"/>
                  <a:pt x="33513" y="5502"/>
                  <a:pt x="34191" y="4806"/>
                </a:cubicBezTo>
                <a:cubicBezTo>
                  <a:pt x="34869" y="4109"/>
                  <a:pt x="35548" y="3274"/>
                  <a:pt x="36226" y="2298"/>
                </a:cubicBezTo>
                <a:cubicBezTo>
                  <a:pt x="36905" y="1323"/>
                  <a:pt x="37854" y="696"/>
                  <a:pt x="39075" y="418"/>
                </a:cubicBezTo>
                <a:cubicBezTo>
                  <a:pt x="40297" y="139"/>
                  <a:pt x="41518" y="0"/>
                  <a:pt x="42739" y="0"/>
                </a:cubicBezTo>
                <a:cubicBezTo>
                  <a:pt x="45181" y="139"/>
                  <a:pt x="46877" y="905"/>
                  <a:pt x="47827" y="2298"/>
                </a:cubicBezTo>
                <a:cubicBezTo>
                  <a:pt x="48776" y="3691"/>
                  <a:pt x="49251" y="5015"/>
                  <a:pt x="49251" y="6268"/>
                </a:cubicBezTo>
                <a:cubicBezTo>
                  <a:pt x="49251" y="7244"/>
                  <a:pt x="48641" y="10517"/>
                  <a:pt x="47420" y="16089"/>
                </a:cubicBezTo>
                <a:cubicBezTo>
                  <a:pt x="46199" y="21661"/>
                  <a:pt x="44842" y="27163"/>
                  <a:pt x="43349" y="32596"/>
                </a:cubicBezTo>
                <a:lnTo>
                  <a:pt x="41314" y="40327"/>
                </a:lnTo>
                <a:cubicBezTo>
                  <a:pt x="41314" y="40605"/>
                  <a:pt x="44706" y="40745"/>
                  <a:pt x="51490" y="40745"/>
                </a:cubicBezTo>
                <a:lnTo>
                  <a:pt x="61869" y="40745"/>
                </a:lnTo>
                <a:cubicBezTo>
                  <a:pt x="62819" y="41720"/>
                  <a:pt x="63294" y="42486"/>
                  <a:pt x="63294" y="43043"/>
                </a:cubicBezTo>
                <a:cubicBezTo>
                  <a:pt x="63294" y="46108"/>
                  <a:pt x="62412" y="48545"/>
                  <a:pt x="60648" y="50356"/>
                </a:cubicBezTo>
                <a:lnTo>
                  <a:pt x="38872" y="50356"/>
                </a:lnTo>
                <a:lnTo>
                  <a:pt x="31545" y="80654"/>
                </a:lnTo>
                <a:cubicBezTo>
                  <a:pt x="26254" y="102941"/>
                  <a:pt x="23608" y="114921"/>
                  <a:pt x="23608" y="116593"/>
                </a:cubicBezTo>
                <a:cubicBezTo>
                  <a:pt x="23608" y="122443"/>
                  <a:pt x="25440" y="125368"/>
                  <a:pt x="29103" y="125368"/>
                </a:cubicBezTo>
                <a:cubicBezTo>
                  <a:pt x="33852" y="125368"/>
                  <a:pt x="38465" y="123000"/>
                  <a:pt x="42942" y="118264"/>
                </a:cubicBezTo>
                <a:cubicBezTo>
                  <a:pt x="47420" y="113528"/>
                  <a:pt x="51015" y="107678"/>
                  <a:pt x="53729" y="100713"/>
                </a:cubicBezTo>
                <a:cubicBezTo>
                  <a:pt x="54000" y="99877"/>
                  <a:pt x="54339" y="99389"/>
                  <a:pt x="54746" y="99250"/>
                </a:cubicBezTo>
                <a:cubicBezTo>
                  <a:pt x="55153" y="99111"/>
                  <a:pt x="56171" y="98971"/>
                  <a:pt x="57799" y="98832"/>
                </a:cubicBezTo>
                <a:lnTo>
                  <a:pt x="58613" y="98832"/>
                </a:lnTo>
                <a:cubicBezTo>
                  <a:pt x="60648" y="98832"/>
                  <a:pt x="61666" y="99389"/>
                  <a:pt x="61666" y="100504"/>
                </a:cubicBezTo>
                <a:cubicBezTo>
                  <a:pt x="61666" y="100922"/>
                  <a:pt x="61462" y="101757"/>
                  <a:pt x="61055" y="103011"/>
                </a:cubicBezTo>
                <a:cubicBezTo>
                  <a:pt x="60377" y="105240"/>
                  <a:pt x="59156" y="107886"/>
                  <a:pt x="57392" y="110951"/>
                </a:cubicBezTo>
                <a:cubicBezTo>
                  <a:pt x="55628" y="114016"/>
                  <a:pt x="53322" y="117289"/>
                  <a:pt x="50472" y="120772"/>
                </a:cubicBezTo>
                <a:cubicBezTo>
                  <a:pt x="47623" y="124254"/>
                  <a:pt x="44163" y="127179"/>
                  <a:pt x="40093" y="129547"/>
                </a:cubicBezTo>
                <a:cubicBezTo>
                  <a:pt x="36023" y="131915"/>
                  <a:pt x="31884" y="133099"/>
                  <a:pt x="27678" y="133099"/>
                </a:cubicBezTo>
                <a:cubicBezTo>
                  <a:pt x="23608" y="133099"/>
                  <a:pt x="19741" y="132055"/>
                  <a:pt x="16078" y="129965"/>
                </a:cubicBezTo>
                <a:cubicBezTo>
                  <a:pt x="12415" y="127876"/>
                  <a:pt x="9769" y="124254"/>
                  <a:pt x="8141" y="119100"/>
                </a:cubicBezTo>
                <a:cubicBezTo>
                  <a:pt x="7869" y="117986"/>
                  <a:pt x="7734" y="116105"/>
                  <a:pt x="7734" y="113458"/>
                </a:cubicBezTo>
                <a:lnTo>
                  <a:pt x="7734" y="109697"/>
                </a:lnTo>
                <a:lnTo>
                  <a:pt x="14857" y="80445"/>
                </a:lnTo>
                <a:cubicBezTo>
                  <a:pt x="19606" y="60804"/>
                  <a:pt x="22048" y="50913"/>
                  <a:pt x="22183" y="50774"/>
                </a:cubicBezTo>
                <a:cubicBezTo>
                  <a:pt x="22183" y="50496"/>
                  <a:pt x="18724" y="50356"/>
                  <a:pt x="11804" y="50356"/>
                </a:cubicBezTo>
                <a:lnTo>
                  <a:pt x="1425" y="503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0A38E8-DCE2-4579-A85C-A1884A88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030" y="3263113"/>
            <a:ext cx="63294" cy="133099"/>
          </a:xfrm>
          <a:custGeom xmlns:a="http://schemas.openxmlformats.org/drawingml/2006/main">
            <a:pathLst>
              <a:path w="63294" h="133099" fill="none">
                <a:moveTo>
                  <a:pt x="1425" y="50356"/>
                </a:moveTo>
                <a:cubicBezTo>
                  <a:pt x="475" y="49381"/>
                  <a:pt x="0" y="48685"/>
                  <a:pt x="0" y="48267"/>
                </a:cubicBezTo>
                <a:cubicBezTo>
                  <a:pt x="0" y="47710"/>
                  <a:pt x="204" y="46595"/>
                  <a:pt x="611" y="44924"/>
                </a:cubicBezTo>
                <a:cubicBezTo>
                  <a:pt x="1018" y="43252"/>
                  <a:pt x="1357" y="42277"/>
                  <a:pt x="1628" y="41998"/>
                </a:cubicBezTo>
                <a:cubicBezTo>
                  <a:pt x="1900" y="41302"/>
                  <a:pt x="2510" y="40954"/>
                  <a:pt x="3460" y="40954"/>
                </a:cubicBezTo>
                <a:cubicBezTo>
                  <a:pt x="4410" y="40954"/>
                  <a:pt x="7869" y="40884"/>
                  <a:pt x="13839" y="40745"/>
                </a:cubicBezTo>
                <a:lnTo>
                  <a:pt x="24626" y="40745"/>
                </a:lnTo>
                <a:lnTo>
                  <a:pt x="28493" y="24029"/>
                </a:lnTo>
                <a:cubicBezTo>
                  <a:pt x="28900" y="22497"/>
                  <a:pt x="29374" y="20477"/>
                  <a:pt x="29917" y="17969"/>
                </a:cubicBezTo>
                <a:cubicBezTo>
                  <a:pt x="30460" y="15462"/>
                  <a:pt x="30935" y="13651"/>
                  <a:pt x="31342" y="12537"/>
                </a:cubicBezTo>
                <a:cubicBezTo>
                  <a:pt x="31749" y="11422"/>
                  <a:pt x="32156" y="10029"/>
                  <a:pt x="32563" y="8358"/>
                </a:cubicBezTo>
                <a:cubicBezTo>
                  <a:pt x="32970" y="6686"/>
                  <a:pt x="33513" y="5502"/>
                  <a:pt x="34191" y="4806"/>
                </a:cubicBezTo>
                <a:cubicBezTo>
                  <a:pt x="34869" y="4109"/>
                  <a:pt x="35548" y="3274"/>
                  <a:pt x="36226" y="2298"/>
                </a:cubicBezTo>
                <a:cubicBezTo>
                  <a:pt x="36905" y="1323"/>
                  <a:pt x="37854" y="696"/>
                  <a:pt x="39075" y="418"/>
                </a:cubicBezTo>
                <a:cubicBezTo>
                  <a:pt x="40297" y="139"/>
                  <a:pt x="41518" y="0"/>
                  <a:pt x="42739" y="0"/>
                </a:cubicBezTo>
                <a:cubicBezTo>
                  <a:pt x="45181" y="139"/>
                  <a:pt x="46877" y="905"/>
                  <a:pt x="47827" y="2298"/>
                </a:cubicBezTo>
                <a:cubicBezTo>
                  <a:pt x="48776" y="3691"/>
                  <a:pt x="49251" y="5015"/>
                  <a:pt x="49251" y="6268"/>
                </a:cubicBezTo>
                <a:cubicBezTo>
                  <a:pt x="49251" y="7244"/>
                  <a:pt x="48641" y="10517"/>
                  <a:pt x="47420" y="16089"/>
                </a:cubicBezTo>
                <a:cubicBezTo>
                  <a:pt x="46199" y="21661"/>
                  <a:pt x="44842" y="27163"/>
                  <a:pt x="43349" y="32596"/>
                </a:cubicBezTo>
                <a:lnTo>
                  <a:pt x="41314" y="40327"/>
                </a:lnTo>
                <a:cubicBezTo>
                  <a:pt x="41314" y="40605"/>
                  <a:pt x="44706" y="40745"/>
                  <a:pt x="51490" y="40745"/>
                </a:cubicBezTo>
                <a:lnTo>
                  <a:pt x="61869" y="40745"/>
                </a:lnTo>
                <a:cubicBezTo>
                  <a:pt x="62819" y="41720"/>
                  <a:pt x="63294" y="42486"/>
                  <a:pt x="63294" y="43043"/>
                </a:cubicBezTo>
                <a:cubicBezTo>
                  <a:pt x="63294" y="46108"/>
                  <a:pt x="62412" y="48545"/>
                  <a:pt x="60648" y="50356"/>
                </a:cubicBezTo>
                <a:lnTo>
                  <a:pt x="38872" y="50356"/>
                </a:lnTo>
                <a:lnTo>
                  <a:pt x="31545" y="80654"/>
                </a:lnTo>
                <a:cubicBezTo>
                  <a:pt x="26254" y="102941"/>
                  <a:pt x="23608" y="114921"/>
                  <a:pt x="23608" y="116593"/>
                </a:cubicBezTo>
                <a:cubicBezTo>
                  <a:pt x="23608" y="122443"/>
                  <a:pt x="25440" y="125368"/>
                  <a:pt x="29103" y="125368"/>
                </a:cubicBezTo>
                <a:cubicBezTo>
                  <a:pt x="33852" y="125368"/>
                  <a:pt x="38465" y="123000"/>
                  <a:pt x="42942" y="118264"/>
                </a:cubicBezTo>
                <a:cubicBezTo>
                  <a:pt x="47420" y="113528"/>
                  <a:pt x="51015" y="107678"/>
                  <a:pt x="53729" y="100713"/>
                </a:cubicBezTo>
                <a:cubicBezTo>
                  <a:pt x="54000" y="99877"/>
                  <a:pt x="54339" y="99389"/>
                  <a:pt x="54746" y="99250"/>
                </a:cubicBezTo>
                <a:cubicBezTo>
                  <a:pt x="55153" y="99111"/>
                  <a:pt x="56171" y="98971"/>
                  <a:pt x="57799" y="98832"/>
                </a:cubicBezTo>
                <a:lnTo>
                  <a:pt x="58613" y="98832"/>
                </a:lnTo>
                <a:cubicBezTo>
                  <a:pt x="60648" y="98832"/>
                  <a:pt x="61666" y="99389"/>
                  <a:pt x="61666" y="100504"/>
                </a:cubicBezTo>
                <a:cubicBezTo>
                  <a:pt x="61666" y="100922"/>
                  <a:pt x="61462" y="101757"/>
                  <a:pt x="61055" y="103011"/>
                </a:cubicBezTo>
                <a:cubicBezTo>
                  <a:pt x="60377" y="105240"/>
                  <a:pt x="59156" y="107886"/>
                  <a:pt x="57392" y="110951"/>
                </a:cubicBezTo>
                <a:cubicBezTo>
                  <a:pt x="55628" y="114016"/>
                  <a:pt x="53322" y="117289"/>
                  <a:pt x="50472" y="120772"/>
                </a:cubicBezTo>
                <a:cubicBezTo>
                  <a:pt x="47623" y="124254"/>
                  <a:pt x="44163" y="127179"/>
                  <a:pt x="40093" y="129547"/>
                </a:cubicBezTo>
                <a:cubicBezTo>
                  <a:pt x="36023" y="131915"/>
                  <a:pt x="31884" y="133099"/>
                  <a:pt x="27678" y="133099"/>
                </a:cubicBezTo>
                <a:cubicBezTo>
                  <a:pt x="23608" y="133099"/>
                  <a:pt x="19741" y="132055"/>
                  <a:pt x="16078" y="129965"/>
                </a:cubicBezTo>
                <a:cubicBezTo>
                  <a:pt x="12415" y="127876"/>
                  <a:pt x="9769" y="124254"/>
                  <a:pt x="8141" y="119100"/>
                </a:cubicBezTo>
                <a:cubicBezTo>
                  <a:pt x="7869" y="117986"/>
                  <a:pt x="7734" y="116105"/>
                  <a:pt x="7734" y="113458"/>
                </a:cubicBezTo>
                <a:lnTo>
                  <a:pt x="7734" y="109697"/>
                </a:lnTo>
                <a:lnTo>
                  <a:pt x="14857" y="80445"/>
                </a:lnTo>
                <a:cubicBezTo>
                  <a:pt x="19606" y="60804"/>
                  <a:pt x="22048" y="50913"/>
                  <a:pt x="22183" y="50774"/>
                </a:cubicBezTo>
                <a:cubicBezTo>
                  <a:pt x="22183" y="50496"/>
                  <a:pt x="18724" y="50356"/>
                  <a:pt x="11804" y="50356"/>
                </a:cubicBezTo>
                <a:lnTo>
                  <a:pt x="1425" y="503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6F64C8-D56C-46CE-B034-28713F7D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500" y="3263113"/>
            <a:ext cx="63294" cy="133099"/>
          </a:xfrm>
          <a:custGeom xmlns:a="http://schemas.openxmlformats.org/drawingml/2006/main">
            <a:pathLst>
              <a:path w="63294" h="133099">
                <a:moveTo>
                  <a:pt x="1425" y="50356"/>
                </a:moveTo>
                <a:cubicBezTo>
                  <a:pt x="475" y="49381"/>
                  <a:pt x="0" y="48685"/>
                  <a:pt x="0" y="48267"/>
                </a:cubicBezTo>
                <a:cubicBezTo>
                  <a:pt x="0" y="47710"/>
                  <a:pt x="204" y="46595"/>
                  <a:pt x="611" y="44924"/>
                </a:cubicBezTo>
                <a:cubicBezTo>
                  <a:pt x="1018" y="43252"/>
                  <a:pt x="1357" y="42277"/>
                  <a:pt x="1628" y="41998"/>
                </a:cubicBezTo>
                <a:cubicBezTo>
                  <a:pt x="1900" y="41302"/>
                  <a:pt x="2510" y="40954"/>
                  <a:pt x="3460" y="40954"/>
                </a:cubicBezTo>
                <a:cubicBezTo>
                  <a:pt x="4410" y="40954"/>
                  <a:pt x="7869" y="40884"/>
                  <a:pt x="13839" y="40745"/>
                </a:cubicBezTo>
                <a:lnTo>
                  <a:pt x="24626" y="40745"/>
                </a:lnTo>
                <a:lnTo>
                  <a:pt x="28493" y="24029"/>
                </a:lnTo>
                <a:cubicBezTo>
                  <a:pt x="28900" y="22497"/>
                  <a:pt x="29374" y="20477"/>
                  <a:pt x="29917" y="17969"/>
                </a:cubicBezTo>
                <a:cubicBezTo>
                  <a:pt x="30460" y="15462"/>
                  <a:pt x="30935" y="13651"/>
                  <a:pt x="31342" y="12537"/>
                </a:cubicBezTo>
                <a:cubicBezTo>
                  <a:pt x="31749" y="11422"/>
                  <a:pt x="32156" y="10029"/>
                  <a:pt x="32563" y="8358"/>
                </a:cubicBezTo>
                <a:cubicBezTo>
                  <a:pt x="32970" y="6686"/>
                  <a:pt x="33513" y="5502"/>
                  <a:pt x="34191" y="4806"/>
                </a:cubicBezTo>
                <a:cubicBezTo>
                  <a:pt x="34869" y="4109"/>
                  <a:pt x="35548" y="3274"/>
                  <a:pt x="36226" y="2298"/>
                </a:cubicBezTo>
                <a:cubicBezTo>
                  <a:pt x="36905" y="1323"/>
                  <a:pt x="37854" y="696"/>
                  <a:pt x="39075" y="418"/>
                </a:cubicBezTo>
                <a:cubicBezTo>
                  <a:pt x="40297" y="139"/>
                  <a:pt x="41518" y="0"/>
                  <a:pt x="42739" y="0"/>
                </a:cubicBezTo>
                <a:cubicBezTo>
                  <a:pt x="45181" y="139"/>
                  <a:pt x="46877" y="905"/>
                  <a:pt x="47827" y="2298"/>
                </a:cubicBezTo>
                <a:cubicBezTo>
                  <a:pt x="48776" y="3691"/>
                  <a:pt x="49251" y="5015"/>
                  <a:pt x="49251" y="6268"/>
                </a:cubicBezTo>
                <a:cubicBezTo>
                  <a:pt x="49251" y="7244"/>
                  <a:pt x="48641" y="10517"/>
                  <a:pt x="47420" y="16089"/>
                </a:cubicBezTo>
                <a:cubicBezTo>
                  <a:pt x="46199" y="21661"/>
                  <a:pt x="44842" y="27163"/>
                  <a:pt x="43349" y="32596"/>
                </a:cubicBezTo>
                <a:lnTo>
                  <a:pt x="41314" y="40327"/>
                </a:lnTo>
                <a:cubicBezTo>
                  <a:pt x="41314" y="40605"/>
                  <a:pt x="44706" y="40745"/>
                  <a:pt x="51490" y="40745"/>
                </a:cubicBezTo>
                <a:lnTo>
                  <a:pt x="61869" y="40745"/>
                </a:lnTo>
                <a:cubicBezTo>
                  <a:pt x="62819" y="41720"/>
                  <a:pt x="63294" y="42486"/>
                  <a:pt x="63294" y="43043"/>
                </a:cubicBezTo>
                <a:cubicBezTo>
                  <a:pt x="63294" y="46108"/>
                  <a:pt x="62412" y="48545"/>
                  <a:pt x="60648" y="50356"/>
                </a:cubicBezTo>
                <a:lnTo>
                  <a:pt x="38872" y="50356"/>
                </a:lnTo>
                <a:lnTo>
                  <a:pt x="31545" y="80654"/>
                </a:lnTo>
                <a:cubicBezTo>
                  <a:pt x="26254" y="102941"/>
                  <a:pt x="23608" y="114921"/>
                  <a:pt x="23608" y="116593"/>
                </a:cubicBezTo>
                <a:cubicBezTo>
                  <a:pt x="23608" y="122443"/>
                  <a:pt x="25440" y="125368"/>
                  <a:pt x="29103" y="125368"/>
                </a:cubicBezTo>
                <a:cubicBezTo>
                  <a:pt x="33852" y="125368"/>
                  <a:pt x="38465" y="123000"/>
                  <a:pt x="42942" y="118264"/>
                </a:cubicBezTo>
                <a:cubicBezTo>
                  <a:pt x="47420" y="113528"/>
                  <a:pt x="51015" y="107678"/>
                  <a:pt x="53729" y="100713"/>
                </a:cubicBezTo>
                <a:cubicBezTo>
                  <a:pt x="54000" y="99877"/>
                  <a:pt x="54339" y="99389"/>
                  <a:pt x="54746" y="99250"/>
                </a:cubicBezTo>
                <a:cubicBezTo>
                  <a:pt x="55153" y="99111"/>
                  <a:pt x="56171" y="98971"/>
                  <a:pt x="57799" y="98832"/>
                </a:cubicBezTo>
                <a:lnTo>
                  <a:pt x="58613" y="98832"/>
                </a:lnTo>
                <a:cubicBezTo>
                  <a:pt x="60648" y="98832"/>
                  <a:pt x="61666" y="99389"/>
                  <a:pt x="61666" y="100504"/>
                </a:cubicBezTo>
                <a:cubicBezTo>
                  <a:pt x="61666" y="100922"/>
                  <a:pt x="61462" y="101757"/>
                  <a:pt x="61055" y="103011"/>
                </a:cubicBezTo>
                <a:cubicBezTo>
                  <a:pt x="60377" y="105240"/>
                  <a:pt x="59156" y="107886"/>
                  <a:pt x="57392" y="110951"/>
                </a:cubicBezTo>
                <a:cubicBezTo>
                  <a:pt x="55628" y="114016"/>
                  <a:pt x="53322" y="117289"/>
                  <a:pt x="50472" y="120772"/>
                </a:cubicBezTo>
                <a:cubicBezTo>
                  <a:pt x="47623" y="124254"/>
                  <a:pt x="44163" y="127179"/>
                  <a:pt x="40093" y="129547"/>
                </a:cubicBezTo>
                <a:cubicBezTo>
                  <a:pt x="36023" y="131915"/>
                  <a:pt x="31884" y="133099"/>
                  <a:pt x="27678" y="133099"/>
                </a:cubicBezTo>
                <a:cubicBezTo>
                  <a:pt x="23608" y="133099"/>
                  <a:pt x="19741" y="132055"/>
                  <a:pt x="16078" y="129965"/>
                </a:cubicBezTo>
                <a:cubicBezTo>
                  <a:pt x="12415" y="127876"/>
                  <a:pt x="9769" y="124254"/>
                  <a:pt x="8141" y="119100"/>
                </a:cubicBezTo>
                <a:cubicBezTo>
                  <a:pt x="7869" y="117986"/>
                  <a:pt x="7734" y="116105"/>
                  <a:pt x="7734" y="113458"/>
                </a:cubicBezTo>
                <a:lnTo>
                  <a:pt x="7734" y="109697"/>
                </a:lnTo>
                <a:lnTo>
                  <a:pt x="14857" y="80445"/>
                </a:lnTo>
                <a:cubicBezTo>
                  <a:pt x="19606" y="60804"/>
                  <a:pt x="22048" y="50913"/>
                  <a:pt x="22183" y="50774"/>
                </a:cubicBezTo>
                <a:cubicBezTo>
                  <a:pt x="22183" y="50496"/>
                  <a:pt x="18724" y="50356"/>
                  <a:pt x="11804" y="50356"/>
                </a:cubicBezTo>
                <a:lnTo>
                  <a:pt x="1425" y="503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BE1040-2908-4E25-8829-D57C6678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500" y="3263113"/>
            <a:ext cx="63294" cy="133099"/>
          </a:xfrm>
          <a:custGeom xmlns:a="http://schemas.openxmlformats.org/drawingml/2006/main">
            <a:pathLst>
              <a:path w="63294" h="133099" fill="none">
                <a:moveTo>
                  <a:pt x="1425" y="50356"/>
                </a:moveTo>
                <a:cubicBezTo>
                  <a:pt x="475" y="49381"/>
                  <a:pt x="0" y="48685"/>
                  <a:pt x="0" y="48267"/>
                </a:cubicBezTo>
                <a:cubicBezTo>
                  <a:pt x="0" y="47710"/>
                  <a:pt x="204" y="46595"/>
                  <a:pt x="611" y="44924"/>
                </a:cubicBezTo>
                <a:cubicBezTo>
                  <a:pt x="1018" y="43252"/>
                  <a:pt x="1357" y="42277"/>
                  <a:pt x="1628" y="41998"/>
                </a:cubicBezTo>
                <a:cubicBezTo>
                  <a:pt x="1900" y="41302"/>
                  <a:pt x="2510" y="40954"/>
                  <a:pt x="3460" y="40954"/>
                </a:cubicBezTo>
                <a:cubicBezTo>
                  <a:pt x="4410" y="40954"/>
                  <a:pt x="7869" y="40884"/>
                  <a:pt x="13839" y="40745"/>
                </a:cubicBezTo>
                <a:lnTo>
                  <a:pt x="24626" y="40745"/>
                </a:lnTo>
                <a:lnTo>
                  <a:pt x="28493" y="24029"/>
                </a:lnTo>
                <a:cubicBezTo>
                  <a:pt x="28900" y="22497"/>
                  <a:pt x="29374" y="20477"/>
                  <a:pt x="29917" y="17969"/>
                </a:cubicBezTo>
                <a:cubicBezTo>
                  <a:pt x="30460" y="15462"/>
                  <a:pt x="30935" y="13651"/>
                  <a:pt x="31342" y="12537"/>
                </a:cubicBezTo>
                <a:cubicBezTo>
                  <a:pt x="31749" y="11422"/>
                  <a:pt x="32156" y="10029"/>
                  <a:pt x="32563" y="8358"/>
                </a:cubicBezTo>
                <a:cubicBezTo>
                  <a:pt x="32970" y="6686"/>
                  <a:pt x="33513" y="5502"/>
                  <a:pt x="34191" y="4806"/>
                </a:cubicBezTo>
                <a:cubicBezTo>
                  <a:pt x="34869" y="4109"/>
                  <a:pt x="35548" y="3274"/>
                  <a:pt x="36226" y="2298"/>
                </a:cubicBezTo>
                <a:cubicBezTo>
                  <a:pt x="36905" y="1323"/>
                  <a:pt x="37854" y="696"/>
                  <a:pt x="39075" y="418"/>
                </a:cubicBezTo>
                <a:cubicBezTo>
                  <a:pt x="40297" y="139"/>
                  <a:pt x="41518" y="0"/>
                  <a:pt x="42739" y="0"/>
                </a:cubicBezTo>
                <a:cubicBezTo>
                  <a:pt x="45181" y="139"/>
                  <a:pt x="46877" y="905"/>
                  <a:pt x="47827" y="2298"/>
                </a:cubicBezTo>
                <a:cubicBezTo>
                  <a:pt x="48776" y="3691"/>
                  <a:pt x="49251" y="5015"/>
                  <a:pt x="49251" y="6268"/>
                </a:cubicBezTo>
                <a:cubicBezTo>
                  <a:pt x="49251" y="7244"/>
                  <a:pt x="48641" y="10517"/>
                  <a:pt x="47420" y="16089"/>
                </a:cubicBezTo>
                <a:cubicBezTo>
                  <a:pt x="46199" y="21661"/>
                  <a:pt x="44842" y="27163"/>
                  <a:pt x="43349" y="32596"/>
                </a:cubicBezTo>
                <a:lnTo>
                  <a:pt x="41314" y="40327"/>
                </a:lnTo>
                <a:cubicBezTo>
                  <a:pt x="41314" y="40605"/>
                  <a:pt x="44706" y="40745"/>
                  <a:pt x="51490" y="40745"/>
                </a:cubicBezTo>
                <a:lnTo>
                  <a:pt x="61869" y="40745"/>
                </a:lnTo>
                <a:cubicBezTo>
                  <a:pt x="62819" y="41720"/>
                  <a:pt x="63294" y="42486"/>
                  <a:pt x="63294" y="43043"/>
                </a:cubicBezTo>
                <a:cubicBezTo>
                  <a:pt x="63294" y="46108"/>
                  <a:pt x="62412" y="48545"/>
                  <a:pt x="60648" y="50356"/>
                </a:cubicBezTo>
                <a:lnTo>
                  <a:pt x="38872" y="50356"/>
                </a:lnTo>
                <a:lnTo>
                  <a:pt x="31545" y="80654"/>
                </a:lnTo>
                <a:cubicBezTo>
                  <a:pt x="26254" y="102941"/>
                  <a:pt x="23608" y="114921"/>
                  <a:pt x="23608" y="116593"/>
                </a:cubicBezTo>
                <a:cubicBezTo>
                  <a:pt x="23608" y="122443"/>
                  <a:pt x="25440" y="125368"/>
                  <a:pt x="29103" y="125368"/>
                </a:cubicBezTo>
                <a:cubicBezTo>
                  <a:pt x="33852" y="125368"/>
                  <a:pt x="38465" y="123000"/>
                  <a:pt x="42942" y="118264"/>
                </a:cubicBezTo>
                <a:cubicBezTo>
                  <a:pt x="47420" y="113528"/>
                  <a:pt x="51015" y="107678"/>
                  <a:pt x="53729" y="100713"/>
                </a:cubicBezTo>
                <a:cubicBezTo>
                  <a:pt x="54000" y="99877"/>
                  <a:pt x="54339" y="99389"/>
                  <a:pt x="54746" y="99250"/>
                </a:cubicBezTo>
                <a:cubicBezTo>
                  <a:pt x="55153" y="99111"/>
                  <a:pt x="56171" y="98971"/>
                  <a:pt x="57799" y="98832"/>
                </a:cubicBezTo>
                <a:lnTo>
                  <a:pt x="58613" y="98832"/>
                </a:lnTo>
                <a:cubicBezTo>
                  <a:pt x="60648" y="98832"/>
                  <a:pt x="61666" y="99389"/>
                  <a:pt x="61666" y="100504"/>
                </a:cubicBezTo>
                <a:cubicBezTo>
                  <a:pt x="61666" y="100922"/>
                  <a:pt x="61462" y="101757"/>
                  <a:pt x="61055" y="103011"/>
                </a:cubicBezTo>
                <a:cubicBezTo>
                  <a:pt x="60377" y="105240"/>
                  <a:pt x="59156" y="107886"/>
                  <a:pt x="57392" y="110951"/>
                </a:cubicBezTo>
                <a:cubicBezTo>
                  <a:pt x="55628" y="114016"/>
                  <a:pt x="53322" y="117289"/>
                  <a:pt x="50472" y="120772"/>
                </a:cubicBezTo>
                <a:cubicBezTo>
                  <a:pt x="47623" y="124254"/>
                  <a:pt x="44163" y="127179"/>
                  <a:pt x="40093" y="129547"/>
                </a:cubicBezTo>
                <a:cubicBezTo>
                  <a:pt x="36023" y="131915"/>
                  <a:pt x="31884" y="133099"/>
                  <a:pt x="27678" y="133099"/>
                </a:cubicBezTo>
                <a:cubicBezTo>
                  <a:pt x="23608" y="133099"/>
                  <a:pt x="19741" y="132055"/>
                  <a:pt x="16078" y="129965"/>
                </a:cubicBezTo>
                <a:cubicBezTo>
                  <a:pt x="12415" y="127876"/>
                  <a:pt x="9769" y="124254"/>
                  <a:pt x="8141" y="119100"/>
                </a:cubicBezTo>
                <a:cubicBezTo>
                  <a:pt x="7869" y="117986"/>
                  <a:pt x="7734" y="116105"/>
                  <a:pt x="7734" y="113458"/>
                </a:cubicBezTo>
                <a:lnTo>
                  <a:pt x="7734" y="109697"/>
                </a:lnTo>
                <a:lnTo>
                  <a:pt x="14857" y="80445"/>
                </a:lnTo>
                <a:cubicBezTo>
                  <a:pt x="19606" y="60804"/>
                  <a:pt x="22048" y="50913"/>
                  <a:pt x="22183" y="50774"/>
                </a:cubicBezTo>
                <a:cubicBezTo>
                  <a:pt x="22183" y="50496"/>
                  <a:pt x="18724" y="50356"/>
                  <a:pt x="11804" y="50356"/>
                </a:cubicBezTo>
                <a:lnTo>
                  <a:pt x="1425" y="503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F4A4BE-A997-4CE5-81DA-9513D19F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040" y="3301420"/>
            <a:ext cx="79508" cy="94792"/>
          </a:xfrm>
          <a:custGeom xmlns:a="http://schemas.openxmlformats.org/drawingml/2006/main">
            <a:pathLst>
              <a:path w="79508" h="94792">
                <a:moveTo>
                  <a:pt x="0" y="57391"/>
                </a:moveTo>
                <a:cubicBezTo>
                  <a:pt x="0" y="49451"/>
                  <a:pt x="1289" y="42207"/>
                  <a:pt x="3867" y="35660"/>
                </a:cubicBezTo>
                <a:cubicBezTo>
                  <a:pt x="6445" y="29113"/>
                  <a:pt x="9769" y="23681"/>
                  <a:pt x="13839" y="19362"/>
                </a:cubicBezTo>
                <a:cubicBezTo>
                  <a:pt x="17910" y="15044"/>
                  <a:pt x="22455" y="11422"/>
                  <a:pt x="27475" y="8497"/>
                </a:cubicBezTo>
                <a:cubicBezTo>
                  <a:pt x="32495" y="5572"/>
                  <a:pt x="37244" y="3413"/>
                  <a:pt x="41721" y="2020"/>
                </a:cubicBezTo>
                <a:cubicBezTo>
                  <a:pt x="46199" y="627"/>
                  <a:pt x="50472" y="0"/>
                  <a:pt x="54543" y="139"/>
                </a:cubicBezTo>
                <a:lnTo>
                  <a:pt x="55153" y="139"/>
                </a:lnTo>
                <a:cubicBezTo>
                  <a:pt x="61259" y="139"/>
                  <a:pt x="66550" y="1672"/>
                  <a:pt x="71028" y="4736"/>
                </a:cubicBezTo>
                <a:cubicBezTo>
                  <a:pt x="75505" y="7801"/>
                  <a:pt x="77744" y="12328"/>
                  <a:pt x="77744" y="18318"/>
                </a:cubicBezTo>
                <a:cubicBezTo>
                  <a:pt x="77744" y="30855"/>
                  <a:pt x="70214" y="39073"/>
                  <a:pt x="55153" y="42974"/>
                </a:cubicBezTo>
                <a:cubicBezTo>
                  <a:pt x="48505" y="44784"/>
                  <a:pt x="39415" y="45759"/>
                  <a:pt x="27882" y="45899"/>
                </a:cubicBezTo>
                <a:cubicBezTo>
                  <a:pt x="22862" y="45899"/>
                  <a:pt x="20284" y="46038"/>
                  <a:pt x="20148" y="46317"/>
                </a:cubicBezTo>
                <a:cubicBezTo>
                  <a:pt x="20148" y="46595"/>
                  <a:pt x="19741" y="49033"/>
                  <a:pt x="18927" y="53630"/>
                </a:cubicBezTo>
                <a:cubicBezTo>
                  <a:pt x="18113" y="58227"/>
                  <a:pt x="17638" y="62266"/>
                  <a:pt x="17503" y="65749"/>
                </a:cubicBezTo>
                <a:cubicBezTo>
                  <a:pt x="17503" y="72296"/>
                  <a:pt x="18927" y="77450"/>
                  <a:pt x="21776" y="81211"/>
                </a:cubicBezTo>
                <a:cubicBezTo>
                  <a:pt x="24626" y="84972"/>
                  <a:pt x="28900" y="86922"/>
                  <a:pt x="34598" y="87061"/>
                </a:cubicBezTo>
                <a:cubicBezTo>
                  <a:pt x="40297" y="87201"/>
                  <a:pt x="46606" y="85877"/>
                  <a:pt x="53525" y="83091"/>
                </a:cubicBezTo>
                <a:cubicBezTo>
                  <a:pt x="60445" y="80305"/>
                  <a:pt x="66686" y="75709"/>
                  <a:pt x="72249" y="69301"/>
                </a:cubicBezTo>
                <a:cubicBezTo>
                  <a:pt x="73470" y="67908"/>
                  <a:pt x="74284" y="67211"/>
                  <a:pt x="74691" y="67211"/>
                </a:cubicBezTo>
                <a:cubicBezTo>
                  <a:pt x="75234" y="67211"/>
                  <a:pt x="76116" y="67838"/>
                  <a:pt x="77337" y="69092"/>
                </a:cubicBezTo>
                <a:cubicBezTo>
                  <a:pt x="78558" y="70346"/>
                  <a:pt x="79236" y="71321"/>
                  <a:pt x="79372" y="72017"/>
                </a:cubicBezTo>
                <a:cubicBezTo>
                  <a:pt x="79508" y="72714"/>
                  <a:pt x="78897" y="73828"/>
                  <a:pt x="77540" y="75360"/>
                </a:cubicBezTo>
                <a:cubicBezTo>
                  <a:pt x="76184" y="76893"/>
                  <a:pt x="74148" y="78773"/>
                  <a:pt x="71435" y="81002"/>
                </a:cubicBezTo>
                <a:cubicBezTo>
                  <a:pt x="68721" y="83231"/>
                  <a:pt x="65601" y="85390"/>
                  <a:pt x="62073" y="87479"/>
                </a:cubicBezTo>
                <a:cubicBezTo>
                  <a:pt x="58545" y="89569"/>
                  <a:pt x="54271" y="91310"/>
                  <a:pt x="49251" y="92703"/>
                </a:cubicBezTo>
                <a:cubicBezTo>
                  <a:pt x="44231" y="94096"/>
                  <a:pt x="39075" y="94792"/>
                  <a:pt x="33784" y="94792"/>
                </a:cubicBezTo>
                <a:cubicBezTo>
                  <a:pt x="23065" y="94792"/>
                  <a:pt x="14789" y="91101"/>
                  <a:pt x="8955" y="83718"/>
                </a:cubicBezTo>
                <a:cubicBezTo>
                  <a:pt x="3121" y="76335"/>
                  <a:pt x="136" y="67560"/>
                  <a:pt x="0" y="57391"/>
                </a:cubicBezTo>
                <a:close/>
                <a:moveTo>
                  <a:pt x="67975" y="18736"/>
                </a:moveTo>
                <a:cubicBezTo>
                  <a:pt x="67161" y="11492"/>
                  <a:pt x="62548" y="7870"/>
                  <a:pt x="54136" y="7870"/>
                </a:cubicBezTo>
                <a:cubicBezTo>
                  <a:pt x="49658" y="7870"/>
                  <a:pt x="45520" y="8845"/>
                  <a:pt x="41721" y="10796"/>
                </a:cubicBezTo>
                <a:cubicBezTo>
                  <a:pt x="37922" y="12746"/>
                  <a:pt x="34869" y="15114"/>
                  <a:pt x="32563" y="17900"/>
                </a:cubicBezTo>
                <a:cubicBezTo>
                  <a:pt x="30256" y="20686"/>
                  <a:pt x="28289" y="23541"/>
                  <a:pt x="26661" y="26467"/>
                </a:cubicBezTo>
                <a:cubicBezTo>
                  <a:pt x="25033" y="29392"/>
                  <a:pt x="23947" y="31899"/>
                  <a:pt x="23405" y="33989"/>
                </a:cubicBezTo>
                <a:cubicBezTo>
                  <a:pt x="22862" y="36078"/>
                  <a:pt x="22523" y="37402"/>
                  <a:pt x="22387" y="37959"/>
                </a:cubicBezTo>
                <a:cubicBezTo>
                  <a:pt x="22387" y="38098"/>
                  <a:pt x="23744" y="38168"/>
                  <a:pt x="26457" y="38168"/>
                </a:cubicBezTo>
                <a:cubicBezTo>
                  <a:pt x="41789" y="38168"/>
                  <a:pt x="52508" y="36496"/>
                  <a:pt x="58613" y="33153"/>
                </a:cubicBezTo>
                <a:cubicBezTo>
                  <a:pt x="64719" y="29810"/>
                  <a:pt x="67839" y="25004"/>
                  <a:pt x="67975" y="187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115215-BD91-402F-88BB-5F51C840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040" y="3301420"/>
            <a:ext cx="79508" cy="94792"/>
          </a:xfrm>
          <a:custGeom xmlns:a="http://schemas.openxmlformats.org/drawingml/2006/main">
            <a:pathLst>
              <a:path w="79508" h="94792" fill="none">
                <a:moveTo>
                  <a:pt x="0" y="57391"/>
                </a:moveTo>
                <a:cubicBezTo>
                  <a:pt x="0" y="49451"/>
                  <a:pt x="1289" y="42207"/>
                  <a:pt x="3867" y="35660"/>
                </a:cubicBezTo>
                <a:cubicBezTo>
                  <a:pt x="6445" y="29113"/>
                  <a:pt x="9769" y="23681"/>
                  <a:pt x="13839" y="19362"/>
                </a:cubicBezTo>
                <a:cubicBezTo>
                  <a:pt x="17910" y="15044"/>
                  <a:pt x="22455" y="11422"/>
                  <a:pt x="27475" y="8497"/>
                </a:cubicBezTo>
                <a:cubicBezTo>
                  <a:pt x="32495" y="5572"/>
                  <a:pt x="37244" y="3413"/>
                  <a:pt x="41721" y="2020"/>
                </a:cubicBezTo>
                <a:cubicBezTo>
                  <a:pt x="46199" y="627"/>
                  <a:pt x="50472" y="0"/>
                  <a:pt x="54543" y="139"/>
                </a:cubicBezTo>
                <a:lnTo>
                  <a:pt x="55153" y="139"/>
                </a:lnTo>
                <a:cubicBezTo>
                  <a:pt x="61259" y="139"/>
                  <a:pt x="66550" y="1672"/>
                  <a:pt x="71028" y="4736"/>
                </a:cubicBezTo>
                <a:cubicBezTo>
                  <a:pt x="75505" y="7801"/>
                  <a:pt x="77744" y="12328"/>
                  <a:pt x="77744" y="18318"/>
                </a:cubicBezTo>
                <a:cubicBezTo>
                  <a:pt x="77744" y="30855"/>
                  <a:pt x="70214" y="39073"/>
                  <a:pt x="55153" y="42974"/>
                </a:cubicBezTo>
                <a:cubicBezTo>
                  <a:pt x="48505" y="44784"/>
                  <a:pt x="39415" y="45759"/>
                  <a:pt x="27882" y="45899"/>
                </a:cubicBezTo>
                <a:cubicBezTo>
                  <a:pt x="22862" y="45899"/>
                  <a:pt x="20284" y="46038"/>
                  <a:pt x="20148" y="46317"/>
                </a:cubicBezTo>
                <a:cubicBezTo>
                  <a:pt x="20148" y="46595"/>
                  <a:pt x="19741" y="49033"/>
                  <a:pt x="18927" y="53630"/>
                </a:cubicBezTo>
                <a:cubicBezTo>
                  <a:pt x="18113" y="58227"/>
                  <a:pt x="17638" y="62266"/>
                  <a:pt x="17503" y="65749"/>
                </a:cubicBezTo>
                <a:cubicBezTo>
                  <a:pt x="17503" y="72296"/>
                  <a:pt x="18927" y="77450"/>
                  <a:pt x="21776" y="81211"/>
                </a:cubicBezTo>
                <a:cubicBezTo>
                  <a:pt x="24626" y="84972"/>
                  <a:pt x="28900" y="86922"/>
                  <a:pt x="34598" y="87061"/>
                </a:cubicBezTo>
                <a:cubicBezTo>
                  <a:pt x="40297" y="87201"/>
                  <a:pt x="46606" y="85877"/>
                  <a:pt x="53525" y="83091"/>
                </a:cubicBezTo>
                <a:cubicBezTo>
                  <a:pt x="60445" y="80305"/>
                  <a:pt x="66686" y="75709"/>
                  <a:pt x="72249" y="69301"/>
                </a:cubicBezTo>
                <a:cubicBezTo>
                  <a:pt x="73470" y="67908"/>
                  <a:pt x="74284" y="67211"/>
                  <a:pt x="74691" y="67211"/>
                </a:cubicBezTo>
                <a:cubicBezTo>
                  <a:pt x="75234" y="67211"/>
                  <a:pt x="76116" y="67838"/>
                  <a:pt x="77337" y="69092"/>
                </a:cubicBezTo>
                <a:cubicBezTo>
                  <a:pt x="78558" y="70346"/>
                  <a:pt x="79236" y="71321"/>
                  <a:pt x="79372" y="72017"/>
                </a:cubicBezTo>
                <a:cubicBezTo>
                  <a:pt x="79508" y="72714"/>
                  <a:pt x="78897" y="73828"/>
                  <a:pt x="77540" y="75360"/>
                </a:cubicBezTo>
                <a:cubicBezTo>
                  <a:pt x="76184" y="76893"/>
                  <a:pt x="74148" y="78773"/>
                  <a:pt x="71435" y="81002"/>
                </a:cubicBezTo>
                <a:cubicBezTo>
                  <a:pt x="68721" y="83231"/>
                  <a:pt x="65601" y="85390"/>
                  <a:pt x="62073" y="87479"/>
                </a:cubicBezTo>
                <a:cubicBezTo>
                  <a:pt x="58545" y="89569"/>
                  <a:pt x="54271" y="91310"/>
                  <a:pt x="49251" y="92703"/>
                </a:cubicBezTo>
                <a:cubicBezTo>
                  <a:pt x="44231" y="94096"/>
                  <a:pt x="39075" y="94792"/>
                  <a:pt x="33784" y="94792"/>
                </a:cubicBezTo>
                <a:cubicBezTo>
                  <a:pt x="23065" y="94792"/>
                  <a:pt x="14789" y="91101"/>
                  <a:pt x="8955" y="83718"/>
                </a:cubicBezTo>
                <a:cubicBezTo>
                  <a:pt x="3121" y="76335"/>
                  <a:pt x="136" y="67560"/>
                  <a:pt x="0" y="57391"/>
                </a:cubicBezTo>
                <a:close/>
                <a:moveTo>
                  <a:pt x="67975" y="18736"/>
                </a:moveTo>
                <a:cubicBezTo>
                  <a:pt x="67161" y="11492"/>
                  <a:pt x="62548" y="7870"/>
                  <a:pt x="54136" y="7870"/>
                </a:cubicBezTo>
                <a:cubicBezTo>
                  <a:pt x="49658" y="7870"/>
                  <a:pt x="45520" y="8845"/>
                  <a:pt x="41721" y="10796"/>
                </a:cubicBezTo>
                <a:cubicBezTo>
                  <a:pt x="37922" y="12746"/>
                  <a:pt x="34869" y="15114"/>
                  <a:pt x="32563" y="17900"/>
                </a:cubicBezTo>
                <a:cubicBezTo>
                  <a:pt x="30256" y="20686"/>
                  <a:pt x="28289" y="23541"/>
                  <a:pt x="26661" y="26467"/>
                </a:cubicBezTo>
                <a:cubicBezTo>
                  <a:pt x="25033" y="29392"/>
                  <a:pt x="23947" y="31899"/>
                  <a:pt x="23405" y="33989"/>
                </a:cubicBezTo>
                <a:cubicBezTo>
                  <a:pt x="22862" y="36078"/>
                  <a:pt x="22523" y="37402"/>
                  <a:pt x="22387" y="37959"/>
                </a:cubicBezTo>
                <a:cubicBezTo>
                  <a:pt x="22387" y="38098"/>
                  <a:pt x="23744" y="38168"/>
                  <a:pt x="26457" y="38168"/>
                </a:cubicBezTo>
                <a:cubicBezTo>
                  <a:pt x="41789" y="38168"/>
                  <a:pt x="52508" y="36496"/>
                  <a:pt x="58613" y="33153"/>
                </a:cubicBezTo>
                <a:cubicBezTo>
                  <a:pt x="64719" y="29810"/>
                  <a:pt x="67839" y="25004"/>
                  <a:pt x="67975" y="1873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64DB03-70BA-4909-BC07-947F361A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217" y="3301281"/>
            <a:ext cx="83239" cy="94932"/>
          </a:xfrm>
          <a:custGeom xmlns:a="http://schemas.openxmlformats.org/drawingml/2006/main">
            <a:pathLst>
              <a:path w="83239" h="94932">
                <a:moveTo>
                  <a:pt x="0" y="32665"/>
                </a:moveTo>
                <a:cubicBezTo>
                  <a:pt x="136" y="32248"/>
                  <a:pt x="271" y="31690"/>
                  <a:pt x="407" y="30994"/>
                </a:cubicBezTo>
                <a:cubicBezTo>
                  <a:pt x="543" y="30297"/>
                  <a:pt x="882" y="28765"/>
                  <a:pt x="1425" y="26397"/>
                </a:cubicBezTo>
                <a:cubicBezTo>
                  <a:pt x="1967" y="24029"/>
                  <a:pt x="2646" y="21870"/>
                  <a:pt x="3460" y="19920"/>
                </a:cubicBezTo>
                <a:cubicBezTo>
                  <a:pt x="4274" y="17969"/>
                  <a:pt x="5291" y="15671"/>
                  <a:pt x="6513" y="13024"/>
                </a:cubicBezTo>
                <a:cubicBezTo>
                  <a:pt x="7734" y="10378"/>
                  <a:pt x="9090" y="8288"/>
                  <a:pt x="10583" y="6756"/>
                </a:cubicBezTo>
                <a:cubicBezTo>
                  <a:pt x="12075" y="5224"/>
                  <a:pt x="13839" y="3691"/>
                  <a:pt x="15874" y="2159"/>
                </a:cubicBezTo>
                <a:cubicBezTo>
                  <a:pt x="17910" y="627"/>
                  <a:pt x="20148" y="0"/>
                  <a:pt x="22590" y="279"/>
                </a:cubicBezTo>
                <a:cubicBezTo>
                  <a:pt x="26525" y="279"/>
                  <a:pt x="29985" y="1114"/>
                  <a:pt x="32970" y="2786"/>
                </a:cubicBezTo>
                <a:cubicBezTo>
                  <a:pt x="35955" y="4458"/>
                  <a:pt x="38058" y="5990"/>
                  <a:pt x="39279" y="7383"/>
                </a:cubicBezTo>
                <a:cubicBezTo>
                  <a:pt x="40500" y="8776"/>
                  <a:pt x="41246" y="10169"/>
                  <a:pt x="41518" y="11562"/>
                </a:cubicBezTo>
                <a:cubicBezTo>
                  <a:pt x="41789" y="12398"/>
                  <a:pt x="41993" y="12815"/>
                  <a:pt x="42128" y="12815"/>
                </a:cubicBezTo>
                <a:cubicBezTo>
                  <a:pt x="42264" y="12815"/>
                  <a:pt x="42807" y="12328"/>
                  <a:pt x="43756" y="11353"/>
                </a:cubicBezTo>
                <a:cubicBezTo>
                  <a:pt x="50269" y="4109"/>
                  <a:pt x="57799" y="488"/>
                  <a:pt x="66347" y="488"/>
                </a:cubicBezTo>
                <a:lnTo>
                  <a:pt x="66957" y="488"/>
                </a:lnTo>
                <a:cubicBezTo>
                  <a:pt x="73470" y="488"/>
                  <a:pt x="78354" y="3343"/>
                  <a:pt x="81611" y="9054"/>
                </a:cubicBezTo>
                <a:cubicBezTo>
                  <a:pt x="82696" y="11701"/>
                  <a:pt x="83239" y="14278"/>
                  <a:pt x="83239" y="16785"/>
                </a:cubicBezTo>
                <a:cubicBezTo>
                  <a:pt x="83239" y="20964"/>
                  <a:pt x="82357" y="24308"/>
                  <a:pt x="80593" y="26815"/>
                </a:cubicBezTo>
                <a:cubicBezTo>
                  <a:pt x="78829" y="29322"/>
                  <a:pt x="77065" y="30924"/>
                  <a:pt x="75302" y="31621"/>
                </a:cubicBezTo>
                <a:cubicBezTo>
                  <a:pt x="73538" y="32317"/>
                  <a:pt x="71842" y="32596"/>
                  <a:pt x="70214" y="32456"/>
                </a:cubicBezTo>
                <a:cubicBezTo>
                  <a:pt x="67500" y="32456"/>
                  <a:pt x="65329" y="31690"/>
                  <a:pt x="63701" y="30158"/>
                </a:cubicBezTo>
                <a:cubicBezTo>
                  <a:pt x="62073" y="28626"/>
                  <a:pt x="61259" y="26606"/>
                  <a:pt x="61259" y="24099"/>
                </a:cubicBezTo>
                <a:cubicBezTo>
                  <a:pt x="61259" y="17412"/>
                  <a:pt x="65058" y="12955"/>
                  <a:pt x="72656" y="10726"/>
                </a:cubicBezTo>
                <a:cubicBezTo>
                  <a:pt x="69671" y="8915"/>
                  <a:pt x="67229" y="8010"/>
                  <a:pt x="65329" y="8010"/>
                </a:cubicBezTo>
                <a:cubicBezTo>
                  <a:pt x="57731" y="8010"/>
                  <a:pt x="50744" y="13164"/>
                  <a:pt x="44367" y="23472"/>
                </a:cubicBezTo>
                <a:cubicBezTo>
                  <a:pt x="43010" y="25701"/>
                  <a:pt x="41993" y="27999"/>
                  <a:pt x="41314" y="30367"/>
                </a:cubicBezTo>
                <a:cubicBezTo>
                  <a:pt x="40636" y="32735"/>
                  <a:pt x="38329" y="41998"/>
                  <a:pt x="34395" y="58157"/>
                </a:cubicBezTo>
                <a:cubicBezTo>
                  <a:pt x="29781" y="77659"/>
                  <a:pt x="27136" y="88036"/>
                  <a:pt x="26457" y="89290"/>
                </a:cubicBezTo>
                <a:cubicBezTo>
                  <a:pt x="24694" y="93051"/>
                  <a:pt x="21776" y="94932"/>
                  <a:pt x="17706" y="94932"/>
                </a:cubicBezTo>
                <a:cubicBezTo>
                  <a:pt x="15942" y="94932"/>
                  <a:pt x="14518" y="94514"/>
                  <a:pt x="13432" y="93678"/>
                </a:cubicBezTo>
                <a:cubicBezTo>
                  <a:pt x="12347" y="92842"/>
                  <a:pt x="11601" y="92006"/>
                  <a:pt x="11193" y="91171"/>
                </a:cubicBezTo>
                <a:cubicBezTo>
                  <a:pt x="10786" y="90335"/>
                  <a:pt x="10651" y="89638"/>
                  <a:pt x="10786" y="89081"/>
                </a:cubicBezTo>
                <a:cubicBezTo>
                  <a:pt x="10786" y="87270"/>
                  <a:pt x="13500" y="75291"/>
                  <a:pt x="18927" y="53142"/>
                </a:cubicBezTo>
                <a:cubicBezTo>
                  <a:pt x="24354" y="30994"/>
                  <a:pt x="27068" y="18666"/>
                  <a:pt x="27068" y="16159"/>
                </a:cubicBezTo>
                <a:cubicBezTo>
                  <a:pt x="27068" y="10726"/>
                  <a:pt x="25304" y="8010"/>
                  <a:pt x="21776" y="8010"/>
                </a:cubicBezTo>
                <a:cubicBezTo>
                  <a:pt x="18927" y="8010"/>
                  <a:pt x="16485" y="9960"/>
                  <a:pt x="14450" y="13860"/>
                </a:cubicBezTo>
                <a:cubicBezTo>
                  <a:pt x="12415" y="17761"/>
                  <a:pt x="10786" y="22009"/>
                  <a:pt x="9565" y="26606"/>
                </a:cubicBezTo>
                <a:cubicBezTo>
                  <a:pt x="8344" y="31203"/>
                  <a:pt x="7598" y="33710"/>
                  <a:pt x="7327" y="34128"/>
                </a:cubicBezTo>
                <a:cubicBezTo>
                  <a:pt x="7055" y="34407"/>
                  <a:pt x="5970" y="34546"/>
                  <a:pt x="4070" y="34546"/>
                </a:cubicBezTo>
                <a:lnTo>
                  <a:pt x="1221" y="34546"/>
                </a:lnTo>
                <a:cubicBezTo>
                  <a:pt x="407" y="33710"/>
                  <a:pt x="0" y="33083"/>
                  <a:pt x="0" y="326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3C9F63-DAC4-48BA-8B3B-F3B5EC88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217" y="3301281"/>
            <a:ext cx="83239" cy="94932"/>
          </a:xfrm>
          <a:custGeom xmlns:a="http://schemas.openxmlformats.org/drawingml/2006/main">
            <a:pathLst>
              <a:path w="83239" h="94932" fill="none">
                <a:moveTo>
                  <a:pt x="0" y="32665"/>
                </a:moveTo>
                <a:cubicBezTo>
                  <a:pt x="136" y="32248"/>
                  <a:pt x="271" y="31690"/>
                  <a:pt x="407" y="30994"/>
                </a:cubicBezTo>
                <a:cubicBezTo>
                  <a:pt x="543" y="30297"/>
                  <a:pt x="882" y="28765"/>
                  <a:pt x="1425" y="26397"/>
                </a:cubicBezTo>
                <a:cubicBezTo>
                  <a:pt x="1967" y="24029"/>
                  <a:pt x="2646" y="21870"/>
                  <a:pt x="3460" y="19920"/>
                </a:cubicBezTo>
                <a:cubicBezTo>
                  <a:pt x="4274" y="17969"/>
                  <a:pt x="5291" y="15671"/>
                  <a:pt x="6513" y="13024"/>
                </a:cubicBezTo>
                <a:cubicBezTo>
                  <a:pt x="7734" y="10378"/>
                  <a:pt x="9090" y="8288"/>
                  <a:pt x="10583" y="6756"/>
                </a:cubicBezTo>
                <a:cubicBezTo>
                  <a:pt x="12075" y="5224"/>
                  <a:pt x="13839" y="3691"/>
                  <a:pt x="15874" y="2159"/>
                </a:cubicBezTo>
                <a:cubicBezTo>
                  <a:pt x="17910" y="627"/>
                  <a:pt x="20148" y="0"/>
                  <a:pt x="22590" y="279"/>
                </a:cubicBezTo>
                <a:cubicBezTo>
                  <a:pt x="26525" y="279"/>
                  <a:pt x="29985" y="1114"/>
                  <a:pt x="32970" y="2786"/>
                </a:cubicBezTo>
                <a:cubicBezTo>
                  <a:pt x="35955" y="4458"/>
                  <a:pt x="38058" y="5990"/>
                  <a:pt x="39279" y="7383"/>
                </a:cubicBezTo>
                <a:cubicBezTo>
                  <a:pt x="40500" y="8776"/>
                  <a:pt x="41246" y="10169"/>
                  <a:pt x="41518" y="11562"/>
                </a:cubicBezTo>
                <a:cubicBezTo>
                  <a:pt x="41789" y="12398"/>
                  <a:pt x="41993" y="12815"/>
                  <a:pt x="42128" y="12815"/>
                </a:cubicBezTo>
                <a:cubicBezTo>
                  <a:pt x="42264" y="12815"/>
                  <a:pt x="42807" y="12328"/>
                  <a:pt x="43756" y="11353"/>
                </a:cubicBezTo>
                <a:cubicBezTo>
                  <a:pt x="50269" y="4109"/>
                  <a:pt x="57799" y="488"/>
                  <a:pt x="66347" y="488"/>
                </a:cubicBezTo>
                <a:lnTo>
                  <a:pt x="66957" y="488"/>
                </a:lnTo>
                <a:cubicBezTo>
                  <a:pt x="73470" y="488"/>
                  <a:pt x="78354" y="3343"/>
                  <a:pt x="81611" y="9054"/>
                </a:cubicBezTo>
                <a:cubicBezTo>
                  <a:pt x="82696" y="11701"/>
                  <a:pt x="83239" y="14278"/>
                  <a:pt x="83239" y="16785"/>
                </a:cubicBezTo>
                <a:cubicBezTo>
                  <a:pt x="83239" y="20964"/>
                  <a:pt x="82357" y="24308"/>
                  <a:pt x="80593" y="26815"/>
                </a:cubicBezTo>
                <a:cubicBezTo>
                  <a:pt x="78829" y="29322"/>
                  <a:pt x="77065" y="30924"/>
                  <a:pt x="75302" y="31621"/>
                </a:cubicBezTo>
                <a:cubicBezTo>
                  <a:pt x="73538" y="32317"/>
                  <a:pt x="71842" y="32596"/>
                  <a:pt x="70214" y="32456"/>
                </a:cubicBezTo>
                <a:cubicBezTo>
                  <a:pt x="67500" y="32456"/>
                  <a:pt x="65329" y="31690"/>
                  <a:pt x="63701" y="30158"/>
                </a:cubicBezTo>
                <a:cubicBezTo>
                  <a:pt x="62073" y="28626"/>
                  <a:pt x="61259" y="26606"/>
                  <a:pt x="61259" y="24099"/>
                </a:cubicBezTo>
                <a:cubicBezTo>
                  <a:pt x="61259" y="17412"/>
                  <a:pt x="65058" y="12955"/>
                  <a:pt x="72656" y="10726"/>
                </a:cubicBezTo>
                <a:cubicBezTo>
                  <a:pt x="69671" y="8915"/>
                  <a:pt x="67229" y="8010"/>
                  <a:pt x="65329" y="8010"/>
                </a:cubicBezTo>
                <a:cubicBezTo>
                  <a:pt x="57731" y="8010"/>
                  <a:pt x="50744" y="13164"/>
                  <a:pt x="44367" y="23472"/>
                </a:cubicBezTo>
                <a:cubicBezTo>
                  <a:pt x="43010" y="25701"/>
                  <a:pt x="41993" y="27999"/>
                  <a:pt x="41314" y="30367"/>
                </a:cubicBezTo>
                <a:cubicBezTo>
                  <a:pt x="40636" y="32735"/>
                  <a:pt x="38329" y="41998"/>
                  <a:pt x="34395" y="58157"/>
                </a:cubicBezTo>
                <a:cubicBezTo>
                  <a:pt x="29781" y="77659"/>
                  <a:pt x="27136" y="88036"/>
                  <a:pt x="26457" y="89290"/>
                </a:cubicBezTo>
                <a:cubicBezTo>
                  <a:pt x="24694" y="93051"/>
                  <a:pt x="21776" y="94932"/>
                  <a:pt x="17706" y="94932"/>
                </a:cubicBezTo>
                <a:cubicBezTo>
                  <a:pt x="15942" y="94932"/>
                  <a:pt x="14518" y="94514"/>
                  <a:pt x="13432" y="93678"/>
                </a:cubicBezTo>
                <a:cubicBezTo>
                  <a:pt x="12347" y="92842"/>
                  <a:pt x="11601" y="92006"/>
                  <a:pt x="11193" y="91171"/>
                </a:cubicBezTo>
                <a:cubicBezTo>
                  <a:pt x="10786" y="90335"/>
                  <a:pt x="10651" y="89638"/>
                  <a:pt x="10786" y="89081"/>
                </a:cubicBezTo>
                <a:cubicBezTo>
                  <a:pt x="10786" y="87270"/>
                  <a:pt x="13500" y="75291"/>
                  <a:pt x="18927" y="53142"/>
                </a:cubicBezTo>
                <a:cubicBezTo>
                  <a:pt x="24354" y="30994"/>
                  <a:pt x="27068" y="18666"/>
                  <a:pt x="27068" y="16159"/>
                </a:cubicBezTo>
                <a:cubicBezTo>
                  <a:pt x="27068" y="10726"/>
                  <a:pt x="25304" y="8010"/>
                  <a:pt x="21776" y="8010"/>
                </a:cubicBezTo>
                <a:cubicBezTo>
                  <a:pt x="18927" y="8010"/>
                  <a:pt x="16485" y="9960"/>
                  <a:pt x="14450" y="13860"/>
                </a:cubicBezTo>
                <a:cubicBezTo>
                  <a:pt x="12415" y="17761"/>
                  <a:pt x="10786" y="22009"/>
                  <a:pt x="9565" y="26606"/>
                </a:cubicBezTo>
                <a:cubicBezTo>
                  <a:pt x="8344" y="31203"/>
                  <a:pt x="7598" y="33710"/>
                  <a:pt x="7327" y="34128"/>
                </a:cubicBezTo>
                <a:cubicBezTo>
                  <a:pt x="7055" y="34407"/>
                  <a:pt x="5970" y="34546"/>
                  <a:pt x="4070" y="34546"/>
                </a:cubicBezTo>
                <a:lnTo>
                  <a:pt x="1221" y="34546"/>
                </a:lnTo>
                <a:cubicBezTo>
                  <a:pt x="407" y="33710"/>
                  <a:pt x="0" y="33083"/>
                  <a:pt x="0" y="3266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2CB826-A82F-4D29-AB4E-92FE4ED2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860" y="3237204"/>
            <a:ext cx="48641" cy="208947"/>
          </a:xfrm>
          <a:custGeom xmlns:a="http://schemas.openxmlformats.org/drawingml/2006/main">
            <a:pathLst>
              <a:path w="48641" h="208947">
                <a:moveTo>
                  <a:pt x="0" y="104474"/>
                </a:moveTo>
                <a:cubicBezTo>
                  <a:pt x="0" y="94862"/>
                  <a:pt x="678" y="85738"/>
                  <a:pt x="2035" y="77102"/>
                </a:cubicBezTo>
                <a:cubicBezTo>
                  <a:pt x="3392" y="68465"/>
                  <a:pt x="4952" y="61013"/>
                  <a:pt x="6716" y="54744"/>
                </a:cubicBezTo>
                <a:cubicBezTo>
                  <a:pt x="8480" y="48476"/>
                  <a:pt x="10990" y="42347"/>
                  <a:pt x="14246" y="36357"/>
                </a:cubicBezTo>
                <a:cubicBezTo>
                  <a:pt x="17503" y="30367"/>
                  <a:pt x="20080" y="25701"/>
                  <a:pt x="21980" y="22357"/>
                </a:cubicBezTo>
                <a:cubicBezTo>
                  <a:pt x="23879" y="19014"/>
                  <a:pt x="26729" y="15392"/>
                  <a:pt x="30528" y="11492"/>
                </a:cubicBezTo>
                <a:cubicBezTo>
                  <a:pt x="34327" y="7592"/>
                  <a:pt x="36565" y="5224"/>
                  <a:pt x="37244" y="4388"/>
                </a:cubicBezTo>
                <a:cubicBezTo>
                  <a:pt x="37922" y="3552"/>
                  <a:pt x="39618" y="2089"/>
                  <a:pt x="42332" y="0"/>
                </a:cubicBezTo>
                <a:lnTo>
                  <a:pt x="44977" y="0"/>
                </a:lnTo>
                <a:lnTo>
                  <a:pt x="45792" y="0"/>
                </a:lnTo>
                <a:cubicBezTo>
                  <a:pt x="47691" y="0"/>
                  <a:pt x="48641" y="627"/>
                  <a:pt x="48641" y="1881"/>
                </a:cubicBezTo>
                <a:cubicBezTo>
                  <a:pt x="48641" y="2298"/>
                  <a:pt x="47488" y="3761"/>
                  <a:pt x="45181" y="6268"/>
                </a:cubicBezTo>
                <a:cubicBezTo>
                  <a:pt x="42874" y="8776"/>
                  <a:pt x="40093" y="12467"/>
                  <a:pt x="36837" y="17343"/>
                </a:cubicBezTo>
                <a:cubicBezTo>
                  <a:pt x="33580" y="22218"/>
                  <a:pt x="30256" y="28208"/>
                  <a:pt x="26864" y="35312"/>
                </a:cubicBezTo>
                <a:cubicBezTo>
                  <a:pt x="23472" y="42416"/>
                  <a:pt x="20623" y="52028"/>
                  <a:pt x="18317" y="64147"/>
                </a:cubicBezTo>
                <a:cubicBezTo>
                  <a:pt x="16010" y="76266"/>
                  <a:pt x="14857" y="89708"/>
                  <a:pt x="14857" y="104474"/>
                </a:cubicBezTo>
                <a:cubicBezTo>
                  <a:pt x="14857" y="119239"/>
                  <a:pt x="16010" y="132612"/>
                  <a:pt x="18317" y="144592"/>
                </a:cubicBezTo>
                <a:cubicBezTo>
                  <a:pt x="20623" y="156571"/>
                  <a:pt x="23405" y="166252"/>
                  <a:pt x="26661" y="173635"/>
                </a:cubicBezTo>
                <a:cubicBezTo>
                  <a:pt x="29917" y="181018"/>
                  <a:pt x="33241" y="187008"/>
                  <a:pt x="36633" y="191605"/>
                </a:cubicBezTo>
                <a:cubicBezTo>
                  <a:pt x="40025" y="196202"/>
                  <a:pt x="42874" y="199893"/>
                  <a:pt x="45181" y="202679"/>
                </a:cubicBezTo>
                <a:cubicBezTo>
                  <a:pt x="47488" y="205465"/>
                  <a:pt x="48641" y="206928"/>
                  <a:pt x="48641" y="207067"/>
                </a:cubicBezTo>
                <a:cubicBezTo>
                  <a:pt x="48641" y="208320"/>
                  <a:pt x="47623" y="208947"/>
                  <a:pt x="45588" y="208947"/>
                </a:cubicBezTo>
                <a:lnTo>
                  <a:pt x="44977" y="208947"/>
                </a:lnTo>
                <a:lnTo>
                  <a:pt x="42332" y="208947"/>
                </a:lnTo>
                <a:lnTo>
                  <a:pt x="36633" y="203933"/>
                </a:lnTo>
                <a:cubicBezTo>
                  <a:pt x="23879" y="192092"/>
                  <a:pt x="14585" y="177327"/>
                  <a:pt x="8751" y="159636"/>
                </a:cubicBezTo>
                <a:cubicBezTo>
                  <a:pt x="2917" y="141945"/>
                  <a:pt x="0" y="123558"/>
                  <a:pt x="0" y="10447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214F77-A997-4DDB-A70A-0B01FB51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860" y="3237204"/>
            <a:ext cx="48641" cy="208947"/>
          </a:xfrm>
          <a:custGeom xmlns:a="http://schemas.openxmlformats.org/drawingml/2006/main">
            <a:pathLst>
              <a:path w="48641" h="208947" fill="none">
                <a:moveTo>
                  <a:pt x="0" y="104474"/>
                </a:moveTo>
                <a:cubicBezTo>
                  <a:pt x="0" y="94862"/>
                  <a:pt x="678" y="85738"/>
                  <a:pt x="2035" y="77102"/>
                </a:cubicBezTo>
                <a:cubicBezTo>
                  <a:pt x="3392" y="68465"/>
                  <a:pt x="4952" y="61013"/>
                  <a:pt x="6716" y="54744"/>
                </a:cubicBezTo>
                <a:cubicBezTo>
                  <a:pt x="8480" y="48476"/>
                  <a:pt x="10990" y="42347"/>
                  <a:pt x="14246" y="36357"/>
                </a:cubicBezTo>
                <a:cubicBezTo>
                  <a:pt x="17503" y="30367"/>
                  <a:pt x="20080" y="25701"/>
                  <a:pt x="21980" y="22357"/>
                </a:cubicBezTo>
                <a:cubicBezTo>
                  <a:pt x="23879" y="19014"/>
                  <a:pt x="26729" y="15392"/>
                  <a:pt x="30528" y="11492"/>
                </a:cubicBezTo>
                <a:cubicBezTo>
                  <a:pt x="34327" y="7592"/>
                  <a:pt x="36565" y="5224"/>
                  <a:pt x="37244" y="4388"/>
                </a:cubicBezTo>
                <a:cubicBezTo>
                  <a:pt x="37922" y="3552"/>
                  <a:pt x="39618" y="2089"/>
                  <a:pt x="42332" y="0"/>
                </a:cubicBezTo>
                <a:lnTo>
                  <a:pt x="44977" y="0"/>
                </a:lnTo>
                <a:lnTo>
                  <a:pt x="45792" y="0"/>
                </a:lnTo>
                <a:cubicBezTo>
                  <a:pt x="47691" y="0"/>
                  <a:pt x="48641" y="627"/>
                  <a:pt x="48641" y="1881"/>
                </a:cubicBezTo>
                <a:cubicBezTo>
                  <a:pt x="48641" y="2298"/>
                  <a:pt x="47488" y="3761"/>
                  <a:pt x="45181" y="6268"/>
                </a:cubicBezTo>
                <a:cubicBezTo>
                  <a:pt x="42874" y="8776"/>
                  <a:pt x="40093" y="12467"/>
                  <a:pt x="36837" y="17343"/>
                </a:cubicBezTo>
                <a:cubicBezTo>
                  <a:pt x="33580" y="22218"/>
                  <a:pt x="30256" y="28208"/>
                  <a:pt x="26864" y="35312"/>
                </a:cubicBezTo>
                <a:cubicBezTo>
                  <a:pt x="23472" y="42416"/>
                  <a:pt x="20623" y="52028"/>
                  <a:pt x="18317" y="64147"/>
                </a:cubicBezTo>
                <a:cubicBezTo>
                  <a:pt x="16010" y="76266"/>
                  <a:pt x="14857" y="89708"/>
                  <a:pt x="14857" y="104474"/>
                </a:cubicBezTo>
                <a:cubicBezTo>
                  <a:pt x="14857" y="119239"/>
                  <a:pt x="16010" y="132612"/>
                  <a:pt x="18317" y="144592"/>
                </a:cubicBezTo>
                <a:cubicBezTo>
                  <a:pt x="20623" y="156571"/>
                  <a:pt x="23405" y="166252"/>
                  <a:pt x="26661" y="173635"/>
                </a:cubicBezTo>
                <a:cubicBezTo>
                  <a:pt x="29917" y="181018"/>
                  <a:pt x="33241" y="187008"/>
                  <a:pt x="36633" y="191605"/>
                </a:cubicBezTo>
                <a:cubicBezTo>
                  <a:pt x="40025" y="196202"/>
                  <a:pt x="42874" y="199893"/>
                  <a:pt x="45181" y="202679"/>
                </a:cubicBezTo>
                <a:cubicBezTo>
                  <a:pt x="47488" y="205465"/>
                  <a:pt x="48641" y="206928"/>
                  <a:pt x="48641" y="207067"/>
                </a:cubicBezTo>
                <a:cubicBezTo>
                  <a:pt x="48641" y="208320"/>
                  <a:pt x="47623" y="208947"/>
                  <a:pt x="45588" y="208947"/>
                </a:cubicBezTo>
                <a:lnTo>
                  <a:pt x="44977" y="208947"/>
                </a:lnTo>
                <a:lnTo>
                  <a:pt x="42332" y="208947"/>
                </a:lnTo>
                <a:lnTo>
                  <a:pt x="36633" y="203933"/>
                </a:lnTo>
                <a:cubicBezTo>
                  <a:pt x="23879" y="192092"/>
                  <a:pt x="14585" y="177327"/>
                  <a:pt x="8751" y="159636"/>
                </a:cubicBezTo>
                <a:cubicBezTo>
                  <a:pt x="2917" y="141945"/>
                  <a:pt x="0" y="123558"/>
                  <a:pt x="0" y="10447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501E80-DD8A-4DB2-A120-3FD83FB4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149" y="3237204"/>
            <a:ext cx="45520" cy="208947"/>
          </a:xfrm>
          <a:custGeom xmlns:a="http://schemas.openxmlformats.org/drawingml/2006/main">
            <a:pathLst>
              <a:path w="45520" h="208947">
                <a:moveTo>
                  <a:pt x="45520" y="205186"/>
                </a:moveTo>
                <a:cubicBezTo>
                  <a:pt x="45385" y="206161"/>
                  <a:pt x="44977" y="206997"/>
                  <a:pt x="44299" y="207694"/>
                </a:cubicBezTo>
                <a:cubicBezTo>
                  <a:pt x="43621" y="208390"/>
                  <a:pt x="42671" y="208808"/>
                  <a:pt x="41450" y="208947"/>
                </a:cubicBezTo>
                <a:cubicBezTo>
                  <a:pt x="40093" y="208947"/>
                  <a:pt x="38940" y="208251"/>
                  <a:pt x="37990" y="206858"/>
                </a:cubicBezTo>
                <a:cubicBezTo>
                  <a:pt x="37583" y="205883"/>
                  <a:pt x="31206" y="188749"/>
                  <a:pt x="18859" y="155457"/>
                </a:cubicBezTo>
                <a:cubicBezTo>
                  <a:pt x="6513" y="122165"/>
                  <a:pt x="271" y="105170"/>
                  <a:pt x="136" y="104474"/>
                </a:cubicBezTo>
                <a:cubicBezTo>
                  <a:pt x="0" y="103777"/>
                  <a:pt x="6173" y="86783"/>
                  <a:pt x="18656" y="53491"/>
                </a:cubicBezTo>
                <a:cubicBezTo>
                  <a:pt x="31138" y="20198"/>
                  <a:pt x="37583" y="3065"/>
                  <a:pt x="37990" y="2089"/>
                </a:cubicBezTo>
                <a:cubicBezTo>
                  <a:pt x="38397" y="1393"/>
                  <a:pt x="39075" y="766"/>
                  <a:pt x="40025" y="209"/>
                </a:cubicBezTo>
                <a:lnTo>
                  <a:pt x="40636" y="0"/>
                </a:lnTo>
                <a:cubicBezTo>
                  <a:pt x="41043" y="0"/>
                  <a:pt x="41314" y="0"/>
                  <a:pt x="41450" y="0"/>
                </a:cubicBezTo>
                <a:cubicBezTo>
                  <a:pt x="43892" y="0"/>
                  <a:pt x="45249" y="1254"/>
                  <a:pt x="45520" y="3761"/>
                </a:cubicBezTo>
                <a:cubicBezTo>
                  <a:pt x="45520" y="4458"/>
                  <a:pt x="39415" y="21382"/>
                  <a:pt x="27204" y="54535"/>
                </a:cubicBezTo>
                <a:cubicBezTo>
                  <a:pt x="14857" y="87549"/>
                  <a:pt x="8683" y="104195"/>
                  <a:pt x="8683" y="104474"/>
                </a:cubicBezTo>
                <a:cubicBezTo>
                  <a:pt x="8683" y="104752"/>
                  <a:pt x="14857" y="121398"/>
                  <a:pt x="27204" y="154412"/>
                </a:cubicBezTo>
                <a:cubicBezTo>
                  <a:pt x="39415" y="187565"/>
                  <a:pt x="45520" y="204490"/>
                  <a:pt x="45520" y="2051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992453-3441-4CCA-A67C-99EC1895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149" y="3237204"/>
            <a:ext cx="45520" cy="208947"/>
          </a:xfrm>
          <a:custGeom xmlns:a="http://schemas.openxmlformats.org/drawingml/2006/main">
            <a:pathLst>
              <a:path w="45520" h="208947" fill="none">
                <a:moveTo>
                  <a:pt x="45520" y="205186"/>
                </a:moveTo>
                <a:cubicBezTo>
                  <a:pt x="45385" y="206161"/>
                  <a:pt x="44977" y="206997"/>
                  <a:pt x="44299" y="207694"/>
                </a:cubicBezTo>
                <a:cubicBezTo>
                  <a:pt x="43621" y="208390"/>
                  <a:pt x="42671" y="208808"/>
                  <a:pt x="41450" y="208947"/>
                </a:cubicBezTo>
                <a:cubicBezTo>
                  <a:pt x="40093" y="208947"/>
                  <a:pt x="38940" y="208251"/>
                  <a:pt x="37990" y="206858"/>
                </a:cubicBezTo>
                <a:cubicBezTo>
                  <a:pt x="37583" y="205883"/>
                  <a:pt x="31206" y="188749"/>
                  <a:pt x="18859" y="155457"/>
                </a:cubicBezTo>
                <a:cubicBezTo>
                  <a:pt x="6513" y="122165"/>
                  <a:pt x="271" y="105170"/>
                  <a:pt x="136" y="104474"/>
                </a:cubicBezTo>
                <a:cubicBezTo>
                  <a:pt x="0" y="103777"/>
                  <a:pt x="6173" y="86783"/>
                  <a:pt x="18656" y="53491"/>
                </a:cubicBezTo>
                <a:cubicBezTo>
                  <a:pt x="31138" y="20198"/>
                  <a:pt x="37583" y="3065"/>
                  <a:pt x="37990" y="2089"/>
                </a:cubicBezTo>
                <a:cubicBezTo>
                  <a:pt x="38397" y="1393"/>
                  <a:pt x="39075" y="766"/>
                  <a:pt x="40025" y="209"/>
                </a:cubicBezTo>
                <a:lnTo>
                  <a:pt x="40636" y="0"/>
                </a:lnTo>
                <a:cubicBezTo>
                  <a:pt x="41043" y="0"/>
                  <a:pt x="41314" y="0"/>
                  <a:pt x="41450" y="0"/>
                </a:cubicBezTo>
                <a:cubicBezTo>
                  <a:pt x="43892" y="0"/>
                  <a:pt x="45249" y="1254"/>
                  <a:pt x="45520" y="3761"/>
                </a:cubicBezTo>
                <a:cubicBezTo>
                  <a:pt x="45520" y="4458"/>
                  <a:pt x="39415" y="21382"/>
                  <a:pt x="27204" y="54535"/>
                </a:cubicBezTo>
                <a:cubicBezTo>
                  <a:pt x="14857" y="87549"/>
                  <a:pt x="8683" y="104195"/>
                  <a:pt x="8683" y="104474"/>
                </a:cubicBezTo>
                <a:cubicBezTo>
                  <a:pt x="8683" y="104752"/>
                  <a:pt x="14857" y="121398"/>
                  <a:pt x="27204" y="154412"/>
                </a:cubicBezTo>
                <a:cubicBezTo>
                  <a:pt x="39415" y="187565"/>
                  <a:pt x="45520" y="204490"/>
                  <a:pt x="45520" y="20518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3DAAAF-4264-40D9-9E33-BF9D330A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649" y="3251203"/>
            <a:ext cx="145922" cy="147308"/>
          </a:xfrm>
          <a:custGeom xmlns:a="http://schemas.openxmlformats.org/drawingml/2006/main">
            <a:pathLst>
              <a:path w="145922" h="147308">
                <a:moveTo>
                  <a:pt x="0" y="7313"/>
                </a:moveTo>
                <a:cubicBezTo>
                  <a:pt x="0" y="4249"/>
                  <a:pt x="882" y="1811"/>
                  <a:pt x="2646" y="0"/>
                </a:cubicBezTo>
                <a:lnTo>
                  <a:pt x="4884" y="0"/>
                </a:lnTo>
                <a:cubicBezTo>
                  <a:pt x="10583" y="418"/>
                  <a:pt x="17706" y="627"/>
                  <a:pt x="26254" y="627"/>
                </a:cubicBezTo>
                <a:cubicBezTo>
                  <a:pt x="42264" y="627"/>
                  <a:pt x="51694" y="418"/>
                  <a:pt x="54543" y="0"/>
                </a:cubicBezTo>
                <a:lnTo>
                  <a:pt x="56578" y="0"/>
                </a:lnTo>
                <a:cubicBezTo>
                  <a:pt x="57392" y="836"/>
                  <a:pt x="57799" y="1463"/>
                  <a:pt x="57799" y="1881"/>
                </a:cubicBezTo>
                <a:cubicBezTo>
                  <a:pt x="57799" y="2298"/>
                  <a:pt x="57663" y="3552"/>
                  <a:pt x="57392" y="5642"/>
                </a:cubicBezTo>
                <a:cubicBezTo>
                  <a:pt x="56714" y="7731"/>
                  <a:pt x="56103" y="9054"/>
                  <a:pt x="55560" y="9612"/>
                </a:cubicBezTo>
                <a:lnTo>
                  <a:pt x="51287" y="9612"/>
                </a:lnTo>
                <a:cubicBezTo>
                  <a:pt x="48302" y="9890"/>
                  <a:pt x="46266" y="10029"/>
                  <a:pt x="45181" y="10029"/>
                </a:cubicBezTo>
                <a:cubicBezTo>
                  <a:pt x="41246" y="10726"/>
                  <a:pt x="39075" y="11771"/>
                  <a:pt x="38668" y="13164"/>
                </a:cubicBezTo>
                <a:cubicBezTo>
                  <a:pt x="38668" y="13442"/>
                  <a:pt x="40636" y="30924"/>
                  <a:pt x="44570" y="65609"/>
                </a:cubicBezTo>
                <a:cubicBezTo>
                  <a:pt x="48505" y="100295"/>
                  <a:pt x="50540" y="117777"/>
                  <a:pt x="50676" y="118055"/>
                </a:cubicBezTo>
                <a:lnTo>
                  <a:pt x="65533" y="93608"/>
                </a:lnTo>
                <a:cubicBezTo>
                  <a:pt x="75437" y="77311"/>
                  <a:pt x="85342" y="60873"/>
                  <a:pt x="95246" y="44297"/>
                </a:cubicBezTo>
                <a:cubicBezTo>
                  <a:pt x="105151" y="27720"/>
                  <a:pt x="110239" y="19154"/>
                  <a:pt x="110510" y="18596"/>
                </a:cubicBezTo>
                <a:cubicBezTo>
                  <a:pt x="111053" y="17621"/>
                  <a:pt x="111324" y="16576"/>
                  <a:pt x="111324" y="15462"/>
                </a:cubicBezTo>
                <a:cubicBezTo>
                  <a:pt x="111324" y="12119"/>
                  <a:pt x="108339" y="10169"/>
                  <a:pt x="102370" y="9612"/>
                </a:cubicBezTo>
                <a:cubicBezTo>
                  <a:pt x="99927" y="9612"/>
                  <a:pt x="98706" y="8845"/>
                  <a:pt x="98706" y="7313"/>
                </a:cubicBezTo>
                <a:cubicBezTo>
                  <a:pt x="98706" y="7174"/>
                  <a:pt x="98842" y="6268"/>
                  <a:pt x="99113" y="4597"/>
                </a:cubicBezTo>
                <a:cubicBezTo>
                  <a:pt x="99520" y="2647"/>
                  <a:pt x="99927" y="1393"/>
                  <a:pt x="100334" y="836"/>
                </a:cubicBezTo>
                <a:cubicBezTo>
                  <a:pt x="100741" y="279"/>
                  <a:pt x="101623" y="0"/>
                  <a:pt x="102980" y="0"/>
                </a:cubicBezTo>
                <a:cubicBezTo>
                  <a:pt x="103251" y="0"/>
                  <a:pt x="104066" y="0"/>
                  <a:pt x="105422" y="0"/>
                </a:cubicBezTo>
                <a:cubicBezTo>
                  <a:pt x="106779" y="0"/>
                  <a:pt x="109086" y="70"/>
                  <a:pt x="112342" y="209"/>
                </a:cubicBezTo>
                <a:cubicBezTo>
                  <a:pt x="115598" y="348"/>
                  <a:pt x="119940" y="418"/>
                  <a:pt x="125367" y="418"/>
                </a:cubicBezTo>
                <a:cubicBezTo>
                  <a:pt x="134729" y="418"/>
                  <a:pt x="140631" y="279"/>
                  <a:pt x="143073" y="0"/>
                </a:cubicBezTo>
                <a:lnTo>
                  <a:pt x="144498" y="0"/>
                </a:lnTo>
                <a:cubicBezTo>
                  <a:pt x="145448" y="975"/>
                  <a:pt x="145922" y="1741"/>
                  <a:pt x="145922" y="2298"/>
                </a:cubicBezTo>
                <a:cubicBezTo>
                  <a:pt x="145922" y="4666"/>
                  <a:pt x="145312" y="6895"/>
                  <a:pt x="144091" y="8985"/>
                </a:cubicBezTo>
                <a:cubicBezTo>
                  <a:pt x="143684" y="9403"/>
                  <a:pt x="142530" y="9612"/>
                  <a:pt x="140631" y="9612"/>
                </a:cubicBezTo>
                <a:cubicBezTo>
                  <a:pt x="138867" y="9751"/>
                  <a:pt x="137239" y="9890"/>
                  <a:pt x="135747" y="10029"/>
                </a:cubicBezTo>
                <a:cubicBezTo>
                  <a:pt x="134254" y="10169"/>
                  <a:pt x="132829" y="10517"/>
                  <a:pt x="131473" y="11074"/>
                </a:cubicBezTo>
                <a:cubicBezTo>
                  <a:pt x="130116" y="11631"/>
                  <a:pt x="129030" y="12119"/>
                  <a:pt x="128216" y="12537"/>
                </a:cubicBezTo>
                <a:cubicBezTo>
                  <a:pt x="127402" y="12955"/>
                  <a:pt x="126588" y="13512"/>
                  <a:pt x="125774" y="14208"/>
                </a:cubicBezTo>
                <a:cubicBezTo>
                  <a:pt x="124960" y="14905"/>
                  <a:pt x="124282" y="15392"/>
                  <a:pt x="123739" y="15671"/>
                </a:cubicBezTo>
                <a:cubicBezTo>
                  <a:pt x="123196" y="15950"/>
                  <a:pt x="122654" y="16576"/>
                  <a:pt x="122111" y="17552"/>
                </a:cubicBezTo>
                <a:cubicBezTo>
                  <a:pt x="121568" y="18527"/>
                  <a:pt x="121093" y="19014"/>
                  <a:pt x="120686" y="19014"/>
                </a:cubicBezTo>
                <a:lnTo>
                  <a:pt x="81407" y="83788"/>
                </a:lnTo>
                <a:cubicBezTo>
                  <a:pt x="56985" y="124324"/>
                  <a:pt x="44367" y="145079"/>
                  <a:pt x="43553" y="146054"/>
                </a:cubicBezTo>
                <a:cubicBezTo>
                  <a:pt x="43146" y="146333"/>
                  <a:pt x="42671" y="146681"/>
                  <a:pt x="42128" y="147099"/>
                </a:cubicBezTo>
                <a:lnTo>
                  <a:pt x="38465" y="147308"/>
                </a:lnTo>
                <a:lnTo>
                  <a:pt x="37040" y="147308"/>
                </a:lnTo>
                <a:cubicBezTo>
                  <a:pt x="34598" y="147308"/>
                  <a:pt x="33377" y="146820"/>
                  <a:pt x="33377" y="145845"/>
                </a:cubicBezTo>
                <a:cubicBezTo>
                  <a:pt x="32970" y="145009"/>
                  <a:pt x="30324" y="122722"/>
                  <a:pt x="25440" y="78982"/>
                </a:cubicBezTo>
                <a:cubicBezTo>
                  <a:pt x="20284" y="34685"/>
                  <a:pt x="17638" y="12328"/>
                  <a:pt x="17503" y="11910"/>
                </a:cubicBezTo>
                <a:cubicBezTo>
                  <a:pt x="16824" y="10378"/>
                  <a:pt x="12618" y="9612"/>
                  <a:pt x="4884" y="9612"/>
                </a:cubicBezTo>
                <a:lnTo>
                  <a:pt x="1425" y="9612"/>
                </a:lnTo>
                <a:cubicBezTo>
                  <a:pt x="475" y="8915"/>
                  <a:pt x="0" y="8149"/>
                  <a:pt x="0" y="73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FE1F82-BC4D-440E-ABAB-0A2BF8E4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649" y="3251203"/>
            <a:ext cx="145922" cy="147308"/>
          </a:xfrm>
          <a:custGeom xmlns:a="http://schemas.openxmlformats.org/drawingml/2006/main">
            <a:pathLst>
              <a:path w="145922" h="147308" fill="none">
                <a:moveTo>
                  <a:pt x="0" y="7313"/>
                </a:moveTo>
                <a:cubicBezTo>
                  <a:pt x="0" y="4249"/>
                  <a:pt x="882" y="1811"/>
                  <a:pt x="2646" y="0"/>
                </a:cubicBezTo>
                <a:lnTo>
                  <a:pt x="4884" y="0"/>
                </a:lnTo>
                <a:cubicBezTo>
                  <a:pt x="10583" y="418"/>
                  <a:pt x="17706" y="627"/>
                  <a:pt x="26254" y="627"/>
                </a:cubicBezTo>
                <a:cubicBezTo>
                  <a:pt x="42264" y="627"/>
                  <a:pt x="51694" y="418"/>
                  <a:pt x="54543" y="0"/>
                </a:cubicBezTo>
                <a:lnTo>
                  <a:pt x="56578" y="0"/>
                </a:lnTo>
                <a:cubicBezTo>
                  <a:pt x="57392" y="836"/>
                  <a:pt x="57799" y="1463"/>
                  <a:pt x="57799" y="1881"/>
                </a:cubicBezTo>
                <a:cubicBezTo>
                  <a:pt x="57799" y="2298"/>
                  <a:pt x="57663" y="3552"/>
                  <a:pt x="57392" y="5642"/>
                </a:cubicBezTo>
                <a:cubicBezTo>
                  <a:pt x="56714" y="7731"/>
                  <a:pt x="56103" y="9054"/>
                  <a:pt x="55560" y="9612"/>
                </a:cubicBezTo>
                <a:lnTo>
                  <a:pt x="51287" y="9612"/>
                </a:lnTo>
                <a:cubicBezTo>
                  <a:pt x="48302" y="9890"/>
                  <a:pt x="46266" y="10029"/>
                  <a:pt x="45181" y="10029"/>
                </a:cubicBezTo>
                <a:cubicBezTo>
                  <a:pt x="41246" y="10726"/>
                  <a:pt x="39075" y="11771"/>
                  <a:pt x="38668" y="13164"/>
                </a:cubicBezTo>
                <a:cubicBezTo>
                  <a:pt x="38668" y="13442"/>
                  <a:pt x="40636" y="30924"/>
                  <a:pt x="44570" y="65609"/>
                </a:cubicBezTo>
                <a:cubicBezTo>
                  <a:pt x="48505" y="100295"/>
                  <a:pt x="50540" y="117777"/>
                  <a:pt x="50676" y="118055"/>
                </a:cubicBezTo>
                <a:lnTo>
                  <a:pt x="65533" y="93608"/>
                </a:lnTo>
                <a:cubicBezTo>
                  <a:pt x="75437" y="77311"/>
                  <a:pt x="85342" y="60873"/>
                  <a:pt x="95246" y="44297"/>
                </a:cubicBezTo>
                <a:cubicBezTo>
                  <a:pt x="105151" y="27720"/>
                  <a:pt x="110239" y="19154"/>
                  <a:pt x="110510" y="18596"/>
                </a:cubicBezTo>
                <a:cubicBezTo>
                  <a:pt x="111053" y="17621"/>
                  <a:pt x="111324" y="16576"/>
                  <a:pt x="111324" y="15462"/>
                </a:cubicBezTo>
                <a:cubicBezTo>
                  <a:pt x="111324" y="12119"/>
                  <a:pt x="108339" y="10169"/>
                  <a:pt x="102370" y="9612"/>
                </a:cubicBezTo>
                <a:cubicBezTo>
                  <a:pt x="99927" y="9612"/>
                  <a:pt x="98706" y="8845"/>
                  <a:pt x="98706" y="7313"/>
                </a:cubicBezTo>
                <a:cubicBezTo>
                  <a:pt x="98706" y="7174"/>
                  <a:pt x="98842" y="6268"/>
                  <a:pt x="99113" y="4597"/>
                </a:cubicBezTo>
                <a:cubicBezTo>
                  <a:pt x="99520" y="2647"/>
                  <a:pt x="99927" y="1393"/>
                  <a:pt x="100334" y="836"/>
                </a:cubicBezTo>
                <a:cubicBezTo>
                  <a:pt x="100741" y="279"/>
                  <a:pt x="101623" y="0"/>
                  <a:pt x="102980" y="0"/>
                </a:cubicBezTo>
                <a:cubicBezTo>
                  <a:pt x="103251" y="0"/>
                  <a:pt x="104066" y="0"/>
                  <a:pt x="105422" y="0"/>
                </a:cubicBezTo>
                <a:cubicBezTo>
                  <a:pt x="106779" y="0"/>
                  <a:pt x="109086" y="70"/>
                  <a:pt x="112342" y="209"/>
                </a:cubicBezTo>
                <a:cubicBezTo>
                  <a:pt x="115598" y="348"/>
                  <a:pt x="119940" y="418"/>
                  <a:pt x="125367" y="418"/>
                </a:cubicBezTo>
                <a:cubicBezTo>
                  <a:pt x="134729" y="418"/>
                  <a:pt x="140631" y="279"/>
                  <a:pt x="143073" y="0"/>
                </a:cubicBezTo>
                <a:lnTo>
                  <a:pt x="144498" y="0"/>
                </a:lnTo>
                <a:cubicBezTo>
                  <a:pt x="145448" y="975"/>
                  <a:pt x="145922" y="1741"/>
                  <a:pt x="145922" y="2298"/>
                </a:cubicBezTo>
                <a:cubicBezTo>
                  <a:pt x="145922" y="4666"/>
                  <a:pt x="145312" y="6895"/>
                  <a:pt x="144091" y="8985"/>
                </a:cubicBezTo>
                <a:cubicBezTo>
                  <a:pt x="143684" y="9403"/>
                  <a:pt x="142530" y="9612"/>
                  <a:pt x="140631" y="9612"/>
                </a:cubicBezTo>
                <a:cubicBezTo>
                  <a:pt x="138867" y="9751"/>
                  <a:pt x="137239" y="9890"/>
                  <a:pt x="135747" y="10029"/>
                </a:cubicBezTo>
                <a:cubicBezTo>
                  <a:pt x="134254" y="10169"/>
                  <a:pt x="132829" y="10517"/>
                  <a:pt x="131473" y="11074"/>
                </a:cubicBezTo>
                <a:cubicBezTo>
                  <a:pt x="130116" y="11631"/>
                  <a:pt x="129030" y="12119"/>
                  <a:pt x="128216" y="12537"/>
                </a:cubicBezTo>
                <a:cubicBezTo>
                  <a:pt x="127402" y="12955"/>
                  <a:pt x="126588" y="13512"/>
                  <a:pt x="125774" y="14208"/>
                </a:cubicBezTo>
                <a:cubicBezTo>
                  <a:pt x="124960" y="14905"/>
                  <a:pt x="124282" y="15392"/>
                  <a:pt x="123739" y="15671"/>
                </a:cubicBezTo>
                <a:cubicBezTo>
                  <a:pt x="123196" y="15950"/>
                  <a:pt x="122654" y="16576"/>
                  <a:pt x="122111" y="17552"/>
                </a:cubicBezTo>
                <a:cubicBezTo>
                  <a:pt x="121568" y="18527"/>
                  <a:pt x="121093" y="19014"/>
                  <a:pt x="120686" y="19014"/>
                </a:cubicBezTo>
                <a:lnTo>
                  <a:pt x="81407" y="83788"/>
                </a:lnTo>
                <a:cubicBezTo>
                  <a:pt x="56985" y="124324"/>
                  <a:pt x="44367" y="145079"/>
                  <a:pt x="43553" y="146054"/>
                </a:cubicBezTo>
                <a:cubicBezTo>
                  <a:pt x="43146" y="146333"/>
                  <a:pt x="42671" y="146681"/>
                  <a:pt x="42128" y="147099"/>
                </a:cubicBezTo>
                <a:lnTo>
                  <a:pt x="38465" y="147308"/>
                </a:lnTo>
                <a:lnTo>
                  <a:pt x="37040" y="147308"/>
                </a:lnTo>
                <a:cubicBezTo>
                  <a:pt x="34598" y="147308"/>
                  <a:pt x="33377" y="146820"/>
                  <a:pt x="33377" y="145845"/>
                </a:cubicBezTo>
                <a:cubicBezTo>
                  <a:pt x="32970" y="145009"/>
                  <a:pt x="30324" y="122722"/>
                  <a:pt x="25440" y="78982"/>
                </a:cubicBezTo>
                <a:cubicBezTo>
                  <a:pt x="20284" y="34685"/>
                  <a:pt x="17638" y="12328"/>
                  <a:pt x="17503" y="11910"/>
                </a:cubicBezTo>
                <a:cubicBezTo>
                  <a:pt x="16824" y="10378"/>
                  <a:pt x="12618" y="9612"/>
                  <a:pt x="4884" y="9612"/>
                </a:cubicBezTo>
                <a:lnTo>
                  <a:pt x="1425" y="9612"/>
                </a:lnTo>
                <a:cubicBezTo>
                  <a:pt x="475" y="8915"/>
                  <a:pt x="0" y="8149"/>
                  <a:pt x="0" y="73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46C4ED-ABC5-426C-9268-BD024517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045" y="3326871"/>
            <a:ext cx="60577" cy="101635"/>
          </a:xfrm>
          <a:custGeom xmlns:a="http://schemas.openxmlformats.org/drawingml/2006/main">
            <a:pathLst>
              <a:path w="60577" h="101635">
                <a:moveTo>
                  <a:pt x="8202" y="11966"/>
                </a:moveTo>
                <a:cubicBezTo>
                  <a:pt x="13573" y="3989"/>
                  <a:pt x="20912" y="0"/>
                  <a:pt x="30216" y="0"/>
                </a:cubicBezTo>
                <a:cubicBezTo>
                  <a:pt x="34821" y="0"/>
                  <a:pt x="39425" y="1280"/>
                  <a:pt x="44029" y="3841"/>
                </a:cubicBezTo>
                <a:cubicBezTo>
                  <a:pt x="48634" y="6401"/>
                  <a:pt x="52375" y="10932"/>
                  <a:pt x="55253" y="17432"/>
                </a:cubicBezTo>
                <a:cubicBezTo>
                  <a:pt x="58802" y="25606"/>
                  <a:pt x="60577" y="36833"/>
                  <a:pt x="60577" y="51113"/>
                </a:cubicBezTo>
                <a:cubicBezTo>
                  <a:pt x="60577" y="66378"/>
                  <a:pt x="58514" y="78048"/>
                  <a:pt x="54389" y="86124"/>
                </a:cubicBezTo>
                <a:cubicBezTo>
                  <a:pt x="52471" y="90260"/>
                  <a:pt x="49833" y="93560"/>
                  <a:pt x="46476" y="96022"/>
                </a:cubicBezTo>
                <a:cubicBezTo>
                  <a:pt x="43118" y="98484"/>
                  <a:pt x="40192" y="100010"/>
                  <a:pt x="37698" y="100601"/>
                </a:cubicBezTo>
                <a:cubicBezTo>
                  <a:pt x="35204" y="101192"/>
                  <a:pt x="32758" y="101537"/>
                  <a:pt x="30360" y="101635"/>
                </a:cubicBezTo>
                <a:cubicBezTo>
                  <a:pt x="27866" y="101635"/>
                  <a:pt x="25372" y="101340"/>
                  <a:pt x="22878" y="100749"/>
                </a:cubicBezTo>
                <a:cubicBezTo>
                  <a:pt x="20384" y="100158"/>
                  <a:pt x="17458" y="98582"/>
                  <a:pt x="14101" y="96022"/>
                </a:cubicBezTo>
                <a:cubicBezTo>
                  <a:pt x="10744" y="93461"/>
                  <a:pt x="8106" y="90162"/>
                  <a:pt x="6187" y="86124"/>
                </a:cubicBezTo>
                <a:cubicBezTo>
                  <a:pt x="2062" y="78048"/>
                  <a:pt x="0" y="66378"/>
                  <a:pt x="0" y="51113"/>
                </a:cubicBezTo>
                <a:cubicBezTo>
                  <a:pt x="0" y="33977"/>
                  <a:pt x="2734" y="20928"/>
                  <a:pt x="8202" y="11966"/>
                </a:cubicBezTo>
                <a:close/>
                <a:moveTo>
                  <a:pt x="40576" y="10193"/>
                </a:moveTo>
                <a:cubicBezTo>
                  <a:pt x="37698" y="7042"/>
                  <a:pt x="34293" y="5466"/>
                  <a:pt x="30360" y="5466"/>
                </a:cubicBezTo>
                <a:cubicBezTo>
                  <a:pt x="26331" y="5466"/>
                  <a:pt x="22878" y="7042"/>
                  <a:pt x="20000" y="10193"/>
                </a:cubicBezTo>
                <a:cubicBezTo>
                  <a:pt x="17602" y="12754"/>
                  <a:pt x="16019" y="16299"/>
                  <a:pt x="15252" y="20829"/>
                </a:cubicBezTo>
                <a:cubicBezTo>
                  <a:pt x="14485" y="25360"/>
                  <a:pt x="14101" y="34814"/>
                  <a:pt x="14101" y="49193"/>
                </a:cubicBezTo>
                <a:cubicBezTo>
                  <a:pt x="14101" y="64753"/>
                  <a:pt x="14485" y="74995"/>
                  <a:pt x="15252" y="79920"/>
                </a:cubicBezTo>
                <a:cubicBezTo>
                  <a:pt x="16019" y="84844"/>
                  <a:pt x="17746" y="88734"/>
                  <a:pt x="20432" y="91590"/>
                </a:cubicBezTo>
                <a:cubicBezTo>
                  <a:pt x="23118" y="94544"/>
                  <a:pt x="26427" y="96022"/>
                  <a:pt x="30360" y="96022"/>
                </a:cubicBezTo>
                <a:cubicBezTo>
                  <a:pt x="34197" y="96022"/>
                  <a:pt x="37459" y="94544"/>
                  <a:pt x="40145" y="91590"/>
                </a:cubicBezTo>
                <a:cubicBezTo>
                  <a:pt x="42926" y="88635"/>
                  <a:pt x="44653" y="84499"/>
                  <a:pt x="45324" y="79181"/>
                </a:cubicBezTo>
                <a:cubicBezTo>
                  <a:pt x="45996" y="73863"/>
                  <a:pt x="46380" y="63867"/>
                  <a:pt x="46476" y="49193"/>
                </a:cubicBezTo>
                <a:cubicBezTo>
                  <a:pt x="46476" y="34913"/>
                  <a:pt x="46092" y="25507"/>
                  <a:pt x="45324" y="20977"/>
                </a:cubicBezTo>
                <a:cubicBezTo>
                  <a:pt x="44557" y="16447"/>
                  <a:pt x="42974" y="12852"/>
                  <a:pt x="40576" y="101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B0BBBD-050E-4EF5-B161-6B5D2A56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045" y="3326871"/>
            <a:ext cx="60577" cy="101635"/>
          </a:xfrm>
          <a:custGeom xmlns:a="http://schemas.openxmlformats.org/drawingml/2006/main">
            <a:pathLst>
              <a:path w="60577" h="101635" fill="none">
                <a:moveTo>
                  <a:pt x="8202" y="11966"/>
                </a:moveTo>
                <a:cubicBezTo>
                  <a:pt x="13573" y="3989"/>
                  <a:pt x="20912" y="0"/>
                  <a:pt x="30216" y="0"/>
                </a:cubicBezTo>
                <a:cubicBezTo>
                  <a:pt x="34821" y="0"/>
                  <a:pt x="39425" y="1280"/>
                  <a:pt x="44029" y="3841"/>
                </a:cubicBezTo>
                <a:cubicBezTo>
                  <a:pt x="48634" y="6401"/>
                  <a:pt x="52375" y="10932"/>
                  <a:pt x="55253" y="17432"/>
                </a:cubicBezTo>
                <a:cubicBezTo>
                  <a:pt x="58802" y="25606"/>
                  <a:pt x="60577" y="36833"/>
                  <a:pt x="60577" y="51113"/>
                </a:cubicBezTo>
                <a:cubicBezTo>
                  <a:pt x="60577" y="66378"/>
                  <a:pt x="58514" y="78048"/>
                  <a:pt x="54389" y="86124"/>
                </a:cubicBezTo>
                <a:cubicBezTo>
                  <a:pt x="52471" y="90260"/>
                  <a:pt x="49833" y="93560"/>
                  <a:pt x="46476" y="96022"/>
                </a:cubicBezTo>
                <a:cubicBezTo>
                  <a:pt x="43118" y="98484"/>
                  <a:pt x="40192" y="100010"/>
                  <a:pt x="37698" y="100601"/>
                </a:cubicBezTo>
                <a:cubicBezTo>
                  <a:pt x="35204" y="101192"/>
                  <a:pt x="32758" y="101537"/>
                  <a:pt x="30360" y="101635"/>
                </a:cubicBezTo>
                <a:cubicBezTo>
                  <a:pt x="27866" y="101635"/>
                  <a:pt x="25372" y="101340"/>
                  <a:pt x="22878" y="100749"/>
                </a:cubicBezTo>
                <a:cubicBezTo>
                  <a:pt x="20384" y="100158"/>
                  <a:pt x="17458" y="98582"/>
                  <a:pt x="14101" y="96022"/>
                </a:cubicBezTo>
                <a:cubicBezTo>
                  <a:pt x="10744" y="93461"/>
                  <a:pt x="8106" y="90162"/>
                  <a:pt x="6187" y="86124"/>
                </a:cubicBezTo>
                <a:cubicBezTo>
                  <a:pt x="2062" y="78048"/>
                  <a:pt x="0" y="66378"/>
                  <a:pt x="0" y="51113"/>
                </a:cubicBezTo>
                <a:cubicBezTo>
                  <a:pt x="0" y="33977"/>
                  <a:pt x="2734" y="20928"/>
                  <a:pt x="8202" y="11966"/>
                </a:cubicBezTo>
                <a:close/>
                <a:moveTo>
                  <a:pt x="40576" y="10193"/>
                </a:moveTo>
                <a:cubicBezTo>
                  <a:pt x="37698" y="7042"/>
                  <a:pt x="34293" y="5466"/>
                  <a:pt x="30360" y="5466"/>
                </a:cubicBezTo>
                <a:cubicBezTo>
                  <a:pt x="26331" y="5466"/>
                  <a:pt x="22878" y="7042"/>
                  <a:pt x="20000" y="10193"/>
                </a:cubicBezTo>
                <a:cubicBezTo>
                  <a:pt x="17602" y="12754"/>
                  <a:pt x="16019" y="16299"/>
                  <a:pt x="15252" y="20829"/>
                </a:cubicBezTo>
                <a:cubicBezTo>
                  <a:pt x="14485" y="25360"/>
                  <a:pt x="14101" y="34814"/>
                  <a:pt x="14101" y="49193"/>
                </a:cubicBezTo>
                <a:cubicBezTo>
                  <a:pt x="14101" y="64753"/>
                  <a:pt x="14485" y="74995"/>
                  <a:pt x="15252" y="79920"/>
                </a:cubicBezTo>
                <a:cubicBezTo>
                  <a:pt x="16019" y="84844"/>
                  <a:pt x="17746" y="88734"/>
                  <a:pt x="20432" y="91590"/>
                </a:cubicBezTo>
                <a:cubicBezTo>
                  <a:pt x="23118" y="94544"/>
                  <a:pt x="26427" y="96022"/>
                  <a:pt x="30360" y="96022"/>
                </a:cubicBezTo>
                <a:cubicBezTo>
                  <a:pt x="34197" y="96022"/>
                  <a:pt x="37459" y="94544"/>
                  <a:pt x="40145" y="91590"/>
                </a:cubicBezTo>
                <a:cubicBezTo>
                  <a:pt x="42926" y="88635"/>
                  <a:pt x="44653" y="84499"/>
                  <a:pt x="45324" y="79181"/>
                </a:cubicBezTo>
                <a:cubicBezTo>
                  <a:pt x="45996" y="73863"/>
                  <a:pt x="46380" y="63867"/>
                  <a:pt x="46476" y="49193"/>
                </a:cubicBezTo>
                <a:cubicBezTo>
                  <a:pt x="46476" y="34913"/>
                  <a:pt x="46092" y="25507"/>
                  <a:pt x="45324" y="20977"/>
                </a:cubicBezTo>
                <a:cubicBezTo>
                  <a:pt x="44557" y="16447"/>
                  <a:pt x="42974" y="12852"/>
                  <a:pt x="40576" y="101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" cap="flat">
            <a:solidFill>
              <a:srgbClr val="000000">
                <a:alpha val="9040"/>
              </a:srgbClr>
            </a:solidFill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ED0979-BF59-478F-A82F-C7EF7987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67" y="3237204"/>
            <a:ext cx="45520" cy="208947"/>
          </a:xfrm>
          <a:custGeom xmlns:a="http://schemas.openxmlformats.org/drawingml/2006/main">
            <a:pathLst>
              <a:path w="45520" h="208947">
                <a:moveTo>
                  <a:pt x="0" y="3761"/>
                </a:moveTo>
                <a:cubicBezTo>
                  <a:pt x="136" y="2786"/>
                  <a:pt x="543" y="1950"/>
                  <a:pt x="1221" y="1254"/>
                </a:cubicBezTo>
                <a:cubicBezTo>
                  <a:pt x="1900" y="557"/>
                  <a:pt x="2849" y="139"/>
                  <a:pt x="4070" y="0"/>
                </a:cubicBezTo>
                <a:cubicBezTo>
                  <a:pt x="5427" y="0"/>
                  <a:pt x="6580" y="696"/>
                  <a:pt x="7530" y="2089"/>
                </a:cubicBezTo>
                <a:cubicBezTo>
                  <a:pt x="7937" y="3065"/>
                  <a:pt x="14314" y="20198"/>
                  <a:pt x="26661" y="53491"/>
                </a:cubicBezTo>
                <a:cubicBezTo>
                  <a:pt x="39008" y="86783"/>
                  <a:pt x="45249" y="103777"/>
                  <a:pt x="45385" y="104474"/>
                </a:cubicBezTo>
                <a:cubicBezTo>
                  <a:pt x="45520" y="105170"/>
                  <a:pt x="39347" y="122165"/>
                  <a:pt x="26864" y="155457"/>
                </a:cubicBezTo>
                <a:cubicBezTo>
                  <a:pt x="14382" y="188749"/>
                  <a:pt x="7937" y="205883"/>
                  <a:pt x="7530" y="206858"/>
                </a:cubicBezTo>
                <a:cubicBezTo>
                  <a:pt x="6580" y="208251"/>
                  <a:pt x="5427" y="208947"/>
                  <a:pt x="4070" y="208947"/>
                </a:cubicBezTo>
                <a:cubicBezTo>
                  <a:pt x="2985" y="208947"/>
                  <a:pt x="2103" y="208599"/>
                  <a:pt x="1425" y="207903"/>
                </a:cubicBezTo>
                <a:cubicBezTo>
                  <a:pt x="746" y="207206"/>
                  <a:pt x="271" y="206301"/>
                  <a:pt x="0" y="205186"/>
                </a:cubicBezTo>
                <a:cubicBezTo>
                  <a:pt x="0" y="204490"/>
                  <a:pt x="6106" y="187565"/>
                  <a:pt x="18317" y="154412"/>
                </a:cubicBezTo>
                <a:cubicBezTo>
                  <a:pt x="30663" y="121398"/>
                  <a:pt x="36837" y="104752"/>
                  <a:pt x="36837" y="104474"/>
                </a:cubicBezTo>
                <a:cubicBezTo>
                  <a:pt x="36837" y="104195"/>
                  <a:pt x="30663" y="87549"/>
                  <a:pt x="18317" y="54535"/>
                </a:cubicBezTo>
                <a:cubicBezTo>
                  <a:pt x="6106" y="21382"/>
                  <a:pt x="0" y="4458"/>
                  <a:pt x="0" y="37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B8E770-28E8-456F-A38A-2B96B451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67" y="3237204"/>
            <a:ext cx="45520" cy="208947"/>
          </a:xfrm>
          <a:custGeom xmlns:a="http://schemas.openxmlformats.org/drawingml/2006/main">
            <a:pathLst>
              <a:path w="45520" h="208947" fill="none">
                <a:moveTo>
                  <a:pt x="0" y="3761"/>
                </a:moveTo>
                <a:cubicBezTo>
                  <a:pt x="136" y="2786"/>
                  <a:pt x="543" y="1950"/>
                  <a:pt x="1221" y="1254"/>
                </a:cubicBezTo>
                <a:cubicBezTo>
                  <a:pt x="1900" y="557"/>
                  <a:pt x="2849" y="139"/>
                  <a:pt x="4070" y="0"/>
                </a:cubicBezTo>
                <a:cubicBezTo>
                  <a:pt x="5427" y="0"/>
                  <a:pt x="6580" y="696"/>
                  <a:pt x="7530" y="2089"/>
                </a:cubicBezTo>
                <a:cubicBezTo>
                  <a:pt x="7937" y="3065"/>
                  <a:pt x="14314" y="20198"/>
                  <a:pt x="26661" y="53491"/>
                </a:cubicBezTo>
                <a:cubicBezTo>
                  <a:pt x="39008" y="86783"/>
                  <a:pt x="45249" y="103777"/>
                  <a:pt x="45385" y="104474"/>
                </a:cubicBezTo>
                <a:cubicBezTo>
                  <a:pt x="45520" y="105170"/>
                  <a:pt x="39347" y="122165"/>
                  <a:pt x="26864" y="155457"/>
                </a:cubicBezTo>
                <a:cubicBezTo>
                  <a:pt x="14382" y="188749"/>
                  <a:pt x="7937" y="205883"/>
                  <a:pt x="7530" y="206858"/>
                </a:cubicBezTo>
                <a:cubicBezTo>
                  <a:pt x="6580" y="208251"/>
                  <a:pt x="5427" y="208947"/>
                  <a:pt x="4070" y="208947"/>
                </a:cubicBezTo>
                <a:cubicBezTo>
                  <a:pt x="2985" y="208947"/>
                  <a:pt x="2103" y="208599"/>
                  <a:pt x="1425" y="207903"/>
                </a:cubicBezTo>
                <a:cubicBezTo>
                  <a:pt x="746" y="207206"/>
                  <a:pt x="271" y="206301"/>
                  <a:pt x="0" y="205186"/>
                </a:cubicBezTo>
                <a:cubicBezTo>
                  <a:pt x="0" y="204490"/>
                  <a:pt x="6106" y="187565"/>
                  <a:pt x="18317" y="154412"/>
                </a:cubicBezTo>
                <a:cubicBezTo>
                  <a:pt x="30663" y="121398"/>
                  <a:pt x="36837" y="104752"/>
                  <a:pt x="36837" y="104474"/>
                </a:cubicBezTo>
                <a:cubicBezTo>
                  <a:pt x="36837" y="104195"/>
                  <a:pt x="30663" y="87549"/>
                  <a:pt x="18317" y="54535"/>
                </a:cubicBezTo>
                <a:cubicBezTo>
                  <a:pt x="6106" y="21382"/>
                  <a:pt x="0" y="4458"/>
                  <a:pt x="0" y="376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0F8C90-E2D4-49F1-A174-F3E3688E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9616" y="3368632"/>
            <a:ext cx="26864" cy="65958"/>
          </a:xfrm>
          <a:custGeom xmlns:a="http://schemas.openxmlformats.org/drawingml/2006/main">
            <a:pathLst>
              <a:path w="26864" h="65958">
                <a:moveTo>
                  <a:pt x="0" y="17969"/>
                </a:moveTo>
                <a:cubicBezTo>
                  <a:pt x="0" y="17969"/>
                  <a:pt x="0" y="16228"/>
                  <a:pt x="0" y="12746"/>
                </a:cubicBezTo>
                <a:cubicBezTo>
                  <a:pt x="0" y="9263"/>
                  <a:pt x="1085" y="6268"/>
                  <a:pt x="3256" y="3761"/>
                </a:cubicBezTo>
                <a:cubicBezTo>
                  <a:pt x="5427" y="1254"/>
                  <a:pt x="8344" y="0"/>
                  <a:pt x="12008" y="0"/>
                </a:cubicBezTo>
                <a:cubicBezTo>
                  <a:pt x="15807" y="0"/>
                  <a:pt x="19199" y="1741"/>
                  <a:pt x="22183" y="5224"/>
                </a:cubicBezTo>
                <a:cubicBezTo>
                  <a:pt x="25168" y="8706"/>
                  <a:pt x="26729" y="14835"/>
                  <a:pt x="26864" y="23611"/>
                </a:cubicBezTo>
                <a:cubicBezTo>
                  <a:pt x="26864" y="28486"/>
                  <a:pt x="26254" y="33223"/>
                  <a:pt x="25033" y="37819"/>
                </a:cubicBezTo>
                <a:cubicBezTo>
                  <a:pt x="23812" y="42416"/>
                  <a:pt x="22387" y="46386"/>
                  <a:pt x="20759" y="49729"/>
                </a:cubicBezTo>
                <a:cubicBezTo>
                  <a:pt x="19131" y="53073"/>
                  <a:pt x="17367" y="55928"/>
                  <a:pt x="15467" y="58296"/>
                </a:cubicBezTo>
                <a:cubicBezTo>
                  <a:pt x="13568" y="60664"/>
                  <a:pt x="11940" y="62545"/>
                  <a:pt x="10583" y="63938"/>
                </a:cubicBezTo>
                <a:cubicBezTo>
                  <a:pt x="9226" y="65331"/>
                  <a:pt x="8344" y="65958"/>
                  <a:pt x="7937" y="65818"/>
                </a:cubicBezTo>
                <a:cubicBezTo>
                  <a:pt x="7394" y="65818"/>
                  <a:pt x="6513" y="65192"/>
                  <a:pt x="5291" y="63938"/>
                </a:cubicBezTo>
                <a:cubicBezTo>
                  <a:pt x="4070" y="62684"/>
                  <a:pt x="3460" y="61779"/>
                  <a:pt x="3460" y="61222"/>
                </a:cubicBezTo>
                <a:cubicBezTo>
                  <a:pt x="3460" y="60664"/>
                  <a:pt x="4206" y="59550"/>
                  <a:pt x="5699" y="57878"/>
                </a:cubicBezTo>
                <a:cubicBezTo>
                  <a:pt x="7191" y="56207"/>
                  <a:pt x="8887" y="54117"/>
                  <a:pt x="10786" y="51610"/>
                </a:cubicBezTo>
                <a:cubicBezTo>
                  <a:pt x="12686" y="49103"/>
                  <a:pt x="14450" y="45620"/>
                  <a:pt x="16078" y="41163"/>
                </a:cubicBezTo>
                <a:cubicBezTo>
                  <a:pt x="17706" y="36705"/>
                  <a:pt x="18791" y="31621"/>
                  <a:pt x="19334" y="25909"/>
                </a:cubicBezTo>
                <a:lnTo>
                  <a:pt x="19334" y="23402"/>
                </a:lnTo>
                <a:lnTo>
                  <a:pt x="19131" y="23611"/>
                </a:lnTo>
                <a:cubicBezTo>
                  <a:pt x="18859" y="23750"/>
                  <a:pt x="18520" y="23890"/>
                  <a:pt x="18113" y="24029"/>
                </a:cubicBezTo>
                <a:cubicBezTo>
                  <a:pt x="17706" y="24168"/>
                  <a:pt x="17299" y="24377"/>
                  <a:pt x="16892" y="24656"/>
                </a:cubicBezTo>
                <a:cubicBezTo>
                  <a:pt x="16485" y="24934"/>
                  <a:pt x="15874" y="25074"/>
                  <a:pt x="15060" y="25074"/>
                </a:cubicBezTo>
                <a:cubicBezTo>
                  <a:pt x="14246" y="25074"/>
                  <a:pt x="13432" y="25143"/>
                  <a:pt x="12618" y="25283"/>
                </a:cubicBezTo>
                <a:cubicBezTo>
                  <a:pt x="8955" y="25283"/>
                  <a:pt x="5970" y="24099"/>
                  <a:pt x="3663" y="21731"/>
                </a:cubicBezTo>
                <a:lnTo>
                  <a:pt x="0" y="179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27FABE-64F6-4794-B3CC-91F6DEC7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9616" y="3368632"/>
            <a:ext cx="26864" cy="65958"/>
          </a:xfrm>
          <a:custGeom xmlns:a="http://schemas.openxmlformats.org/drawingml/2006/main">
            <a:pathLst>
              <a:path w="26864" h="65958" fill="none">
                <a:moveTo>
                  <a:pt x="0" y="17969"/>
                </a:moveTo>
                <a:cubicBezTo>
                  <a:pt x="0" y="17969"/>
                  <a:pt x="0" y="16228"/>
                  <a:pt x="0" y="12746"/>
                </a:cubicBezTo>
                <a:cubicBezTo>
                  <a:pt x="0" y="9263"/>
                  <a:pt x="1085" y="6268"/>
                  <a:pt x="3256" y="3761"/>
                </a:cubicBezTo>
                <a:cubicBezTo>
                  <a:pt x="5427" y="1254"/>
                  <a:pt x="8344" y="0"/>
                  <a:pt x="12008" y="0"/>
                </a:cubicBezTo>
                <a:cubicBezTo>
                  <a:pt x="15807" y="0"/>
                  <a:pt x="19199" y="1741"/>
                  <a:pt x="22183" y="5224"/>
                </a:cubicBezTo>
                <a:cubicBezTo>
                  <a:pt x="25168" y="8706"/>
                  <a:pt x="26729" y="14835"/>
                  <a:pt x="26864" y="23611"/>
                </a:cubicBezTo>
                <a:cubicBezTo>
                  <a:pt x="26864" y="28486"/>
                  <a:pt x="26254" y="33223"/>
                  <a:pt x="25033" y="37819"/>
                </a:cubicBezTo>
                <a:cubicBezTo>
                  <a:pt x="23812" y="42416"/>
                  <a:pt x="22387" y="46386"/>
                  <a:pt x="20759" y="49729"/>
                </a:cubicBezTo>
                <a:cubicBezTo>
                  <a:pt x="19131" y="53073"/>
                  <a:pt x="17367" y="55928"/>
                  <a:pt x="15467" y="58296"/>
                </a:cubicBezTo>
                <a:cubicBezTo>
                  <a:pt x="13568" y="60664"/>
                  <a:pt x="11940" y="62545"/>
                  <a:pt x="10583" y="63938"/>
                </a:cubicBezTo>
                <a:cubicBezTo>
                  <a:pt x="9226" y="65331"/>
                  <a:pt x="8344" y="65958"/>
                  <a:pt x="7937" y="65818"/>
                </a:cubicBezTo>
                <a:cubicBezTo>
                  <a:pt x="7394" y="65818"/>
                  <a:pt x="6513" y="65192"/>
                  <a:pt x="5291" y="63938"/>
                </a:cubicBezTo>
                <a:cubicBezTo>
                  <a:pt x="4070" y="62684"/>
                  <a:pt x="3460" y="61779"/>
                  <a:pt x="3460" y="61222"/>
                </a:cubicBezTo>
                <a:cubicBezTo>
                  <a:pt x="3460" y="60664"/>
                  <a:pt x="4206" y="59550"/>
                  <a:pt x="5699" y="57878"/>
                </a:cubicBezTo>
                <a:cubicBezTo>
                  <a:pt x="7191" y="56207"/>
                  <a:pt x="8887" y="54117"/>
                  <a:pt x="10786" y="51610"/>
                </a:cubicBezTo>
                <a:cubicBezTo>
                  <a:pt x="12686" y="49103"/>
                  <a:pt x="14450" y="45620"/>
                  <a:pt x="16078" y="41163"/>
                </a:cubicBezTo>
                <a:cubicBezTo>
                  <a:pt x="17706" y="36705"/>
                  <a:pt x="18791" y="31621"/>
                  <a:pt x="19334" y="25909"/>
                </a:cubicBezTo>
                <a:lnTo>
                  <a:pt x="19334" y="23402"/>
                </a:lnTo>
                <a:lnTo>
                  <a:pt x="19131" y="23611"/>
                </a:lnTo>
                <a:cubicBezTo>
                  <a:pt x="18859" y="23750"/>
                  <a:pt x="18520" y="23890"/>
                  <a:pt x="18113" y="24029"/>
                </a:cubicBezTo>
                <a:cubicBezTo>
                  <a:pt x="17706" y="24168"/>
                  <a:pt x="17299" y="24377"/>
                  <a:pt x="16892" y="24656"/>
                </a:cubicBezTo>
                <a:cubicBezTo>
                  <a:pt x="16485" y="24934"/>
                  <a:pt x="15874" y="25074"/>
                  <a:pt x="15060" y="25074"/>
                </a:cubicBezTo>
                <a:cubicBezTo>
                  <a:pt x="14246" y="25074"/>
                  <a:pt x="13432" y="25143"/>
                  <a:pt x="12618" y="25283"/>
                </a:cubicBezTo>
                <a:cubicBezTo>
                  <a:pt x="8955" y="25283"/>
                  <a:pt x="5970" y="24099"/>
                  <a:pt x="3663" y="21731"/>
                </a:cubicBezTo>
                <a:lnTo>
                  <a:pt x="0" y="1796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204FD1-8AF4-4030-B496-5F2298E1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498" y="3237204"/>
            <a:ext cx="45520" cy="208947"/>
          </a:xfrm>
          <a:custGeom xmlns:a="http://schemas.openxmlformats.org/drawingml/2006/main">
            <a:pathLst>
              <a:path w="45520" h="208947">
                <a:moveTo>
                  <a:pt x="45520" y="205186"/>
                </a:moveTo>
                <a:cubicBezTo>
                  <a:pt x="45385" y="206161"/>
                  <a:pt x="44977" y="206997"/>
                  <a:pt x="44299" y="207694"/>
                </a:cubicBezTo>
                <a:cubicBezTo>
                  <a:pt x="43621" y="208390"/>
                  <a:pt x="42671" y="208808"/>
                  <a:pt x="41450" y="208947"/>
                </a:cubicBezTo>
                <a:cubicBezTo>
                  <a:pt x="40093" y="208947"/>
                  <a:pt x="38940" y="208251"/>
                  <a:pt x="37990" y="206858"/>
                </a:cubicBezTo>
                <a:cubicBezTo>
                  <a:pt x="37583" y="205883"/>
                  <a:pt x="31206" y="188749"/>
                  <a:pt x="18859" y="155457"/>
                </a:cubicBezTo>
                <a:cubicBezTo>
                  <a:pt x="6513" y="122165"/>
                  <a:pt x="271" y="105170"/>
                  <a:pt x="136" y="104474"/>
                </a:cubicBezTo>
                <a:cubicBezTo>
                  <a:pt x="0" y="103777"/>
                  <a:pt x="6173" y="86783"/>
                  <a:pt x="18656" y="53491"/>
                </a:cubicBezTo>
                <a:cubicBezTo>
                  <a:pt x="31138" y="20198"/>
                  <a:pt x="37583" y="3065"/>
                  <a:pt x="37990" y="2089"/>
                </a:cubicBezTo>
                <a:cubicBezTo>
                  <a:pt x="38397" y="1393"/>
                  <a:pt x="39075" y="766"/>
                  <a:pt x="40025" y="209"/>
                </a:cubicBezTo>
                <a:lnTo>
                  <a:pt x="40636" y="0"/>
                </a:lnTo>
                <a:cubicBezTo>
                  <a:pt x="41043" y="0"/>
                  <a:pt x="41314" y="0"/>
                  <a:pt x="41450" y="0"/>
                </a:cubicBezTo>
                <a:cubicBezTo>
                  <a:pt x="43892" y="0"/>
                  <a:pt x="45249" y="1254"/>
                  <a:pt x="45520" y="3761"/>
                </a:cubicBezTo>
                <a:cubicBezTo>
                  <a:pt x="45520" y="4458"/>
                  <a:pt x="39415" y="21382"/>
                  <a:pt x="27204" y="54535"/>
                </a:cubicBezTo>
                <a:cubicBezTo>
                  <a:pt x="14857" y="87549"/>
                  <a:pt x="8683" y="104195"/>
                  <a:pt x="8683" y="104474"/>
                </a:cubicBezTo>
                <a:cubicBezTo>
                  <a:pt x="8683" y="104752"/>
                  <a:pt x="14857" y="121398"/>
                  <a:pt x="27204" y="154412"/>
                </a:cubicBezTo>
                <a:cubicBezTo>
                  <a:pt x="39415" y="187565"/>
                  <a:pt x="45520" y="204490"/>
                  <a:pt x="45520" y="2051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BAB535-489F-446D-97F4-8C14EB49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498" y="3237204"/>
            <a:ext cx="45520" cy="208947"/>
          </a:xfrm>
          <a:custGeom xmlns:a="http://schemas.openxmlformats.org/drawingml/2006/main">
            <a:pathLst>
              <a:path w="45520" h="208947" fill="none">
                <a:moveTo>
                  <a:pt x="45520" y="205186"/>
                </a:moveTo>
                <a:cubicBezTo>
                  <a:pt x="45385" y="206161"/>
                  <a:pt x="44977" y="206997"/>
                  <a:pt x="44299" y="207694"/>
                </a:cubicBezTo>
                <a:cubicBezTo>
                  <a:pt x="43621" y="208390"/>
                  <a:pt x="42671" y="208808"/>
                  <a:pt x="41450" y="208947"/>
                </a:cubicBezTo>
                <a:cubicBezTo>
                  <a:pt x="40093" y="208947"/>
                  <a:pt x="38940" y="208251"/>
                  <a:pt x="37990" y="206858"/>
                </a:cubicBezTo>
                <a:cubicBezTo>
                  <a:pt x="37583" y="205883"/>
                  <a:pt x="31206" y="188749"/>
                  <a:pt x="18859" y="155457"/>
                </a:cubicBezTo>
                <a:cubicBezTo>
                  <a:pt x="6513" y="122165"/>
                  <a:pt x="271" y="105170"/>
                  <a:pt x="136" y="104474"/>
                </a:cubicBezTo>
                <a:cubicBezTo>
                  <a:pt x="0" y="103777"/>
                  <a:pt x="6173" y="86783"/>
                  <a:pt x="18656" y="53491"/>
                </a:cubicBezTo>
                <a:cubicBezTo>
                  <a:pt x="31138" y="20198"/>
                  <a:pt x="37583" y="3065"/>
                  <a:pt x="37990" y="2089"/>
                </a:cubicBezTo>
                <a:cubicBezTo>
                  <a:pt x="38397" y="1393"/>
                  <a:pt x="39075" y="766"/>
                  <a:pt x="40025" y="209"/>
                </a:cubicBezTo>
                <a:lnTo>
                  <a:pt x="40636" y="0"/>
                </a:lnTo>
                <a:cubicBezTo>
                  <a:pt x="41043" y="0"/>
                  <a:pt x="41314" y="0"/>
                  <a:pt x="41450" y="0"/>
                </a:cubicBezTo>
                <a:cubicBezTo>
                  <a:pt x="43892" y="0"/>
                  <a:pt x="45249" y="1254"/>
                  <a:pt x="45520" y="3761"/>
                </a:cubicBezTo>
                <a:cubicBezTo>
                  <a:pt x="45520" y="4458"/>
                  <a:pt x="39415" y="21382"/>
                  <a:pt x="27204" y="54535"/>
                </a:cubicBezTo>
                <a:cubicBezTo>
                  <a:pt x="14857" y="87549"/>
                  <a:pt x="8683" y="104195"/>
                  <a:pt x="8683" y="104474"/>
                </a:cubicBezTo>
                <a:cubicBezTo>
                  <a:pt x="8683" y="104752"/>
                  <a:pt x="14857" y="121398"/>
                  <a:pt x="27204" y="154412"/>
                </a:cubicBezTo>
                <a:cubicBezTo>
                  <a:pt x="39415" y="187565"/>
                  <a:pt x="45520" y="204490"/>
                  <a:pt x="45520" y="20518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A6C984-A500-4E76-8E52-714D83E2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724" y="3251830"/>
            <a:ext cx="149179" cy="142084"/>
          </a:xfrm>
          <a:custGeom xmlns:a="http://schemas.openxmlformats.org/drawingml/2006/main">
            <a:pathLst>
              <a:path w="149179" h="142084">
                <a:moveTo>
                  <a:pt x="93822" y="97578"/>
                </a:moveTo>
                <a:cubicBezTo>
                  <a:pt x="91108" y="97578"/>
                  <a:pt x="89751" y="96673"/>
                  <a:pt x="89751" y="94862"/>
                </a:cubicBezTo>
                <a:cubicBezTo>
                  <a:pt x="89751" y="94305"/>
                  <a:pt x="90091" y="92633"/>
                  <a:pt x="90769" y="89847"/>
                </a:cubicBezTo>
                <a:cubicBezTo>
                  <a:pt x="91447" y="87061"/>
                  <a:pt x="91787" y="84624"/>
                  <a:pt x="91787" y="82534"/>
                </a:cubicBezTo>
                <a:cubicBezTo>
                  <a:pt x="91787" y="78216"/>
                  <a:pt x="90362" y="75569"/>
                  <a:pt x="87513" y="74594"/>
                </a:cubicBezTo>
                <a:cubicBezTo>
                  <a:pt x="84663" y="73619"/>
                  <a:pt x="78083" y="73132"/>
                  <a:pt x="67771" y="73132"/>
                </a:cubicBezTo>
                <a:lnTo>
                  <a:pt x="57189" y="73132"/>
                </a:lnTo>
                <a:cubicBezTo>
                  <a:pt x="57053" y="73410"/>
                  <a:pt x="54679" y="83022"/>
                  <a:pt x="50065" y="101966"/>
                </a:cubicBezTo>
                <a:cubicBezTo>
                  <a:pt x="45452" y="120911"/>
                  <a:pt x="43146" y="130662"/>
                  <a:pt x="43146" y="131219"/>
                </a:cubicBezTo>
                <a:cubicBezTo>
                  <a:pt x="43146" y="131776"/>
                  <a:pt x="43892" y="132055"/>
                  <a:pt x="45385" y="132055"/>
                </a:cubicBezTo>
                <a:cubicBezTo>
                  <a:pt x="46877" y="132055"/>
                  <a:pt x="52304" y="132194"/>
                  <a:pt x="61666" y="132473"/>
                </a:cubicBezTo>
                <a:cubicBezTo>
                  <a:pt x="74420" y="132473"/>
                  <a:pt x="82832" y="132333"/>
                  <a:pt x="86902" y="132055"/>
                </a:cubicBezTo>
                <a:cubicBezTo>
                  <a:pt x="90973" y="131776"/>
                  <a:pt x="95043" y="130871"/>
                  <a:pt x="99113" y="129338"/>
                </a:cubicBezTo>
                <a:cubicBezTo>
                  <a:pt x="105762" y="127110"/>
                  <a:pt x="111257" y="123209"/>
                  <a:pt x="115598" y="117637"/>
                </a:cubicBezTo>
                <a:cubicBezTo>
                  <a:pt x="119940" y="112065"/>
                  <a:pt x="124757" y="102941"/>
                  <a:pt x="130048" y="90265"/>
                </a:cubicBezTo>
                <a:cubicBezTo>
                  <a:pt x="131405" y="87201"/>
                  <a:pt x="132287" y="85529"/>
                  <a:pt x="132694" y="85251"/>
                </a:cubicBezTo>
                <a:cubicBezTo>
                  <a:pt x="133643" y="84972"/>
                  <a:pt x="134661" y="84833"/>
                  <a:pt x="135747" y="84833"/>
                </a:cubicBezTo>
                <a:cubicBezTo>
                  <a:pt x="138460" y="84833"/>
                  <a:pt x="139817" y="85738"/>
                  <a:pt x="139817" y="87549"/>
                </a:cubicBezTo>
                <a:cubicBezTo>
                  <a:pt x="125571" y="122931"/>
                  <a:pt x="118108" y="140970"/>
                  <a:pt x="117430" y="141666"/>
                </a:cubicBezTo>
                <a:cubicBezTo>
                  <a:pt x="117023" y="141945"/>
                  <a:pt x="97621" y="142084"/>
                  <a:pt x="59224" y="142084"/>
                </a:cubicBezTo>
                <a:lnTo>
                  <a:pt x="20759" y="142084"/>
                </a:lnTo>
                <a:cubicBezTo>
                  <a:pt x="6920" y="142084"/>
                  <a:pt x="0" y="141318"/>
                  <a:pt x="0" y="139786"/>
                </a:cubicBezTo>
                <a:cubicBezTo>
                  <a:pt x="0" y="139507"/>
                  <a:pt x="204" y="138532"/>
                  <a:pt x="611" y="136861"/>
                </a:cubicBezTo>
                <a:cubicBezTo>
                  <a:pt x="1153" y="134632"/>
                  <a:pt x="1696" y="133378"/>
                  <a:pt x="2239" y="133099"/>
                </a:cubicBezTo>
                <a:cubicBezTo>
                  <a:pt x="2781" y="132821"/>
                  <a:pt x="4342" y="132612"/>
                  <a:pt x="6920" y="132473"/>
                </a:cubicBezTo>
                <a:cubicBezTo>
                  <a:pt x="10583" y="132473"/>
                  <a:pt x="14653" y="132264"/>
                  <a:pt x="19131" y="131846"/>
                </a:cubicBezTo>
                <a:cubicBezTo>
                  <a:pt x="21030" y="131428"/>
                  <a:pt x="22319" y="130592"/>
                  <a:pt x="22998" y="129338"/>
                </a:cubicBezTo>
                <a:cubicBezTo>
                  <a:pt x="23269" y="128642"/>
                  <a:pt x="28085" y="109071"/>
                  <a:pt x="37447" y="70624"/>
                </a:cubicBezTo>
                <a:cubicBezTo>
                  <a:pt x="46809" y="32178"/>
                  <a:pt x="51558" y="12676"/>
                  <a:pt x="51694" y="12119"/>
                </a:cubicBezTo>
                <a:cubicBezTo>
                  <a:pt x="51694" y="11144"/>
                  <a:pt x="51422" y="10656"/>
                  <a:pt x="50879" y="10656"/>
                </a:cubicBezTo>
                <a:cubicBezTo>
                  <a:pt x="49794" y="10238"/>
                  <a:pt x="46199" y="9890"/>
                  <a:pt x="40093" y="9612"/>
                </a:cubicBezTo>
                <a:lnTo>
                  <a:pt x="33784" y="9612"/>
                </a:lnTo>
                <a:cubicBezTo>
                  <a:pt x="32970" y="8776"/>
                  <a:pt x="32563" y="8219"/>
                  <a:pt x="32563" y="7940"/>
                </a:cubicBezTo>
                <a:cubicBezTo>
                  <a:pt x="32563" y="7661"/>
                  <a:pt x="32699" y="6477"/>
                  <a:pt x="32970" y="4388"/>
                </a:cubicBezTo>
                <a:cubicBezTo>
                  <a:pt x="33513" y="2020"/>
                  <a:pt x="34191" y="557"/>
                  <a:pt x="35005" y="0"/>
                </a:cubicBezTo>
                <a:lnTo>
                  <a:pt x="147754" y="0"/>
                </a:lnTo>
                <a:cubicBezTo>
                  <a:pt x="148704" y="557"/>
                  <a:pt x="149179" y="1323"/>
                  <a:pt x="149179" y="2298"/>
                </a:cubicBezTo>
                <a:cubicBezTo>
                  <a:pt x="149179" y="2995"/>
                  <a:pt x="148297" y="10796"/>
                  <a:pt x="146533" y="25701"/>
                </a:cubicBezTo>
                <a:cubicBezTo>
                  <a:pt x="144769" y="40605"/>
                  <a:pt x="143819" y="48267"/>
                  <a:pt x="143684" y="48685"/>
                </a:cubicBezTo>
                <a:cubicBezTo>
                  <a:pt x="143412" y="49660"/>
                  <a:pt x="142056" y="50147"/>
                  <a:pt x="139613" y="50147"/>
                </a:cubicBezTo>
                <a:lnTo>
                  <a:pt x="137171" y="50147"/>
                </a:lnTo>
                <a:cubicBezTo>
                  <a:pt x="136221" y="49451"/>
                  <a:pt x="135747" y="48545"/>
                  <a:pt x="135747" y="47431"/>
                </a:cubicBezTo>
                <a:lnTo>
                  <a:pt x="136357" y="42625"/>
                </a:lnTo>
                <a:cubicBezTo>
                  <a:pt x="136764" y="39282"/>
                  <a:pt x="136968" y="35660"/>
                  <a:pt x="136968" y="31760"/>
                </a:cubicBezTo>
                <a:cubicBezTo>
                  <a:pt x="136968" y="27581"/>
                  <a:pt x="136493" y="24099"/>
                  <a:pt x="135543" y="21313"/>
                </a:cubicBezTo>
                <a:cubicBezTo>
                  <a:pt x="134593" y="18527"/>
                  <a:pt x="133304" y="16368"/>
                  <a:pt x="131676" y="14835"/>
                </a:cubicBezTo>
                <a:cubicBezTo>
                  <a:pt x="130048" y="13303"/>
                  <a:pt x="127674" y="12189"/>
                  <a:pt x="124553" y="11492"/>
                </a:cubicBezTo>
                <a:cubicBezTo>
                  <a:pt x="121432" y="10796"/>
                  <a:pt x="118244" y="10308"/>
                  <a:pt x="114988" y="10029"/>
                </a:cubicBezTo>
                <a:cubicBezTo>
                  <a:pt x="111731" y="9751"/>
                  <a:pt x="107390" y="9612"/>
                  <a:pt x="101963" y="9612"/>
                </a:cubicBezTo>
                <a:lnTo>
                  <a:pt x="92397" y="9612"/>
                </a:lnTo>
                <a:cubicBezTo>
                  <a:pt x="80457" y="9751"/>
                  <a:pt x="74148" y="9960"/>
                  <a:pt x="73470" y="10238"/>
                </a:cubicBezTo>
                <a:cubicBezTo>
                  <a:pt x="72927" y="10517"/>
                  <a:pt x="72520" y="11144"/>
                  <a:pt x="72249" y="12119"/>
                </a:cubicBezTo>
                <a:cubicBezTo>
                  <a:pt x="72113" y="12537"/>
                  <a:pt x="70010" y="21104"/>
                  <a:pt x="65940" y="37819"/>
                </a:cubicBezTo>
                <a:cubicBezTo>
                  <a:pt x="61869" y="54535"/>
                  <a:pt x="59766" y="63032"/>
                  <a:pt x="59631" y="63311"/>
                </a:cubicBezTo>
                <a:cubicBezTo>
                  <a:pt x="62751" y="63450"/>
                  <a:pt x="66008" y="63520"/>
                  <a:pt x="69400" y="63520"/>
                </a:cubicBezTo>
                <a:lnTo>
                  <a:pt x="74691" y="63520"/>
                </a:lnTo>
                <a:cubicBezTo>
                  <a:pt x="83646" y="63520"/>
                  <a:pt x="89819" y="62475"/>
                  <a:pt x="93211" y="60386"/>
                </a:cubicBezTo>
                <a:cubicBezTo>
                  <a:pt x="96603" y="58296"/>
                  <a:pt x="99656" y="52655"/>
                  <a:pt x="102370" y="43461"/>
                </a:cubicBezTo>
                <a:cubicBezTo>
                  <a:pt x="102912" y="41232"/>
                  <a:pt x="103319" y="39979"/>
                  <a:pt x="103591" y="39700"/>
                </a:cubicBezTo>
                <a:cubicBezTo>
                  <a:pt x="103862" y="39421"/>
                  <a:pt x="105015" y="39212"/>
                  <a:pt x="107050" y="39073"/>
                </a:cubicBezTo>
                <a:cubicBezTo>
                  <a:pt x="107729" y="39073"/>
                  <a:pt x="108272" y="39073"/>
                  <a:pt x="108679" y="39073"/>
                </a:cubicBezTo>
                <a:cubicBezTo>
                  <a:pt x="109086" y="39073"/>
                  <a:pt x="109425" y="39143"/>
                  <a:pt x="109696" y="39282"/>
                </a:cubicBezTo>
                <a:cubicBezTo>
                  <a:pt x="109968" y="39421"/>
                  <a:pt x="110103" y="39491"/>
                  <a:pt x="110103" y="39491"/>
                </a:cubicBezTo>
                <a:cubicBezTo>
                  <a:pt x="110103" y="39491"/>
                  <a:pt x="110239" y="39770"/>
                  <a:pt x="110510" y="40327"/>
                </a:cubicBezTo>
                <a:cubicBezTo>
                  <a:pt x="110782" y="40884"/>
                  <a:pt x="110985" y="41163"/>
                  <a:pt x="111121" y="41163"/>
                </a:cubicBezTo>
                <a:lnTo>
                  <a:pt x="104405" y="68744"/>
                </a:lnTo>
                <a:cubicBezTo>
                  <a:pt x="99927" y="87270"/>
                  <a:pt x="97485" y="96673"/>
                  <a:pt x="97078" y="96952"/>
                </a:cubicBezTo>
                <a:cubicBezTo>
                  <a:pt x="96671" y="97369"/>
                  <a:pt x="95586" y="97578"/>
                  <a:pt x="93822" y="975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5574E8-6D70-40F6-BB7A-FC2E9477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724" y="3251830"/>
            <a:ext cx="149179" cy="142084"/>
          </a:xfrm>
          <a:custGeom xmlns:a="http://schemas.openxmlformats.org/drawingml/2006/main">
            <a:pathLst>
              <a:path w="149179" h="142084" fill="none">
                <a:moveTo>
                  <a:pt x="93822" y="97578"/>
                </a:moveTo>
                <a:cubicBezTo>
                  <a:pt x="91108" y="97578"/>
                  <a:pt x="89751" y="96673"/>
                  <a:pt x="89751" y="94862"/>
                </a:cubicBezTo>
                <a:cubicBezTo>
                  <a:pt x="89751" y="94305"/>
                  <a:pt x="90091" y="92633"/>
                  <a:pt x="90769" y="89847"/>
                </a:cubicBezTo>
                <a:cubicBezTo>
                  <a:pt x="91447" y="87061"/>
                  <a:pt x="91787" y="84624"/>
                  <a:pt x="91787" y="82534"/>
                </a:cubicBezTo>
                <a:cubicBezTo>
                  <a:pt x="91787" y="78216"/>
                  <a:pt x="90362" y="75569"/>
                  <a:pt x="87513" y="74594"/>
                </a:cubicBezTo>
                <a:cubicBezTo>
                  <a:pt x="84663" y="73619"/>
                  <a:pt x="78083" y="73132"/>
                  <a:pt x="67771" y="73132"/>
                </a:cubicBezTo>
                <a:lnTo>
                  <a:pt x="57189" y="73132"/>
                </a:lnTo>
                <a:cubicBezTo>
                  <a:pt x="57053" y="73410"/>
                  <a:pt x="54679" y="83022"/>
                  <a:pt x="50065" y="101966"/>
                </a:cubicBezTo>
                <a:cubicBezTo>
                  <a:pt x="45452" y="120911"/>
                  <a:pt x="43146" y="130662"/>
                  <a:pt x="43146" y="131219"/>
                </a:cubicBezTo>
                <a:cubicBezTo>
                  <a:pt x="43146" y="131776"/>
                  <a:pt x="43892" y="132055"/>
                  <a:pt x="45385" y="132055"/>
                </a:cubicBezTo>
                <a:cubicBezTo>
                  <a:pt x="46877" y="132055"/>
                  <a:pt x="52304" y="132194"/>
                  <a:pt x="61666" y="132473"/>
                </a:cubicBezTo>
                <a:cubicBezTo>
                  <a:pt x="74420" y="132473"/>
                  <a:pt x="82832" y="132333"/>
                  <a:pt x="86902" y="132055"/>
                </a:cubicBezTo>
                <a:cubicBezTo>
                  <a:pt x="90973" y="131776"/>
                  <a:pt x="95043" y="130871"/>
                  <a:pt x="99113" y="129338"/>
                </a:cubicBezTo>
                <a:cubicBezTo>
                  <a:pt x="105762" y="127110"/>
                  <a:pt x="111257" y="123209"/>
                  <a:pt x="115598" y="117637"/>
                </a:cubicBezTo>
                <a:cubicBezTo>
                  <a:pt x="119940" y="112065"/>
                  <a:pt x="124757" y="102941"/>
                  <a:pt x="130048" y="90265"/>
                </a:cubicBezTo>
                <a:cubicBezTo>
                  <a:pt x="131405" y="87201"/>
                  <a:pt x="132287" y="85529"/>
                  <a:pt x="132694" y="85251"/>
                </a:cubicBezTo>
                <a:cubicBezTo>
                  <a:pt x="133643" y="84972"/>
                  <a:pt x="134661" y="84833"/>
                  <a:pt x="135747" y="84833"/>
                </a:cubicBezTo>
                <a:cubicBezTo>
                  <a:pt x="138460" y="84833"/>
                  <a:pt x="139817" y="85738"/>
                  <a:pt x="139817" y="87549"/>
                </a:cubicBezTo>
                <a:cubicBezTo>
                  <a:pt x="125571" y="122931"/>
                  <a:pt x="118108" y="140970"/>
                  <a:pt x="117430" y="141666"/>
                </a:cubicBezTo>
                <a:cubicBezTo>
                  <a:pt x="117023" y="141945"/>
                  <a:pt x="97621" y="142084"/>
                  <a:pt x="59224" y="142084"/>
                </a:cubicBezTo>
                <a:lnTo>
                  <a:pt x="20759" y="142084"/>
                </a:lnTo>
                <a:cubicBezTo>
                  <a:pt x="6920" y="142084"/>
                  <a:pt x="0" y="141318"/>
                  <a:pt x="0" y="139786"/>
                </a:cubicBezTo>
                <a:cubicBezTo>
                  <a:pt x="0" y="139507"/>
                  <a:pt x="204" y="138532"/>
                  <a:pt x="611" y="136861"/>
                </a:cubicBezTo>
                <a:cubicBezTo>
                  <a:pt x="1153" y="134632"/>
                  <a:pt x="1696" y="133378"/>
                  <a:pt x="2239" y="133099"/>
                </a:cubicBezTo>
                <a:cubicBezTo>
                  <a:pt x="2781" y="132821"/>
                  <a:pt x="4342" y="132612"/>
                  <a:pt x="6920" y="132473"/>
                </a:cubicBezTo>
                <a:cubicBezTo>
                  <a:pt x="10583" y="132473"/>
                  <a:pt x="14653" y="132264"/>
                  <a:pt x="19131" y="131846"/>
                </a:cubicBezTo>
                <a:cubicBezTo>
                  <a:pt x="21030" y="131428"/>
                  <a:pt x="22319" y="130592"/>
                  <a:pt x="22998" y="129338"/>
                </a:cubicBezTo>
                <a:cubicBezTo>
                  <a:pt x="23269" y="128642"/>
                  <a:pt x="28085" y="109071"/>
                  <a:pt x="37447" y="70624"/>
                </a:cubicBezTo>
                <a:cubicBezTo>
                  <a:pt x="46809" y="32178"/>
                  <a:pt x="51558" y="12676"/>
                  <a:pt x="51694" y="12119"/>
                </a:cubicBezTo>
                <a:cubicBezTo>
                  <a:pt x="51694" y="11144"/>
                  <a:pt x="51422" y="10656"/>
                  <a:pt x="50879" y="10656"/>
                </a:cubicBezTo>
                <a:cubicBezTo>
                  <a:pt x="49794" y="10238"/>
                  <a:pt x="46199" y="9890"/>
                  <a:pt x="40093" y="9612"/>
                </a:cubicBezTo>
                <a:lnTo>
                  <a:pt x="33784" y="9612"/>
                </a:lnTo>
                <a:cubicBezTo>
                  <a:pt x="32970" y="8776"/>
                  <a:pt x="32563" y="8219"/>
                  <a:pt x="32563" y="7940"/>
                </a:cubicBezTo>
                <a:cubicBezTo>
                  <a:pt x="32563" y="7661"/>
                  <a:pt x="32699" y="6477"/>
                  <a:pt x="32970" y="4388"/>
                </a:cubicBezTo>
                <a:cubicBezTo>
                  <a:pt x="33513" y="2020"/>
                  <a:pt x="34191" y="557"/>
                  <a:pt x="35005" y="0"/>
                </a:cubicBezTo>
                <a:lnTo>
                  <a:pt x="147754" y="0"/>
                </a:lnTo>
                <a:cubicBezTo>
                  <a:pt x="148704" y="557"/>
                  <a:pt x="149179" y="1323"/>
                  <a:pt x="149179" y="2298"/>
                </a:cubicBezTo>
                <a:cubicBezTo>
                  <a:pt x="149179" y="2995"/>
                  <a:pt x="148297" y="10796"/>
                  <a:pt x="146533" y="25701"/>
                </a:cubicBezTo>
                <a:cubicBezTo>
                  <a:pt x="144769" y="40605"/>
                  <a:pt x="143819" y="48267"/>
                  <a:pt x="143684" y="48685"/>
                </a:cubicBezTo>
                <a:cubicBezTo>
                  <a:pt x="143412" y="49660"/>
                  <a:pt x="142056" y="50147"/>
                  <a:pt x="139613" y="50147"/>
                </a:cubicBezTo>
                <a:lnTo>
                  <a:pt x="137171" y="50147"/>
                </a:lnTo>
                <a:cubicBezTo>
                  <a:pt x="136221" y="49451"/>
                  <a:pt x="135747" y="48545"/>
                  <a:pt x="135747" y="47431"/>
                </a:cubicBezTo>
                <a:lnTo>
                  <a:pt x="136357" y="42625"/>
                </a:lnTo>
                <a:cubicBezTo>
                  <a:pt x="136764" y="39282"/>
                  <a:pt x="136968" y="35660"/>
                  <a:pt x="136968" y="31760"/>
                </a:cubicBezTo>
                <a:cubicBezTo>
                  <a:pt x="136968" y="27581"/>
                  <a:pt x="136493" y="24099"/>
                  <a:pt x="135543" y="21313"/>
                </a:cubicBezTo>
                <a:cubicBezTo>
                  <a:pt x="134593" y="18527"/>
                  <a:pt x="133304" y="16368"/>
                  <a:pt x="131676" y="14835"/>
                </a:cubicBezTo>
                <a:cubicBezTo>
                  <a:pt x="130048" y="13303"/>
                  <a:pt x="127674" y="12189"/>
                  <a:pt x="124553" y="11492"/>
                </a:cubicBezTo>
                <a:cubicBezTo>
                  <a:pt x="121432" y="10796"/>
                  <a:pt x="118244" y="10308"/>
                  <a:pt x="114988" y="10029"/>
                </a:cubicBezTo>
                <a:cubicBezTo>
                  <a:pt x="111731" y="9751"/>
                  <a:pt x="107390" y="9612"/>
                  <a:pt x="101963" y="9612"/>
                </a:cubicBezTo>
                <a:lnTo>
                  <a:pt x="92397" y="9612"/>
                </a:lnTo>
                <a:cubicBezTo>
                  <a:pt x="80457" y="9751"/>
                  <a:pt x="74148" y="9960"/>
                  <a:pt x="73470" y="10238"/>
                </a:cubicBezTo>
                <a:cubicBezTo>
                  <a:pt x="72927" y="10517"/>
                  <a:pt x="72520" y="11144"/>
                  <a:pt x="72249" y="12119"/>
                </a:cubicBezTo>
                <a:cubicBezTo>
                  <a:pt x="72113" y="12537"/>
                  <a:pt x="70010" y="21104"/>
                  <a:pt x="65940" y="37819"/>
                </a:cubicBezTo>
                <a:cubicBezTo>
                  <a:pt x="61869" y="54535"/>
                  <a:pt x="59766" y="63032"/>
                  <a:pt x="59631" y="63311"/>
                </a:cubicBezTo>
                <a:cubicBezTo>
                  <a:pt x="62751" y="63450"/>
                  <a:pt x="66008" y="63520"/>
                  <a:pt x="69400" y="63520"/>
                </a:cubicBezTo>
                <a:lnTo>
                  <a:pt x="74691" y="63520"/>
                </a:lnTo>
                <a:cubicBezTo>
                  <a:pt x="83646" y="63520"/>
                  <a:pt x="89819" y="62475"/>
                  <a:pt x="93211" y="60386"/>
                </a:cubicBezTo>
                <a:cubicBezTo>
                  <a:pt x="96603" y="58296"/>
                  <a:pt x="99656" y="52655"/>
                  <a:pt x="102370" y="43461"/>
                </a:cubicBezTo>
                <a:cubicBezTo>
                  <a:pt x="102912" y="41232"/>
                  <a:pt x="103319" y="39979"/>
                  <a:pt x="103591" y="39700"/>
                </a:cubicBezTo>
                <a:cubicBezTo>
                  <a:pt x="103862" y="39421"/>
                  <a:pt x="105015" y="39212"/>
                  <a:pt x="107050" y="39073"/>
                </a:cubicBezTo>
                <a:cubicBezTo>
                  <a:pt x="107729" y="39073"/>
                  <a:pt x="108272" y="39073"/>
                  <a:pt x="108679" y="39073"/>
                </a:cubicBezTo>
                <a:cubicBezTo>
                  <a:pt x="109086" y="39073"/>
                  <a:pt x="109425" y="39143"/>
                  <a:pt x="109696" y="39282"/>
                </a:cubicBezTo>
                <a:cubicBezTo>
                  <a:pt x="109968" y="39421"/>
                  <a:pt x="110103" y="39491"/>
                  <a:pt x="110103" y="39491"/>
                </a:cubicBezTo>
                <a:cubicBezTo>
                  <a:pt x="110103" y="39491"/>
                  <a:pt x="110239" y="39770"/>
                  <a:pt x="110510" y="40327"/>
                </a:cubicBezTo>
                <a:cubicBezTo>
                  <a:pt x="110782" y="40884"/>
                  <a:pt x="110985" y="41163"/>
                  <a:pt x="111121" y="41163"/>
                </a:cubicBezTo>
                <a:lnTo>
                  <a:pt x="104405" y="68744"/>
                </a:lnTo>
                <a:cubicBezTo>
                  <a:pt x="99927" y="87270"/>
                  <a:pt x="97485" y="96673"/>
                  <a:pt x="97078" y="96952"/>
                </a:cubicBezTo>
                <a:cubicBezTo>
                  <a:pt x="96671" y="97369"/>
                  <a:pt x="95586" y="97578"/>
                  <a:pt x="93822" y="9757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0D6114-D413-4A7E-9315-18621E3E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938" y="3326871"/>
            <a:ext cx="60577" cy="101635"/>
          </a:xfrm>
          <a:custGeom xmlns:a="http://schemas.openxmlformats.org/drawingml/2006/main">
            <a:pathLst>
              <a:path w="60577" h="101635">
                <a:moveTo>
                  <a:pt x="8202" y="11966"/>
                </a:moveTo>
                <a:cubicBezTo>
                  <a:pt x="13573" y="3989"/>
                  <a:pt x="20912" y="0"/>
                  <a:pt x="30216" y="0"/>
                </a:cubicBezTo>
                <a:cubicBezTo>
                  <a:pt x="34821" y="0"/>
                  <a:pt x="39425" y="1280"/>
                  <a:pt x="44029" y="3841"/>
                </a:cubicBezTo>
                <a:cubicBezTo>
                  <a:pt x="48634" y="6401"/>
                  <a:pt x="52375" y="10932"/>
                  <a:pt x="55253" y="17432"/>
                </a:cubicBezTo>
                <a:cubicBezTo>
                  <a:pt x="58802" y="25606"/>
                  <a:pt x="60577" y="36833"/>
                  <a:pt x="60577" y="51113"/>
                </a:cubicBezTo>
                <a:cubicBezTo>
                  <a:pt x="60577" y="66378"/>
                  <a:pt x="58514" y="78048"/>
                  <a:pt x="54389" y="86124"/>
                </a:cubicBezTo>
                <a:cubicBezTo>
                  <a:pt x="52471" y="90260"/>
                  <a:pt x="49833" y="93560"/>
                  <a:pt x="46476" y="96022"/>
                </a:cubicBezTo>
                <a:cubicBezTo>
                  <a:pt x="43118" y="98484"/>
                  <a:pt x="40192" y="100010"/>
                  <a:pt x="37698" y="100601"/>
                </a:cubicBezTo>
                <a:cubicBezTo>
                  <a:pt x="35204" y="101192"/>
                  <a:pt x="32758" y="101537"/>
                  <a:pt x="30360" y="101635"/>
                </a:cubicBezTo>
                <a:cubicBezTo>
                  <a:pt x="27866" y="101635"/>
                  <a:pt x="25372" y="101340"/>
                  <a:pt x="22878" y="100749"/>
                </a:cubicBezTo>
                <a:cubicBezTo>
                  <a:pt x="20384" y="100158"/>
                  <a:pt x="17458" y="98582"/>
                  <a:pt x="14101" y="96022"/>
                </a:cubicBezTo>
                <a:cubicBezTo>
                  <a:pt x="10744" y="93461"/>
                  <a:pt x="8106" y="90162"/>
                  <a:pt x="6187" y="86124"/>
                </a:cubicBezTo>
                <a:cubicBezTo>
                  <a:pt x="2062" y="78048"/>
                  <a:pt x="0" y="66378"/>
                  <a:pt x="0" y="51113"/>
                </a:cubicBezTo>
                <a:cubicBezTo>
                  <a:pt x="0" y="33977"/>
                  <a:pt x="2734" y="20928"/>
                  <a:pt x="8202" y="11966"/>
                </a:cubicBezTo>
                <a:close/>
                <a:moveTo>
                  <a:pt x="40576" y="10193"/>
                </a:moveTo>
                <a:cubicBezTo>
                  <a:pt x="37698" y="7042"/>
                  <a:pt x="34293" y="5466"/>
                  <a:pt x="30360" y="5466"/>
                </a:cubicBezTo>
                <a:cubicBezTo>
                  <a:pt x="26331" y="5466"/>
                  <a:pt x="22878" y="7042"/>
                  <a:pt x="20000" y="10193"/>
                </a:cubicBezTo>
                <a:cubicBezTo>
                  <a:pt x="17602" y="12754"/>
                  <a:pt x="16019" y="16299"/>
                  <a:pt x="15252" y="20829"/>
                </a:cubicBezTo>
                <a:cubicBezTo>
                  <a:pt x="14485" y="25360"/>
                  <a:pt x="14101" y="34814"/>
                  <a:pt x="14101" y="49193"/>
                </a:cubicBezTo>
                <a:cubicBezTo>
                  <a:pt x="14101" y="64753"/>
                  <a:pt x="14485" y="74995"/>
                  <a:pt x="15252" y="79920"/>
                </a:cubicBezTo>
                <a:cubicBezTo>
                  <a:pt x="16019" y="84844"/>
                  <a:pt x="17746" y="88734"/>
                  <a:pt x="20432" y="91590"/>
                </a:cubicBezTo>
                <a:cubicBezTo>
                  <a:pt x="23118" y="94544"/>
                  <a:pt x="26427" y="96022"/>
                  <a:pt x="30360" y="96022"/>
                </a:cubicBezTo>
                <a:cubicBezTo>
                  <a:pt x="34197" y="96022"/>
                  <a:pt x="37459" y="94544"/>
                  <a:pt x="40145" y="91590"/>
                </a:cubicBezTo>
                <a:cubicBezTo>
                  <a:pt x="42926" y="88635"/>
                  <a:pt x="44653" y="84499"/>
                  <a:pt x="45324" y="79181"/>
                </a:cubicBezTo>
                <a:cubicBezTo>
                  <a:pt x="45996" y="73863"/>
                  <a:pt x="46380" y="63867"/>
                  <a:pt x="46476" y="49193"/>
                </a:cubicBezTo>
                <a:cubicBezTo>
                  <a:pt x="46476" y="34913"/>
                  <a:pt x="46092" y="25507"/>
                  <a:pt x="45324" y="20977"/>
                </a:cubicBezTo>
                <a:cubicBezTo>
                  <a:pt x="44557" y="16447"/>
                  <a:pt x="42974" y="12852"/>
                  <a:pt x="40576" y="101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AC622E-CD31-44AD-A09A-2405FA06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938" y="3326871"/>
            <a:ext cx="60577" cy="101635"/>
          </a:xfrm>
          <a:custGeom xmlns:a="http://schemas.openxmlformats.org/drawingml/2006/main">
            <a:pathLst>
              <a:path w="60577" h="101635" fill="none">
                <a:moveTo>
                  <a:pt x="8202" y="11966"/>
                </a:moveTo>
                <a:cubicBezTo>
                  <a:pt x="13573" y="3989"/>
                  <a:pt x="20912" y="0"/>
                  <a:pt x="30216" y="0"/>
                </a:cubicBezTo>
                <a:cubicBezTo>
                  <a:pt x="34821" y="0"/>
                  <a:pt x="39425" y="1280"/>
                  <a:pt x="44029" y="3841"/>
                </a:cubicBezTo>
                <a:cubicBezTo>
                  <a:pt x="48634" y="6401"/>
                  <a:pt x="52375" y="10932"/>
                  <a:pt x="55253" y="17432"/>
                </a:cubicBezTo>
                <a:cubicBezTo>
                  <a:pt x="58802" y="25606"/>
                  <a:pt x="60577" y="36833"/>
                  <a:pt x="60577" y="51113"/>
                </a:cubicBezTo>
                <a:cubicBezTo>
                  <a:pt x="60577" y="66378"/>
                  <a:pt x="58514" y="78048"/>
                  <a:pt x="54389" y="86124"/>
                </a:cubicBezTo>
                <a:cubicBezTo>
                  <a:pt x="52471" y="90260"/>
                  <a:pt x="49833" y="93560"/>
                  <a:pt x="46476" y="96022"/>
                </a:cubicBezTo>
                <a:cubicBezTo>
                  <a:pt x="43118" y="98484"/>
                  <a:pt x="40192" y="100010"/>
                  <a:pt x="37698" y="100601"/>
                </a:cubicBezTo>
                <a:cubicBezTo>
                  <a:pt x="35204" y="101192"/>
                  <a:pt x="32758" y="101537"/>
                  <a:pt x="30360" y="101635"/>
                </a:cubicBezTo>
                <a:cubicBezTo>
                  <a:pt x="27866" y="101635"/>
                  <a:pt x="25372" y="101340"/>
                  <a:pt x="22878" y="100749"/>
                </a:cubicBezTo>
                <a:cubicBezTo>
                  <a:pt x="20384" y="100158"/>
                  <a:pt x="17458" y="98582"/>
                  <a:pt x="14101" y="96022"/>
                </a:cubicBezTo>
                <a:cubicBezTo>
                  <a:pt x="10744" y="93461"/>
                  <a:pt x="8106" y="90162"/>
                  <a:pt x="6187" y="86124"/>
                </a:cubicBezTo>
                <a:cubicBezTo>
                  <a:pt x="2062" y="78048"/>
                  <a:pt x="0" y="66378"/>
                  <a:pt x="0" y="51113"/>
                </a:cubicBezTo>
                <a:cubicBezTo>
                  <a:pt x="0" y="33977"/>
                  <a:pt x="2734" y="20928"/>
                  <a:pt x="8202" y="11966"/>
                </a:cubicBezTo>
                <a:close/>
                <a:moveTo>
                  <a:pt x="40576" y="10193"/>
                </a:moveTo>
                <a:cubicBezTo>
                  <a:pt x="37698" y="7042"/>
                  <a:pt x="34293" y="5466"/>
                  <a:pt x="30360" y="5466"/>
                </a:cubicBezTo>
                <a:cubicBezTo>
                  <a:pt x="26331" y="5466"/>
                  <a:pt x="22878" y="7042"/>
                  <a:pt x="20000" y="10193"/>
                </a:cubicBezTo>
                <a:cubicBezTo>
                  <a:pt x="17602" y="12754"/>
                  <a:pt x="16019" y="16299"/>
                  <a:pt x="15252" y="20829"/>
                </a:cubicBezTo>
                <a:cubicBezTo>
                  <a:pt x="14485" y="25360"/>
                  <a:pt x="14101" y="34814"/>
                  <a:pt x="14101" y="49193"/>
                </a:cubicBezTo>
                <a:cubicBezTo>
                  <a:pt x="14101" y="64753"/>
                  <a:pt x="14485" y="74995"/>
                  <a:pt x="15252" y="79920"/>
                </a:cubicBezTo>
                <a:cubicBezTo>
                  <a:pt x="16019" y="84844"/>
                  <a:pt x="17746" y="88734"/>
                  <a:pt x="20432" y="91590"/>
                </a:cubicBezTo>
                <a:cubicBezTo>
                  <a:pt x="23118" y="94544"/>
                  <a:pt x="26427" y="96022"/>
                  <a:pt x="30360" y="96022"/>
                </a:cubicBezTo>
                <a:cubicBezTo>
                  <a:pt x="34197" y="96022"/>
                  <a:pt x="37459" y="94544"/>
                  <a:pt x="40145" y="91590"/>
                </a:cubicBezTo>
                <a:cubicBezTo>
                  <a:pt x="42926" y="88635"/>
                  <a:pt x="44653" y="84499"/>
                  <a:pt x="45324" y="79181"/>
                </a:cubicBezTo>
                <a:cubicBezTo>
                  <a:pt x="45996" y="73863"/>
                  <a:pt x="46380" y="63867"/>
                  <a:pt x="46476" y="49193"/>
                </a:cubicBezTo>
                <a:cubicBezTo>
                  <a:pt x="46476" y="34913"/>
                  <a:pt x="46092" y="25507"/>
                  <a:pt x="45324" y="20977"/>
                </a:cubicBezTo>
                <a:cubicBezTo>
                  <a:pt x="44557" y="16447"/>
                  <a:pt x="42974" y="12852"/>
                  <a:pt x="40576" y="101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" cap="flat">
            <a:solidFill>
              <a:srgbClr val="000000">
                <a:alpha val="9040"/>
              </a:srgbClr>
            </a:solidFill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A788DE-1D90-4FD8-9767-2DB3F9D5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3494" y="3407381"/>
            <a:ext cx="18993" cy="46632"/>
          </a:xfrm>
          <a:custGeom xmlns:a="http://schemas.openxmlformats.org/drawingml/2006/main">
            <a:pathLst>
              <a:path w="18993" h="46632">
                <a:moveTo>
                  <a:pt x="0" y="12704"/>
                </a:moveTo>
                <a:cubicBezTo>
                  <a:pt x="0" y="12704"/>
                  <a:pt x="0" y="11473"/>
                  <a:pt x="0" y="9011"/>
                </a:cubicBezTo>
                <a:cubicBezTo>
                  <a:pt x="0" y="6549"/>
                  <a:pt x="767" y="4432"/>
                  <a:pt x="2302" y="2659"/>
                </a:cubicBezTo>
                <a:cubicBezTo>
                  <a:pt x="3837" y="886"/>
                  <a:pt x="5899" y="0"/>
                  <a:pt x="8489" y="0"/>
                </a:cubicBezTo>
                <a:cubicBezTo>
                  <a:pt x="11175" y="0"/>
                  <a:pt x="13573" y="1231"/>
                  <a:pt x="15684" y="3693"/>
                </a:cubicBezTo>
                <a:cubicBezTo>
                  <a:pt x="17794" y="6155"/>
                  <a:pt x="18897" y="10489"/>
                  <a:pt x="18993" y="16693"/>
                </a:cubicBezTo>
                <a:cubicBezTo>
                  <a:pt x="18993" y="20140"/>
                  <a:pt x="18561" y="23488"/>
                  <a:pt x="17698" y="26738"/>
                </a:cubicBezTo>
                <a:cubicBezTo>
                  <a:pt x="16835" y="29988"/>
                  <a:pt x="15828" y="32795"/>
                  <a:pt x="14676" y="35159"/>
                </a:cubicBezTo>
                <a:cubicBezTo>
                  <a:pt x="13525" y="37522"/>
                  <a:pt x="12278" y="39541"/>
                  <a:pt x="10935" y="41215"/>
                </a:cubicBezTo>
                <a:cubicBezTo>
                  <a:pt x="9592" y="42890"/>
                  <a:pt x="8441" y="44219"/>
                  <a:pt x="7482" y="45204"/>
                </a:cubicBezTo>
                <a:cubicBezTo>
                  <a:pt x="6523" y="46189"/>
                  <a:pt x="5899" y="46632"/>
                  <a:pt x="5612" y="46534"/>
                </a:cubicBezTo>
                <a:cubicBezTo>
                  <a:pt x="5228" y="46534"/>
                  <a:pt x="4604" y="46090"/>
                  <a:pt x="3741" y="45204"/>
                </a:cubicBezTo>
                <a:cubicBezTo>
                  <a:pt x="2878" y="44318"/>
                  <a:pt x="2446" y="43678"/>
                  <a:pt x="2446" y="43284"/>
                </a:cubicBezTo>
                <a:cubicBezTo>
                  <a:pt x="2446" y="42890"/>
                  <a:pt x="2974" y="42102"/>
                  <a:pt x="4029" y="40920"/>
                </a:cubicBezTo>
                <a:cubicBezTo>
                  <a:pt x="5084" y="39738"/>
                  <a:pt x="6283" y="38261"/>
                  <a:pt x="7626" y="36488"/>
                </a:cubicBezTo>
                <a:cubicBezTo>
                  <a:pt x="8969" y="34716"/>
                  <a:pt x="10216" y="32253"/>
                  <a:pt x="11367" y="29102"/>
                </a:cubicBezTo>
                <a:cubicBezTo>
                  <a:pt x="12518" y="25950"/>
                  <a:pt x="13286" y="22356"/>
                  <a:pt x="13669" y="18318"/>
                </a:cubicBezTo>
                <a:lnTo>
                  <a:pt x="13669" y="16545"/>
                </a:lnTo>
                <a:lnTo>
                  <a:pt x="13525" y="16693"/>
                </a:lnTo>
                <a:cubicBezTo>
                  <a:pt x="13334" y="16791"/>
                  <a:pt x="13094" y="16890"/>
                  <a:pt x="12806" y="16988"/>
                </a:cubicBezTo>
                <a:cubicBezTo>
                  <a:pt x="12518" y="17087"/>
                  <a:pt x="12230" y="17235"/>
                  <a:pt x="11943" y="17432"/>
                </a:cubicBezTo>
                <a:cubicBezTo>
                  <a:pt x="11655" y="17629"/>
                  <a:pt x="11223" y="17727"/>
                  <a:pt x="10648" y="17727"/>
                </a:cubicBezTo>
                <a:cubicBezTo>
                  <a:pt x="10072" y="17727"/>
                  <a:pt x="9497" y="17776"/>
                  <a:pt x="8921" y="17875"/>
                </a:cubicBezTo>
                <a:cubicBezTo>
                  <a:pt x="6331" y="17875"/>
                  <a:pt x="4221" y="17038"/>
                  <a:pt x="2590" y="15363"/>
                </a:cubicBezTo>
                <a:lnTo>
                  <a:pt x="0" y="127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358FF2-4E05-47EB-80D2-22A7F2EF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3494" y="3407381"/>
            <a:ext cx="18993" cy="46632"/>
          </a:xfrm>
          <a:custGeom xmlns:a="http://schemas.openxmlformats.org/drawingml/2006/main">
            <a:pathLst>
              <a:path w="18993" h="46632" fill="none">
                <a:moveTo>
                  <a:pt x="0" y="12704"/>
                </a:moveTo>
                <a:cubicBezTo>
                  <a:pt x="0" y="12704"/>
                  <a:pt x="0" y="11473"/>
                  <a:pt x="0" y="9011"/>
                </a:cubicBezTo>
                <a:cubicBezTo>
                  <a:pt x="0" y="6549"/>
                  <a:pt x="767" y="4432"/>
                  <a:pt x="2302" y="2659"/>
                </a:cubicBezTo>
                <a:cubicBezTo>
                  <a:pt x="3837" y="886"/>
                  <a:pt x="5899" y="0"/>
                  <a:pt x="8489" y="0"/>
                </a:cubicBezTo>
                <a:cubicBezTo>
                  <a:pt x="11175" y="0"/>
                  <a:pt x="13573" y="1231"/>
                  <a:pt x="15684" y="3693"/>
                </a:cubicBezTo>
                <a:cubicBezTo>
                  <a:pt x="17794" y="6155"/>
                  <a:pt x="18897" y="10489"/>
                  <a:pt x="18993" y="16693"/>
                </a:cubicBezTo>
                <a:cubicBezTo>
                  <a:pt x="18993" y="20140"/>
                  <a:pt x="18561" y="23488"/>
                  <a:pt x="17698" y="26738"/>
                </a:cubicBezTo>
                <a:cubicBezTo>
                  <a:pt x="16835" y="29988"/>
                  <a:pt x="15828" y="32795"/>
                  <a:pt x="14676" y="35159"/>
                </a:cubicBezTo>
                <a:cubicBezTo>
                  <a:pt x="13525" y="37522"/>
                  <a:pt x="12278" y="39541"/>
                  <a:pt x="10935" y="41215"/>
                </a:cubicBezTo>
                <a:cubicBezTo>
                  <a:pt x="9592" y="42890"/>
                  <a:pt x="8441" y="44219"/>
                  <a:pt x="7482" y="45204"/>
                </a:cubicBezTo>
                <a:cubicBezTo>
                  <a:pt x="6523" y="46189"/>
                  <a:pt x="5899" y="46632"/>
                  <a:pt x="5612" y="46534"/>
                </a:cubicBezTo>
                <a:cubicBezTo>
                  <a:pt x="5228" y="46534"/>
                  <a:pt x="4604" y="46090"/>
                  <a:pt x="3741" y="45204"/>
                </a:cubicBezTo>
                <a:cubicBezTo>
                  <a:pt x="2878" y="44318"/>
                  <a:pt x="2446" y="43678"/>
                  <a:pt x="2446" y="43284"/>
                </a:cubicBezTo>
                <a:cubicBezTo>
                  <a:pt x="2446" y="42890"/>
                  <a:pt x="2974" y="42102"/>
                  <a:pt x="4029" y="40920"/>
                </a:cubicBezTo>
                <a:cubicBezTo>
                  <a:pt x="5084" y="39738"/>
                  <a:pt x="6283" y="38261"/>
                  <a:pt x="7626" y="36488"/>
                </a:cubicBezTo>
                <a:cubicBezTo>
                  <a:pt x="8969" y="34716"/>
                  <a:pt x="10216" y="32253"/>
                  <a:pt x="11367" y="29102"/>
                </a:cubicBezTo>
                <a:cubicBezTo>
                  <a:pt x="12518" y="25950"/>
                  <a:pt x="13286" y="22356"/>
                  <a:pt x="13669" y="18318"/>
                </a:cubicBezTo>
                <a:lnTo>
                  <a:pt x="13669" y="16545"/>
                </a:lnTo>
                <a:lnTo>
                  <a:pt x="13525" y="16693"/>
                </a:lnTo>
                <a:cubicBezTo>
                  <a:pt x="13334" y="16791"/>
                  <a:pt x="13094" y="16890"/>
                  <a:pt x="12806" y="16988"/>
                </a:cubicBezTo>
                <a:cubicBezTo>
                  <a:pt x="12518" y="17087"/>
                  <a:pt x="12230" y="17235"/>
                  <a:pt x="11943" y="17432"/>
                </a:cubicBezTo>
                <a:cubicBezTo>
                  <a:pt x="11655" y="17629"/>
                  <a:pt x="11223" y="17727"/>
                  <a:pt x="10648" y="17727"/>
                </a:cubicBezTo>
                <a:cubicBezTo>
                  <a:pt x="10072" y="17727"/>
                  <a:pt x="9497" y="17776"/>
                  <a:pt x="8921" y="17875"/>
                </a:cubicBezTo>
                <a:cubicBezTo>
                  <a:pt x="6331" y="17875"/>
                  <a:pt x="4221" y="17038"/>
                  <a:pt x="2590" y="15363"/>
                </a:cubicBezTo>
                <a:lnTo>
                  <a:pt x="0" y="127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" cap="flat">
            <a:solidFill>
              <a:srgbClr val="000000">
                <a:alpha val="9040"/>
              </a:srgbClr>
            </a:solidFill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983817-F5A3-490E-AB40-919858AD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315" y="3327018"/>
            <a:ext cx="59713" cy="101488"/>
          </a:xfrm>
          <a:custGeom xmlns:a="http://schemas.openxmlformats.org/drawingml/2006/main">
            <a:pathLst>
              <a:path w="59713" h="101488">
                <a:moveTo>
                  <a:pt x="12230" y="29841"/>
                </a:moveTo>
                <a:cubicBezTo>
                  <a:pt x="9640" y="29841"/>
                  <a:pt x="7626" y="29003"/>
                  <a:pt x="6187" y="27329"/>
                </a:cubicBezTo>
                <a:cubicBezTo>
                  <a:pt x="4748" y="25655"/>
                  <a:pt x="3981" y="23488"/>
                  <a:pt x="3885" y="20829"/>
                </a:cubicBezTo>
                <a:cubicBezTo>
                  <a:pt x="3885" y="15413"/>
                  <a:pt x="6187" y="10587"/>
                  <a:pt x="10792" y="6352"/>
                </a:cubicBezTo>
                <a:cubicBezTo>
                  <a:pt x="15396" y="2117"/>
                  <a:pt x="20960" y="0"/>
                  <a:pt x="27482" y="0"/>
                </a:cubicBezTo>
                <a:cubicBezTo>
                  <a:pt x="30840" y="0"/>
                  <a:pt x="32950" y="49"/>
                  <a:pt x="33813" y="148"/>
                </a:cubicBezTo>
                <a:cubicBezTo>
                  <a:pt x="40912" y="1330"/>
                  <a:pt x="46332" y="3939"/>
                  <a:pt x="50073" y="7977"/>
                </a:cubicBezTo>
                <a:cubicBezTo>
                  <a:pt x="53814" y="12015"/>
                  <a:pt x="55732" y="16398"/>
                  <a:pt x="55828" y="21125"/>
                </a:cubicBezTo>
                <a:cubicBezTo>
                  <a:pt x="55828" y="26246"/>
                  <a:pt x="54198" y="31219"/>
                  <a:pt x="50936" y="36045"/>
                </a:cubicBezTo>
                <a:cubicBezTo>
                  <a:pt x="47675" y="40871"/>
                  <a:pt x="43166" y="44367"/>
                  <a:pt x="37411" y="46534"/>
                </a:cubicBezTo>
                <a:lnTo>
                  <a:pt x="36979" y="46829"/>
                </a:lnTo>
                <a:cubicBezTo>
                  <a:pt x="36979" y="46928"/>
                  <a:pt x="37411" y="47075"/>
                  <a:pt x="38274" y="47272"/>
                </a:cubicBezTo>
                <a:cubicBezTo>
                  <a:pt x="39137" y="47469"/>
                  <a:pt x="40528" y="47912"/>
                  <a:pt x="42447" y="48602"/>
                </a:cubicBezTo>
                <a:cubicBezTo>
                  <a:pt x="44365" y="49291"/>
                  <a:pt x="46188" y="50325"/>
                  <a:pt x="47914" y="51704"/>
                </a:cubicBezTo>
                <a:cubicBezTo>
                  <a:pt x="55780" y="56924"/>
                  <a:pt x="59713" y="63818"/>
                  <a:pt x="59713" y="72386"/>
                </a:cubicBezTo>
                <a:cubicBezTo>
                  <a:pt x="59713" y="80166"/>
                  <a:pt x="56740" y="86961"/>
                  <a:pt x="50792" y="92772"/>
                </a:cubicBezTo>
                <a:cubicBezTo>
                  <a:pt x="44845" y="98582"/>
                  <a:pt x="37315" y="101488"/>
                  <a:pt x="28202" y="101488"/>
                </a:cubicBezTo>
                <a:cubicBezTo>
                  <a:pt x="20528" y="101488"/>
                  <a:pt x="13909" y="99370"/>
                  <a:pt x="8345" y="95135"/>
                </a:cubicBezTo>
                <a:cubicBezTo>
                  <a:pt x="2782" y="90901"/>
                  <a:pt x="0" y="85533"/>
                  <a:pt x="0" y="79033"/>
                </a:cubicBezTo>
                <a:cubicBezTo>
                  <a:pt x="0" y="76276"/>
                  <a:pt x="863" y="74060"/>
                  <a:pt x="2590" y="72386"/>
                </a:cubicBezTo>
                <a:cubicBezTo>
                  <a:pt x="4317" y="70711"/>
                  <a:pt x="6475" y="69825"/>
                  <a:pt x="9065" y="69727"/>
                </a:cubicBezTo>
                <a:cubicBezTo>
                  <a:pt x="11751" y="69727"/>
                  <a:pt x="13957" y="70613"/>
                  <a:pt x="15684" y="72386"/>
                </a:cubicBezTo>
                <a:cubicBezTo>
                  <a:pt x="17410" y="74158"/>
                  <a:pt x="18274" y="76374"/>
                  <a:pt x="18274" y="79033"/>
                </a:cubicBezTo>
                <a:cubicBezTo>
                  <a:pt x="18274" y="80117"/>
                  <a:pt x="18130" y="81101"/>
                  <a:pt x="17842" y="81988"/>
                </a:cubicBezTo>
                <a:cubicBezTo>
                  <a:pt x="17554" y="82874"/>
                  <a:pt x="17219" y="83662"/>
                  <a:pt x="16835" y="84351"/>
                </a:cubicBezTo>
                <a:cubicBezTo>
                  <a:pt x="16451" y="85041"/>
                  <a:pt x="15924" y="85632"/>
                  <a:pt x="15252" y="86124"/>
                </a:cubicBezTo>
                <a:cubicBezTo>
                  <a:pt x="14581" y="86617"/>
                  <a:pt x="14005" y="87010"/>
                  <a:pt x="13525" y="87306"/>
                </a:cubicBezTo>
                <a:cubicBezTo>
                  <a:pt x="13046" y="87601"/>
                  <a:pt x="12566" y="87798"/>
                  <a:pt x="12087" y="87897"/>
                </a:cubicBezTo>
                <a:cubicBezTo>
                  <a:pt x="11607" y="87995"/>
                  <a:pt x="11223" y="88143"/>
                  <a:pt x="10935" y="88340"/>
                </a:cubicBezTo>
                <a:lnTo>
                  <a:pt x="10360" y="88488"/>
                </a:lnTo>
                <a:cubicBezTo>
                  <a:pt x="15252" y="92920"/>
                  <a:pt x="21199" y="95135"/>
                  <a:pt x="28202" y="95135"/>
                </a:cubicBezTo>
                <a:cubicBezTo>
                  <a:pt x="33478" y="95135"/>
                  <a:pt x="37459" y="92526"/>
                  <a:pt x="40145" y="87306"/>
                </a:cubicBezTo>
                <a:cubicBezTo>
                  <a:pt x="41775" y="84056"/>
                  <a:pt x="42591" y="79083"/>
                  <a:pt x="42591" y="72386"/>
                </a:cubicBezTo>
                <a:lnTo>
                  <a:pt x="42591" y="69431"/>
                </a:lnTo>
                <a:cubicBezTo>
                  <a:pt x="42591" y="60075"/>
                  <a:pt x="39521" y="53821"/>
                  <a:pt x="33382" y="50670"/>
                </a:cubicBezTo>
                <a:cubicBezTo>
                  <a:pt x="31943" y="50079"/>
                  <a:pt x="29017" y="49734"/>
                  <a:pt x="24605" y="49636"/>
                </a:cubicBezTo>
                <a:lnTo>
                  <a:pt x="18561" y="49488"/>
                </a:lnTo>
                <a:lnTo>
                  <a:pt x="18130" y="49193"/>
                </a:lnTo>
                <a:cubicBezTo>
                  <a:pt x="17938" y="48897"/>
                  <a:pt x="17842" y="48109"/>
                  <a:pt x="17842" y="46829"/>
                </a:cubicBezTo>
                <a:cubicBezTo>
                  <a:pt x="17842" y="45056"/>
                  <a:pt x="18226" y="44170"/>
                  <a:pt x="18993" y="44170"/>
                </a:cubicBezTo>
                <a:cubicBezTo>
                  <a:pt x="21679" y="44170"/>
                  <a:pt x="24461" y="43924"/>
                  <a:pt x="27339" y="43431"/>
                </a:cubicBezTo>
                <a:cubicBezTo>
                  <a:pt x="30600" y="42939"/>
                  <a:pt x="33574" y="40871"/>
                  <a:pt x="36260" y="37227"/>
                </a:cubicBezTo>
                <a:cubicBezTo>
                  <a:pt x="38945" y="33583"/>
                  <a:pt x="40288" y="28068"/>
                  <a:pt x="40288" y="20682"/>
                </a:cubicBezTo>
                <a:lnTo>
                  <a:pt x="40288" y="19500"/>
                </a:lnTo>
                <a:cubicBezTo>
                  <a:pt x="40288" y="13886"/>
                  <a:pt x="38610" y="9996"/>
                  <a:pt x="35252" y="7829"/>
                </a:cubicBezTo>
                <a:cubicBezTo>
                  <a:pt x="33142" y="6451"/>
                  <a:pt x="30888" y="5761"/>
                  <a:pt x="28490" y="5761"/>
                </a:cubicBezTo>
                <a:cubicBezTo>
                  <a:pt x="25420" y="5761"/>
                  <a:pt x="22590" y="6303"/>
                  <a:pt x="20000" y="7386"/>
                </a:cubicBezTo>
                <a:cubicBezTo>
                  <a:pt x="17410" y="8470"/>
                  <a:pt x="15588" y="9602"/>
                  <a:pt x="14533" y="10784"/>
                </a:cubicBezTo>
                <a:cubicBezTo>
                  <a:pt x="13477" y="11966"/>
                  <a:pt x="12950" y="12557"/>
                  <a:pt x="12950" y="12557"/>
                </a:cubicBezTo>
                <a:lnTo>
                  <a:pt x="13382" y="12557"/>
                </a:lnTo>
                <a:cubicBezTo>
                  <a:pt x="13669" y="12655"/>
                  <a:pt x="14053" y="12754"/>
                  <a:pt x="14533" y="12852"/>
                </a:cubicBezTo>
                <a:cubicBezTo>
                  <a:pt x="15012" y="12951"/>
                  <a:pt x="15492" y="13197"/>
                  <a:pt x="15971" y="13591"/>
                </a:cubicBezTo>
                <a:cubicBezTo>
                  <a:pt x="16451" y="13985"/>
                  <a:pt x="17027" y="14329"/>
                  <a:pt x="17698" y="14625"/>
                </a:cubicBezTo>
                <a:cubicBezTo>
                  <a:pt x="18370" y="14920"/>
                  <a:pt x="18849" y="15462"/>
                  <a:pt x="19137" y="16250"/>
                </a:cubicBezTo>
                <a:cubicBezTo>
                  <a:pt x="19425" y="17038"/>
                  <a:pt x="19808" y="17776"/>
                  <a:pt x="20288" y="18466"/>
                </a:cubicBezTo>
                <a:cubicBezTo>
                  <a:pt x="20768" y="19155"/>
                  <a:pt x="20912" y="20140"/>
                  <a:pt x="20720" y="21420"/>
                </a:cubicBezTo>
                <a:cubicBezTo>
                  <a:pt x="20720" y="23587"/>
                  <a:pt x="20048" y="25507"/>
                  <a:pt x="18705" y="27182"/>
                </a:cubicBezTo>
                <a:cubicBezTo>
                  <a:pt x="17362" y="28856"/>
                  <a:pt x="15204" y="29742"/>
                  <a:pt x="12230" y="298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D64D6B-CC04-47B3-855E-61CC640A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315" y="3327018"/>
            <a:ext cx="59713" cy="101488"/>
          </a:xfrm>
          <a:custGeom xmlns:a="http://schemas.openxmlformats.org/drawingml/2006/main">
            <a:pathLst>
              <a:path w="59713" h="101488" fill="none">
                <a:moveTo>
                  <a:pt x="12230" y="29841"/>
                </a:moveTo>
                <a:cubicBezTo>
                  <a:pt x="9640" y="29841"/>
                  <a:pt x="7626" y="29003"/>
                  <a:pt x="6187" y="27329"/>
                </a:cubicBezTo>
                <a:cubicBezTo>
                  <a:pt x="4748" y="25655"/>
                  <a:pt x="3981" y="23488"/>
                  <a:pt x="3885" y="20829"/>
                </a:cubicBezTo>
                <a:cubicBezTo>
                  <a:pt x="3885" y="15413"/>
                  <a:pt x="6187" y="10587"/>
                  <a:pt x="10792" y="6352"/>
                </a:cubicBezTo>
                <a:cubicBezTo>
                  <a:pt x="15396" y="2117"/>
                  <a:pt x="20960" y="0"/>
                  <a:pt x="27482" y="0"/>
                </a:cubicBezTo>
                <a:cubicBezTo>
                  <a:pt x="30840" y="0"/>
                  <a:pt x="32950" y="49"/>
                  <a:pt x="33813" y="148"/>
                </a:cubicBezTo>
                <a:cubicBezTo>
                  <a:pt x="40912" y="1330"/>
                  <a:pt x="46332" y="3939"/>
                  <a:pt x="50073" y="7977"/>
                </a:cubicBezTo>
                <a:cubicBezTo>
                  <a:pt x="53814" y="12015"/>
                  <a:pt x="55732" y="16398"/>
                  <a:pt x="55828" y="21125"/>
                </a:cubicBezTo>
                <a:cubicBezTo>
                  <a:pt x="55828" y="26246"/>
                  <a:pt x="54198" y="31219"/>
                  <a:pt x="50936" y="36045"/>
                </a:cubicBezTo>
                <a:cubicBezTo>
                  <a:pt x="47675" y="40871"/>
                  <a:pt x="43166" y="44367"/>
                  <a:pt x="37411" y="46534"/>
                </a:cubicBezTo>
                <a:lnTo>
                  <a:pt x="36979" y="46829"/>
                </a:lnTo>
                <a:cubicBezTo>
                  <a:pt x="36979" y="46928"/>
                  <a:pt x="37411" y="47075"/>
                  <a:pt x="38274" y="47272"/>
                </a:cubicBezTo>
                <a:cubicBezTo>
                  <a:pt x="39137" y="47469"/>
                  <a:pt x="40528" y="47912"/>
                  <a:pt x="42447" y="48602"/>
                </a:cubicBezTo>
                <a:cubicBezTo>
                  <a:pt x="44365" y="49291"/>
                  <a:pt x="46188" y="50325"/>
                  <a:pt x="47914" y="51704"/>
                </a:cubicBezTo>
                <a:cubicBezTo>
                  <a:pt x="55780" y="56924"/>
                  <a:pt x="59713" y="63818"/>
                  <a:pt x="59713" y="72386"/>
                </a:cubicBezTo>
                <a:cubicBezTo>
                  <a:pt x="59713" y="80166"/>
                  <a:pt x="56740" y="86961"/>
                  <a:pt x="50792" y="92772"/>
                </a:cubicBezTo>
                <a:cubicBezTo>
                  <a:pt x="44845" y="98582"/>
                  <a:pt x="37315" y="101488"/>
                  <a:pt x="28202" y="101488"/>
                </a:cubicBezTo>
                <a:cubicBezTo>
                  <a:pt x="20528" y="101488"/>
                  <a:pt x="13909" y="99370"/>
                  <a:pt x="8345" y="95135"/>
                </a:cubicBezTo>
                <a:cubicBezTo>
                  <a:pt x="2782" y="90901"/>
                  <a:pt x="0" y="85533"/>
                  <a:pt x="0" y="79033"/>
                </a:cubicBezTo>
                <a:cubicBezTo>
                  <a:pt x="0" y="76276"/>
                  <a:pt x="863" y="74060"/>
                  <a:pt x="2590" y="72386"/>
                </a:cubicBezTo>
                <a:cubicBezTo>
                  <a:pt x="4317" y="70711"/>
                  <a:pt x="6475" y="69825"/>
                  <a:pt x="9065" y="69727"/>
                </a:cubicBezTo>
                <a:cubicBezTo>
                  <a:pt x="11751" y="69727"/>
                  <a:pt x="13957" y="70613"/>
                  <a:pt x="15684" y="72386"/>
                </a:cubicBezTo>
                <a:cubicBezTo>
                  <a:pt x="17410" y="74158"/>
                  <a:pt x="18274" y="76374"/>
                  <a:pt x="18274" y="79033"/>
                </a:cubicBezTo>
                <a:cubicBezTo>
                  <a:pt x="18274" y="80117"/>
                  <a:pt x="18130" y="81101"/>
                  <a:pt x="17842" y="81988"/>
                </a:cubicBezTo>
                <a:cubicBezTo>
                  <a:pt x="17554" y="82874"/>
                  <a:pt x="17219" y="83662"/>
                  <a:pt x="16835" y="84351"/>
                </a:cubicBezTo>
                <a:cubicBezTo>
                  <a:pt x="16451" y="85041"/>
                  <a:pt x="15924" y="85632"/>
                  <a:pt x="15252" y="86124"/>
                </a:cubicBezTo>
                <a:cubicBezTo>
                  <a:pt x="14581" y="86617"/>
                  <a:pt x="14005" y="87010"/>
                  <a:pt x="13525" y="87306"/>
                </a:cubicBezTo>
                <a:cubicBezTo>
                  <a:pt x="13046" y="87601"/>
                  <a:pt x="12566" y="87798"/>
                  <a:pt x="12087" y="87897"/>
                </a:cubicBezTo>
                <a:cubicBezTo>
                  <a:pt x="11607" y="87995"/>
                  <a:pt x="11223" y="88143"/>
                  <a:pt x="10935" y="88340"/>
                </a:cubicBezTo>
                <a:lnTo>
                  <a:pt x="10360" y="88488"/>
                </a:lnTo>
                <a:cubicBezTo>
                  <a:pt x="15252" y="92920"/>
                  <a:pt x="21199" y="95135"/>
                  <a:pt x="28202" y="95135"/>
                </a:cubicBezTo>
                <a:cubicBezTo>
                  <a:pt x="33478" y="95135"/>
                  <a:pt x="37459" y="92526"/>
                  <a:pt x="40145" y="87306"/>
                </a:cubicBezTo>
                <a:cubicBezTo>
                  <a:pt x="41775" y="84056"/>
                  <a:pt x="42591" y="79083"/>
                  <a:pt x="42591" y="72386"/>
                </a:cubicBezTo>
                <a:lnTo>
                  <a:pt x="42591" y="69431"/>
                </a:lnTo>
                <a:cubicBezTo>
                  <a:pt x="42591" y="60075"/>
                  <a:pt x="39521" y="53821"/>
                  <a:pt x="33382" y="50670"/>
                </a:cubicBezTo>
                <a:cubicBezTo>
                  <a:pt x="31943" y="50079"/>
                  <a:pt x="29017" y="49734"/>
                  <a:pt x="24605" y="49636"/>
                </a:cubicBezTo>
                <a:lnTo>
                  <a:pt x="18561" y="49488"/>
                </a:lnTo>
                <a:lnTo>
                  <a:pt x="18130" y="49193"/>
                </a:lnTo>
                <a:cubicBezTo>
                  <a:pt x="17938" y="48897"/>
                  <a:pt x="17842" y="48109"/>
                  <a:pt x="17842" y="46829"/>
                </a:cubicBezTo>
                <a:cubicBezTo>
                  <a:pt x="17842" y="45056"/>
                  <a:pt x="18226" y="44170"/>
                  <a:pt x="18993" y="44170"/>
                </a:cubicBezTo>
                <a:cubicBezTo>
                  <a:pt x="21679" y="44170"/>
                  <a:pt x="24461" y="43924"/>
                  <a:pt x="27339" y="43431"/>
                </a:cubicBezTo>
                <a:cubicBezTo>
                  <a:pt x="30600" y="42939"/>
                  <a:pt x="33574" y="40871"/>
                  <a:pt x="36260" y="37227"/>
                </a:cubicBezTo>
                <a:cubicBezTo>
                  <a:pt x="38945" y="33583"/>
                  <a:pt x="40288" y="28068"/>
                  <a:pt x="40288" y="20682"/>
                </a:cubicBezTo>
                <a:lnTo>
                  <a:pt x="40288" y="19500"/>
                </a:lnTo>
                <a:cubicBezTo>
                  <a:pt x="40288" y="13886"/>
                  <a:pt x="38610" y="9996"/>
                  <a:pt x="35252" y="7829"/>
                </a:cubicBezTo>
                <a:cubicBezTo>
                  <a:pt x="33142" y="6451"/>
                  <a:pt x="30888" y="5761"/>
                  <a:pt x="28490" y="5761"/>
                </a:cubicBezTo>
                <a:cubicBezTo>
                  <a:pt x="25420" y="5761"/>
                  <a:pt x="22590" y="6303"/>
                  <a:pt x="20000" y="7386"/>
                </a:cubicBezTo>
                <a:cubicBezTo>
                  <a:pt x="17410" y="8470"/>
                  <a:pt x="15588" y="9602"/>
                  <a:pt x="14533" y="10784"/>
                </a:cubicBezTo>
                <a:cubicBezTo>
                  <a:pt x="13477" y="11966"/>
                  <a:pt x="12950" y="12557"/>
                  <a:pt x="12950" y="12557"/>
                </a:cubicBezTo>
                <a:lnTo>
                  <a:pt x="13382" y="12557"/>
                </a:lnTo>
                <a:cubicBezTo>
                  <a:pt x="13669" y="12655"/>
                  <a:pt x="14053" y="12754"/>
                  <a:pt x="14533" y="12852"/>
                </a:cubicBezTo>
                <a:cubicBezTo>
                  <a:pt x="15012" y="12951"/>
                  <a:pt x="15492" y="13197"/>
                  <a:pt x="15971" y="13591"/>
                </a:cubicBezTo>
                <a:cubicBezTo>
                  <a:pt x="16451" y="13985"/>
                  <a:pt x="17027" y="14329"/>
                  <a:pt x="17698" y="14625"/>
                </a:cubicBezTo>
                <a:cubicBezTo>
                  <a:pt x="18370" y="14920"/>
                  <a:pt x="18849" y="15462"/>
                  <a:pt x="19137" y="16250"/>
                </a:cubicBezTo>
                <a:cubicBezTo>
                  <a:pt x="19425" y="17038"/>
                  <a:pt x="19808" y="17776"/>
                  <a:pt x="20288" y="18466"/>
                </a:cubicBezTo>
                <a:cubicBezTo>
                  <a:pt x="20768" y="19155"/>
                  <a:pt x="20912" y="20140"/>
                  <a:pt x="20720" y="21420"/>
                </a:cubicBezTo>
                <a:cubicBezTo>
                  <a:pt x="20720" y="23587"/>
                  <a:pt x="20048" y="25507"/>
                  <a:pt x="18705" y="27182"/>
                </a:cubicBezTo>
                <a:cubicBezTo>
                  <a:pt x="17362" y="28856"/>
                  <a:pt x="15204" y="29742"/>
                  <a:pt x="12230" y="2984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" cap="flat">
            <a:solidFill>
              <a:srgbClr val="000000">
                <a:alpha val="9040"/>
              </a:srgbClr>
            </a:solidFill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B1DC47-2A68-48EC-8ACE-EA7FF8C9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595" y="3237204"/>
            <a:ext cx="45520" cy="208947"/>
          </a:xfrm>
          <a:custGeom xmlns:a="http://schemas.openxmlformats.org/drawingml/2006/main">
            <a:pathLst>
              <a:path w="45520" h="208947">
                <a:moveTo>
                  <a:pt x="0" y="3761"/>
                </a:moveTo>
                <a:cubicBezTo>
                  <a:pt x="136" y="2786"/>
                  <a:pt x="543" y="1950"/>
                  <a:pt x="1221" y="1254"/>
                </a:cubicBezTo>
                <a:cubicBezTo>
                  <a:pt x="1900" y="557"/>
                  <a:pt x="2849" y="139"/>
                  <a:pt x="4070" y="0"/>
                </a:cubicBezTo>
                <a:cubicBezTo>
                  <a:pt x="5427" y="0"/>
                  <a:pt x="6580" y="696"/>
                  <a:pt x="7530" y="2089"/>
                </a:cubicBezTo>
                <a:cubicBezTo>
                  <a:pt x="7937" y="3065"/>
                  <a:pt x="14314" y="20198"/>
                  <a:pt x="26661" y="53491"/>
                </a:cubicBezTo>
                <a:cubicBezTo>
                  <a:pt x="39008" y="86783"/>
                  <a:pt x="45249" y="103777"/>
                  <a:pt x="45385" y="104474"/>
                </a:cubicBezTo>
                <a:cubicBezTo>
                  <a:pt x="45520" y="105170"/>
                  <a:pt x="39347" y="122165"/>
                  <a:pt x="26864" y="155457"/>
                </a:cubicBezTo>
                <a:cubicBezTo>
                  <a:pt x="14382" y="188749"/>
                  <a:pt x="7937" y="205883"/>
                  <a:pt x="7530" y="206858"/>
                </a:cubicBezTo>
                <a:cubicBezTo>
                  <a:pt x="6580" y="208251"/>
                  <a:pt x="5427" y="208947"/>
                  <a:pt x="4070" y="208947"/>
                </a:cubicBezTo>
                <a:cubicBezTo>
                  <a:pt x="2985" y="208947"/>
                  <a:pt x="2103" y="208599"/>
                  <a:pt x="1425" y="207903"/>
                </a:cubicBezTo>
                <a:cubicBezTo>
                  <a:pt x="746" y="207206"/>
                  <a:pt x="271" y="206301"/>
                  <a:pt x="0" y="205186"/>
                </a:cubicBezTo>
                <a:cubicBezTo>
                  <a:pt x="0" y="204490"/>
                  <a:pt x="6106" y="187565"/>
                  <a:pt x="18317" y="154412"/>
                </a:cubicBezTo>
                <a:cubicBezTo>
                  <a:pt x="30663" y="121398"/>
                  <a:pt x="36837" y="104752"/>
                  <a:pt x="36837" y="104474"/>
                </a:cubicBezTo>
                <a:cubicBezTo>
                  <a:pt x="36837" y="104195"/>
                  <a:pt x="30663" y="87549"/>
                  <a:pt x="18317" y="54535"/>
                </a:cubicBezTo>
                <a:cubicBezTo>
                  <a:pt x="6106" y="21382"/>
                  <a:pt x="0" y="4458"/>
                  <a:pt x="0" y="37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B6F283-B049-46FA-A52D-35CBF463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595" y="3237204"/>
            <a:ext cx="45520" cy="208947"/>
          </a:xfrm>
          <a:custGeom xmlns:a="http://schemas.openxmlformats.org/drawingml/2006/main">
            <a:pathLst>
              <a:path w="45520" h="208947" fill="none">
                <a:moveTo>
                  <a:pt x="0" y="3761"/>
                </a:moveTo>
                <a:cubicBezTo>
                  <a:pt x="136" y="2786"/>
                  <a:pt x="543" y="1950"/>
                  <a:pt x="1221" y="1254"/>
                </a:cubicBezTo>
                <a:cubicBezTo>
                  <a:pt x="1900" y="557"/>
                  <a:pt x="2849" y="139"/>
                  <a:pt x="4070" y="0"/>
                </a:cubicBezTo>
                <a:cubicBezTo>
                  <a:pt x="5427" y="0"/>
                  <a:pt x="6580" y="696"/>
                  <a:pt x="7530" y="2089"/>
                </a:cubicBezTo>
                <a:cubicBezTo>
                  <a:pt x="7937" y="3065"/>
                  <a:pt x="14314" y="20198"/>
                  <a:pt x="26661" y="53491"/>
                </a:cubicBezTo>
                <a:cubicBezTo>
                  <a:pt x="39008" y="86783"/>
                  <a:pt x="45249" y="103777"/>
                  <a:pt x="45385" y="104474"/>
                </a:cubicBezTo>
                <a:cubicBezTo>
                  <a:pt x="45520" y="105170"/>
                  <a:pt x="39347" y="122165"/>
                  <a:pt x="26864" y="155457"/>
                </a:cubicBezTo>
                <a:cubicBezTo>
                  <a:pt x="14382" y="188749"/>
                  <a:pt x="7937" y="205883"/>
                  <a:pt x="7530" y="206858"/>
                </a:cubicBezTo>
                <a:cubicBezTo>
                  <a:pt x="6580" y="208251"/>
                  <a:pt x="5427" y="208947"/>
                  <a:pt x="4070" y="208947"/>
                </a:cubicBezTo>
                <a:cubicBezTo>
                  <a:pt x="2985" y="208947"/>
                  <a:pt x="2103" y="208599"/>
                  <a:pt x="1425" y="207903"/>
                </a:cubicBezTo>
                <a:cubicBezTo>
                  <a:pt x="746" y="207206"/>
                  <a:pt x="271" y="206301"/>
                  <a:pt x="0" y="205186"/>
                </a:cubicBezTo>
                <a:cubicBezTo>
                  <a:pt x="0" y="204490"/>
                  <a:pt x="6106" y="187565"/>
                  <a:pt x="18317" y="154412"/>
                </a:cubicBezTo>
                <a:cubicBezTo>
                  <a:pt x="30663" y="121398"/>
                  <a:pt x="36837" y="104752"/>
                  <a:pt x="36837" y="104474"/>
                </a:cubicBezTo>
                <a:cubicBezTo>
                  <a:pt x="36837" y="104195"/>
                  <a:pt x="30663" y="87549"/>
                  <a:pt x="18317" y="54535"/>
                </a:cubicBezTo>
                <a:cubicBezTo>
                  <a:pt x="6106" y="21382"/>
                  <a:pt x="0" y="4458"/>
                  <a:pt x="0" y="376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6C3F7F-DE4E-4E4E-A4B1-BCA9CACC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4764" y="3237204"/>
            <a:ext cx="48641" cy="208947"/>
          </a:xfrm>
          <a:custGeom xmlns:a="http://schemas.openxmlformats.org/drawingml/2006/main">
            <a:pathLst>
              <a:path w="48641" h="208947">
                <a:moveTo>
                  <a:pt x="1018" y="209"/>
                </a:moveTo>
                <a:lnTo>
                  <a:pt x="1832" y="0"/>
                </a:lnTo>
                <a:cubicBezTo>
                  <a:pt x="2510" y="0"/>
                  <a:pt x="3188" y="0"/>
                  <a:pt x="3867" y="0"/>
                </a:cubicBezTo>
                <a:lnTo>
                  <a:pt x="6309" y="0"/>
                </a:lnTo>
                <a:lnTo>
                  <a:pt x="12008" y="5015"/>
                </a:lnTo>
                <a:cubicBezTo>
                  <a:pt x="24761" y="16855"/>
                  <a:pt x="34055" y="31621"/>
                  <a:pt x="39890" y="49312"/>
                </a:cubicBezTo>
                <a:cubicBezTo>
                  <a:pt x="45724" y="67002"/>
                  <a:pt x="48641" y="85390"/>
                  <a:pt x="48641" y="104474"/>
                </a:cubicBezTo>
                <a:cubicBezTo>
                  <a:pt x="48641" y="113946"/>
                  <a:pt x="47962" y="123070"/>
                  <a:pt x="46606" y="131846"/>
                </a:cubicBezTo>
                <a:cubicBezTo>
                  <a:pt x="45249" y="140622"/>
                  <a:pt x="43689" y="148074"/>
                  <a:pt x="41925" y="154203"/>
                </a:cubicBezTo>
                <a:cubicBezTo>
                  <a:pt x="40161" y="160332"/>
                  <a:pt x="37651" y="166461"/>
                  <a:pt x="34395" y="172590"/>
                </a:cubicBezTo>
                <a:cubicBezTo>
                  <a:pt x="31138" y="178720"/>
                  <a:pt x="28560" y="183386"/>
                  <a:pt x="26661" y="186590"/>
                </a:cubicBezTo>
                <a:cubicBezTo>
                  <a:pt x="24761" y="189794"/>
                  <a:pt x="21980" y="193346"/>
                  <a:pt x="18317" y="197246"/>
                </a:cubicBezTo>
                <a:cubicBezTo>
                  <a:pt x="14653" y="201147"/>
                  <a:pt x="12482" y="203445"/>
                  <a:pt x="11804" y="204142"/>
                </a:cubicBezTo>
                <a:cubicBezTo>
                  <a:pt x="11126" y="204838"/>
                  <a:pt x="9565" y="206161"/>
                  <a:pt x="7123" y="208112"/>
                </a:cubicBezTo>
                <a:cubicBezTo>
                  <a:pt x="6716" y="208529"/>
                  <a:pt x="6445" y="208808"/>
                  <a:pt x="6309" y="208947"/>
                </a:cubicBezTo>
                <a:lnTo>
                  <a:pt x="3867" y="208947"/>
                </a:lnTo>
                <a:cubicBezTo>
                  <a:pt x="2781" y="208947"/>
                  <a:pt x="2035" y="208947"/>
                  <a:pt x="1628" y="208947"/>
                </a:cubicBezTo>
                <a:cubicBezTo>
                  <a:pt x="1221" y="208947"/>
                  <a:pt x="882" y="208738"/>
                  <a:pt x="611" y="208320"/>
                </a:cubicBezTo>
                <a:cubicBezTo>
                  <a:pt x="339" y="207903"/>
                  <a:pt x="136" y="207276"/>
                  <a:pt x="0" y="206440"/>
                </a:cubicBezTo>
                <a:cubicBezTo>
                  <a:pt x="136" y="206301"/>
                  <a:pt x="882" y="205395"/>
                  <a:pt x="2239" y="203724"/>
                </a:cubicBezTo>
                <a:cubicBezTo>
                  <a:pt x="23269" y="181297"/>
                  <a:pt x="33784" y="148213"/>
                  <a:pt x="33784" y="104474"/>
                </a:cubicBezTo>
                <a:cubicBezTo>
                  <a:pt x="33784" y="60734"/>
                  <a:pt x="23269" y="27651"/>
                  <a:pt x="2239" y="5224"/>
                </a:cubicBezTo>
                <a:cubicBezTo>
                  <a:pt x="882" y="3552"/>
                  <a:pt x="136" y="2647"/>
                  <a:pt x="0" y="2507"/>
                </a:cubicBezTo>
                <a:cubicBezTo>
                  <a:pt x="0" y="1393"/>
                  <a:pt x="339" y="627"/>
                  <a:pt x="1018" y="2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918C07-05E9-4A00-9269-66D76762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4764" y="3237204"/>
            <a:ext cx="48641" cy="208947"/>
          </a:xfrm>
          <a:custGeom xmlns:a="http://schemas.openxmlformats.org/drawingml/2006/main">
            <a:pathLst>
              <a:path w="48641" h="208947" fill="none">
                <a:moveTo>
                  <a:pt x="1018" y="209"/>
                </a:moveTo>
                <a:lnTo>
                  <a:pt x="1832" y="0"/>
                </a:lnTo>
                <a:cubicBezTo>
                  <a:pt x="2510" y="0"/>
                  <a:pt x="3188" y="0"/>
                  <a:pt x="3867" y="0"/>
                </a:cubicBezTo>
                <a:lnTo>
                  <a:pt x="6309" y="0"/>
                </a:lnTo>
                <a:lnTo>
                  <a:pt x="12008" y="5015"/>
                </a:lnTo>
                <a:cubicBezTo>
                  <a:pt x="24761" y="16855"/>
                  <a:pt x="34055" y="31621"/>
                  <a:pt x="39890" y="49312"/>
                </a:cubicBezTo>
                <a:cubicBezTo>
                  <a:pt x="45724" y="67002"/>
                  <a:pt x="48641" y="85390"/>
                  <a:pt x="48641" y="104474"/>
                </a:cubicBezTo>
                <a:cubicBezTo>
                  <a:pt x="48641" y="113946"/>
                  <a:pt x="47962" y="123070"/>
                  <a:pt x="46606" y="131846"/>
                </a:cubicBezTo>
                <a:cubicBezTo>
                  <a:pt x="45249" y="140622"/>
                  <a:pt x="43689" y="148074"/>
                  <a:pt x="41925" y="154203"/>
                </a:cubicBezTo>
                <a:cubicBezTo>
                  <a:pt x="40161" y="160332"/>
                  <a:pt x="37651" y="166461"/>
                  <a:pt x="34395" y="172590"/>
                </a:cubicBezTo>
                <a:cubicBezTo>
                  <a:pt x="31138" y="178720"/>
                  <a:pt x="28560" y="183386"/>
                  <a:pt x="26661" y="186590"/>
                </a:cubicBezTo>
                <a:cubicBezTo>
                  <a:pt x="24761" y="189794"/>
                  <a:pt x="21980" y="193346"/>
                  <a:pt x="18317" y="197246"/>
                </a:cubicBezTo>
                <a:cubicBezTo>
                  <a:pt x="14653" y="201147"/>
                  <a:pt x="12482" y="203445"/>
                  <a:pt x="11804" y="204142"/>
                </a:cubicBezTo>
                <a:cubicBezTo>
                  <a:pt x="11126" y="204838"/>
                  <a:pt x="9565" y="206161"/>
                  <a:pt x="7123" y="208112"/>
                </a:cubicBezTo>
                <a:cubicBezTo>
                  <a:pt x="6716" y="208529"/>
                  <a:pt x="6445" y="208808"/>
                  <a:pt x="6309" y="208947"/>
                </a:cubicBezTo>
                <a:lnTo>
                  <a:pt x="3867" y="208947"/>
                </a:lnTo>
                <a:cubicBezTo>
                  <a:pt x="2781" y="208947"/>
                  <a:pt x="2035" y="208947"/>
                  <a:pt x="1628" y="208947"/>
                </a:cubicBezTo>
                <a:cubicBezTo>
                  <a:pt x="1221" y="208947"/>
                  <a:pt x="882" y="208738"/>
                  <a:pt x="611" y="208320"/>
                </a:cubicBezTo>
                <a:cubicBezTo>
                  <a:pt x="339" y="207903"/>
                  <a:pt x="136" y="207276"/>
                  <a:pt x="0" y="206440"/>
                </a:cubicBezTo>
                <a:cubicBezTo>
                  <a:pt x="136" y="206301"/>
                  <a:pt x="882" y="205395"/>
                  <a:pt x="2239" y="203724"/>
                </a:cubicBezTo>
                <a:cubicBezTo>
                  <a:pt x="23269" y="181297"/>
                  <a:pt x="33784" y="148213"/>
                  <a:pt x="33784" y="104474"/>
                </a:cubicBezTo>
                <a:cubicBezTo>
                  <a:pt x="33784" y="60734"/>
                  <a:pt x="23269" y="27651"/>
                  <a:pt x="2239" y="5224"/>
                </a:cubicBezTo>
                <a:cubicBezTo>
                  <a:pt x="882" y="3552"/>
                  <a:pt x="136" y="2647"/>
                  <a:pt x="0" y="2507"/>
                </a:cubicBezTo>
                <a:cubicBezTo>
                  <a:pt x="0" y="1393"/>
                  <a:pt x="339" y="627"/>
                  <a:pt x="1018" y="20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6" cap="flat">
            <a:solidFill>
              <a:srgbClr val="000000">
                <a:alpha val="12790"/>
              </a:srgbClr>
            </a:solidFill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DBB90F-6A7A-4C1B-B29A-7DED02D5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1" y="2536475"/>
            <a:ext cx="216720" cy="216720"/>
          </a:xfrm>
          <a:custGeom xmlns:a="http://schemas.openxmlformats.org/drawingml/2006/main">
            <a:pathLst>
              <a:path w="216720" h="216720">
                <a:moveTo>
                  <a:pt x="216720" y="108360"/>
                </a:moveTo>
                <a:cubicBezTo>
                  <a:pt x="216720" y="115475"/>
                  <a:pt x="216026" y="122522"/>
                  <a:pt x="214638" y="129500"/>
                </a:cubicBezTo>
                <a:cubicBezTo>
                  <a:pt x="213250" y="136478"/>
                  <a:pt x="211194" y="143254"/>
                  <a:pt x="208472" y="149828"/>
                </a:cubicBezTo>
                <a:cubicBezTo>
                  <a:pt x="205749" y="156401"/>
                  <a:pt x="202411" y="162645"/>
                  <a:pt x="198458" y="168561"/>
                </a:cubicBezTo>
                <a:cubicBezTo>
                  <a:pt x="194505" y="174477"/>
                  <a:pt x="190013" y="179951"/>
                  <a:pt x="184982" y="184982"/>
                </a:cubicBezTo>
                <a:cubicBezTo>
                  <a:pt x="179951" y="190013"/>
                  <a:pt x="174478" y="194505"/>
                  <a:pt x="168562" y="198458"/>
                </a:cubicBezTo>
                <a:cubicBezTo>
                  <a:pt x="162646" y="202411"/>
                  <a:pt x="156401" y="205749"/>
                  <a:pt x="149828" y="208472"/>
                </a:cubicBezTo>
                <a:cubicBezTo>
                  <a:pt x="143254" y="211194"/>
                  <a:pt x="136478" y="213250"/>
                  <a:pt x="129500" y="214638"/>
                </a:cubicBezTo>
                <a:cubicBezTo>
                  <a:pt x="122522" y="216026"/>
                  <a:pt x="115475" y="216720"/>
                  <a:pt x="108360" y="216720"/>
                </a:cubicBezTo>
                <a:cubicBezTo>
                  <a:pt x="101245" y="216720"/>
                  <a:pt x="94198" y="216026"/>
                  <a:pt x="87220" y="214638"/>
                </a:cubicBezTo>
                <a:cubicBezTo>
                  <a:pt x="80242" y="213250"/>
                  <a:pt x="73466" y="211194"/>
                  <a:pt x="66892" y="208472"/>
                </a:cubicBezTo>
                <a:cubicBezTo>
                  <a:pt x="60319" y="205749"/>
                  <a:pt x="54074" y="202411"/>
                  <a:pt x="48158" y="198458"/>
                </a:cubicBezTo>
                <a:cubicBezTo>
                  <a:pt x="42242" y="194505"/>
                  <a:pt x="36769" y="190013"/>
                  <a:pt x="31738" y="184982"/>
                </a:cubicBezTo>
                <a:cubicBezTo>
                  <a:pt x="26707" y="179951"/>
                  <a:pt x="22215" y="174477"/>
                  <a:pt x="18262" y="168561"/>
                </a:cubicBezTo>
                <a:cubicBezTo>
                  <a:pt x="14309" y="162645"/>
                  <a:pt x="10971" y="156401"/>
                  <a:pt x="8248" y="149828"/>
                </a:cubicBezTo>
                <a:cubicBezTo>
                  <a:pt x="5526" y="143254"/>
                  <a:pt x="3470" y="136478"/>
                  <a:pt x="2082" y="129500"/>
                </a:cubicBezTo>
                <a:cubicBezTo>
                  <a:pt x="694" y="122522"/>
                  <a:pt x="0" y="115475"/>
                  <a:pt x="0" y="108360"/>
                </a:cubicBezTo>
                <a:cubicBezTo>
                  <a:pt x="0" y="101245"/>
                  <a:pt x="694" y="94198"/>
                  <a:pt x="2082" y="87220"/>
                </a:cubicBezTo>
                <a:cubicBezTo>
                  <a:pt x="3470" y="80241"/>
                  <a:pt x="5526" y="73466"/>
                  <a:pt x="8248" y="66892"/>
                </a:cubicBezTo>
                <a:cubicBezTo>
                  <a:pt x="10971" y="60319"/>
                  <a:pt x="14309" y="54074"/>
                  <a:pt x="18262" y="48158"/>
                </a:cubicBezTo>
                <a:cubicBezTo>
                  <a:pt x="22215" y="42243"/>
                  <a:pt x="26707" y="36769"/>
                  <a:pt x="31738" y="31738"/>
                </a:cubicBezTo>
                <a:cubicBezTo>
                  <a:pt x="36769" y="26707"/>
                  <a:pt x="42242" y="22215"/>
                  <a:pt x="48158" y="18262"/>
                </a:cubicBezTo>
                <a:cubicBezTo>
                  <a:pt x="54074" y="14309"/>
                  <a:pt x="60319" y="10971"/>
                  <a:pt x="66892" y="8248"/>
                </a:cubicBezTo>
                <a:cubicBezTo>
                  <a:pt x="73466" y="5525"/>
                  <a:pt x="80242" y="3470"/>
                  <a:pt x="87220" y="2082"/>
                </a:cubicBezTo>
                <a:cubicBezTo>
                  <a:pt x="94198" y="694"/>
                  <a:pt x="101245" y="0"/>
                  <a:pt x="108360" y="0"/>
                </a:cubicBezTo>
                <a:cubicBezTo>
                  <a:pt x="115475" y="0"/>
                  <a:pt x="122522" y="694"/>
                  <a:pt x="129500" y="2082"/>
                </a:cubicBezTo>
                <a:cubicBezTo>
                  <a:pt x="136478" y="3470"/>
                  <a:pt x="143254" y="5525"/>
                  <a:pt x="149828" y="8248"/>
                </a:cubicBezTo>
                <a:cubicBezTo>
                  <a:pt x="156401" y="10971"/>
                  <a:pt x="162646" y="14309"/>
                  <a:pt x="168562" y="18262"/>
                </a:cubicBezTo>
                <a:cubicBezTo>
                  <a:pt x="174478" y="22215"/>
                  <a:pt x="179951" y="26707"/>
                  <a:pt x="184982" y="31738"/>
                </a:cubicBezTo>
                <a:cubicBezTo>
                  <a:pt x="190013" y="36769"/>
                  <a:pt x="194505" y="42243"/>
                  <a:pt x="198458" y="48158"/>
                </a:cubicBezTo>
                <a:cubicBezTo>
                  <a:pt x="202411" y="54074"/>
                  <a:pt x="205749" y="60319"/>
                  <a:pt x="208472" y="66892"/>
                </a:cubicBezTo>
                <a:cubicBezTo>
                  <a:pt x="211194" y="73466"/>
                  <a:pt x="213250" y="80241"/>
                  <a:pt x="214638" y="87220"/>
                </a:cubicBezTo>
                <a:cubicBezTo>
                  <a:pt x="216026" y="94198"/>
                  <a:pt x="216720" y="101245"/>
                  <a:pt x="216720" y="10836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F80D55-7F88-47C6-ADD7-F4DE53E4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1" y="2536475"/>
            <a:ext cx="216720" cy="216720"/>
          </a:xfrm>
          <a:custGeom xmlns:a="http://schemas.openxmlformats.org/drawingml/2006/main">
            <a:pathLst>
              <a:path w="216720" h="216720" fill="none">
                <a:moveTo>
                  <a:pt x="216720" y="108360"/>
                </a:moveTo>
                <a:cubicBezTo>
                  <a:pt x="216720" y="115475"/>
                  <a:pt x="216026" y="122522"/>
                  <a:pt x="214638" y="129500"/>
                </a:cubicBezTo>
                <a:cubicBezTo>
                  <a:pt x="213250" y="136478"/>
                  <a:pt x="211194" y="143254"/>
                  <a:pt x="208472" y="149828"/>
                </a:cubicBezTo>
                <a:cubicBezTo>
                  <a:pt x="205749" y="156401"/>
                  <a:pt x="202411" y="162645"/>
                  <a:pt x="198458" y="168561"/>
                </a:cubicBezTo>
                <a:cubicBezTo>
                  <a:pt x="194505" y="174477"/>
                  <a:pt x="190013" y="179951"/>
                  <a:pt x="184982" y="184982"/>
                </a:cubicBezTo>
                <a:cubicBezTo>
                  <a:pt x="179951" y="190013"/>
                  <a:pt x="174478" y="194505"/>
                  <a:pt x="168562" y="198458"/>
                </a:cubicBezTo>
                <a:cubicBezTo>
                  <a:pt x="162646" y="202411"/>
                  <a:pt x="156401" y="205749"/>
                  <a:pt x="149828" y="208472"/>
                </a:cubicBezTo>
                <a:cubicBezTo>
                  <a:pt x="143254" y="211194"/>
                  <a:pt x="136478" y="213250"/>
                  <a:pt x="129500" y="214638"/>
                </a:cubicBezTo>
                <a:cubicBezTo>
                  <a:pt x="122522" y="216026"/>
                  <a:pt x="115475" y="216720"/>
                  <a:pt x="108360" y="216720"/>
                </a:cubicBezTo>
                <a:cubicBezTo>
                  <a:pt x="101245" y="216720"/>
                  <a:pt x="94198" y="216026"/>
                  <a:pt x="87220" y="214638"/>
                </a:cubicBezTo>
                <a:cubicBezTo>
                  <a:pt x="80242" y="213250"/>
                  <a:pt x="73466" y="211194"/>
                  <a:pt x="66892" y="208472"/>
                </a:cubicBezTo>
                <a:cubicBezTo>
                  <a:pt x="60319" y="205749"/>
                  <a:pt x="54074" y="202411"/>
                  <a:pt x="48158" y="198458"/>
                </a:cubicBezTo>
                <a:cubicBezTo>
                  <a:pt x="42242" y="194505"/>
                  <a:pt x="36769" y="190013"/>
                  <a:pt x="31738" y="184982"/>
                </a:cubicBezTo>
                <a:cubicBezTo>
                  <a:pt x="26707" y="179951"/>
                  <a:pt x="22215" y="174477"/>
                  <a:pt x="18262" y="168561"/>
                </a:cubicBezTo>
                <a:cubicBezTo>
                  <a:pt x="14309" y="162645"/>
                  <a:pt x="10971" y="156401"/>
                  <a:pt x="8248" y="149828"/>
                </a:cubicBezTo>
                <a:cubicBezTo>
                  <a:pt x="5526" y="143254"/>
                  <a:pt x="3470" y="136478"/>
                  <a:pt x="2082" y="129500"/>
                </a:cubicBezTo>
                <a:cubicBezTo>
                  <a:pt x="694" y="122522"/>
                  <a:pt x="0" y="115475"/>
                  <a:pt x="0" y="108360"/>
                </a:cubicBezTo>
                <a:cubicBezTo>
                  <a:pt x="0" y="101245"/>
                  <a:pt x="694" y="94198"/>
                  <a:pt x="2082" y="87220"/>
                </a:cubicBezTo>
                <a:cubicBezTo>
                  <a:pt x="3470" y="80241"/>
                  <a:pt x="5526" y="73466"/>
                  <a:pt x="8248" y="66892"/>
                </a:cubicBezTo>
                <a:cubicBezTo>
                  <a:pt x="10971" y="60319"/>
                  <a:pt x="14309" y="54074"/>
                  <a:pt x="18262" y="48158"/>
                </a:cubicBezTo>
                <a:cubicBezTo>
                  <a:pt x="22215" y="42243"/>
                  <a:pt x="26707" y="36769"/>
                  <a:pt x="31738" y="31738"/>
                </a:cubicBezTo>
                <a:cubicBezTo>
                  <a:pt x="36769" y="26707"/>
                  <a:pt x="42242" y="22215"/>
                  <a:pt x="48158" y="18262"/>
                </a:cubicBezTo>
                <a:cubicBezTo>
                  <a:pt x="54074" y="14309"/>
                  <a:pt x="60319" y="10971"/>
                  <a:pt x="66892" y="8248"/>
                </a:cubicBezTo>
                <a:cubicBezTo>
                  <a:pt x="73466" y="5525"/>
                  <a:pt x="80242" y="3470"/>
                  <a:pt x="87220" y="2082"/>
                </a:cubicBezTo>
                <a:cubicBezTo>
                  <a:pt x="94198" y="694"/>
                  <a:pt x="101245" y="0"/>
                  <a:pt x="108360" y="0"/>
                </a:cubicBezTo>
                <a:cubicBezTo>
                  <a:pt x="115475" y="0"/>
                  <a:pt x="122522" y="694"/>
                  <a:pt x="129500" y="2082"/>
                </a:cubicBezTo>
                <a:cubicBezTo>
                  <a:pt x="136478" y="3470"/>
                  <a:pt x="143254" y="5525"/>
                  <a:pt x="149828" y="8248"/>
                </a:cubicBezTo>
                <a:cubicBezTo>
                  <a:pt x="156401" y="10971"/>
                  <a:pt x="162646" y="14309"/>
                  <a:pt x="168562" y="18262"/>
                </a:cubicBezTo>
                <a:cubicBezTo>
                  <a:pt x="174478" y="22215"/>
                  <a:pt x="179951" y="26707"/>
                  <a:pt x="184982" y="31738"/>
                </a:cubicBezTo>
                <a:cubicBezTo>
                  <a:pt x="190013" y="36769"/>
                  <a:pt x="194505" y="42243"/>
                  <a:pt x="198458" y="48158"/>
                </a:cubicBezTo>
                <a:cubicBezTo>
                  <a:pt x="202411" y="54074"/>
                  <a:pt x="205749" y="60319"/>
                  <a:pt x="208472" y="66892"/>
                </a:cubicBezTo>
                <a:cubicBezTo>
                  <a:pt x="211194" y="73466"/>
                  <a:pt x="213250" y="80241"/>
                  <a:pt x="214638" y="87220"/>
                </a:cubicBezTo>
                <a:cubicBezTo>
                  <a:pt x="216026" y="94198"/>
                  <a:pt x="216720" y="101245"/>
                  <a:pt x="216720" y="10836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448" cap="flat">
            <a:solidFill>
              <a:srgbClr val="000000"/>
            </a:solidFill>
            <a:miter/>
          </a:ln>
        </p:spPr>
      </p:sp>
      <p:sp>
        <p:nvSpPr>
          <p:cNvPr id="287" name="Text 1">
            <a:extLst xmlns:a="http://schemas.openxmlformats.org/drawingml/2006/main">
              <a:ext uri="{FF2B5EF4-FFF2-40B4-BE49-F238E27FC236}">
                <a16:creationId xmlns:a16="http://schemas.microsoft.com/office/drawing/2014/main" id="{A6BDB810-44DB-490F-8BC0-2B40F434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33" y="2578013"/>
            <a:ext cx="45714" cy="124614"/>
          </a:xfrm>
          <a:custGeom xmlns:a="http://schemas.openxmlformats.org/drawingml/2006/main">
            <a:pathLst>
              <a:path w="45714" h="124614">
                <a:moveTo>
                  <a:pt x="45714" y="124614"/>
                </a:moveTo>
                <a:lnTo>
                  <a:pt x="30476" y="124614"/>
                </a:lnTo>
                <a:lnTo>
                  <a:pt x="30476" y="27513"/>
                </a:lnTo>
                <a:cubicBezTo>
                  <a:pt x="26808" y="31012"/>
                  <a:pt x="21997" y="34512"/>
                  <a:pt x="16042" y="38011"/>
                </a:cubicBezTo>
                <a:cubicBezTo>
                  <a:pt x="10088" y="41510"/>
                  <a:pt x="4741" y="44134"/>
                  <a:pt x="0" y="45884"/>
                </a:cubicBezTo>
                <a:lnTo>
                  <a:pt x="0" y="31154"/>
                </a:lnTo>
                <a:cubicBezTo>
                  <a:pt x="8522" y="27146"/>
                  <a:pt x="15972" y="22293"/>
                  <a:pt x="22349" y="16593"/>
                </a:cubicBezTo>
                <a:cubicBezTo>
                  <a:pt x="28727" y="10892"/>
                  <a:pt x="33242" y="5362"/>
                  <a:pt x="35894" y="0"/>
                </a:cubicBezTo>
                <a:lnTo>
                  <a:pt x="45714" y="0"/>
                </a:lnTo>
                <a:lnTo>
                  <a:pt x="45714" y="1246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572AEE-960F-4711-BFEC-6DA435F1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1" y="2948243"/>
            <a:ext cx="216720" cy="216720"/>
          </a:xfrm>
          <a:custGeom xmlns:a="http://schemas.openxmlformats.org/drawingml/2006/main">
            <a:pathLst>
              <a:path w="216720" h="216720">
                <a:moveTo>
                  <a:pt x="216720" y="108360"/>
                </a:moveTo>
                <a:cubicBezTo>
                  <a:pt x="216720" y="115475"/>
                  <a:pt x="216026" y="122522"/>
                  <a:pt x="214638" y="129500"/>
                </a:cubicBezTo>
                <a:cubicBezTo>
                  <a:pt x="213250" y="136478"/>
                  <a:pt x="211194" y="143254"/>
                  <a:pt x="208472" y="149827"/>
                </a:cubicBezTo>
                <a:cubicBezTo>
                  <a:pt x="205749" y="156401"/>
                  <a:pt x="202411" y="162645"/>
                  <a:pt x="198458" y="168561"/>
                </a:cubicBezTo>
                <a:cubicBezTo>
                  <a:pt x="194505" y="174477"/>
                  <a:pt x="190013" y="179951"/>
                  <a:pt x="184982" y="184982"/>
                </a:cubicBezTo>
                <a:cubicBezTo>
                  <a:pt x="179951" y="190013"/>
                  <a:pt x="174478" y="194505"/>
                  <a:pt x="168562" y="198458"/>
                </a:cubicBezTo>
                <a:cubicBezTo>
                  <a:pt x="162646" y="202411"/>
                  <a:pt x="156401" y="205749"/>
                  <a:pt x="149828" y="208472"/>
                </a:cubicBezTo>
                <a:cubicBezTo>
                  <a:pt x="143254" y="211194"/>
                  <a:pt x="136478" y="213250"/>
                  <a:pt x="129500" y="214638"/>
                </a:cubicBezTo>
                <a:cubicBezTo>
                  <a:pt x="122522" y="216026"/>
                  <a:pt x="115475" y="216720"/>
                  <a:pt x="108360" y="216720"/>
                </a:cubicBezTo>
                <a:cubicBezTo>
                  <a:pt x="101245" y="216720"/>
                  <a:pt x="94198" y="216026"/>
                  <a:pt x="87220" y="214638"/>
                </a:cubicBezTo>
                <a:cubicBezTo>
                  <a:pt x="80242" y="213250"/>
                  <a:pt x="73466" y="211194"/>
                  <a:pt x="66892" y="208472"/>
                </a:cubicBezTo>
                <a:cubicBezTo>
                  <a:pt x="60319" y="205749"/>
                  <a:pt x="54074" y="202411"/>
                  <a:pt x="48158" y="198458"/>
                </a:cubicBezTo>
                <a:cubicBezTo>
                  <a:pt x="42242" y="194505"/>
                  <a:pt x="36769" y="190013"/>
                  <a:pt x="31738" y="184982"/>
                </a:cubicBezTo>
                <a:cubicBezTo>
                  <a:pt x="26707" y="179951"/>
                  <a:pt x="22215" y="174477"/>
                  <a:pt x="18262" y="168562"/>
                </a:cubicBezTo>
                <a:cubicBezTo>
                  <a:pt x="14309" y="162646"/>
                  <a:pt x="10971" y="156401"/>
                  <a:pt x="8248" y="149827"/>
                </a:cubicBezTo>
                <a:cubicBezTo>
                  <a:pt x="5526" y="143254"/>
                  <a:pt x="3470" y="136478"/>
                  <a:pt x="2082" y="129500"/>
                </a:cubicBezTo>
                <a:cubicBezTo>
                  <a:pt x="694" y="122522"/>
                  <a:pt x="0" y="115475"/>
                  <a:pt x="0" y="108360"/>
                </a:cubicBezTo>
                <a:cubicBezTo>
                  <a:pt x="0" y="101245"/>
                  <a:pt x="694" y="94198"/>
                  <a:pt x="2082" y="87220"/>
                </a:cubicBezTo>
                <a:cubicBezTo>
                  <a:pt x="3470" y="80241"/>
                  <a:pt x="5526" y="73465"/>
                  <a:pt x="8248" y="66892"/>
                </a:cubicBezTo>
                <a:cubicBezTo>
                  <a:pt x="10971" y="60319"/>
                  <a:pt x="14309" y="54074"/>
                  <a:pt x="18262" y="48158"/>
                </a:cubicBezTo>
                <a:cubicBezTo>
                  <a:pt x="22215" y="42242"/>
                  <a:pt x="26707" y="36769"/>
                  <a:pt x="31738" y="31738"/>
                </a:cubicBezTo>
                <a:cubicBezTo>
                  <a:pt x="36769" y="26707"/>
                  <a:pt x="42242" y="22215"/>
                  <a:pt x="48158" y="18262"/>
                </a:cubicBezTo>
                <a:cubicBezTo>
                  <a:pt x="54074" y="14308"/>
                  <a:pt x="60319" y="10971"/>
                  <a:pt x="66892" y="8248"/>
                </a:cubicBezTo>
                <a:cubicBezTo>
                  <a:pt x="73466" y="5525"/>
                  <a:pt x="80242" y="3470"/>
                  <a:pt x="87220" y="2082"/>
                </a:cubicBezTo>
                <a:cubicBezTo>
                  <a:pt x="94198" y="694"/>
                  <a:pt x="101245" y="0"/>
                  <a:pt x="108360" y="0"/>
                </a:cubicBezTo>
                <a:cubicBezTo>
                  <a:pt x="115475" y="0"/>
                  <a:pt x="122522" y="694"/>
                  <a:pt x="129500" y="2082"/>
                </a:cubicBezTo>
                <a:cubicBezTo>
                  <a:pt x="136478" y="3470"/>
                  <a:pt x="143254" y="5525"/>
                  <a:pt x="149828" y="8248"/>
                </a:cubicBezTo>
                <a:cubicBezTo>
                  <a:pt x="156401" y="10971"/>
                  <a:pt x="162646" y="14309"/>
                  <a:pt x="168562" y="18262"/>
                </a:cubicBezTo>
                <a:cubicBezTo>
                  <a:pt x="174478" y="22215"/>
                  <a:pt x="179951" y="26707"/>
                  <a:pt x="184982" y="31738"/>
                </a:cubicBezTo>
                <a:cubicBezTo>
                  <a:pt x="190013" y="36769"/>
                  <a:pt x="194505" y="42242"/>
                  <a:pt x="198458" y="48158"/>
                </a:cubicBezTo>
                <a:cubicBezTo>
                  <a:pt x="202411" y="54074"/>
                  <a:pt x="205749" y="60319"/>
                  <a:pt x="208472" y="66892"/>
                </a:cubicBezTo>
                <a:cubicBezTo>
                  <a:pt x="211194" y="73465"/>
                  <a:pt x="213250" y="80241"/>
                  <a:pt x="214638" y="87220"/>
                </a:cubicBezTo>
                <a:cubicBezTo>
                  <a:pt x="216026" y="94198"/>
                  <a:pt x="216720" y="101245"/>
                  <a:pt x="216720" y="10836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E7F9F8-E5A9-4D83-A27D-5F9458CF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1" y="2948243"/>
            <a:ext cx="216720" cy="216720"/>
          </a:xfrm>
          <a:custGeom xmlns:a="http://schemas.openxmlformats.org/drawingml/2006/main">
            <a:pathLst>
              <a:path w="216720" h="216720" fill="none">
                <a:moveTo>
                  <a:pt x="216720" y="108360"/>
                </a:moveTo>
                <a:cubicBezTo>
                  <a:pt x="216720" y="115475"/>
                  <a:pt x="216026" y="122522"/>
                  <a:pt x="214638" y="129500"/>
                </a:cubicBezTo>
                <a:cubicBezTo>
                  <a:pt x="213250" y="136478"/>
                  <a:pt x="211194" y="143254"/>
                  <a:pt x="208472" y="149827"/>
                </a:cubicBezTo>
                <a:cubicBezTo>
                  <a:pt x="205749" y="156401"/>
                  <a:pt x="202411" y="162645"/>
                  <a:pt x="198458" y="168561"/>
                </a:cubicBezTo>
                <a:cubicBezTo>
                  <a:pt x="194505" y="174477"/>
                  <a:pt x="190013" y="179951"/>
                  <a:pt x="184982" y="184982"/>
                </a:cubicBezTo>
                <a:cubicBezTo>
                  <a:pt x="179951" y="190013"/>
                  <a:pt x="174478" y="194505"/>
                  <a:pt x="168562" y="198458"/>
                </a:cubicBezTo>
                <a:cubicBezTo>
                  <a:pt x="162646" y="202411"/>
                  <a:pt x="156401" y="205749"/>
                  <a:pt x="149828" y="208472"/>
                </a:cubicBezTo>
                <a:cubicBezTo>
                  <a:pt x="143254" y="211194"/>
                  <a:pt x="136478" y="213250"/>
                  <a:pt x="129500" y="214638"/>
                </a:cubicBezTo>
                <a:cubicBezTo>
                  <a:pt x="122522" y="216026"/>
                  <a:pt x="115475" y="216720"/>
                  <a:pt x="108360" y="216720"/>
                </a:cubicBezTo>
                <a:cubicBezTo>
                  <a:pt x="101245" y="216720"/>
                  <a:pt x="94198" y="216026"/>
                  <a:pt x="87220" y="214638"/>
                </a:cubicBezTo>
                <a:cubicBezTo>
                  <a:pt x="80242" y="213250"/>
                  <a:pt x="73466" y="211194"/>
                  <a:pt x="66892" y="208472"/>
                </a:cubicBezTo>
                <a:cubicBezTo>
                  <a:pt x="60319" y="205749"/>
                  <a:pt x="54074" y="202411"/>
                  <a:pt x="48158" y="198458"/>
                </a:cubicBezTo>
                <a:cubicBezTo>
                  <a:pt x="42242" y="194505"/>
                  <a:pt x="36769" y="190013"/>
                  <a:pt x="31738" y="184982"/>
                </a:cubicBezTo>
                <a:cubicBezTo>
                  <a:pt x="26707" y="179951"/>
                  <a:pt x="22215" y="174477"/>
                  <a:pt x="18262" y="168562"/>
                </a:cubicBezTo>
                <a:cubicBezTo>
                  <a:pt x="14309" y="162646"/>
                  <a:pt x="10971" y="156401"/>
                  <a:pt x="8248" y="149827"/>
                </a:cubicBezTo>
                <a:cubicBezTo>
                  <a:pt x="5526" y="143254"/>
                  <a:pt x="3470" y="136478"/>
                  <a:pt x="2082" y="129500"/>
                </a:cubicBezTo>
                <a:cubicBezTo>
                  <a:pt x="694" y="122522"/>
                  <a:pt x="0" y="115475"/>
                  <a:pt x="0" y="108360"/>
                </a:cubicBezTo>
                <a:cubicBezTo>
                  <a:pt x="0" y="101245"/>
                  <a:pt x="694" y="94198"/>
                  <a:pt x="2082" y="87220"/>
                </a:cubicBezTo>
                <a:cubicBezTo>
                  <a:pt x="3470" y="80241"/>
                  <a:pt x="5526" y="73465"/>
                  <a:pt x="8248" y="66892"/>
                </a:cubicBezTo>
                <a:cubicBezTo>
                  <a:pt x="10971" y="60319"/>
                  <a:pt x="14309" y="54074"/>
                  <a:pt x="18262" y="48158"/>
                </a:cubicBezTo>
                <a:cubicBezTo>
                  <a:pt x="22215" y="42242"/>
                  <a:pt x="26707" y="36769"/>
                  <a:pt x="31738" y="31738"/>
                </a:cubicBezTo>
                <a:cubicBezTo>
                  <a:pt x="36769" y="26707"/>
                  <a:pt x="42242" y="22215"/>
                  <a:pt x="48158" y="18262"/>
                </a:cubicBezTo>
                <a:cubicBezTo>
                  <a:pt x="54074" y="14308"/>
                  <a:pt x="60319" y="10971"/>
                  <a:pt x="66892" y="8248"/>
                </a:cubicBezTo>
                <a:cubicBezTo>
                  <a:pt x="73466" y="5525"/>
                  <a:pt x="80242" y="3470"/>
                  <a:pt x="87220" y="2082"/>
                </a:cubicBezTo>
                <a:cubicBezTo>
                  <a:pt x="94198" y="694"/>
                  <a:pt x="101245" y="0"/>
                  <a:pt x="108360" y="0"/>
                </a:cubicBezTo>
                <a:cubicBezTo>
                  <a:pt x="115475" y="0"/>
                  <a:pt x="122522" y="694"/>
                  <a:pt x="129500" y="2082"/>
                </a:cubicBezTo>
                <a:cubicBezTo>
                  <a:pt x="136478" y="3470"/>
                  <a:pt x="143254" y="5525"/>
                  <a:pt x="149828" y="8248"/>
                </a:cubicBezTo>
                <a:cubicBezTo>
                  <a:pt x="156401" y="10971"/>
                  <a:pt x="162646" y="14309"/>
                  <a:pt x="168562" y="18262"/>
                </a:cubicBezTo>
                <a:cubicBezTo>
                  <a:pt x="174478" y="22215"/>
                  <a:pt x="179951" y="26707"/>
                  <a:pt x="184982" y="31738"/>
                </a:cubicBezTo>
                <a:cubicBezTo>
                  <a:pt x="190013" y="36769"/>
                  <a:pt x="194505" y="42242"/>
                  <a:pt x="198458" y="48158"/>
                </a:cubicBezTo>
                <a:cubicBezTo>
                  <a:pt x="202411" y="54074"/>
                  <a:pt x="205749" y="60319"/>
                  <a:pt x="208472" y="66892"/>
                </a:cubicBezTo>
                <a:cubicBezTo>
                  <a:pt x="211194" y="73465"/>
                  <a:pt x="213250" y="80241"/>
                  <a:pt x="214638" y="87220"/>
                </a:cubicBezTo>
                <a:cubicBezTo>
                  <a:pt x="216026" y="94198"/>
                  <a:pt x="216720" y="101245"/>
                  <a:pt x="216720" y="10836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448" cap="flat">
            <a:solidFill>
              <a:srgbClr val="000000"/>
            </a:solidFill>
            <a:miter/>
          </a:ln>
        </p:spPr>
      </p:sp>
      <p:sp>
        <p:nvSpPr>
          <p:cNvPr id="290" name="Text 2">
            <a:extLst xmlns:a="http://schemas.openxmlformats.org/drawingml/2006/main">
              <a:ext uri="{FF2B5EF4-FFF2-40B4-BE49-F238E27FC236}">
                <a16:creationId xmlns:a16="http://schemas.microsoft.com/office/drawing/2014/main" id="{E9CE8D90-DCD1-4E61-A4EF-9597B832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91" y="2982557"/>
            <a:ext cx="82145" cy="124614"/>
          </a:xfrm>
          <a:custGeom xmlns:a="http://schemas.openxmlformats.org/drawingml/2006/main">
            <a:pathLst>
              <a:path w="82145" h="124614">
                <a:moveTo>
                  <a:pt x="82145" y="109969"/>
                </a:moveTo>
                <a:lnTo>
                  <a:pt x="82145" y="124614"/>
                </a:lnTo>
                <a:lnTo>
                  <a:pt x="113" y="124614"/>
                </a:lnTo>
                <a:cubicBezTo>
                  <a:pt x="0" y="120947"/>
                  <a:pt x="593" y="117422"/>
                  <a:pt x="1891" y="114037"/>
                </a:cubicBezTo>
                <a:cubicBezTo>
                  <a:pt x="3979" y="108454"/>
                  <a:pt x="7323" y="102954"/>
                  <a:pt x="11922" y="97540"/>
                </a:cubicBezTo>
                <a:cubicBezTo>
                  <a:pt x="16522" y="92125"/>
                  <a:pt x="23168" y="85864"/>
                  <a:pt x="31859" y="78757"/>
                </a:cubicBezTo>
                <a:cubicBezTo>
                  <a:pt x="45348" y="67706"/>
                  <a:pt x="54462" y="58952"/>
                  <a:pt x="59203" y="52495"/>
                </a:cubicBezTo>
                <a:cubicBezTo>
                  <a:pt x="63944" y="46038"/>
                  <a:pt x="66314" y="39934"/>
                  <a:pt x="66314" y="34183"/>
                </a:cubicBezTo>
                <a:cubicBezTo>
                  <a:pt x="66314" y="28149"/>
                  <a:pt x="64155" y="23060"/>
                  <a:pt x="59838" y="18915"/>
                </a:cubicBezTo>
                <a:cubicBezTo>
                  <a:pt x="55520" y="14771"/>
                  <a:pt x="49891" y="12698"/>
                  <a:pt x="42949" y="12698"/>
                </a:cubicBezTo>
                <a:cubicBezTo>
                  <a:pt x="35612" y="12698"/>
                  <a:pt x="29743" y="14900"/>
                  <a:pt x="25340" y="19302"/>
                </a:cubicBezTo>
                <a:cubicBezTo>
                  <a:pt x="20938" y="23704"/>
                  <a:pt x="18709" y="29799"/>
                  <a:pt x="18653" y="37587"/>
                </a:cubicBezTo>
                <a:lnTo>
                  <a:pt x="2991" y="35976"/>
                </a:lnTo>
                <a:cubicBezTo>
                  <a:pt x="4064" y="24267"/>
                  <a:pt x="8099" y="15344"/>
                  <a:pt x="15097" y="9206"/>
                </a:cubicBezTo>
                <a:cubicBezTo>
                  <a:pt x="22095" y="3069"/>
                  <a:pt x="31492" y="0"/>
                  <a:pt x="43288" y="0"/>
                </a:cubicBezTo>
                <a:cubicBezTo>
                  <a:pt x="55196" y="0"/>
                  <a:pt x="64621" y="3302"/>
                  <a:pt x="71563" y="9907"/>
                </a:cubicBezTo>
                <a:cubicBezTo>
                  <a:pt x="78505" y="16512"/>
                  <a:pt x="81976" y="24698"/>
                  <a:pt x="81976" y="34466"/>
                </a:cubicBezTo>
                <a:cubicBezTo>
                  <a:pt x="81976" y="39434"/>
                  <a:pt x="80960" y="44318"/>
                  <a:pt x="78928" y="49117"/>
                </a:cubicBezTo>
                <a:cubicBezTo>
                  <a:pt x="76896" y="53915"/>
                  <a:pt x="73524" y="58968"/>
                  <a:pt x="68811" y="64275"/>
                </a:cubicBezTo>
                <a:cubicBezTo>
                  <a:pt x="64099" y="69580"/>
                  <a:pt x="56268" y="76863"/>
                  <a:pt x="45319" y="86122"/>
                </a:cubicBezTo>
                <a:cubicBezTo>
                  <a:pt x="36176" y="93789"/>
                  <a:pt x="30307" y="98990"/>
                  <a:pt x="27711" y="101725"/>
                </a:cubicBezTo>
                <a:cubicBezTo>
                  <a:pt x="25115" y="104459"/>
                  <a:pt x="22970" y="107207"/>
                  <a:pt x="21277" y="109969"/>
                </a:cubicBezTo>
                <a:lnTo>
                  <a:pt x="82145" y="1099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0EDD40-8BE3-4C7F-9FE7-68DFBCD5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1" y="3237204"/>
            <a:ext cx="216720" cy="216720"/>
          </a:xfrm>
          <a:custGeom xmlns:a="http://schemas.openxmlformats.org/drawingml/2006/main">
            <a:pathLst>
              <a:path w="216720" h="216720">
                <a:moveTo>
                  <a:pt x="216720" y="108360"/>
                </a:moveTo>
                <a:cubicBezTo>
                  <a:pt x="216720" y="115475"/>
                  <a:pt x="216026" y="122522"/>
                  <a:pt x="214638" y="129500"/>
                </a:cubicBezTo>
                <a:cubicBezTo>
                  <a:pt x="213250" y="136478"/>
                  <a:pt x="211194" y="143254"/>
                  <a:pt x="208472" y="149827"/>
                </a:cubicBezTo>
                <a:cubicBezTo>
                  <a:pt x="205749" y="156401"/>
                  <a:pt x="202411" y="162646"/>
                  <a:pt x="198458" y="168561"/>
                </a:cubicBezTo>
                <a:cubicBezTo>
                  <a:pt x="194505" y="174477"/>
                  <a:pt x="190013" y="179951"/>
                  <a:pt x="184982" y="184982"/>
                </a:cubicBezTo>
                <a:cubicBezTo>
                  <a:pt x="179951" y="190013"/>
                  <a:pt x="174478" y="194505"/>
                  <a:pt x="168562" y="198458"/>
                </a:cubicBezTo>
                <a:cubicBezTo>
                  <a:pt x="162646" y="202410"/>
                  <a:pt x="156401" y="205748"/>
                  <a:pt x="149828" y="208471"/>
                </a:cubicBezTo>
                <a:cubicBezTo>
                  <a:pt x="143254" y="211194"/>
                  <a:pt x="136478" y="213249"/>
                  <a:pt x="129500" y="214638"/>
                </a:cubicBezTo>
                <a:cubicBezTo>
                  <a:pt x="122522" y="216026"/>
                  <a:pt x="115475" y="216720"/>
                  <a:pt x="108360" y="216720"/>
                </a:cubicBezTo>
                <a:cubicBezTo>
                  <a:pt x="101245" y="216720"/>
                  <a:pt x="94198" y="216026"/>
                  <a:pt x="87220" y="214638"/>
                </a:cubicBezTo>
                <a:cubicBezTo>
                  <a:pt x="80242" y="213249"/>
                  <a:pt x="73466" y="211194"/>
                  <a:pt x="66892" y="208471"/>
                </a:cubicBezTo>
                <a:cubicBezTo>
                  <a:pt x="60319" y="205748"/>
                  <a:pt x="54074" y="202410"/>
                  <a:pt x="48158" y="198458"/>
                </a:cubicBezTo>
                <a:cubicBezTo>
                  <a:pt x="42242" y="194505"/>
                  <a:pt x="36769" y="190013"/>
                  <a:pt x="31738" y="184982"/>
                </a:cubicBezTo>
                <a:cubicBezTo>
                  <a:pt x="26707" y="179951"/>
                  <a:pt x="22215" y="174477"/>
                  <a:pt x="18262" y="168561"/>
                </a:cubicBezTo>
                <a:cubicBezTo>
                  <a:pt x="14309" y="162646"/>
                  <a:pt x="10971" y="156401"/>
                  <a:pt x="8248" y="149827"/>
                </a:cubicBezTo>
                <a:cubicBezTo>
                  <a:pt x="5526" y="143254"/>
                  <a:pt x="3470" y="136478"/>
                  <a:pt x="2082" y="129500"/>
                </a:cubicBezTo>
                <a:cubicBezTo>
                  <a:pt x="694" y="122522"/>
                  <a:pt x="0" y="115475"/>
                  <a:pt x="0" y="108360"/>
                </a:cubicBezTo>
                <a:cubicBezTo>
                  <a:pt x="0" y="101245"/>
                  <a:pt x="694" y="94198"/>
                  <a:pt x="2082" y="87220"/>
                </a:cubicBezTo>
                <a:cubicBezTo>
                  <a:pt x="3470" y="80242"/>
                  <a:pt x="5526" y="73466"/>
                  <a:pt x="8248" y="66892"/>
                </a:cubicBezTo>
                <a:cubicBezTo>
                  <a:pt x="10971" y="60319"/>
                  <a:pt x="14309" y="54074"/>
                  <a:pt x="18262" y="48158"/>
                </a:cubicBezTo>
                <a:cubicBezTo>
                  <a:pt x="22215" y="42242"/>
                  <a:pt x="26707" y="36769"/>
                  <a:pt x="31738" y="31738"/>
                </a:cubicBezTo>
                <a:cubicBezTo>
                  <a:pt x="36769" y="26707"/>
                  <a:pt x="42242" y="22215"/>
                  <a:pt x="48158" y="18262"/>
                </a:cubicBezTo>
                <a:cubicBezTo>
                  <a:pt x="54074" y="14309"/>
                  <a:pt x="60319" y="10971"/>
                  <a:pt x="66892" y="8248"/>
                </a:cubicBezTo>
                <a:cubicBezTo>
                  <a:pt x="73466" y="5526"/>
                  <a:pt x="80242" y="3470"/>
                  <a:pt x="87220" y="2082"/>
                </a:cubicBezTo>
                <a:cubicBezTo>
                  <a:pt x="94198" y="694"/>
                  <a:pt x="101245" y="0"/>
                  <a:pt x="108360" y="0"/>
                </a:cubicBezTo>
                <a:cubicBezTo>
                  <a:pt x="115475" y="0"/>
                  <a:pt x="122522" y="694"/>
                  <a:pt x="129500" y="2082"/>
                </a:cubicBezTo>
                <a:cubicBezTo>
                  <a:pt x="136478" y="3470"/>
                  <a:pt x="143254" y="5526"/>
                  <a:pt x="149828" y="8248"/>
                </a:cubicBezTo>
                <a:cubicBezTo>
                  <a:pt x="156401" y="10971"/>
                  <a:pt x="162646" y="14309"/>
                  <a:pt x="168562" y="18262"/>
                </a:cubicBezTo>
                <a:cubicBezTo>
                  <a:pt x="174478" y="22215"/>
                  <a:pt x="179951" y="26707"/>
                  <a:pt x="184982" y="31738"/>
                </a:cubicBezTo>
                <a:cubicBezTo>
                  <a:pt x="190013" y="36769"/>
                  <a:pt x="194505" y="42242"/>
                  <a:pt x="198458" y="48158"/>
                </a:cubicBezTo>
                <a:cubicBezTo>
                  <a:pt x="202411" y="54074"/>
                  <a:pt x="205749" y="60319"/>
                  <a:pt x="208472" y="66892"/>
                </a:cubicBezTo>
                <a:cubicBezTo>
                  <a:pt x="211194" y="73466"/>
                  <a:pt x="213250" y="80242"/>
                  <a:pt x="214638" y="87220"/>
                </a:cubicBezTo>
                <a:cubicBezTo>
                  <a:pt x="216026" y="94198"/>
                  <a:pt x="216720" y="101245"/>
                  <a:pt x="216720" y="10836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293894-AF76-4E75-A9AE-0B5EF0A4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1" y="3237204"/>
            <a:ext cx="216720" cy="216720"/>
          </a:xfrm>
          <a:custGeom xmlns:a="http://schemas.openxmlformats.org/drawingml/2006/main">
            <a:pathLst>
              <a:path w="216720" h="216720" fill="none">
                <a:moveTo>
                  <a:pt x="216720" y="108360"/>
                </a:moveTo>
                <a:cubicBezTo>
                  <a:pt x="216720" y="115475"/>
                  <a:pt x="216026" y="122522"/>
                  <a:pt x="214638" y="129500"/>
                </a:cubicBezTo>
                <a:cubicBezTo>
                  <a:pt x="213250" y="136478"/>
                  <a:pt x="211194" y="143254"/>
                  <a:pt x="208472" y="149827"/>
                </a:cubicBezTo>
                <a:cubicBezTo>
                  <a:pt x="205749" y="156401"/>
                  <a:pt x="202411" y="162646"/>
                  <a:pt x="198458" y="168561"/>
                </a:cubicBezTo>
                <a:cubicBezTo>
                  <a:pt x="194505" y="174477"/>
                  <a:pt x="190013" y="179951"/>
                  <a:pt x="184982" y="184982"/>
                </a:cubicBezTo>
                <a:cubicBezTo>
                  <a:pt x="179951" y="190013"/>
                  <a:pt x="174478" y="194505"/>
                  <a:pt x="168562" y="198458"/>
                </a:cubicBezTo>
                <a:cubicBezTo>
                  <a:pt x="162646" y="202410"/>
                  <a:pt x="156401" y="205748"/>
                  <a:pt x="149828" y="208471"/>
                </a:cubicBezTo>
                <a:cubicBezTo>
                  <a:pt x="143254" y="211194"/>
                  <a:pt x="136478" y="213249"/>
                  <a:pt x="129500" y="214638"/>
                </a:cubicBezTo>
                <a:cubicBezTo>
                  <a:pt x="122522" y="216026"/>
                  <a:pt x="115475" y="216720"/>
                  <a:pt x="108360" y="216720"/>
                </a:cubicBezTo>
                <a:cubicBezTo>
                  <a:pt x="101245" y="216720"/>
                  <a:pt x="94198" y="216026"/>
                  <a:pt x="87220" y="214638"/>
                </a:cubicBezTo>
                <a:cubicBezTo>
                  <a:pt x="80242" y="213249"/>
                  <a:pt x="73466" y="211194"/>
                  <a:pt x="66892" y="208471"/>
                </a:cubicBezTo>
                <a:cubicBezTo>
                  <a:pt x="60319" y="205748"/>
                  <a:pt x="54074" y="202410"/>
                  <a:pt x="48158" y="198458"/>
                </a:cubicBezTo>
                <a:cubicBezTo>
                  <a:pt x="42242" y="194505"/>
                  <a:pt x="36769" y="190013"/>
                  <a:pt x="31738" y="184982"/>
                </a:cubicBezTo>
                <a:cubicBezTo>
                  <a:pt x="26707" y="179951"/>
                  <a:pt x="22215" y="174477"/>
                  <a:pt x="18262" y="168561"/>
                </a:cubicBezTo>
                <a:cubicBezTo>
                  <a:pt x="14309" y="162646"/>
                  <a:pt x="10971" y="156401"/>
                  <a:pt x="8248" y="149827"/>
                </a:cubicBezTo>
                <a:cubicBezTo>
                  <a:pt x="5526" y="143254"/>
                  <a:pt x="3470" y="136478"/>
                  <a:pt x="2082" y="129500"/>
                </a:cubicBezTo>
                <a:cubicBezTo>
                  <a:pt x="694" y="122522"/>
                  <a:pt x="0" y="115475"/>
                  <a:pt x="0" y="108360"/>
                </a:cubicBezTo>
                <a:cubicBezTo>
                  <a:pt x="0" y="101245"/>
                  <a:pt x="694" y="94198"/>
                  <a:pt x="2082" y="87220"/>
                </a:cubicBezTo>
                <a:cubicBezTo>
                  <a:pt x="3470" y="80242"/>
                  <a:pt x="5526" y="73466"/>
                  <a:pt x="8248" y="66892"/>
                </a:cubicBezTo>
                <a:cubicBezTo>
                  <a:pt x="10971" y="60319"/>
                  <a:pt x="14309" y="54074"/>
                  <a:pt x="18262" y="48158"/>
                </a:cubicBezTo>
                <a:cubicBezTo>
                  <a:pt x="22215" y="42242"/>
                  <a:pt x="26707" y="36769"/>
                  <a:pt x="31738" y="31738"/>
                </a:cubicBezTo>
                <a:cubicBezTo>
                  <a:pt x="36769" y="26707"/>
                  <a:pt x="42242" y="22215"/>
                  <a:pt x="48158" y="18262"/>
                </a:cubicBezTo>
                <a:cubicBezTo>
                  <a:pt x="54074" y="14309"/>
                  <a:pt x="60319" y="10971"/>
                  <a:pt x="66892" y="8248"/>
                </a:cubicBezTo>
                <a:cubicBezTo>
                  <a:pt x="73466" y="5526"/>
                  <a:pt x="80242" y="3470"/>
                  <a:pt x="87220" y="2082"/>
                </a:cubicBezTo>
                <a:cubicBezTo>
                  <a:pt x="94198" y="694"/>
                  <a:pt x="101245" y="0"/>
                  <a:pt x="108360" y="0"/>
                </a:cubicBezTo>
                <a:cubicBezTo>
                  <a:pt x="115475" y="0"/>
                  <a:pt x="122522" y="694"/>
                  <a:pt x="129500" y="2082"/>
                </a:cubicBezTo>
                <a:cubicBezTo>
                  <a:pt x="136478" y="3470"/>
                  <a:pt x="143254" y="5526"/>
                  <a:pt x="149828" y="8248"/>
                </a:cubicBezTo>
                <a:cubicBezTo>
                  <a:pt x="156401" y="10971"/>
                  <a:pt x="162646" y="14309"/>
                  <a:pt x="168562" y="18262"/>
                </a:cubicBezTo>
                <a:cubicBezTo>
                  <a:pt x="174478" y="22215"/>
                  <a:pt x="179951" y="26707"/>
                  <a:pt x="184982" y="31738"/>
                </a:cubicBezTo>
                <a:cubicBezTo>
                  <a:pt x="190013" y="36769"/>
                  <a:pt x="194505" y="42242"/>
                  <a:pt x="198458" y="48158"/>
                </a:cubicBezTo>
                <a:cubicBezTo>
                  <a:pt x="202411" y="54074"/>
                  <a:pt x="205749" y="60319"/>
                  <a:pt x="208472" y="66892"/>
                </a:cubicBezTo>
                <a:cubicBezTo>
                  <a:pt x="211194" y="73466"/>
                  <a:pt x="213250" y="80242"/>
                  <a:pt x="214638" y="87220"/>
                </a:cubicBezTo>
                <a:cubicBezTo>
                  <a:pt x="216026" y="94198"/>
                  <a:pt x="216720" y="101245"/>
                  <a:pt x="216720" y="10836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448" cap="flat">
            <a:solidFill>
              <a:srgbClr val="000000"/>
            </a:solidFill>
            <a:miter/>
          </a:ln>
        </p:spPr>
      </p:sp>
      <p:sp>
        <p:nvSpPr>
          <p:cNvPr id="293" name="Text 3">
            <a:extLst xmlns:a="http://schemas.openxmlformats.org/drawingml/2006/main">
              <a:ext uri="{FF2B5EF4-FFF2-40B4-BE49-F238E27FC236}">
                <a16:creationId xmlns:a16="http://schemas.microsoft.com/office/drawing/2014/main" id="{44F613D5-A6FD-4A6A-9E78-D5B0C340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35" y="3271518"/>
            <a:ext cx="81270" cy="126646"/>
          </a:xfrm>
          <a:custGeom xmlns:a="http://schemas.openxmlformats.org/drawingml/2006/main">
            <a:pathLst>
              <a:path w="81270" h="126646">
                <a:moveTo>
                  <a:pt x="0" y="91598"/>
                </a:moveTo>
                <a:lnTo>
                  <a:pt x="15238" y="89566"/>
                </a:lnTo>
                <a:cubicBezTo>
                  <a:pt x="16988" y="98201"/>
                  <a:pt x="19965" y="104424"/>
                  <a:pt x="24169" y="108233"/>
                </a:cubicBezTo>
                <a:cubicBezTo>
                  <a:pt x="28374" y="112043"/>
                  <a:pt x="33496" y="113947"/>
                  <a:pt x="39534" y="113947"/>
                </a:cubicBezTo>
                <a:cubicBezTo>
                  <a:pt x="46702" y="113947"/>
                  <a:pt x="52755" y="111469"/>
                  <a:pt x="57693" y="106511"/>
                </a:cubicBezTo>
                <a:cubicBezTo>
                  <a:pt x="62632" y="101553"/>
                  <a:pt x="65101" y="95412"/>
                  <a:pt x="65101" y="88088"/>
                </a:cubicBezTo>
                <a:cubicBezTo>
                  <a:pt x="65101" y="81100"/>
                  <a:pt x="62815" y="75339"/>
                  <a:pt x="58244" y="70804"/>
                </a:cubicBezTo>
                <a:cubicBezTo>
                  <a:pt x="53672" y="66268"/>
                  <a:pt x="47859" y="64000"/>
                  <a:pt x="40804" y="64000"/>
                </a:cubicBezTo>
                <a:cubicBezTo>
                  <a:pt x="37926" y="64000"/>
                  <a:pt x="34342" y="64565"/>
                  <a:pt x="30053" y="65693"/>
                </a:cubicBezTo>
                <a:lnTo>
                  <a:pt x="31746" y="52318"/>
                </a:lnTo>
                <a:cubicBezTo>
                  <a:pt x="32762" y="52430"/>
                  <a:pt x="33580" y="52487"/>
                  <a:pt x="34201" y="52487"/>
                </a:cubicBezTo>
                <a:cubicBezTo>
                  <a:pt x="40691" y="52487"/>
                  <a:pt x="46533" y="50808"/>
                  <a:pt x="51725" y="47450"/>
                </a:cubicBezTo>
                <a:cubicBezTo>
                  <a:pt x="56917" y="44092"/>
                  <a:pt x="59513" y="38915"/>
                  <a:pt x="59513" y="31921"/>
                </a:cubicBezTo>
                <a:cubicBezTo>
                  <a:pt x="59513" y="26381"/>
                  <a:pt x="57623" y="21793"/>
                  <a:pt x="53841" y="18156"/>
                </a:cubicBezTo>
                <a:cubicBezTo>
                  <a:pt x="50060" y="14518"/>
                  <a:pt x="45178" y="12698"/>
                  <a:pt x="39196" y="12698"/>
                </a:cubicBezTo>
                <a:cubicBezTo>
                  <a:pt x="33270" y="12698"/>
                  <a:pt x="28332" y="14561"/>
                  <a:pt x="24381" y="18286"/>
                </a:cubicBezTo>
                <a:cubicBezTo>
                  <a:pt x="20430" y="22011"/>
                  <a:pt x="17891" y="27598"/>
                  <a:pt x="16762" y="35048"/>
                </a:cubicBezTo>
                <a:lnTo>
                  <a:pt x="1524" y="32339"/>
                </a:lnTo>
                <a:cubicBezTo>
                  <a:pt x="3386" y="22071"/>
                  <a:pt x="7619" y="14114"/>
                  <a:pt x="14222" y="8468"/>
                </a:cubicBezTo>
                <a:cubicBezTo>
                  <a:pt x="20825" y="2823"/>
                  <a:pt x="29037" y="0"/>
                  <a:pt x="38857" y="0"/>
                </a:cubicBezTo>
                <a:cubicBezTo>
                  <a:pt x="45630" y="0"/>
                  <a:pt x="51866" y="1449"/>
                  <a:pt x="57566" y="4347"/>
                </a:cubicBezTo>
                <a:cubicBezTo>
                  <a:pt x="63266" y="7244"/>
                  <a:pt x="67626" y="11198"/>
                  <a:pt x="70646" y="16206"/>
                </a:cubicBezTo>
                <a:cubicBezTo>
                  <a:pt x="73665" y="21213"/>
                  <a:pt x="75175" y="26531"/>
                  <a:pt x="75175" y="32159"/>
                </a:cubicBezTo>
                <a:cubicBezTo>
                  <a:pt x="75175" y="37505"/>
                  <a:pt x="73736" y="42372"/>
                  <a:pt x="70857" y="46762"/>
                </a:cubicBezTo>
                <a:cubicBezTo>
                  <a:pt x="67979" y="51150"/>
                  <a:pt x="63718" y="54639"/>
                  <a:pt x="58074" y="57228"/>
                </a:cubicBezTo>
                <a:cubicBezTo>
                  <a:pt x="65411" y="58921"/>
                  <a:pt x="71111" y="62434"/>
                  <a:pt x="75175" y="67767"/>
                </a:cubicBezTo>
                <a:cubicBezTo>
                  <a:pt x="79238" y="73101"/>
                  <a:pt x="81270" y="79774"/>
                  <a:pt x="81270" y="87789"/>
                </a:cubicBezTo>
                <a:cubicBezTo>
                  <a:pt x="81270" y="98625"/>
                  <a:pt x="77319" y="107810"/>
                  <a:pt x="69418" y="115344"/>
                </a:cubicBezTo>
                <a:cubicBezTo>
                  <a:pt x="61517" y="122879"/>
                  <a:pt x="51527" y="126646"/>
                  <a:pt x="39450" y="126646"/>
                </a:cubicBezTo>
                <a:cubicBezTo>
                  <a:pt x="28557" y="126646"/>
                  <a:pt x="19513" y="123393"/>
                  <a:pt x="12317" y="116887"/>
                </a:cubicBezTo>
                <a:cubicBezTo>
                  <a:pt x="5122" y="110380"/>
                  <a:pt x="1016" y="101951"/>
                  <a:pt x="0" y="915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A4A296-D049-4B88-8B74-FD6DFD9C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887" y="2493131"/>
            <a:ext cx="138460" cy="288960"/>
          </a:xfrm>
          <a:custGeom xmlns:a="http://schemas.openxmlformats.org/drawingml/2006/main">
            <a:pathLst>
              <a:path w="138460" h="288960" fill="none">
                <a:moveTo>
                  <a:pt x="138460" y="0"/>
                </a:moveTo>
                <a:lnTo>
                  <a:pt x="102340" y="0"/>
                </a:lnTo>
                <a:cubicBezTo>
                  <a:pt x="78260" y="0"/>
                  <a:pt x="66220" y="24080"/>
                  <a:pt x="66220" y="72240"/>
                </a:cubicBezTo>
                <a:lnTo>
                  <a:pt x="66220" y="108360"/>
                </a:lnTo>
                <a:cubicBezTo>
                  <a:pt x="66220" y="132440"/>
                  <a:pt x="54180" y="144480"/>
                  <a:pt x="30100" y="144480"/>
                </a:cubicBezTo>
                <a:lnTo>
                  <a:pt x="12040" y="144480"/>
                </a:lnTo>
                <a:cubicBezTo>
                  <a:pt x="0" y="144480"/>
                  <a:pt x="6020" y="144480"/>
                  <a:pt x="30100" y="144480"/>
                </a:cubicBezTo>
                <a:lnTo>
                  <a:pt x="48160" y="144480"/>
                </a:lnTo>
                <a:cubicBezTo>
                  <a:pt x="60200" y="144480"/>
                  <a:pt x="66220" y="168560"/>
                  <a:pt x="66220" y="216720"/>
                </a:cubicBezTo>
                <a:lnTo>
                  <a:pt x="66220" y="252840"/>
                </a:lnTo>
                <a:cubicBezTo>
                  <a:pt x="66220" y="276920"/>
                  <a:pt x="78260" y="288960"/>
                  <a:pt x="102340" y="288960"/>
                </a:cubicBezTo>
                <a:lnTo>
                  <a:pt x="138460" y="288960"/>
                </a:lnTo>
              </a:path>
            </a:pathLst>
          </a:custGeom>
          <a:noFill xmlns:a="http://schemas.openxmlformats.org/drawingml/2006/main"/>
          <a:ln xmlns:a="http://schemas.openxmlformats.org/drawingml/2006/main" w="14448" cap="flat">
            <a:solidFill>
              <a:srgbClr val="000000"/>
            </a:solidFill>
            <a:miter/>
          </a:ln>
        </p:spPr>
      </p:sp>
      <p:sp>
        <p:nvSpPr>
          <p:cNvPr id="295" name="Text Shar">
            <a:extLst xmlns:a="http://schemas.openxmlformats.org/drawingml/2006/main">
              <a:ext uri="{FF2B5EF4-FFF2-40B4-BE49-F238E27FC236}">
                <a16:creationId xmlns:a16="http://schemas.microsoft.com/office/drawing/2014/main" id="{0EB167AE-3AEF-442A-AC3F-E6BC760C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6484" y="943864"/>
            <a:ext cx="368965" cy="128170"/>
          </a:xfrm>
          <a:custGeom xmlns:a="http://schemas.openxmlformats.org/drawingml/2006/main">
            <a:pathLst>
              <a:path w="368965" h="128170">
                <a:moveTo>
                  <a:pt x="0" y="86011"/>
                </a:moveTo>
                <a:lnTo>
                  <a:pt x="16254" y="84487"/>
                </a:lnTo>
                <a:lnTo>
                  <a:pt x="16085" y="88804"/>
                </a:lnTo>
                <a:cubicBezTo>
                  <a:pt x="16085" y="93602"/>
                  <a:pt x="17185" y="97990"/>
                  <a:pt x="19386" y="101969"/>
                </a:cubicBezTo>
                <a:cubicBezTo>
                  <a:pt x="21587" y="105947"/>
                  <a:pt x="25228" y="109023"/>
                  <a:pt x="30307" y="111196"/>
                </a:cubicBezTo>
                <a:cubicBezTo>
                  <a:pt x="35386" y="113369"/>
                  <a:pt x="41425" y="114455"/>
                  <a:pt x="48423" y="114455"/>
                </a:cubicBezTo>
                <a:cubicBezTo>
                  <a:pt x="58356" y="114455"/>
                  <a:pt x="65933" y="112281"/>
                  <a:pt x="71154" y="107932"/>
                </a:cubicBezTo>
                <a:cubicBezTo>
                  <a:pt x="76374" y="103582"/>
                  <a:pt x="78984" y="98612"/>
                  <a:pt x="78984" y="93021"/>
                </a:cubicBezTo>
                <a:cubicBezTo>
                  <a:pt x="78984" y="89124"/>
                  <a:pt x="77602" y="85565"/>
                  <a:pt x="74836" y="82347"/>
                </a:cubicBezTo>
                <a:cubicBezTo>
                  <a:pt x="72014" y="79190"/>
                  <a:pt x="64311" y="74906"/>
                  <a:pt x="51725" y="69495"/>
                </a:cubicBezTo>
                <a:cubicBezTo>
                  <a:pt x="41961" y="65267"/>
                  <a:pt x="35302" y="62027"/>
                  <a:pt x="31746" y="59773"/>
                </a:cubicBezTo>
                <a:cubicBezTo>
                  <a:pt x="26159" y="56110"/>
                  <a:pt x="22039" y="52122"/>
                  <a:pt x="19386" y="47810"/>
                </a:cubicBezTo>
                <a:cubicBezTo>
                  <a:pt x="16734" y="43497"/>
                  <a:pt x="15407" y="38579"/>
                  <a:pt x="15407" y="33056"/>
                </a:cubicBezTo>
                <a:cubicBezTo>
                  <a:pt x="15407" y="26687"/>
                  <a:pt x="17157" y="20938"/>
                  <a:pt x="20656" y="15810"/>
                </a:cubicBezTo>
                <a:cubicBezTo>
                  <a:pt x="24155" y="10681"/>
                  <a:pt x="29277" y="6764"/>
                  <a:pt x="36021" y="4058"/>
                </a:cubicBezTo>
                <a:cubicBezTo>
                  <a:pt x="42766" y="1353"/>
                  <a:pt x="50371" y="0"/>
                  <a:pt x="58836" y="0"/>
                </a:cubicBezTo>
                <a:cubicBezTo>
                  <a:pt x="68938" y="0"/>
                  <a:pt x="77461" y="1693"/>
                  <a:pt x="84402" y="5079"/>
                </a:cubicBezTo>
                <a:cubicBezTo>
                  <a:pt x="91344" y="8466"/>
                  <a:pt x="96381" y="12981"/>
                  <a:pt x="99513" y="18624"/>
                </a:cubicBezTo>
                <a:cubicBezTo>
                  <a:pt x="102646" y="24268"/>
                  <a:pt x="104212" y="29658"/>
                  <a:pt x="104212" y="34794"/>
                </a:cubicBezTo>
                <a:cubicBezTo>
                  <a:pt x="104212" y="35302"/>
                  <a:pt x="104184" y="36148"/>
                  <a:pt x="104127" y="37333"/>
                </a:cubicBezTo>
                <a:lnTo>
                  <a:pt x="88127" y="38603"/>
                </a:lnTo>
                <a:cubicBezTo>
                  <a:pt x="88127" y="35092"/>
                  <a:pt x="87817" y="32345"/>
                  <a:pt x="87196" y="30363"/>
                </a:cubicBezTo>
                <a:cubicBezTo>
                  <a:pt x="86067" y="26909"/>
                  <a:pt x="84318" y="23994"/>
                  <a:pt x="81947" y="21616"/>
                </a:cubicBezTo>
                <a:cubicBezTo>
                  <a:pt x="79577" y="19237"/>
                  <a:pt x="76318" y="17325"/>
                  <a:pt x="72170" y="15881"/>
                </a:cubicBezTo>
                <a:cubicBezTo>
                  <a:pt x="68021" y="14437"/>
                  <a:pt x="63379" y="13714"/>
                  <a:pt x="58244" y="13714"/>
                </a:cubicBezTo>
                <a:cubicBezTo>
                  <a:pt x="49214" y="13714"/>
                  <a:pt x="42187" y="15747"/>
                  <a:pt x="37164" y="19812"/>
                </a:cubicBezTo>
                <a:cubicBezTo>
                  <a:pt x="33326" y="22920"/>
                  <a:pt x="31407" y="27042"/>
                  <a:pt x="31407" y="32180"/>
                </a:cubicBezTo>
                <a:cubicBezTo>
                  <a:pt x="31407" y="35229"/>
                  <a:pt x="32198" y="37954"/>
                  <a:pt x="33778" y="40355"/>
                </a:cubicBezTo>
                <a:cubicBezTo>
                  <a:pt x="35358" y="42755"/>
                  <a:pt x="38208" y="45113"/>
                  <a:pt x="42328" y="47429"/>
                </a:cubicBezTo>
                <a:cubicBezTo>
                  <a:pt x="45263" y="49064"/>
                  <a:pt x="52233" y="52304"/>
                  <a:pt x="63238" y="57151"/>
                </a:cubicBezTo>
                <a:cubicBezTo>
                  <a:pt x="72155" y="61096"/>
                  <a:pt x="78307" y="64197"/>
                  <a:pt x="81693" y="66453"/>
                </a:cubicBezTo>
                <a:cubicBezTo>
                  <a:pt x="86208" y="69440"/>
                  <a:pt x="89679" y="73062"/>
                  <a:pt x="92106" y="77318"/>
                </a:cubicBezTo>
                <a:cubicBezTo>
                  <a:pt x="94533" y="81572"/>
                  <a:pt x="95746" y="86404"/>
                  <a:pt x="95746" y="91815"/>
                </a:cubicBezTo>
                <a:cubicBezTo>
                  <a:pt x="95746" y="98522"/>
                  <a:pt x="93700" y="104708"/>
                  <a:pt x="89609" y="110373"/>
                </a:cubicBezTo>
                <a:cubicBezTo>
                  <a:pt x="85517" y="116038"/>
                  <a:pt x="79859" y="120421"/>
                  <a:pt x="72635" y="123521"/>
                </a:cubicBezTo>
                <a:cubicBezTo>
                  <a:pt x="65411" y="126620"/>
                  <a:pt x="57143" y="128170"/>
                  <a:pt x="47831" y="128170"/>
                </a:cubicBezTo>
                <a:cubicBezTo>
                  <a:pt x="33778" y="128170"/>
                  <a:pt x="22307" y="125114"/>
                  <a:pt x="13418" y="119003"/>
                </a:cubicBezTo>
                <a:cubicBezTo>
                  <a:pt x="4529" y="112892"/>
                  <a:pt x="56" y="101894"/>
                  <a:pt x="0" y="86011"/>
                </a:cubicBezTo>
                <a:close/>
                <a:moveTo>
                  <a:pt x="109208" y="126138"/>
                </a:moveTo>
                <a:lnTo>
                  <a:pt x="135113" y="2032"/>
                </a:lnTo>
                <a:lnTo>
                  <a:pt x="150435" y="2032"/>
                </a:lnTo>
                <a:lnTo>
                  <a:pt x="140531" y="49685"/>
                </a:lnTo>
                <a:cubicBezTo>
                  <a:pt x="146231" y="44158"/>
                  <a:pt x="151536" y="40196"/>
                  <a:pt x="156446" y="37799"/>
                </a:cubicBezTo>
                <a:cubicBezTo>
                  <a:pt x="161356" y="35400"/>
                  <a:pt x="166407" y="34201"/>
                  <a:pt x="171599" y="34201"/>
                </a:cubicBezTo>
                <a:cubicBezTo>
                  <a:pt x="179049" y="34201"/>
                  <a:pt x="184834" y="36162"/>
                  <a:pt x="188954" y="40085"/>
                </a:cubicBezTo>
                <a:cubicBezTo>
                  <a:pt x="193074" y="44005"/>
                  <a:pt x="195134" y="49182"/>
                  <a:pt x="195134" y="55614"/>
                </a:cubicBezTo>
                <a:cubicBezTo>
                  <a:pt x="195134" y="58774"/>
                  <a:pt x="194231" y="64587"/>
                  <a:pt x="192425" y="73053"/>
                </a:cubicBezTo>
                <a:lnTo>
                  <a:pt x="181335" y="126138"/>
                </a:lnTo>
                <a:lnTo>
                  <a:pt x="166012" y="126138"/>
                </a:lnTo>
                <a:lnTo>
                  <a:pt x="177441" y="71762"/>
                </a:lnTo>
                <a:cubicBezTo>
                  <a:pt x="179077" y="63870"/>
                  <a:pt x="179896" y="58908"/>
                  <a:pt x="179896" y="56878"/>
                </a:cubicBezTo>
                <a:cubicBezTo>
                  <a:pt x="179896" y="53947"/>
                  <a:pt x="178880" y="51551"/>
                  <a:pt x="176848" y="49691"/>
                </a:cubicBezTo>
                <a:cubicBezTo>
                  <a:pt x="174816" y="47830"/>
                  <a:pt x="171882" y="46900"/>
                  <a:pt x="168044" y="46900"/>
                </a:cubicBezTo>
                <a:cubicBezTo>
                  <a:pt x="162513" y="46900"/>
                  <a:pt x="157236" y="48350"/>
                  <a:pt x="152213" y="51251"/>
                </a:cubicBezTo>
                <a:cubicBezTo>
                  <a:pt x="147190" y="54151"/>
                  <a:pt x="143254" y="58122"/>
                  <a:pt x="140404" y="63164"/>
                </a:cubicBezTo>
                <a:cubicBezTo>
                  <a:pt x="137553" y="68205"/>
                  <a:pt x="134943" y="76329"/>
                  <a:pt x="132573" y="87537"/>
                </a:cubicBezTo>
                <a:lnTo>
                  <a:pt x="124531" y="126138"/>
                </a:lnTo>
                <a:lnTo>
                  <a:pt x="109208" y="126138"/>
                </a:lnTo>
                <a:close/>
                <a:moveTo>
                  <a:pt x="266219" y="114963"/>
                </a:moveTo>
                <a:cubicBezTo>
                  <a:pt x="260914" y="119535"/>
                  <a:pt x="255806" y="122879"/>
                  <a:pt x="250896" y="124995"/>
                </a:cubicBezTo>
                <a:cubicBezTo>
                  <a:pt x="245986" y="127111"/>
                  <a:pt x="240738" y="128170"/>
                  <a:pt x="235150" y="128170"/>
                </a:cubicBezTo>
                <a:cubicBezTo>
                  <a:pt x="226854" y="128170"/>
                  <a:pt x="220166" y="125729"/>
                  <a:pt x="215087" y="120847"/>
                </a:cubicBezTo>
                <a:cubicBezTo>
                  <a:pt x="210007" y="115965"/>
                  <a:pt x="207468" y="109715"/>
                  <a:pt x="207468" y="102096"/>
                </a:cubicBezTo>
                <a:cubicBezTo>
                  <a:pt x="207468" y="97073"/>
                  <a:pt x="208610" y="92628"/>
                  <a:pt x="210896" y="88762"/>
                </a:cubicBezTo>
                <a:cubicBezTo>
                  <a:pt x="213182" y="84896"/>
                  <a:pt x="216215" y="81792"/>
                  <a:pt x="219997" y="79450"/>
                </a:cubicBezTo>
                <a:cubicBezTo>
                  <a:pt x="223778" y="77108"/>
                  <a:pt x="228406" y="75429"/>
                  <a:pt x="233880" y="74413"/>
                </a:cubicBezTo>
                <a:cubicBezTo>
                  <a:pt x="237323" y="73736"/>
                  <a:pt x="243856" y="73199"/>
                  <a:pt x="253478" y="72804"/>
                </a:cubicBezTo>
                <a:cubicBezTo>
                  <a:pt x="263101" y="72409"/>
                  <a:pt x="270000" y="71393"/>
                  <a:pt x="274177" y="69757"/>
                </a:cubicBezTo>
                <a:cubicBezTo>
                  <a:pt x="275362" y="65580"/>
                  <a:pt x="275955" y="62110"/>
                  <a:pt x="275955" y="59344"/>
                </a:cubicBezTo>
                <a:cubicBezTo>
                  <a:pt x="275955" y="55789"/>
                  <a:pt x="274657" y="52995"/>
                  <a:pt x="272060" y="50963"/>
                </a:cubicBezTo>
                <a:cubicBezTo>
                  <a:pt x="268505" y="48141"/>
                  <a:pt x="263313" y="46730"/>
                  <a:pt x="256484" y="46730"/>
                </a:cubicBezTo>
                <a:cubicBezTo>
                  <a:pt x="250050" y="46730"/>
                  <a:pt x="244787" y="48155"/>
                  <a:pt x="240695" y="51005"/>
                </a:cubicBezTo>
                <a:cubicBezTo>
                  <a:pt x="236604" y="53856"/>
                  <a:pt x="233626" y="57905"/>
                  <a:pt x="231764" y="63154"/>
                </a:cubicBezTo>
                <a:lnTo>
                  <a:pt x="216272" y="61799"/>
                </a:lnTo>
                <a:cubicBezTo>
                  <a:pt x="219432" y="52882"/>
                  <a:pt x="224441" y="46053"/>
                  <a:pt x="231298" y="41312"/>
                </a:cubicBezTo>
                <a:cubicBezTo>
                  <a:pt x="238156" y="36572"/>
                  <a:pt x="246805" y="34201"/>
                  <a:pt x="257246" y="34201"/>
                </a:cubicBezTo>
                <a:cubicBezTo>
                  <a:pt x="268364" y="34201"/>
                  <a:pt x="277168" y="36854"/>
                  <a:pt x="283658" y="42159"/>
                </a:cubicBezTo>
                <a:cubicBezTo>
                  <a:pt x="288625" y="46109"/>
                  <a:pt x="291108" y="51245"/>
                  <a:pt x="291108" y="57566"/>
                </a:cubicBezTo>
                <a:cubicBezTo>
                  <a:pt x="291108" y="62363"/>
                  <a:pt x="290403" y="67923"/>
                  <a:pt x="288992" y="74244"/>
                </a:cubicBezTo>
                <a:lnTo>
                  <a:pt x="283997" y="96593"/>
                </a:lnTo>
                <a:cubicBezTo>
                  <a:pt x="282417" y="103704"/>
                  <a:pt x="281627" y="109489"/>
                  <a:pt x="281627" y="113947"/>
                </a:cubicBezTo>
                <a:cubicBezTo>
                  <a:pt x="281627" y="116769"/>
                  <a:pt x="282247" y="120833"/>
                  <a:pt x="283489" y="126138"/>
                </a:cubicBezTo>
                <a:lnTo>
                  <a:pt x="267997" y="126138"/>
                </a:lnTo>
                <a:cubicBezTo>
                  <a:pt x="267150" y="123203"/>
                  <a:pt x="266558" y="119478"/>
                  <a:pt x="266219" y="114963"/>
                </a:cubicBezTo>
                <a:moveTo>
                  <a:pt x="271891" y="80593"/>
                </a:moveTo>
                <a:cubicBezTo>
                  <a:pt x="269746" y="81439"/>
                  <a:pt x="267447" y="82088"/>
                  <a:pt x="264992" y="82540"/>
                </a:cubicBezTo>
                <a:cubicBezTo>
                  <a:pt x="262537" y="82991"/>
                  <a:pt x="258431" y="83471"/>
                  <a:pt x="252674" y="83979"/>
                </a:cubicBezTo>
                <a:cubicBezTo>
                  <a:pt x="243757" y="84769"/>
                  <a:pt x="237464" y="85771"/>
                  <a:pt x="233796" y="86984"/>
                </a:cubicBezTo>
                <a:cubicBezTo>
                  <a:pt x="230127" y="88198"/>
                  <a:pt x="227362" y="90131"/>
                  <a:pt x="225499" y="92783"/>
                </a:cubicBezTo>
                <a:cubicBezTo>
                  <a:pt x="223637" y="95436"/>
                  <a:pt x="222706" y="98371"/>
                  <a:pt x="222706" y="101588"/>
                </a:cubicBezTo>
                <a:cubicBezTo>
                  <a:pt x="222706" y="105877"/>
                  <a:pt x="224187" y="109404"/>
                  <a:pt x="227150" y="112170"/>
                </a:cubicBezTo>
                <a:cubicBezTo>
                  <a:pt x="230113" y="114935"/>
                  <a:pt x="234332" y="116318"/>
                  <a:pt x="239806" y="116318"/>
                </a:cubicBezTo>
                <a:cubicBezTo>
                  <a:pt x="244886" y="116318"/>
                  <a:pt x="249768" y="114977"/>
                  <a:pt x="254452" y="112297"/>
                </a:cubicBezTo>
                <a:cubicBezTo>
                  <a:pt x="259136" y="109616"/>
                  <a:pt x="262833" y="105877"/>
                  <a:pt x="265542" y="101080"/>
                </a:cubicBezTo>
                <a:cubicBezTo>
                  <a:pt x="268251" y="96282"/>
                  <a:pt x="270367" y="89454"/>
                  <a:pt x="271891" y="80593"/>
                </a:cubicBezTo>
                <a:close/>
                <a:moveTo>
                  <a:pt x="302002" y="126138"/>
                </a:moveTo>
                <a:lnTo>
                  <a:pt x="320796" y="36233"/>
                </a:lnTo>
                <a:lnTo>
                  <a:pt x="334341" y="36233"/>
                </a:lnTo>
                <a:lnTo>
                  <a:pt x="330531" y="54683"/>
                </a:lnTo>
                <a:cubicBezTo>
                  <a:pt x="335159" y="47714"/>
                  <a:pt x="339688" y="42559"/>
                  <a:pt x="344119" y="39217"/>
                </a:cubicBezTo>
                <a:cubicBezTo>
                  <a:pt x="348549" y="35873"/>
                  <a:pt x="353078" y="34201"/>
                  <a:pt x="357706" y="34201"/>
                </a:cubicBezTo>
                <a:cubicBezTo>
                  <a:pt x="360754" y="34201"/>
                  <a:pt x="364507" y="35273"/>
                  <a:pt x="368965" y="37418"/>
                </a:cubicBezTo>
                <a:lnTo>
                  <a:pt x="362701" y="51640"/>
                </a:lnTo>
                <a:cubicBezTo>
                  <a:pt x="360048" y="49834"/>
                  <a:pt x="357142" y="48931"/>
                  <a:pt x="353981" y="48931"/>
                </a:cubicBezTo>
                <a:cubicBezTo>
                  <a:pt x="348620" y="48931"/>
                  <a:pt x="343117" y="51917"/>
                  <a:pt x="337473" y="57889"/>
                </a:cubicBezTo>
                <a:cubicBezTo>
                  <a:pt x="331829" y="63859"/>
                  <a:pt x="327399" y="74589"/>
                  <a:pt x="324182" y="90080"/>
                </a:cubicBezTo>
                <a:lnTo>
                  <a:pt x="316563" y="126138"/>
                </a:lnTo>
                <a:lnTo>
                  <a:pt x="302002" y="1261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Text e">
            <a:extLst xmlns:a="http://schemas.openxmlformats.org/drawingml/2006/main">
              <a:ext uri="{FF2B5EF4-FFF2-40B4-BE49-F238E27FC236}">
                <a16:creationId xmlns:a16="http://schemas.microsoft.com/office/drawing/2014/main" id="{6DC8F8C4-E438-4BB9-BAAE-4723DFF0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438" y="978065"/>
            <a:ext cx="83217" cy="93969"/>
          </a:xfrm>
          <a:custGeom xmlns:a="http://schemas.openxmlformats.org/drawingml/2006/main">
            <a:pathLst>
              <a:path w="83217" h="93969">
                <a:moveTo>
                  <a:pt x="62815" y="61630"/>
                </a:moveTo>
                <a:lnTo>
                  <a:pt x="77714" y="62984"/>
                </a:lnTo>
                <a:cubicBezTo>
                  <a:pt x="75570" y="70358"/>
                  <a:pt x="70646" y="77366"/>
                  <a:pt x="62942" y="84008"/>
                </a:cubicBezTo>
                <a:cubicBezTo>
                  <a:pt x="55238" y="90648"/>
                  <a:pt x="46053" y="93969"/>
                  <a:pt x="35386" y="93969"/>
                </a:cubicBezTo>
                <a:cubicBezTo>
                  <a:pt x="28727" y="93969"/>
                  <a:pt x="22617" y="92431"/>
                  <a:pt x="17058" y="89355"/>
                </a:cubicBezTo>
                <a:cubicBezTo>
                  <a:pt x="11499" y="86279"/>
                  <a:pt x="7266" y="81806"/>
                  <a:pt x="4360" y="75937"/>
                </a:cubicBezTo>
                <a:cubicBezTo>
                  <a:pt x="1453" y="70067"/>
                  <a:pt x="0" y="63379"/>
                  <a:pt x="0" y="55873"/>
                </a:cubicBezTo>
                <a:cubicBezTo>
                  <a:pt x="0" y="46053"/>
                  <a:pt x="2272" y="36529"/>
                  <a:pt x="6815" y="27302"/>
                </a:cubicBezTo>
                <a:cubicBezTo>
                  <a:pt x="11358" y="18074"/>
                  <a:pt x="17242" y="11217"/>
                  <a:pt x="24466" y="6730"/>
                </a:cubicBezTo>
                <a:cubicBezTo>
                  <a:pt x="31690" y="2243"/>
                  <a:pt x="39506" y="0"/>
                  <a:pt x="47915" y="0"/>
                </a:cubicBezTo>
                <a:cubicBezTo>
                  <a:pt x="58639" y="0"/>
                  <a:pt x="67203" y="3330"/>
                  <a:pt x="73609" y="9989"/>
                </a:cubicBezTo>
                <a:cubicBezTo>
                  <a:pt x="80014" y="16649"/>
                  <a:pt x="83217" y="25736"/>
                  <a:pt x="83217" y="37249"/>
                </a:cubicBezTo>
                <a:cubicBezTo>
                  <a:pt x="83217" y="41651"/>
                  <a:pt x="82822" y="46166"/>
                  <a:pt x="82032" y="50794"/>
                </a:cubicBezTo>
                <a:lnTo>
                  <a:pt x="15831" y="50794"/>
                </a:lnTo>
                <a:cubicBezTo>
                  <a:pt x="15605" y="52543"/>
                  <a:pt x="15492" y="54124"/>
                  <a:pt x="15492" y="55535"/>
                </a:cubicBezTo>
                <a:cubicBezTo>
                  <a:pt x="15492" y="63944"/>
                  <a:pt x="17425" y="70364"/>
                  <a:pt x="21291" y="74794"/>
                </a:cubicBezTo>
                <a:cubicBezTo>
                  <a:pt x="25157" y="79224"/>
                  <a:pt x="29884" y="81439"/>
                  <a:pt x="35471" y="81439"/>
                </a:cubicBezTo>
                <a:cubicBezTo>
                  <a:pt x="40720" y="81439"/>
                  <a:pt x="45884" y="79740"/>
                  <a:pt x="50963" y="76341"/>
                </a:cubicBezTo>
                <a:cubicBezTo>
                  <a:pt x="56042" y="72941"/>
                  <a:pt x="59993" y="68037"/>
                  <a:pt x="62815" y="61630"/>
                </a:cubicBezTo>
                <a:moveTo>
                  <a:pt x="18286" y="38942"/>
                </a:moveTo>
                <a:lnTo>
                  <a:pt x="68741" y="38942"/>
                </a:lnTo>
                <a:cubicBezTo>
                  <a:pt x="68797" y="37367"/>
                  <a:pt x="68826" y="36242"/>
                  <a:pt x="68826" y="35566"/>
                </a:cubicBezTo>
                <a:cubicBezTo>
                  <a:pt x="68826" y="27915"/>
                  <a:pt x="66907" y="22050"/>
                  <a:pt x="63069" y="17971"/>
                </a:cubicBezTo>
                <a:cubicBezTo>
                  <a:pt x="59231" y="13892"/>
                  <a:pt x="54293" y="11852"/>
                  <a:pt x="48254" y="11852"/>
                </a:cubicBezTo>
                <a:cubicBezTo>
                  <a:pt x="41707" y="11852"/>
                  <a:pt x="35739" y="14102"/>
                  <a:pt x="30349" y="18603"/>
                </a:cubicBezTo>
                <a:cubicBezTo>
                  <a:pt x="24960" y="23104"/>
                  <a:pt x="20938" y="29884"/>
                  <a:pt x="18286" y="389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Text Redistr">
            <a:extLst xmlns:a="http://schemas.openxmlformats.org/drawingml/2006/main">
              <a:ext uri="{FF2B5EF4-FFF2-40B4-BE49-F238E27FC236}">
                <a16:creationId xmlns:a16="http://schemas.microsoft.com/office/drawing/2014/main" id="{5B363A3E-DD20-4C50-A937-6E948BCA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753" y="1162616"/>
            <a:ext cx="555940" cy="126138"/>
          </a:xfrm>
          <a:custGeom xmlns:a="http://schemas.openxmlformats.org/drawingml/2006/main">
            <a:pathLst>
              <a:path w="555940" h="126138">
                <a:moveTo>
                  <a:pt x="0" y="124106"/>
                </a:moveTo>
                <a:lnTo>
                  <a:pt x="25989" y="0"/>
                </a:lnTo>
                <a:lnTo>
                  <a:pt x="78053" y="0"/>
                </a:lnTo>
                <a:cubicBezTo>
                  <a:pt x="88325" y="0"/>
                  <a:pt x="96113" y="860"/>
                  <a:pt x="101418" y="2579"/>
                </a:cubicBezTo>
                <a:cubicBezTo>
                  <a:pt x="106723" y="4299"/>
                  <a:pt x="110886" y="7526"/>
                  <a:pt x="113905" y="12262"/>
                </a:cubicBezTo>
                <a:cubicBezTo>
                  <a:pt x="116924" y="16996"/>
                  <a:pt x="118434" y="22970"/>
                  <a:pt x="118434" y="30185"/>
                </a:cubicBezTo>
                <a:cubicBezTo>
                  <a:pt x="118434" y="40275"/>
                  <a:pt x="115133" y="48646"/>
                  <a:pt x="108529" y="55296"/>
                </a:cubicBezTo>
                <a:cubicBezTo>
                  <a:pt x="101926" y="61947"/>
                  <a:pt x="91260" y="66259"/>
                  <a:pt x="76529" y="68233"/>
                </a:cubicBezTo>
                <a:cubicBezTo>
                  <a:pt x="81044" y="71568"/>
                  <a:pt x="84459" y="74846"/>
                  <a:pt x="86773" y="78066"/>
                </a:cubicBezTo>
                <a:cubicBezTo>
                  <a:pt x="91965" y="85370"/>
                  <a:pt x="96141" y="92928"/>
                  <a:pt x="99302" y="100741"/>
                </a:cubicBezTo>
                <a:lnTo>
                  <a:pt x="108783" y="124106"/>
                </a:lnTo>
                <a:lnTo>
                  <a:pt x="90244" y="124106"/>
                </a:lnTo>
                <a:lnTo>
                  <a:pt x="81355" y="101021"/>
                </a:lnTo>
                <a:cubicBezTo>
                  <a:pt x="78138" y="92639"/>
                  <a:pt x="74469" y="85389"/>
                  <a:pt x="70349" y="79273"/>
                </a:cubicBezTo>
                <a:cubicBezTo>
                  <a:pt x="67528" y="75020"/>
                  <a:pt x="64649" y="72230"/>
                  <a:pt x="61714" y="70902"/>
                </a:cubicBezTo>
                <a:cubicBezTo>
                  <a:pt x="58780" y="69574"/>
                  <a:pt x="54011" y="68910"/>
                  <a:pt x="47408" y="68910"/>
                </a:cubicBezTo>
                <a:lnTo>
                  <a:pt x="28106" y="68910"/>
                </a:lnTo>
                <a:lnTo>
                  <a:pt x="16593" y="124106"/>
                </a:lnTo>
                <a:lnTo>
                  <a:pt x="0" y="124106"/>
                </a:lnTo>
                <a:moveTo>
                  <a:pt x="30900" y="55365"/>
                </a:moveTo>
                <a:lnTo>
                  <a:pt x="53841" y="55365"/>
                </a:lnTo>
                <a:cubicBezTo>
                  <a:pt x="64452" y="55365"/>
                  <a:pt x="71365" y="55196"/>
                  <a:pt x="74582" y="54857"/>
                </a:cubicBezTo>
                <a:cubicBezTo>
                  <a:pt x="80847" y="54242"/>
                  <a:pt x="85983" y="52842"/>
                  <a:pt x="89990" y="50659"/>
                </a:cubicBezTo>
                <a:cubicBezTo>
                  <a:pt x="93997" y="48475"/>
                  <a:pt x="97101" y="45537"/>
                  <a:pt x="99302" y="41844"/>
                </a:cubicBezTo>
                <a:cubicBezTo>
                  <a:pt x="101503" y="38149"/>
                  <a:pt x="102603" y="34175"/>
                  <a:pt x="102603" y="29921"/>
                </a:cubicBezTo>
                <a:cubicBezTo>
                  <a:pt x="102603" y="26337"/>
                  <a:pt x="101785" y="23216"/>
                  <a:pt x="100148" y="20558"/>
                </a:cubicBezTo>
                <a:cubicBezTo>
                  <a:pt x="98512" y="17899"/>
                  <a:pt x="96367" y="16094"/>
                  <a:pt x="93715" y="15143"/>
                </a:cubicBezTo>
                <a:cubicBezTo>
                  <a:pt x="91062" y="14191"/>
                  <a:pt x="86547" y="13714"/>
                  <a:pt x="80170" y="13714"/>
                </a:cubicBezTo>
                <a:lnTo>
                  <a:pt x="39704" y="13714"/>
                </a:lnTo>
                <a:lnTo>
                  <a:pt x="30900" y="55365"/>
                </a:lnTo>
                <a:close/>
                <a:moveTo>
                  <a:pt x="188839" y="93799"/>
                </a:moveTo>
                <a:lnTo>
                  <a:pt x="203739" y="95154"/>
                </a:lnTo>
                <a:cubicBezTo>
                  <a:pt x="201594" y="102528"/>
                  <a:pt x="196670" y="109536"/>
                  <a:pt x="188966" y="116178"/>
                </a:cubicBezTo>
                <a:cubicBezTo>
                  <a:pt x="181263" y="122818"/>
                  <a:pt x="172078" y="126138"/>
                  <a:pt x="161411" y="126138"/>
                </a:cubicBezTo>
                <a:cubicBezTo>
                  <a:pt x="154751" y="126138"/>
                  <a:pt x="148642" y="124600"/>
                  <a:pt x="143083" y="121524"/>
                </a:cubicBezTo>
                <a:cubicBezTo>
                  <a:pt x="137524" y="118448"/>
                  <a:pt x="133291" y="113976"/>
                  <a:pt x="130384" y="108106"/>
                </a:cubicBezTo>
                <a:cubicBezTo>
                  <a:pt x="127478" y="102237"/>
                  <a:pt x="126024" y="95549"/>
                  <a:pt x="126024" y="88043"/>
                </a:cubicBezTo>
                <a:cubicBezTo>
                  <a:pt x="126024" y="78222"/>
                  <a:pt x="128296" y="68699"/>
                  <a:pt x="132839" y="59471"/>
                </a:cubicBezTo>
                <a:cubicBezTo>
                  <a:pt x="137383" y="50244"/>
                  <a:pt x="143266" y="43386"/>
                  <a:pt x="150490" y="38900"/>
                </a:cubicBezTo>
                <a:cubicBezTo>
                  <a:pt x="157714" y="34413"/>
                  <a:pt x="165531" y="32169"/>
                  <a:pt x="173940" y="32169"/>
                </a:cubicBezTo>
                <a:cubicBezTo>
                  <a:pt x="184663" y="32169"/>
                  <a:pt x="193227" y="35499"/>
                  <a:pt x="199633" y="42159"/>
                </a:cubicBezTo>
                <a:cubicBezTo>
                  <a:pt x="206039" y="48818"/>
                  <a:pt x="209242" y="57905"/>
                  <a:pt x="209242" y="69418"/>
                </a:cubicBezTo>
                <a:cubicBezTo>
                  <a:pt x="209242" y="73820"/>
                  <a:pt x="208847" y="78335"/>
                  <a:pt x="208056" y="82963"/>
                </a:cubicBezTo>
                <a:lnTo>
                  <a:pt x="141855" y="82963"/>
                </a:lnTo>
                <a:cubicBezTo>
                  <a:pt x="141629" y="84713"/>
                  <a:pt x="141517" y="86293"/>
                  <a:pt x="141517" y="87704"/>
                </a:cubicBezTo>
                <a:cubicBezTo>
                  <a:pt x="141517" y="96113"/>
                  <a:pt x="143450" y="102533"/>
                  <a:pt x="147316" y="106963"/>
                </a:cubicBezTo>
                <a:cubicBezTo>
                  <a:pt x="151182" y="111394"/>
                  <a:pt x="155908" y="113609"/>
                  <a:pt x="161495" y="113609"/>
                </a:cubicBezTo>
                <a:cubicBezTo>
                  <a:pt x="166744" y="113609"/>
                  <a:pt x="171908" y="111909"/>
                  <a:pt x="176988" y="108511"/>
                </a:cubicBezTo>
                <a:cubicBezTo>
                  <a:pt x="182067" y="105111"/>
                  <a:pt x="186018" y="100207"/>
                  <a:pt x="188839" y="93799"/>
                </a:cubicBezTo>
                <a:moveTo>
                  <a:pt x="144310" y="71111"/>
                </a:moveTo>
                <a:lnTo>
                  <a:pt x="194765" y="71111"/>
                </a:lnTo>
                <a:cubicBezTo>
                  <a:pt x="194822" y="69536"/>
                  <a:pt x="194850" y="68411"/>
                  <a:pt x="194850" y="67736"/>
                </a:cubicBezTo>
                <a:cubicBezTo>
                  <a:pt x="194850" y="60085"/>
                  <a:pt x="192931" y="54220"/>
                  <a:pt x="189093" y="50140"/>
                </a:cubicBezTo>
                <a:cubicBezTo>
                  <a:pt x="185256" y="46061"/>
                  <a:pt x="180317" y="44021"/>
                  <a:pt x="174279" y="44021"/>
                </a:cubicBezTo>
                <a:cubicBezTo>
                  <a:pt x="167732" y="44021"/>
                  <a:pt x="161764" y="46272"/>
                  <a:pt x="156374" y="50773"/>
                </a:cubicBezTo>
                <a:cubicBezTo>
                  <a:pt x="150984" y="55274"/>
                  <a:pt x="146963" y="62053"/>
                  <a:pt x="144310" y="71111"/>
                </a:cubicBezTo>
                <a:close/>
                <a:moveTo>
                  <a:pt x="279818" y="111069"/>
                </a:moveTo>
                <a:cubicBezTo>
                  <a:pt x="271071" y="121115"/>
                  <a:pt x="261928" y="126138"/>
                  <a:pt x="252390" y="126138"/>
                </a:cubicBezTo>
                <a:cubicBezTo>
                  <a:pt x="243868" y="126138"/>
                  <a:pt x="236771" y="122992"/>
                  <a:pt x="231099" y="116699"/>
                </a:cubicBezTo>
                <a:cubicBezTo>
                  <a:pt x="225427" y="110406"/>
                  <a:pt x="222591" y="101277"/>
                  <a:pt x="222591" y="89312"/>
                </a:cubicBezTo>
                <a:cubicBezTo>
                  <a:pt x="222591" y="78364"/>
                  <a:pt x="224834" y="68360"/>
                  <a:pt x="229321" y="59302"/>
                </a:cubicBezTo>
                <a:cubicBezTo>
                  <a:pt x="233808" y="50244"/>
                  <a:pt x="239423" y="43457"/>
                  <a:pt x="246167" y="38942"/>
                </a:cubicBezTo>
                <a:cubicBezTo>
                  <a:pt x="252912" y="34427"/>
                  <a:pt x="259670" y="32169"/>
                  <a:pt x="266443" y="32169"/>
                </a:cubicBezTo>
                <a:cubicBezTo>
                  <a:pt x="277617" y="32169"/>
                  <a:pt x="286055" y="37531"/>
                  <a:pt x="291755" y="48254"/>
                </a:cubicBezTo>
                <a:lnTo>
                  <a:pt x="301914" y="0"/>
                </a:lnTo>
                <a:lnTo>
                  <a:pt x="317152" y="0"/>
                </a:lnTo>
                <a:lnTo>
                  <a:pt x="291247" y="124106"/>
                </a:lnTo>
                <a:lnTo>
                  <a:pt x="277109" y="124106"/>
                </a:lnTo>
                <a:lnTo>
                  <a:pt x="279818" y="111069"/>
                </a:lnTo>
                <a:moveTo>
                  <a:pt x="237829" y="86416"/>
                </a:moveTo>
                <a:cubicBezTo>
                  <a:pt x="237829" y="92666"/>
                  <a:pt x="238450" y="97593"/>
                  <a:pt x="239691" y="101196"/>
                </a:cubicBezTo>
                <a:cubicBezTo>
                  <a:pt x="240933" y="104799"/>
                  <a:pt x="243049" y="107797"/>
                  <a:pt x="246041" y="110191"/>
                </a:cubicBezTo>
                <a:cubicBezTo>
                  <a:pt x="249032" y="112582"/>
                  <a:pt x="252615" y="113778"/>
                  <a:pt x="256792" y="113778"/>
                </a:cubicBezTo>
                <a:cubicBezTo>
                  <a:pt x="263734" y="113778"/>
                  <a:pt x="270026" y="110173"/>
                  <a:pt x="275670" y="102963"/>
                </a:cubicBezTo>
                <a:cubicBezTo>
                  <a:pt x="283233" y="93386"/>
                  <a:pt x="287014" y="81558"/>
                  <a:pt x="287014" y="67476"/>
                </a:cubicBezTo>
                <a:cubicBezTo>
                  <a:pt x="287014" y="60390"/>
                  <a:pt x="285152" y="54850"/>
                  <a:pt x="281427" y="50857"/>
                </a:cubicBezTo>
                <a:cubicBezTo>
                  <a:pt x="277702" y="46864"/>
                  <a:pt x="273018" y="44868"/>
                  <a:pt x="267374" y="44868"/>
                </a:cubicBezTo>
                <a:cubicBezTo>
                  <a:pt x="263705" y="44868"/>
                  <a:pt x="260362" y="45684"/>
                  <a:pt x="257342" y="47318"/>
                </a:cubicBezTo>
                <a:cubicBezTo>
                  <a:pt x="254323" y="48949"/>
                  <a:pt x="251332" y="51721"/>
                  <a:pt x="248369" y="55635"/>
                </a:cubicBezTo>
                <a:cubicBezTo>
                  <a:pt x="245406" y="59549"/>
                  <a:pt x="242908" y="64518"/>
                  <a:pt x="240876" y="70543"/>
                </a:cubicBezTo>
                <a:cubicBezTo>
                  <a:pt x="238845" y="76565"/>
                  <a:pt x="237829" y="81856"/>
                  <a:pt x="237829" y="86416"/>
                </a:cubicBezTo>
                <a:close/>
                <a:moveTo>
                  <a:pt x="337358" y="17439"/>
                </a:moveTo>
                <a:lnTo>
                  <a:pt x="340998" y="0"/>
                </a:lnTo>
                <a:lnTo>
                  <a:pt x="356237" y="0"/>
                </a:lnTo>
                <a:lnTo>
                  <a:pt x="352596" y="17439"/>
                </a:lnTo>
                <a:lnTo>
                  <a:pt x="337358" y="17439"/>
                </a:lnTo>
                <a:moveTo>
                  <a:pt x="315009" y="124106"/>
                </a:moveTo>
                <a:lnTo>
                  <a:pt x="333803" y="34201"/>
                </a:lnTo>
                <a:lnTo>
                  <a:pt x="349125" y="34201"/>
                </a:lnTo>
                <a:lnTo>
                  <a:pt x="330332" y="124106"/>
                </a:lnTo>
                <a:lnTo>
                  <a:pt x="315009" y="124106"/>
                </a:lnTo>
                <a:close/>
                <a:moveTo>
                  <a:pt x="355530" y="93461"/>
                </a:moveTo>
                <a:lnTo>
                  <a:pt x="370853" y="92445"/>
                </a:lnTo>
                <a:cubicBezTo>
                  <a:pt x="370853" y="96847"/>
                  <a:pt x="371530" y="100600"/>
                  <a:pt x="372885" y="103704"/>
                </a:cubicBezTo>
                <a:cubicBezTo>
                  <a:pt x="374239" y="106808"/>
                  <a:pt x="376737" y="109348"/>
                  <a:pt x="380377" y="111323"/>
                </a:cubicBezTo>
                <a:cubicBezTo>
                  <a:pt x="384017" y="113298"/>
                  <a:pt x="388264" y="114286"/>
                  <a:pt x="393118" y="114286"/>
                </a:cubicBezTo>
                <a:cubicBezTo>
                  <a:pt x="399890" y="114286"/>
                  <a:pt x="404970" y="112932"/>
                  <a:pt x="408356" y="110223"/>
                </a:cubicBezTo>
                <a:cubicBezTo>
                  <a:pt x="411742" y="107514"/>
                  <a:pt x="413435" y="104325"/>
                  <a:pt x="413435" y="100656"/>
                </a:cubicBezTo>
                <a:cubicBezTo>
                  <a:pt x="413435" y="98004"/>
                  <a:pt x="412419" y="95492"/>
                  <a:pt x="410388" y="93122"/>
                </a:cubicBezTo>
                <a:cubicBezTo>
                  <a:pt x="408300" y="90752"/>
                  <a:pt x="403206" y="87831"/>
                  <a:pt x="395107" y="84360"/>
                </a:cubicBezTo>
                <a:cubicBezTo>
                  <a:pt x="387008" y="80889"/>
                  <a:pt x="381830" y="78448"/>
                  <a:pt x="379573" y="77037"/>
                </a:cubicBezTo>
                <a:cubicBezTo>
                  <a:pt x="375791" y="74723"/>
                  <a:pt x="372941" y="72000"/>
                  <a:pt x="371023" y="68868"/>
                </a:cubicBezTo>
                <a:cubicBezTo>
                  <a:pt x="369104" y="65736"/>
                  <a:pt x="368144" y="62138"/>
                  <a:pt x="368144" y="58074"/>
                </a:cubicBezTo>
                <a:cubicBezTo>
                  <a:pt x="368144" y="50963"/>
                  <a:pt x="370966" y="44868"/>
                  <a:pt x="376610" y="39788"/>
                </a:cubicBezTo>
                <a:cubicBezTo>
                  <a:pt x="382254" y="34709"/>
                  <a:pt x="390155" y="32169"/>
                  <a:pt x="400314" y="32169"/>
                </a:cubicBezTo>
                <a:cubicBezTo>
                  <a:pt x="411601" y="32169"/>
                  <a:pt x="420194" y="34780"/>
                  <a:pt x="426091" y="40000"/>
                </a:cubicBezTo>
                <a:cubicBezTo>
                  <a:pt x="431989" y="45221"/>
                  <a:pt x="435051" y="52092"/>
                  <a:pt x="435277" y="60614"/>
                </a:cubicBezTo>
                <a:lnTo>
                  <a:pt x="420292" y="61630"/>
                </a:lnTo>
                <a:cubicBezTo>
                  <a:pt x="420067" y="56212"/>
                  <a:pt x="418148" y="51923"/>
                  <a:pt x="414536" y="48762"/>
                </a:cubicBezTo>
                <a:cubicBezTo>
                  <a:pt x="410924" y="45602"/>
                  <a:pt x="405816" y="44021"/>
                  <a:pt x="399213" y="44021"/>
                </a:cubicBezTo>
                <a:cubicBezTo>
                  <a:pt x="393908" y="44021"/>
                  <a:pt x="389788" y="45235"/>
                  <a:pt x="386853" y="47661"/>
                </a:cubicBezTo>
                <a:cubicBezTo>
                  <a:pt x="383919" y="50088"/>
                  <a:pt x="382451" y="52713"/>
                  <a:pt x="382451" y="55535"/>
                </a:cubicBezTo>
                <a:cubicBezTo>
                  <a:pt x="382451" y="58356"/>
                  <a:pt x="383721" y="60840"/>
                  <a:pt x="386261" y="62984"/>
                </a:cubicBezTo>
                <a:cubicBezTo>
                  <a:pt x="387954" y="64452"/>
                  <a:pt x="392328" y="66709"/>
                  <a:pt x="399382" y="69757"/>
                </a:cubicBezTo>
                <a:cubicBezTo>
                  <a:pt x="411121" y="74836"/>
                  <a:pt x="418515" y="78843"/>
                  <a:pt x="421562" y="81778"/>
                </a:cubicBezTo>
                <a:cubicBezTo>
                  <a:pt x="426416" y="86462"/>
                  <a:pt x="428843" y="92162"/>
                  <a:pt x="428843" y="98879"/>
                </a:cubicBezTo>
                <a:cubicBezTo>
                  <a:pt x="428843" y="103337"/>
                  <a:pt x="427474" y="107711"/>
                  <a:pt x="424737" y="112000"/>
                </a:cubicBezTo>
                <a:cubicBezTo>
                  <a:pt x="422000" y="116290"/>
                  <a:pt x="417823" y="119718"/>
                  <a:pt x="412208" y="122286"/>
                </a:cubicBezTo>
                <a:cubicBezTo>
                  <a:pt x="406592" y="124854"/>
                  <a:pt x="399975" y="126138"/>
                  <a:pt x="392356" y="126138"/>
                </a:cubicBezTo>
                <a:cubicBezTo>
                  <a:pt x="381971" y="126138"/>
                  <a:pt x="373139" y="123577"/>
                  <a:pt x="365858" y="118455"/>
                </a:cubicBezTo>
                <a:cubicBezTo>
                  <a:pt x="358578" y="113332"/>
                  <a:pt x="355135" y="105000"/>
                  <a:pt x="355530" y="93461"/>
                </a:cubicBezTo>
                <a:close/>
                <a:moveTo>
                  <a:pt x="476589" y="111651"/>
                </a:moveTo>
                <a:lnTo>
                  <a:pt x="474049" y="124180"/>
                </a:lnTo>
                <a:cubicBezTo>
                  <a:pt x="470380" y="125147"/>
                  <a:pt x="466825" y="125630"/>
                  <a:pt x="463382" y="125630"/>
                </a:cubicBezTo>
                <a:cubicBezTo>
                  <a:pt x="457287" y="125630"/>
                  <a:pt x="452433" y="124134"/>
                  <a:pt x="448821" y="121143"/>
                </a:cubicBezTo>
                <a:cubicBezTo>
                  <a:pt x="446112" y="118886"/>
                  <a:pt x="444758" y="115810"/>
                  <a:pt x="444758" y="111916"/>
                </a:cubicBezTo>
                <a:cubicBezTo>
                  <a:pt x="444758" y="109940"/>
                  <a:pt x="445492" y="105397"/>
                  <a:pt x="446959" y="98286"/>
                </a:cubicBezTo>
                <a:lnTo>
                  <a:pt x="457880" y="46053"/>
                </a:lnTo>
                <a:lnTo>
                  <a:pt x="445774" y="46053"/>
                </a:lnTo>
                <a:lnTo>
                  <a:pt x="448229" y="34201"/>
                </a:lnTo>
                <a:lnTo>
                  <a:pt x="460335" y="34201"/>
                </a:lnTo>
                <a:lnTo>
                  <a:pt x="464991" y="12106"/>
                </a:lnTo>
                <a:lnTo>
                  <a:pt x="482515" y="1524"/>
                </a:lnTo>
                <a:lnTo>
                  <a:pt x="475657" y="34201"/>
                </a:lnTo>
                <a:lnTo>
                  <a:pt x="490726" y="34201"/>
                </a:lnTo>
                <a:lnTo>
                  <a:pt x="488187" y="46053"/>
                </a:lnTo>
                <a:lnTo>
                  <a:pt x="473202" y="46053"/>
                </a:lnTo>
                <a:lnTo>
                  <a:pt x="462790" y="95683"/>
                </a:lnTo>
                <a:cubicBezTo>
                  <a:pt x="461492" y="101997"/>
                  <a:pt x="460843" y="105774"/>
                  <a:pt x="460843" y="107014"/>
                </a:cubicBezTo>
                <a:cubicBezTo>
                  <a:pt x="460843" y="108816"/>
                  <a:pt x="461365" y="110197"/>
                  <a:pt x="462409" y="111156"/>
                </a:cubicBezTo>
                <a:cubicBezTo>
                  <a:pt x="463453" y="112114"/>
                  <a:pt x="465160" y="112593"/>
                  <a:pt x="467530" y="112593"/>
                </a:cubicBezTo>
                <a:cubicBezTo>
                  <a:pt x="470917" y="112593"/>
                  <a:pt x="473936" y="112279"/>
                  <a:pt x="476589" y="111651"/>
                </a:cubicBezTo>
                <a:close/>
                <a:moveTo>
                  <a:pt x="488977" y="124106"/>
                </a:moveTo>
                <a:lnTo>
                  <a:pt x="507771" y="34201"/>
                </a:lnTo>
                <a:lnTo>
                  <a:pt x="521316" y="34201"/>
                </a:lnTo>
                <a:lnTo>
                  <a:pt x="517506" y="52651"/>
                </a:lnTo>
                <a:cubicBezTo>
                  <a:pt x="522134" y="45683"/>
                  <a:pt x="526663" y="40527"/>
                  <a:pt x="531094" y="37185"/>
                </a:cubicBezTo>
                <a:cubicBezTo>
                  <a:pt x="535524" y="33841"/>
                  <a:pt x="540053" y="32169"/>
                  <a:pt x="544681" y="32169"/>
                </a:cubicBezTo>
                <a:cubicBezTo>
                  <a:pt x="547729" y="32169"/>
                  <a:pt x="551482" y="33242"/>
                  <a:pt x="555940" y="35386"/>
                </a:cubicBezTo>
                <a:lnTo>
                  <a:pt x="549676" y="49609"/>
                </a:lnTo>
                <a:cubicBezTo>
                  <a:pt x="547023" y="47803"/>
                  <a:pt x="544117" y="46900"/>
                  <a:pt x="540956" y="46900"/>
                </a:cubicBezTo>
                <a:cubicBezTo>
                  <a:pt x="535595" y="46900"/>
                  <a:pt x="530092" y="49885"/>
                  <a:pt x="524448" y="55857"/>
                </a:cubicBezTo>
                <a:cubicBezTo>
                  <a:pt x="518805" y="61827"/>
                  <a:pt x="514374" y="72558"/>
                  <a:pt x="511157" y="88048"/>
                </a:cubicBezTo>
                <a:lnTo>
                  <a:pt x="503538" y="124106"/>
                </a:lnTo>
                <a:lnTo>
                  <a:pt x="488977" y="1241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Text ibution">
            <a:extLst xmlns:a="http://schemas.openxmlformats.org/drawingml/2006/main">
              <a:ext uri="{FF2B5EF4-FFF2-40B4-BE49-F238E27FC236}">
                <a16:creationId xmlns:a16="http://schemas.microsoft.com/office/drawing/2014/main" id="{6D4DFD5B-CD02-46F7-A12D-C8C13826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872" y="1162616"/>
            <a:ext cx="500718" cy="126138"/>
          </a:xfrm>
          <a:custGeom xmlns:a="http://schemas.openxmlformats.org/drawingml/2006/main">
            <a:pathLst>
              <a:path w="500718" h="126138">
                <a:moveTo>
                  <a:pt x="22349" y="17439"/>
                </a:moveTo>
                <a:lnTo>
                  <a:pt x="25989" y="0"/>
                </a:lnTo>
                <a:lnTo>
                  <a:pt x="41228" y="0"/>
                </a:lnTo>
                <a:lnTo>
                  <a:pt x="37587" y="17439"/>
                </a:lnTo>
                <a:lnTo>
                  <a:pt x="22349" y="17439"/>
                </a:lnTo>
                <a:moveTo>
                  <a:pt x="0" y="124106"/>
                </a:moveTo>
                <a:lnTo>
                  <a:pt x="18794" y="34201"/>
                </a:lnTo>
                <a:lnTo>
                  <a:pt x="34116" y="34201"/>
                </a:lnTo>
                <a:lnTo>
                  <a:pt x="15323" y="124106"/>
                </a:lnTo>
                <a:lnTo>
                  <a:pt x="0" y="124106"/>
                </a:lnTo>
                <a:close/>
                <a:moveTo>
                  <a:pt x="39082" y="124106"/>
                </a:moveTo>
                <a:lnTo>
                  <a:pt x="64987" y="0"/>
                </a:lnTo>
                <a:lnTo>
                  <a:pt x="80310" y="0"/>
                </a:lnTo>
                <a:lnTo>
                  <a:pt x="71082" y="44360"/>
                </a:lnTo>
                <a:cubicBezTo>
                  <a:pt x="75936" y="39901"/>
                  <a:pt x="80338" y="36755"/>
                  <a:pt x="84289" y="34921"/>
                </a:cubicBezTo>
                <a:cubicBezTo>
                  <a:pt x="88239" y="33087"/>
                  <a:pt x="92359" y="32169"/>
                  <a:pt x="96649" y="32169"/>
                </a:cubicBezTo>
                <a:cubicBezTo>
                  <a:pt x="105058" y="32169"/>
                  <a:pt x="112070" y="35302"/>
                  <a:pt x="117686" y="41566"/>
                </a:cubicBezTo>
                <a:cubicBezTo>
                  <a:pt x="123301" y="47831"/>
                  <a:pt x="126109" y="56945"/>
                  <a:pt x="126109" y="68910"/>
                </a:cubicBezTo>
                <a:cubicBezTo>
                  <a:pt x="126109" y="76868"/>
                  <a:pt x="124980" y="84148"/>
                  <a:pt x="122723" y="90752"/>
                </a:cubicBezTo>
                <a:cubicBezTo>
                  <a:pt x="120465" y="97355"/>
                  <a:pt x="117672" y="102900"/>
                  <a:pt x="114342" y="107387"/>
                </a:cubicBezTo>
                <a:cubicBezTo>
                  <a:pt x="111012" y="111873"/>
                  <a:pt x="107569" y="115457"/>
                  <a:pt x="104014" y="118138"/>
                </a:cubicBezTo>
                <a:cubicBezTo>
                  <a:pt x="100458" y="120819"/>
                  <a:pt x="96818" y="122822"/>
                  <a:pt x="93093" y="124148"/>
                </a:cubicBezTo>
                <a:cubicBezTo>
                  <a:pt x="89368" y="125475"/>
                  <a:pt x="85784" y="126138"/>
                  <a:pt x="82342" y="126138"/>
                </a:cubicBezTo>
                <a:cubicBezTo>
                  <a:pt x="76416" y="126138"/>
                  <a:pt x="71195" y="124574"/>
                  <a:pt x="66680" y="121445"/>
                </a:cubicBezTo>
                <a:cubicBezTo>
                  <a:pt x="62165" y="118314"/>
                  <a:pt x="58638" y="113535"/>
                  <a:pt x="56098" y="107106"/>
                </a:cubicBezTo>
                <a:lnTo>
                  <a:pt x="52543" y="124106"/>
                </a:lnTo>
                <a:lnTo>
                  <a:pt x="39082" y="124106"/>
                </a:lnTo>
                <a:moveTo>
                  <a:pt x="61770" y="87175"/>
                </a:moveTo>
                <a:lnTo>
                  <a:pt x="61685" y="90082"/>
                </a:lnTo>
                <a:cubicBezTo>
                  <a:pt x="61685" y="97756"/>
                  <a:pt x="63520" y="103596"/>
                  <a:pt x="67188" y="107601"/>
                </a:cubicBezTo>
                <a:cubicBezTo>
                  <a:pt x="70857" y="111606"/>
                  <a:pt x="75428" y="113609"/>
                  <a:pt x="80902" y="113609"/>
                </a:cubicBezTo>
                <a:cubicBezTo>
                  <a:pt x="86264" y="113609"/>
                  <a:pt x="91188" y="111732"/>
                  <a:pt x="95675" y="107979"/>
                </a:cubicBezTo>
                <a:cubicBezTo>
                  <a:pt x="100162" y="104226"/>
                  <a:pt x="103844" y="98371"/>
                  <a:pt x="106723" y="90413"/>
                </a:cubicBezTo>
                <a:cubicBezTo>
                  <a:pt x="109601" y="82455"/>
                  <a:pt x="111040" y="75118"/>
                  <a:pt x="111040" y="68402"/>
                </a:cubicBezTo>
                <a:cubicBezTo>
                  <a:pt x="111040" y="60840"/>
                  <a:pt x="109220" y="54970"/>
                  <a:pt x="105580" y="50794"/>
                </a:cubicBezTo>
                <a:cubicBezTo>
                  <a:pt x="101940" y="46617"/>
                  <a:pt x="97439" y="44529"/>
                  <a:pt x="92077" y="44529"/>
                </a:cubicBezTo>
                <a:cubicBezTo>
                  <a:pt x="86546" y="44529"/>
                  <a:pt x="81467" y="46660"/>
                  <a:pt x="76839" y="50921"/>
                </a:cubicBezTo>
                <a:cubicBezTo>
                  <a:pt x="72211" y="55180"/>
                  <a:pt x="68345" y="61738"/>
                  <a:pt x="65241" y="70595"/>
                </a:cubicBezTo>
                <a:cubicBezTo>
                  <a:pt x="62927" y="77193"/>
                  <a:pt x="61770" y="82720"/>
                  <a:pt x="61770" y="87175"/>
                </a:cubicBezTo>
                <a:close/>
                <a:moveTo>
                  <a:pt x="196855" y="107852"/>
                </a:moveTo>
                <a:cubicBezTo>
                  <a:pt x="186075" y="120043"/>
                  <a:pt x="175042" y="126138"/>
                  <a:pt x="163754" y="126138"/>
                </a:cubicBezTo>
                <a:cubicBezTo>
                  <a:pt x="156813" y="126138"/>
                  <a:pt x="151211" y="124148"/>
                  <a:pt x="146950" y="120170"/>
                </a:cubicBezTo>
                <a:cubicBezTo>
                  <a:pt x="142689" y="116191"/>
                  <a:pt x="140559" y="111323"/>
                  <a:pt x="140559" y="105566"/>
                </a:cubicBezTo>
                <a:cubicBezTo>
                  <a:pt x="140559" y="101785"/>
                  <a:pt x="141518" y="95295"/>
                  <a:pt x="143437" y="86095"/>
                </a:cubicBezTo>
                <a:lnTo>
                  <a:pt x="154273" y="34201"/>
                </a:lnTo>
                <a:lnTo>
                  <a:pt x="169596" y="34201"/>
                </a:lnTo>
                <a:lnTo>
                  <a:pt x="157574" y="91683"/>
                </a:lnTo>
                <a:cubicBezTo>
                  <a:pt x="156559" y="96480"/>
                  <a:pt x="156051" y="100205"/>
                  <a:pt x="156051" y="102857"/>
                </a:cubicBezTo>
                <a:cubicBezTo>
                  <a:pt x="156051" y="106244"/>
                  <a:pt x="157081" y="108882"/>
                  <a:pt x="159141" y="110773"/>
                </a:cubicBezTo>
                <a:cubicBezTo>
                  <a:pt x="161201" y="112663"/>
                  <a:pt x="164234" y="113609"/>
                  <a:pt x="168241" y="113609"/>
                </a:cubicBezTo>
                <a:cubicBezTo>
                  <a:pt x="172530" y="113609"/>
                  <a:pt x="176721" y="112565"/>
                  <a:pt x="180813" y="110476"/>
                </a:cubicBezTo>
                <a:cubicBezTo>
                  <a:pt x="184904" y="108388"/>
                  <a:pt x="188432" y="105566"/>
                  <a:pt x="191395" y="102011"/>
                </a:cubicBezTo>
                <a:cubicBezTo>
                  <a:pt x="194358" y="98455"/>
                  <a:pt x="196770" y="94251"/>
                  <a:pt x="198633" y="89397"/>
                </a:cubicBezTo>
                <a:cubicBezTo>
                  <a:pt x="199874" y="86293"/>
                  <a:pt x="201314" y="80847"/>
                  <a:pt x="202950" y="73058"/>
                </a:cubicBezTo>
                <a:lnTo>
                  <a:pt x="211077" y="34201"/>
                </a:lnTo>
                <a:lnTo>
                  <a:pt x="226400" y="34201"/>
                </a:lnTo>
                <a:lnTo>
                  <a:pt x="207606" y="124106"/>
                </a:lnTo>
                <a:lnTo>
                  <a:pt x="193469" y="124106"/>
                </a:lnTo>
                <a:lnTo>
                  <a:pt x="196855" y="107852"/>
                </a:lnTo>
                <a:close/>
                <a:moveTo>
                  <a:pt x="267686" y="111651"/>
                </a:moveTo>
                <a:lnTo>
                  <a:pt x="265146" y="124180"/>
                </a:lnTo>
                <a:cubicBezTo>
                  <a:pt x="261478" y="125147"/>
                  <a:pt x="257922" y="125630"/>
                  <a:pt x="254480" y="125630"/>
                </a:cubicBezTo>
                <a:cubicBezTo>
                  <a:pt x="248384" y="125630"/>
                  <a:pt x="243531" y="124134"/>
                  <a:pt x="239919" y="121143"/>
                </a:cubicBezTo>
                <a:cubicBezTo>
                  <a:pt x="237210" y="118886"/>
                  <a:pt x="235855" y="115810"/>
                  <a:pt x="235855" y="111916"/>
                </a:cubicBezTo>
                <a:cubicBezTo>
                  <a:pt x="235855" y="109940"/>
                  <a:pt x="236589" y="105397"/>
                  <a:pt x="238056" y="98286"/>
                </a:cubicBezTo>
                <a:lnTo>
                  <a:pt x="248977" y="46053"/>
                </a:lnTo>
                <a:lnTo>
                  <a:pt x="236871" y="46053"/>
                </a:lnTo>
                <a:lnTo>
                  <a:pt x="239326" y="34201"/>
                </a:lnTo>
                <a:lnTo>
                  <a:pt x="251432" y="34201"/>
                </a:lnTo>
                <a:lnTo>
                  <a:pt x="256088" y="12106"/>
                </a:lnTo>
                <a:lnTo>
                  <a:pt x="273612" y="1524"/>
                </a:lnTo>
                <a:lnTo>
                  <a:pt x="266755" y="34201"/>
                </a:lnTo>
                <a:lnTo>
                  <a:pt x="281824" y="34201"/>
                </a:lnTo>
                <a:lnTo>
                  <a:pt x="279284" y="46053"/>
                </a:lnTo>
                <a:lnTo>
                  <a:pt x="264300" y="46053"/>
                </a:lnTo>
                <a:lnTo>
                  <a:pt x="253887" y="95683"/>
                </a:lnTo>
                <a:cubicBezTo>
                  <a:pt x="252589" y="101997"/>
                  <a:pt x="251940" y="105774"/>
                  <a:pt x="251940" y="107014"/>
                </a:cubicBezTo>
                <a:cubicBezTo>
                  <a:pt x="251940" y="108816"/>
                  <a:pt x="252462" y="110197"/>
                  <a:pt x="253506" y="111156"/>
                </a:cubicBezTo>
                <a:cubicBezTo>
                  <a:pt x="254550" y="112114"/>
                  <a:pt x="256257" y="112593"/>
                  <a:pt x="258628" y="112593"/>
                </a:cubicBezTo>
                <a:cubicBezTo>
                  <a:pt x="262014" y="112593"/>
                  <a:pt x="265033" y="112279"/>
                  <a:pt x="267686" y="111651"/>
                </a:cubicBezTo>
                <a:close/>
                <a:moveTo>
                  <a:pt x="301832" y="17439"/>
                </a:moveTo>
                <a:lnTo>
                  <a:pt x="305472" y="0"/>
                </a:lnTo>
                <a:lnTo>
                  <a:pt x="320710" y="0"/>
                </a:lnTo>
                <a:lnTo>
                  <a:pt x="317070" y="17439"/>
                </a:lnTo>
                <a:lnTo>
                  <a:pt x="301832" y="17439"/>
                </a:lnTo>
                <a:moveTo>
                  <a:pt x="279482" y="124106"/>
                </a:moveTo>
                <a:lnTo>
                  <a:pt x="298276" y="34201"/>
                </a:lnTo>
                <a:lnTo>
                  <a:pt x="313599" y="34201"/>
                </a:lnTo>
                <a:lnTo>
                  <a:pt x="294805" y="124106"/>
                </a:lnTo>
                <a:lnTo>
                  <a:pt x="279482" y="124106"/>
                </a:lnTo>
                <a:close/>
                <a:moveTo>
                  <a:pt x="321274" y="89990"/>
                </a:moveTo>
                <a:cubicBezTo>
                  <a:pt x="321274" y="72438"/>
                  <a:pt x="326438" y="57905"/>
                  <a:pt x="336766" y="46392"/>
                </a:cubicBezTo>
                <a:cubicBezTo>
                  <a:pt x="345288" y="36910"/>
                  <a:pt x="356462" y="32169"/>
                  <a:pt x="370290" y="32169"/>
                </a:cubicBezTo>
                <a:cubicBezTo>
                  <a:pt x="381126" y="32169"/>
                  <a:pt x="389859" y="35556"/>
                  <a:pt x="396491" y="42328"/>
                </a:cubicBezTo>
                <a:cubicBezTo>
                  <a:pt x="403122" y="49101"/>
                  <a:pt x="406438" y="58244"/>
                  <a:pt x="406438" y="69757"/>
                </a:cubicBezTo>
                <a:cubicBezTo>
                  <a:pt x="406438" y="80085"/>
                  <a:pt x="404350" y="89693"/>
                  <a:pt x="400173" y="98582"/>
                </a:cubicBezTo>
                <a:cubicBezTo>
                  <a:pt x="395997" y="107471"/>
                  <a:pt x="390057" y="114286"/>
                  <a:pt x="382353" y="119027"/>
                </a:cubicBezTo>
                <a:cubicBezTo>
                  <a:pt x="374649" y="123768"/>
                  <a:pt x="366537" y="126138"/>
                  <a:pt x="358014" y="126138"/>
                </a:cubicBezTo>
                <a:cubicBezTo>
                  <a:pt x="351016" y="126138"/>
                  <a:pt x="344653" y="124642"/>
                  <a:pt x="338924" y="121651"/>
                </a:cubicBezTo>
                <a:cubicBezTo>
                  <a:pt x="333196" y="118660"/>
                  <a:pt x="328822" y="114427"/>
                  <a:pt x="325803" y="108953"/>
                </a:cubicBezTo>
                <a:cubicBezTo>
                  <a:pt x="322783" y="103478"/>
                  <a:pt x="321274" y="97157"/>
                  <a:pt x="321274" y="89990"/>
                </a:cubicBezTo>
                <a:moveTo>
                  <a:pt x="336596" y="88466"/>
                </a:moveTo>
                <a:cubicBezTo>
                  <a:pt x="336596" y="96931"/>
                  <a:pt x="338628" y="103351"/>
                  <a:pt x="342692" y="107725"/>
                </a:cubicBezTo>
                <a:cubicBezTo>
                  <a:pt x="346755" y="112099"/>
                  <a:pt x="351919" y="114286"/>
                  <a:pt x="358184" y="114286"/>
                </a:cubicBezTo>
                <a:cubicBezTo>
                  <a:pt x="361457" y="114286"/>
                  <a:pt x="364702" y="113623"/>
                  <a:pt x="367919" y="112297"/>
                </a:cubicBezTo>
                <a:cubicBezTo>
                  <a:pt x="371136" y="110970"/>
                  <a:pt x="374127" y="108953"/>
                  <a:pt x="376893" y="106244"/>
                </a:cubicBezTo>
                <a:cubicBezTo>
                  <a:pt x="379658" y="103535"/>
                  <a:pt x="382015" y="100445"/>
                  <a:pt x="383962" y="96974"/>
                </a:cubicBezTo>
                <a:cubicBezTo>
                  <a:pt x="385909" y="93503"/>
                  <a:pt x="387475" y="89764"/>
                  <a:pt x="388660" y="85757"/>
                </a:cubicBezTo>
                <a:cubicBezTo>
                  <a:pt x="390410" y="80170"/>
                  <a:pt x="391284" y="74808"/>
                  <a:pt x="391284" y="69672"/>
                </a:cubicBezTo>
                <a:cubicBezTo>
                  <a:pt x="391284" y="61545"/>
                  <a:pt x="389239" y="55238"/>
                  <a:pt x="385147" y="50751"/>
                </a:cubicBezTo>
                <a:cubicBezTo>
                  <a:pt x="381055" y="46265"/>
                  <a:pt x="375905" y="44021"/>
                  <a:pt x="369697" y="44021"/>
                </a:cubicBezTo>
                <a:cubicBezTo>
                  <a:pt x="364900" y="44021"/>
                  <a:pt x="360526" y="45164"/>
                  <a:pt x="356575" y="47450"/>
                </a:cubicBezTo>
                <a:cubicBezTo>
                  <a:pt x="352625" y="49736"/>
                  <a:pt x="349055" y="53080"/>
                  <a:pt x="345866" y="57482"/>
                </a:cubicBezTo>
                <a:cubicBezTo>
                  <a:pt x="342678" y="61884"/>
                  <a:pt x="340335" y="67005"/>
                  <a:pt x="338840" y="72847"/>
                </a:cubicBezTo>
                <a:cubicBezTo>
                  <a:pt x="337344" y="78688"/>
                  <a:pt x="336596" y="83894"/>
                  <a:pt x="336596" y="88466"/>
                </a:cubicBezTo>
                <a:close/>
                <a:moveTo>
                  <a:pt x="414962" y="124106"/>
                </a:moveTo>
                <a:lnTo>
                  <a:pt x="433755" y="34201"/>
                </a:lnTo>
                <a:lnTo>
                  <a:pt x="447639" y="34201"/>
                </a:lnTo>
                <a:lnTo>
                  <a:pt x="444337" y="49881"/>
                </a:lnTo>
                <a:cubicBezTo>
                  <a:pt x="450376" y="43717"/>
                  <a:pt x="456020" y="39224"/>
                  <a:pt x="461269" y="36402"/>
                </a:cubicBezTo>
                <a:cubicBezTo>
                  <a:pt x="466517" y="33580"/>
                  <a:pt x="471879" y="32169"/>
                  <a:pt x="477353" y="32169"/>
                </a:cubicBezTo>
                <a:cubicBezTo>
                  <a:pt x="484634" y="32169"/>
                  <a:pt x="490348" y="34146"/>
                  <a:pt x="494496" y="38101"/>
                </a:cubicBezTo>
                <a:cubicBezTo>
                  <a:pt x="498644" y="42055"/>
                  <a:pt x="500718" y="47336"/>
                  <a:pt x="500718" y="53945"/>
                </a:cubicBezTo>
                <a:cubicBezTo>
                  <a:pt x="500718" y="57273"/>
                  <a:pt x="499985" y="62520"/>
                  <a:pt x="498517" y="69685"/>
                </a:cubicBezTo>
                <a:lnTo>
                  <a:pt x="487089" y="124106"/>
                </a:lnTo>
                <a:lnTo>
                  <a:pt x="471766" y="124106"/>
                </a:lnTo>
                <a:lnTo>
                  <a:pt x="483702" y="67193"/>
                </a:lnTo>
                <a:cubicBezTo>
                  <a:pt x="484888" y="61668"/>
                  <a:pt x="485480" y="57580"/>
                  <a:pt x="485480" y="54931"/>
                </a:cubicBezTo>
                <a:cubicBezTo>
                  <a:pt x="485480" y="51944"/>
                  <a:pt x="484450" y="49520"/>
                  <a:pt x="482390" y="47659"/>
                </a:cubicBezTo>
                <a:cubicBezTo>
                  <a:pt x="480330" y="45798"/>
                  <a:pt x="477353" y="44868"/>
                  <a:pt x="473459" y="44868"/>
                </a:cubicBezTo>
                <a:cubicBezTo>
                  <a:pt x="465614" y="44868"/>
                  <a:pt x="458630" y="47684"/>
                  <a:pt x="452507" y="53318"/>
                </a:cubicBezTo>
                <a:cubicBezTo>
                  <a:pt x="446383" y="58949"/>
                  <a:pt x="441882" y="68608"/>
                  <a:pt x="439004" y="82294"/>
                </a:cubicBezTo>
                <a:lnTo>
                  <a:pt x="430284" y="124106"/>
                </a:lnTo>
                <a:lnTo>
                  <a:pt x="414962" y="1241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D25D46-9E4D-460F-8B4C-6960CA93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8035" y="1387858"/>
            <a:ext cx="1181269" cy="10"/>
          </a:xfrm>
          <a:custGeom xmlns:a="http://schemas.openxmlformats.org/drawingml/2006/main">
            <a:pathLst>
              <a:path w="1181269" h="1" fill="none">
                <a:moveTo>
                  <a:pt x="0" y="0"/>
                </a:moveTo>
                <a:lnTo>
                  <a:pt x="1181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896" cap="flat">
            <a:solidFill>
              <a:srgbClr val="000000"/>
            </a:solidFill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9E75A7-94CB-46C7-8BA3-AF619FB2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409" y="1330066"/>
            <a:ext cx="115584" cy="115584"/>
          </a:xfrm>
          <a:custGeom xmlns:a="http://schemas.openxmlformats.org/drawingml/2006/main">
            <a:pathLst>
              <a:path w="115584" h="115584">
                <a:moveTo>
                  <a:pt x="115584" y="57792"/>
                </a:moveTo>
                <a:lnTo>
                  <a:pt x="0" y="115584"/>
                </a:lnTo>
                <a:lnTo>
                  <a:pt x="28896" y="57792"/>
                </a:lnTo>
                <a:lnTo>
                  <a:pt x="0" y="0"/>
                </a:lnTo>
                <a:lnTo>
                  <a:pt x="115584" y="577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C71578-E94F-4772-8880-A42F1BC8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409" y="1330066"/>
            <a:ext cx="115584" cy="115584"/>
          </a:xfrm>
          <a:custGeom xmlns:a="http://schemas.openxmlformats.org/drawingml/2006/main">
            <a:pathLst>
              <a:path w="115584" h="115584" fill="none">
                <a:moveTo>
                  <a:pt x="115584" y="57792"/>
                </a:moveTo>
                <a:lnTo>
                  <a:pt x="0" y="115584"/>
                </a:lnTo>
                <a:lnTo>
                  <a:pt x="28896" y="57792"/>
                </a:lnTo>
                <a:lnTo>
                  <a:pt x="0" y="0"/>
                </a:lnTo>
                <a:lnTo>
                  <a:pt x="115584" y="5779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896" cap="flat">
            <a:solidFill>
              <a:srgbClr val="000000"/>
            </a:solidFill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94FB56-80E4-4D42-8B57-1ACAE12D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797" y="253689"/>
            <a:ext cx="866881" cy="577920"/>
          </a:xfrm>
          <a:custGeom xmlns:a="http://schemas.openxmlformats.org/drawingml/2006/main">
            <a:pathLst>
              <a:path w="866881" h="577920">
                <a:moveTo>
                  <a:pt x="123964" y="436185"/>
                </a:moveTo>
                <a:cubicBezTo>
                  <a:pt x="73396" y="427661"/>
                  <a:pt x="32508" y="396453"/>
                  <a:pt x="17771" y="355132"/>
                </a:cubicBezTo>
                <a:cubicBezTo>
                  <a:pt x="0" y="314967"/>
                  <a:pt x="8091" y="270033"/>
                  <a:pt x="39154" y="236080"/>
                </a:cubicBezTo>
                <a:cubicBezTo>
                  <a:pt x="66750" y="204728"/>
                  <a:pt x="110961" y="186957"/>
                  <a:pt x="157339" y="188547"/>
                </a:cubicBezTo>
                <a:cubicBezTo>
                  <a:pt x="183779" y="154738"/>
                  <a:pt x="231746" y="137256"/>
                  <a:pt x="279280" y="144191"/>
                </a:cubicBezTo>
                <a:cubicBezTo>
                  <a:pt x="281881" y="108071"/>
                  <a:pt x="300085" y="73974"/>
                  <a:pt x="330570" y="48401"/>
                </a:cubicBezTo>
                <a:cubicBezTo>
                  <a:pt x="373481" y="11125"/>
                  <a:pt x="439364" y="0"/>
                  <a:pt x="496289" y="20372"/>
                </a:cubicBezTo>
                <a:cubicBezTo>
                  <a:pt x="531831" y="31930"/>
                  <a:pt x="560872" y="54469"/>
                  <a:pt x="577198" y="83365"/>
                </a:cubicBezTo>
                <a:cubicBezTo>
                  <a:pt x="619964" y="64438"/>
                  <a:pt x="671399" y="65305"/>
                  <a:pt x="713154" y="85677"/>
                </a:cubicBezTo>
                <a:cubicBezTo>
                  <a:pt x="753030" y="103737"/>
                  <a:pt x="781926" y="135233"/>
                  <a:pt x="792184" y="172220"/>
                </a:cubicBezTo>
                <a:cubicBezTo>
                  <a:pt x="797819" y="188691"/>
                  <a:pt x="799119" y="205884"/>
                  <a:pt x="795941" y="222788"/>
                </a:cubicBezTo>
                <a:cubicBezTo>
                  <a:pt x="840007" y="244027"/>
                  <a:pt x="866881" y="283759"/>
                  <a:pt x="865725" y="326381"/>
                </a:cubicBezTo>
                <a:cubicBezTo>
                  <a:pt x="864713" y="364812"/>
                  <a:pt x="841019" y="400354"/>
                  <a:pt x="802443" y="421448"/>
                </a:cubicBezTo>
                <a:cubicBezTo>
                  <a:pt x="796230" y="412780"/>
                  <a:pt x="788717" y="404978"/>
                  <a:pt x="780193" y="398043"/>
                </a:cubicBezTo>
                <a:cubicBezTo>
                  <a:pt x="811834" y="382005"/>
                  <a:pt x="830761" y="352820"/>
                  <a:pt x="829460" y="321757"/>
                </a:cubicBezTo>
                <a:cubicBezTo>
                  <a:pt x="829027" y="299074"/>
                  <a:pt x="818046" y="277546"/>
                  <a:pt x="798686" y="261798"/>
                </a:cubicBezTo>
                <a:cubicBezTo>
                  <a:pt x="786550" y="253129"/>
                  <a:pt x="773113" y="245761"/>
                  <a:pt x="758665" y="239981"/>
                </a:cubicBezTo>
                <a:cubicBezTo>
                  <a:pt x="764733" y="218598"/>
                  <a:pt x="764444" y="196493"/>
                  <a:pt x="757798" y="175254"/>
                </a:cubicBezTo>
                <a:cubicBezTo>
                  <a:pt x="746240" y="146792"/>
                  <a:pt x="721823" y="122953"/>
                  <a:pt x="689893" y="109082"/>
                </a:cubicBezTo>
                <a:cubicBezTo>
                  <a:pt x="666631" y="99980"/>
                  <a:pt x="640336" y="97669"/>
                  <a:pt x="615341" y="102870"/>
                </a:cubicBezTo>
                <a:cubicBezTo>
                  <a:pt x="597281" y="107927"/>
                  <a:pt x="579799" y="114428"/>
                  <a:pt x="563183" y="122375"/>
                </a:cubicBezTo>
                <a:lnTo>
                  <a:pt x="537177" y="82643"/>
                </a:lnTo>
                <a:cubicBezTo>
                  <a:pt x="519117" y="62415"/>
                  <a:pt x="493544" y="47678"/>
                  <a:pt x="464648" y="40599"/>
                </a:cubicBezTo>
                <a:cubicBezTo>
                  <a:pt x="424627" y="33808"/>
                  <a:pt x="383450" y="44355"/>
                  <a:pt x="354699" y="68628"/>
                </a:cubicBezTo>
                <a:cubicBezTo>
                  <a:pt x="332593" y="86544"/>
                  <a:pt x="318290" y="110094"/>
                  <a:pt x="313811" y="135522"/>
                </a:cubicBezTo>
                <a:lnTo>
                  <a:pt x="311933" y="179155"/>
                </a:lnTo>
                <a:lnTo>
                  <a:pt x="270033" y="172220"/>
                </a:lnTo>
                <a:cubicBezTo>
                  <a:pt x="240126" y="168608"/>
                  <a:pt x="210363" y="178722"/>
                  <a:pt x="191870" y="198660"/>
                </a:cubicBezTo>
                <a:lnTo>
                  <a:pt x="174099" y="219754"/>
                </a:lnTo>
                <a:cubicBezTo>
                  <a:pt x="158350" y="218309"/>
                  <a:pt x="142457" y="218454"/>
                  <a:pt x="126709" y="220477"/>
                </a:cubicBezTo>
                <a:cubicBezTo>
                  <a:pt x="89433" y="229145"/>
                  <a:pt x="60248" y="253274"/>
                  <a:pt x="49412" y="284337"/>
                </a:cubicBezTo>
                <a:cubicBezTo>
                  <a:pt x="39877" y="310343"/>
                  <a:pt x="43344" y="338372"/>
                  <a:pt x="58803" y="362212"/>
                </a:cubicBezTo>
                <a:cubicBezTo>
                  <a:pt x="74263" y="386340"/>
                  <a:pt x="102581" y="402811"/>
                  <a:pt x="135089" y="406567"/>
                </a:cubicBezTo>
                <a:lnTo>
                  <a:pt x="390096" y="406567"/>
                </a:lnTo>
                <a:cubicBezTo>
                  <a:pt x="382294" y="415669"/>
                  <a:pt x="375937" y="425638"/>
                  <a:pt x="371458" y="436185"/>
                </a:cubicBezTo>
                <a:lnTo>
                  <a:pt x="123964" y="436185"/>
                </a:lnTo>
                <a:close/>
                <a:moveTo>
                  <a:pt x="488776" y="286649"/>
                </a:moveTo>
                <a:cubicBezTo>
                  <a:pt x="488776" y="235647"/>
                  <a:pt x="533421" y="194181"/>
                  <a:pt x="589334" y="193170"/>
                </a:cubicBezTo>
                <a:cubicBezTo>
                  <a:pt x="642648" y="193025"/>
                  <a:pt x="687292" y="230301"/>
                  <a:pt x="691771" y="278847"/>
                </a:cubicBezTo>
                <a:cubicBezTo>
                  <a:pt x="695383" y="305575"/>
                  <a:pt x="686281" y="332449"/>
                  <a:pt x="666631" y="352676"/>
                </a:cubicBezTo>
                <a:cubicBezTo>
                  <a:pt x="646982" y="372759"/>
                  <a:pt x="618808" y="384173"/>
                  <a:pt x="589334" y="384028"/>
                </a:cubicBezTo>
                <a:cubicBezTo>
                  <a:pt x="561739" y="383595"/>
                  <a:pt x="535443" y="373048"/>
                  <a:pt x="516516" y="354699"/>
                </a:cubicBezTo>
                <a:cubicBezTo>
                  <a:pt x="497589" y="336350"/>
                  <a:pt x="487620" y="311788"/>
                  <a:pt x="488776" y="286649"/>
                </a:cubicBezTo>
                <a:close/>
                <a:moveTo>
                  <a:pt x="381716" y="577920"/>
                </a:moveTo>
                <a:cubicBezTo>
                  <a:pt x="384751" y="535732"/>
                  <a:pt x="391975" y="493833"/>
                  <a:pt x="403099" y="452512"/>
                </a:cubicBezTo>
                <a:cubicBezTo>
                  <a:pt x="407289" y="438931"/>
                  <a:pt x="416825" y="426794"/>
                  <a:pt x="430117" y="418270"/>
                </a:cubicBezTo>
                <a:cubicBezTo>
                  <a:pt x="446732" y="408590"/>
                  <a:pt x="464504" y="400499"/>
                  <a:pt x="483141" y="394142"/>
                </a:cubicBezTo>
                <a:cubicBezTo>
                  <a:pt x="490365" y="389952"/>
                  <a:pt x="500046" y="390674"/>
                  <a:pt x="506403" y="395731"/>
                </a:cubicBezTo>
                <a:cubicBezTo>
                  <a:pt x="525619" y="412780"/>
                  <a:pt x="557260" y="423038"/>
                  <a:pt x="591213" y="423038"/>
                </a:cubicBezTo>
                <a:cubicBezTo>
                  <a:pt x="625165" y="423038"/>
                  <a:pt x="656807" y="412780"/>
                  <a:pt x="675878" y="395731"/>
                </a:cubicBezTo>
                <a:cubicBezTo>
                  <a:pt x="682091" y="391108"/>
                  <a:pt x="691193" y="390385"/>
                  <a:pt x="698272" y="394142"/>
                </a:cubicBezTo>
                <a:cubicBezTo>
                  <a:pt x="716621" y="399632"/>
                  <a:pt x="733959" y="407434"/>
                  <a:pt x="749418" y="417548"/>
                </a:cubicBezTo>
                <a:cubicBezTo>
                  <a:pt x="764733" y="426650"/>
                  <a:pt x="775425" y="440231"/>
                  <a:pt x="779181" y="455690"/>
                </a:cubicBezTo>
                <a:cubicBezTo>
                  <a:pt x="790451" y="495856"/>
                  <a:pt x="797964" y="536744"/>
                  <a:pt x="801576" y="577920"/>
                </a:cubicBezTo>
                <a:lnTo>
                  <a:pt x="381716" y="577920"/>
                </a:lnTo>
                <a:close/>
              </a:path>
            </a:pathLst>
          </a:custGeom>
          <a:solidFill xmlns:a="http://schemas.openxmlformats.org/drawingml/2006/main">
            <a:srgbClr val="505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88E486-829C-42D7-9D35-312CC717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6142" y="253689"/>
            <a:ext cx="866881" cy="577920"/>
          </a:xfrm>
          <a:custGeom xmlns:a="http://schemas.openxmlformats.org/drawingml/2006/main">
            <a:pathLst>
              <a:path w="866881" h="577920">
                <a:moveTo>
                  <a:pt x="123964" y="436185"/>
                </a:moveTo>
                <a:cubicBezTo>
                  <a:pt x="73396" y="427661"/>
                  <a:pt x="32508" y="396453"/>
                  <a:pt x="17771" y="355132"/>
                </a:cubicBezTo>
                <a:cubicBezTo>
                  <a:pt x="0" y="314967"/>
                  <a:pt x="8091" y="270033"/>
                  <a:pt x="39154" y="236080"/>
                </a:cubicBezTo>
                <a:cubicBezTo>
                  <a:pt x="66750" y="204728"/>
                  <a:pt x="110961" y="186957"/>
                  <a:pt x="157339" y="188547"/>
                </a:cubicBezTo>
                <a:cubicBezTo>
                  <a:pt x="183779" y="154738"/>
                  <a:pt x="231746" y="137256"/>
                  <a:pt x="279280" y="144191"/>
                </a:cubicBezTo>
                <a:cubicBezTo>
                  <a:pt x="281881" y="108071"/>
                  <a:pt x="300085" y="73974"/>
                  <a:pt x="330570" y="48401"/>
                </a:cubicBezTo>
                <a:cubicBezTo>
                  <a:pt x="373481" y="11125"/>
                  <a:pt x="439364" y="0"/>
                  <a:pt x="496289" y="20372"/>
                </a:cubicBezTo>
                <a:cubicBezTo>
                  <a:pt x="531831" y="31930"/>
                  <a:pt x="560872" y="54469"/>
                  <a:pt x="577198" y="83365"/>
                </a:cubicBezTo>
                <a:cubicBezTo>
                  <a:pt x="619964" y="64438"/>
                  <a:pt x="671399" y="65305"/>
                  <a:pt x="713154" y="85677"/>
                </a:cubicBezTo>
                <a:cubicBezTo>
                  <a:pt x="753030" y="103737"/>
                  <a:pt x="781926" y="135233"/>
                  <a:pt x="792184" y="172220"/>
                </a:cubicBezTo>
                <a:cubicBezTo>
                  <a:pt x="797819" y="188691"/>
                  <a:pt x="799119" y="205884"/>
                  <a:pt x="795941" y="222788"/>
                </a:cubicBezTo>
                <a:cubicBezTo>
                  <a:pt x="840007" y="244027"/>
                  <a:pt x="866881" y="283759"/>
                  <a:pt x="865725" y="326381"/>
                </a:cubicBezTo>
                <a:cubicBezTo>
                  <a:pt x="864713" y="364812"/>
                  <a:pt x="841019" y="400354"/>
                  <a:pt x="802443" y="421448"/>
                </a:cubicBezTo>
                <a:cubicBezTo>
                  <a:pt x="796230" y="412780"/>
                  <a:pt x="788717" y="404978"/>
                  <a:pt x="780193" y="398043"/>
                </a:cubicBezTo>
                <a:cubicBezTo>
                  <a:pt x="811834" y="382005"/>
                  <a:pt x="830761" y="352820"/>
                  <a:pt x="829460" y="321757"/>
                </a:cubicBezTo>
                <a:cubicBezTo>
                  <a:pt x="829027" y="299074"/>
                  <a:pt x="818046" y="277546"/>
                  <a:pt x="798686" y="261798"/>
                </a:cubicBezTo>
                <a:cubicBezTo>
                  <a:pt x="786550" y="253129"/>
                  <a:pt x="773113" y="245761"/>
                  <a:pt x="758665" y="239981"/>
                </a:cubicBezTo>
                <a:cubicBezTo>
                  <a:pt x="764733" y="218598"/>
                  <a:pt x="764444" y="196493"/>
                  <a:pt x="757798" y="175254"/>
                </a:cubicBezTo>
                <a:cubicBezTo>
                  <a:pt x="746240" y="146792"/>
                  <a:pt x="721823" y="122953"/>
                  <a:pt x="689893" y="109082"/>
                </a:cubicBezTo>
                <a:cubicBezTo>
                  <a:pt x="666631" y="99980"/>
                  <a:pt x="640336" y="97669"/>
                  <a:pt x="615341" y="102870"/>
                </a:cubicBezTo>
                <a:cubicBezTo>
                  <a:pt x="597281" y="107927"/>
                  <a:pt x="579799" y="114428"/>
                  <a:pt x="563183" y="122375"/>
                </a:cubicBezTo>
                <a:lnTo>
                  <a:pt x="537177" y="82643"/>
                </a:lnTo>
                <a:cubicBezTo>
                  <a:pt x="519117" y="62415"/>
                  <a:pt x="493544" y="47678"/>
                  <a:pt x="464648" y="40599"/>
                </a:cubicBezTo>
                <a:cubicBezTo>
                  <a:pt x="424627" y="33808"/>
                  <a:pt x="383450" y="44355"/>
                  <a:pt x="354699" y="68628"/>
                </a:cubicBezTo>
                <a:cubicBezTo>
                  <a:pt x="332593" y="86544"/>
                  <a:pt x="318290" y="110094"/>
                  <a:pt x="313811" y="135522"/>
                </a:cubicBezTo>
                <a:lnTo>
                  <a:pt x="311933" y="179155"/>
                </a:lnTo>
                <a:lnTo>
                  <a:pt x="270033" y="172220"/>
                </a:lnTo>
                <a:cubicBezTo>
                  <a:pt x="240126" y="168608"/>
                  <a:pt x="210363" y="178722"/>
                  <a:pt x="191870" y="198660"/>
                </a:cubicBezTo>
                <a:lnTo>
                  <a:pt x="174099" y="219754"/>
                </a:lnTo>
                <a:cubicBezTo>
                  <a:pt x="158350" y="218309"/>
                  <a:pt x="142457" y="218454"/>
                  <a:pt x="126709" y="220477"/>
                </a:cubicBezTo>
                <a:cubicBezTo>
                  <a:pt x="89433" y="229145"/>
                  <a:pt x="60248" y="253274"/>
                  <a:pt x="49412" y="284337"/>
                </a:cubicBezTo>
                <a:cubicBezTo>
                  <a:pt x="39877" y="310343"/>
                  <a:pt x="43344" y="338372"/>
                  <a:pt x="58803" y="362212"/>
                </a:cubicBezTo>
                <a:cubicBezTo>
                  <a:pt x="74263" y="386340"/>
                  <a:pt x="102581" y="402811"/>
                  <a:pt x="135089" y="406567"/>
                </a:cubicBezTo>
                <a:lnTo>
                  <a:pt x="390096" y="406567"/>
                </a:lnTo>
                <a:cubicBezTo>
                  <a:pt x="382294" y="415669"/>
                  <a:pt x="375937" y="425638"/>
                  <a:pt x="371458" y="436185"/>
                </a:cubicBezTo>
                <a:lnTo>
                  <a:pt x="123964" y="436185"/>
                </a:lnTo>
                <a:close/>
                <a:moveTo>
                  <a:pt x="488776" y="286649"/>
                </a:moveTo>
                <a:cubicBezTo>
                  <a:pt x="488776" y="235647"/>
                  <a:pt x="533421" y="194181"/>
                  <a:pt x="589334" y="193170"/>
                </a:cubicBezTo>
                <a:cubicBezTo>
                  <a:pt x="642648" y="193025"/>
                  <a:pt x="687292" y="230301"/>
                  <a:pt x="691771" y="278847"/>
                </a:cubicBezTo>
                <a:cubicBezTo>
                  <a:pt x="695383" y="305575"/>
                  <a:pt x="686281" y="332449"/>
                  <a:pt x="666631" y="352676"/>
                </a:cubicBezTo>
                <a:cubicBezTo>
                  <a:pt x="646982" y="372759"/>
                  <a:pt x="618808" y="384173"/>
                  <a:pt x="589334" y="384028"/>
                </a:cubicBezTo>
                <a:cubicBezTo>
                  <a:pt x="561739" y="383595"/>
                  <a:pt x="535443" y="373048"/>
                  <a:pt x="516516" y="354699"/>
                </a:cubicBezTo>
                <a:cubicBezTo>
                  <a:pt x="497589" y="336350"/>
                  <a:pt x="487620" y="311788"/>
                  <a:pt x="488776" y="286649"/>
                </a:cubicBezTo>
                <a:close/>
                <a:moveTo>
                  <a:pt x="381716" y="577920"/>
                </a:moveTo>
                <a:cubicBezTo>
                  <a:pt x="384751" y="535732"/>
                  <a:pt x="391975" y="493833"/>
                  <a:pt x="403099" y="452512"/>
                </a:cubicBezTo>
                <a:cubicBezTo>
                  <a:pt x="407289" y="438931"/>
                  <a:pt x="416825" y="426794"/>
                  <a:pt x="430117" y="418270"/>
                </a:cubicBezTo>
                <a:cubicBezTo>
                  <a:pt x="446732" y="408590"/>
                  <a:pt x="464504" y="400499"/>
                  <a:pt x="483141" y="394142"/>
                </a:cubicBezTo>
                <a:cubicBezTo>
                  <a:pt x="490365" y="389952"/>
                  <a:pt x="500046" y="390674"/>
                  <a:pt x="506403" y="395731"/>
                </a:cubicBezTo>
                <a:cubicBezTo>
                  <a:pt x="525619" y="412780"/>
                  <a:pt x="557260" y="423038"/>
                  <a:pt x="591213" y="423038"/>
                </a:cubicBezTo>
                <a:cubicBezTo>
                  <a:pt x="625165" y="423038"/>
                  <a:pt x="656807" y="412780"/>
                  <a:pt x="675878" y="395731"/>
                </a:cubicBezTo>
                <a:cubicBezTo>
                  <a:pt x="682091" y="391108"/>
                  <a:pt x="691193" y="390385"/>
                  <a:pt x="698272" y="394142"/>
                </a:cubicBezTo>
                <a:cubicBezTo>
                  <a:pt x="716621" y="399632"/>
                  <a:pt x="733959" y="407434"/>
                  <a:pt x="749418" y="417548"/>
                </a:cubicBezTo>
                <a:cubicBezTo>
                  <a:pt x="764733" y="426650"/>
                  <a:pt x="775425" y="440231"/>
                  <a:pt x="779181" y="455690"/>
                </a:cubicBezTo>
                <a:cubicBezTo>
                  <a:pt x="790451" y="495856"/>
                  <a:pt x="797964" y="536744"/>
                  <a:pt x="801576" y="577920"/>
                </a:cubicBezTo>
                <a:lnTo>
                  <a:pt x="381716" y="577920"/>
                </a:lnTo>
                <a:close/>
              </a:path>
            </a:pathLst>
          </a:custGeom>
          <a:solidFill xmlns:a="http://schemas.openxmlformats.org/drawingml/2006/main">
            <a:srgbClr val="505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82826A-89E0-44F6-880A-65355D2C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797" y="1539562"/>
            <a:ext cx="866881" cy="577920"/>
          </a:xfrm>
          <a:custGeom xmlns:a="http://schemas.openxmlformats.org/drawingml/2006/main">
            <a:pathLst>
              <a:path w="866881" h="577920">
                <a:moveTo>
                  <a:pt x="123964" y="436185"/>
                </a:moveTo>
                <a:cubicBezTo>
                  <a:pt x="73396" y="427661"/>
                  <a:pt x="32508" y="396453"/>
                  <a:pt x="17771" y="355132"/>
                </a:cubicBezTo>
                <a:cubicBezTo>
                  <a:pt x="0" y="314967"/>
                  <a:pt x="8091" y="270033"/>
                  <a:pt x="39154" y="236080"/>
                </a:cubicBezTo>
                <a:cubicBezTo>
                  <a:pt x="66750" y="204728"/>
                  <a:pt x="110961" y="186957"/>
                  <a:pt x="157339" y="188547"/>
                </a:cubicBezTo>
                <a:cubicBezTo>
                  <a:pt x="183779" y="154738"/>
                  <a:pt x="231746" y="137256"/>
                  <a:pt x="279280" y="144191"/>
                </a:cubicBezTo>
                <a:cubicBezTo>
                  <a:pt x="281881" y="108071"/>
                  <a:pt x="300085" y="73974"/>
                  <a:pt x="330570" y="48401"/>
                </a:cubicBezTo>
                <a:cubicBezTo>
                  <a:pt x="373481" y="11125"/>
                  <a:pt x="439364" y="0"/>
                  <a:pt x="496289" y="20372"/>
                </a:cubicBezTo>
                <a:cubicBezTo>
                  <a:pt x="531831" y="31930"/>
                  <a:pt x="560872" y="54469"/>
                  <a:pt x="577198" y="83365"/>
                </a:cubicBezTo>
                <a:cubicBezTo>
                  <a:pt x="619964" y="64438"/>
                  <a:pt x="671399" y="65305"/>
                  <a:pt x="713154" y="85677"/>
                </a:cubicBezTo>
                <a:cubicBezTo>
                  <a:pt x="753030" y="103737"/>
                  <a:pt x="781926" y="135233"/>
                  <a:pt x="792184" y="172220"/>
                </a:cubicBezTo>
                <a:cubicBezTo>
                  <a:pt x="797819" y="188691"/>
                  <a:pt x="799119" y="205884"/>
                  <a:pt x="795941" y="222788"/>
                </a:cubicBezTo>
                <a:cubicBezTo>
                  <a:pt x="840007" y="244027"/>
                  <a:pt x="866881" y="283759"/>
                  <a:pt x="865725" y="326381"/>
                </a:cubicBezTo>
                <a:cubicBezTo>
                  <a:pt x="864713" y="364812"/>
                  <a:pt x="841019" y="400354"/>
                  <a:pt x="802443" y="421448"/>
                </a:cubicBezTo>
                <a:cubicBezTo>
                  <a:pt x="796230" y="412780"/>
                  <a:pt x="788717" y="404978"/>
                  <a:pt x="780193" y="398043"/>
                </a:cubicBezTo>
                <a:cubicBezTo>
                  <a:pt x="811834" y="382005"/>
                  <a:pt x="830761" y="352820"/>
                  <a:pt x="829460" y="321757"/>
                </a:cubicBezTo>
                <a:cubicBezTo>
                  <a:pt x="829027" y="299074"/>
                  <a:pt x="818046" y="277546"/>
                  <a:pt x="798686" y="261798"/>
                </a:cubicBezTo>
                <a:cubicBezTo>
                  <a:pt x="786550" y="253129"/>
                  <a:pt x="773113" y="245761"/>
                  <a:pt x="758665" y="239981"/>
                </a:cubicBezTo>
                <a:cubicBezTo>
                  <a:pt x="764733" y="218598"/>
                  <a:pt x="764444" y="196493"/>
                  <a:pt x="757798" y="175254"/>
                </a:cubicBezTo>
                <a:cubicBezTo>
                  <a:pt x="746240" y="146792"/>
                  <a:pt x="721823" y="122953"/>
                  <a:pt x="689893" y="109082"/>
                </a:cubicBezTo>
                <a:cubicBezTo>
                  <a:pt x="666631" y="99980"/>
                  <a:pt x="640336" y="97669"/>
                  <a:pt x="615341" y="102870"/>
                </a:cubicBezTo>
                <a:cubicBezTo>
                  <a:pt x="597281" y="107927"/>
                  <a:pt x="579799" y="114428"/>
                  <a:pt x="563183" y="122375"/>
                </a:cubicBezTo>
                <a:lnTo>
                  <a:pt x="537177" y="82643"/>
                </a:lnTo>
                <a:cubicBezTo>
                  <a:pt x="519117" y="62415"/>
                  <a:pt x="493544" y="47678"/>
                  <a:pt x="464648" y="40599"/>
                </a:cubicBezTo>
                <a:cubicBezTo>
                  <a:pt x="424627" y="33808"/>
                  <a:pt x="383450" y="44355"/>
                  <a:pt x="354699" y="68628"/>
                </a:cubicBezTo>
                <a:cubicBezTo>
                  <a:pt x="332593" y="86544"/>
                  <a:pt x="318290" y="110094"/>
                  <a:pt x="313811" y="135522"/>
                </a:cubicBezTo>
                <a:lnTo>
                  <a:pt x="311933" y="179155"/>
                </a:lnTo>
                <a:lnTo>
                  <a:pt x="270033" y="172220"/>
                </a:lnTo>
                <a:cubicBezTo>
                  <a:pt x="240126" y="168608"/>
                  <a:pt x="210363" y="178722"/>
                  <a:pt x="191870" y="198660"/>
                </a:cubicBezTo>
                <a:lnTo>
                  <a:pt x="174099" y="219754"/>
                </a:lnTo>
                <a:cubicBezTo>
                  <a:pt x="158350" y="218309"/>
                  <a:pt x="142457" y="218454"/>
                  <a:pt x="126709" y="220477"/>
                </a:cubicBezTo>
                <a:cubicBezTo>
                  <a:pt x="89433" y="229145"/>
                  <a:pt x="60248" y="253274"/>
                  <a:pt x="49412" y="284337"/>
                </a:cubicBezTo>
                <a:cubicBezTo>
                  <a:pt x="39877" y="310343"/>
                  <a:pt x="43344" y="338372"/>
                  <a:pt x="58803" y="362212"/>
                </a:cubicBezTo>
                <a:cubicBezTo>
                  <a:pt x="74263" y="386340"/>
                  <a:pt x="102581" y="402811"/>
                  <a:pt x="135089" y="406567"/>
                </a:cubicBezTo>
                <a:lnTo>
                  <a:pt x="390096" y="406567"/>
                </a:lnTo>
                <a:cubicBezTo>
                  <a:pt x="382294" y="415669"/>
                  <a:pt x="375937" y="425638"/>
                  <a:pt x="371458" y="436185"/>
                </a:cubicBezTo>
                <a:lnTo>
                  <a:pt x="123964" y="436185"/>
                </a:lnTo>
                <a:close/>
                <a:moveTo>
                  <a:pt x="488776" y="286649"/>
                </a:moveTo>
                <a:cubicBezTo>
                  <a:pt x="488776" y="235647"/>
                  <a:pt x="533421" y="194181"/>
                  <a:pt x="589334" y="193170"/>
                </a:cubicBezTo>
                <a:cubicBezTo>
                  <a:pt x="642648" y="193025"/>
                  <a:pt x="687292" y="230301"/>
                  <a:pt x="691771" y="278847"/>
                </a:cubicBezTo>
                <a:cubicBezTo>
                  <a:pt x="695383" y="305575"/>
                  <a:pt x="686281" y="332449"/>
                  <a:pt x="666631" y="352676"/>
                </a:cubicBezTo>
                <a:cubicBezTo>
                  <a:pt x="646982" y="372759"/>
                  <a:pt x="618808" y="384173"/>
                  <a:pt x="589334" y="384028"/>
                </a:cubicBezTo>
                <a:cubicBezTo>
                  <a:pt x="561739" y="383595"/>
                  <a:pt x="535443" y="373048"/>
                  <a:pt x="516516" y="354699"/>
                </a:cubicBezTo>
                <a:cubicBezTo>
                  <a:pt x="497589" y="336350"/>
                  <a:pt x="487620" y="311788"/>
                  <a:pt x="488776" y="286649"/>
                </a:cubicBezTo>
                <a:close/>
                <a:moveTo>
                  <a:pt x="381716" y="577920"/>
                </a:moveTo>
                <a:cubicBezTo>
                  <a:pt x="384751" y="535732"/>
                  <a:pt x="391975" y="493833"/>
                  <a:pt x="403099" y="452512"/>
                </a:cubicBezTo>
                <a:cubicBezTo>
                  <a:pt x="407289" y="438931"/>
                  <a:pt x="416825" y="426794"/>
                  <a:pt x="430117" y="418270"/>
                </a:cubicBezTo>
                <a:cubicBezTo>
                  <a:pt x="446732" y="408590"/>
                  <a:pt x="464504" y="400499"/>
                  <a:pt x="483141" y="394142"/>
                </a:cubicBezTo>
                <a:cubicBezTo>
                  <a:pt x="490365" y="389952"/>
                  <a:pt x="500046" y="390674"/>
                  <a:pt x="506403" y="395731"/>
                </a:cubicBezTo>
                <a:cubicBezTo>
                  <a:pt x="525619" y="412780"/>
                  <a:pt x="557260" y="423038"/>
                  <a:pt x="591213" y="423038"/>
                </a:cubicBezTo>
                <a:cubicBezTo>
                  <a:pt x="625165" y="423038"/>
                  <a:pt x="656807" y="412780"/>
                  <a:pt x="675878" y="395731"/>
                </a:cubicBezTo>
                <a:cubicBezTo>
                  <a:pt x="682091" y="391108"/>
                  <a:pt x="691193" y="390385"/>
                  <a:pt x="698272" y="394142"/>
                </a:cubicBezTo>
                <a:cubicBezTo>
                  <a:pt x="716621" y="399632"/>
                  <a:pt x="733959" y="407434"/>
                  <a:pt x="749418" y="417548"/>
                </a:cubicBezTo>
                <a:cubicBezTo>
                  <a:pt x="764733" y="426650"/>
                  <a:pt x="775425" y="440231"/>
                  <a:pt x="779181" y="455690"/>
                </a:cubicBezTo>
                <a:cubicBezTo>
                  <a:pt x="790451" y="495856"/>
                  <a:pt x="797964" y="536744"/>
                  <a:pt x="801576" y="577920"/>
                </a:cubicBezTo>
                <a:lnTo>
                  <a:pt x="381716" y="577920"/>
                </a:lnTo>
                <a:close/>
              </a:path>
            </a:pathLst>
          </a:custGeom>
          <a:solidFill xmlns:a="http://schemas.openxmlformats.org/drawingml/2006/main">
            <a:srgbClr val="505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32E54A-765C-4DCA-B93D-079103C9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6142" y="1539562"/>
            <a:ext cx="866881" cy="577920"/>
          </a:xfrm>
          <a:custGeom xmlns:a="http://schemas.openxmlformats.org/drawingml/2006/main">
            <a:pathLst>
              <a:path w="866881" h="577920">
                <a:moveTo>
                  <a:pt x="123964" y="436185"/>
                </a:moveTo>
                <a:cubicBezTo>
                  <a:pt x="73396" y="427661"/>
                  <a:pt x="32508" y="396453"/>
                  <a:pt x="17771" y="355132"/>
                </a:cubicBezTo>
                <a:cubicBezTo>
                  <a:pt x="0" y="314967"/>
                  <a:pt x="8091" y="270033"/>
                  <a:pt x="39154" y="236080"/>
                </a:cubicBezTo>
                <a:cubicBezTo>
                  <a:pt x="66750" y="204728"/>
                  <a:pt x="110961" y="186957"/>
                  <a:pt x="157339" y="188547"/>
                </a:cubicBezTo>
                <a:cubicBezTo>
                  <a:pt x="183779" y="154738"/>
                  <a:pt x="231746" y="137256"/>
                  <a:pt x="279280" y="144191"/>
                </a:cubicBezTo>
                <a:cubicBezTo>
                  <a:pt x="281881" y="108071"/>
                  <a:pt x="300085" y="73974"/>
                  <a:pt x="330570" y="48401"/>
                </a:cubicBezTo>
                <a:cubicBezTo>
                  <a:pt x="373481" y="11125"/>
                  <a:pt x="439364" y="0"/>
                  <a:pt x="496289" y="20372"/>
                </a:cubicBezTo>
                <a:cubicBezTo>
                  <a:pt x="531831" y="31930"/>
                  <a:pt x="560872" y="54469"/>
                  <a:pt x="577198" y="83365"/>
                </a:cubicBezTo>
                <a:cubicBezTo>
                  <a:pt x="619964" y="64438"/>
                  <a:pt x="671399" y="65305"/>
                  <a:pt x="713154" y="85677"/>
                </a:cubicBezTo>
                <a:cubicBezTo>
                  <a:pt x="753030" y="103737"/>
                  <a:pt x="781926" y="135233"/>
                  <a:pt x="792184" y="172220"/>
                </a:cubicBezTo>
                <a:cubicBezTo>
                  <a:pt x="797819" y="188691"/>
                  <a:pt x="799119" y="205884"/>
                  <a:pt x="795941" y="222788"/>
                </a:cubicBezTo>
                <a:cubicBezTo>
                  <a:pt x="840007" y="244027"/>
                  <a:pt x="866881" y="283759"/>
                  <a:pt x="865725" y="326381"/>
                </a:cubicBezTo>
                <a:cubicBezTo>
                  <a:pt x="864713" y="364812"/>
                  <a:pt x="841019" y="400354"/>
                  <a:pt x="802443" y="421448"/>
                </a:cubicBezTo>
                <a:cubicBezTo>
                  <a:pt x="796230" y="412780"/>
                  <a:pt x="788717" y="404978"/>
                  <a:pt x="780193" y="398043"/>
                </a:cubicBezTo>
                <a:cubicBezTo>
                  <a:pt x="811834" y="382005"/>
                  <a:pt x="830761" y="352820"/>
                  <a:pt x="829460" y="321757"/>
                </a:cubicBezTo>
                <a:cubicBezTo>
                  <a:pt x="829027" y="299074"/>
                  <a:pt x="818046" y="277546"/>
                  <a:pt x="798686" y="261798"/>
                </a:cubicBezTo>
                <a:cubicBezTo>
                  <a:pt x="786550" y="253129"/>
                  <a:pt x="773113" y="245761"/>
                  <a:pt x="758665" y="239981"/>
                </a:cubicBezTo>
                <a:cubicBezTo>
                  <a:pt x="764733" y="218598"/>
                  <a:pt x="764444" y="196493"/>
                  <a:pt x="757798" y="175254"/>
                </a:cubicBezTo>
                <a:cubicBezTo>
                  <a:pt x="746240" y="146792"/>
                  <a:pt x="721823" y="122953"/>
                  <a:pt x="689893" y="109082"/>
                </a:cubicBezTo>
                <a:cubicBezTo>
                  <a:pt x="666631" y="99980"/>
                  <a:pt x="640336" y="97669"/>
                  <a:pt x="615341" y="102870"/>
                </a:cubicBezTo>
                <a:cubicBezTo>
                  <a:pt x="597281" y="107927"/>
                  <a:pt x="579799" y="114428"/>
                  <a:pt x="563183" y="122375"/>
                </a:cubicBezTo>
                <a:lnTo>
                  <a:pt x="537177" y="82643"/>
                </a:lnTo>
                <a:cubicBezTo>
                  <a:pt x="519117" y="62415"/>
                  <a:pt x="493544" y="47678"/>
                  <a:pt x="464648" y="40599"/>
                </a:cubicBezTo>
                <a:cubicBezTo>
                  <a:pt x="424627" y="33808"/>
                  <a:pt x="383450" y="44355"/>
                  <a:pt x="354699" y="68628"/>
                </a:cubicBezTo>
                <a:cubicBezTo>
                  <a:pt x="332593" y="86544"/>
                  <a:pt x="318290" y="110094"/>
                  <a:pt x="313811" y="135522"/>
                </a:cubicBezTo>
                <a:lnTo>
                  <a:pt x="311933" y="179155"/>
                </a:lnTo>
                <a:lnTo>
                  <a:pt x="270033" y="172220"/>
                </a:lnTo>
                <a:cubicBezTo>
                  <a:pt x="240126" y="168608"/>
                  <a:pt x="210363" y="178722"/>
                  <a:pt x="191870" y="198660"/>
                </a:cubicBezTo>
                <a:lnTo>
                  <a:pt x="174099" y="219754"/>
                </a:lnTo>
                <a:cubicBezTo>
                  <a:pt x="158350" y="218309"/>
                  <a:pt x="142457" y="218454"/>
                  <a:pt x="126709" y="220477"/>
                </a:cubicBezTo>
                <a:cubicBezTo>
                  <a:pt x="89433" y="229145"/>
                  <a:pt x="60248" y="253274"/>
                  <a:pt x="49412" y="284337"/>
                </a:cubicBezTo>
                <a:cubicBezTo>
                  <a:pt x="39877" y="310343"/>
                  <a:pt x="43344" y="338372"/>
                  <a:pt x="58803" y="362212"/>
                </a:cubicBezTo>
                <a:cubicBezTo>
                  <a:pt x="74263" y="386340"/>
                  <a:pt x="102581" y="402811"/>
                  <a:pt x="135089" y="406567"/>
                </a:cubicBezTo>
                <a:lnTo>
                  <a:pt x="390096" y="406567"/>
                </a:lnTo>
                <a:cubicBezTo>
                  <a:pt x="382294" y="415669"/>
                  <a:pt x="375937" y="425638"/>
                  <a:pt x="371458" y="436185"/>
                </a:cubicBezTo>
                <a:lnTo>
                  <a:pt x="123964" y="436185"/>
                </a:lnTo>
                <a:close/>
                <a:moveTo>
                  <a:pt x="488776" y="286649"/>
                </a:moveTo>
                <a:cubicBezTo>
                  <a:pt x="488776" y="235647"/>
                  <a:pt x="533421" y="194181"/>
                  <a:pt x="589334" y="193170"/>
                </a:cubicBezTo>
                <a:cubicBezTo>
                  <a:pt x="642648" y="193025"/>
                  <a:pt x="687292" y="230301"/>
                  <a:pt x="691771" y="278847"/>
                </a:cubicBezTo>
                <a:cubicBezTo>
                  <a:pt x="695383" y="305575"/>
                  <a:pt x="686281" y="332449"/>
                  <a:pt x="666631" y="352676"/>
                </a:cubicBezTo>
                <a:cubicBezTo>
                  <a:pt x="646982" y="372759"/>
                  <a:pt x="618808" y="384173"/>
                  <a:pt x="589334" y="384028"/>
                </a:cubicBezTo>
                <a:cubicBezTo>
                  <a:pt x="561739" y="383595"/>
                  <a:pt x="535443" y="373048"/>
                  <a:pt x="516516" y="354699"/>
                </a:cubicBezTo>
                <a:cubicBezTo>
                  <a:pt x="497589" y="336350"/>
                  <a:pt x="487620" y="311788"/>
                  <a:pt x="488776" y="286649"/>
                </a:cubicBezTo>
                <a:close/>
                <a:moveTo>
                  <a:pt x="381716" y="577920"/>
                </a:moveTo>
                <a:cubicBezTo>
                  <a:pt x="384751" y="535732"/>
                  <a:pt x="391975" y="493833"/>
                  <a:pt x="403099" y="452512"/>
                </a:cubicBezTo>
                <a:cubicBezTo>
                  <a:pt x="407289" y="438931"/>
                  <a:pt x="416825" y="426794"/>
                  <a:pt x="430117" y="418270"/>
                </a:cubicBezTo>
                <a:cubicBezTo>
                  <a:pt x="446732" y="408590"/>
                  <a:pt x="464504" y="400499"/>
                  <a:pt x="483141" y="394142"/>
                </a:cubicBezTo>
                <a:cubicBezTo>
                  <a:pt x="490365" y="389952"/>
                  <a:pt x="500046" y="390674"/>
                  <a:pt x="506403" y="395731"/>
                </a:cubicBezTo>
                <a:cubicBezTo>
                  <a:pt x="525619" y="412780"/>
                  <a:pt x="557260" y="423038"/>
                  <a:pt x="591213" y="423038"/>
                </a:cubicBezTo>
                <a:cubicBezTo>
                  <a:pt x="625165" y="423038"/>
                  <a:pt x="656807" y="412780"/>
                  <a:pt x="675878" y="395731"/>
                </a:cubicBezTo>
                <a:cubicBezTo>
                  <a:pt x="682091" y="391108"/>
                  <a:pt x="691193" y="390385"/>
                  <a:pt x="698272" y="394142"/>
                </a:cubicBezTo>
                <a:cubicBezTo>
                  <a:pt x="716621" y="399632"/>
                  <a:pt x="733959" y="407434"/>
                  <a:pt x="749418" y="417548"/>
                </a:cubicBezTo>
                <a:cubicBezTo>
                  <a:pt x="764733" y="426650"/>
                  <a:pt x="775425" y="440231"/>
                  <a:pt x="779181" y="455690"/>
                </a:cubicBezTo>
                <a:cubicBezTo>
                  <a:pt x="790451" y="495856"/>
                  <a:pt x="797964" y="536744"/>
                  <a:pt x="801576" y="577920"/>
                </a:cubicBezTo>
                <a:lnTo>
                  <a:pt x="381716" y="577920"/>
                </a:lnTo>
                <a:close/>
              </a:path>
            </a:pathLst>
          </a:custGeom>
          <a:solidFill xmlns:a="http://schemas.openxmlformats.org/drawingml/2006/main">
            <a:srgbClr val="505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85D745-D423-489B-B783-062C76EB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1872" y="866834"/>
            <a:ext cx="148088" cy="138152"/>
          </a:xfrm>
          <a:custGeom xmlns:a="http://schemas.openxmlformats.org/drawingml/2006/main">
            <a:pathLst>
              <a:path w="148088" h="138152">
                <a:moveTo>
                  <a:pt x="52388" y="11125"/>
                </a:moveTo>
                <a:cubicBezTo>
                  <a:pt x="52388" y="10181"/>
                  <a:pt x="48469" y="9574"/>
                  <a:pt x="40632" y="9305"/>
                </a:cubicBezTo>
                <a:cubicBezTo>
                  <a:pt x="37331" y="9305"/>
                  <a:pt x="35200" y="9237"/>
                  <a:pt x="34238" y="9102"/>
                </a:cubicBezTo>
                <a:cubicBezTo>
                  <a:pt x="33275" y="8967"/>
                  <a:pt x="32794" y="8293"/>
                  <a:pt x="32794" y="7080"/>
                </a:cubicBezTo>
                <a:cubicBezTo>
                  <a:pt x="32794" y="6945"/>
                  <a:pt x="32931" y="6203"/>
                  <a:pt x="33206" y="4855"/>
                </a:cubicBezTo>
                <a:cubicBezTo>
                  <a:pt x="34031" y="2158"/>
                  <a:pt x="34650" y="674"/>
                  <a:pt x="35063" y="405"/>
                </a:cubicBezTo>
                <a:cubicBezTo>
                  <a:pt x="35475" y="135"/>
                  <a:pt x="48813" y="0"/>
                  <a:pt x="75075" y="0"/>
                </a:cubicBezTo>
                <a:cubicBezTo>
                  <a:pt x="101201" y="135"/>
                  <a:pt x="115157" y="337"/>
                  <a:pt x="116944" y="607"/>
                </a:cubicBezTo>
                <a:cubicBezTo>
                  <a:pt x="125745" y="2090"/>
                  <a:pt x="133101" y="5394"/>
                  <a:pt x="139013" y="10518"/>
                </a:cubicBezTo>
                <a:cubicBezTo>
                  <a:pt x="144926" y="15642"/>
                  <a:pt x="147951" y="22452"/>
                  <a:pt x="148088" y="30948"/>
                </a:cubicBezTo>
                <a:cubicBezTo>
                  <a:pt x="148088" y="41331"/>
                  <a:pt x="143551" y="50838"/>
                  <a:pt x="134476" y="59468"/>
                </a:cubicBezTo>
                <a:cubicBezTo>
                  <a:pt x="124988" y="68638"/>
                  <a:pt x="112751" y="74436"/>
                  <a:pt x="97763" y="76863"/>
                </a:cubicBezTo>
                <a:cubicBezTo>
                  <a:pt x="96801" y="76998"/>
                  <a:pt x="89582" y="77133"/>
                  <a:pt x="76107" y="77268"/>
                </a:cubicBezTo>
                <a:lnTo>
                  <a:pt x="56513" y="77268"/>
                </a:lnTo>
                <a:lnTo>
                  <a:pt x="50325" y="101338"/>
                </a:lnTo>
                <a:cubicBezTo>
                  <a:pt x="46200" y="116981"/>
                  <a:pt x="44138" y="125274"/>
                  <a:pt x="44138" y="126218"/>
                </a:cubicBezTo>
                <a:cubicBezTo>
                  <a:pt x="44138" y="126757"/>
                  <a:pt x="44207" y="127094"/>
                  <a:pt x="44344" y="127229"/>
                </a:cubicBezTo>
                <a:cubicBezTo>
                  <a:pt x="44482" y="127364"/>
                  <a:pt x="44963" y="127634"/>
                  <a:pt x="45788" y="128038"/>
                </a:cubicBezTo>
                <a:cubicBezTo>
                  <a:pt x="46613" y="128443"/>
                  <a:pt x="47782" y="128578"/>
                  <a:pt x="49294" y="128443"/>
                </a:cubicBezTo>
                <a:cubicBezTo>
                  <a:pt x="50807" y="128308"/>
                  <a:pt x="53075" y="128443"/>
                  <a:pt x="56100" y="128847"/>
                </a:cubicBezTo>
                <a:lnTo>
                  <a:pt x="62494" y="128847"/>
                </a:lnTo>
                <a:cubicBezTo>
                  <a:pt x="63319" y="130061"/>
                  <a:pt x="63732" y="130803"/>
                  <a:pt x="63732" y="131072"/>
                </a:cubicBezTo>
                <a:cubicBezTo>
                  <a:pt x="63732" y="133230"/>
                  <a:pt x="63250" y="135253"/>
                  <a:pt x="62288" y="137141"/>
                </a:cubicBezTo>
                <a:cubicBezTo>
                  <a:pt x="61600" y="137815"/>
                  <a:pt x="60500" y="138152"/>
                  <a:pt x="58988" y="138152"/>
                </a:cubicBezTo>
                <a:cubicBezTo>
                  <a:pt x="58575" y="138152"/>
                  <a:pt x="56032" y="138084"/>
                  <a:pt x="51357" y="137950"/>
                </a:cubicBezTo>
                <a:cubicBezTo>
                  <a:pt x="46682" y="137815"/>
                  <a:pt x="39807" y="137747"/>
                  <a:pt x="30731" y="137747"/>
                </a:cubicBezTo>
                <a:cubicBezTo>
                  <a:pt x="22206" y="137747"/>
                  <a:pt x="15675" y="137747"/>
                  <a:pt x="11138" y="137747"/>
                </a:cubicBezTo>
                <a:cubicBezTo>
                  <a:pt x="6600" y="137747"/>
                  <a:pt x="4125" y="137815"/>
                  <a:pt x="3713" y="137950"/>
                </a:cubicBezTo>
                <a:cubicBezTo>
                  <a:pt x="1238" y="137950"/>
                  <a:pt x="0" y="137275"/>
                  <a:pt x="0" y="135927"/>
                </a:cubicBezTo>
                <a:cubicBezTo>
                  <a:pt x="0" y="135657"/>
                  <a:pt x="206" y="134713"/>
                  <a:pt x="619" y="133095"/>
                </a:cubicBezTo>
                <a:cubicBezTo>
                  <a:pt x="1169" y="130938"/>
                  <a:pt x="1719" y="129724"/>
                  <a:pt x="2269" y="129454"/>
                </a:cubicBezTo>
                <a:cubicBezTo>
                  <a:pt x="2819" y="129184"/>
                  <a:pt x="4400" y="128982"/>
                  <a:pt x="7013" y="128847"/>
                </a:cubicBezTo>
                <a:cubicBezTo>
                  <a:pt x="10725" y="128847"/>
                  <a:pt x="14850" y="128645"/>
                  <a:pt x="19388" y="128241"/>
                </a:cubicBezTo>
                <a:cubicBezTo>
                  <a:pt x="21313" y="127836"/>
                  <a:pt x="22619" y="127027"/>
                  <a:pt x="23306" y="125813"/>
                </a:cubicBezTo>
                <a:cubicBezTo>
                  <a:pt x="23719" y="125274"/>
                  <a:pt x="28669" y="106530"/>
                  <a:pt x="38156" y="69582"/>
                </a:cubicBezTo>
                <a:cubicBezTo>
                  <a:pt x="47644" y="32633"/>
                  <a:pt x="52388" y="13148"/>
                  <a:pt x="52388" y="11125"/>
                </a:cubicBezTo>
                <a:close/>
                <a:moveTo>
                  <a:pt x="126226" y="26093"/>
                </a:moveTo>
                <a:cubicBezTo>
                  <a:pt x="126226" y="24340"/>
                  <a:pt x="126088" y="22924"/>
                  <a:pt x="125813" y="21845"/>
                </a:cubicBezTo>
                <a:cubicBezTo>
                  <a:pt x="125538" y="20767"/>
                  <a:pt x="124920" y="19283"/>
                  <a:pt x="123957" y="17395"/>
                </a:cubicBezTo>
                <a:cubicBezTo>
                  <a:pt x="122995" y="15508"/>
                  <a:pt x="121276" y="14024"/>
                  <a:pt x="118801" y="12945"/>
                </a:cubicBezTo>
                <a:cubicBezTo>
                  <a:pt x="116326" y="11867"/>
                  <a:pt x="112957" y="10788"/>
                  <a:pt x="108694" y="9709"/>
                </a:cubicBezTo>
                <a:cubicBezTo>
                  <a:pt x="107732" y="9574"/>
                  <a:pt x="102232" y="9439"/>
                  <a:pt x="92194" y="9305"/>
                </a:cubicBezTo>
                <a:cubicBezTo>
                  <a:pt x="89857" y="9305"/>
                  <a:pt x="87451" y="9305"/>
                  <a:pt x="84976" y="9305"/>
                </a:cubicBezTo>
                <a:cubicBezTo>
                  <a:pt x="82501" y="9305"/>
                  <a:pt x="80507" y="9372"/>
                  <a:pt x="78994" y="9507"/>
                </a:cubicBezTo>
                <a:cubicBezTo>
                  <a:pt x="77482" y="9642"/>
                  <a:pt x="76657" y="9642"/>
                  <a:pt x="76519" y="9507"/>
                </a:cubicBezTo>
                <a:cubicBezTo>
                  <a:pt x="74732" y="9642"/>
                  <a:pt x="73494" y="10248"/>
                  <a:pt x="72807" y="11327"/>
                </a:cubicBezTo>
                <a:cubicBezTo>
                  <a:pt x="72532" y="12136"/>
                  <a:pt x="71225" y="17328"/>
                  <a:pt x="68888" y="26902"/>
                </a:cubicBezTo>
                <a:cubicBezTo>
                  <a:pt x="66550" y="36476"/>
                  <a:pt x="64144" y="45781"/>
                  <a:pt x="61669" y="54816"/>
                </a:cubicBezTo>
                <a:cubicBezTo>
                  <a:pt x="59194" y="63851"/>
                  <a:pt x="57957" y="68435"/>
                  <a:pt x="57957" y="68570"/>
                </a:cubicBezTo>
                <a:cubicBezTo>
                  <a:pt x="57957" y="68840"/>
                  <a:pt x="63525" y="68975"/>
                  <a:pt x="74663" y="68975"/>
                </a:cubicBezTo>
                <a:lnTo>
                  <a:pt x="77138" y="68975"/>
                </a:lnTo>
                <a:lnTo>
                  <a:pt x="81882" y="68975"/>
                </a:lnTo>
                <a:cubicBezTo>
                  <a:pt x="97282" y="68975"/>
                  <a:pt x="108282" y="65604"/>
                  <a:pt x="114882" y="58861"/>
                </a:cubicBezTo>
                <a:cubicBezTo>
                  <a:pt x="118595" y="55220"/>
                  <a:pt x="121413" y="49894"/>
                  <a:pt x="123338" y="42882"/>
                </a:cubicBezTo>
                <a:cubicBezTo>
                  <a:pt x="125263" y="35870"/>
                  <a:pt x="126226" y="30273"/>
                  <a:pt x="126226" y="260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D375D3-E933-4676-AB05-8912334A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1872" y="866834"/>
            <a:ext cx="148088" cy="138152"/>
          </a:xfrm>
          <a:custGeom xmlns:a="http://schemas.openxmlformats.org/drawingml/2006/main">
            <a:pathLst>
              <a:path w="148088" h="138152" fill="none">
                <a:moveTo>
                  <a:pt x="52388" y="11125"/>
                </a:moveTo>
                <a:cubicBezTo>
                  <a:pt x="52388" y="10181"/>
                  <a:pt x="48469" y="9574"/>
                  <a:pt x="40632" y="9305"/>
                </a:cubicBezTo>
                <a:cubicBezTo>
                  <a:pt x="37331" y="9305"/>
                  <a:pt x="35200" y="9237"/>
                  <a:pt x="34238" y="9102"/>
                </a:cubicBezTo>
                <a:cubicBezTo>
                  <a:pt x="33275" y="8967"/>
                  <a:pt x="32794" y="8293"/>
                  <a:pt x="32794" y="7080"/>
                </a:cubicBezTo>
                <a:cubicBezTo>
                  <a:pt x="32794" y="6945"/>
                  <a:pt x="32931" y="6203"/>
                  <a:pt x="33206" y="4855"/>
                </a:cubicBezTo>
                <a:cubicBezTo>
                  <a:pt x="34031" y="2158"/>
                  <a:pt x="34650" y="674"/>
                  <a:pt x="35063" y="405"/>
                </a:cubicBezTo>
                <a:cubicBezTo>
                  <a:pt x="35475" y="135"/>
                  <a:pt x="48813" y="0"/>
                  <a:pt x="75075" y="0"/>
                </a:cubicBezTo>
                <a:cubicBezTo>
                  <a:pt x="101201" y="135"/>
                  <a:pt x="115157" y="337"/>
                  <a:pt x="116944" y="607"/>
                </a:cubicBezTo>
                <a:cubicBezTo>
                  <a:pt x="125745" y="2090"/>
                  <a:pt x="133101" y="5394"/>
                  <a:pt x="139013" y="10518"/>
                </a:cubicBezTo>
                <a:cubicBezTo>
                  <a:pt x="144926" y="15642"/>
                  <a:pt x="147951" y="22452"/>
                  <a:pt x="148088" y="30948"/>
                </a:cubicBezTo>
                <a:cubicBezTo>
                  <a:pt x="148088" y="41331"/>
                  <a:pt x="143551" y="50838"/>
                  <a:pt x="134476" y="59468"/>
                </a:cubicBezTo>
                <a:cubicBezTo>
                  <a:pt x="124988" y="68638"/>
                  <a:pt x="112751" y="74436"/>
                  <a:pt x="97763" y="76863"/>
                </a:cubicBezTo>
                <a:cubicBezTo>
                  <a:pt x="96801" y="76998"/>
                  <a:pt x="89582" y="77133"/>
                  <a:pt x="76107" y="77268"/>
                </a:cubicBezTo>
                <a:lnTo>
                  <a:pt x="56513" y="77268"/>
                </a:lnTo>
                <a:lnTo>
                  <a:pt x="50325" y="101338"/>
                </a:lnTo>
                <a:cubicBezTo>
                  <a:pt x="46200" y="116981"/>
                  <a:pt x="44138" y="125274"/>
                  <a:pt x="44138" y="126218"/>
                </a:cubicBezTo>
                <a:cubicBezTo>
                  <a:pt x="44138" y="126757"/>
                  <a:pt x="44207" y="127094"/>
                  <a:pt x="44344" y="127229"/>
                </a:cubicBezTo>
                <a:cubicBezTo>
                  <a:pt x="44482" y="127364"/>
                  <a:pt x="44963" y="127634"/>
                  <a:pt x="45788" y="128038"/>
                </a:cubicBezTo>
                <a:cubicBezTo>
                  <a:pt x="46613" y="128443"/>
                  <a:pt x="47782" y="128578"/>
                  <a:pt x="49294" y="128443"/>
                </a:cubicBezTo>
                <a:cubicBezTo>
                  <a:pt x="50807" y="128308"/>
                  <a:pt x="53075" y="128443"/>
                  <a:pt x="56100" y="128847"/>
                </a:cubicBezTo>
                <a:lnTo>
                  <a:pt x="62494" y="128847"/>
                </a:lnTo>
                <a:cubicBezTo>
                  <a:pt x="63319" y="130061"/>
                  <a:pt x="63732" y="130803"/>
                  <a:pt x="63732" y="131072"/>
                </a:cubicBezTo>
                <a:cubicBezTo>
                  <a:pt x="63732" y="133230"/>
                  <a:pt x="63250" y="135253"/>
                  <a:pt x="62288" y="137141"/>
                </a:cubicBezTo>
                <a:cubicBezTo>
                  <a:pt x="61600" y="137815"/>
                  <a:pt x="60500" y="138152"/>
                  <a:pt x="58988" y="138152"/>
                </a:cubicBezTo>
                <a:cubicBezTo>
                  <a:pt x="58575" y="138152"/>
                  <a:pt x="56032" y="138084"/>
                  <a:pt x="51357" y="137950"/>
                </a:cubicBezTo>
                <a:cubicBezTo>
                  <a:pt x="46682" y="137815"/>
                  <a:pt x="39807" y="137747"/>
                  <a:pt x="30731" y="137747"/>
                </a:cubicBezTo>
                <a:cubicBezTo>
                  <a:pt x="22206" y="137747"/>
                  <a:pt x="15675" y="137747"/>
                  <a:pt x="11138" y="137747"/>
                </a:cubicBezTo>
                <a:cubicBezTo>
                  <a:pt x="6600" y="137747"/>
                  <a:pt x="4125" y="137815"/>
                  <a:pt x="3713" y="137950"/>
                </a:cubicBezTo>
                <a:cubicBezTo>
                  <a:pt x="1238" y="137950"/>
                  <a:pt x="0" y="137275"/>
                  <a:pt x="0" y="135927"/>
                </a:cubicBezTo>
                <a:cubicBezTo>
                  <a:pt x="0" y="135657"/>
                  <a:pt x="206" y="134713"/>
                  <a:pt x="619" y="133095"/>
                </a:cubicBezTo>
                <a:cubicBezTo>
                  <a:pt x="1169" y="130938"/>
                  <a:pt x="1719" y="129724"/>
                  <a:pt x="2269" y="129454"/>
                </a:cubicBezTo>
                <a:cubicBezTo>
                  <a:pt x="2819" y="129184"/>
                  <a:pt x="4400" y="128982"/>
                  <a:pt x="7013" y="128847"/>
                </a:cubicBezTo>
                <a:cubicBezTo>
                  <a:pt x="10725" y="128847"/>
                  <a:pt x="14850" y="128645"/>
                  <a:pt x="19388" y="128241"/>
                </a:cubicBezTo>
                <a:cubicBezTo>
                  <a:pt x="21313" y="127836"/>
                  <a:pt x="22619" y="127027"/>
                  <a:pt x="23306" y="125813"/>
                </a:cubicBezTo>
                <a:cubicBezTo>
                  <a:pt x="23719" y="125274"/>
                  <a:pt x="28669" y="106530"/>
                  <a:pt x="38156" y="69582"/>
                </a:cubicBezTo>
                <a:cubicBezTo>
                  <a:pt x="47644" y="32633"/>
                  <a:pt x="52388" y="13148"/>
                  <a:pt x="52388" y="11125"/>
                </a:cubicBezTo>
                <a:close/>
                <a:moveTo>
                  <a:pt x="126226" y="26093"/>
                </a:moveTo>
                <a:cubicBezTo>
                  <a:pt x="126226" y="24340"/>
                  <a:pt x="126088" y="22924"/>
                  <a:pt x="125813" y="21845"/>
                </a:cubicBezTo>
                <a:cubicBezTo>
                  <a:pt x="125538" y="20767"/>
                  <a:pt x="124920" y="19283"/>
                  <a:pt x="123957" y="17395"/>
                </a:cubicBezTo>
                <a:cubicBezTo>
                  <a:pt x="122995" y="15508"/>
                  <a:pt x="121276" y="14024"/>
                  <a:pt x="118801" y="12945"/>
                </a:cubicBezTo>
                <a:cubicBezTo>
                  <a:pt x="116326" y="11867"/>
                  <a:pt x="112957" y="10788"/>
                  <a:pt x="108694" y="9709"/>
                </a:cubicBezTo>
                <a:cubicBezTo>
                  <a:pt x="107732" y="9574"/>
                  <a:pt x="102232" y="9439"/>
                  <a:pt x="92194" y="9305"/>
                </a:cubicBezTo>
                <a:cubicBezTo>
                  <a:pt x="89857" y="9305"/>
                  <a:pt x="87451" y="9305"/>
                  <a:pt x="84976" y="9305"/>
                </a:cubicBezTo>
                <a:cubicBezTo>
                  <a:pt x="82501" y="9305"/>
                  <a:pt x="80507" y="9372"/>
                  <a:pt x="78994" y="9507"/>
                </a:cubicBezTo>
                <a:cubicBezTo>
                  <a:pt x="77482" y="9642"/>
                  <a:pt x="76657" y="9642"/>
                  <a:pt x="76519" y="9507"/>
                </a:cubicBezTo>
                <a:cubicBezTo>
                  <a:pt x="74732" y="9642"/>
                  <a:pt x="73494" y="10248"/>
                  <a:pt x="72807" y="11327"/>
                </a:cubicBezTo>
                <a:cubicBezTo>
                  <a:pt x="72532" y="12136"/>
                  <a:pt x="71225" y="17328"/>
                  <a:pt x="68888" y="26902"/>
                </a:cubicBezTo>
                <a:cubicBezTo>
                  <a:pt x="66550" y="36476"/>
                  <a:pt x="64144" y="45781"/>
                  <a:pt x="61669" y="54816"/>
                </a:cubicBezTo>
                <a:cubicBezTo>
                  <a:pt x="59194" y="63851"/>
                  <a:pt x="57957" y="68435"/>
                  <a:pt x="57957" y="68570"/>
                </a:cubicBezTo>
                <a:cubicBezTo>
                  <a:pt x="57957" y="68840"/>
                  <a:pt x="63525" y="68975"/>
                  <a:pt x="74663" y="68975"/>
                </a:cubicBezTo>
                <a:lnTo>
                  <a:pt x="77138" y="68975"/>
                </a:lnTo>
                <a:lnTo>
                  <a:pt x="81882" y="68975"/>
                </a:lnTo>
                <a:cubicBezTo>
                  <a:pt x="97282" y="68975"/>
                  <a:pt x="108282" y="65604"/>
                  <a:pt x="114882" y="58861"/>
                </a:cubicBezTo>
                <a:cubicBezTo>
                  <a:pt x="118595" y="55220"/>
                  <a:pt x="121413" y="49894"/>
                  <a:pt x="123338" y="42882"/>
                </a:cubicBezTo>
                <a:cubicBezTo>
                  <a:pt x="125263" y="35870"/>
                  <a:pt x="126226" y="30273"/>
                  <a:pt x="126226" y="260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4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1615B1-9179-4226-BD0B-8F073089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973" y="940084"/>
            <a:ext cx="61390" cy="98388"/>
          </a:xfrm>
          <a:custGeom xmlns:a="http://schemas.openxmlformats.org/drawingml/2006/main">
            <a:pathLst>
              <a:path w="61390" h="98388">
                <a:moveTo>
                  <a:pt x="8312" y="11584"/>
                </a:moveTo>
                <a:cubicBezTo>
                  <a:pt x="13756" y="3861"/>
                  <a:pt x="21192" y="0"/>
                  <a:pt x="30622" y="0"/>
                </a:cubicBezTo>
                <a:cubicBezTo>
                  <a:pt x="35288" y="0"/>
                  <a:pt x="39955" y="1239"/>
                  <a:pt x="44621" y="3718"/>
                </a:cubicBezTo>
                <a:cubicBezTo>
                  <a:pt x="49287" y="6197"/>
                  <a:pt x="53078" y="10582"/>
                  <a:pt x="55995" y="16875"/>
                </a:cubicBezTo>
                <a:cubicBezTo>
                  <a:pt x="59592" y="24788"/>
                  <a:pt x="61390" y="35656"/>
                  <a:pt x="61390" y="49480"/>
                </a:cubicBezTo>
                <a:cubicBezTo>
                  <a:pt x="61390" y="64258"/>
                  <a:pt x="59300" y="75555"/>
                  <a:pt x="55120" y="83373"/>
                </a:cubicBezTo>
                <a:cubicBezTo>
                  <a:pt x="53176" y="87377"/>
                  <a:pt x="50502" y="90571"/>
                  <a:pt x="47100" y="92954"/>
                </a:cubicBezTo>
                <a:cubicBezTo>
                  <a:pt x="43697" y="95338"/>
                  <a:pt x="40732" y="96815"/>
                  <a:pt x="38205" y="97387"/>
                </a:cubicBezTo>
                <a:cubicBezTo>
                  <a:pt x="35677" y="97959"/>
                  <a:pt x="33198" y="98293"/>
                  <a:pt x="30768" y="98388"/>
                </a:cubicBezTo>
                <a:cubicBezTo>
                  <a:pt x="28240" y="98388"/>
                  <a:pt x="25713" y="98102"/>
                  <a:pt x="23185" y="97530"/>
                </a:cubicBezTo>
                <a:cubicBezTo>
                  <a:pt x="20658" y="96958"/>
                  <a:pt x="17693" y="95433"/>
                  <a:pt x="14290" y="92954"/>
                </a:cubicBezTo>
                <a:cubicBezTo>
                  <a:pt x="10888" y="90475"/>
                  <a:pt x="8215" y="87282"/>
                  <a:pt x="6270" y="83373"/>
                </a:cubicBezTo>
                <a:cubicBezTo>
                  <a:pt x="2090" y="75555"/>
                  <a:pt x="0" y="64258"/>
                  <a:pt x="0" y="49480"/>
                </a:cubicBezTo>
                <a:cubicBezTo>
                  <a:pt x="0" y="32891"/>
                  <a:pt x="2771" y="20259"/>
                  <a:pt x="8312" y="11584"/>
                </a:cubicBezTo>
                <a:close/>
                <a:moveTo>
                  <a:pt x="41121" y="9867"/>
                </a:moveTo>
                <a:cubicBezTo>
                  <a:pt x="38205" y="6817"/>
                  <a:pt x="34754" y="5291"/>
                  <a:pt x="30768" y="5291"/>
                </a:cubicBezTo>
                <a:cubicBezTo>
                  <a:pt x="26685" y="5291"/>
                  <a:pt x="23185" y="6817"/>
                  <a:pt x="20269" y="9867"/>
                </a:cubicBezTo>
                <a:cubicBezTo>
                  <a:pt x="17839" y="12346"/>
                  <a:pt x="16235" y="15778"/>
                  <a:pt x="15457" y="20164"/>
                </a:cubicBezTo>
                <a:cubicBezTo>
                  <a:pt x="14679" y="24549"/>
                  <a:pt x="14290" y="33702"/>
                  <a:pt x="14290" y="47621"/>
                </a:cubicBezTo>
                <a:cubicBezTo>
                  <a:pt x="14290" y="62684"/>
                  <a:pt x="14679" y="72600"/>
                  <a:pt x="15457" y="77366"/>
                </a:cubicBezTo>
                <a:cubicBezTo>
                  <a:pt x="16235" y="82133"/>
                  <a:pt x="17984" y="85899"/>
                  <a:pt x="20706" y="88664"/>
                </a:cubicBezTo>
                <a:cubicBezTo>
                  <a:pt x="23428" y="91524"/>
                  <a:pt x="26782" y="92954"/>
                  <a:pt x="30768" y="92954"/>
                </a:cubicBezTo>
                <a:cubicBezTo>
                  <a:pt x="34656" y="92954"/>
                  <a:pt x="37962" y="91524"/>
                  <a:pt x="40684" y="88664"/>
                </a:cubicBezTo>
                <a:cubicBezTo>
                  <a:pt x="43503" y="85804"/>
                  <a:pt x="45253" y="81800"/>
                  <a:pt x="45933" y="76651"/>
                </a:cubicBezTo>
                <a:cubicBezTo>
                  <a:pt x="46614" y="71503"/>
                  <a:pt x="47003" y="61826"/>
                  <a:pt x="47100" y="47621"/>
                </a:cubicBezTo>
                <a:cubicBezTo>
                  <a:pt x="47100" y="33797"/>
                  <a:pt x="46711" y="24692"/>
                  <a:pt x="45933" y="20307"/>
                </a:cubicBezTo>
                <a:cubicBezTo>
                  <a:pt x="45155" y="15921"/>
                  <a:pt x="43551" y="12442"/>
                  <a:pt x="41121" y="98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C17599-1342-4960-8BB8-4B180F62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973" y="940084"/>
            <a:ext cx="61390" cy="98388"/>
          </a:xfrm>
          <a:custGeom xmlns:a="http://schemas.openxmlformats.org/drawingml/2006/main">
            <a:pathLst>
              <a:path w="61390" h="98388" fill="none">
                <a:moveTo>
                  <a:pt x="8312" y="11584"/>
                </a:moveTo>
                <a:cubicBezTo>
                  <a:pt x="13756" y="3861"/>
                  <a:pt x="21192" y="0"/>
                  <a:pt x="30622" y="0"/>
                </a:cubicBezTo>
                <a:cubicBezTo>
                  <a:pt x="35288" y="0"/>
                  <a:pt x="39955" y="1239"/>
                  <a:pt x="44621" y="3718"/>
                </a:cubicBezTo>
                <a:cubicBezTo>
                  <a:pt x="49287" y="6197"/>
                  <a:pt x="53078" y="10582"/>
                  <a:pt x="55995" y="16875"/>
                </a:cubicBezTo>
                <a:cubicBezTo>
                  <a:pt x="59592" y="24788"/>
                  <a:pt x="61390" y="35656"/>
                  <a:pt x="61390" y="49480"/>
                </a:cubicBezTo>
                <a:cubicBezTo>
                  <a:pt x="61390" y="64258"/>
                  <a:pt x="59300" y="75555"/>
                  <a:pt x="55120" y="83373"/>
                </a:cubicBezTo>
                <a:cubicBezTo>
                  <a:pt x="53176" y="87377"/>
                  <a:pt x="50502" y="90571"/>
                  <a:pt x="47100" y="92954"/>
                </a:cubicBezTo>
                <a:cubicBezTo>
                  <a:pt x="43697" y="95338"/>
                  <a:pt x="40732" y="96815"/>
                  <a:pt x="38205" y="97387"/>
                </a:cubicBezTo>
                <a:cubicBezTo>
                  <a:pt x="35677" y="97959"/>
                  <a:pt x="33198" y="98293"/>
                  <a:pt x="30768" y="98388"/>
                </a:cubicBezTo>
                <a:cubicBezTo>
                  <a:pt x="28240" y="98388"/>
                  <a:pt x="25713" y="98102"/>
                  <a:pt x="23185" y="97530"/>
                </a:cubicBezTo>
                <a:cubicBezTo>
                  <a:pt x="20658" y="96958"/>
                  <a:pt x="17693" y="95433"/>
                  <a:pt x="14290" y="92954"/>
                </a:cubicBezTo>
                <a:cubicBezTo>
                  <a:pt x="10888" y="90475"/>
                  <a:pt x="8215" y="87282"/>
                  <a:pt x="6270" y="83373"/>
                </a:cubicBezTo>
                <a:cubicBezTo>
                  <a:pt x="2090" y="75555"/>
                  <a:pt x="0" y="64258"/>
                  <a:pt x="0" y="49480"/>
                </a:cubicBezTo>
                <a:cubicBezTo>
                  <a:pt x="0" y="32891"/>
                  <a:pt x="2771" y="20259"/>
                  <a:pt x="8312" y="11584"/>
                </a:cubicBezTo>
                <a:close/>
                <a:moveTo>
                  <a:pt x="41121" y="9867"/>
                </a:moveTo>
                <a:cubicBezTo>
                  <a:pt x="38205" y="6817"/>
                  <a:pt x="34754" y="5291"/>
                  <a:pt x="30768" y="5291"/>
                </a:cubicBezTo>
                <a:cubicBezTo>
                  <a:pt x="26685" y="5291"/>
                  <a:pt x="23185" y="6817"/>
                  <a:pt x="20269" y="9867"/>
                </a:cubicBezTo>
                <a:cubicBezTo>
                  <a:pt x="17839" y="12346"/>
                  <a:pt x="16235" y="15778"/>
                  <a:pt x="15457" y="20164"/>
                </a:cubicBezTo>
                <a:cubicBezTo>
                  <a:pt x="14679" y="24549"/>
                  <a:pt x="14290" y="33702"/>
                  <a:pt x="14290" y="47621"/>
                </a:cubicBezTo>
                <a:cubicBezTo>
                  <a:pt x="14290" y="62684"/>
                  <a:pt x="14679" y="72600"/>
                  <a:pt x="15457" y="77366"/>
                </a:cubicBezTo>
                <a:cubicBezTo>
                  <a:pt x="16235" y="82133"/>
                  <a:pt x="17984" y="85899"/>
                  <a:pt x="20706" y="88664"/>
                </a:cubicBezTo>
                <a:cubicBezTo>
                  <a:pt x="23428" y="91524"/>
                  <a:pt x="26782" y="92954"/>
                  <a:pt x="30768" y="92954"/>
                </a:cubicBezTo>
                <a:cubicBezTo>
                  <a:pt x="34656" y="92954"/>
                  <a:pt x="37962" y="91524"/>
                  <a:pt x="40684" y="88664"/>
                </a:cubicBezTo>
                <a:cubicBezTo>
                  <a:pt x="43503" y="85804"/>
                  <a:pt x="45253" y="81800"/>
                  <a:pt x="45933" y="76651"/>
                </a:cubicBezTo>
                <a:cubicBezTo>
                  <a:pt x="46614" y="71503"/>
                  <a:pt x="47003" y="61826"/>
                  <a:pt x="47100" y="47621"/>
                </a:cubicBezTo>
                <a:cubicBezTo>
                  <a:pt x="47100" y="33797"/>
                  <a:pt x="46711" y="24692"/>
                  <a:pt x="45933" y="20307"/>
                </a:cubicBezTo>
                <a:cubicBezTo>
                  <a:pt x="45155" y="15921"/>
                  <a:pt x="43551" y="12442"/>
                  <a:pt x="41121" y="986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4" cap="flat">
            <a:solidFill>
              <a:srgbClr val="000000">
                <a:alpha val="8960"/>
              </a:srgbClr>
            </a:solidFill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48614B-AE27-47E1-884D-390BBC18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916" y="853282"/>
            <a:ext cx="49294" cy="202272"/>
          </a:xfrm>
          <a:custGeom xmlns:a="http://schemas.openxmlformats.org/drawingml/2006/main">
            <a:pathLst>
              <a:path w="49294" h="202272">
                <a:moveTo>
                  <a:pt x="0" y="101136"/>
                </a:moveTo>
                <a:cubicBezTo>
                  <a:pt x="0" y="91832"/>
                  <a:pt x="688" y="82999"/>
                  <a:pt x="2063" y="74638"/>
                </a:cubicBezTo>
                <a:cubicBezTo>
                  <a:pt x="3438" y="66278"/>
                  <a:pt x="5019" y="59063"/>
                  <a:pt x="6806" y="52995"/>
                </a:cubicBezTo>
                <a:cubicBezTo>
                  <a:pt x="8594" y="46927"/>
                  <a:pt x="11138" y="40994"/>
                  <a:pt x="14438" y="35195"/>
                </a:cubicBezTo>
                <a:cubicBezTo>
                  <a:pt x="17738" y="29397"/>
                  <a:pt x="20350" y="24879"/>
                  <a:pt x="22275" y="21643"/>
                </a:cubicBezTo>
                <a:cubicBezTo>
                  <a:pt x="24200" y="18407"/>
                  <a:pt x="27088" y="14901"/>
                  <a:pt x="30938" y="11125"/>
                </a:cubicBezTo>
                <a:cubicBezTo>
                  <a:pt x="34788" y="7349"/>
                  <a:pt x="37056" y="5057"/>
                  <a:pt x="37744" y="4248"/>
                </a:cubicBezTo>
                <a:cubicBezTo>
                  <a:pt x="38431" y="3439"/>
                  <a:pt x="40150" y="2023"/>
                  <a:pt x="42900" y="0"/>
                </a:cubicBezTo>
                <a:lnTo>
                  <a:pt x="45582" y="0"/>
                </a:lnTo>
                <a:lnTo>
                  <a:pt x="46407" y="0"/>
                </a:lnTo>
                <a:cubicBezTo>
                  <a:pt x="48332" y="0"/>
                  <a:pt x="49294" y="607"/>
                  <a:pt x="49294" y="1820"/>
                </a:cubicBezTo>
                <a:cubicBezTo>
                  <a:pt x="49294" y="2225"/>
                  <a:pt x="48125" y="3641"/>
                  <a:pt x="45788" y="6068"/>
                </a:cubicBezTo>
                <a:cubicBezTo>
                  <a:pt x="43450" y="8495"/>
                  <a:pt x="40632" y="12069"/>
                  <a:pt x="37331" y="16789"/>
                </a:cubicBezTo>
                <a:cubicBezTo>
                  <a:pt x="34031" y="21508"/>
                  <a:pt x="30663" y="27307"/>
                  <a:pt x="27225" y="34184"/>
                </a:cubicBezTo>
                <a:cubicBezTo>
                  <a:pt x="23788" y="41061"/>
                  <a:pt x="20900" y="50366"/>
                  <a:pt x="18563" y="62098"/>
                </a:cubicBezTo>
                <a:cubicBezTo>
                  <a:pt x="16225" y="73829"/>
                  <a:pt x="15056" y="86842"/>
                  <a:pt x="15056" y="101136"/>
                </a:cubicBezTo>
                <a:cubicBezTo>
                  <a:pt x="15056" y="115430"/>
                  <a:pt x="16225" y="128375"/>
                  <a:pt x="18563" y="139972"/>
                </a:cubicBezTo>
                <a:cubicBezTo>
                  <a:pt x="20900" y="151569"/>
                  <a:pt x="23719" y="160941"/>
                  <a:pt x="27019" y="168088"/>
                </a:cubicBezTo>
                <a:cubicBezTo>
                  <a:pt x="30319" y="175235"/>
                  <a:pt x="33688" y="181034"/>
                  <a:pt x="37125" y="185484"/>
                </a:cubicBezTo>
                <a:cubicBezTo>
                  <a:pt x="40563" y="189934"/>
                  <a:pt x="43450" y="193507"/>
                  <a:pt x="45788" y="196204"/>
                </a:cubicBezTo>
                <a:cubicBezTo>
                  <a:pt x="48125" y="198901"/>
                  <a:pt x="49294" y="200317"/>
                  <a:pt x="49294" y="200452"/>
                </a:cubicBezTo>
                <a:cubicBezTo>
                  <a:pt x="49294" y="201665"/>
                  <a:pt x="48263" y="202272"/>
                  <a:pt x="46200" y="202272"/>
                </a:cubicBezTo>
                <a:lnTo>
                  <a:pt x="45582" y="202272"/>
                </a:lnTo>
                <a:lnTo>
                  <a:pt x="42900" y="202272"/>
                </a:lnTo>
                <a:lnTo>
                  <a:pt x="37125" y="197418"/>
                </a:lnTo>
                <a:cubicBezTo>
                  <a:pt x="24200" y="185956"/>
                  <a:pt x="14781" y="171662"/>
                  <a:pt x="8869" y="154536"/>
                </a:cubicBezTo>
                <a:cubicBezTo>
                  <a:pt x="2956" y="137410"/>
                  <a:pt x="0" y="119610"/>
                  <a:pt x="0" y="1011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F0F22A-C775-43F5-9371-ADD61E35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916" y="853282"/>
            <a:ext cx="49294" cy="202272"/>
          </a:xfrm>
          <a:custGeom xmlns:a="http://schemas.openxmlformats.org/drawingml/2006/main">
            <a:pathLst>
              <a:path w="49294" h="202272" fill="none">
                <a:moveTo>
                  <a:pt x="0" y="101136"/>
                </a:moveTo>
                <a:cubicBezTo>
                  <a:pt x="0" y="91832"/>
                  <a:pt x="688" y="82999"/>
                  <a:pt x="2063" y="74638"/>
                </a:cubicBezTo>
                <a:cubicBezTo>
                  <a:pt x="3438" y="66278"/>
                  <a:pt x="5019" y="59063"/>
                  <a:pt x="6806" y="52995"/>
                </a:cubicBezTo>
                <a:cubicBezTo>
                  <a:pt x="8594" y="46927"/>
                  <a:pt x="11138" y="40994"/>
                  <a:pt x="14438" y="35195"/>
                </a:cubicBezTo>
                <a:cubicBezTo>
                  <a:pt x="17738" y="29397"/>
                  <a:pt x="20350" y="24879"/>
                  <a:pt x="22275" y="21643"/>
                </a:cubicBezTo>
                <a:cubicBezTo>
                  <a:pt x="24200" y="18407"/>
                  <a:pt x="27088" y="14901"/>
                  <a:pt x="30938" y="11125"/>
                </a:cubicBezTo>
                <a:cubicBezTo>
                  <a:pt x="34788" y="7349"/>
                  <a:pt x="37056" y="5057"/>
                  <a:pt x="37744" y="4248"/>
                </a:cubicBezTo>
                <a:cubicBezTo>
                  <a:pt x="38431" y="3439"/>
                  <a:pt x="40150" y="2023"/>
                  <a:pt x="42900" y="0"/>
                </a:cubicBezTo>
                <a:lnTo>
                  <a:pt x="45582" y="0"/>
                </a:lnTo>
                <a:lnTo>
                  <a:pt x="46407" y="0"/>
                </a:lnTo>
                <a:cubicBezTo>
                  <a:pt x="48332" y="0"/>
                  <a:pt x="49294" y="607"/>
                  <a:pt x="49294" y="1820"/>
                </a:cubicBezTo>
                <a:cubicBezTo>
                  <a:pt x="49294" y="2225"/>
                  <a:pt x="48125" y="3641"/>
                  <a:pt x="45788" y="6068"/>
                </a:cubicBezTo>
                <a:cubicBezTo>
                  <a:pt x="43450" y="8495"/>
                  <a:pt x="40632" y="12069"/>
                  <a:pt x="37331" y="16789"/>
                </a:cubicBezTo>
                <a:cubicBezTo>
                  <a:pt x="34031" y="21508"/>
                  <a:pt x="30663" y="27307"/>
                  <a:pt x="27225" y="34184"/>
                </a:cubicBezTo>
                <a:cubicBezTo>
                  <a:pt x="23788" y="41061"/>
                  <a:pt x="20900" y="50366"/>
                  <a:pt x="18563" y="62098"/>
                </a:cubicBezTo>
                <a:cubicBezTo>
                  <a:pt x="16225" y="73829"/>
                  <a:pt x="15056" y="86842"/>
                  <a:pt x="15056" y="101136"/>
                </a:cubicBezTo>
                <a:cubicBezTo>
                  <a:pt x="15056" y="115430"/>
                  <a:pt x="16225" y="128375"/>
                  <a:pt x="18563" y="139972"/>
                </a:cubicBezTo>
                <a:cubicBezTo>
                  <a:pt x="20900" y="151569"/>
                  <a:pt x="23719" y="160941"/>
                  <a:pt x="27019" y="168088"/>
                </a:cubicBezTo>
                <a:cubicBezTo>
                  <a:pt x="30319" y="175235"/>
                  <a:pt x="33688" y="181034"/>
                  <a:pt x="37125" y="185484"/>
                </a:cubicBezTo>
                <a:cubicBezTo>
                  <a:pt x="40563" y="189934"/>
                  <a:pt x="43450" y="193507"/>
                  <a:pt x="45788" y="196204"/>
                </a:cubicBezTo>
                <a:cubicBezTo>
                  <a:pt x="48125" y="198901"/>
                  <a:pt x="49294" y="200317"/>
                  <a:pt x="49294" y="200452"/>
                </a:cubicBezTo>
                <a:cubicBezTo>
                  <a:pt x="49294" y="201665"/>
                  <a:pt x="48263" y="202272"/>
                  <a:pt x="46200" y="202272"/>
                </a:cubicBezTo>
                <a:lnTo>
                  <a:pt x="45582" y="202272"/>
                </a:lnTo>
                <a:lnTo>
                  <a:pt x="42900" y="202272"/>
                </a:lnTo>
                <a:lnTo>
                  <a:pt x="37125" y="197418"/>
                </a:lnTo>
                <a:cubicBezTo>
                  <a:pt x="24200" y="185956"/>
                  <a:pt x="14781" y="171662"/>
                  <a:pt x="8869" y="154536"/>
                </a:cubicBezTo>
                <a:cubicBezTo>
                  <a:pt x="2956" y="137410"/>
                  <a:pt x="0" y="119610"/>
                  <a:pt x="0" y="10113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4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5D4900-88B3-47B0-8153-F714DEE7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073" y="862384"/>
            <a:ext cx="146438" cy="147052"/>
          </a:xfrm>
          <a:custGeom xmlns:a="http://schemas.openxmlformats.org/drawingml/2006/main">
            <a:pathLst>
              <a:path w="146438" h="147052">
                <a:moveTo>
                  <a:pt x="0" y="91629"/>
                </a:moveTo>
                <a:cubicBezTo>
                  <a:pt x="0" y="76122"/>
                  <a:pt x="4606" y="61221"/>
                  <a:pt x="13819" y="46927"/>
                </a:cubicBezTo>
                <a:cubicBezTo>
                  <a:pt x="23031" y="32633"/>
                  <a:pt x="34650" y="21306"/>
                  <a:pt x="48675" y="12945"/>
                </a:cubicBezTo>
                <a:cubicBezTo>
                  <a:pt x="62700" y="4585"/>
                  <a:pt x="76725" y="337"/>
                  <a:pt x="90751" y="202"/>
                </a:cubicBezTo>
                <a:cubicBezTo>
                  <a:pt x="103126" y="202"/>
                  <a:pt x="112957" y="3641"/>
                  <a:pt x="120245" y="10518"/>
                </a:cubicBezTo>
                <a:cubicBezTo>
                  <a:pt x="121482" y="11867"/>
                  <a:pt x="122513" y="13013"/>
                  <a:pt x="123338" y="13957"/>
                </a:cubicBezTo>
                <a:cubicBezTo>
                  <a:pt x="124163" y="14901"/>
                  <a:pt x="124713" y="15575"/>
                  <a:pt x="124988" y="15980"/>
                </a:cubicBezTo>
                <a:lnTo>
                  <a:pt x="125195" y="16586"/>
                </a:lnTo>
                <a:cubicBezTo>
                  <a:pt x="125607" y="16586"/>
                  <a:pt x="127463" y="14833"/>
                  <a:pt x="130763" y="11327"/>
                </a:cubicBezTo>
                <a:cubicBezTo>
                  <a:pt x="131726" y="10518"/>
                  <a:pt x="132757" y="9574"/>
                  <a:pt x="133857" y="8495"/>
                </a:cubicBezTo>
                <a:cubicBezTo>
                  <a:pt x="134957" y="7417"/>
                  <a:pt x="136057" y="6338"/>
                  <a:pt x="137157" y="5259"/>
                </a:cubicBezTo>
                <a:cubicBezTo>
                  <a:pt x="138257" y="4180"/>
                  <a:pt x="138945" y="3439"/>
                  <a:pt x="139220" y="3034"/>
                </a:cubicBezTo>
                <a:lnTo>
                  <a:pt x="142313" y="0"/>
                </a:lnTo>
                <a:lnTo>
                  <a:pt x="143551" y="0"/>
                </a:lnTo>
                <a:cubicBezTo>
                  <a:pt x="145476" y="0"/>
                  <a:pt x="146438" y="472"/>
                  <a:pt x="146438" y="1416"/>
                </a:cubicBezTo>
                <a:cubicBezTo>
                  <a:pt x="146438" y="1955"/>
                  <a:pt x="144238" y="11192"/>
                  <a:pt x="139838" y="29127"/>
                </a:cubicBezTo>
                <a:cubicBezTo>
                  <a:pt x="134888" y="47871"/>
                  <a:pt x="132413" y="57310"/>
                  <a:pt x="132413" y="57445"/>
                </a:cubicBezTo>
                <a:cubicBezTo>
                  <a:pt x="132138" y="58120"/>
                  <a:pt x="131795" y="58524"/>
                  <a:pt x="131382" y="58659"/>
                </a:cubicBezTo>
                <a:cubicBezTo>
                  <a:pt x="130970" y="58794"/>
                  <a:pt x="129732" y="58929"/>
                  <a:pt x="127670" y="59063"/>
                </a:cubicBezTo>
                <a:lnTo>
                  <a:pt x="124370" y="59063"/>
                </a:lnTo>
                <a:cubicBezTo>
                  <a:pt x="123545" y="58254"/>
                  <a:pt x="123132" y="57648"/>
                  <a:pt x="123132" y="57243"/>
                </a:cubicBezTo>
                <a:cubicBezTo>
                  <a:pt x="123132" y="57108"/>
                  <a:pt x="123201" y="56636"/>
                  <a:pt x="123338" y="55827"/>
                </a:cubicBezTo>
                <a:cubicBezTo>
                  <a:pt x="123476" y="55018"/>
                  <a:pt x="123613" y="53670"/>
                  <a:pt x="123751" y="51782"/>
                </a:cubicBezTo>
                <a:cubicBezTo>
                  <a:pt x="123888" y="49894"/>
                  <a:pt x="123957" y="47736"/>
                  <a:pt x="123957" y="45309"/>
                </a:cubicBezTo>
                <a:cubicBezTo>
                  <a:pt x="123957" y="35735"/>
                  <a:pt x="121757" y="27374"/>
                  <a:pt x="117357" y="20227"/>
                </a:cubicBezTo>
                <a:cubicBezTo>
                  <a:pt x="112957" y="13080"/>
                  <a:pt x="105463" y="9439"/>
                  <a:pt x="94876" y="9305"/>
                </a:cubicBezTo>
                <a:cubicBezTo>
                  <a:pt x="92401" y="9305"/>
                  <a:pt x="89719" y="9507"/>
                  <a:pt x="86832" y="9911"/>
                </a:cubicBezTo>
                <a:cubicBezTo>
                  <a:pt x="83944" y="10316"/>
                  <a:pt x="80301" y="11192"/>
                  <a:pt x="75900" y="12541"/>
                </a:cubicBezTo>
                <a:cubicBezTo>
                  <a:pt x="71500" y="13889"/>
                  <a:pt x="67307" y="15777"/>
                  <a:pt x="63319" y="18204"/>
                </a:cubicBezTo>
                <a:cubicBezTo>
                  <a:pt x="59332" y="20632"/>
                  <a:pt x="55000" y="23868"/>
                  <a:pt x="50325" y="27914"/>
                </a:cubicBezTo>
                <a:cubicBezTo>
                  <a:pt x="45650" y="31959"/>
                  <a:pt x="41663" y="36746"/>
                  <a:pt x="38363" y="42275"/>
                </a:cubicBezTo>
                <a:cubicBezTo>
                  <a:pt x="35063" y="47804"/>
                  <a:pt x="31831" y="54681"/>
                  <a:pt x="28669" y="62907"/>
                </a:cubicBezTo>
                <a:cubicBezTo>
                  <a:pt x="25506" y="71132"/>
                  <a:pt x="23375" y="80167"/>
                  <a:pt x="22275" y="90011"/>
                </a:cubicBezTo>
                <a:cubicBezTo>
                  <a:pt x="22000" y="92438"/>
                  <a:pt x="21863" y="95068"/>
                  <a:pt x="21863" y="97900"/>
                </a:cubicBezTo>
                <a:cubicBezTo>
                  <a:pt x="21863" y="104372"/>
                  <a:pt x="22825" y="110103"/>
                  <a:pt x="24750" y="115093"/>
                </a:cubicBezTo>
                <a:cubicBezTo>
                  <a:pt x="26675" y="120082"/>
                  <a:pt x="29150" y="123925"/>
                  <a:pt x="32175" y="126622"/>
                </a:cubicBezTo>
                <a:cubicBezTo>
                  <a:pt x="35200" y="129319"/>
                  <a:pt x="38638" y="131612"/>
                  <a:pt x="42488" y="133500"/>
                </a:cubicBezTo>
                <a:cubicBezTo>
                  <a:pt x="46338" y="135387"/>
                  <a:pt x="49913" y="136534"/>
                  <a:pt x="53213" y="136938"/>
                </a:cubicBezTo>
                <a:cubicBezTo>
                  <a:pt x="56513" y="137343"/>
                  <a:pt x="59607" y="137612"/>
                  <a:pt x="62494" y="137747"/>
                </a:cubicBezTo>
                <a:cubicBezTo>
                  <a:pt x="69919" y="137747"/>
                  <a:pt x="76725" y="136197"/>
                  <a:pt x="82913" y="133095"/>
                </a:cubicBezTo>
                <a:cubicBezTo>
                  <a:pt x="89101" y="129994"/>
                  <a:pt x="93363" y="126016"/>
                  <a:pt x="95701" y="121161"/>
                </a:cubicBezTo>
                <a:cubicBezTo>
                  <a:pt x="96113" y="120082"/>
                  <a:pt x="97144" y="116374"/>
                  <a:pt x="98794" y="110036"/>
                </a:cubicBezTo>
                <a:cubicBezTo>
                  <a:pt x="100444" y="103698"/>
                  <a:pt x="101269" y="100125"/>
                  <a:pt x="101269" y="99316"/>
                </a:cubicBezTo>
                <a:cubicBezTo>
                  <a:pt x="101269" y="98237"/>
                  <a:pt x="100376" y="97563"/>
                  <a:pt x="98588" y="97293"/>
                </a:cubicBezTo>
                <a:cubicBezTo>
                  <a:pt x="96801" y="97023"/>
                  <a:pt x="92676" y="96821"/>
                  <a:pt x="86213" y="96686"/>
                </a:cubicBezTo>
                <a:lnTo>
                  <a:pt x="78582" y="96686"/>
                </a:lnTo>
                <a:cubicBezTo>
                  <a:pt x="77757" y="95877"/>
                  <a:pt x="77344" y="95338"/>
                  <a:pt x="77344" y="95068"/>
                </a:cubicBezTo>
                <a:cubicBezTo>
                  <a:pt x="77344" y="94798"/>
                  <a:pt x="77482" y="93517"/>
                  <a:pt x="77757" y="91225"/>
                </a:cubicBezTo>
                <a:cubicBezTo>
                  <a:pt x="78307" y="89472"/>
                  <a:pt x="78994" y="88191"/>
                  <a:pt x="79819" y="87382"/>
                </a:cubicBezTo>
                <a:lnTo>
                  <a:pt x="83326" y="87382"/>
                </a:lnTo>
                <a:cubicBezTo>
                  <a:pt x="88826" y="87651"/>
                  <a:pt x="98451" y="87786"/>
                  <a:pt x="112201" y="87786"/>
                </a:cubicBezTo>
                <a:cubicBezTo>
                  <a:pt x="117701" y="87786"/>
                  <a:pt x="122170" y="87786"/>
                  <a:pt x="125607" y="87786"/>
                </a:cubicBezTo>
                <a:cubicBezTo>
                  <a:pt x="129045" y="87786"/>
                  <a:pt x="131520" y="87719"/>
                  <a:pt x="133032" y="87584"/>
                </a:cubicBezTo>
                <a:cubicBezTo>
                  <a:pt x="134545" y="87449"/>
                  <a:pt x="135370" y="87449"/>
                  <a:pt x="135507" y="87584"/>
                </a:cubicBezTo>
                <a:cubicBezTo>
                  <a:pt x="137432" y="87584"/>
                  <a:pt x="138395" y="88191"/>
                  <a:pt x="138395" y="89404"/>
                </a:cubicBezTo>
                <a:cubicBezTo>
                  <a:pt x="138395" y="89674"/>
                  <a:pt x="138257" y="90618"/>
                  <a:pt x="137982" y="92236"/>
                </a:cubicBezTo>
                <a:cubicBezTo>
                  <a:pt x="137295" y="94798"/>
                  <a:pt x="136607" y="96214"/>
                  <a:pt x="135920" y="96484"/>
                </a:cubicBezTo>
                <a:cubicBezTo>
                  <a:pt x="135507" y="96619"/>
                  <a:pt x="134476" y="96686"/>
                  <a:pt x="132826" y="96686"/>
                </a:cubicBezTo>
                <a:cubicBezTo>
                  <a:pt x="130076" y="96686"/>
                  <a:pt x="127257" y="96888"/>
                  <a:pt x="124370" y="97293"/>
                </a:cubicBezTo>
                <a:cubicBezTo>
                  <a:pt x="123407" y="97697"/>
                  <a:pt x="122720" y="98304"/>
                  <a:pt x="122307" y="99113"/>
                </a:cubicBezTo>
                <a:cubicBezTo>
                  <a:pt x="121895" y="99922"/>
                  <a:pt x="120932" y="103361"/>
                  <a:pt x="119420" y="109429"/>
                </a:cubicBezTo>
                <a:cubicBezTo>
                  <a:pt x="118182" y="113879"/>
                  <a:pt x="117151" y="117655"/>
                  <a:pt x="116326" y="120756"/>
                </a:cubicBezTo>
                <a:cubicBezTo>
                  <a:pt x="112888" y="134511"/>
                  <a:pt x="110963" y="141591"/>
                  <a:pt x="110551" y="141995"/>
                </a:cubicBezTo>
                <a:cubicBezTo>
                  <a:pt x="110276" y="142265"/>
                  <a:pt x="109932" y="142400"/>
                  <a:pt x="109519" y="142400"/>
                </a:cubicBezTo>
                <a:cubicBezTo>
                  <a:pt x="108144" y="142400"/>
                  <a:pt x="106219" y="141051"/>
                  <a:pt x="103744" y="138354"/>
                </a:cubicBezTo>
                <a:cubicBezTo>
                  <a:pt x="101269" y="135657"/>
                  <a:pt x="99688" y="133567"/>
                  <a:pt x="99001" y="132084"/>
                </a:cubicBezTo>
                <a:cubicBezTo>
                  <a:pt x="99001" y="131949"/>
                  <a:pt x="98863" y="131949"/>
                  <a:pt x="98588" y="132084"/>
                </a:cubicBezTo>
                <a:cubicBezTo>
                  <a:pt x="98313" y="132219"/>
                  <a:pt x="97901" y="132556"/>
                  <a:pt x="97351" y="133095"/>
                </a:cubicBezTo>
                <a:cubicBezTo>
                  <a:pt x="87176" y="142400"/>
                  <a:pt x="73425" y="147052"/>
                  <a:pt x="56100" y="147052"/>
                </a:cubicBezTo>
                <a:cubicBezTo>
                  <a:pt x="39463" y="147052"/>
                  <a:pt x="25988" y="141860"/>
                  <a:pt x="15675" y="131477"/>
                </a:cubicBezTo>
                <a:cubicBezTo>
                  <a:pt x="5363" y="121094"/>
                  <a:pt x="138" y="107811"/>
                  <a:pt x="0" y="916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787890-5DE0-47EC-B56A-EDD8F77B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073" y="862384"/>
            <a:ext cx="146438" cy="147052"/>
          </a:xfrm>
          <a:custGeom xmlns:a="http://schemas.openxmlformats.org/drawingml/2006/main">
            <a:pathLst>
              <a:path w="146438" h="147052" fill="none">
                <a:moveTo>
                  <a:pt x="0" y="91629"/>
                </a:moveTo>
                <a:cubicBezTo>
                  <a:pt x="0" y="76122"/>
                  <a:pt x="4606" y="61221"/>
                  <a:pt x="13819" y="46927"/>
                </a:cubicBezTo>
                <a:cubicBezTo>
                  <a:pt x="23031" y="32633"/>
                  <a:pt x="34650" y="21306"/>
                  <a:pt x="48675" y="12945"/>
                </a:cubicBezTo>
                <a:cubicBezTo>
                  <a:pt x="62700" y="4585"/>
                  <a:pt x="76725" y="337"/>
                  <a:pt x="90751" y="202"/>
                </a:cubicBezTo>
                <a:cubicBezTo>
                  <a:pt x="103126" y="202"/>
                  <a:pt x="112957" y="3641"/>
                  <a:pt x="120245" y="10518"/>
                </a:cubicBezTo>
                <a:cubicBezTo>
                  <a:pt x="121482" y="11867"/>
                  <a:pt x="122513" y="13013"/>
                  <a:pt x="123338" y="13957"/>
                </a:cubicBezTo>
                <a:cubicBezTo>
                  <a:pt x="124163" y="14901"/>
                  <a:pt x="124713" y="15575"/>
                  <a:pt x="124988" y="15980"/>
                </a:cubicBezTo>
                <a:lnTo>
                  <a:pt x="125195" y="16586"/>
                </a:lnTo>
                <a:cubicBezTo>
                  <a:pt x="125607" y="16586"/>
                  <a:pt x="127463" y="14833"/>
                  <a:pt x="130763" y="11327"/>
                </a:cubicBezTo>
                <a:cubicBezTo>
                  <a:pt x="131726" y="10518"/>
                  <a:pt x="132757" y="9574"/>
                  <a:pt x="133857" y="8495"/>
                </a:cubicBezTo>
                <a:cubicBezTo>
                  <a:pt x="134957" y="7417"/>
                  <a:pt x="136057" y="6338"/>
                  <a:pt x="137157" y="5259"/>
                </a:cubicBezTo>
                <a:cubicBezTo>
                  <a:pt x="138257" y="4180"/>
                  <a:pt x="138945" y="3439"/>
                  <a:pt x="139220" y="3034"/>
                </a:cubicBezTo>
                <a:lnTo>
                  <a:pt x="142313" y="0"/>
                </a:lnTo>
                <a:lnTo>
                  <a:pt x="143551" y="0"/>
                </a:lnTo>
                <a:cubicBezTo>
                  <a:pt x="145476" y="0"/>
                  <a:pt x="146438" y="472"/>
                  <a:pt x="146438" y="1416"/>
                </a:cubicBezTo>
                <a:cubicBezTo>
                  <a:pt x="146438" y="1955"/>
                  <a:pt x="144238" y="11192"/>
                  <a:pt x="139838" y="29127"/>
                </a:cubicBezTo>
                <a:cubicBezTo>
                  <a:pt x="134888" y="47871"/>
                  <a:pt x="132413" y="57310"/>
                  <a:pt x="132413" y="57445"/>
                </a:cubicBezTo>
                <a:cubicBezTo>
                  <a:pt x="132138" y="58120"/>
                  <a:pt x="131795" y="58524"/>
                  <a:pt x="131382" y="58659"/>
                </a:cubicBezTo>
                <a:cubicBezTo>
                  <a:pt x="130970" y="58794"/>
                  <a:pt x="129732" y="58929"/>
                  <a:pt x="127670" y="59063"/>
                </a:cubicBezTo>
                <a:lnTo>
                  <a:pt x="124370" y="59063"/>
                </a:lnTo>
                <a:cubicBezTo>
                  <a:pt x="123545" y="58254"/>
                  <a:pt x="123132" y="57648"/>
                  <a:pt x="123132" y="57243"/>
                </a:cubicBezTo>
                <a:cubicBezTo>
                  <a:pt x="123132" y="57108"/>
                  <a:pt x="123201" y="56636"/>
                  <a:pt x="123338" y="55827"/>
                </a:cubicBezTo>
                <a:cubicBezTo>
                  <a:pt x="123476" y="55018"/>
                  <a:pt x="123613" y="53670"/>
                  <a:pt x="123751" y="51782"/>
                </a:cubicBezTo>
                <a:cubicBezTo>
                  <a:pt x="123888" y="49894"/>
                  <a:pt x="123957" y="47736"/>
                  <a:pt x="123957" y="45309"/>
                </a:cubicBezTo>
                <a:cubicBezTo>
                  <a:pt x="123957" y="35735"/>
                  <a:pt x="121757" y="27374"/>
                  <a:pt x="117357" y="20227"/>
                </a:cubicBezTo>
                <a:cubicBezTo>
                  <a:pt x="112957" y="13080"/>
                  <a:pt x="105463" y="9439"/>
                  <a:pt x="94876" y="9305"/>
                </a:cubicBezTo>
                <a:cubicBezTo>
                  <a:pt x="92401" y="9305"/>
                  <a:pt x="89719" y="9507"/>
                  <a:pt x="86832" y="9911"/>
                </a:cubicBezTo>
                <a:cubicBezTo>
                  <a:pt x="83944" y="10316"/>
                  <a:pt x="80301" y="11192"/>
                  <a:pt x="75900" y="12541"/>
                </a:cubicBezTo>
                <a:cubicBezTo>
                  <a:pt x="71500" y="13889"/>
                  <a:pt x="67307" y="15777"/>
                  <a:pt x="63319" y="18204"/>
                </a:cubicBezTo>
                <a:cubicBezTo>
                  <a:pt x="59332" y="20632"/>
                  <a:pt x="55000" y="23868"/>
                  <a:pt x="50325" y="27914"/>
                </a:cubicBezTo>
                <a:cubicBezTo>
                  <a:pt x="45650" y="31959"/>
                  <a:pt x="41663" y="36746"/>
                  <a:pt x="38363" y="42275"/>
                </a:cubicBezTo>
                <a:cubicBezTo>
                  <a:pt x="35063" y="47804"/>
                  <a:pt x="31831" y="54681"/>
                  <a:pt x="28669" y="62907"/>
                </a:cubicBezTo>
                <a:cubicBezTo>
                  <a:pt x="25506" y="71132"/>
                  <a:pt x="23375" y="80167"/>
                  <a:pt x="22275" y="90011"/>
                </a:cubicBezTo>
                <a:cubicBezTo>
                  <a:pt x="22000" y="92438"/>
                  <a:pt x="21863" y="95068"/>
                  <a:pt x="21863" y="97900"/>
                </a:cubicBezTo>
                <a:cubicBezTo>
                  <a:pt x="21863" y="104372"/>
                  <a:pt x="22825" y="110103"/>
                  <a:pt x="24750" y="115093"/>
                </a:cubicBezTo>
                <a:cubicBezTo>
                  <a:pt x="26675" y="120082"/>
                  <a:pt x="29150" y="123925"/>
                  <a:pt x="32175" y="126622"/>
                </a:cubicBezTo>
                <a:cubicBezTo>
                  <a:pt x="35200" y="129319"/>
                  <a:pt x="38638" y="131612"/>
                  <a:pt x="42488" y="133500"/>
                </a:cubicBezTo>
                <a:cubicBezTo>
                  <a:pt x="46338" y="135387"/>
                  <a:pt x="49913" y="136534"/>
                  <a:pt x="53213" y="136938"/>
                </a:cubicBezTo>
                <a:cubicBezTo>
                  <a:pt x="56513" y="137343"/>
                  <a:pt x="59607" y="137612"/>
                  <a:pt x="62494" y="137747"/>
                </a:cubicBezTo>
                <a:cubicBezTo>
                  <a:pt x="69919" y="137747"/>
                  <a:pt x="76725" y="136197"/>
                  <a:pt x="82913" y="133095"/>
                </a:cubicBezTo>
                <a:cubicBezTo>
                  <a:pt x="89101" y="129994"/>
                  <a:pt x="93363" y="126016"/>
                  <a:pt x="95701" y="121161"/>
                </a:cubicBezTo>
                <a:cubicBezTo>
                  <a:pt x="96113" y="120082"/>
                  <a:pt x="97144" y="116374"/>
                  <a:pt x="98794" y="110036"/>
                </a:cubicBezTo>
                <a:cubicBezTo>
                  <a:pt x="100444" y="103698"/>
                  <a:pt x="101269" y="100125"/>
                  <a:pt x="101269" y="99316"/>
                </a:cubicBezTo>
                <a:cubicBezTo>
                  <a:pt x="101269" y="98237"/>
                  <a:pt x="100376" y="97563"/>
                  <a:pt x="98588" y="97293"/>
                </a:cubicBezTo>
                <a:cubicBezTo>
                  <a:pt x="96801" y="97023"/>
                  <a:pt x="92676" y="96821"/>
                  <a:pt x="86213" y="96686"/>
                </a:cubicBezTo>
                <a:lnTo>
                  <a:pt x="78582" y="96686"/>
                </a:lnTo>
                <a:cubicBezTo>
                  <a:pt x="77757" y="95877"/>
                  <a:pt x="77344" y="95338"/>
                  <a:pt x="77344" y="95068"/>
                </a:cubicBezTo>
                <a:cubicBezTo>
                  <a:pt x="77344" y="94798"/>
                  <a:pt x="77482" y="93517"/>
                  <a:pt x="77757" y="91225"/>
                </a:cubicBezTo>
                <a:cubicBezTo>
                  <a:pt x="78307" y="89472"/>
                  <a:pt x="78994" y="88191"/>
                  <a:pt x="79819" y="87382"/>
                </a:cubicBezTo>
                <a:lnTo>
                  <a:pt x="83326" y="87382"/>
                </a:lnTo>
                <a:cubicBezTo>
                  <a:pt x="88826" y="87651"/>
                  <a:pt x="98451" y="87786"/>
                  <a:pt x="112201" y="87786"/>
                </a:cubicBezTo>
                <a:cubicBezTo>
                  <a:pt x="117701" y="87786"/>
                  <a:pt x="122170" y="87786"/>
                  <a:pt x="125607" y="87786"/>
                </a:cubicBezTo>
                <a:cubicBezTo>
                  <a:pt x="129045" y="87786"/>
                  <a:pt x="131520" y="87719"/>
                  <a:pt x="133032" y="87584"/>
                </a:cubicBezTo>
                <a:cubicBezTo>
                  <a:pt x="134545" y="87449"/>
                  <a:pt x="135370" y="87449"/>
                  <a:pt x="135507" y="87584"/>
                </a:cubicBezTo>
                <a:cubicBezTo>
                  <a:pt x="137432" y="87584"/>
                  <a:pt x="138395" y="88191"/>
                  <a:pt x="138395" y="89404"/>
                </a:cubicBezTo>
                <a:cubicBezTo>
                  <a:pt x="138395" y="89674"/>
                  <a:pt x="138257" y="90618"/>
                  <a:pt x="137982" y="92236"/>
                </a:cubicBezTo>
                <a:cubicBezTo>
                  <a:pt x="137295" y="94798"/>
                  <a:pt x="136607" y="96214"/>
                  <a:pt x="135920" y="96484"/>
                </a:cubicBezTo>
                <a:cubicBezTo>
                  <a:pt x="135507" y="96619"/>
                  <a:pt x="134476" y="96686"/>
                  <a:pt x="132826" y="96686"/>
                </a:cubicBezTo>
                <a:cubicBezTo>
                  <a:pt x="130076" y="96686"/>
                  <a:pt x="127257" y="96888"/>
                  <a:pt x="124370" y="97293"/>
                </a:cubicBezTo>
                <a:cubicBezTo>
                  <a:pt x="123407" y="97697"/>
                  <a:pt x="122720" y="98304"/>
                  <a:pt x="122307" y="99113"/>
                </a:cubicBezTo>
                <a:cubicBezTo>
                  <a:pt x="121895" y="99922"/>
                  <a:pt x="120932" y="103361"/>
                  <a:pt x="119420" y="109429"/>
                </a:cubicBezTo>
                <a:cubicBezTo>
                  <a:pt x="118182" y="113879"/>
                  <a:pt x="117151" y="117655"/>
                  <a:pt x="116326" y="120756"/>
                </a:cubicBezTo>
                <a:cubicBezTo>
                  <a:pt x="112888" y="134511"/>
                  <a:pt x="110963" y="141591"/>
                  <a:pt x="110551" y="141995"/>
                </a:cubicBezTo>
                <a:cubicBezTo>
                  <a:pt x="110276" y="142265"/>
                  <a:pt x="109932" y="142400"/>
                  <a:pt x="109519" y="142400"/>
                </a:cubicBezTo>
                <a:cubicBezTo>
                  <a:pt x="108144" y="142400"/>
                  <a:pt x="106219" y="141051"/>
                  <a:pt x="103744" y="138354"/>
                </a:cubicBezTo>
                <a:cubicBezTo>
                  <a:pt x="101269" y="135657"/>
                  <a:pt x="99688" y="133567"/>
                  <a:pt x="99001" y="132084"/>
                </a:cubicBezTo>
                <a:cubicBezTo>
                  <a:pt x="99001" y="131949"/>
                  <a:pt x="98863" y="131949"/>
                  <a:pt x="98588" y="132084"/>
                </a:cubicBezTo>
                <a:cubicBezTo>
                  <a:pt x="98313" y="132219"/>
                  <a:pt x="97901" y="132556"/>
                  <a:pt x="97351" y="133095"/>
                </a:cubicBezTo>
                <a:cubicBezTo>
                  <a:pt x="87176" y="142400"/>
                  <a:pt x="73425" y="147052"/>
                  <a:pt x="56100" y="147052"/>
                </a:cubicBezTo>
                <a:cubicBezTo>
                  <a:pt x="39463" y="147052"/>
                  <a:pt x="25988" y="141860"/>
                  <a:pt x="15675" y="131477"/>
                </a:cubicBezTo>
                <a:cubicBezTo>
                  <a:pt x="5363" y="121094"/>
                  <a:pt x="138" y="107811"/>
                  <a:pt x="0" y="9162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4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67A61E-81AB-4EDA-89E6-F558EF45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368" y="940084"/>
            <a:ext cx="61390" cy="98388"/>
          </a:xfrm>
          <a:custGeom xmlns:a="http://schemas.openxmlformats.org/drawingml/2006/main">
            <a:pathLst>
              <a:path w="61390" h="98388">
                <a:moveTo>
                  <a:pt x="8312" y="11584"/>
                </a:moveTo>
                <a:cubicBezTo>
                  <a:pt x="13756" y="3861"/>
                  <a:pt x="21192" y="0"/>
                  <a:pt x="30622" y="0"/>
                </a:cubicBezTo>
                <a:cubicBezTo>
                  <a:pt x="35288" y="0"/>
                  <a:pt x="39955" y="1239"/>
                  <a:pt x="44621" y="3718"/>
                </a:cubicBezTo>
                <a:cubicBezTo>
                  <a:pt x="49287" y="6197"/>
                  <a:pt x="53078" y="10582"/>
                  <a:pt x="55995" y="16875"/>
                </a:cubicBezTo>
                <a:cubicBezTo>
                  <a:pt x="59592" y="24788"/>
                  <a:pt x="61390" y="35656"/>
                  <a:pt x="61390" y="49480"/>
                </a:cubicBezTo>
                <a:cubicBezTo>
                  <a:pt x="61390" y="64258"/>
                  <a:pt x="59300" y="75555"/>
                  <a:pt x="55120" y="83373"/>
                </a:cubicBezTo>
                <a:cubicBezTo>
                  <a:pt x="53176" y="87377"/>
                  <a:pt x="50502" y="90571"/>
                  <a:pt x="47100" y="92954"/>
                </a:cubicBezTo>
                <a:cubicBezTo>
                  <a:pt x="43697" y="95338"/>
                  <a:pt x="40732" y="96815"/>
                  <a:pt x="38205" y="97387"/>
                </a:cubicBezTo>
                <a:cubicBezTo>
                  <a:pt x="35677" y="97959"/>
                  <a:pt x="33198" y="98293"/>
                  <a:pt x="30768" y="98388"/>
                </a:cubicBezTo>
                <a:cubicBezTo>
                  <a:pt x="28240" y="98388"/>
                  <a:pt x="25713" y="98102"/>
                  <a:pt x="23185" y="97530"/>
                </a:cubicBezTo>
                <a:cubicBezTo>
                  <a:pt x="20658" y="96958"/>
                  <a:pt x="17693" y="95433"/>
                  <a:pt x="14290" y="92954"/>
                </a:cubicBezTo>
                <a:cubicBezTo>
                  <a:pt x="10888" y="90475"/>
                  <a:pt x="8215" y="87282"/>
                  <a:pt x="6270" y="83373"/>
                </a:cubicBezTo>
                <a:cubicBezTo>
                  <a:pt x="2090" y="75555"/>
                  <a:pt x="0" y="64258"/>
                  <a:pt x="0" y="49480"/>
                </a:cubicBezTo>
                <a:cubicBezTo>
                  <a:pt x="0" y="32891"/>
                  <a:pt x="2771" y="20259"/>
                  <a:pt x="8312" y="11584"/>
                </a:cubicBezTo>
                <a:close/>
                <a:moveTo>
                  <a:pt x="41121" y="9867"/>
                </a:moveTo>
                <a:cubicBezTo>
                  <a:pt x="38205" y="6817"/>
                  <a:pt x="34754" y="5291"/>
                  <a:pt x="30768" y="5291"/>
                </a:cubicBezTo>
                <a:cubicBezTo>
                  <a:pt x="26685" y="5291"/>
                  <a:pt x="23185" y="6817"/>
                  <a:pt x="20269" y="9867"/>
                </a:cubicBezTo>
                <a:cubicBezTo>
                  <a:pt x="17839" y="12346"/>
                  <a:pt x="16235" y="15778"/>
                  <a:pt x="15457" y="20164"/>
                </a:cubicBezTo>
                <a:cubicBezTo>
                  <a:pt x="14679" y="24549"/>
                  <a:pt x="14290" y="33702"/>
                  <a:pt x="14290" y="47621"/>
                </a:cubicBezTo>
                <a:cubicBezTo>
                  <a:pt x="14290" y="62684"/>
                  <a:pt x="14679" y="72600"/>
                  <a:pt x="15457" y="77366"/>
                </a:cubicBezTo>
                <a:cubicBezTo>
                  <a:pt x="16235" y="82133"/>
                  <a:pt x="17984" y="85899"/>
                  <a:pt x="20706" y="88664"/>
                </a:cubicBezTo>
                <a:cubicBezTo>
                  <a:pt x="23428" y="91524"/>
                  <a:pt x="26782" y="92954"/>
                  <a:pt x="30768" y="92954"/>
                </a:cubicBezTo>
                <a:cubicBezTo>
                  <a:pt x="34656" y="92954"/>
                  <a:pt x="37962" y="91524"/>
                  <a:pt x="40684" y="88664"/>
                </a:cubicBezTo>
                <a:cubicBezTo>
                  <a:pt x="43503" y="85804"/>
                  <a:pt x="45253" y="81800"/>
                  <a:pt x="45933" y="76651"/>
                </a:cubicBezTo>
                <a:cubicBezTo>
                  <a:pt x="46614" y="71503"/>
                  <a:pt x="47003" y="61826"/>
                  <a:pt x="47100" y="47621"/>
                </a:cubicBezTo>
                <a:cubicBezTo>
                  <a:pt x="47100" y="33797"/>
                  <a:pt x="46711" y="24692"/>
                  <a:pt x="45933" y="20307"/>
                </a:cubicBezTo>
                <a:cubicBezTo>
                  <a:pt x="45155" y="15921"/>
                  <a:pt x="43551" y="12442"/>
                  <a:pt x="41121" y="98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BE13D5-1AE0-4C7C-A1B9-0372884D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368" y="940084"/>
            <a:ext cx="61390" cy="98388"/>
          </a:xfrm>
          <a:custGeom xmlns:a="http://schemas.openxmlformats.org/drawingml/2006/main">
            <a:pathLst>
              <a:path w="61390" h="98388" fill="none">
                <a:moveTo>
                  <a:pt x="8312" y="11584"/>
                </a:moveTo>
                <a:cubicBezTo>
                  <a:pt x="13756" y="3861"/>
                  <a:pt x="21192" y="0"/>
                  <a:pt x="30622" y="0"/>
                </a:cubicBezTo>
                <a:cubicBezTo>
                  <a:pt x="35288" y="0"/>
                  <a:pt x="39955" y="1239"/>
                  <a:pt x="44621" y="3718"/>
                </a:cubicBezTo>
                <a:cubicBezTo>
                  <a:pt x="49287" y="6197"/>
                  <a:pt x="53078" y="10582"/>
                  <a:pt x="55995" y="16875"/>
                </a:cubicBezTo>
                <a:cubicBezTo>
                  <a:pt x="59592" y="24788"/>
                  <a:pt x="61390" y="35656"/>
                  <a:pt x="61390" y="49480"/>
                </a:cubicBezTo>
                <a:cubicBezTo>
                  <a:pt x="61390" y="64258"/>
                  <a:pt x="59300" y="75555"/>
                  <a:pt x="55120" y="83373"/>
                </a:cubicBezTo>
                <a:cubicBezTo>
                  <a:pt x="53176" y="87377"/>
                  <a:pt x="50502" y="90571"/>
                  <a:pt x="47100" y="92954"/>
                </a:cubicBezTo>
                <a:cubicBezTo>
                  <a:pt x="43697" y="95338"/>
                  <a:pt x="40732" y="96815"/>
                  <a:pt x="38205" y="97387"/>
                </a:cubicBezTo>
                <a:cubicBezTo>
                  <a:pt x="35677" y="97959"/>
                  <a:pt x="33198" y="98293"/>
                  <a:pt x="30768" y="98388"/>
                </a:cubicBezTo>
                <a:cubicBezTo>
                  <a:pt x="28240" y="98388"/>
                  <a:pt x="25713" y="98102"/>
                  <a:pt x="23185" y="97530"/>
                </a:cubicBezTo>
                <a:cubicBezTo>
                  <a:pt x="20658" y="96958"/>
                  <a:pt x="17693" y="95433"/>
                  <a:pt x="14290" y="92954"/>
                </a:cubicBezTo>
                <a:cubicBezTo>
                  <a:pt x="10888" y="90475"/>
                  <a:pt x="8215" y="87282"/>
                  <a:pt x="6270" y="83373"/>
                </a:cubicBezTo>
                <a:cubicBezTo>
                  <a:pt x="2090" y="75555"/>
                  <a:pt x="0" y="64258"/>
                  <a:pt x="0" y="49480"/>
                </a:cubicBezTo>
                <a:cubicBezTo>
                  <a:pt x="0" y="32891"/>
                  <a:pt x="2771" y="20259"/>
                  <a:pt x="8312" y="11584"/>
                </a:cubicBezTo>
                <a:close/>
                <a:moveTo>
                  <a:pt x="41121" y="9867"/>
                </a:moveTo>
                <a:cubicBezTo>
                  <a:pt x="38205" y="6817"/>
                  <a:pt x="34754" y="5291"/>
                  <a:pt x="30768" y="5291"/>
                </a:cubicBezTo>
                <a:cubicBezTo>
                  <a:pt x="26685" y="5291"/>
                  <a:pt x="23185" y="6817"/>
                  <a:pt x="20269" y="9867"/>
                </a:cubicBezTo>
                <a:cubicBezTo>
                  <a:pt x="17839" y="12346"/>
                  <a:pt x="16235" y="15778"/>
                  <a:pt x="15457" y="20164"/>
                </a:cubicBezTo>
                <a:cubicBezTo>
                  <a:pt x="14679" y="24549"/>
                  <a:pt x="14290" y="33702"/>
                  <a:pt x="14290" y="47621"/>
                </a:cubicBezTo>
                <a:cubicBezTo>
                  <a:pt x="14290" y="62684"/>
                  <a:pt x="14679" y="72600"/>
                  <a:pt x="15457" y="77366"/>
                </a:cubicBezTo>
                <a:cubicBezTo>
                  <a:pt x="16235" y="82133"/>
                  <a:pt x="17984" y="85899"/>
                  <a:pt x="20706" y="88664"/>
                </a:cubicBezTo>
                <a:cubicBezTo>
                  <a:pt x="23428" y="91524"/>
                  <a:pt x="26782" y="92954"/>
                  <a:pt x="30768" y="92954"/>
                </a:cubicBezTo>
                <a:cubicBezTo>
                  <a:pt x="34656" y="92954"/>
                  <a:pt x="37962" y="91524"/>
                  <a:pt x="40684" y="88664"/>
                </a:cubicBezTo>
                <a:cubicBezTo>
                  <a:pt x="43503" y="85804"/>
                  <a:pt x="45253" y="81800"/>
                  <a:pt x="45933" y="76651"/>
                </a:cubicBezTo>
                <a:cubicBezTo>
                  <a:pt x="46614" y="71503"/>
                  <a:pt x="47003" y="61826"/>
                  <a:pt x="47100" y="47621"/>
                </a:cubicBezTo>
                <a:cubicBezTo>
                  <a:pt x="47100" y="33797"/>
                  <a:pt x="46711" y="24692"/>
                  <a:pt x="45933" y="20307"/>
                </a:cubicBezTo>
                <a:cubicBezTo>
                  <a:pt x="45155" y="15921"/>
                  <a:pt x="43551" y="12442"/>
                  <a:pt x="41121" y="986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4" cap="flat">
            <a:solidFill>
              <a:srgbClr val="000000">
                <a:alpha val="8960"/>
              </a:srgbClr>
            </a:solidFill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08C89F-936E-4AE4-B1BE-A5803185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247" y="853282"/>
            <a:ext cx="49294" cy="202272"/>
          </a:xfrm>
          <a:custGeom xmlns:a="http://schemas.openxmlformats.org/drawingml/2006/main">
            <a:pathLst>
              <a:path w="49294" h="202272">
                <a:moveTo>
                  <a:pt x="1031" y="202"/>
                </a:moveTo>
                <a:lnTo>
                  <a:pt x="1856" y="0"/>
                </a:lnTo>
                <a:cubicBezTo>
                  <a:pt x="2544" y="0"/>
                  <a:pt x="3231" y="0"/>
                  <a:pt x="3919" y="0"/>
                </a:cubicBezTo>
                <a:lnTo>
                  <a:pt x="6394" y="0"/>
                </a:lnTo>
                <a:lnTo>
                  <a:pt x="12169" y="4855"/>
                </a:lnTo>
                <a:cubicBezTo>
                  <a:pt x="25094" y="16317"/>
                  <a:pt x="34513" y="30611"/>
                  <a:pt x="40425" y="47736"/>
                </a:cubicBezTo>
                <a:cubicBezTo>
                  <a:pt x="46338" y="64862"/>
                  <a:pt x="49294" y="82662"/>
                  <a:pt x="49294" y="101136"/>
                </a:cubicBezTo>
                <a:cubicBezTo>
                  <a:pt x="49294" y="110306"/>
                  <a:pt x="48607" y="119138"/>
                  <a:pt x="47232" y="127634"/>
                </a:cubicBezTo>
                <a:cubicBezTo>
                  <a:pt x="45857" y="136129"/>
                  <a:pt x="44275" y="143344"/>
                  <a:pt x="42488" y="149277"/>
                </a:cubicBezTo>
                <a:cubicBezTo>
                  <a:pt x="40700" y="155210"/>
                  <a:pt x="38156" y="161143"/>
                  <a:pt x="34856" y="167077"/>
                </a:cubicBezTo>
                <a:cubicBezTo>
                  <a:pt x="31556" y="173010"/>
                  <a:pt x="28944" y="177528"/>
                  <a:pt x="27019" y="180629"/>
                </a:cubicBezTo>
                <a:cubicBezTo>
                  <a:pt x="25094" y="183731"/>
                  <a:pt x="22275" y="187169"/>
                  <a:pt x="18563" y="190945"/>
                </a:cubicBezTo>
                <a:cubicBezTo>
                  <a:pt x="14850" y="194721"/>
                  <a:pt x="12650" y="196946"/>
                  <a:pt x="11963" y="197620"/>
                </a:cubicBezTo>
                <a:cubicBezTo>
                  <a:pt x="11275" y="198294"/>
                  <a:pt x="9694" y="199575"/>
                  <a:pt x="7219" y="201463"/>
                </a:cubicBezTo>
                <a:cubicBezTo>
                  <a:pt x="6806" y="201868"/>
                  <a:pt x="6531" y="202137"/>
                  <a:pt x="6394" y="202272"/>
                </a:cubicBezTo>
                <a:lnTo>
                  <a:pt x="3919" y="202272"/>
                </a:lnTo>
                <a:cubicBezTo>
                  <a:pt x="2819" y="202272"/>
                  <a:pt x="2063" y="202272"/>
                  <a:pt x="1650" y="202272"/>
                </a:cubicBezTo>
                <a:cubicBezTo>
                  <a:pt x="1238" y="202272"/>
                  <a:pt x="894" y="202070"/>
                  <a:pt x="619" y="201665"/>
                </a:cubicBezTo>
                <a:cubicBezTo>
                  <a:pt x="344" y="201261"/>
                  <a:pt x="138" y="200654"/>
                  <a:pt x="0" y="199845"/>
                </a:cubicBezTo>
                <a:cubicBezTo>
                  <a:pt x="138" y="199710"/>
                  <a:pt x="894" y="198834"/>
                  <a:pt x="2269" y="197215"/>
                </a:cubicBezTo>
                <a:cubicBezTo>
                  <a:pt x="23581" y="175505"/>
                  <a:pt x="34238" y="143478"/>
                  <a:pt x="34238" y="101136"/>
                </a:cubicBezTo>
                <a:cubicBezTo>
                  <a:pt x="34238" y="58794"/>
                  <a:pt x="23581" y="26767"/>
                  <a:pt x="2269" y="5057"/>
                </a:cubicBezTo>
                <a:cubicBezTo>
                  <a:pt x="894" y="3439"/>
                  <a:pt x="138" y="2562"/>
                  <a:pt x="0" y="2427"/>
                </a:cubicBezTo>
                <a:cubicBezTo>
                  <a:pt x="0" y="1348"/>
                  <a:pt x="344" y="607"/>
                  <a:pt x="1031" y="2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E8EAED-AA36-460E-B959-F8AC62A9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247" y="853282"/>
            <a:ext cx="49294" cy="202272"/>
          </a:xfrm>
          <a:custGeom xmlns:a="http://schemas.openxmlformats.org/drawingml/2006/main">
            <a:pathLst>
              <a:path w="49294" h="202272" fill="none">
                <a:moveTo>
                  <a:pt x="1031" y="202"/>
                </a:moveTo>
                <a:lnTo>
                  <a:pt x="1856" y="0"/>
                </a:lnTo>
                <a:cubicBezTo>
                  <a:pt x="2544" y="0"/>
                  <a:pt x="3231" y="0"/>
                  <a:pt x="3919" y="0"/>
                </a:cubicBezTo>
                <a:lnTo>
                  <a:pt x="6394" y="0"/>
                </a:lnTo>
                <a:lnTo>
                  <a:pt x="12169" y="4855"/>
                </a:lnTo>
                <a:cubicBezTo>
                  <a:pt x="25094" y="16317"/>
                  <a:pt x="34513" y="30611"/>
                  <a:pt x="40425" y="47736"/>
                </a:cubicBezTo>
                <a:cubicBezTo>
                  <a:pt x="46338" y="64862"/>
                  <a:pt x="49294" y="82662"/>
                  <a:pt x="49294" y="101136"/>
                </a:cubicBezTo>
                <a:cubicBezTo>
                  <a:pt x="49294" y="110306"/>
                  <a:pt x="48607" y="119138"/>
                  <a:pt x="47232" y="127634"/>
                </a:cubicBezTo>
                <a:cubicBezTo>
                  <a:pt x="45857" y="136129"/>
                  <a:pt x="44275" y="143344"/>
                  <a:pt x="42488" y="149277"/>
                </a:cubicBezTo>
                <a:cubicBezTo>
                  <a:pt x="40700" y="155210"/>
                  <a:pt x="38156" y="161143"/>
                  <a:pt x="34856" y="167077"/>
                </a:cubicBezTo>
                <a:cubicBezTo>
                  <a:pt x="31556" y="173010"/>
                  <a:pt x="28944" y="177528"/>
                  <a:pt x="27019" y="180629"/>
                </a:cubicBezTo>
                <a:cubicBezTo>
                  <a:pt x="25094" y="183731"/>
                  <a:pt x="22275" y="187169"/>
                  <a:pt x="18563" y="190945"/>
                </a:cubicBezTo>
                <a:cubicBezTo>
                  <a:pt x="14850" y="194721"/>
                  <a:pt x="12650" y="196946"/>
                  <a:pt x="11963" y="197620"/>
                </a:cubicBezTo>
                <a:cubicBezTo>
                  <a:pt x="11275" y="198294"/>
                  <a:pt x="9694" y="199575"/>
                  <a:pt x="7219" y="201463"/>
                </a:cubicBezTo>
                <a:cubicBezTo>
                  <a:pt x="6806" y="201868"/>
                  <a:pt x="6531" y="202137"/>
                  <a:pt x="6394" y="202272"/>
                </a:cubicBezTo>
                <a:lnTo>
                  <a:pt x="3919" y="202272"/>
                </a:lnTo>
                <a:cubicBezTo>
                  <a:pt x="2819" y="202272"/>
                  <a:pt x="2063" y="202272"/>
                  <a:pt x="1650" y="202272"/>
                </a:cubicBezTo>
                <a:cubicBezTo>
                  <a:pt x="1238" y="202272"/>
                  <a:pt x="894" y="202070"/>
                  <a:pt x="619" y="201665"/>
                </a:cubicBezTo>
                <a:cubicBezTo>
                  <a:pt x="344" y="201261"/>
                  <a:pt x="138" y="200654"/>
                  <a:pt x="0" y="199845"/>
                </a:cubicBezTo>
                <a:cubicBezTo>
                  <a:pt x="138" y="199710"/>
                  <a:pt x="894" y="198834"/>
                  <a:pt x="2269" y="197215"/>
                </a:cubicBezTo>
                <a:cubicBezTo>
                  <a:pt x="23581" y="175505"/>
                  <a:pt x="34238" y="143478"/>
                  <a:pt x="34238" y="101136"/>
                </a:cubicBezTo>
                <a:cubicBezTo>
                  <a:pt x="34238" y="58794"/>
                  <a:pt x="23581" y="26767"/>
                  <a:pt x="2269" y="5057"/>
                </a:cubicBezTo>
                <a:cubicBezTo>
                  <a:pt x="894" y="3439"/>
                  <a:pt x="138" y="2562"/>
                  <a:pt x="0" y="2427"/>
                </a:cubicBezTo>
                <a:cubicBezTo>
                  <a:pt x="0" y="1348"/>
                  <a:pt x="344" y="607"/>
                  <a:pt x="1031" y="20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4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44C513-241D-445F-A759-DC8D8AB3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1872" y="2152707"/>
            <a:ext cx="148088" cy="138152"/>
          </a:xfrm>
          <a:custGeom xmlns:a="http://schemas.openxmlformats.org/drawingml/2006/main">
            <a:pathLst>
              <a:path w="148088" h="138152">
                <a:moveTo>
                  <a:pt x="52388" y="11125"/>
                </a:moveTo>
                <a:cubicBezTo>
                  <a:pt x="52388" y="10181"/>
                  <a:pt x="48469" y="9574"/>
                  <a:pt x="40632" y="9305"/>
                </a:cubicBezTo>
                <a:cubicBezTo>
                  <a:pt x="37331" y="9305"/>
                  <a:pt x="35200" y="9237"/>
                  <a:pt x="34238" y="9102"/>
                </a:cubicBezTo>
                <a:cubicBezTo>
                  <a:pt x="33275" y="8967"/>
                  <a:pt x="32794" y="8293"/>
                  <a:pt x="32794" y="7080"/>
                </a:cubicBezTo>
                <a:cubicBezTo>
                  <a:pt x="32794" y="6945"/>
                  <a:pt x="32931" y="6203"/>
                  <a:pt x="33206" y="4855"/>
                </a:cubicBezTo>
                <a:cubicBezTo>
                  <a:pt x="34031" y="2158"/>
                  <a:pt x="34650" y="674"/>
                  <a:pt x="35063" y="405"/>
                </a:cubicBezTo>
                <a:cubicBezTo>
                  <a:pt x="35475" y="135"/>
                  <a:pt x="48813" y="0"/>
                  <a:pt x="75075" y="0"/>
                </a:cubicBezTo>
                <a:cubicBezTo>
                  <a:pt x="101201" y="135"/>
                  <a:pt x="115157" y="337"/>
                  <a:pt x="116944" y="607"/>
                </a:cubicBezTo>
                <a:cubicBezTo>
                  <a:pt x="125745" y="2090"/>
                  <a:pt x="133101" y="5394"/>
                  <a:pt x="139013" y="10518"/>
                </a:cubicBezTo>
                <a:cubicBezTo>
                  <a:pt x="144926" y="15642"/>
                  <a:pt x="147951" y="22452"/>
                  <a:pt x="148088" y="30948"/>
                </a:cubicBezTo>
                <a:cubicBezTo>
                  <a:pt x="148088" y="41331"/>
                  <a:pt x="143551" y="50838"/>
                  <a:pt x="134476" y="59468"/>
                </a:cubicBezTo>
                <a:cubicBezTo>
                  <a:pt x="124988" y="68638"/>
                  <a:pt x="112751" y="74436"/>
                  <a:pt x="97763" y="76863"/>
                </a:cubicBezTo>
                <a:cubicBezTo>
                  <a:pt x="96801" y="76998"/>
                  <a:pt x="89582" y="77133"/>
                  <a:pt x="76107" y="77268"/>
                </a:cubicBezTo>
                <a:lnTo>
                  <a:pt x="56513" y="77268"/>
                </a:lnTo>
                <a:lnTo>
                  <a:pt x="50325" y="101338"/>
                </a:lnTo>
                <a:cubicBezTo>
                  <a:pt x="46200" y="116981"/>
                  <a:pt x="44138" y="125274"/>
                  <a:pt x="44138" y="126218"/>
                </a:cubicBezTo>
                <a:cubicBezTo>
                  <a:pt x="44138" y="126757"/>
                  <a:pt x="44207" y="127094"/>
                  <a:pt x="44344" y="127229"/>
                </a:cubicBezTo>
                <a:cubicBezTo>
                  <a:pt x="44482" y="127364"/>
                  <a:pt x="44963" y="127634"/>
                  <a:pt x="45788" y="128038"/>
                </a:cubicBezTo>
                <a:cubicBezTo>
                  <a:pt x="46613" y="128443"/>
                  <a:pt x="47782" y="128578"/>
                  <a:pt x="49294" y="128443"/>
                </a:cubicBezTo>
                <a:cubicBezTo>
                  <a:pt x="50807" y="128308"/>
                  <a:pt x="53075" y="128443"/>
                  <a:pt x="56100" y="128847"/>
                </a:cubicBezTo>
                <a:lnTo>
                  <a:pt x="62494" y="128847"/>
                </a:lnTo>
                <a:cubicBezTo>
                  <a:pt x="63319" y="130061"/>
                  <a:pt x="63732" y="130803"/>
                  <a:pt x="63732" y="131072"/>
                </a:cubicBezTo>
                <a:cubicBezTo>
                  <a:pt x="63732" y="133230"/>
                  <a:pt x="63250" y="135253"/>
                  <a:pt x="62288" y="137141"/>
                </a:cubicBezTo>
                <a:cubicBezTo>
                  <a:pt x="61600" y="137815"/>
                  <a:pt x="60500" y="138152"/>
                  <a:pt x="58988" y="138152"/>
                </a:cubicBezTo>
                <a:cubicBezTo>
                  <a:pt x="58575" y="138152"/>
                  <a:pt x="56032" y="138084"/>
                  <a:pt x="51357" y="137950"/>
                </a:cubicBezTo>
                <a:cubicBezTo>
                  <a:pt x="46682" y="137815"/>
                  <a:pt x="39807" y="137747"/>
                  <a:pt x="30731" y="137747"/>
                </a:cubicBezTo>
                <a:cubicBezTo>
                  <a:pt x="22206" y="137747"/>
                  <a:pt x="15675" y="137747"/>
                  <a:pt x="11138" y="137747"/>
                </a:cubicBezTo>
                <a:cubicBezTo>
                  <a:pt x="6600" y="137747"/>
                  <a:pt x="4125" y="137815"/>
                  <a:pt x="3713" y="137950"/>
                </a:cubicBezTo>
                <a:cubicBezTo>
                  <a:pt x="1238" y="137950"/>
                  <a:pt x="0" y="137275"/>
                  <a:pt x="0" y="135927"/>
                </a:cubicBezTo>
                <a:cubicBezTo>
                  <a:pt x="0" y="135657"/>
                  <a:pt x="206" y="134713"/>
                  <a:pt x="619" y="133095"/>
                </a:cubicBezTo>
                <a:cubicBezTo>
                  <a:pt x="1169" y="130938"/>
                  <a:pt x="1719" y="129724"/>
                  <a:pt x="2269" y="129454"/>
                </a:cubicBezTo>
                <a:cubicBezTo>
                  <a:pt x="2819" y="129184"/>
                  <a:pt x="4400" y="128982"/>
                  <a:pt x="7013" y="128847"/>
                </a:cubicBezTo>
                <a:cubicBezTo>
                  <a:pt x="10725" y="128847"/>
                  <a:pt x="14850" y="128645"/>
                  <a:pt x="19388" y="128241"/>
                </a:cubicBezTo>
                <a:cubicBezTo>
                  <a:pt x="21313" y="127836"/>
                  <a:pt x="22619" y="127027"/>
                  <a:pt x="23306" y="125813"/>
                </a:cubicBezTo>
                <a:cubicBezTo>
                  <a:pt x="23719" y="125274"/>
                  <a:pt x="28669" y="106530"/>
                  <a:pt x="38156" y="69582"/>
                </a:cubicBezTo>
                <a:cubicBezTo>
                  <a:pt x="47644" y="32633"/>
                  <a:pt x="52388" y="13148"/>
                  <a:pt x="52388" y="11125"/>
                </a:cubicBezTo>
                <a:close/>
                <a:moveTo>
                  <a:pt x="126226" y="26093"/>
                </a:moveTo>
                <a:cubicBezTo>
                  <a:pt x="126226" y="24340"/>
                  <a:pt x="126088" y="22924"/>
                  <a:pt x="125813" y="21845"/>
                </a:cubicBezTo>
                <a:cubicBezTo>
                  <a:pt x="125538" y="20767"/>
                  <a:pt x="124920" y="19283"/>
                  <a:pt x="123957" y="17395"/>
                </a:cubicBezTo>
                <a:cubicBezTo>
                  <a:pt x="122995" y="15508"/>
                  <a:pt x="121276" y="14024"/>
                  <a:pt x="118801" y="12945"/>
                </a:cubicBezTo>
                <a:cubicBezTo>
                  <a:pt x="116326" y="11867"/>
                  <a:pt x="112957" y="10788"/>
                  <a:pt x="108694" y="9709"/>
                </a:cubicBezTo>
                <a:cubicBezTo>
                  <a:pt x="107732" y="9574"/>
                  <a:pt x="102232" y="9439"/>
                  <a:pt x="92194" y="9305"/>
                </a:cubicBezTo>
                <a:cubicBezTo>
                  <a:pt x="89857" y="9305"/>
                  <a:pt x="87451" y="9305"/>
                  <a:pt x="84976" y="9305"/>
                </a:cubicBezTo>
                <a:cubicBezTo>
                  <a:pt x="82501" y="9305"/>
                  <a:pt x="80507" y="9372"/>
                  <a:pt x="78994" y="9507"/>
                </a:cubicBezTo>
                <a:cubicBezTo>
                  <a:pt x="77482" y="9642"/>
                  <a:pt x="76657" y="9642"/>
                  <a:pt x="76519" y="9507"/>
                </a:cubicBezTo>
                <a:cubicBezTo>
                  <a:pt x="74732" y="9642"/>
                  <a:pt x="73494" y="10248"/>
                  <a:pt x="72807" y="11327"/>
                </a:cubicBezTo>
                <a:cubicBezTo>
                  <a:pt x="72532" y="12136"/>
                  <a:pt x="71225" y="17328"/>
                  <a:pt x="68888" y="26902"/>
                </a:cubicBezTo>
                <a:cubicBezTo>
                  <a:pt x="66550" y="36476"/>
                  <a:pt x="64144" y="45781"/>
                  <a:pt x="61669" y="54816"/>
                </a:cubicBezTo>
                <a:cubicBezTo>
                  <a:pt x="59194" y="63851"/>
                  <a:pt x="57957" y="68435"/>
                  <a:pt x="57957" y="68570"/>
                </a:cubicBezTo>
                <a:cubicBezTo>
                  <a:pt x="57957" y="68840"/>
                  <a:pt x="63525" y="68975"/>
                  <a:pt x="74663" y="68975"/>
                </a:cubicBezTo>
                <a:lnTo>
                  <a:pt x="77138" y="68975"/>
                </a:lnTo>
                <a:lnTo>
                  <a:pt x="81882" y="68975"/>
                </a:lnTo>
                <a:cubicBezTo>
                  <a:pt x="97282" y="68975"/>
                  <a:pt x="108282" y="65604"/>
                  <a:pt x="114882" y="58861"/>
                </a:cubicBezTo>
                <a:cubicBezTo>
                  <a:pt x="118595" y="55220"/>
                  <a:pt x="121413" y="49894"/>
                  <a:pt x="123338" y="42882"/>
                </a:cubicBezTo>
                <a:cubicBezTo>
                  <a:pt x="125263" y="35870"/>
                  <a:pt x="126226" y="30273"/>
                  <a:pt x="126226" y="260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AB7061-88A2-4E0D-BFED-55548777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1872" y="2152707"/>
            <a:ext cx="148088" cy="138152"/>
          </a:xfrm>
          <a:custGeom xmlns:a="http://schemas.openxmlformats.org/drawingml/2006/main">
            <a:pathLst>
              <a:path w="148088" h="138152" fill="none">
                <a:moveTo>
                  <a:pt x="52388" y="11125"/>
                </a:moveTo>
                <a:cubicBezTo>
                  <a:pt x="52388" y="10181"/>
                  <a:pt x="48469" y="9574"/>
                  <a:pt x="40632" y="9305"/>
                </a:cubicBezTo>
                <a:cubicBezTo>
                  <a:pt x="37331" y="9305"/>
                  <a:pt x="35200" y="9237"/>
                  <a:pt x="34238" y="9102"/>
                </a:cubicBezTo>
                <a:cubicBezTo>
                  <a:pt x="33275" y="8967"/>
                  <a:pt x="32794" y="8293"/>
                  <a:pt x="32794" y="7080"/>
                </a:cubicBezTo>
                <a:cubicBezTo>
                  <a:pt x="32794" y="6945"/>
                  <a:pt x="32931" y="6203"/>
                  <a:pt x="33206" y="4855"/>
                </a:cubicBezTo>
                <a:cubicBezTo>
                  <a:pt x="34031" y="2158"/>
                  <a:pt x="34650" y="674"/>
                  <a:pt x="35063" y="405"/>
                </a:cubicBezTo>
                <a:cubicBezTo>
                  <a:pt x="35475" y="135"/>
                  <a:pt x="48813" y="0"/>
                  <a:pt x="75075" y="0"/>
                </a:cubicBezTo>
                <a:cubicBezTo>
                  <a:pt x="101201" y="135"/>
                  <a:pt x="115157" y="337"/>
                  <a:pt x="116944" y="607"/>
                </a:cubicBezTo>
                <a:cubicBezTo>
                  <a:pt x="125745" y="2090"/>
                  <a:pt x="133101" y="5394"/>
                  <a:pt x="139013" y="10518"/>
                </a:cubicBezTo>
                <a:cubicBezTo>
                  <a:pt x="144926" y="15642"/>
                  <a:pt x="147951" y="22452"/>
                  <a:pt x="148088" y="30948"/>
                </a:cubicBezTo>
                <a:cubicBezTo>
                  <a:pt x="148088" y="41331"/>
                  <a:pt x="143551" y="50838"/>
                  <a:pt x="134476" y="59468"/>
                </a:cubicBezTo>
                <a:cubicBezTo>
                  <a:pt x="124988" y="68638"/>
                  <a:pt x="112751" y="74436"/>
                  <a:pt x="97763" y="76863"/>
                </a:cubicBezTo>
                <a:cubicBezTo>
                  <a:pt x="96801" y="76998"/>
                  <a:pt x="89582" y="77133"/>
                  <a:pt x="76107" y="77268"/>
                </a:cubicBezTo>
                <a:lnTo>
                  <a:pt x="56513" y="77268"/>
                </a:lnTo>
                <a:lnTo>
                  <a:pt x="50325" y="101338"/>
                </a:lnTo>
                <a:cubicBezTo>
                  <a:pt x="46200" y="116981"/>
                  <a:pt x="44138" y="125274"/>
                  <a:pt x="44138" y="126218"/>
                </a:cubicBezTo>
                <a:cubicBezTo>
                  <a:pt x="44138" y="126757"/>
                  <a:pt x="44207" y="127094"/>
                  <a:pt x="44344" y="127229"/>
                </a:cubicBezTo>
                <a:cubicBezTo>
                  <a:pt x="44482" y="127364"/>
                  <a:pt x="44963" y="127634"/>
                  <a:pt x="45788" y="128038"/>
                </a:cubicBezTo>
                <a:cubicBezTo>
                  <a:pt x="46613" y="128443"/>
                  <a:pt x="47782" y="128578"/>
                  <a:pt x="49294" y="128443"/>
                </a:cubicBezTo>
                <a:cubicBezTo>
                  <a:pt x="50807" y="128308"/>
                  <a:pt x="53075" y="128443"/>
                  <a:pt x="56100" y="128847"/>
                </a:cubicBezTo>
                <a:lnTo>
                  <a:pt x="62494" y="128847"/>
                </a:lnTo>
                <a:cubicBezTo>
                  <a:pt x="63319" y="130061"/>
                  <a:pt x="63732" y="130803"/>
                  <a:pt x="63732" y="131072"/>
                </a:cubicBezTo>
                <a:cubicBezTo>
                  <a:pt x="63732" y="133230"/>
                  <a:pt x="63250" y="135253"/>
                  <a:pt x="62288" y="137141"/>
                </a:cubicBezTo>
                <a:cubicBezTo>
                  <a:pt x="61600" y="137815"/>
                  <a:pt x="60500" y="138152"/>
                  <a:pt x="58988" y="138152"/>
                </a:cubicBezTo>
                <a:cubicBezTo>
                  <a:pt x="58575" y="138152"/>
                  <a:pt x="56032" y="138084"/>
                  <a:pt x="51357" y="137950"/>
                </a:cubicBezTo>
                <a:cubicBezTo>
                  <a:pt x="46682" y="137815"/>
                  <a:pt x="39807" y="137747"/>
                  <a:pt x="30731" y="137747"/>
                </a:cubicBezTo>
                <a:cubicBezTo>
                  <a:pt x="22206" y="137747"/>
                  <a:pt x="15675" y="137747"/>
                  <a:pt x="11138" y="137747"/>
                </a:cubicBezTo>
                <a:cubicBezTo>
                  <a:pt x="6600" y="137747"/>
                  <a:pt x="4125" y="137815"/>
                  <a:pt x="3713" y="137950"/>
                </a:cubicBezTo>
                <a:cubicBezTo>
                  <a:pt x="1238" y="137950"/>
                  <a:pt x="0" y="137275"/>
                  <a:pt x="0" y="135927"/>
                </a:cubicBezTo>
                <a:cubicBezTo>
                  <a:pt x="0" y="135657"/>
                  <a:pt x="206" y="134713"/>
                  <a:pt x="619" y="133095"/>
                </a:cubicBezTo>
                <a:cubicBezTo>
                  <a:pt x="1169" y="130938"/>
                  <a:pt x="1719" y="129724"/>
                  <a:pt x="2269" y="129454"/>
                </a:cubicBezTo>
                <a:cubicBezTo>
                  <a:pt x="2819" y="129184"/>
                  <a:pt x="4400" y="128982"/>
                  <a:pt x="7013" y="128847"/>
                </a:cubicBezTo>
                <a:cubicBezTo>
                  <a:pt x="10725" y="128847"/>
                  <a:pt x="14850" y="128645"/>
                  <a:pt x="19388" y="128241"/>
                </a:cubicBezTo>
                <a:cubicBezTo>
                  <a:pt x="21313" y="127836"/>
                  <a:pt x="22619" y="127027"/>
                  <a:pt x="23306" y="125813"/>
                </a:cubicBezTo>
                <a:cubicBezTo>
                  <a:pt x="23719" y="125274"/>
                  <a:pt x="28669" y="106530"/>
                  <a:pt x="38156" y="69582"/>
                </a:cubicBezTo>
                <a:cubicBezTo>
                  <a:pt x="47644" y="32633"/>
                  <a:pt x="52388" y="13148"/>
                  <a:pt x="52388" y="11125"/>
                </a:cubicBezTo>
                <a:close/>
                <a:moveTo>
                  <a:pt x="126226" y="26093"/>
                </a:moveTo>
                <a:cubicBezTo>
                  <a:pt x="126226" y="24340"/>
                  <a:pt x="126088" y="22924"/>
                  <a:pt x="125813" y="21845"/>
                </a:cubicBezTo>
                <a:cubicBezTo>
                  <a:pt x="125538" y="20767"/>
                  <a:pt x="124920" y="19283"/>
                  <a:pt x="123957" y="17395"/>
                </a:cubicBezTo>
                <a:cubicBezTo>
                  <a:pt x="122995" y="15508"/>
                  <a:pt x="121276" y="14024"/>
                  <a:pt x="118801" y="12945"/>
                </a:cubicBezTo>
                <a:cubicBezTo>
                  <a:pt x="116326" y="11867"/>
                  <a:pt x="112957" y="10788"/>
                  <a:pt x="108694" y="9709"/>
                </a:cubicBezTo>
                <a:cubicBezTo>
                  <a:pt x="107732" y="9574"/>
                  <a:pt x="102232" y="9439"/>
                  <a:pt x="92194" y="9305"/>
                </a:cubicBezTo>
                <a:cubicBezTo>
                  <a:pt x="89857" y="9305"/>
                  <a:pt x="87451" y="9305"/>
                  <a:pt x="84976" y="9305"/>
                </a:cubicBezTo>
                <a:cubicBezTo>
                  <a:pt x="82501" y="9305"/>
                  <a:pt x="80507" y="9372"/>
                  <a:pt x="78994" y="9507"/>
                </a:cubicBezTo>
                <a:cubicBezTo>
                  <a:pt x="77482" y="9642"/>
                  <a:pt x="76657" y="9642"/>
                  <a:pt x="76519" y="9507"/>
                </a:cubicBezTo>
                <a:cubicBezTo>
                  <a:pt x="74732" y="9642"/>
                  <a:pt x="73494" y="10248"/>
                  <a:pt x="72807" y="11327"/>
                </a:cubicBezTo>
                <a:cubicBezTo>
                  <a:pt x="72532" y="12136"/>
                  <a:pt x="71225" y="17328"/>
                  <a:pt x="68888" y="26902"/>
                </a:cubicBezTo>
                <a:cubicBezTo>
                  <a:pt x="66550" y="36476"/>
                  <a:pt x="64144" y="45781"/>
                  <a:pt x="61669" y="54816"/>
                </a:cubicBezTo>
                <a:cubicBezTo>
                  <a:pt x="59194" y="63851"/>
                  <a:pt x="57957" y="68435"/>
                  <a:pt x="57957" y="68570"/>
                </a:cubicBezTo>
                <a:cubicBezTo>
                  <a:pt x="57957" y="68840"/>
                  <a:pt x="63525" y="68975"/>
                  <a:pt x="74663" y="68975"/>
                </a:cubicBezTo>
                <a:lnTo>
                  <a:pt x="77138" y="68975"/>
                </a:lnTo>
                <a:lnTo>
                  <a:pt x="81882" y="68975"/>
                </a:lnTo>
                <a:cubicBezTo>
                  <a:pt x="97282" y="68975"/>
                  <a:pt x="108282" y="65604"/>
                  <a:pt x="114882" y="58861"/>
                </a:cubicBezTo>
                <a:cubicBezTo>
                  <a:pt x="118595" y="55220"/>
                  <a:pt x="121413" y="49894"/>
                  <a:pt x="123338" y="42882"/>
                </a:cubicBezTo>
                <a:cubicBezTo>
                  <a:pt x="125263" y="35870"/>
                  <a:pt x="126226" y="30273"/>
                  <a:pt x="126226" y="260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4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8AB18A-2251-4443-A036-BE25C899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410" y="2226101"/>
            <a:ext cx="60515" cy="98245"/>
          </a:xfrm>
          <a:custGeom xmlns:a="http://schemas.openxmlformats.org/drawingml/2006/main">
            <a:pathLst>
              <a:path w="60515" h="98245">
                <a:moveTo>
                  <a:pt x="12395" y="28887"/>
                </a:moveTo>
                <a:cubicBezTo>
                  <a:pt x="9770" y="28887"/>
                  <a:pt x="7728" y="28077"/>
                  <a:pt x="6270" y="26456"/>
                </a:cubicBezTo>
                <a:cubicBezTo>
                  <a:pt x="4812" y="24835"/>
                  <a:pt x="4034" y="22738"/>
                  <a:pt x="3937" y="20164"/>
                </a:cubicBezTo>
                <a:cubicBezTo>
                  <a:pt x="3937" y="14920"/>
                  <a:pt x="6270" y="10249"/>
                  <a:pt x="10936" y="6149"/>
                </a:cubicBezTo>
                <a:cubicBezTo>
                  <a:pt x="15603" y="2050"/>
                  <a:pt x="21241" y="0"/>
                  <a:pt x="27852" y="0"/>
                </a:cubicBezTo>
                <a:cubicBezTo>
                  <a:pt x="31254" y="0"/>
                  <a:pt x="33393" y="48"/>
                  <a:pt x="34268" y="143"/>
                </a:cubicBezTo>
                <a:cubicBezTo>
                  <a:pt x="41461" y="1287"/>
                  <a:pt x="46954" y="3814"/>
                  <a:pt x="50745" y="7722"/>
                </a:cubicBezTo>
                <a:cubicBezTo>
                  <a:pt x="54537" y="11631"/>
                  <a:pt x="56481" y="15874"/>
                  <a:pt x="56578" y="20450"/>
                </a:cubicBezTo>
                <a:cubicBezTo>
                  <a:pt x="56578" y="25407"/>
                  <a:pt x="54925" y="30222"/>
                  <a:pt x="51620" y="34894"/>
                </a:cubicBezTo>
                <a:cubicBezTo>
                  <a:pt x="48315" y="39565"/>
                  <a:pt x="43746" y="42950"/>
                  <a:pt x="37913" y="45047"/>
                </a:cubicBezTo>
                <a:lnTo>
                  <a:pt x="37476" y="45333"/>
                </a:lnTo>
                <a:cubicBezTo>
                  <a:pt x="37476" y="45428"/>
                  <a:pt x="37913" y="45571"/>
                  <a:pt x="38788" y="45762"/>
                </a:cubicBezTo>
                <a:cubicBezTo>
                  <a:pt x="39663" y="45953"/>
                  <a:pt x="41073" y="46382"/>
                  <a:pt x="43017" y="47049"/>
                </a:cubicBezTo>
                <a:cubicBezTo>
                  <a:pt x="44961" y="47716"/>
                  <a:pt x="46808" y="48718"/>
                  <a:pt x="48558" y="50052"/>
                </a:cubicBezTo>
                <a:cubicBezTo>
                  <a:pt x="56529" y="55105"/>
                  <a:pt x="60515" y="61779"/>
                  <a:pt x="60515" y="70073"/>
                </a:cubicBezTo>
                <a:cubicBezTo>
                  <a:pt x="60515" y="77605"/>
                  <a:pt x="57502" y="84183"/>
                  <a:pt x="51474" y="89808"/>
                </a:cubicBezTo>
                <a:cubicBezTo>
                  <a:pt x="45447" y="95433"/>
                  <a:pt x="37816" y="98245"/>
                  <a:pt x="28581" y="98245"/>
                </a:cubicBezTo>
                <a:cubicBezTo>
                  <a:pt x="20804" y="98245"/>
                  <a:pt x="14096" y="96196"/>
                  <a:pt x="8458" y="92096"/>
                </a:cubicBezTo>
                <a:cubicBezTo>
                  <a:pt x="2819" y="87997"/>
                  <a:pt x="0" y="82801"/>
                  <a:pt x="0" y="76508"/>
                </a:cubicBezTo>
                <a:cubicBezTo>
                  <a:pt x="0" y="73839"/>
                  <a:pt x="875" y="71694"/>
                  <a:pt x="2625" y="70073"/>
                </a:cubicBezTo>
                <a:cubicBezTo>
                  <a:pt x="4375" y="68452"/>
                  <a:pt x="6562" y="67594"/>
                  <a:pt x="9187" y="67499"/>
                </a:cubicBezTo>
                <a:cubicBezTo>
                  <a:pt x="11909" y="67499"/>
                  <a:pt x="14145" y="68357"/>
                  <a:pt x="15894" y="70073"/>
                </a:cubicBezTo>
                <a:cubicBezTo>
                  <a:pt x="17644" y="71789"/>
                  <a:pt x="18519" y="73934"/>
                  <a:pt x="18519" y="76508"/>
                </a:cubicBezTo>
                <a:cubicBezTo>
                  <a:pt x="18519" y="77557"/>
                  <a:pt x="18373" y="78511"/>
                  <a:pt x="18082" y="79369"/>
                </a:cubicBezTo>
                <a:cubicBezTo>
                  <a:pt x="17790" y="80227"/>
                  <a:pt x="17450" y="80989"/>
                  <a:pt x="17061" y="81657"/>
                </a:cubicBezTo>
                <a:cubicBezTo>
                  <a:pt x="16672" y="82324"/>
                  <a:pt x="16137" y="82896"/>
                  <a:pt x="15457" y="83373"/>
                </a:cubicBezTo>
                <a:cubicBezTo>
                  <a:pt x="14776" y="83849"/>
                  <a:pt x="14193" y="84231"/>
                  <a:pt x="13707" y="84517"/>
                </a:cubicBezTo>
                <a:cubicBezTo>
                  <a:pt x="13221" y="84803"/>
                  <a:pt x="12735" y="84993"/>
                  <a:pt x="12249" y="85089"/>
                </a:cubicBezTo>
                <a:cubicBezTo>
                  <a:pt x="11763" y="85184"/>
                  <a:pt x="11374" y="85327"/>
                  <a:pt x="11082" y="85518"/>
                </a:cubicBezTo>
                <a:lnTo>
                  <a:pt x="10499" y="85661"/>
                </a:lnTo>
                <a:cubicBezTo>
                  <a:pt x="15457" y="89951"/>
                  <a:pt x="21484" y="92096"/>
                  <a:pt x="28581" y="92096"/>
                </a:cubicBezTo>
                <a:cubicBezTo>
                  <a:pt x="33927" y="92096"/>
                  <a:pt x="37962" y="89570"/>
                  <a:pt x="40684" y="84517"/>
                </a:cubicBezTo>
                <a:cubicBezTo>
                  <a:pt x="42336" y="81371"/>
                  <a:pt x="43163" y="76556"/>
                  <a:pt x="43163" y="70073"/>
                </a:cubicBezTo>
                <a:lnTo>
                  <a:pt x="43163" y="67213"/>
                </a:lnTo>
                <a:cubicBezTo>
                  <a:pt x="43163" y="58156"/>
                  <a:pt x="40052" y="52102"/>
                  <a:pt x="33830" y="49051"/>
                </a:cubicBezTo>
                <a:cubicBezTo>
                  <a:pt x="32372" y="48479"/>
                  <a:pt x="29407" y="48145"/>
                  <a:pt x="24935" y="48050"/>
                </a:cubicBezTo>
                <a:lnTo>
                  <a:pt x="18811" y="47907"/>
                </a:lnTo>
                <a:lnTo>
                  <a:pt x="18373" y="47621"/>
                </a:lnTo>
                <a:cubicBezTo>
                  <a:pt x="18179" y="47335"/>
                  <a:pt x="18082" y="46572"/>
                  <a:pt x="18082" y="45333"/>
                </a:cubicBezTo>
                <a:cubicBezTo>
                  <a:pt x="18082" y="43617"/>
                  <a:pt x="18470" y="42759"/>
                  <a:pt x="19248" y="42759"/>
                </a:cubicBezTo>
                <a:cubicBezTo>
                  <a:pt x="21970" y="42759"/>
                  <a:pt x="24789" y="42521"/>
                  <a:pt x="27706" y="42044"/>
                </a:cubicBezTo>
                <a:cubicBezTo>
                  <a:pt x="31011" y="41567"/>
                  <a:pt x="34025" y="39565"/>
                  <a:pt x="36747" y="36038"/>
                </a:cubicBezTo>
                <a:cubicBezTo>
                  <a:pt x="39469" y="32510"/>
                  <a:pt x="40830" y="27171"/>
                  <a:pt x="40830" y="20021"/>
                </a:cubicBezTo>
                <a:lnTo>
                  <a:pt x="40830" y="18877"/>
                </a:lnTo>
                <a:cubicBezTo>
                  <a:pt x="40830" y="13443"/>
                  <a:pt x="39128" y="9677"/>
                  <a:pt x="35726" y="7579"/>
                </a:cubicBezTo>
                <a:cubicBezTo>
                  <a:pt x="33587" y="6245"/>
                  <a:pt x="31303" y="5577"/>
                  <a:pt x="28872" y="5577"/>
                </a:cubicBezTo>
                <a:cubicBezTo>
                  <a:pt x="25761" y="5577"/>
                  <a:pt x="22894" y="6102"/>
                  <a:pt x="20269" y="7150"/>
                </a:cubicBezTo>
                <a:cubicBezTo>
                  <a:pt x="17644" y="8199"/>
                  <a:pt x="15797" y="9295"/>
                  <a:pt x="14728" y="10439"/>
                </a:cubicBezTo>
                <a:cubicBezTo>
                  <a:pt x="13658" y="11584"/>
                  <a:pt x="13124" y="12156"/>
                  <a:pt x="13124" y="12156"/>
                </a:cubicBezTo>
                <a:lnTo>
                  <a:pt x="13561" y="12156"/>
                </a:lnTo>
                <a:cubicBezTo>
                  <a:pt x="13853" y="12251"/>
                  <a:pt x="14242" y="12346"/>
                  <a:pt x="14728" y="12442"/>
                </a:cubicBezTo>
                <a:cubicBezTo>
                  <a:pt x="15214" y="12537"/>
                  <a:pt x="15700" y="12775"/>
                  <a:pt x="16186" y="13157"/>
                </a:cubicBezTo>
                <a:cubicBezTo>
                  <a:pt x="16672" y="13538"/>
                  <a:pt x="17255" y="13872"/>
                  <a:pt x="17936" y="14158"/>
                </a:cubicBezTo>
                <a:cubicBezTo>
                  <a:pt x="18616" y="14444"/>
                  <a:pt x="19102" y="14968"/>
                  <a:pt x="19394" y="15731"/>
                </a:cubicBezTo>
                <a:cubicBezTo>
                  <a:pt x="19686" y="16493"/>
                  <a:pt x="20075" y="17208"/>
                  <a:pt x="20561" y="17876"/>
                </a:cubicBezTo>
                <a:cubicBezTo>
                  <a:pt x="21047" y="18543"/>
                  <a:pt x="21192" y="19497"/>
                  <a:pt x="20998" y="20736"/>
                </a:cubicBezTo>
                <a:cubicBezTo>
                  <a:pt x="20998" y="22833"/>
                  <a:pt x="20318" y="24692"/>
                  <a:pt x="18957" y="26313"/>
                </a:cubicBezTo>
                <a:cubicBezTo>
                  <a:pt x="17596" y="27934"/>
                  <a:pt x="15408" y="28792"/>
                  <a:pt x="12395" y="288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68C902-7BB0-4ADC-BF8F-6A6BBD8B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410" y="2226101"/>
            <a:ext cx="60515" cy="98245"/>
          </a:xfrm>
          <a:custGeom xmlns:a="http://schemas.openxmlformats.org/drawingml/2006/main">
            <a:pathLst>
              <a:path w="60515" h="98245" fill="none">
                <a:moveTo>
                  <a:pt x="12395" y="28887"/>
                </a:moveTo>
                <a:cubicBezTo>
                  <a:pt x="9770" y="28887"/>
                  <a:pt x="7728" y="28077"/>
                  <a:pt x="6270" y="26456"/>
                </a:cubicBezTo>
                <a:cubicBezTo>
                  <a:pt x="4812" y="24835"/>
                  <a:pt x="4034" y="22738"/>
                  <a:pt x="3937" y="20164"/>
                </a:cubicBezTo>
                <a:cubicBezTo>
                  <a:pt x="3937" y="14920"/>
                  <a:pt x="6270" y="10249"/>
                  <a:pt x="10936" y="6149"/>
                </a:cubicBezTo>
                <a:cubicBezTo>
                  <a:pt x="15603" y="2050"/>
                  <a:pt x="21241" y="0"/>
                  <a:pt x="27852" y="0"/>
                </a:cubicBezTo>
                <a:cubicBezTo>
                  <a:pt x="31254" y="0"/>
                  <a:pt x="33393" y="48"/>
                  <a:pt x="34268" y="143"/>
                </a:cubicBezTo>
                <a:cubicBezTo>
                  <a:pt x="41461" y="1287"/>
                  <a:pt x="46954" y="3814"/>
                  <a:pt x="50745" y="7722"/>
                </a:cubicBezTo>
                <a:cubicBezTo>
                  <a:pt x="54537" y="11631"/>
                  <a:pt x="56481" y="15874"/>
                  <a:pt x="56578" y="20450"/>
                </a:cubicBezTo>
                <a:cubicBezTo>
                  <a:pt x="56578" y="25407"/>
                  <a:pt x="54925" y="30222"/>
                  <a:pt x="51620" y="34894"/>
                </a:cubicBezTo>
                <a:cubicBezTo>
                  <a:pt x="48315" y="39565"/>
                  <a:pt x="43746" y="42950"/>
                  <a:pt x="37913" y="45047"/>
                </a:cubicBezTo>
                <a:lnTo>
                  <a:pt x="37476" y="45333"/>
                </a:lnTo>
                <a:cubicBezTo>
                  <a:pt x="37476" y="45428"/>
                  <a:pt x="37913" y="45571"/>
                  <a:pt x="38788" y="45762"/>
                </a:cubicBezTo>
                <a:cubicBezTo>
                  <a:pt x="39663" y="45953"/>
                  <a:pt x="41073" y="46382"/>
                  <a:pt x="43017" y="47049"/>
                </a:cubicBezTo>
                <a:cubicBezTo>
                  <a:pt x="44961" y="47716"/>
                  <a:pt x="46808" y="48718"/>
                  <a:pt x="48558" y="50052"/>
                </a:cubicBezTo>
                <a:cubicBezTo>
                  <a:pt x="56529" y="55105"/>
                  <a:pt x="60515" y="61779"/>
                  <a:pt x="60515" y="70073"/>
                </a:cubicBezTo>
                <a:cubicBezTo>
                  <a:pt x="60515" y="77605"/>
                  <a:pt x="57502" y="84183"/>
                  <a:pt x="51474" y="89808"/>
                </a:cubicBezTo>
                <a:cubicBezTo>
                  <a:pt x="45447" y="95433"/>
                  <a:pt x="37816" y="98245"/>
                  <a:pt x="28581" y="98245"/>
                </a:cubicBezTo>
                <a:cubicBezTo>
                  <a:pt x="20804" y="98245"/>
                  <a:pt x="14096" y="96196"/>
                  <a:pt x="8458" y="92096"/>
                </a:cubicBezTo>
                <a:cubicBezTo>
                  <a:pt x="2819" y="87997"/>
                  <a:pt x="0" y="82801"/>
                  <a:pt x="0" y="76508"/>
                </a:cubicBezTo>
                <a:cubicBezTo>
                  <a:pt x="0" y="73839"/>
                  <a:pt x="875" y="71694"/>
                  <a:pt x="2625" y="70073"/>
                </a:cubicBezTo>
                <a:cubicBezTo>
                  <a:pt x="4375" y="68452"/>
                  <a:pt x="6562" y="67594"/>
                  <a:pt x="9187" y="67499"/>
                </a:cubicBezTo>
                <a:cubicBezTo>
                  <a:pt x="11909" y="67499"/>
                  <a:pt x="14145" y="68357"/>
                  <a:pt x="15894" y="70073"/>
                </a:cubicBezTo>
                <a:cubicBezTo>
                  <a:pt x="17644" y="71789"/>
                  <a:pt x="18519" y="73934"/>
                  <a:pt x="18519" y="76508"/>
                </a:cubicBezTo>
                <a:cubicBezTo>
                  <a:pt x="18519" y="77557"/>
                  <a:pt x="18373" y="78511"/>
                  <a:pt x="18082" y="79369"/>
                </a:cubicBezTo>
                <a:cubicBezTo>
                  <a:pt x="17790" y="80227"/>
                  <a:pt x="17450" y="80989"/>
                  <a:pt x="17061" y="81657"/>
                </a:cubicBezTo>
                <a:cubicBezTo>
                  <a:pt x="16672" y="82324"/>
                  <a:pt x="16137" y="82896"/>
                  <a:pt x="15457" y="83373"/>
                </a:cubicBezTo>
                <a:cubicBezTo>
                  <a:pt x="14776" y="83849"/>
                  <a:pt x="14193" y="84231"/>
                  <a:pt x="13707" y="84517"/>
                </a:cubicBezTo>
                <a:cubicBezTo>
                  <a:pt x="13221" y="84803"/>
                  <a:pt x="12735" y="84993"/>
                  <a:pt x="12249" y="85089"/>
                </a:cubicBezTo>
                <a:cubicBezTo>
                  <a:pt x="11763" y="85184"/>
                  <a:pt x="11374" y="85327"/>
                  <a:pt x="11082" y="85518"/>
                </a:cubicBezTo>
                <a:lnTo>
                  <a:pt x="10499" y="85661"/>
                </a:lnTo>
                <a:cubicBezTo>
                  <a:pt x="15457" y="89951"/>
                  <a:pt x="21484" y="92096"/>
                  <a:pt x="28581" y="92096"/>
                </a:cubicBezTo>
                <a:cubicBezTo>
                  <a:pt x="33927" y="92096"/>
                  <a:pt x="37962" y="89570"/>
                  <a:pt x="40684" y="84517"/>
                </a:cubicBezTo>
                <a:cubicBezTo>
                  <a:pt x="42336" y="81371"/>
                  <a:pt x="43163" y="76556"/>
                  <a:pt x="43163" y="70073"/>
                </a:cubicBezTo>
                <a:lnTo>
                  <a:pt x="43163" y="67213"/>
                </a:lnTo>
                <a:cubicBezTo>
                  <a:pt x="43163" y="58156"/>
                  <a:pt x="40052" y="52102"/>
                  <a:pt x="33830" y="49051"/>
                </a:cubicBezTo>
                <a:cubicBezTo>
                  <a:pt x="32372" y="48479"/>
                  <a:pt x="29407" y="48145"/>
                  <a:pt x="24935" y="48050"/>
                </a:cubicBezTo>
                <a:lnTo>
                  <a:pt x="18811" y="47907"/>
                </a:lnTo>
                <a:lnTo>
                  <a:pt x="18373" y="47621"/>
                </a:lnTo>
                <a:cubicBezTo>
                  <a:pt x="18179" y="47335"/>
                  <a:pt x="18082" y="46572"/>
                  <a:pt x="18082" y="45333"/>
                </a:cubicBezTo>
                <a:cubicBezTo>
                  <a:pt x="18082" y="43617"/>
                  <a:pt x="18470" y="42759"/>
                  <a:pt x="19248" y="42759"/>
                </a:cubicBezTo>
                <a:cubicBezTo>
                  <a:pt x="21970" y="42759"/>
                  <a:pt x="24789" y="42521"/>
                  <a:pt x="27706" y="42044"/>
                </a:cubicBezTo>
                <a:cubicBezTo>
                  <a:pt x="31011" y="41567"/>
                  <a:pt x="34025" y="39565"/>
                  <a:pt x="36747" y="36038"/>
                </a:cubicBezTo>
                <a:cubicBezTo>
                  <a:pt x="39469" y="32510"/>
                  <a:pt x="40830" y="27171"/>
                  <a:pt x="40830" y="20021"/>
                </a:cubicBezTo>
                <a:lnTo>
                  <a:pt x="40830" y="18877"/>
                </a:lnTo>
                <a:cubicBezTo>
                  <a:pt x="40830" y="13443"/>
                  <a:pt x="39128" y="9677"/>
                  <a:pt x="35726" y="7579"/>
                </a:cubicBezTo>
                <a:cubicBezTo>
                  <a:pt x="33587" y="6245"/>
                  <a:pt x="31303" y="5577"/>
                  <a:pt x="28872" y="5577"/>
                </a:cubicBezTo>
                <a:cubicBezTo>
                  <a:pt x="25761" y="5577"/>
                  <a:pt x="22894" y="6102"/>
                  <a:pt x="20269" y="7150"/>
                </a:cubicBezTo>
                <a:cubicBezTo>
                  <a:pt x="17644" y="8199"/>
                  <a:pt x="15797" y="9295"/>
                  <a:pt x="14728" y="10439"/>
                </a:cubicBezTo>
                <a:cubicBezTo>
                  <a:pt x="13658" y="11584"/>
                  <a:pt x="13124" y="12156"/>
                  <a:pt x="13124" y="12156"/>
                </a:cubicBezTo>
                <a:lnTo>
                  <a:pt x="13561" y="12156"/>
                </a:lnTo>
                <a:cubicBezTo>
                  <a:pt x="13853" y="12251"/>
                  <a:pt x="14242" y="12346"/>
                  <a:pt x="14728" y="12442"/>
                </a:cubicBezTo>
                <a:cubicBezTo>
                  <a:pt x="15214" y="12537"/>
                  <a:pt x="15700" y="12775"/>
                  <a:pt x="16186" y="13157"/>
                </a:cubicBezTo>
                <a:cubicBezTo>
                  <a:pt x="16672" y="13538"/>
                  <a:pt x="17255" y="13872"/>
                  <a:pt x="17936" y="14158"/>
                </a:cubicBezTo>
                <a:cubicBezTo>
                  <a:pt x="18616" y="14444"/>
                  <a:pt x="19102" y="14968"/>
                  <a:pt x="19394" y="15731"/>
                </a:cubicBezTo>
                <a:cubicBezTo>
                  <a:pt x="19686" y="16493"/>
                  <a:pt x="20075" y="17208"/>
                  <a:pt x="20561" y="17876"/>
                </a:cubicBezTo>
                <a:cubicBezTo>
                  <a:pt x="21047" y="18543"/>
                  <a:pt x="21192" y="19497"/>
                  <a:pt x="20998" y="20736"/>
                </a:cubicBezTo>
                <a:cubicBezTo>
                  <a:pt x="20998" y="22833"/>
                  <a:pt x="20318" y="24692"/>
                  <a:pt x="18957" y="26313"/>
                </a:cubicBezTo>
                <a:cubicBezTo>
                  <a:pt x="17596" y="27934"/>
                  <a:pt x="15408" y="28792"/>
                  <a:pt x="12395" y="2888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4" cap="flat">
            <a:solidFill>
              <a:srgbClr val="000000">
                <a:alpha val="8960"/>
              </a:srgbClr>
            </a:solidFill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431E9B-00FF-42B1-BE39-3F7CCF66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916" y="2139155"/>
            <a:ext cx="49294" cy="202272"/>
          </a:xfrm>
          <a:custGeom xmlns:a="http://schemas.openxmlformats.org/drawingml/2006/main">
            <a:pathLst>
              <a:path w="49294" h="202272">
                <a:moveTo>
                  <a:pt x="0" y="101136"/>
                </a:moveTo>
                <a:cubicBezTo>
                  <a:pt x="0" y="91832"/>
                  <a:pt x="688" y="82999"/>
                  <a:pt x="2063" y="74638"/>
                </a:cubicBezTo>
                <a:cubicBezTo>
                  <a:pt x="3438" y="66278"/>
                  <a:pt x="5019" y="59063"/>
                  <a:pt x="6806" y="52995"/>
                </a:cubicBezTo>
                <a:cubicBezTo>
                  <a:pt x="8594" y="46927"/>
                  <a:pt x="11138" y="40994"/>
                  <a:pt x="14438" y="35195"/>
                </a:cubicBezTo>
                <a:cubicBezTo>
                  <a:pt x="17738" y="29397"/>
                  <a:pt x="20350" y="24879"/>
                  <a:pt x="22275" y="21643"/>
                </a:cubicBezTo>
                <a:cubicBezTo>
                  <a:pt x="24200" y="18407"/>
                  <a:pt x="27088" y="14901"/>
                  <a:pt x="30938" y="11125"/>
                </a:cubicBezTo>
                <a:cubicBezTo>
                  <a:pt x="34788" y="7349"/>
                  <a:pt x="37056" y="5057"/>
                  <a:pt x="37744" y="4248"/>
                </a:cubicBezTo>
                <a:cubicBezTo>
                  <a:pt x="38431" y="3439"/>
                  <a:pt x="40150" y="2023"/>
                  <a:pt x="42900" y="0"/>
                </a:cubicBezTo>
                <a:lnTo>
                  <a:pt x="45582" y="0"/>
                </a:lnTo>
                <a:lnTo>
                  <a:pt x="46407" y="0"/>
                </a:lnTo>
                <a:cubicBezTo>
                  <a:pt x="48332" y="0"/>
                  <a:pt x="49294" y="607"/>
                  <a:pt x="49294" y="1820"/>
                </a:cubicBezTo>
                <a:cubicBezTo>
                  <a:pt x="49294" y="2225"/>
                  <a:pt x="48125" y="3641"/>
                  <a:pt x="45788" y="6068"/>
                </a:cubicBezTo>
                <a:cubicBezTo>
                  <a:pt x="43450" y="8495"/>
                  <a:pt x="40632" y="12069"/>
                  <a:pt x="37331" y="16789"/>
                </a:cubicBezTo>
                <a:cubicBezTo>
                  <a:pt x="34031" y="21508"/>
                  <a:pt x="30663" y="27307"/>
                  <a:pt x="27225" y="34184"/>
                </a:cubicBezTo>
                <a:cubicBezTo>
                  <a:pt x="23788" y="41061"/>
                  <a:pt x="20900" y="50366"/>
                  <a:pt x="18563" y="62098"/>
                </a:cubicBezTo>
                <a:cubicBezTo>
                  <a:pt x="16225" y="73829"/>
                  <a:pt x="15056" y="86842"/>
                  <a:pt x="15056" y="101136"/>
                </a:cubicBezTo>
                <a:cubicBezTo>
                  <a:pt x="15056" y="115430"/>
                  <a:pt x="16225" y="128375"/>
                  <a:pt x="18563" y="139972"/>
                </a:cubicBezTo>
                <a:cubicBezTo>
                  <a:pt x="20900" y="151569"/>
                  <a:pt x="23719" y="160941"/>
                  <a:pt x="27019" y="168088"/>
                </a:cubicBezTo>
                <a:cubicBezTo>
                  <a:pt x="30319" y="175235"/>
                  <a:pt x="33688" y="181034"/>
                  <a:pt x="37125" y="185484"/>
                </a:cubicBezTo>
                <a:cubicBezTo>
                  <a:pt x="40563" y="189934"/>
                  <a:pt x="43450" y="193507"/>
                  <a:pt x="45788" y="196204"/>
                </a:cubicBezTo>
                <a:cubicBezTo>
                  <a:pt x="48125" y="198901"/>
                  <a:pt x="49294" y="200317"/>
                  <a:pt x="49294" y="200452"/>
                </a:cubicBezTo>
                <a:cubicBezTo>
                  <a:pt x="49294" y="201665"/>
                  <a:pt x="48263" y="202272"/>
                  <a:pt x="46200" y="202272"/>
                </a:cubicBezTo>
                <a:lnTo>
                  <a:pt x="45582" y="202272"/>
                </a:lnTo>
                <a:lnTo>
                  <a:pt x="42900" y="202272"/>
                </a:lnTo>
                <a:lnTo>
                  <a:pt x="37125" y="197418"/>
                </a:lnTo>
                <a:cubicBezTo>
                  <a:pt x="24200" y="185956"/>
                  <a:pt x="14781" y="171662"/>
                  <a:pt x="8869" y="154536"/>
                </a:cubicBezTo>
                <a:cubicBezTo>
                  <a:pt x="2956" y="137410"/>
                  <a:pt x="0" y="119610"/>
                  <a:pt x="0" y="1011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CA0311-83EC-4C68-92F1-2FDBE03C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916" y="2139155"/>
            <a:ext cx="49294" cy="202272"/>
          </a:xfrm>
          <a:custGeom xmlns:a="http://schemas.openxmlformats.org/drawingml/2006/main">
            <a:pathLst>
              <a:path w="49294" h="202272" fill="none">
                <a:moveTo>
                  <a:pt x="0" y="101136"/>
                </a:moveTo>
                <a:cubicBezTo>
                  <a:pt x="0" y="91832"/>
                  <a:pt x="688" y="82999"/>
                  <a:pt x="2063" y="74638"/>
                </a:cubicBezTo>
                <a:cubicBezTo>
                  <a:pt x="3438" y="66278"/>
                  <a:pt x="5019" y="59063"/>
                  <a:pt x="6806" y="52995"/>
                </a:cubicBezTo>
                <a:cubicBezTo>
                  <a:pt x="8594" y="46927"/>
                  <a:pt x="11138" y="40994"/>
                  <a:pt x="14438" y="35195"/>
                </a:cubicBezTo>
                <a:cubicBezTo>
                  <a:pt x="17738" y="29397"/>
                  <a:pt x="20350" y="24879"/>
                  <a:pt x="22275" y="21643"/>
                </a:cubicBezTo>
                <a:cubicBezTo>
                  <a:pt x="24200" y="18407"/>
                  <a:pt x="27088" y="14901"/>
                  <a:pt x="30938" y="11125"/>
                </a:cubicBezTo>
                <a:cubicBezTo>
                  <a:pt x="34788" y="7349"/>
                  <a:pt x="37056" y="5057"/>
                  <a:pt x="37744" y="4248"/>
                </a:cubicBezTo>
                <a:cubicBezTo>
                  <a:pt x="38431" y="3439"/>
                  <a:pt x="40150" y="2023"/>
                  <a:pt x="42900" y="0"/>
                </a:cubicBezTo>
                <a:lnTo>
                  <a:pt x="45582" y="0"/>
                </a:lnTo>
                <a:lnTo>
                  <a:pt x="46407" y="0"/>
                </a:lnTo>
                <a:cubicBezTo>
                  <a:pt x="48332" y="0"/>
                  <a:pt x="49294" y="607"/>
                  <a:pt x="49294" y="1820"/>
                </a:cubicBezTo>
                <a:cubicBezTo>
                  <a:pt x="49294" y="2225"/>
                  <a:pt x="48125" y="3641"/>
                  <a:pt x="45788" y="6068"/>
                </a:cubicBezTo>
                <a:cubicBezTo>
                  <a:pt x="43450" y="8495"/>
                  <a:pt x="40632" y="12069"/>
                  <a:pt x="37331" y="16789"/>
                </a:cubicBezTo>
                <a:cubicBezTo>
                  <a:pt x="34031" y="21508"/>
                  <a:pt x="30663" y="27307"/>
                  <a:pt x="27225" y="34184"/>
                </a:cubicBezTo>
                <a:cubicBezTo>
                  <a:pt x="23788" y="41061"/>
                  <a:pt x="20900" y="50366"/>
                  <a:pt x="18563" y="62098"/>
                </a:cubicBezTo>
                <a:cubicBezTo>
                  <a:pt x="16225" y="73829"/>
                  <a:pt x="15056" y="86842"/>
                  <a:pt x="15056" y="101136"/>
                </a:cubicBezTo>
                <a:cubicBezTo>
                  <a:pt x="15056" y="115430"/>
                  <a:pt x="16225" y="128375"/>
                  <a:pt x="18563" y="139972"/>
                </a:cubicBezTo>
                <a:cubicBezTo>
                  <a:pt x="20900" y="151569"/>
                  <a:pt x="23719" y="160941"/>
                  <a:pt x="27019" y="168088"/>
                </a:cubicBezTo>
                <a:cubicBezTo>
                  <a:pt x="30319" y="175235"/>
                  <a:pt x="33688" y="181034"/>
                  <a:pt x="37125" y="185484"/>
                </a:cubicBezTo>
                <a:cubicBezTo>
                  <a:pt x="40563" y="189934"/>
                  <a:pt x="43450" y="193507"/>
                  <a:pt x="45788" y="196204"/>
                </a:cubicBezTo>
                <a:cubicBezTo>
                  <a:pt x="48125" y="198901"/>
                  <a:pt x="49294" y="200317"/>
                  <a:pt x="49294" y="200452"/>
                </a:cubicBezTo>
                <a:cubicBezTo>
                  <a:pt x="49294" y="201665"/>
                  <a:pt x="48263" y="202272"/>
                  <a:pt x="46200" y="202272"/>
                </a:cubicBezTo>
                <a:lnTo>
                  <a:pt x="45582" y="202272"/>
                </a:lnTo>
                <a:lnTo>
                  <a:pt x="42900" y="202272"/>
                </a:lnTo>
                <a:lnTo>
                  <a:pt x="37125" y="197418"/>
                </a:lnTo>
                <a:cubicBezTo>
                  <a:pt x="24200" y="185956"/>
                  <a:pt x="14781" y="171662"/>
                  <a:pt x="8869" y="154536"/>
                </a:cubicBezTo>
                <a:cubicBezTo>
                  <a:pt x="2956" y="137410"/>
                  <a:pt x="0" y="119610"/>
                  <a:pt x="0" y="10113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4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008312-224B-4650-8CA6-203A959F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073" y="2148257"/>
            <a:ext cx="146438" cy="147052"/>
          </a:xfrm>
          <a:custGeom xmlns:a="http://schemas.openxmlformats.org/drawingml/2006/main">
            <a:pathLst>
              <a:path w="146438" h="147052">
                <a:moveTo>
                  <a:pt x="0" y="91629"/>
                </a:moveTo>
                <a:cubicBezTo>
                  <a:pt x="0" y="76122"/>
                  <a:pt x="4606" y="61221"/>
                  <a:pt x="13819" y="46927"/>
                </a:cubicBezTo>
                <a:cubicBezTo>
                  <a:pt x="23031" y="32633"/>
                  <a:pt x="34650" y="21306"/>
                  <a:pt x="48675" y="12945"/>
                </a:cubicBezTo>
                <a:cubicBezTo>
                  <a:pt x="62700" y="4585"/>
                  <a:pt x="76725" y="337"/>
                  <a:pt x="90751" y="202"/>
                </a:cubicBezTo>
                <a:cubicBezTo>
                  <a:pt x="103126" y="202"/>
                  <a:pt x="112957" y="3641"/>
                  <a:pt x="120245" y="10518"/>
                </a:cubicBezTo>
                <a:cubicBezTo>
                  <a:pt x="121482" y="11867"/>
                  <a:pt x="122513" y="13013"/>
                  <a:pt x="123338" y="13957"/>
                </a:cubicBezTo>
                <a:cubicBezTo>
                  <a:pt x="124163" y="14901"/>
                  <a:pt x="124713" y="15575"/>
                  <a:pt x="124988" y="15980"/>
                </a:cubicBezTo>
                <a:lnTo>
                  <a:pt x="125195" y="16586"/>
                </a:lnTo>
                <a:cubicBezTo>
                  <a:pt x="125607" y="16586"/>
                  <a:pt x="127463" y="14833"/>
                  <a:pt x="130763" y="11327"/>
                </a:cubicBezTo>
                <a:cubicBezTo>
                  <a:pt x="131726" y="10518"/>
                  <a:pt x="132757" y="9574"/>
                  <a:pt x="133857" y="8495"/>
                </a:cubicBezTo>
                <a:cubicBezTo>
                  <a:pt x="134957" y="7417"/>
                  <a:pt x="136057" y="6338"/>
                  <a:pt x="137157" y="5259"/>
                </a:cubicBezTo>
                <a:cubicBezTo>
                  <a:pt x="138257" y="4180"/>
                  <a:pt x="138945" y="3439"/>
                  <a:pt x="139220" y="3034"/>
                </a:cubicBezTo>
                <a:lnTo>
                  <a:pt x="142313" y="0"/>
                </a:lnTo>
                <a:lnTo>
                  <a:pt x="143551" y="0"/>
                </a:lnTo>
                <a:cubicBezTo>
                  <a:pt x="145476" y="0"/>
                  <a:pt x="146438" y="472"/>
                  <a:pt x="146438" y="1416"/>
                </a:cubicBezTo>
                <a:cubicBezTo>
                  <a:pt x="146438" y="1955"/>
                  <a:pt x="144238" y="11192"/>
                  <a:pt x="139838" y="29127"/>
                </a:cubicBezTo>
                <a:cubicBezTo>
                  <a:pt x="134888" y="47871"/>
                  <a:pt x="132413" y="57310"/>
                  <a:pt x="132413" y="57445"/>
                </a:cubicBezTo>
                <a:cubicBezTo>
                  <a:pt x="132138" y="58120"/>
                  <a:pt x="131795" y="58524"/>
                  <a:pt x="131382" y="58659"/>
                </a:cubicBezTo>
                <a:cubicBezTo>
                  <a:pt x="130970" y="58794"/>
                  <a:pt x="129732" y="58929"/>
                  <a:pt x="127670" y="59063"/>
                </a:cubicBezTo>
                <a:lnTo>
                  <a:pt x="124370" y="59063"/>
                </a:lnTo>
                <a:cubicBezTo>
                  <a:pt x="123545" y="58254"/>
                  <a:pt x="123132" y="57648"/>
                  <a:pt x="123132" y="57243"/>
                </a:cubicBezTo>
                <a:cubicBezTo>
                  <a:pt x="123132" y="57108"/>
                  <a:pt x="123201" y="56636"/>
                  <a:pt x="123338" y="55827"/>
                </a:cubicBezTo>
                <a:cubicBezTo>
                  <a:pt x="123476" y="55018"/>
                  <a:pt x="123613" y="53670"/>
                  <a:pt x="123751" y="51782"/>
                </a:cubicBezTo>
                <a:cubicBezTo>
                  <a:pt x="123888" y="49894"/>
                  <a:pt x="123957" y="47736"/>
                  <a:pt x="123957" y="45309"/>
                </a:cubicBezTo>
                <a:cubicBezTo>
                  <a:pt x="123957" y="35735"/>
                  <a:pt x="121757" y="27374"/>
                  <a:pt x="117357" y="20227"/>
                </a:cubicBezTo>
                <a:cubicBezTo>
                  <a:pt x="112957" y="13080"/>
                  <a:pt x="105463" y="9439"/>
                  <a:pt x="94876" y="9305"/>
                </a:cubicBezTo>
                <a:cubicBezTo>
                  <a:pt x="92401" y="9305"/>
                  <a:pt x="89719" y="9507"/>
                  <a:pt x="86832" y="9911"/>
                </a:cubicBezTo>
                <a:cubicBezTo>
                  <a:pt x="83944" y="10316"/>
                  <a:pt x="80301" y="11192"/>
                  <a:pt x="75900" y="12541"/>
                </a:cubicBezTo>
                <a:cubicBezTo>
                  <a:pt x="71500" y="13889"/>
                  <a:pt x="67307" y="15777"/>
                  <a:pt x="63319" y="18204"/>
                </a:cubicBezTo>
                <a:cubicBezTo>
                  <a:pt x="59332" y="20632"/>
                  <a:pt x="55000" y="23868"/>
                  <a:pt x="50325" y="27914"/>
                </a:cubicBezTo>
                <a:cubicBezTo>
                  <a:pt x="45650" y="31959"/>
                  <a:pt x="41663" y="36746"/>
                  <a:pt x="38363" y="42275"/>
                </a:cubicBezTo>
                <a:cubicBezTo>
                  <a:pt x="35063" y="47804"/>
                  <a:pt x="31831" y="54681"/>
                  <a:pt x="28669" y="62907"/>
                </a:cubicBezTo>
                <a:cubicBezTo>
                  <a:pt x="25506" y="71132"/>
                  <a:pt x="23375" y="80167"/>
                  <a:pt x="22275" y="90011"/>
                </a:cubicBezTo>
                <a:cubicBezTo>
                  <a:pt x="22000" y="92438"/>
                  <a:pt x="21863" y="95068"/>
                  <a:pt x="21863" y="97900"/>
                </a:cubicBezTo>
                <a:cubicBezTo>
                  <a:pt x="21863" y="104372"/>
                  <a:pt x="22825" y="110103"/>
                  <a:pt x="24750" y="115093"/>
                </a:cubicBezTo>
                <a:cubicBezTo>
                  <a:pt x="26675" y="120082"/>
                  <a:pt x="29150" y="123925"/>
                  <a:pt x="32175" y="126622"/>
                </a:cubicBezTo>
                <a:cubicBezTo>
                  <a:pt x="35200" y="129319"/>
                  <a:pt x="38638" y="131612"/>
                  <a:pt x="42488" y="133500"/>
                </a:cubicBezTo>
                <a:cubicBezTo>
                  <a:pt x="46338" y="135387"/>
                  <a:pt x="49913" y="136534"/>
                  <a:pt x="53213" y="136938"/>
                </a:cubicBezTo>
                <a:cubicBezTo>
                  <a:pt x="56513" y="137343"/>
                  <a:pt x="59607" y="137612"/>
                  <a:pt x="62494" y="137747"/>
                </a:cubicBezTo>
                <a:cubicBezTo>
                  <a:pt x="69919" y="137747"/>
                  <a:pt x="76725" y="136197"/>
                  <a:pt x="82913" y="133095"/>
                </a:cubicBezTo>
                <a:cubicBezTo>
                  <a:pt x="89101" y="129994"/>
                  <a:pt x="93363" y="126016"/>
                  <a:pt x="95701" y="121161"/>
                </a:cubicBezTo>
                <a:cubicBezTo>
                  <a:pt x="96113" y="120082"/>
                  <a:pt x="97144" y="116374"/>
                  <a:pt x="98794" y="110036"/>
                </a:cubicBezTo>
                <a:cubicBezTo>
                  <a:pt x="100444" y="103698"/>
                  <a:pt x="101269" y="100125"/>
                  <a:pt x="101269" y="99316"/>
                </a:cubicBezTo>
                <a:cubicBezTo>
                  <a:pt x="101269" y="98237"/>
                  <a:pt x="100376" y="97563"/>
                  <a:pt x="98588" y="97293"/>
                </a:cubicBezTo>
                <a:cubicBezTo>
                  <a:pt x="96801" y="97023"/>
                  <a:pt x="92676" y="96821"/>
                  <a:pt x="86213" y="96686"/>
                </a:cubicBezTo>
                <a:lnTo>
                  <a:pt x="78582" y="96686"/>
                </a:lnTo>
                <a:cubicBezTo>
                  <a:pt x="77757" y="95877"/>
                  <a:pt x="77344" y="95338"/>
                  <a:pt x="77344" y="95068"/>
                </a:cubicBezTo>
                <a:cubicBezTo>
                  <a:pt x="77344" y="94798"/>
                  <a:pt x="77482" y="93517"/>
                  <a:pt x="77757" y="91225"/>
                </a:cubicBezTo>
                <a:cubicBezTo>
                  <a:pt x="78307" y="89472"/>
                  <a:pt x="78994" y="88191"/>
                  <a:pt x="79819" y="87382"/>
                </a:cubicBezTo>
                <a:lnTo>
                  <a:pt x="83326" y="87382"/>
                </a:lnTo>
                <a:cubicBezTo>
                  <a:pt x="88826" y="87651"/>
                  <a:pt x="98451" y="87786"/>
                  <a:pt x="112201" y="87786"/>
                </a:cubicBezTo>
                <a:cubicBezTo>
                  <a:pt x="117701" y="87786"/>
                  <a:pt x="122170" y="87786"/>
                  <a:pt x="125607" y="87786"/>
                </a:cubicBezTo>
                <a:cubicBezTo>
                  <a:pt x="129045" y="87786"/>
                  <a:pt x="131520" y="87719"/>
                  <a:pt x="133032" y="87584"/>
                </a:cubicBezTo>
                <a:cubicBezTo>
                  <a:pt x="134545" y="87449"/>
                  <a:pt x="135370" y="87449"/>
                  <a:pt x="135507" y="87584"/>
                </a:cubicBezTo>
                <a:cubicBezTo>
                  <a:pt x="137432" y="87584"/>
                  <a:pt x="138395" y="88191"/>
                  <a:pt x="138395" y="89404"/>
                </a:cubicBezTo>
                <a:cubicBezTo>
                  <a:pt x="138395" y="89674"/>
                  <a:pt x="138257" y="90618"/>
                  <a:pt x="137982" y="92236"/>
                </a:cubicBezTo>
                <a:cubicBezTo>
                  <a:pt x="137295" y="94798"/>
                  <a:pt x="136607" y="96214"/>
                  <a:pt x="135920" y="96484"/>
                </a:cubicBezTo>
                <a:cubicBezTo>
                  <a:pt x="135507" y="96619"/>
                  <a:pt x="134476" y="96686"/>
                  <a:pt x="132826" y="96686"/>
                </a:cubicBezTo>
                <a:cubicBezTo>
                  <a:pt x="130076" y="96686"/>
                  <a:pt x="127257" y="96888"/>
                  <a:pt x="124370" y="97293"/>
                </a:cubicBezTo>
                <a:cubicBezTo>
                  <a:pt x="123407" y="97697"/>
                  <a:pt x="122720" y="98304"/>
                  <a:pt x="122307" y="99113"/>
                </a:cubicBezTo>
                <a:cubicBezTo>
                  <a:pt x="121895" y="99922"/>
                  <a:pt x="120932" y="103361"/>
                  <a:pt x="119420" y="109429"/>
                </a:cubicBezTo>
                <a:cubicBezTo>
                  <a:pt x="118182" y="113879"/>
                  <a:pt x="117151" y="117655"/>
                  <a:pt x="116326" y="120756"/>
                </a:cubicBezTo>
                <a:cubicBezTo>
                  <a:pt x="112888" y="134511"/>
                  <a:pt x="110963" y="141591"/>
                  <a:pt x="110551" y="141995"/>
                </a:cubicBezTo>
                <a:cubicBezTo>
                  <a:pt x="110276" y="142265"/>
                  <a:pt x="109932" y="142400"/>
                  <a:pt x="109519" y="142400"/>
                </a:cubicBezTo>
                <a:cubicBezTo>
                  <a:pt x="108144" y="142400"/>
                  <a:pt x="106219" y="141051"/>
                  <a:pt x="103744" y="138354"/>
                </a:cubicBezTo>
                <a:cubicBezTo>
                  <a:pt x="101269" y="135657"/>
                  <a:pt x="99688" y="133567"/>
                  <a:pt x="99001" y="132084"/>
                </a:cubicBezTo>
                <a:cubicBezTo>
                  <a:pt x="99001" y="131949"/>
                  <a:pt x="98863" y="131949"/>
                  <a:pt x="98588" y="132084"/>
                </a:cubicBezTo>
                <a:cubicBezTo>
                  <a:pt x="98313" y="132219"/>
                  <a:pt x="97901" y="132556"/>
                  <a:pt x="97351" y="133095"/>
                </a:cubicBezTo>
                <a:cubicBezTo>
                  <a:pt x="87176" y="142400"/>
                  <a:pt x="73425" y="147052"/>
                  <a:pt x="56100" y="147052"/>
                </a:cubicBezTo>
                <a:cubicBezTo>
                  <a:pt x="39463" y="147052"/>
                  <a:pt x="25988" y="141860"/>
                  <a:pt x="15675" y="131477"/>
                </a:cubicBezTo>
                <a:cubicBezTo>
                  <a:pt x="5363" y="121094"/>
                  <a:pt x="138" y="107811"/>
                  <a:pt x="0" y="916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694EA3-4C34-4E55-B46C-79A12ABF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073" y="2148257"/>
            <a:ext cx="146438" cy="147052"/>
          </a:xfrm>
          <a:custGeom xmlns:a="http://schemas.openxmlformats.org/drawingml/2006/main">
            <a:pathLst>
              <a:path w="146438" h="147052" fill="none">
                <a:moveTo>
                  <a:pt x="0" y="91629"/>
                </a:moveTo>
                <a:cubicBezTo>
                  <a:pt x="0" y="76122"/>
                  <a:pt x="4606" y="61221"/>
                  <a:pt x="13819" y="46927"/>
                </a:cubicBezTo>
                <a:cubicBezTo>
                  <a:pt x="23031" y="32633"/>
                  <a:pt x="34650" y="21306"/>
                  <a:pt x="48675" y="12945"/>
                </a:cubicBezTo>
                <a:cubicBezTo>
                  <a:pt x="62700" y="4585"/>
                  <a:pt x="76725" y="337"/>
                  <a:pt x="90751" y="202"/>
                </a:cubicBezTo>
                <a:cubicBezTo>
                  <a:pt x="103126" y="202"/>
                  <a:pt x="112957" y="3641"/>
                  <a:pt x="120245" y="10518"/>
                </a:cubicBezTo>
                <a:cubicBezTo>
                  <a:pt x="121482" y="11867"/>
                  <a:pt x="122513" y="13013"/>
                  <a:pt x="123338" y="13957"/>
                </a:cubicBezTo>
                <a:cubicBezTo>
                  <a:pt x="124163" y="14901"/>
                  <a:pt x="124713" y="15575"/>
                  <a:pt x="124988" y="15980"/>
                </a:cubicBezTo>
                <a:lnTo>
                  <a:pt x="125195" y="16586"/>
                </a:lnTo>
                <a:cubicBezTo>
                  <a:pt x="125607" y="16586"/>
                  <a:pt x="127463" y="14833"/>
                  <a:pt x="130763" y="11327"/>
                </a:cubicBezTo>
                <a:cubicBezTo>
                  <a:pt x="131726" y="10518"/>
                  <a:pt x="132757" y="9574"/>
                  <a:pt x="133857" y="8495"/>
                </a:cubicBezTo>
                <a:cubicBezTo>
                  <a:pt x="134957" y="7417"/>
                  <a:pt x="136057" y="6338"/>
                  <a:pt x="137157" y="5259"/>
                </a:cubicBezTo>
                <a:cubicBezTo>
                  <a:pt x="138257" y="4180"/>
                  <a:pt x="138945" y="3439"/>
                  <a:pt x="139220" y="3034"/>
                </a:cubicBezTo>
                <a:lnTo>
                  <a:pt x="142313" y="0"/>
                </a:lnTo>
                <a:lnTo>
                  <a:pt x="143551" y="0"/>
                </a:lnTo>
                <a:cubicBezTo>
                  <a:pt x="145476" y="0"/>
                  <a:pt x="146438" y="472"/>
                  <a:pt x="146438" y="1416"/>
                </a:cubicBezTo>
                <a:cubicBezTo>
                  <a:pt x="146438" y="1955"/>
                  <a:pt x="144238" y="11192"/>
                  <a:pt x="139838" y="29127"/>
                </a:cubicBezTo>
                <a:cubicBezTo>
                  <a:pt x="134888" y="47871"/>
                  <a:pt x="132413" y="57310"/>
                  <a:pt x="132413" y="57445"/>
                </a:cubicBezTo>
                <a:cubicBezTo>
                  <a:pt x="132138" y="58120"/>
                  <a:pt x="131795" y="58524"/>
                  <a:pt x="131382" y="58659"/>
                </a:cubicBezTo>
                <a:cubicBezTo>
                  <a:pt x="130970" y="58794"/>
                  <a:pt x="129732" y="58929"/>
                  <a:pt x="127670" y="59063"/>
                </a:cubicBezTo>
                <a:lnTo>
                  <a:pt x="124370" y="59063"/>
                </a:lnTo>
                <a:cubicBezTo>
                  <a:pt x="123545" y="58254"/>
                  <a:pt x="123132" y="57648"/>
                  <a:pt x="123132" y="57243"/>
                </a:cubicBezTo>
                <a:cubicBezTo>
                  <a:pt x="123132" y="57108"/>
                  <a:pt x="123201" y="56636"/>
                  <a:pt x="123338" y="55827"/>
                </a:cubicBezTo>
                <a:cubicBezTo>
                  <a:pt x="123476" y="55018"/>
                  <a:pt x="123613" y="53670"/>
                  <a:pt x="123751" y="51782"/>
                </a:cubicBezTo>
                <a:cubicBezTo>
                  <a:pt x="123888" y="49894"/>
                  <a:pt x="123957" y="47736"/>
                  <a:pt x="123957" y="45309"/>
                </a:cubicBezTo>
                <a:cubicBezTo>
                  <a:pt x="123957" y="35735"/>
                  <a:pt x="121757" y="27374"/>
                  <a:pt x="117357" y="20227"/>
                </a:cubicBezTo>
                <a:cubicBezTo>
                  <a:pt x="112957" y="13080"/>
                  <a:pt x="105463" y="9439"/>
                  <a:pt x="94876" y="9305"/>
                </a:cubicBezTo>
                <a:cubicBezTo>
                  <a:pt x="92401" y="9305"/>
                  <a:pt x="89719" y="9507"/>
                  <a:pt x="86832" y="9911"/>
                </a:cubicBezTo>
                <a:cubicBezTo>
                  <a:pt x="83944" y="10316"/>
                  <a:pt x="80301" y="11192"/>
                  <a:pt x="75900" y="12541"/>
                </a:cubicBezTo>
                <a:cubicBezTo>
                  <a:pt x="71500" y="13889"/>
                  <a:pt x="67307" y="15777"/>
                  <a:pt x="63319" y="18204"/>
                </a:cubicBezTo>
                <a:cubicBezTo>
                  <a:pt x="59332" y="20632"/>
                  <a:pt x="55000" y="23868"/>
                  <a:pt x="50325" y="27914"/>
                </a:cubicBezTo>
                <a:cubicBezTo>
                  <a:pt x="45650" y="31959"/>
                  <a:pt x="41663" y="36746"/>
                  <a:pt x="38363" y="42275"/>
                </a:cubicBezTo>
                <a:cubicBezTo>
                  <a:pt x="35063" y="47804"/>
                  <a:pt x="31831" y="54681"/>
                  <a:pt x="28669" y="62907"/>
                </a:cubicBezTo>
                <a:cubicBezTo>
                  <a:pt x="25506" y="71132"/>
                  <a:pt x="23375" y="80167"/>
                  <a:pt x="22275" y="90011"/>
                </a:cubicBezTo>
                <a:cubicBezTo>
                  <a:pt x="22000" y="92438"/>
                  <a:pt x="21863" y="95068"/>
                  <a:pt x="21863" y="97900"/>
                </a:cubicBezTo>
                <a:cubicBezTo>
                  <a:pt x="21863" y="104372"/>
                  <a:pt x="22825" y="110103"/>
                  <a:pt x="24750" y="115093"/>
                </a:cubicBezTo>
                <a:cubicBezTo>
                  <a:pt x="26675" y="120082"/>
                  <a:pt x="29150" y="123925"/>
                  <a:pt x="32175" y="126622"/>
                </a:cubicBezTo>
                <a:cubicBezTo>
                  <a:pt x="35200" y="129319"/>
                  <a:pt x="38638" y="131612"/>
                  <a:pt x="42488" y="133500"/>
                </a:cubicBezTo>
                <a:cubicBezTo>
                  <a:pt x="46338" y="135387"/>
                  <a:pt x="49913" y="136534"/>
                  <a:pt x="53213" y="136938"/>
                </a:cubicBezTo>
                <a:cubicBezTo>
                  <a:pt x="56513" y="137343"/>
                  <a:pt x="59607" y="137612"/>
                  <a:pt x="62494" y="137747"/>
                </a:cubicBezTo>
                <a:cubicBezTo>
                  <a:pt x="69919" y="137747"/>
                  <a:pt x="76725" y="136197"/>
                  <a:pt x="82913" y="133095"/>
                </a:cubicBezTo>
                <a:cubicBezTo>
                  <a:pt x="89101" y="129994"/>
                  <a:pt x="93363" y="126016"/>
                  <a:pt x="95701" y="121161"/>
                </a:cubicBezTo>
                <a:cubicBezTo>
                  <a:pt x="96113" y="120082"/>
                  <a:pt x="97144" y="116374"/>
                  <a:pt x="98794" y="110036"/>
                </a:cubicBezTo>
                <a:cubicBezTo>
                  <a:pt x="100444" y="103698"/>
                  <a:pt x="101269" y="100125"/>
                  <a:pt x="101269" y="99316"/>
                </a:cubicBezTo>
                <a:cubicBezTo>
                  <a:pt x="101269" y="98237"/>
                  <a:pt x="100376" y="97563"/>
                  <a:pt x="98588" y="97293"/>
                </a:cubicBezTo>
                <a:cubicBezTo>
                  <a:pt x="96801" y="97023"/>
                  <a:pt x="92676" y="96821"/>
                  <a:pt x="86213" y="96686"/>
                </a:cubicBezTo>
                <a:lnTo>
                  <a:pt x="78582" y="96686"/>
                </a:lnTo>
                <a:cubicBezTo>
                  <a:pt x="77757" y="95877"/>
                  <a:pt x="77344" y="95338"/>
                  <a:pt x="77344" y="95068"/>
                </a:cubicBezTo>
                <a:cubicBezTo>
                  <a:pt x="77344" y="94798"/>
                  <a:pt x="77482" y="93517"/>
                  <a:pt x="77757" y="91225"/>
                </a:cubicBezTo>
                <a:cubicBezTo>
                  <a:pt x="78307" y="89472"/>
                  <a:pt x="78994" y="88191"/>
                  <a:pt x="79819" y="87382"/>
                </a:cubicBezTo>
                <a:lnTo>
                  <a:pt x="83326" y="87382"/>
                </a:lnTo>
                <a:cubicBezTo>
                  <a:pt x="88826" y="87651"/>
                  <a:pt x="98451" y="87786"/>
                  <a:pt x="112201" y="87786"/>
                </a:cubicBezTo>
                <a:cubicBezTo>
                  <a:pt x="117701" y="87786"/>
                  <a:pt x="122170" y="87786"/>
                  <a:pt x="125607" y="87786"/>
                </a:cubicBezTo>
                <a:cubicBezTo>
                  <a:pt x="129045" y="87786"/>
                  <a:pt x="131520" y="87719"/>
                  <a:pt x="133032" y="87584"/>
                </a:cubicBezTo>
                <a:cubicBezTo>
                  <a:pt x="134545" y="87449"/>
                  <a:pt x="135370" y="87449"/>
                  <a:pt x="135507" y="87584"/>
                </a:cubicBezTo>
                <a:cubicBezTo>
                  <a:pt x="137432" y="87584"/>
                  <a:pt x="138395" y="88191"/>
                  <a:pt x="138395" y="89404"/>
                </a:cubicBezTo>
                <a:cubicBezTo>
                  <a:pt x="138395" y="89674"/>
                  <a:pt x="138257" y="90618"/>
                  <a:pt x="137982" y="92236"/>
                </a:cubicBezTo>
                <a:cubicBezTo>
                  <a:pt x="137295" y="94798"/>
                  <a:pt x="136607" y="96214"/>
                  <a:pt x="135920" y="96484"/>
                </a:cubicBezTo>
                <a:cubicBezTo>
                  <a:pt x="135507" y="96619"/>
                  <a:pt x="134476" y="96686"/>
                  <a:pt x="132826" y="96686"/>
                </a:cubicBezTo>
                <a:cubicBezTo>
                  <a:pt x="130076" y="96686"/>
                  <a:pt x="127257" y="96888"/>
                  <a:pt x="124370" y="97293"/>
                </a:cubicBezTo>
                <a:cubicBezTo>
                  <a:pt x="123407" y="97697"/>
                  <a:pt x="122720" y="98304"/>
                  <a:pt x="122307" y="99113"/>
                </a:cubicBezTo>
                <a:cubicBezTo>
                  <a:pt x="121895" y="99922"/>
                  <a:pt x="120932" y="103361"/>
                  <a:pt x="119420" y="109429"/>
                </a:cubicBezTo>
                <a:cubicBezTo>
                  <a:pt x="118182" y="113879"/>
                  <a:pt x="117151" y="117655"/>
                  <a:pt x="116326" y="120756"/>
                </a:cubicBezTo>
                <a:cubicBezTo>
                  <a:pt x="112888" y="134511"/>
                  <a:pt x="110963" y="141591"/>
                  <a:pt x="110551" y="141995"/>
                </a:cubicBezTo>
                <a:cubicBezTo>
                  <a:pt x="110276" y="142265"/>
                  <a:pt x="109932" y="142400"/>
                  <a:pt x="109519" y="142400"/>
                </a:cubicBezTo>
                <a:cubicBezTo>
                  <a:pt x="108144" y="142400"/>
                  <a:pt x="106219" y="141051"/>
                  <a:pt x="103744" y="138354"/>
                </a:cubicBezTo>
                <a:cubicBezTo>
                  <a:pt x="101269" y="135657"/>
                  <a:pt x="99688" y="133567"/>
                  <a:pt x="99001" y="132084"/>
                </a:cubicBezTo>
                <a:cubicBezTo>
                  <a:pt x="99001" y="131949"/>
                  <a:pt x="98863" y="131949"/>
                  <a:pt x="98588" y="132084"/>
                </a:cubicBezTo>
                <a:cubicBezTo>
                  <a:pt x="98313" y="132219"/>
                  <a:pt x="97901" y="132556"/>
                  <a:pt x="97351" y="133095"/>
                </a:cubicBezTo>
                <a:cubicBezTo>
                  <a:pt x="87176" y="142400"/>
                  <a:pt x="73425" y="147052"/>
                  <a:pt x="56100" y="147052"/>
                </a:cubicBezTo>
                <a:cubicBezTo>
                  <a:pt x="39463" y="147052"/>
                  <a:pt x="25988" y="141860"/>
                  <a:pt x="15675" y="131477"/>
                </a:cubicBezTo>
                <a:cubicBezTo>
                  <a:pt x="5363" y="121094"/>
                  <a:pt x="138" y="107811"/>
                  <a:pt x="0" y="9162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4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79472D-FBEE-4B04-A7E3-9F4E670C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805" y="2226101"/>
            <a:ext cx="60515" cy="98245"/>
          </a:xfrm>
          <a:custGeom xmlns:a="http://schemas.openxmlformats.org/drawingml/2006/main">
            <a:pathLst>
              <a:path w="60515" h="98245">
                <a:moveTo>
                  <a:pt x="12395" y="28887"/>
                </a:moveTo>
                <a:cubicBezTo>
                  <a:pt x="9770" y="28887"/>
                  <a:pt x="7728" y="28077"/>
                  <a:pt x="6270" y="26456"/>
                </a:cubicBezTo>
                <a:cubicBezTo>
                  <a:pt x="4812" y="24835"/>
                  <a:pt x="4034" y="22738"/>
                  <a:pt x="3937" y="20164"/>
                </a:cubicBezTo>
                <a:cubicBezTo>
                  <a:pt x="3937" y="14920"/>
                  <a:pt x="6270" y="10249"/>
                  <a:pt x="10936" y="6149"/>
                </a:cubicBezTo>
                <a:cubicBezTo>
                  <a:pt x="15603" y="2050"/>
                  <a:pt x="21241" y="0"/>
                  <a:pt x="27852" y="0"/>
                </a:cubicBezTo>
                <a:cubicBezTo>
                  <a:pt x="31254" y="0"/>
                  <a:pt x="33393" y="48"/>
                  <a:pt x="34268" y="143"/>
                </a:cubicBezTo>
                <a:cubicBezTo>
                  <a:pt x="41461" y="1287"/>
                  <a:pt x="46954" y="3814"/>
                  <a:pt x="50745" y="7722"/>
                </a:cubicBezTo>
                <a:cubicBezTo>
                  <a:pt x="54537" y="11631"/>
                  <a:pt x="56481" y="15874"/>
                  <a:pt x="56578" y="20450"/>
                </a:cubicBezTo>
                <a:cubicBezTo>
                  <a:pt x="56578" y="25407"/>
                  <a:pt x="54925" y="30222"/>
                  <a:pt x="51620" y="34894"/>
                </a:cubicBezTo>
                <a:cubicBezTo>
                  <a:pt x="48315" y="39565"/>
                  <a:pt x="43746" y="42950"/>
                  <a:pt x="37913" y="45047"/>
                </a:cubicBezTo>
                <a:lnTo>
                  <a:pt x="37476" y="45333"/>
                </a:lnTo>
                <a:cubicBezTo>
                  <a:pt x="37476" y="45428"/>
                  <a:pt x="37913" y="45571"/>
                  <a:pt x="38788" y="45762"/>
                </a:cubicBezTo>
                <a:cubicBezTo>
                  <a:pt x="39663" y="45953"/>
                  <a:pt x="41073" y="46382"/>
                  <a:pt x="43017" y="47049"/>
                </a:cubicBezTo>
                <a:cubicBezTo>
                  <a:pt x="44961" y="47716"/>
                  <a:pt x="46808" y="48718"/>
                  <a:pt x="48558" y="50052"/>
                </a:cubicBezTo>
                <a:cubicBezTo>
                  <a:pt x="56529" y="55105"/>
                  <a:pt x="60515" y="61779"/>
                  <a:pt x="60515" y="70073"/>
                </a:cubicBezTo>
                <a:cubicBezTo>
                  <a:pt x="60515" y="77605"/>
                  <a:pt x="57502" y="84183"/>
                  <a:pt x="51474" y="89808"/>
                </a:cubicBezTo>
                <a:cubicBezTo>
                  <a:pt x="45447" y="95433"/>
                  <a:pt x="37816" y="98245"/>
                  <a:pt x="28581" y="98245"/>
                </a:cubicBezTo>
                <a:cubicBezTo>
                  <a:pt x="20804" y="98245"/>
                  <a:pt x="14096" y="96196"/>
                  <a:pt x="8458" y="92096"/>
                </a:cubicBezTo>
                <a:cubicBezTo>
                  <a:pt x="2819" y="87997"/>
                  <a:pt x="0" y="82801"/>
                  <a:pt x="0" y="76508"/>
                </a:cubicBezTo>
                <a:cubicBezTo>
                  <a:pt x="0" y="73839"/>
                  <a:pt x="875" y="71694"/>
                  <a:pt x="2625" y="70073"/>
                </a:cubicBezTo>
                <a:cubicBezTo>
                  <a:pt x="4375" y="68452"/>
                  <a:pt x="6562" y="67594"/>
                  <a:pt x="9187" y="67499"/>
                </a:cubicBezTo>
                <a:cubicBezTo>
                  <a:pt x="11909" y="67499"/>
                  <a:pt x="14145" y="68357"/>
                  <a:pt x="15894" y="70073"/>
                </a:cubicBezTo>
                <a:cubicBezTo>
                  <a:pt x="17644" y="71789"/>
                  <a:pt x="18519" y="73934"/>
                  <a:pt x="18519" y="76508"/>
                </a:cubicBezTo>
                <a:cubicBezTo>
                  <a:pt x="18519" y="77557"/>
                  <a:pt x="18373" y="78511"/>
                  <a:pt x="18082" y="79369"/>
                </a:cubicBezTo>
                <a:cubicBezTo>
                  <a:pt x="17790" y="80227"/>
                  <a:pt x="17450" y="80989"/>
                  <a:pt x="17061" y="81657"/>
                </a:cubicBezTo>
                <a:cubicBezTo>
                  <a:pt x="16672" y="82324"/>
                  <a:pt x="16137" y="82896"/>
                  <a:pt x="15457" y="83373"/>
                </a:cubicBezTo>
                <a:cubicBezTo>
                  <a:pt x="14776" y="83849"/>
                  <a:pt x="14193" y="84231"/>
                  <a:pt x="13707" y="84517"/>
                </a:cubicBezTo>
                <a:cubicBezTo>
                  <a:pt x="13221" y="84803"/>
                  <a:pt x="12735" y="84993"/>
                  <a:pt x="12249" y="85089"/>
                </a:cubicBezTo>
                <a:cubicBezTo>
                  <a:pt x="11763" y="85184"/>
                  <a:pt x="11374" y="85327"/>
                  <a:pt x="11082" y="85518"/>
                </a:cubicBezTo>
                <a:lnTo>
                  <a:pt x="10499" y="85661"/>
                </a:lnTo>
                <a:cubicBezTo>
                  <a:pt x="15457" y="89951"/>
                  <a:pt x="21484" y="92096"/>
                  <a:pt x="28581" y="92096"/>
                </a:cubicBezTo>
                <a:cubicBezTo>
                  <a:pt x="33927" y="92096"/>
                  <a:pt x="37962" y="89570"/>
                  <a:pt x="40684" y="84517"/>
                </a:cubicBezTo>
                <a:cubicBezTo>
                  <a:pt x="42336" y="81371"/>
                  <a:pt x="43163" y="76556"/>
                  <a:pt x="43163" y="70073"/>
                </a:cubicBezTo>
                <a:lnTo>
                  <a:pt x="43163" y="67213"/>
                </a:lnTo>
                <a:cubicBezTo>
                  <a:pt x="43163" y="58156"/>
                  <a:pt x="40052" y="52102"/>
                  <a:pt x="33830" y="49051"/>
                </a:cubicBezTo>
                <a:cubicBezTo>
                  <a:pt x="32372" y="48479"/>
                  <a:pt x="29407" y="48145"/>
                  <a:pt x="24935" y="48050"/>
                </a:cubicBezTo>
                <a:lnTo>
                  <a:pt x="18811" y="47907"/>
                </a:lnTo>
                <a:lnTo>
                  <a:pt x="18373" y="47621"/>
                </a:lnTo>
                <a:cubicBezTo>
                  <a:pt x="18179" y="47335"/>
                  <a:pt x="18082" y="46572"/>
                  <a:pt x="18082" y="45333"/>
                </a:cubicBezTo>
                <a:cubicBezTo>
                  <a:pt x="18082" y="43617"/>
                  <a:pt x="18470" y="42759"/>
                  <a:pt x="19248" y="42759"/>
                </a:cubicBezTo>
                <a:cubicBezTo>
                  <a:pt x="21970" y="42759"/>
                  <a:pt x="24789" y="42521"/>
                  <a:pt x="27706" y="42044"/>
                </a:cubicBezTo>
                <a:cubicBezTo>
                  <a:pt x="31011" y="41567"/>
                  <a:pt x="34025" y="39565"/>
                  <a:pt x="36747" y="36038"/>
                </a:cubicBezTo>
                <a:cubicBezTo>
                  <a:pt x="39469" y="32510"/>
                  <a:pt x="40830" y="27171"/>
                  <a:pt x="40830" y="20021"/>
                </a:cubicBezTo>
                <a:lnTo>
                  <a:pt x="40830" y="18877"/>
                </a:lnTo>
                <a:cubicBezTo>
                  <a:pt x="40830" y="13443"/>
                  <a:pt x="39128" y="9677"/>
                  <a:pt x="35726" y="7579"/>
                </a:cubicBezTo>
                <a:cubicBezTo>
                  <a:pt x="33587" y="6245"/>
                  <a:pt x="31303" y="5577"/>
                  <a:pt x="28872" y="5577"/>
                </a:cubicBezTo>
                <a:cubicBezTo>
                  <a:pt x="25761" y="5577"/>
                  <a:pt x="22894" y="6102"/>
                  <a:pt x="20269" y="7150"/>
                </a:cubicBezTo>
                <a:cubicBezTo>
                  <a:pt x="17644" y="8199"/>
                  <a:pt x="15797" y="9295"/>
                  <a:pt x="14728" y="10439"/>
                </a:cubicBezTo>
                <a:cubicBezTo>
                  <a:pt x="13658" y="11584"/>
                  <a:pt x="13124" y="12156"/>
                  <a:pt x="13124" y="12156"/>
                </a:cubicBezTo>
                <a:lnTo>
                  <a:pt x="13561" y="12156"/>
                </a:lnTo>
                <a:cubicBezTo>
                  <a:pt x="13853" y="12251"/>
                  <a:pt x="14242" y="12346"/>
                  <a:pt x="14728" y="12442"/>
                </a:cubicBezTo>
                <a:cubicBezTo>
                  <a:pt x="15214" y="12537"/>
                  <a:pt x="15700" y="12775"/>
                  <a:pt x="16186" y="13157"/>
                </a:cubicBezTo>
                <a:cubicBezTo>
                  <a:pt x="16672" y="13538"/>
                  <a:pt x="17255" y="13872"/>
                  <a:pt x="17936" y="14158"/>
                </a:cubicBezTo>
                <a:cubicBezTo>
                  <a:pt x="18616" y="14444"/>
                  <a:pt x="19102" y="14968"/>
                  <a:pt x="19394" y="15731"/>
                </a:cubicBezTo>
                <a:cubicBezTo>
                  <a:pt x="19686" y="16493"/>
                  <a:pt x="20075" y="17208"/>
                  <a:pt x="20561" y="17876"/>
                </a:cubicBezTo>
                <a:cubicBezTo>
                  <a:pt x="21047" y="18543"/>
                  <a:pt x="21192" y="19497"/>
                  <a:pt x="20998" y="20736"/>
                </a:cubicBezTo>
                <a:cubicBezTo>
                  <a:pt x="20998" y="22833"/>
                  <a:pt x="20318" y="24692"/>
                  <a:pt x="18957" y="26313"/>
                </a:cubicBezTo>
                <a:cubicBezTo>
                  <a:pt x="17596" y="27934"/>
                  <a:pt x="15408" y="28792"/>
                  <a:pt x="12395" y="288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5B4B5B-4211-43E5-B3C4-0E978338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805" y="2226101"/>
            <a:ext cx="60515" cy="98245"/>
          </a:xfrm>
          <a:custGeom xmlns:a="http://schemas.openxmlformats.org/drawingml/2006/main">
            <a:pathLst>
              <a:path w="60515" h="98245" fill="none">
                <a:moveTo>
                  <a:pt x="12395" y="28887"/>
                </a:moveTo>
                <a:cubicBezTo>
                  <a:pt x="9770" y="28887"/>
                  <a:pt x="7728" y="28077"/>
                  <a:pt x="6270" y="26456"/>
                </a:cubicBezTo>
                <a:cubicBezTo>
                  <a:pt x="4812" y="24835"/>
                  <a:pt x="4034" y="22738"/>
                  <a:pt x="3937" y="20164"/>
                </a:cubicBezTo>
                <a:cubicBezTo>
                  <a:pt x="3937" y="14920"/>
                  <a:pt x="6270" y="10249"/>
                  <a:pt x="10936" y="6149"/>
                </a:cubicBezTo>
                <a:cubicBezTo>
                  <a:pt x="15603" y="2050"/>
                  <a:pt x="21241" y="0"/>
                  <a:pt x="27852" y="0"/>
                </a:cubicBezTo>
                <a:cubicBezTo>
                  <a:pt x="31254" y="0"/>
                  <a:pt x="33393" y="48"/>
                  <a:pt x="34268" y="143"/>
                </a:cubicBezTo>
                <a:cubicBezTo>
                  <a:pt x="41461" y="1287"/>
                  <a:pt x="46954" y="3814"/>
                  <a:pt x="50745" y="7722"/>
                </a:cubicBezTo>
                <a:cubicBezTo>
                  <a:pt x="54537" y="11631"/>
                  <a:pt x="56481" y="15874"/>
                  <a:pt x="56578" y="20450"/>
                </a:cubicBezTo>
                <a:cubicBezTo>
                  <a:pt x="56578" y="25407"/>
                  <a:pt x="54925" y="30222"/>
                  <a:pt x="51620" y="34894"/>
                </a:cubicBezTo>
                <a:cubicBezTo>
                  <a:pt x="48315" y="39565"/>
                  <a:pt x="43746" y="42950"/>
                  <a:pt x="37913" y="45047"/>
                </a:cubicBezTo>
                <a:lnTo>
                  <a:pt x="37476" y="45333"/>
                </a:lnTo>
                <a:cubicBezTo>
                  <a:pt x="37476" y="45428"/>
                  <a:pt x="37913" y="45571"/>
                  <a:pt x="38788" y="45762"/>
                </a:cubicBezTo>
                <a:cubicBezTo>
                  <a:pt x="39663" y="45953"/>
                  <a:pt x="41073" y="46382"/>
                  <a:pt x="43017" y="47049"/>
                </a:cubicBezTo>
                <a:cubicBezTo>
                  <a:pt x="44961" y="47716"/>
                  <a:pt x="46808" y="48718"/>
                  <a:pt x="48558" y="50052"/>
                </a:cubicBezTo>
                <a:cubicBezTo>
                  <a:pt x="56529" y="55105"/>
                  <a:pt x="60515" y="61779"/>
                  <a:pt x="60515" y="70073"/>
                </a:cubicBezTo>
                <a:cubicBezTo>
                  <a:pt x="60515" y="77605"/>
                  <a:pt x="57502" y="84183"/>
                  <a:pt x="51474" y="89808"/>
                </a:cubicBezTo>
                <a:cubicBezTo>
                  <a:pt x="45447" y="95433"/>
                  <a:pt x="37816" y="98245"/>
                  <a:pt x="28581" y="98245"/>
                </a:cubicBezTo>
                <a:cubicBezTo>
                  <a:pt x="20804" y="98245"/>
                  <a:pt x="14096" y="96196"/>
                  <a:pt x="8458" y="92096"/>
                </a:cubicBezTo>
                <a:cubicBezTo>
                  <a:pt x="2819" y="87997"/>
                  <a:pt x="0" y="82801"/>
                  <a:pt x="0" y="76508"/>
                </a:cubicBezTo>
                <a:cubicBezTo>
                  <a:pt x="0" y="73839"/>
                  <a:pt x="875" y="71694"/>
                  <a:pt x="2625" y="70073"/>
                </a:cubicBezTo>
                <a:cubicBezTo>
                  <a:pt x="4375" y="68452"/>
                  <a:pt x="6562" y="67594"/>
                  <a:pt x="9187" y="67499"/>
                </a:cubicBezTo>
                <a:cubicBezTo>
                  <a:pt x="11909" y="67499"/>
                  <a:pt x="14145" y="68357"/>
                  <a:pt x="15894" y="70073"/>
                </a:cubicBezTo>
                <a:cubicBezTo>
                  <a:pt x="17644" y="71789"/>
                  <a:pt x="18519" y="73934"/>
                  <a:pt x="18519" y="76508"/>
                </a:cubicBezTo>
                <a:cubicBezTo>
                  <a:pt x="18519" y="77557"/>
                  <a:pt x="18373" y="78511"/>
                  <a:pt x="18082" y="79369"/>
                </a:cubicBezTo>
                <a:cubicBezTo>
                  <a:pt x="17790" y="80227"/>
                  <a:pt x="17450" y="80989"/>
                  <a:pt x="17061" y="81657"/>
                </a:cubicBezTo>
                <a:cubicBezTo>
                  <a:pt x="16672" y="82324"/>
                  <a:pt x="16137" y="82896"/>
                  <a:pt x="15457" y="83373"/>
                </a:cubicBezTo>
                <a:cubicBezTo>
                  <a:pt x="14776" y="83849"/>
                  <a:pt x="14193" y="84231"/>
                  <a:pt x="13707" y="84517"/>
                </a:cubicBezTo>
                <a:cubicBezTo>
                  <a:pt x="13221" y="84803"/>
                  <a:pt x="12735" y="84993"/>
                  <a:pt x="12249" y="85089"/>
                </a:cubicBezTo>
                <a:cubicBezTo>
                  <a:pt x="11763" y="85184"/>
                  <a:pt x="11374" y="85327"/>
                  <a:pt x="11082" y="85518"/>
                </a:cubicBezTo>
                <a:lnTo>
                  <a:pt x="10499" y="85661"/>
                </a:lnTo>
                <a:cubicBezTo>
                  <a:pt x="15457" y="89951"/>
                  <a:pt x="21484" y="92096"/>
                  <a:pt x="28581" y="92096"/>
                </a:cubicBezTo>
                <a:cubicBezTo>
                  <a:pt x="33927" y="92096"/>
                  <a:pt x="37962" y="89570"/>
                  <a:pt x="40684" y="84517"/>
                </a:cubicBezTo>
                <a:cubicBezTo>
                  <a:pt x="42336" y="81371"/>
                  <a:pt x="43163" y="76556"/>
                  <a:pt x="43163" y="70073"/>
                </a:cubicBezTo>
                <a:lnTo>
                  <a:pt x="43163" y="67213"/>
                </a:lnTo>
                <a:cubicBezTo>
                  <a:pt x="43163" y="58156"/>
                  <a:pt x="40052" y="52102"/>
                  <a:pt x="33830" y="49051"/>
                </a:cubicBezTo>
                <a:cubicBezTo>
                  <a:pt x="32372" y="48479"/>
                  <a:pt x="29407" y="48145"/>
                  <a:pt x="24935" y="48050"/>
                </a:cubicBezTo>
                <a:lnTo>
                  <a:pt x="18811" y="47907"/>
                </a:lnTo>
                <a:lnTo>
                  <a:pt x="18373" y="47621"/>
                </a:lnTo>
                <a:cubicBezTo>
                  <a:pt x="18179" y="47335"/>
                  <a:pt x="18082" y="46572"/>
                  <a:pt x="18082" y="45333"/>
                </a:cubicBezTo>
                <a:cubicBezTo>
                  <a:pt x="18082" y="43617"/>
                  <a:pt x="18470" y="42759"/>
                  <a:pt x="19248" y="42759"/>
                </a:cubicBezTo>
                <a:cubicBezTo>
                  <a:pt x="21970" y="42759"/>
                  <a:pt x="24789" y="42521"/>
                  <a:pt x="27706" y="42044"/>
                </a:cubicBezTo>
                <a:cubicBezTo>
                  <a:pt x="31011" y="41567"/>
                  <a:pt x="34025" y="39565"/>
                  <a:pt x="36747" y="36038"/>
                </a:cubicBezTo>
                <a:cubicBezTo>
                  <a:pt x="39469" y="32510"/>
                  <a:pt x="40830" y="27171"/>
                  <a:pt x="40830" y="20021"/>
                </a:cubicBezTo>
                <a:lnTo>
                  <a:pt x="40830" y="18877"/>
                </a:lnTo>
                <a:cubicBezTo>
                  <a:pt x="40830" y="13443"/>
                  <a:pt x="39128" y="9677"/>
                  <a:pt x="35726" y="7579"/>
                </a:cubicBezTo>
                <a:cubicBezTo>
                  <a:pt x="33587" y="6245"/>
                  <a:pt x="31303" y="5577"/>
                  <a:pt x="28872" y="5577"/>
                </a:cubicBezTo>
                <a:cubicBezTo>
                  <a:pt x="25761" y="5577"/>
                  <a:pt x="22894" y="6102"/>
                  <a:pt x="20269" y="7150"/>
                </a:cubicBezTo>
                <a:cubicBezTo>
                  <a:pt x="17644" y="8199"/>
                  <a:pt x="15797" y="9295"/>
                  <a:pt x="14728" y="10439"/>
                </a:cubicBezTo>
                <a:cubicBezTo>
                  <a:pt x="13658" y="11584"/>
                  <a:pt x="13124" y="12156"/>
                  <a:pt x="13124" y="12156"/>
                </a:cubicBezTo>
                <a:lnTo>
                  <a:pt x="13561" y="12156"/>
                </a:lnTo>
                <a:cubicBezTo>
                  <a:pt x="13853" y="12251"/>
                  <a:pt x="14242" y="12346"/>
                  <a:pt x="14728" y="12442"/>
                </a:cubicBezTo>
                <a:cubicBezTo>
                  <a:pt x="15214" y="12537"/>
                  <a:pt x="15700" y="12775"/>
                  <a:pt x="16186" y="13157"/>
                </a:cubicBezTo>
                <a:cubicBezTo>
                  <a:pt x="16672" y="13538"/>
                  <a:pt x="17255" y="13872"/>
                  <a:pt x="17936" y="14158"/>
                </a:cubicBezTo>
                <a:cubicBezTo>
                  <a:pt x="18616" y="14444"/>
                  <a:pt x="19102" y="14968"/>
                  <a:pt x="19394" y="15731"/>
                </a:cubicBezTo>
                <a:cubicBezTo>
                  <a:pt x="19686" y="16493"/>
                  <a:pt x="20075" y="17208"/>
                  <a:pt x="20561" y="17876"/>
                </a:cubicBezTo>
                <a:cubicBezTo>
                  <a:pt x="21047" y="18543"/>
                  <a:pt x="21192" y="19497"/>
                  <a:pt x="20998" y="20736"/>
                </a:cubicBezTo>
                <a:cubicBezTo>
                  <a:pt x="20998" y="22833"/>
                  <a:pt x="20318" y="24692"/>
                  <a:pt x="18957" y="26313"/>
                </a:cubicBezTo>
                <a:cubicBezTo>
                  <a:pt x="17596" y="27934"/>
                  <a:pt x="15408" y="28792"/>
                  <a:pt x="12395" y="2888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4" cap="flat">
            <a:solidFill>
              <a:srgbClr val="000000">
                <a:alpha val="8960"/>
              </a:srgbClr>
            </a:solidFill>
            <a:miter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C6D1F6-2905-4B80-A5E9-2D75CAEC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247" y="2139155"/>
            <a:ext cx="49294" cy="202272"/>
          </a:xfrm>
          <a:custGeom xmlns:a="http://schemas.openxmlformats.org/drawingml/2006/main">
            <a:pathLst>
              <a:path w="49294" h="202272">
                <a:moveTo>
                  <a:pt x="1031" y="202"/>
                </a:moveTo>
                <a:lnTo>
                  <a:pt x="1856" y="0"/>
                </a:lnTo>
                <a:cubicBezTo>
                  <a:pt x="2544" y="0"/>
                  <a:pt x="3231" y="0"/>
                  <a:pt x="3919" y="0"/>
                </a:cubicBezTo>
                <a:lnTo>
                  <a:pt x="6394" y="0"/>
                </a:lnTo>
                <a:lnTo>
                  <a:pt x="12169" y="4855"/>
                </a:lnTo>
                <a:cubicBezTo>
                  <a:pt x="25094" y="16317"/>
                  <a:pt x="34513" y="30611"/>
                  <a:pt x="40425" y="47736"/>
                </a:cubicBezTo>
                <a:cubicBezTo>
                  <a:pt x="46338" y="64862"/>
                  <a:pt x="49294" y="82662"/>
                  <a:pt x="49294" y="101136"/>
                </a:cubicBezTo>
                <a:cubicBezTo>
                  <a:pt x="49294" y="110306"/>
                  <a:pt x="48607" y="119138"/>
                  <a:pt x="47232" y="127634"/>
                </a:cubicBezTo>
                <a:cubicBezTo>
                  <a:pt x="45857" y="136129"/>
                  <a:pt x="44275" y="143344"/>
                  <a:pt x="42488" y="149277"/>
                </a:cubicBezTo>
                <a:cubicBezTo>
                  <a:pt x="40700" y="155210"/>
                  <a:pt x="38156" y="161143"/>
                  <a:pt x="34856" y="167077"/>
                </a:cubicBezTo>
                <a:cubicBezTo>
                  <a:pt x="31556" y="173010"/>
                  <a:pt x="28944" y="177528"/>
                  <a:pt x="27019" y="180629"/>
                </a:cubicBezTo>
                <a:cubicBezTo>
                  <a:pt x="25094" y="183731"/>
                  <a:pt x="22275" y="187169"/>
                  <a:pt x="18563" y="190945"/>
                </a:cubicBezTo>
                <a:cubicBezTo>
                  <a:pt x="14850" y="194721"/>
                  <a:pt x="12650" y="196946"/>
                  <a:pt x="11963" y="197620"/>
                </a:cubicBezTo>
                <a:cubicBezTo>
                  <a:pt x="11275" y="198294"/>
                  <a:pt x="9694" y="199575"/>
                  <a:pt x="7219" y="201463"/>
                </a:cubicBezTo>
                <a:cubicBezTo>
                  <a:pt x="6806" y="201868"/>
                  <a:pt x="6531" y="202137"/>
                  <a:pt x="6394" y="202272"/>
                </a:cubicBezTo>
                <a:lnTo>
                  <a:pt x="3919" y="202272"/>
                </a:lnTo>
                <a:cubicBezTo>
                  <a:pt x="2819" y="202272"/>
                  <a:pt x="2063" y="202272"/>
                  <a:pt x="1650" y="202272"/>
                </a:cubicBezTo>
                <a:cubicBezTo>
                  <a:pt x="1238" y="202272"/>
                  <a:pt x="894" y="202070"/>
                  <a:pt x="619" y="201665"/>
                </a:cubicBezTo>
                <a:cubicBezTo>
                  <a:pt x="344" y="201261"/>
                  <a:pt x="138" y="200654"/>
                  <a:pt x="0" y="199845"/>
                </a:cubicBezTo>
                <a:cubicBezTo>
                  <a:pt x="138" y="199710"/>
                  <a:pt x="894" y="198834"/>
                  <a:pt x="2269" y="197215"/>
                </a:cubicBezTo>
                <a:cubicBezTo>
                  <a:pt x="23581" y="175505"/>
                  <a:pt x="34238" y="143478"/>
                  <a:pt x="34238" y="101136"/>
                </a:cubicBezTo>
                <a:cubicBezTo>
                  <a:pt x="34238" y="58794"/>
                  <a:pt x="23581" y="26767"/>
                  <a:pt x="2269" y="5057"/>
                </a:cubicBezTo>
                <a:cubicBezTo>
                  <a:pt x="894" y="3439"/>
                  <a:pt x="138" y="2562"/>
                  <a:pt x="0" y="2427"/>
                </a:cubicBezTo>
                <a:cubicBezTo>
                  <a:pt x="0" y="1348"/>
                  <a:pt x="344" y="607"/>
                  <a:pt x="1031" y="2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0420BB-C17D-4D6B-A70B-0993F7FE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247" y="2139155"/>
            <a:ext cx="49294" cy="202272"/>
          </a:xfrm>
          <a:custGeom xmlns:a="http://schemas.openxmlformats.org/drawingml/2006/main">
            <a:pathLst>
              <a:path w="49294" h="202272" fill="none">
                <a:moveTo>
                  <a:pt x="1031" y="202"/>
                </a:moveTo>
                <a:lnTo>
                  <a:pt x="1856" y="0"/>
                </a:lnTo>
                <a:cubicBezTo>
                  <a:pt x="2544" y="0"/>
                  <a:pt x="3231" y="0"/>
                  <a:pt x="3919" y="0"/>
                </a:cubicBezTo>
                <a:lnTo>
                  <a:pt x="6394" y="0"/>
                </a:lnTo>
                <a:lnTo>
                  <a:pt x="12169" y="4855"/>
                </a:lnTo>
                <a:cubicBezTo>
                  <a:pt x="25094" y="16317"/>
                  <a:pt x="34513" y="30611"/>
                  <a:pt x="40425" y="47736"/>
                </a:cubicBezTo>
                <a:cubicBezTo>
                  <a:pt x="46338" y="64862"/>
                  <a:pt x="49294" y="82662"/>
                  <a:pt x="49294" y="101136"/>
                </a:cubicBezTo>
                <a:cubicBezTo>
                  <a:pt x="49294" y="110306"/>
                  <a:pt x="48607" y="119138"/>
                  <a:pt x="47232" y="127634"/>
                </a:cubicBezTo>
                <a:cubicBezTo>
                  <a:pt x="45857" y="136129"/>
                  <a:pt x="44275" y="143344"/>
                  <a:pt x="42488" y="149277"/>
                </a:cubicBezTo>
                <a:cubicBezTo>
                  <a:pt x="40700" y="155210"/>
                  <a:pt x="38156" y="161143"/>
                  <a:pt x="34856" y="167077"/>
                </a:cubicBezTo>
                <a:cubicBezTo>
                  <a:pt x="31556" y="173010"/>
                  <a:pt x="28944" y="177528"/>
                  <a:pt x="27019" y="180629"/>
                </a:cubicBezTo>
                <a:cubicBezTo>
                  <a:pt x="25094" y="183731"/>
                  <a:pt x="22275" y="187169"/>
                  <a:pt x="18563" y="190945"/>
                </a:cubicBezTo>
                <a:cubicBezTo>
                  <a:pt x="14850" y="194721"/>
                  <a:pt x="12650" y="196946"/>
                  <a:pt x="11963" y="197620"/>
                </a:cubicBezTo>
                <a:cubicBezTo>
                  <a:pt x="11275" y="198294"/>
                  <a:pt x="9694" y="199575"/>
                  <a:pt x="7219" y="201463"/>
                </a:cubicBezTo>
                <a:cubicBezTo>
                  <a:pt x="6806" y="201868"/>
                  <a:pt x="6531" y="202137"/>
                  <a:pt x="6394" y="202272"/>
                </a:cubicBezTo>
                <a:lnTo>
                  <a:pt x="3919" y="202272"/>
                </a:lnTo>
                <a:cubicBezTo>
                  <a:pt x="2819" y="202272"/>
                  <a:pt x="2063" y="202272"/>
                  <a:pt x="1650" y="202272"/>
                </a:cubicBezTo>
                <a:cubicBezTo>
                  <a:pt x="1238" y="202272"/>
                  <a:pt x="894" y="202070"/>
                  <a:pt x="619" y="201665"/>
                </a:cubicBezTo>
                <a:cubicBezTo>
                  <a:pt x="344" y="201261"/>
                  <a:pt x="138" y="200654"/>
                  <a:pt x="0" y="199845"/>
                </a:cubicBezTo>
                <a:cubicBezTo>
                  <a:pt x="138" y="199710"/>
                  <a:pt x="894" y="198834"/>
                  <a:pt x="2269" y="197215"/>
                </a:cubicBezTo>
                <a:cubicBezTo>
                  <a:pt x="23581" y="175505"/>
                  <a:pt x="34238" y="143478"/>
                  <a:pt x="34238" y="101136"/>
                </a:cubicBezTo>
                <a:cubicBezTo>
                  <a:pt x="34238" y="58794"/>
                  <a:pt x="23581" y="26767"/>
                  <a:pt x="2269" y="5057"/>
                </a:cubicBezTo>
                <a:cubicBezTo>
                  <a:pt x="894" y="3439"/>
                  <a:pt x="138" y="2562"/>
                  <a:pt x="0" y="2427"/>
                </a:cubicBezTo>
                <a:cubicBezTo>
                  <a:pt x="0" y="1348"/>
                  <a:pt x="344" y="607"/>
                  <a:pt x="1031" y="20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4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C1C642-2604-4949-867D-75CB9B08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9009" y="866834"/>
            <a:ext cx="148088" cy="138152"/>
          </a:xfrm>
          <a:custGeom xmlns:a="http://schemas.openxmlformats.org/drawingml/2006/main">
            <a:pathLst>
              <a:path w="148088" h="138152">
                <a:moveTo>
                  <a:pt x="52388" y="11125"/>
                </a:moveTo>
                <a:cubicBezTo>
                  <a:pt x="52388" y="10181"/>
                  <a:pt x="48469" y="9574"/>
                  <a:pt x="40632" y="9305"/>
                </a:cubicBezTo>
                <a:cubicBezTo>
                  <a:pt x="37331" y="9305"/>
                  <a:pt x="35200" y="9237"/>
                  <a:pt x="34238" y="9102"/>
                </a:cubicBezTo>
                <a:cubicBezTo>
                  <a:pt x="33275" y="8967"/>
                  <a:pt x="32794" y="8293"/>
                  <a:pt x="32794" y="7080"/>
                </a:cubicBezTo>
                <a:cubicBezTo>
                  <a:pt x="32794" y="6945"/>
                  <a:pt x="32931" y="6203"/>
                  <a:pt x="33206" y="4855"/>
                </a:cubicBezTo>
                <a:cubicBezTo>
                  <a:pt x="34031" y="2158"/>
                  <a:pt x="34650" y="674"/>
                  <a:pt x="35063" y="405"/>
                </a:cubicBezTo>
                <a:cubicBezTo>
                  <a:pt x="35475" y="135"/>
                  <a:pt x="48813" y="0"/>
                  <a:pt x="75075" y="0"/>
                </a:cubicBezTo>
                <a:cubicBezTo>
                  <a:pt x="101201" y="135"/>
                  <a:pt x="115157" y="337"/>
                  <a:pt x="116944" y="607"/>
                </a:cubicBezTo>
                <a:cubicBezTo>
                  <a:pt x="125745" y="2090"/>
                  <a:pt x="133101" y="5394"/>
                  <a:pt x="139013" y="10518"/>
                </a:cubicBezTo>
                <a:cubicBezTo>
                  <a:pt x="144926" y="15642"/>
                  <a:pt x="147951" y="22452"/>
                  <a:pt x="148088" y="30948"/>
                </a:cubicBezTo>
                <a:cubicBezTo>
                  <a:pt x="148088" y="41331"/>
                  <a:pt x="143551" y="50838"/>
                  <a:pt x="134476" y="59468"/>
                </a:cubicBezTo>
                <a:cubicBezTo>
                  <a:pt x="124988" y="68638"/>
                  <a:pt x="112751" y="74436"/>
                  <a:pt x="97763" y="76863"/>
                </a:cubicBezTo>
                <a:cubicBezTo>
                  <a:pt x="96801" y="76998"/>
                  <a:pt x="89582" y="77133"/>
                  <a:pt x="76107" y="77268"/>
                </a:cubicBezTo>
                <a:lnTo>
                  <a:pt x="56513" y="77268"/>
                </a:lnTo>
                <a:lnTo>
                  <a:pt x="50325" y="101338"/>
                </a:lnTo>
                <a:cubicBezTo>
                  <a:pt x="46200" y="116981"/>
                  <a:pt x="44138" y="125274"/>
                  <a:pt x="44138" y="126218"/>
                </a:cubicBezTo>
                <a:cubicBezTo>
                  <a:pt x="44138" y="126757"/>
                  <a:pt x="44207" y="127094"/>
                  <a:pt x="44344" y="127229"/>
                </a:cubicBezTo>
                <a:cubicBezTo>
                  <a:pt x="44482" y="127364"/>
                  <a:pt x="44963" y="127634"/>
                  <a:pt x="45788" y="128038"/>
                </a:cubicBezTo>
                <a:cubicBezTo>
                  <a:pt x="46613" y="128443"/>
                  <a:pt x="47782" y="128578"/>
                  <a:pt x="49294" y="128443"/>
                </a:cubicBezTo>
                <a:cubicBezTo>
                  <a:pt x="50807" y="128308"/>
                  <a:pt x="53075" y="128443"/>
                  <a:pt x="56100" y="128847"/>
                </a:cubicBezTo>
                <a:lnTo>
                  <a:pt x="62494" y="128847"/>
                </a:lnTo>
                <a:cubicBezTo>
                  <a:pt x="63319" y="130061"/>
                  <a:pt x="63732" y="130803"/>
                  <a:pt x="63732" y="131072"/>
                </a:cubicBezTo>
                <a:cubicBezTo>
                  <a:pt x="63732" y="133230"/>
                  <a:pt x="63250" y="135253"/>
                  <a:pt x="62288" y="137141"/>
                </a:cubicBezTo>
                <a:cubicBezTo>
                  <a:pt x="61600" y="137815"/>
                  <a:pt x="60500" y="138152"/>
                  <a:pt x="58988" y="138152"/>
                </a:cubicBezTo>
                <a:cubicBezTo>
                  <a:pt x="58575" y="138152"/>
                  <a:pt x="56032" y="138084"/>
                  <a:pt x="51357" y="137950"/>
                </a:cubicBezTo>
                <a:cubicBezTo>
                  <a:pt x="46682" y="137815"/>
                  <a:pt x="39807" y="137747"/>
                  <a:pt x="30731" y="137747"/>
                </a:cubicBezTo>
                <a:cubicBezTo>
                  <a:pt x="22206" y="137747"/>
                  <a:pt x="15675" y="137747"/>
                  <a:pt x="11138" y="137747"/>
                </a:cubicBezTo>
                <a:cubicBezTo>
                  <a:pt x="6600" y="137747"/>
                  <a:pt x="4125" y="137815"/>
                  <a:pt x="3713" y="137950"/>
                </a:cubicBezTo>
                <a:cubicBezTo>
                  <a:pt x="1238" y="137950"/>
                  <a:pt x="0" y="137275"/>
                  <a:pt x="0" y="135927"/>
                </a:cubicBezTo>
                <a:cubicBezTo>
                  <a:pt x="0" y="135657"/>
                  <a:pt x="206" y="134713"/>
                  <a:pt x="619" y="133095"/>
                </a:cubicBezTo>
                <a:cubicBezTo>
                  <a:pt x="1169" y="130938"/>
                  <a:pt x="1719" y="129724"/>
                  <a:pt x="2269" y="129454"/>
                </a:cubicBezTo>
                <a:cubicBezTo>
                  <a:pt x="2819" y="129184"/>
                  <a:pt x="4400" y="128982"/>
                  <a:pt x="7013" y="128847"/>
                </a:cubicBezTo>
                <a:cubicBezTo>
                  <a:pt x="10725" y="128847"/>
                  <a:pt x="14850" y="128645"/>
                  <a:pt x="19388" y="128241"/>
                </a:cubicBezTo>
                <a:cubicBezTo>
                  <a:pt x="21313" y="127836"/>
                  <a:pt x="22619" y="127027"/>
                  <a:pt x="23306" y="125813"/>
                </a:cubicBezTo>
                <a:cubicBezTo>
                  <a:pt x="23719" y="125274"/>
                  <a:pt x="28669" y="106530"/>
                  <a:pt x="38156" y="69582"/>
                </a:cubicBezTo>
                <a:cubicBezTo>
                  <a:pt x="47644" y="32633"/>
                  <a:pt x="52388" y="13148"/>
                  <a:pt x="52388" y="11125"/>
                </a:cubicBezTo>
                <a:close/>
                <a:moveTo>
                  <a:pt x="126226" y="26093"/>
                </a:moveTo>
                <a:cubicBezTo>
                  <a:pt x="126226" y="24340"/>
                  <a:pt x="126088" y="22924"/>
                  <a:pt x="125813" y="21845"/>
                </a:cubicBezTo>
                <a:cubicBezTo>
                  <a:pt x="125538" y="20767"/>
                  <a:pt x="124920" y="19283"/>
                  <a:pt x="123957" y="17395"/>
                </a:cubicBezTo>
                <a:cubicBezTo>
                  <a:pt x="122995" y="15508"/>
                  <a:pt x="121276" y="14024"/>
                  <a:pt x="118801" y="12945"/>
                </a:cubicBezTo>
                <a:cubicBezTo>
                  <a:pt x="116326" y="11867"/>
                  <a:pt x="112957" y="10788"/>
                  <a:pt x="108694" y="9709"/>
                </a:cubicBezTo>
                <a:cubicBezTo>
                  <a:pt x="107732" y="9574"/>
                  <a:pt x="102232" y="9439"/>
                  <a:pt x="92194" y="9305"/>
                </a:cubicBezTo>
                <a:cubicBezTo>
                  <a:pt x="89857" y="9305"/>
                  <a:pt x="87451" y="9305"/>
                  <a:pt x="84976" y="9305"/>
                </a:cubicBezTo>
                <a:cubicBezTo>
                  <a:pt x="82501" y="9305"/>
                  <a:pt x="80507" y="9372"/>
                  <a:pt x="78994" y="9507"/>
                </a:cubicBezTo>
                <a:cubicBezTo>
                  <a:pt x="77482" y="9642"/>
                  <a:pt x="76657" y="9642"/>
                  <a:pt x="76519" y="9507"/>
                </a:cubicBezTo>
                <a:cubicBezTo>
                  <a:pt x="74732" y="9642"/>
                  <a:pt x="73494" y="10248"/>
                  <a:pt x="72807" y="11327"/>
                </a:cubicBezTo>
                <a:cubicBezTo>
                  <a:pt x="72532" y="12136"/>
                  <a:pt x="71225" y="17328"/>
                  <a:pt x="68888" y="26902"/>
                </a:cubicBezTo>
                <a:cubicBezTo>
                  <a:pt x="66550" y="36476"/>
                  <a:pt x="64144" y="45781"/>
                  <a:pt x="61669" y="54816"/>
                </a:cubicBezTo>
                <a:cubicBezTo>
                  <a:pt x="59194" y="63851"/>
                  <a:pt x="57957" y="68435"/>
                  <a:pt x="57957" y="68570"/>
                </a:cubicBezTo>
                <a:cubicBezTo>
                  <a:pt x="57957" y="68840"/>
                  <a:pt x="63525" y="68975"/>
                  <a:pt x="74663" y="68975"/>
                </a:cubicBezTo>
                <a:lnTo>
                  <a:pt x="77138" y="68975"/>
                </a:lnTo>
                <a:lnTo>
                  <a:pt x="81882" y="68975"/>
                </a:lnTo>
                <a:cubicBezTo>
                  <a:pt x="97282" y="68975"/>
                  <a:pt x="108282" y="65604"/>
                  <a:pt x="114882" y="58861"/>
                </a:cubicBezTo>
                <a:cubicBezTo>
                  <a:pt x="118595" y="55220"/>
                  <a:pt x="121413" y="49894"/>
                  <a:pt x="123338" y="42882"/>
                </a:cubicBezTo>
                <a:cubicBezTo>
                  <a:pt x="125263" y="35870"/>
                  <a:pt x="126226" y="30273"/>
                  <a:pt x="126226" y="260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45B499-9EB8-4FBF-8B8D-F5C0CD79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9009" y="866834"/>
            <a:ext cx="148088" cy="138152"/>
          </a:xfrm>
          <a:custGeom xmlns:a="http://schemas.openxmlformats.org/drawingml/2006/main">
            <a:pathLst>
              <a:path w="148088" h="138152" fill="none">
                <a:moveTo>
                  <a:pt x="52388" y="11125"/>
                </a:moveTo>
                <a:cubicBezTo>
                  <a:pt x="52388" y="10181"/>
                  <a:pt x="48469" y="9574"/>
                  <a:pt x="40632" y="9305"/>
                </a:cubicBezTo>
                <a:cubicBezTo>
                  <a:pt x="37331" y="9305"/>
                  <a:pt x="35200" y="9237"/>
                  <a:pt x="34238" y="9102"/>
                </a:cubicBezTo>
                <a:cubicBezTo>
                  <a:pt x="33275" y="8967"/>
                  <a:pt x="32794" y="8293"/>
                  <a:pt x="32794" y="7080"/>
                </a:cubicBezTo>
                <a:cubicBezTo>
                  <a:pt x="32794" y="6945"/>
                  <a:pt x="32931" y="6203"/>
                  <a:pt x="33206" y="4855"/>
                </a:cubicBezTo>
                <a:cubicBezTo>
                  <a:pt x="34031" y="2158"/>
                  <a:pt x="34650" y="674"/>
                  <a:pt x="35063" y="405"/>
                </a:cubicBezTo>
                <a:cubicBezTo>
                  <a:pt x="35475" y="135"/>
                  <a:pt x="48813" y="0"/>
                  <a:pt x="75075" y="0"/>
                </a:cubicBezTo>
                <a:cubicBezTo>
                  <a:pt x="101201" y="135"/>
                  <a:pt x="115157" y="337"/>
                  <a:pt x="116944" y="607"/>
                </a:cubicBezTo>
                <a:cubicBezTo>
                  <a:pt x="125745" y="2090"/>
                  <a:pt x="133101" y="5394"/>
                  <a:pt x="139013" y="10518"/>
                </a:cubicBezTo>
                <a:cubicBezTo>
                  <a:pt x="144926" y="15642"/>
                  <a:pt x="147951" y="22452"/>
                  <a:pt x="148088" y="30948"/>
                </a:cubicBezTo>
                <a:cubicBezTo>
                  <a:pt x="148088" y="41331"/>
                  <a:pt x="143551" y="50838"/>
                  <a:pt x="134476" y="59468"/>
                </a:cubicBezTo>
                <a:cubicBezTo>
                  <a:pt x="124988" y="68638"/>
                  <a:pt x="112751" y="74436"/>
                  <a:pt x="97763" y="76863"/>
                </a:cubicBezTo>
                <a:cubicBezTo>
                  <a:pt x="96801" y="76998"/>
                  <a:pt x="89582" y="77133"/>
                  <a:pt x="76107" y="77268"/>
                </a:cubicBezTo>
                <a:lnTo>
                  <a:pt x="56513" y="77268"/>
                </a:lnTo>
                <a:lnTo>
                  <a:pt x="50325" y="101338"/>
                </a:lnTo>
                <a:cubicBezTo>
                  <a:pt x="46200" y="116981"/>
                  <a:pt x="44138" y="125274"/>
                  <a:pt x="44138" y="126218"/>
                </a:cubicBezTo>
                <a:cubicBezTo>
                  <a:pt x="44138" y="126757"/>
                  <a:pt x="44207" y="127094"/>
                  <a:pt x="44344" y="127229"/>
                </a:cubicBezTo>
                <a:cubicBezTo>
                  <a:pt x="44482" y="127364"/>
                  <a:pt x="44963" y="127634"/>
                  <a:pt x="45788" y="128038"/>
                </a:cubicBezTo>
                <a:cubicBezTo>
                  <a:pt x="46613" y="128443"/>
                  <a:pt x="47782" y="128578"/>
                  <a:pt x="49294" y="128443"/>
                </a:cubicBezTo>
                <a:cubicBezTo>
                  <a:pt x="50807" y="128308"/>
                  <a:pt x="53075" y="128443"/>
                  <a:pt x="56100" y="128847"/>
                </a:cubicBezTo>
                <a:lnTo>
                  <a:pt x="62494" y="128847"/>
                </a:lnTo>
                <a:cubicBezTo>
                  <a:pt x="63319" y="130061"/>
                  <a:pt x="63732" y="130803"/>
                  <a:pt x="63732" y="131072"/>
                </a:cubicBezTo>
                <a:cubicBezTo>
                  <a:pt x="63732" y="133230"/>
                  <a:pt x="63250" y="135253"/>
                  <a:pt x="62288" y="137141"/>
                </a:cubicBezTo>
                <a:cubicBezTo>
                  <a:pt x="61600" y="137815"/>
                  <a:pt x="60500" y="138152"/>
                  <a:pt x="58988" y="138152"/>
                </a:cubicBezTo>
                <a:cubicBezTo>
                  <a:pt x="58575" y="138152"/>
                  <a:pt x="56032" y="138084"/>
                  <a:pt x="51357" y="137950"/>
                </a:cubicBezTo>
                <a:cubicBezTo>
                  <a:pt x="46682" y="137815"/>
                  <a:pt x="39807" y="137747"/>
                  <a:pt x="30731" y="137747"/>
                </a:cubicBezTo>
                <a:cubicBezTo>
                  <a:pt x="22206" y="137747"/>
                  <a:pt x="15675" y="137747"/>
                  <a:pt x="11138" y="137747"/>
                </a:cubicBezTo>
                <a:cubicBezTo>
                  <a:pt x="6600" y="137747"/>
                  <a:pt x="4125" y="137815"/>
                  <a:pt x="3713" y="137950"/>
                </a:cubicBezTo>
                <a:cubicBezTo>
                  <a:pt x="1238" y="137950"/>
                  <a:pt x="0" y="137275"/>
                  <a:pt x="0" y="135927"/>
                </a:cubicBezTo>
                <a:cubicBezTo>
                  <a:pt x="0" y="135657"/>
                  <a:pt x="206" y="134713"/>
                  <a:pt x="619" y="133095"/>
                </a:cubicBezTo>
                <a:cubicBezTo>
                  <a:pt x="1169" y="130938"/>
                  <a:pt x="1719" y="129724"/>
                  <a:pt x="2269" y="129454"/>
                </a:cubicBezTo>
                <a:cubicBezTo>
                  <a:pt x="2819" y="129184"/>
                  <a:pt x="4400" y="128982"/>
                  <a:pt x="7013" y="128847"/>
                </a:cubicBezTo>
                <a:cubicBezTo>
                  <a:pt x="10725" y="128847"/>
                  <a:pt x="14850" y="128645"/>
                  <a:pt x="19388" y="128241"/>
                </a:cubicBezTo>
                <a:cubicBezTo>
                  <a:pt x="21313" y="127836"/>
                  <a:pt x="22619" y="127027"/>
                  <a:pt x="23306" y="125813"/>
                </a:cubicBezTo>
                <a:cubicBezTo>
                  <a:pt x="23719" y="125274"/>
                  <a:pt x="28669" y="106530"/>
                  <a:pt x="38156" y="69582"/>
                </a:cubicBezTo>
                <a:cubicBezTo>
                  <a:pt x="47644" y="32633"/>
                  <a:pt x="52388" y="13148"/>
                  <a:pt x="52388" y="11125"/>
                </a:cubicBezTo>
                <a:close/>
                <a:moveTo>
                  <a:pt x="126226" y="26093"/>
                </a:moveTo>
                <a:cubicBezTo>
                  <a:pt x="126226" y="24340"/>
                  <a:pt x="126088" y="22924"/>
                  <a:pt x="125813" y="21845"/>
                </a:cubicBezTo>
                <a:cubicBezTo>
                  <a:pt x="125538" y="20767"/>
                  <a:pt x="124920" y="19283"/>
                  <a:pt x="123957" y="17395"/>
                </a:cubicBezTo>
                <a:cubicBezTo>
                  <a:pt x="122995" y="15508"/>
                  <a:pt x="121276" y="14024"/>
                  <a:pt x="118801" y="12945"/>
                </a:cubicBezTo>
                <a:cubicBezTo>
                  <a:pt x="116326" y="11867"/>
                  <a:pt x="112957" y="10788"/>
                  <a:pt x="108694" y="9709"/>
                </a:cubicBezTo>
                <a:cubicBezTo>
                  <a:pt x="107732" y="9574"/>
                  <a:pt x="102232" y="9439"/>
                  <a:pt x="92194" y="9305"/>
                </a:cubicBezTo>
                <a:cubicBezTo>
                  <a:pt x="89857" y="9305"/>
                  <a:pt x="87451" y="9305"/>
                  <a:pt x="84976" y="9305"/>
                </a:cubicBezTo>
                <a:cubicBezTo>
                  <a:pt x="82501" y="9305"/>
                  <a:pt x="80507" y="9372"/>
                  <a:pt x="78994" y="9507"/>
                </a:cubicBezTo>
                <a:cubicBezTo>
                  <a:pt x="77482" y="9642"/>
                  <a:pt x="76657" y="9642"/>
                  <a:pt x="76519" y="9507"/>
                </a:cubicBezTo>
                <a:cubicBezTo>
                  <a:pt x="74732" y="9642"/>
                  <a:pt x="73494" y="10248"/>
                  <a:pt x="72807" y="11327"/>
                </a:cubicBezTo>
                <a:cubicBezTo>
                  <a:pt x="72532" y="12136"/>
                  <a:pt x="71225" y="17328"/>
                  <a:pt x="68888" y="26902"/>
                </a:cubicBezTo>
                <a:cubicBezTo>
                  <a:pt x="66550" y="36476"/>
                  <a:pt x="64144" y="45781"/>
                  <a:pt x="61669" y="54816"/>
                </a:cubicBezTo>
                <a:cubicBezTo>
                  <a:pt x="59194" y="63851"/>
                  <a:pt x="57957" y="68435"/>
                  <a:pt x="57957" y="68570"/>
                </a:cubicBezTo>
                <a:cubicBezTo>
                  <a:pt x="57957" y="68840"/>
                  <a:pt x="63525" y="68975"/>
                  <a:pt x="74663" y="68975"/>
                </a:cubicBezTo>
                <a:lnTo>
                  <a:pt x="77138" y="68975"/>
                </a:lnTo>
                <a:lnTo>
                  <a:pt x="81882" y="68975"/>
                </a:lnTo>
                <a:cubicBezTo>
                  <a:pt x="97282" y="68975"/>
                  <a:pt x="108282" y="65604"/>
                  <a:pt x="114882" y="58861"/>
                </a:cubicBezTo>
                <a:cubicBezTo>
                  <a:pt x="118595" y="55220"/>
                  <a:pt x="121413" y="49894"/>
                  <a:pt x="123338" y="42882"/>
                </a:cubicBezTo>
                <a:cubicBezTo>
                  <a:pt x="125263" y="35870"/>
                  <a:pt x="126226" y="30273"/>
                  <a:pt x="126226" y="260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4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DF3E8E-0C49-41F3-83BB-3379C62D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3526" y="940084"/>
            <a:ext cx="50162" cy="95242"/>
          </a:xfrm>
          <a:custGeom xmlns:a="http://schemas.openxmlformats.org/drawingml/2006/main">
            <a:pathLst>
              <a:path w="50162" h="95242">
                <a:moveTo>
                  <a:pt x="18957" y="12585"/>
                </a:moveTo>
                <a:lnTo>
                  <a:pt x="17061" y="13300"/>
                </a:lnTo>
                <a:cubicBezTo>
                  <a:pt x="15700" y="13776"/>
                  <a:pt x="13756" y="14253"/>
                  <a:pt x="11228" y="14730"/>
                </a:cubicBezTo>
                <a:cubicBezTo>
                  <a:pt x="8701" y="15206"/>
                  <a:pt x="5881" y="15540"/>
                  <a:pt x="2771" y="15731"/>
                </a:cubicBezTo>
                <a:lnTo>
                  <a:pt x="0" y="15731"/>
                </a:lnTo>
                <a:lnTo>
                  <a:pt x="0" y="9152"/>
                </a:lnTo>
                <a:lnTo>
                  <a:pt x="2771" y="9152"/>
                </a:lnTo>
                <a:cubicBezTo>
                  <a:pt x="7340" y="8962"/>
                  <a:pt x="11568" y="8247"/>
                  <a:pt x="15457" y="7007"/>
                </a:cubicBezTo>
                <a:cubicBezTo>
                  <a:pt x="19345" y="5768"/>
                  <a:pt x="22067" y="4624"/>
                  <a:pt x="23623" y="3575"/>
                </a:cubicBezTo>
                <a:cubicBezTo>
                  <a:pt x="25178" y="2526"/>
                  <a:pt x="26539" y="1478"/>
                  <a:pt x="27706" y="429"/>
                </a:cubicBezTo>
                <a:cubicBezTo>
                  <a:pt x="27900" y="143"/>
                  <a:pt x="28483" y="0"/>
                  <a:pt x="29456" y="0"/>
                </a:cubicBezTo>
                <a:cubicBezTo>
                  <a:pt x="30330" y="0"/>
                  <a:pt x="31157" y="286"/>
                  <a:pt x="31935" y="858"/>
                </a:cubicBezTo>
                <a:lnTo>
                  <a:pt x="31935" y="43617"/>
                </a:lnTo>
                <a:lnTo>
                  <a:pt x="32080" y="86519"/>
                </a:lnTo>
                <a:cubicBezTo>
                  <a:pt x="32761" y="87186"/>
                  <a:pt x="33344" y="87615"/>
                  <a:pt x="33830" y="87806"/>
                </a:cubicBezTo>
                <a:cubicBezTo>
                  <a:pt x="34316" y="87997"/>
                  <a:pt x="35483" y="88187"/>
                  <a:pt x="37330" y="88378"/>
                </a:cubicBezTo>
                <a:cubicBezTo>
                  <a:pt x="39177" y="88569"/>
                  <a:pt x="42190" y="88664"/>
                  <a:pt x="46371" y="88664"/>
                </a:cubicBezTo>
                <a:lnTo>
                  <a:pt x="50162" y="88664"/>
                </a:lnTo>
                <a:lnTo>
                  <a:pt x="50162" y="95242"/>
                </a:lnTo>
                <a:lnTo>
                  <a:pt x="48558" y="95242"/>
                </a:lnTo>
                <a:cubicBezTo>
                  <a:pt x="46516" y="94956"/>
                  <a:pt x="38788" y="94813"/>
                  <a:pt x="25373" y="94813"/>
                </a:cubicBezTo>
                <a:cubicBezTo>
                  <a:pt x="12152" y="94813"/>
                  <a:pt x="4520" y="94956"/>
                  <a:pt x="2479" y="95242"/>
                </a:cubicBezTo>
                <a:lnTo>
                  <a:pt x="729" y="95242"/>
                </a:lnTo>
                <a:lnTo>
                  <a:pt x="729" y="88664"/>
                </a:lnTo>
                <a:lnTo>
                  <a:pt x="4520" y="88664"/>
                </a:lnTo>
                <a:cubicBezTo>
                  <a:pt x="6659" y="88664"/>
                  <a:pt x="8506" y="88664"/>
                  <a:pt x="10062" y="88664"/>
                </a:cubicBezTo>
                <a:cubicBezTo>
                  <a:pt x="11617" y="88664"/>
                  <a:pt x="12832" y="88616"/>
                  <a:pt x="13707" y="88521"/>
                </a:cubicBezTo>
                <a:cubicBezTo>
                  <a:pt x="14582" y="88426"/>
                  <a:pt x="15360" y="88283"/>
                  <a:pt x="16040" y="88092"/>
                </a:cubicBezTo>
                <a:cubicBezTo>
                  <a:pt x="16721" y="87901"/>
                  <a:pt x="17110" y="87806"/>
                  <a:pt x="17207" y="87806"/>
                </a:cubicBezTo>
                <a:cubicBezTo>
                  <a:pt x="17304" y="87806"/>
                  <a:pt x="17596" y="87568"/>
                  <a:pt x="18082" y="87091"/>
                </a:cubicBezTo>
                <a:cubicBezTo>
                  <a:pt x="18568" y="86614"/>
                  <a:pt x="18859" y="86424"/>
                  <a:pt x="18957" y="86519"/>
                </a:cubicBezTo>
                <a:lnTo>
                  <a:pt x="18957" y="125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218CE4-6826-4D62-9C63-54EBC075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3526" y="940084"/>
            <a:ext cx="50162" cy="95242"/>
          </a:xfrm>
          <a:custGeom xmlns:a="http://schemas.openxmlformats.org/drawingml/2006/main">
            <a:pathLst>
              <a:path w="50162" h="95242" fill="none">
                <a:moveTo>
                  <a:pt x="18957" y="12585"/>
                </a:moveTo>
                <a:lnTo>
                  <a:pt x="17061" y="13300"/>
                </a:lnTo>
                <a:cubicBezTo>
                  <a:pt x="15700" y="13776"/>
                  <a:pt x="13756" y="14253"/>
                  <a:pt x="11228" y="14730"/>
                </a:cubicBezTo>
                <a:cubicBezTo>
                  <a:pt x="8701" y="15206"/>
                  <a:pt x="5881" y="15540"/>
                  <a:pt x="2771" y="15731"/>
                </a:cubicBezTo>
                <a:lnTo>
                  <a:pt x="0" y="15731"/>
                </a:lnTo>
                <a:lnTo>
                  <a:pt x="0" y="9152"/>
                </a:lnTo>
                <a:lnTo>
                  <a:pt x="2771" y="9152"/>
                </a:lnTo>
                <a:cubicBezTo>
                  <a:pt x="7340" y="8962"/>
                  <a:pt x="11568" y="8247"/>
                  <a:pt x="15457" y="7007"/>
                </a:cubicBezTo>
                <a:cubicBezTo>
                  <a:pt x="19345" y="5768"/>
                  <a:pt x="22067" y="4624"/>
                  <a:pt x="23623" y="3575"/>
                </a:cubicBezTo>
                <a:cubicBezTo>
                  <a:pt x="25178" y="2526"/>
                  <a:pt x="26539" y="1478"/>
                  <a:pt x="27706" y="429"/>
                </a:cubicBezTo>
                <a:cubicBezTo>
                  <a:pt x="27900" y="143"/>
                  <a:pt x="28483" y="0"/>
                  <a:pt x="29456" y="0"/>
                </a:cubicBezTo>
                <a:cubicBezTo>
                  <a:pt x="30330" y="0"/>
                  <a:pt x="31157" y="286"/>
                  <a:pt x="31935" y="858"/>
                </a:cubicBezTo>
                <a:lnTo>
                  <a:pt x="31935" y="43617"/>
                </a:lnTo>
                <a:lnTo>
                  <a:pt x="32080" y="86519"/>
                </a:lnTo>
                <a:cubicBezTo>
                  <a:pt x="32761" y="87186"/>
                  <a:pt x="33344" y="87615"/>
                  <a:pt x="33830" y="87806"/>
                </a:cubicBezTo>
                <a:cubicBezTo>
                  <a:pt x="34316" y="87997"/>
                  <a:pt x="35483" y="88187"/>
                  <a:pt x="37330" y="88378"/>
                </a:cubicBezTo>
                <a:cubicBezTo>
                  <a:pt x="39177" y="88569"/>
                  <a:pt x="42190" y="88664"/>
                  <a:pt x="46371" y="88664"/>
                </a:cubicBezTo>
                <a:lnTo>
                  <a:pt x="50162" y="88664"/>
                </a:lnTo>
                <a:lnTo>
                  <a:pt x="50162" y="95242"/>
                </a:lnTo>
                <a:lnTo>
                  <a:pt x="48558" y="95242"/>
                </a:lnTo>
                <a:cubicBezTo>
                  <a:pt x="46516" y="94956"/>
                  <a:pt x="38788" y="94813"/>
                  <a:pt x="25373" y="94813"/>
                </a:cubicBezTo>
                <a:cubicBezTo>
                  <a:pt x="12152" y="94813"/>
                  <a:pt x="4520" y="94956"/>
                  <a:pt x="2479" y="95242"/>
                </a:cubicBezTo>
                <a:lnTo>
                  <a:pt x="729" y="95242"/>
                </a:lnTo>
                <a:lnTo>
                  <a:pt x="729" y="88664"/>
                </a:lnTo>
                <a:lnTo>
                  <a:pt x="4520" y="88664"/>
                </a:lnTo>
                <a:cubicBezTo>
                  <a:pt x="6659" y="88664"/>
                  <a:pt x="8506" y="88664"/>
                  <a:pt x="10062" y="88664"/>
                </a:cubicBezTo>
                <a:cubicBezTo>
                  <a:pt x="11617" y="88664"/>
                  <a:pt x="12832" y="88616"/>
                  <a:pt x="13707" y="88521"/>
                </a:cubicBezTo>
                <a:cubicBezTo>
                  <a:pt x="14582" y="88426"/>
                  <a:pt x="15360" y="88283"/>
                  <a:pt x="16040" y="88092"/>
                </a:cubicBezTo>
                <a:cubicBezTo>
                  <a:pt x="16721" y="87901"/>
                  <a:pt x="17110" y="87806"/>
                  <a:pt x="17207" y="87806"/>
                </a:cubicBezTo>
                <a:cubicBezTo>
                  <a:pt x="17304" y="87806"/>
                  <a:pt x="17596" y="87568"/>
                  <a:pt x="18082" y="87091"/>
                </a:cubicBezTo>
                <a:cubicBezTo>
                  <a:pt x="18568" y="86614"/>
                  <a:pt x="18859" y="86424"/>
                  <a:pt x="18957" y="86519"/>
                </a:cubicBezTo>
                <a:lnTo>
                  <a:pt x="18957" y="1258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4" cap="flat">
            <a:solidFill>
              <a:srgbClr val="000000">
                <a:alpha val="8960"/>
              </a:srgbClr>
            </a:solidFill>
            <a:miter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D45709-5713-4771-AE34-AFC7B3B2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4054" y="853282"/>
            <a:ext cx="49294" cy="202272"/>
          </a:xfrm>
          <a:custGeom xmlns:a="http://schemas.openxmlformats.org/drawingml/2006/main">
            <a:pathLst>
              <a:path w="49294" h="202272">
                <a:moveTo>
                  <a:pt x="0" y="101136"/>
                </a:moveTo>
                <a:cubicBezTo>
                  <a:pt x="0" y="91832"/>
                  <a:pt x="688" y="82999"/>
                  <a:pt x="2063" y="74638"/>
                </a:cubicBezTo>
                <a:cubicBezTo>
                  <a:pt x="3438" y="66278"/>
                  <a:pt x="5019" y="59063"/>
                  <a:pt x="6806" y="52995"/>
                </a:cubicBezTo>
                <a:cubicBezTo>
                  <a:pt x="8594" y="46927"/>
                  <a:pt x="11138" y="40994"/>
                  <a:pt x="14438" y="35195"/>
                </a:cubicBezTo>
                <a:cubicBezTo>
                  <a:pt x="17738" y="29397"/>
                  <a:pt x="20350" y="24879"/>
                  <a:pt x="22275" y="21643"/>
                </a:cubicBezTo>
                <a:cubicBezTo>
                  <a:pt x="24200" y="18407"/>
                  <a:pt x="27088" y="14901"/>
                  <a:pt x="30938" y="11125"/>
                </a:cubicBezTo>
                <a:cubicBezTo>
                  <a:pt x="34788" y="7349"/>
                  <a:pt x="37056" y="5057"/>
                  <a:pt x="37744" y="4248"/>
                </a:cubicBezTo>
                <a:cubicBezTo>
                  <a:pt x="38431" y="3439"/>
                  <a:pt x="40150" y="2023"/>
                  <a:pt x="42900" y="0"/>
                </a:cubicBezTo>
                <a:lnTo>
                  <a:pt x="45582" y="0"/>
                </a:lnTo>
                <a:lnTo>
                  <a:pt x="46407" y="0"/>
                </a:lnTo>
                <a:cubicBezTo>
                  <a:pt x="48332" y="0"/>
                  <a:pt x="49294" y="607"/>
                  <a:pt x="49294" y="1820"/>
                </a:cubicBezTo>
                <a:cubicBezTo>
                  <a:pt x="49294" y="2225"/>
                  <a:pt x="48125" y="3641"/>
                  <a:pt x="45788" y="6068"/>
                </a:cubicBezTo>
                <a:cubicBezTo>
                  <a:pt x="43450" y="8495"/>
                  <a:pt x="40632" y="12069"/>
                  <a:pt x="37331" y="16789"/>
                </a:cubicBezTo>
                <a:cubicBezTo>
                  <a:pt x="34031" y="21508"/>
                  <a:pt x="30663" y="27307"/>
                  <a:pt x="27225" y="34184"/>
                </a:cubicBezTo>
                <a:cubicBezTo>
                  <a:pt x="23788" y="41061"/>
                  <a:pt x="20900" y="50366"/>
                  <a:pt x="18563" y="62098"/>
                </a:cubicBezTo>
                <a:cubicBezTo>
                  <a:pt x="16225" y="73829"/>
                  <a:pt x="15056" y="86842"/>
                  <a:pt x="15056" y="101136"/>
                </a:cubicBezTo>
                <a:cubicBezTo>
                  <a:pt x="15056" y="115430"/>
                  <a:pt x="16225" y="128375"/>
                  <a:pt x="18563" y="139972"/>
                </a:cubicBezTo>
                <a:cubicBezTo>
                  <a:pt x="20900" y="151569"/>
                  <a:pt x="23719" y="160941"/>
                  <a:pt x="27019" y="168088"/>
                </a:cubicBezTo>
                <a:cubicBezTo>
                  <a:pt x="30319" y="175235"/>
                  <a:pt x="33688" y="181034"/>
                  <a:pt x="37125" y="185484"/>
                </a:cubicBezTo>
                <a:cubicBezTo>
                  <a:pt x="40563" y="189934"/>
                  <a:pt x="43450" y="193507"/>
                  <a:pt x="45788" y="196204"/>
                </a:cubicBezTo>
                <a:cubicBezTo>
                  <a:pt x="48125" y="198901"/>
                  <a:pt x="49294" y="200317"/>
                  <a:pt x="49294" y="200452"/>
                </a:cubicBezTo>
                <a:cubicBezTo>
                  <a:pt x="49294" y="201665"/>
                  <a:pt x="48263" y="202272"/>
                  <a:pt x="46200" y="202272"/>
                </a:cubicBezTo>
                <a:lnTo>
                  <a:pt x="45582" y="202272"/>
                </a:lnTo>
                <a:lnTo>
                  <a:pt x="42900" y="202272"/>
                </a:lnTo>
                <a:lnTo>
                  <a:pt x="37125" y="197418"/>
                </a:lnTo>
                <a:cubicBezTo>
                  <a:pt x="24200" y="185956"/>
                  <a:pt x="14781" y="171662"/>
                  <a:pt x="8869" y="154536"/>
                </a:cubicBezTo>
                <a:cubicBezTo>
                  <a:pt x="2956" y="137410"/>
                  <a:pt x="0" y="119610"/>
                  <a:pt x="0" y="1011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2CED46-7065-4412-AE5C-9F8F7A83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4054" y="853282"/>
            <a:ext cx="49294" cy="202272"/>
          </a:xfrm>
          <a:custGeom xmlns:a="http://schemas.openxmlformats.org/drawingml/2006/main">
            <a:pathLst>
              <a:path w="49294" h="202272" fill="none">
                <a:moveTo>
                  <a:pt x="0" y="101136"/>
                </a:moveTo>
                <a:cubicBezTo>
                  <a:pt x="0" y="91832"/>
                  <a:pt x="688" y="82999"/>
                  <a:pt x="2063" y="74638"/>
                </a:cubicBezTo>
                <a:cubicBezTo>
                  <a:pt x="3438" y="66278"/>
                  <a:pt x="5019" y="59063"/>
                  <a:pt x="6806" y="52995"/>
                </a:cubicBezTo>
                <a:cubicBezTo>
                  <a:pt x="8594" y="46927"/>
                  <a:pt x="11138" y="40994"/>
                  <a:pt x="14438" y="35195"/>
                </a:cubicBezTo>
                <a:cubicBezTo>
                  <a:pt x="17738" y="29397"/>
                  <a:pt x="20350" y="24879"/>
                  <a:pt x="22275" y="21643"/>
                </a:cubicBezTo>
                <a:cubicBezTo>
                  <a:pt x="24200" y="18407"/>
                  <a:pt x="27088" y="14901"/>
                  <a:pt x="30938" y="11125"/>
                </a:cubicBezTo>
                <a:cubicBezTo>
                  <a:pt x="34788" y="7349"/>
                  <a:pt x="37056" y="5057"/>
                  <a:pt x="37744" y="4248"/>
                </a:cubicBezTo>
                <a:cubicBezTo>
                  <a:pt x="38431" y="3439"/>
                  <a:pt x="40150" y="2023"/>
                  <a:pt x="42900" y="0"/>
                </a:cubicBezTo>
                <a:lnTo>
                  <a:pt x="45582" y="0"/>
                </a:lnTo>
                <a:lnTo>
                  <a:pt x="46407" y="0"/>
                </a:lnTo>
                <a:cubicBezTo>
                  <a:pt x="48332" y="0"/>
                  <a:pt x="49294" y="607"/>
                  <a:pt x="49294" y="1820"/>
                </a:cubicBezTo>
                <a:cubicBezTo>
                  <a:pt x="49294" y="2225"/>
                  <a:pt x="48125" y="3641"/>
                  <a:pt x="45788" y="6068"/>
                </a:cubicBezTo>
                <a:cubicBezTo>
                  <a:pt x="43450" y="8495"/>
                  <a:pt x="40632" y="12069"/>
                  <a:pt x="37331" y="16789"/>
                </a:cubicBezTo>
                <a:cubicBezTo>
                  <a:pt x="34031" y="21508"/>
                  <a:pt x="30663" y="27307"/>
                  <a:pt x="27225" y="34184"/>
                </a:cubicBezTo>
                <a:cubicBezTo>
                  <a:pt x="23788" y="41061"/>
                  <a:pt x="20900" y="50366"/>
                  <a:pt x="18563" y="62098"/>
                </a:cubicBezTo>
                <a:cubicBezTo>
                  <a:pt x="16225" y="73829"/>
                  <a:pt x="15056" y="86842"/>
                  <a:pt x="15056" y="101136"/>
                </a:cubicBezTo>
                <a:cubicBezTo>
                  <a:pt x="15056" y="115430"/>
                  <a:pt x="16225" y="128375"/>
                  <a:pt x="18563" y="139972"/>
                </a:cubicBezTo>
                <a:cubicBezTo>
                  <a:pt x="20900" y="151569"/>
                  <a:pt x="23719" y="160941"/>
                  <a:pt x="27019" y="168088"/>
                </a:cubicBezTo>
                <a:cubicBezTo>
                  <a:pt x="30319" y="175235"/>
                  <a:pt x="33688" y="181034"/>
                  <a:pt x="37125" y="185484"/>
                </a:cubicBezTo>
                <a:cubicBezTo>
                  <a:pt x="40563" y="189934"/>
                  <a:pt x="43450" y="193507"/>
                  <a:pt x="45788" y="196204"/>
                </a:cubicBezTo>
                <a:cubicBezTo>
                  <a:pt x="48125" y="198901"/>
                  <a:pt x="49294" y="200317"/>
                  <a:pt x="49294" y="200452"/>
                </a:cubicBezTo>
                <a:cubicBezTo>
                  <a:pt x="49294" y="201665"/>
                  <a:pt x="48263" y="202272"/>
                  <a:pt x="46200" y="202272"/>
                </a:cubicBezTo>
                <a:lnTo>
                  <a:pt x="45582" y="202272"/>
                </a:lnTo>
                <a:lnTo>
                  <a:pt x="42900" y="202272"/>
                </a:lnTo>
                <a:lnTo>
                  <a:pt x="37125" y="197418"/>
                </a:lnTo>
                <a:cubicBezTo>
                  <a:pt x="24200" y="185956"/>
                  <a:pt x="14781" y="171662"/>
                  <a:pt x="8869" y="154536"/>
                </a:cubicBezTo>
                <a:cubicBezTo>
                  <a:pt x="2956" y="137410"/>
                  <a:pt x="0" y="119610"/>
                  <a:pt x="0" y="10113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4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F63288-DFF0-40BB-B2EC-2C3DC66B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211" y="862384"/>
            <a:ext cx="146438" cy="147052"/>
          </a:xfrm>
          <a:custGeom xmlns:a="http://schemas.openxmlformats.org/drawingml/2006/main">
            <a:pathLst>
              <a:path w="146438" h="147052">
                <a:moveTo>
                  <a:pt x="0" y="91629"/>
                </a:moveTo>
                <a:cubicBezTo>
                  <a:pt x="0" y="76122"/>
                  <a:pt x="4606" y="61221"/>
                  <a:pt x="13819" y="46927"/>
                </a:cubicBezTo>
                <a:cubicBezTo>
                  <a:pt x="23031" y="32633"/>
                  <a:pt x="34650" y="21306"/>
                  <a:pt x="48675" y="12945"/>
                </a:cubicBezTo>
                <a:cubicBezTo>
                  <a:pt x="62700" y="4585"/>
                  <a:pt x="76725" y="337"/>
                  <a:pt x="90751" y="202"/>
                </a:cubicBezTo>
                <a:cubicBezTo>
                  <a:pt x="103126" y="202"/>
                  <a:pt x="112957" y="3641"/>
                  <a:pt x="120245" y="10518"/>
                </a:cubicBezTo>
                <a:cubicBezTo>
                  <a:pt x="121482" y="11867"/>
                  <a:pt x="122513" y="13013"/>
                  <a:pt x="123338" y="13957"/>
                </a:cubicBezTo>
                <a:cubicBezTo>
                  <a:pt x="124163" y="14901"/>
                  <a:pt x="124713" y="15575"/>
                  <a:pt x="124988" y="15980"/>
                </a:cubicBezTo>
                <a:lnTo>
                  <a:pt x="125195" y="16586"/>
                </a:lnTo>
                <a:cubicBezTo>
                  <a:pt x="125607" y="16586"/>
                  <a:pt x="127463" y="14833"/>
                  <a:pt x="130763" y="11327"/>
                </a:cubicBezTo>
                <a:cubicBezTo>
                  <a:pt x="131726" y="10518"/>
                  <a:pt x="132757" y="9574"/>
                  <a:pt x="133857" y="8495"/>
                </a:cubicBezTo>
                <a:cubicBezTo>
                  <a:pt x="134957" y="7417"/>
                  <a:pt x="136057" y="6338"/>
                  <a:pt x="137157" y="5259"/>
                </a:cubicBezTo>
                <a:cubicBezTo>
                  <a:pt x="138257" y="4180"/>
                  <a:pt x="138945" y="3439"/>
                  <a:pt x="139220" y="3034"/>
                </a:cubicBezTo>
                <a:lnTo>
                  <a:pt x="142313" y="0"/>
                </a:lnTo>
                <a:lnTo>
                  <a:pt x="143551" y="0"/>
                </a:lnTo>
                <a:cubicBezTo>
                  <a:pt x="145476" y="0"/>
                  <a:pt x="146438" y="472"/>
                  <a:pt x="146438" y="1416"/>
                </a:cubicBezTo>
                <a:cubicBezTo>
                  <a:pt x="146438" y="1955"/>
                  <a:pt x="144238" y="11192"/>
                  <a:pt x="139838" y="29127"/>
                </a:cubicBezTo>
                <a:cubicBezTo>
                  <a:pt x="134888" y="47871"/>
                  <a:pt x="132413" y="57310"/>
                  <a:pt x="132413" y="57445"/>
                </a:cubicBezTo>
                <a:cubicBezTo>
                  <a:pt x="132138" y="58120"/>
                  <a:pt x="131795" y="58524"/>
                  <a:pt x="131382" y="58659"/>
                </a:cubicBezTo>
                <a:cubicBezTo>
                  <a:pt x="130970" y="58794"/>
                  <a:pt x="129732" y="58929"/>
                  <a:pt x="127670" y="59063"/>
                </a:cubicBezTo>
                <a:lnTo>
                  <a:pt x="124370" y="59063"/>
                </a:lnTo>
                <a:cubicBezTo>
                  <a:pt x="123545" y="58254"/>
                  <a:pt x="123132" y="57648"/>
                  <a:pt x="123132" y="57243"/>
                </a:cubicBezTo>
                <a:cubicBezTo>
                  <a:pt x="123132" y="57108"/>
                  <a:pt x="123201" y="56636"/>
                  <a:pt x="123338" y="55827"/>
                </a:cubicBezTo>
                <a:cubicBezTo>
                  <a:pt x="123476" y="55018"/>
                  <a:pt x="123613" y="53670"/>
                  <a:pt x="123751" y="51782"/>
                </a:cubicBezTo>
                <a:cubicBezTo>
                  <a:pt x="123888" y="49894"/>
                  <a:pt x="123957" y="47736"/>
                  <a:pt x="123957" y="45309"/>
                </a:cubicBezTo>
                <a:cubicBezTo>
                  <a:pt x="123957" y="35735"/>
                  <a:pt x="121757" y="27374"/>
                  <a:pt x="117357" y="20227"/>
                </a:cubicBezTo>
                <a:cubicBezTo>
                  <a:pt x="112957" y="13080"/>
                  <a:pt x="105463" y="9439"/>
                  <a:pt x="94876" y="9305"/>
                </a:cubicBezTo>
                <a:cubicBezTo>
                  <a:pt x="92401" y="9305"/>
                  <a:pt x="89719" y="9507"/>
                  <a:pt x="86832" y="9911"/>
                </a:cubicBezTo>
                <a:cubicBezTo>
                  <a:pt x="83944" y="10316"/>
                  <a:pt x="80301" y="11192"/>
                  <a:pt x="75900" y="12541"/>
                </a:cubicBezTo>
                <a:cubicBezTo>
                  <a:pt x="71500" y="13889"/>
                  <a:pt x="67307" y="15777"/>
                  <a:pt x="63319" y="18204"/>
                </a:cubicBezTo>
                <a:cubicBezTo>
                  <a:pt x="59332" y="20632"/>
                  <a:pt x="55000" y="23868"/>
                  <a:pt x="50325" y="27914"/>
                </a:cubicBezTo>
                <a:cubicBezTo>
                  <a:pt x="45650" y="31959"/>
                  <a:pt x="41663" y="36746"/>
                  <a:pt x="38363" y="42275"/>
                </a:cubicBezTo>
                <a:cubicBezTo>
                  <a:pt x="35063" y="47804"/>
                  <a:pt x="31831" y="54681"/>
                  <a:pt x="28669" y="62907"/>
                </a:cubicBezTo>
                <a:cubicBezTo>
                  <a:pt x="25506" y="71132"/>
                  <a:pt x="23375" y="80167"/>
                  <a:pt x="22275" y="90011"/>
                </a:cubicBezTo>
                <a:cubicBezTo>
                  <a:pt x="22000" y="92438"/>
                  <a:pt x="21863" y="95068"/>
                  <a:pt x="21863" y="97900"/>
                </a:cubicBezTo>
                <a:cubicBezTo>
                  <a:pt x="21863" y="104372"/>
                  <a:pt x="22825" y="110103"/>
                  <a:pt x="24750" y="115093"/>
                </a:cubicBezTo>
                <a:cubicBezTo>
                  <a:pt x="26675" y="120082"/>
                  <a:pt x="29150" y="123925"/>
                  <a:pt x="32175" y="126622"/>
                </a:cubicBezTo>
                <a:cubicBezTo>
                  <a:pt x="35200" y="129319"/>
                  <a:pt x="38638" y="131612"/>
                  <a:pt x="42488" y="133500"/>
                </a:cubicBezTo>
                <a:cubicBezTo>
                  <a:pt x="46338" y="135387"/>
                  <a:pt x="49913" y="136534"/>
                  <a:pt x="53213" y="136938"/>
                </a:cubicBezTo>
                <a:cubicBezTo>
                  <a:pt x="56513" y="137343"/>
                  <a:pt x="59607" y="137612"/>
                  <a:pt x="62494" y="137747"/>
                </a:cubicBezTo>
                <a:cubicBezTo>
                  <a:pt x="69919" y="137747"/>
                  <a:pt x="76725" y="136197"/>
                  <a:pt x="82913" y="133095"/>
                </a:cubicBezTo>
                <a:cubicBezTo>
                  <a:pt x="89101" y="129994"/>
                  <a:pt x="93363" y="126016"/>
                  <a:pt x="95701" y="121161"/>
                </a:cubicBezTo>
                <a:cubicBezTo>
                  <a:pt x="96113" y="120082"/>
                  <a:pt x="97144" y="116374"/>
                  <a:pt x="98794" y="110036"/>
                </a:cubicBezTo>
                <a:cubicBezTo>
                  <a:pt x="100444" y="103698"/>
                  <a:pt x="101269" y="100125"/>
                  <a:pt x="101269" y="99316"/>
                </a:cubicBezTo>
                <a:cubicBezTo>
                  <a:pt x="101269" y="98237"/>
                  <a:pt x="100376" y="97563"/>
                  <a:pt x="98588" y="97293"/>
                </a:cubicBezTo>
                <a:cubicBezTo>
                  <a:pt x="96801" y="97023"/>
                  <a:pt x="92676" y="96821"/>
                  <a:pt x="86213" y="96686"/>
                </a:cubicBezTo>
                <a:lnTo>
                  <a:pt x="78582" y="96686"/>
                </a:lnTo>
                <a:cubicBezTo>
                  <a:pt x="77757" y="95877"/>
                  <a:pt x="77344" y="95338"/>
                  <a:pt x="77344" y="95068"/>
                </a:cubicBezTo>
                <a:cubicBezTo>
                  <a:pt x="77344" y="94798"/>
                  <a:pt x="77482" y="93517"/>
                  <a:pt x="77757" y="91225"/>
                </a:cubicBezTo>
                <a:cubicBezTo>
                  <a:pt x="78307" y="89472"/>
                  <a:pt x="78994" y="88191"/>
                  <a:pt x="79819" y="87382"/>
                </a:cubicBezTo>
                <a:lnTo>
                  <a:pt x="83326" y="87382"/>
                </a:lnTo>
                <a:cubicBezTo>
                  <a:pt x="88826" y="87651"/>
                  <a:pt x="98451" y="87786"/>
                  <a:pt x="112201" y="87786"/>
                </a:cubicBezTo>
                <a:cubicBezTo>
                  <a:pt x="117701" y="87786"/>
                  <a:pt x="122170" y="87786"/>
                  <a:pt x="125607" y="87786"/>
                </a:cubicBezTo>
                <a:cubicBezTo>
                  <a:pt x="129045" y="87786"/>
                  <a:pt x="131520" y="87719"/>
                  <a:pt x="133032" y="87584"/>
                </a:cubicBezTo>
                <a:cubicBezTo>
                  <a:pt x="134545" y="87449"/>
                  <a:pt x="135370" y="87449"/>
                  <a:pt x="135507" y="87584"/>
                </a:cubicBezTo>
                <a:cubicBezTo>
                  <a:pt x="137432" y="87584"/>
                  <a:pt x="138395" y="88191"/>
                  <a:pt x="138395" y="89404"/>
                </a:cubicBezTo>
                <a:cubicBezTo>
                  <a:pt x="138395" y="89674"/>
                  <a:pt x="138257" y="90618"/>
                  <a:pt x="137982" y="92236"/>
                </a:cubicBezTo>
                <a:cubicBezTo>
                  <a:pt x="137295" y="94798"/>
                  <a:pt x="136607" y="96214"/>
                  <a:pt x="135920" y="96484"/>
                </a:cubicBezTo>
                <a:cubicBezTo>
                  <a:pt x="135507" y="96619"/>
                  <a:pt x="134476" y="96686"/>
                  <a:pt x="132826" y="96686"/>
                </a:cubicBezTo>
                <a:cubicBezTo>
                  <a:pt x="130076" y="96686"/>
                  <a:pt x="127257" y="96888"/>
                  <a:pt x="124370" y="97293"/>
                </a:cubicBezTo>
                <a:cubicBezTo>
                  <a:pt x="123407" y="97697"/>
                  <a:pt x="122720" y="98304"/>
                  <a:pt x="122307" y="99113"/>
                </a:cubicBezTo>
                <a:cubicBezTo>
                  <a:pt x="121895" y="99922"/>
                  <a:pt x="120932" y="103361"/>
                  <a:pt x="119420" y="109429"/>
                </a:cubicBezTo>
                <a:cubicBezTo>
                  <a:pt x="118182" y="113879"/>
                  <a:pt x="117151" y="117655"/>
                  <a:pt x="116326" y="120756"/>
                </a:cubicBezTo>
                <a:cubicBezTo>
                  <a:pt x="112888" y="134511"/>
                  <a:pt x="110963" y="141591"/>
                  <a:pt x="110551" y="141995"/>
                </a:cubicBezTo>
                <a:cubicBezTo>
                  <a:pt x="110276" y="142265"/>
                  <a:pt x="109932" y="142400"/>
                  <a:pt x="109519" y="142400"/>
                </a:cubicBezTo>
                <a:cubicBezTo>
                  <a:pt x="108144" y="142400"/>
                  <a:pt x="106219" y="141051"/>
                  <a:pt x="103744" y="138354"/>
                </a:cubicBezTo>
                <a:cubicBezTo>
                  <a:pt x="101269" y="135657"/>
                  <a:pt x="99688" y="133567"/>
                  <a:pt x="99001" y="132084"/>
                </a:cubicBezTo>
                <a:cubicBezTo>
                  <a:pt x="99001" y="131949"/>
                  <a:pt x="98863" y="131949"/>
                  <a:pt x="98588" y="132084"/>
                </a:cubicBezTo>
                <a:cubicBezTo>
                  <a:pt x="98313" y="132219"/>
                  <a:pt x="97901" y="132556"/>
                  <a:pt x="97351" y="133095"/>
                </a:cubicBezTo>
                <a:cubicBezTo>
                  <a:pt x="87176" y="142400"/>
                  <a:pt x="73425" y="147052"/>
                  <a:pt x="56100" y="147052"/>
                </a:cubicBezTo>
                <a:cubicBezTo>
                  <a:pt x="39463" y="147052"/>
                  <a:pt x="25988" y="141860"/>
                  <a:pt x="15675" y="131477"/>
                </a:cubicBezTo>
                <a:cubicBezTo>
                  <a:pt x="5363" y="121094"/>
                  <a:pt x="138" y="107811"/>
                  <a:pt x="0" y="916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2834D6-EC56-4779-8CB5-F8A1996F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211" y="862384"/>
            <a:ext cx="146438" cy="147052"/>
          </a:xfrm>
          <a:custGeom xmlns:a="http://schemas.openxmlformats.org/drawingml/2006/main">
            <a:pathLst>
              <a:path w="146438" h="147052" fill="none">
                <a:moveTo>
                  <a:pt x="0" y="91629"/>
                </a:moveTo>
                <a:cubicBezTo>
                  <a:pt x="0" y="76122"/>
                  <a:pt x="4606" y="61221"/>
                  <a:pt x="13819" y="46927"/>
                </a:cubicBezTo>
                <a:cubicBezTo>
                  <a:pt x="23031" y="32633"/>
                  <a:pt x="34650" y="21306"/>
                  <a:pt x="48675" y="12945"/>
                </a:cubicBezTo>
                <a:cubicBezTo>
                  <a:pt x="62700" y="4585"/>
                  <a:pt x="76725" y="337"/>
                  <a:pt x="90751" y="202"/>
                </a:cubicBezTo>
                <a:cubicBezTo>
                  <a:pt x="103126" y="202"/>
                  <a:pt x="112957" y="3641"/>
                  <a:pt x="120245" y="10518"/>
                </a:cubicBezTo>
                <a:cubicBezTo>
                  <a:pt x="121482" y="11867"/>
                  <a:pt x="122513" y="13013"/>
                  <a:pt x="123338" y="13957"/>
                </a:cubicBezTo>
                <a:cubicBezTo>
                  <a:pt x="124163" y="14901"/>
                  <a:pt x="124713" y="15575"/>
                  <a:pt x="124988" y="15980"/>
                </a:cubicBezTo>
                <a:lnTo>
                  <a:pt x="125195" y="16586"/>
                </a:lnTo>
                <a:cubicBezTo>
                  <a:pt x="125607" y="16586"/>
                  <a:pt x="127463" y="14833"/>
                  <a:pt x="130763" y="11327"/>
                </a:cubicBezTo>
                <a:cubicBezTo>
                  <a:pt x="131726" y="10518"/>
                  <a:pt x="132757" y="9574"/>
                  <a:pt x="133857" y="8495"/>
                </a:cubicBezTo>
                <a:cubicBezTo>
                  <a:pt x="134957" y="7417"/>
                  <a:pt x="136057" y="6338"/>
                  <a:pt x="137157" y="5259"/>
                </a:cubicBezTo>
                <a:cubicBezTo>
                  <a:pt x="138257" y="4180"/>
                  <a:pt x="138945" y="3439"/>
                  <a:pt x="139220" y="3034"/>
                </a:cubicBezTo>
                <a:lnTo>
                  <a:pt x="142313" y="0"/>
                </a:lnTo>
                <a:lnTo>
                  <a:pt x="143551" y="0"/>
                </a:lnTo>
                <a:cubicBezTo>
                  <a:pt x="145476" y="0"/>
                  <a:pt x="146438" y="472"/>
                  <a:pt x="146438" y="1416"/>
                </a:cubicBezTo>
                <a:cubicBezTo>
                  <a:pt x="146438" y="1955"/>
                  <a:pt x="144238" y="11192"/>
                  <a:pt x="139838" y="29127"/>
                </a:cubicBezTo>
                <a:cubicBezTo>
                  <a:pt x="134888" y="47871"/>
                  <a:pt x="132413" y="57310"/>
                  <a:pt x="132413" y="57445"/>
                </a:cubicBezTo>
                <a:cubicBezTo>
                  <a:pt x="132138" y="58120"/>
                  <a:pt x="131795" y="58524"/>
                  <a:pt x="131382" y="58659"/>
                </a:cubicBezTo>
                <a:cubicBezTo>
                  <a:pt x="130970" y="58794"/>
                  <a:pt x="129732" y="58929"/>
                  <a:pt x="127670" y="59063"/>
                </a:cubicBezTo>
                <a:lnTo>
                  <a:pt x="124370" y="59063"/>
                </a:lnTo>
                <a:cubicBezTo>
                  <a:pt x="123545" y="58254"/>
                  <a:pt x="123132" y="57648"/>
                  <a:pt x="123132" y="57243"/>
                </a:cubicBezTo>
                <a:cubicBezTo>
                  <a:pt x="123132" y="57108"/>
                  <a:pt x="123201" y="56636"/>
                  <a:pt x="123338" y="55827"/>
                </a:cubicBezTo>
                <a:cubicBezTo>
                  <a:pt x="123476" y="55018"/>
                  <a:pt x="123613" y="53670"/>
                  <a:pt x="123751" y="51782"/>
                </a:cubicBezTo>
                <a:cubicBezTo>
                  <a:pt x="123888" y="49894"/>
                  <a:pt x="123957" y="47736"/>
                  <a:pt x="123957" y="45309"/>
                </a:cubicBezTo>
                <a:cubicBezTo>
                  <a:pt x="123957" y="35735"/>
                  <a:pt x="121757" y="27374"/>
                  <a:pt x="117357" y="20227"/>
                </a:cubicBezTo>
                <a:cubicBezTo>
                  <a:pt x="112957" y="13080"/>
                  <a:pt x="105463" y="9439"/>
                  <a:pt x="94876" y="9305"/>
                </a:cubicBezTo>
                <a:cubicBezTo>
                  <a:pt x="92401" y="9305"/>
                  <a:pt x="89719" y="9507"/>
                  <a:pt x="86832" y="9911"/>
                </a:cubicBezTo>
                <a:cubicBezTo>
                  <a:pt x="83944" y="10316"/>
                  <a:pt x="80301" y="11192"/>
                  <a:pt x="75900" y="12541"/>
                </a:cubicBezTo>
                <a:cubicBezTo>
                  <a:pt x="71500" y="13889"/>
                  <a:pt x="67307" y="15777"/>
                  <a:pt x="63319" y="18204"/>
                </a:cubicBezTo>
                <a:cubicBezTo>
                  <a:pt x="59332" y="20632"/>
                  <a:pt x="55000" y="23868"/>
                  <a:pt x="50325" y="27914"/>
                </a:cubicBezTo>
                <a:cubicBezTo>
                  <a:pt x="45650" y="31959"/>
                  <a:pt x="41663" y="36746"/>
                  <a:pt x="38363" y="42275"/>
                </a:cubicBezTo>
                <a:cubicBezTo>
                  <a:pt x="35063" y="47804"/>
                  <a:pt x="31831" y="54681"/>
                  <a:pt x="28669" y="62907"/>
                </a:cubicBezTo>
                <a:cubicBezTo>
                  <a:pt x="25506" y="71132"/>
                  <a:pt x="23375" y="80167"/>
                  <a:pt x="22275" y="90011"/>
                </a:cubicBezTo>
                <a:cubicBezTo>
                  <a:pt x="22000" y="92438"/>
                  <a:pt x="21863" y="95068"/>
                  <a:pt x="21863" y="97900"/>
                </a:cubicBezTo>
                <a:cubicBezTo>
                  <a:pt x="21863" y="104372"/>
                  <a:pt x="22825" y="110103"/>
                  <a:pt x="24750" y="115093"/>
                </a:cubicBezTo>
                <a:cubicBezTo>
                  <a:pt x="26675" y="120082"/>
                  <a:pt x="29150" y="123925"/>
                  <a:pt x="32175" y="126622"/>
                </a:cubicBezTo>
                <a:cubicBezTo>
                  <a:pt x="35200" y="129319"/>
                  <a:pt x="38638" y="131612"/>
                  <a:pt x="42488" y="133500"/>
                </a:cubicBezTo>
                <a:cubicBezTo>
                  <a:pt x="46338" y="135387"/>
                  <a:pt x="49913" y="136534"/>
                  <a:pt x="53213" y="136938"/>
                </a:cubicBezTo>
                <a:cubicBezTo>
                  <a:pt x="56513" y="137343"/>
                  <a:pt x="59607" y="137612"/>
                  <a:pt x="62494" y="137747"/>
                </a:cubicBezTo>
                <a:cubicBezTo>
                  <a:pt x="69919" y="137747"/>
                  <a:pt x="76725" y="136197"/>
                  <a:pt x="82913" y="133095"/>
                </a:cubicBezTo>
                <a:cubicBezTo>
                  <a:pt x="89101" y="129994"/>
                  <a:pt x="93363" y="126016"/>
                  <a:pt x="95701" y="121161"/>
                </a:cubicBezTo>
                <a:cubicBezTo>
                  <a:pt x="96113" y="120082"/>
                  <a:pt x="97144" y="116374"/>
                  <a:pt x="98794" y="110036"/>
                </a:cubicBezTo>
                <a:cubicBezTo>
                  <a:pt x="100444" y="103698"/>
                  <a:pt x="101269" y="100125"/>
                  <a:pt x="101269" y="99316"/>
                </a:cubicBezTo>
                <a:cubicBezTo>
                  <a:pt x="101269" y="98237"/>
                  <a:pt x="100376" y="97563"/>
                  <a:pt x="98588" y="97293"/>
                </a:cubicBezTo>
                <a:cubicBezTo>
                  <a:pt x="96801" y="97023"/>
                  <a:pt x="92676" y="96821"/>
                  <a:pt x="86213" y="96686"/>
                </a:cubicBezTo>
                <a:lnTo>
                  <a:pt x="78582" y="96686"/>
                </a:lnTo>
                <a:cubicBezTo>
                  <a:pt x="77757" y="95877"/>
                  <a:pt x="77344" y="95338"/>
                  <a:pt x="77344" y="95068"/>
                </a:cubicBezTo>
                <a:cubicBezTo>
                  <a:pt x="77344" y="94798"/>
                  <a:pt x="77482" y="93517"/>
                  <a:pt x="77757" y="91225"/>
                </a:cubicBezTo>
                <a:cubicBezTo>
                  <a:pt x="78307" y="89472"/>
                  <a:pt x="78994" y="88191"/>
                  <a:pt x="79819" y="87382"/>
                </a:cubicBezTo>
                <a:lnTo>
                  <a:pt x="83326" y="87382"/>
                </a:lnTo>
                <a:cubicBezTo>
                  <a:pt x="88826" y="87651"/>
                  <a:pt x="98451" y="87786"/>
                  <a:pt x="112201" y="87786"/>
                </a:cubicBezTo>
                <a:cubicBezTo>
                  <a:pt x="117701" y="87786"/>
                  <a:pt x="122170" y="87786"/>
                  <a:pt x="125607" y="87786"/>
                </a:cubicBezTo>
                <a:cubicBezTo>
                  <a:pt x="129045" y="87786"/>
                  <a:pt x="131520" y="87719"/>
                  <a:pt x="133032" y="87584"/>
                </a:cubicBezTo>
                <a:cubicBezTo>
                  <a:pt x="134545" y="87449"/>
                  <a:pt x="135370" y="87449"/>
                  <a:pt x="135507" y="87584"/>
                </a:cubicBezTo>
                <a:cubicBezTo>
                  <a:pt x="137432" y="87584"/>
                  <a:pt x="138395" y="88191"/>
                  <a:pt x="138395" y="89404"/>
                </a:cubicBezTo>
                <a:cubicBezTo>
                  <a:pt x="138395" y="89674"/>
                  <a:pt x="138257" y="90618"/>
                  <a:pt x="137982" y="92236"/>
                </a:cubicBezTo>
                <a:cubicBezTo>
                  <a:pt x="137295" y="94798"/>
                  <a:pt x="136607" y="96214"/>
                  <a:pt x="135920" y="96484"/>
                </a:cubicBezTo>
                <a:cubicBezTo>
                  <a:pt x="135507" y="96619"/>
                  <a:pt x="134476" y="96686"/>
                  <a:pt x="132826" y="96686"/>
                </a:cubicBezTo>
                <a:cubicBezTo>
                  <a:pt x="130076" y="96686"/>
                  <a:pt x="127257" y="96888"/>
                  <a:pt x="124370" y="97293"/>
                </a:cubicBezTo>
                <a:cubicBezTo>
                  <a:pt x="123407" y="97697"/>
                  <a:pt x="122720" y="98304"/>
                  <a:pt x="122307" y="99113"/>
                </a:cubicBezTo>
                <a:cubicBezTo>
                  <a:pt x="121895" y="99922"/>
                  <a:pt x="120932" y="103361"/>
                  <a:pt x="119420" y="109429"/>
                </a:cubicBezTo>
                <a:cubicBezTo>
                  <a:pt x="118182" y="113879"/>
                  <a:pt x="117151" y="117655"/>
                  <a:pt x="116326" y="120756"/>
                </a:cubicBezTo>
                <a:cubicBezTo>
                  <a:pt x="112888" y="134511"/>
                  <a:pt x="110963" y="141591"/>
                  <a:pt x="110551" y="141995"/>
                </a:cubicBezTo>
                <a:cubicBezTo>
                  <a:pt x="110276" y="142265"/>
                  <a:pt x="109932" y="142400"/>
                  <a:pt x="109519" y="142400"/>
                </a:cubicBezTo>
                <a:cubicBezTo>
                  <a:pt x="108144" y="142400"/>
                  <a:pt x="106219" y="141051"/>
                  <a:pt x="103744" y="138354"/>
                </a:cubicBezTo>
                <a:cubicBezTo>
                  <a:pt x="101269" y="135657"/>
                  <a:pt x="99688" y="133567"/>
                  <a:pt x="99001" y="132084"/>
                </a:cubicBezTo>
                <a:cubicBezTo>
                  <a:pt x="99001" y="131949"/>
                  <a:pt x="98863" y="131949"/>
                  <a:pt x="98588" y="132084"/>
                </a:cubicBezTo>
                <a:cubicBezTo>
                  <a:pt x="98313" y="132219"/>
                  <a:pt x="97901" y="132556"/>
                  <a:pt x="97351" y="133095"/>
                </a:cubicBezTo>
                <a:cubicBezTo>
                  <a:pt x="87176" y="142400"/>
                  <a:pt x="73425" y="147052"/>
                  <a:pt x="56100" y="147052"/>
                </a:cubicBezTo>
                <a:cubicBezTo>
                  <a:pt x="39463" y="147052"/>
                  <a:pt x="25988" y="141860"/>
                  <a:pt x="15675" y="131477"/>
                </a:cubicBezTo>
                <a:cubicBezTo>
                  <a:pt x="5363" y="121094"/>
                  <a:pt x="138" y="107811"/>
                  <a:pt x="0" y="9162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4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2A3910-3F3A-4387-85F8-5055BE4F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5921" y="940084"/>
            <a:ext cx="50162" cy="95242"/>
          </a:xfrm>
          <a:custGeom xmlns:a="http://schemas.openxmlformats.org/drawingml/2006/main">
            <a:pathLst>
              <a:path w="50162" h="95242">
                <a:moveTo>
                  <a:pt x="18957" y="12585"/>
                </a:moveTo>
                <a:lnTo>
                  <a:pt x="17061" y="13300"/>
                </a:lnTo>
                <a:cubicBezTo>
                  <a:pt x="15700" y="13776"/>
                  <a:pt x="13756" y="14253"/>
                  <a:pt x="11228" y="14730"/>
                </a:cubicBezTo>
                <a:cubicBezTo>
                  <a:pt x="8701" y="15206"/>
                  <a:pt x="5881" y="15540"/>
                  <a:pt x="2771" y="15731"/>
                </a:cubicBezTo>
                <a:lnTo>
                  <a:pt x="0" y="15731"/>
                </a:lnTo>
                <a:lnTo>
                  <a:pt x="0" y="9152"/>
                </a:lnTo>
                <a:lnTo>
                  <a:pt x="2771" y="9152"/>
                </a:lnTo>
                <a:cubicBezTo>
                  <a:pt x="7340" y="8962"/>
                  <a:pt x="11568" y="8247"/>
                  <a:pt x="15457" y="7007"/>
                </a:cubicBezTo>
                <a:cubicBezTo>
                  <a:pt x="19345" y="5768"/>
                  <a:pt x="22067" y="4624"/>
                  <a:pt x="23623" y="3575"/>
                </a:cubicBezTo>
                <a:cubicBezTo>
                  <a:pt x="25178" y="2526"/>
                  <a:pt x="26539" y="1478"/>
                  <a:pt x="27706" y="429"/>
                </a:cubicBezTo>
                <a:cubicBezTo>
                  <a:pt x="27900" y="143"/>
                  <a:pt x="28483" y="0"/>
                  <a:pt x="29456" y="0"/>
                </a:cubicBezTo>
                <a:cubicBezTo>
                  <a:pt x="30330" y="0"/>
                  <a:pt x="31157" y="286"/>
                  <a:pt x="31935" y="858"/>
                </a:cubicBezTo>
                <a:lnTo>
                  <a:pt x="31935" y="43617"/>
                </a:lnTo>
                <a:lnTo>
                  <a:pt x="32080" y="86519"/>
                </a:lnTo>
                <a:cubicBezTo>
                  <a:pt x="32761" y="87186"/>
                  <a:pt x="33344" y="87615"/>
                  <a:pt x="33830" y="87806"/>
                </a:cubicBezTo>
                <a:cubicBezTo>
                  <a:pt x="34316" y="87997"/>
                  <a:pt x="35483" y="88187"/>
                  <a:pt x="37330" y="88378"/>
                </a:cubicBezTo>
                <a:cubicBezTo>
                  <a:pt x="39177" y="88569"/>
                  <a:pt x="42190" y="88664"/>
                  <a:pt x="46371" y="88664"/>
                </a:cubicBezTo>
                <a:lnTo>
                  <a:pt x="50162" y="88664"/>
                </a:lnTo>
                <a:lnTo>
                  <a:pt x="50162" y="95242"/>
                </a:lnTo>
                <a:lnTo>
                  <a:pt x="48558" y="95242"/>
                </a:lnTo>
                <a:cubicBezTo>
                  <a:pt x="46516" y="94956"/>
                  <a:pt x="38788" y="94813"/>
                  <a:pt x="25373" y="94813"/>
                </a:cubicBezTo>
                <a:cubicBezTo>
                  <a:pt x="12152" y="94813"/>
                  <a:pt x="4520" y="94956"/>
                  <a:pt x="2479" y="95242"/>
                </a:cubicBezTo>
                <a:lnTo>
                  <a:pt x="729" y="95242"/>
                </a:lnTo>
                <a:lnTo>
                  <a:pt x="729" y="88664"/>
                </a:lnTo>
                <a:lnTo>
                  <a:pt x="4520" y="88664"/>
                </a:lnTo>
                <a:cubicBezTo>
                  <a:pt x="6659" y="88664"/>
                  <a:pt x="8506" y="88664"/>
                  <a:pt x="10062" y="88664"/>
                </a:cubicBezTo>
                <a:cubicBezTo>
                  <a:pt x="11617" y="88664"/>
                  <a:pt x="12832" y="88616"/>
                  <a:pt x="13707" y="88521"/>
                </a:cubicBezTo>
                <a:cubicBezTo>
                  <a:pt x="14582" y="88426"/>
                  <a:pt x="15360" y="88283"/>
                  <a:pt x="16040" y="88092"/>
                </a:cubicBezTo>
                <a:cubicBezTo>
                  <a:pt x="16721" y="87901"/>
                  <a:pt x="17110" y="87806"/>
                  <a:pt x="17207" y="87806"/>
                </a:cubicBezTo>
                <a:cubicBezTo>
                  <a:pt x="17304" y="87806"/>
                  <a:pt x="17596" y="87568"/>
                  <a:pt x="18082" y="87091"/>
                </a:cubicBezTo>
                <a:cubicBezTo>
                  <a:pt x="18568" y="86614"/>
                  <a:pt x="18859" y="86424"/>
                  <a:pt x="18957" y="86519"/>
                </a:cubicBezTo>
                <a:lnTo>
                  <a:pt x="18957" y="125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AF7449-644E-4F64-9416-92244E00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5921" y="940084"/>
            <a:ext cx="50162" cy="95242"/>
          </a:xfrm>
          <a:custGeom xmlns:a="http://schemas.openxmlformats.org/drawingml/2006/main">
            <a:pathLst>
              <a:path w="50162" h="95242" fill="none">
                <a:moveTo>
                  <a:pt x="18957" y="12585"/>
                </a:moveTo>
                <a:lnTo>
                  <a:pt x="17061" y="13300"/>
                </a:lnTo>
                <a:cubicBezTo>
                  <a:pt x="15700" y="13776"/>
                  <a:pt x="13756" y="14253"/>
                  <a:pt x="11228" y="14730"/>
                </a:cubicBezTo>
                <a:cubicBezTo>
                  <a:pt x="8701" y="15206"/>
                  <a:pt x="5881" y="15540"/>
                  <a:pt x="2771" y="15731"/>
                </a:cubicBezTo>
                <a:lnTo>
                  <a:pt x="0" y="15731"/>
                </a:lnTo>
                <a:lnTo>
                  <a:pt x="0" y="9152"/>
                </a:lnTo>
                <a:lnTo>
                  <a:pt x="2771" y="9152"/>
                </a:lnTo>
                <a:cubicBezTo>
                  <a:pt x="7340" y="8962"/>
                  <a:pt x="11568" y="8247"/>
                  <a:pt x="15457" y="7007"/>
                </a:cubicBezTo>
                <a:cubicBezTo>
                  <a:pt x="19345" y="5768"/>
                  <a:pt x="22067" y="4624"/>
                  <a:pt x="23623" y="3575"/>
                </a:cubicBezTo>
                <a:cubicBezTo>
                  <a:pt x="25178" y="2526"/>
                  <a:pt x="26539" y="1478"/>
                  <a:pt x="27706" y="429"/>
                </a:cubicBezTo>
                <a:cubicBezTo>
                  <a:pt x="27900" y="143"/>
                  <a:pt x="28483" y="0"/>
                  <a:pt x="29456" y="0"/>
                </a:cubicBezTo>
                <a:cubicBezTo>
                  <a:pt x="30330" y="0"/>
                  <a:pt x="31157" y="286"/>
                  <a:pt x="31935" y="858"/>
                </a:cubicBezTo>
                <a:lnTo>
                  <a:pt x="31935" y="43617"/>
                </a:lnTo>
                <a:lnTo>
                  <a:pt x="32080" y="86519"/>
                </a:lnTo>
                <a:cubicBezTo>
                  <a:pt x="32761" y="87186"/>
                  <a:pt x="33344" y="87615"/>
                  <a:pt x="33830" y="87806"/>
                </a:cubicBezTo>
                <a:cubicBezTo>
                  <a:pt x="34316" y="87997"/>
                  <a:pt x="35483" y="88187"/>
                  <a:pt x="37330" y="88378"/>
                </a:cubicBezTo>
                <a:cubicBezTo>
                  <a:pt x="39177" y="88569"/>
                  <a:pt x="42190" y="88664"/>
                  <a:pt x="46371" y="88664"/>
                </a:cubicBezTo>
                <a:lnTo>
                  <a:pt x="50162" y="88664"/>
                </a:lnTo>
                <a:lnTo>
                  <a:pt x="50162" y="95242"/>
                </a:lnTo>
                <a:lnTo>
                  <a:pt x="48558" y="95242"/>
                </a:lnTo>
                <a:cubicBezTo>
                  <a:pt x="46516" y="94956"/>
                  <a:pt x="38788" y="94813"/>
                  <a:pt x="25373" y="94813"/>
                </a:cubicBezTo>
                <a:cubicBezTo>
                  <a:pt x="12152" y="94813"/>
                  <a:pt x="4520" y="94956"/>
                  <a:pt x="2479" y="95242"/>
                </a:cubicBezTo>
                <a:lnTo>
                  <a:pt x="729" y="95242"/>
                </a:lnTo>
                <a:lnTo>
                  <a:pt x="729" y="88664"/>
                </a:lnTo>
                <a:lnTo>
                  <a:pt x="4520" y="88664"/>
                </a:lnTo>
                <a:cubicBezTo>
                  <a:pt x="6659" y="88664"/>
                  <a:pt x="8506" y="88664"/>
                  <a:pt x="10062" y="88664"/>
                </a:cubicBezTo>
                <a:cubicBezTo>
                  <a:pt x="11617" y="88664"/>
                  <a:pt x="12832" y="88616"/>
                  <a:pt x="13707" y="88521"/>
                </a:cubicBezTo>
                <a:cubicBezTo>
                  <a:pt x="14582" y="88426"/>
                  <a:pt x="15360" y="88283"/>
                  <a:pt x="16040" y="88092"/>
                </a:cubicBezTo>
                <a:cubicBezTo>
                  <a:pt x="16721" y="87901"/>
                  <a:pt x="17110" y="87806"/>
                  <a:pt x="17207" y="87806"/>
                </a:cubicBezTo>
                <a:cubicBezTo>
                  <a:pt x="17304" y="87806"/>
                  <a:pt x="17596" y="87568"/>
                  <a:pt x="18082" y="87091"/>
                </a:cubicBezTo>
                <a:cubicBezTo>
                  <a:pt x="18568" y="86614"/>
                  <a:pt x="18859" y="86424"/>
                  <a:pt x="18957" y="86519"/>
                </a:cubicBezTo>
                <a:lnTo>
                  <a:pt x="18957" y="1258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4" cap="flat">
            <a:solidFill>
              <a:srgbClr val="000000">
                <a:alpha val="8960"/>
              </a:srgbClr>
            </a:solidFill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407E25-162A-4BBC-BF39-579ABCE9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8385" y="853282"/>
            <a:ext cx="49294" cy="202272"/>
          </a:xfrm>
          <a:custGeom xmlns:a="http://schemas.openxmlformats.org/drawingml/2006/main">
            <a:pathLst>
              <a:path w="49294" h="202272">
                <a:moveTo>
                  <a:pt x="1031" y="202"/>
                </a:moveTo>
                <a:lnTo>
                  <a:pt x="1856" y="0"/>
                </a:lnTo>
                <a:cubicBezTo>
                  <a:pt x="2544" y="0"/>
                  <a:pt x="3231" y="0"/>
                  <a:pt x="3919" y="0"/>
                </a:cubicBezTo>
                <a:lnTo>
                  <a:pt x="6394" y="0"/>
                </a:lnTo>
                <a:lnTo>
                  <a:pt x="12169" y="4855"/>
                </a:lnTo>
                <a:cubicBezTo>
                  <a:pt x="25094" y="16317"/>
                  <a:pt x="34513" y="30611"/>
                  <a:pt x="40425" y="47736"/>
                </a:cubicBezTo>
                <a:cubicBezTo>
                  <a:pt x="46338" y="64862"/>
                  <a:pt x="49294" y="82662"/>
                  <a:pt x="49294" y="101136"/>
                </a:cubicBezTo>
                <a:cubicBezTo>
                  <a:pt x="49294" y="110306"/>
                  <a:pt x="48607" y="119138"/>
                  <a:pt x="47232" y="127634"/>
                </a:cubicBezTo>
                <a:cubicBezTo>
                  <a:pt x="45857" y="136129"/>
                  <a:pt x="44275" y="143344"/>
                  <a:pt x="42488" y="149277"/>
                </a:cubicBezTo>
                <a:cubicBezTo>
                  <a:pt x="40700" y="155210"/>
                  <a:pt x="38156" y="161143"/>
                  <a:pt x="34856" y="167077"/>
                </a:cubicBezTo>
                <a:cubicBezTo>
                  <a:pt x="31556" y="173010"/>
                  <a:pt x="28944" y="177528"/>
                  <a:pt x="27019" y="180629"/>
                </a:cubicBezTo>
                <a:cubicBezTo>
                  <a:pt x="25094" y="183731"/>
                  <a:pt x="22275" y="187169"/>
                  <a:pt x="18563" y="190945"/>
                </a:cubicBezTo>
                <a:cubicBezTo>
                  <a:pt x="14850" y="194721"/>
                  <a:pt x="12650" y="196946"/>
                  <a:pt x="11963" y="197620"/>
                </a:cubicBezTo>
                <a:cubicBezTo>
                  <a:pt x="11275" y="198294"/>
                  <a:pt x="9694" y="199575"/>
                  <a:pt x="7219" y="201463"/>
                </a:cubicBezTo>
                <a:cubicBezTo>
                  <a:pt x="6806" y="201868"/>
                  <a:pt x="6531" y="202137"/>
                  <a:pt x="6394" y="202272"/>
                </a:cubicBezTo>
                <a:lnTo>
                  <a:pt x="3919" y="202272"/>
                </a:lnTo>
                <a:cubicBezTo>
                  <a:pt x="2819" y="202272"/>
                  <a:pt x="2063" y="202272"/>
                  <a:pt x="1650" y="202272"/>
                </a:cubicBezTo>
                <a:cubicBezTo>
                  <a:pt x="1238" y="202272"/>
                  <a:pt x="894" y="202070"/>
                  <a:pt x="619" y="201665"/>
                </a:cubicBezTo>
                <a:cubicBezTo>
                  <a:pt x="344" y="201261"/>
                  <a:pt x="138" y="200654"/>
                  <a:pt x="0" y="199845"/>
                </a:cubicBezTo>
                <a:cubicBezTo>
                  <a:pt x="138" y="199710"/>
                  <a:pt x="894" y="198834"/>
                  <a:pt x="2269" y="197215"/>
                </a:cubicBezTo>
                <a:cubicBezTo>
                  <a:pt x="23581" y="175505"/>
                  <a:pt x="34238" y="143478"/>
                  <a:pt x="34238" y="101136"/>
                </a:cubicBezTo>
                <a:cubicBezTo>
                  <a:pt x="34238" y="58794"/>
                  <a:pt x="23581" y="26767"/>
                  <a:pt x="2269" y="5057"/>
                </a:cubicBezTo>
                <a:cubicBezTo>
                  <a:pt x="894" y="3439"/>
                  <a:pt x="138" y="2562"/>
                  <a:pt x="0" y="2427"/>
                </a:cubicBezTo>
                <a:cubicBezTo>
                  <a:pt x="0" y="1348"/>
                  <a:pt x="344" y="607"/>
                  <a:pt x="1031" y="2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DC275A-5F4A-477D-B939-E6FC2AEE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8385" y="853282"/>
            <a:ext cx="49294" cy="202272"/>
          </a:xfrm>
          <a:custGeom xmlns:a="http://schemas.openxmlformats.org/drawingml/2006/main">
            <a:pathLst>
              <a:path w="49294" h="202272" fill="none">
                <a:moveTo>
                  <a:pt x="1031" y="202"/>
                </a:moveTo>
                <a:lnTo>
                  <a:pt x="1856" y="0"/>
                </a:lnTo>
                <a:cubicBezTo>
                  <a:pt x="2544" y="0"/>
                  <a:pt x="3231" y="0"/>
                  <a:pt x="3919" y="0"/>
                </a:cubicBezTo>
                <a:lnTo>
                  <a:pt x="6394" y="0"/>
                </a:lnTo>
                <a:lnTo>
                  <a:pt x="12169" y="4855"/>
                </a:lnTo>
                <a:cubicBezTo>
                  <a:pt x="25094" y="16317"/>
                  <a:pt x="34513" y="30611"/>
                  <a:pt x="40425" y="47736"/>
                </a:cubicBezTo>
                <a:cubicBezTo>
                  <a:pt x="46338" y="64862"/>
                  <a:pt x="49294" y="82662"/>
                  <a:pt x="49294" y="101136"/>
                </a:cubicBezTo>
                <a:cubicBezTo>
                  <a:pt x="49294" y="110306"/>
                  <a:pt x="48607" y="119138"/>
                  <a:pt x="47232" y="127634"/>
                </a:cubicBezTo>
                <a:cubicBezTo>
                  <a:pt x="45857" y="136129"/>
                  <a:pt x="44275" y="143344"/>
                  <a:pt x="42488" y="149277"/>
                </a:cubicBezTo>
                <a:cubicBezTo>
                  <a:pt x="40700" y="155210"/>
                  <a:pt x="38156" y="161143"/>
                  <a:pt x="34856" y="167077"/>
                </a:cubicBezTo>
                <a:cubicBezTo>
                  <a:pt x="31556" y="173010"/>
                  <a:pt x="28944" y="177528"/>
                  <a:pt x="27019" y="180629"/>
                </a:cubicBezTo>
                <a:cubicBezTo>
                  <a:pt x="25094" y="183731"/>
                  <a:pt x="22275" y="187169"/>
                  <a:pt x="18563" y="190945"/>
                </a:cubicBezTo>
                <a:cubicBezTo>
                  <a:pt x="14850" y="194721"/>
                  <a:pt x="12650" y="196946"/>
                  <a:pt x="11963" y="197620"/>
                </a:cubicBezTo>
                <a:cubicBezTo>
                  <a:pt x="11275" y="198294"/>
                  <a:pt x="9694" y="199575"/>
                  <a:pt x="7219" y="201463"/>
                </a:cubicBezTo>
                <a:cubicBezTo>
                  <a:pt x="6806" y="201868"/>
                  <a:pt x="6531" y="202137"/>
                  <a:pt x="6394" y="202272"/>
                </a:cubicBezTo>
                <a:lnTo>
                  <a:pt x="3919" y="202272"/>
                </a:lnTo>
                <a:cubicBezTo>
                  <a:pt x="2819" y="202272"/>
                  <a:pt x="2063" y="202272"/>
                  <a:pt x="1650" y="202272"/>
                </a:cubicBezTo>
                <a:cubicBezTo>
                  <a:pt x="1238" y="202272"/>
                  <a:pt x="894" y="202070"/>
                  <a:pt x="619" y="201665"/>
                </a:cubicBezTo>
                <a:cubicBezTo>
                  <a:pt x="344" y="201261"/>
                  <a:pt x="138" y="200654"/>
                  <a:pt x="0" y="199845"/>
                </a:cubicBezTo>
                <a:cubicBezTo>
                  <a:pt x="138" y="199710"/>
                  <a:pt x="894" y="198834"/>
                  <a:pt x="2269" y="197215"/>
                </a:cubicBezTo>
                <a:cubicBezTo>
                  <a:pt x="23581" y="175505"/>
                  <a:pt x="34238" y="143478"/>
                  <a:pt x="34238" y="101136"/>
                </a:cubicBezTo>
                <a:cubicBezTo>
                  <a:pt x="34238" y="58794"/>
                  <a:pt x="23581" y="26767"/>
                  <a:pt x="2269" y="5057"/>
                </a:cubicBezTo>
                <a:cubicBezTo>
                  <a:pt x="894" y="3439"/>
                  <a:pt x="138" y="2562"/>
                  <a:pt x="0" y="2427"/>
                </a:cubicBezTo>
                <a:cubicBezTo>
                  <a:pt x="0" y="1348"/>
                  <a:pt x="344" y="607"/>
                  <a:pt x="1031" y="20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4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86642E-69B3-45C4-A88E-3FFE8448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9009" y="2152707"/>
            <a:ext cx="148088" cy="138152"/>
          </a:xfrm>
          <a:custGeom xmlns:a="http://schemas.openxmlformats.org/drawingml/2006/main">
            <a:pathLst>
              <a:path w="148088" h="138152">
                <a:moveTo>
                  <a:pt x="52388" y="11125"/>
                </a:moveTo>
                <a:cubicBezTo>
                  <a:pt x="52388" y="10181"/>
                  <a:pt x="48469" y="9574"/>
                  <a:pt x="40632" y="9305"/>
                </a:cubicBezTo>
                <a:cubicBezTo>
                  <a:pt x="37331" y="9305"/>
                  <a:pt x="35200" y="9237"/>
                  <a:pt x="34238" y="9102"/>
                </a:cubicBezTo>
                <a:cubicBezTo>
                  <a:pt x="33275" y="8967"/>
                  <a:pt x="32794" y="8293"/>
                  <a:pt x="32794" y="7080"/>
                </a:cubicBezTo>
                <a:cubicBezTo>
                  <a:pt x="32794" y="6945"/>
                  <a:pt x="32931" y="6203"/>
                  <a:pt x="33206" y="4855"/>
                </a:cubicBezTo>
                <a:cubicBezTo>
                  <a:pt x="34031" y="2158"/>
                  <a:pt x="34650" y="674"/>
                  <a:pt x="35063" y="405"/>
                </a:cubicBezTo>
                <a:cubicBezTo>
                  <a:pt x="35475" y="135"/>
                  <a:pt x="48813" y="0"/>
                  <a:pt x="75075" y="0"/>
                </a:cubicBezTo>
                <a:cubicBezTo>
                  <a:pt x="101201" y="135"/>
                  <a:pt x="115157" y="337"/>
                  <a:pt x="116944" y="607"/>
                </a:cubicBezTo>
                <a:cubicBezTo>
                  <a:pt x="125745" y="2090"/>
                  <a:pt x="133101" y="5394"/>
                  <a:pt x="139013" y="10518"/>
                </a:cubicBezTo>
                <a:cubicBezTo>
                  <a:pt x="144926" y="15642"/>
                  <a:pt x="147951" y="22452"/>
                  <a:pt x="148088" y="30948"/>
                </a:cubicBezTo>
                <a:cubicBezTo>
                  <a:pt x="148088" y="41331"/>
                  <a:pt x="143551" y="50838"/>
                  <a:pt x="134476" y="59468"/>
                </a:cubicBezTo>
                <a:cubicBezTo>
                  <a:pt x="124988" y="68638"/>
                  <a:pt x="112751" y="74436"/>
                  <a:pt x="97763" y="76863"/>
                </a:cubicBezTo>
                <a:cubicBezTo>
                  <a:pt x="96801" y="76998"/>
                  <a:pt x="89582" y="77133"/>
                  <a:pt x="76107" y="77268"/>
                </a:cubicBezTo>
                <a:lnTo>
                  <a:pt x="56513" y="77268"/>
                </a:lnTo>
                <a:lnTo>
                  <a:pt x="50325" y="101338"/>
                </a:lnTo>
                <a:cubicBezTo>
                  <a:pt x="46200" y="116981"/>
                  <a:pt x="44138" y="125274"/>
                  <a:pt x="44138" y="126218"/>
                </a:cubicBezTo>
                <a:cubicBezTo>
                  <a:pt x="44138" y="126757"/>
                  <a:pt x="44207" y="127094"/>
                  <a:pt x="44344" y="127229"/>
                </a:cubicBezTo>
                <a:cubicBezTo>
                  <a:pt x="44482" y="127364"/>
                  <a:pt x="44963" y="127634"/>
                  <a:pt x="45788" y="128038"/>
                </a:cubicBezTo>
                <a:cubicBezTo>
                  <a:pt x="46613" y="128443"/>
                  <a:pt x="47782" y="128578"/>
                  <a:pt x="49294" y="128443"/>
                </a:cubicBezTo>
                <a:cubicBezTo>
                  <a:pt x="50807" y="128308"/>
                  <a:pt x="53075" y="128443"/>
                  <a:pt x="56100" y="128847"/>
                </a:cubicBezTo>
                <a:lnTo>
                  <a:pt x="62494" y="128847"/>
                </a:lnTo>
                <a:cubicBezTo>
                  <a:pt x="63319" y="130061"/>
                  <a:pt x="63732" y="130803"/>
                  <a:pt x="63732" y="131072"/>
                </a:cubicBezTo>
                <a:cubicBezTo>
                  <a:pt x="63732" y="133230"/>
                  <a:pt x="63250" y="135253"/>
                  <a:pt x="62288" y="137141"/>
                </a:cubicBezTo>
                <a:cubicBezTo>
                  <a:pt x="61600" y="137815"/>
                  <a:pt x="60500" y="138152"/>
                  <a:pt x="58988" y="138152"/>
                </a:cubicBezTo>
                <a:cubicBezTo>
                  <a:pt x="58575" y="138152"/>
                  <a:pt x="56032" y="138084"/>
                  <a:pt x="51357" y="137950"/>
                </a:cubicBezTo>
                <a:cubicBezTo>
                  <a:pt x="46682" y="137815"/>
                  <a:pt x="39807" y="137747"/>
                  <a:pt x="30731" y="137747"/>
                </a:cubicBezTo>
                <a:cubicBezTo>
                  <a:pt x="22206" y="137747"/>
                  <a:pt x="15675" y="137747"/>
                  <a:pt x="11138" y="137747"/>
                </a:cubicBezTo>
                <a:cubicBezTo>
                  <a:pt x="6600" y="137747"/>
                  <a:pt x="4125" y="137815"/>
                  <a:pt x="3713" y="137950"/>
                </a:cubicBezTo>
                <a:cubicBezTo>
                  <a:pt x="1238" y="137950"/>
                  <a:pt x="0" y="137275"/>
                  <a:pt x="0" y="135927"/>
                </a:cubicBezTo>
                <a:cubicBezTo>
                  <a:pt x="0" y="135657"/>
                  <a:pt x="206" y="134713"/>
                  <a:pt x="619" y="133095"/>
                </a:cubicBezTo>
                <a:cubicBezTo>
                  <a:pt x="1169" y="130938"/>
                  <a:pt x="1719" y="129724"/>
                  <a:pt x="2269" y="129454"/>
                </a:cubicBezTo>
                <a:cubicBezTo>
                  <a:pt x="2819" y="129184"/>
                  <a:pt x="4400" y="128982"/>
                  <a:pt x="7013" y="128847"/>
                </a:cubicBezTo>
                <a:cubicBezTo>
                  <a:pt x="10725" y="128847"/>
                  <a:pt x="14850" y="128645"/>
                  <a:pt x="19388" y="128241"/>
                </a:cubicBezTo>
                <a:cubicBezTo>
                  <a:pt x="21313" y="127836"/>
                  <a:pt x="22619" y="127027"/>
                  <a:pt x="23306" y="125813"/>
                </a:cubicBezTo>
                <a:cubicBezTo>
                  <a:pt x="23719" y="125274"/>
                  <a:pt x="28669" y="106530"/>
                  <a:pt x="38156" y="69582"/>
                </a:cubicBezTo>
                <a:cubicBezTo>
                  <a:pt x="47644" y="32633"/>
                  <a:pt x="52388" y="13148"/>
                  <a:pt x="52388" y="11125"/>
                </a:cubicBezTo>
                <a:close/>
                <a:moveTo>
                  <a:pt x="126226" y="26093"/>
                </a:moveTo>
                <a:cubicBezTo>
                  <a:pt x="126226" y="24340"/>
                  <a:pt x="126088" y="22924"/>
                  <a:pt x="125813" y="21845"/>
                </a:cubicBezTo>
                <a:cubicBezTo>
                  <a:pt x="125538" y="20767"/>
                  <a:pt x="124920" y="19283"/>
                  <a:pt x="123957" y="17395"/>
                </a:cubicBezTo>
                <a:cubicBezTo>
                  <a:pt x="122995" y="15508"/>
                  <a:pt x="121276" y="14024"/>
                  <a:pt x="118801" y="12945"/>
                </a:cubicBezTo>
                <a:cubicBezTo>
                  <a:pt x="116326" y="11867"/>
                  <a:pt x="112957" y="10788"/>
                  <a:pt x="108694" y="9709"/>
                </a:cubicBezTo>
                <a:cubicBezTo>
                  <a:pt x="107732" y="9574"/>
                  <a:pt x="102232" y="9439"/>
                  <a:pt x="92194" y="9305"/>
                </a:cubicBezTo>
                <a:cubicBezTo>
                  <a:pt x="89857" y="9305"/>
                  <a:pt x="87451" y="9305"/>
                  <a:pt x="84976" y="9305"/>
                </a:cubicBezTo>
                <a:cubicBezTo>
                  <a:pt x="82501" y="9305"/>
                  <a:pt x="80507" y="9372"/>
                  <a:pt x="78994" y="9507"/>
                </a:cubicBezTo>
                <a:cubicBezTo>
                  <a:pt x="77482" y="9642"/>
                  <a:pt x="76657" y="9642"/>
                  <a:pt x="76519" y="9507"/>
                </a:cubicBezTo>
                <a:cubicBezTo>
                  <a:pt x="74732" y="9642"/>
                  <a:pt x="73494" y="10248"/>
                  <a:pt x="72807" y="11327"/>
                </a:cubicBezTo>
                <a:cubicBezTo>
                  <a:pt x="72532" y="12136"/>
                  <a:pt x="71225" y="17328"/>
                  <a:pt x="68888" y="26902"/>
                </a:cubicBezTo>
                <a:cubicBezTo>
                  <a:pt x="66550" y="36476"/>
                  <a:pt x="64144" y="45781"/>
                  <a:pt x="61669" y="54816"/>
                </a:cubicBezTo>
                <a:cubicBezTo>
                  <a:pt x="59194" y="63851"/>
                  <a:pt x="57957" y="68435"/>
                  <a:pt x="57957" y="68570"/>
                </a:cubicBezTo>
                <a:cubicBezTo>
                  <a:pt x="57957" y="68840"/>
                  <a:pt x="63525" y="68975"/>
                  <a:pt x="74663" y="68975"/>
                </a:cubicBezTo>
                <a:lnTo>
                  <a:pt x="77138" y="68975"/>
                </a:lnTo>
                <a:lnTo>
                  <a:pt x="81882" y="68975"/>
                </a:lnTo>
                <a:cubicBezTo>
                  <a:pt x="97282" y="68975"/>
                  <a:pt x="108282" y="65604"/>
                  <a:pt x="114882" y="58861"/>
                </a:cubicBezTo>
                <a:cubicBezTo>
                  <a:pt x="118595" y="55220"/>
                  <a:pt x="121413" y="49894"/>
                  <a:pt x="123338" y="42882"/>
                </a:cubicBezTo>
                <a:cubicBezTo>
                  <a:pt x="125263" y="35870"/>
                  <a:pt x="126226" y="30273"/>
                  <a:pt x="126226" y="260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D015DE-C466-46A2-AE47-5273E8E8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9009" y="2152707"/>
            <a:ext cx="148088" cy="138152"/>
          </a:xfrm>
          <a:custGeom xmlns:a="http://schemas.openxmlformats.org/drawingml/2006/main">
            <a:pathLst>
              <a:path w="148088" h="138152" fill="none">
                <a:moveTo>
                  <a:pt x="52388" y="11125"/>
                </a:moveTo>
                <a:cubicBezTo>
                  <a:pt x="52388" y="10181"/>
                  <a:pt x="48469" y="9574"/>
                  <a:pt x="40632" y="9305"/>
                </a:cubicBezTo>
                <a:cubicBezTo>
                  <a:pt x="37331" y="9305"/>
                  <a:pt x="35200" y="9237"/>
                  <a:pt x="34238" y="9102"/>
                </a:cubicBezTo>
                <a:cubicBezTo>
                  <a:pt x="33275" y="8967"/>
                  <a:pt x="32794" y="8293"/>
                  <a:pt x="32794" y="7080"/>
                </a:cubicBezTo>
                <a:cubicBezTo>
                  <a:pt x="32794" y="6945"/>
                  <a:pt x="32931" y="6203"/>
                  <a:pt x="33206" y="4855"/>
                </a:cubicBezTo>
                <a:cubicBezTo>
                  <a:pt x="34031" y="2158"/>
                  <a:pt x="34650" y="674"/>
                  <a:pt x="35063" y="405"/>
                </a:cubicBezTo>
                <a:cubicBezTo>
                  <a:pt x="35475" y="135"/>
                  <a:pt x="48813" y="0"/>
                  <a:pt x="75075" y="0"/>
                </a:cubicBezTo>
                <a:cubicBezTo>
                  <a:pt x="101201" y="135"/>
                  <a:pt x="115157" y="337"/>
                  <a:pt x="116944" y="607"/>
                </a:cubicBezTo>
                <a:cubicBezTo>
                  <a:pt x="125745" y="2090"/>
                  <a:pt x="133101" y="5394"/>
                  <a:pt x="139013" y="10518"/>
                </a:cubicBezTo>
                <a:cubicBezTo>
                  <a:pt x="144926" y="15642"/>
                  <a:pt x="147951" y="22452"/>
                  <a:pt x="148088" y="30948"/>
                </a:cubicBezTo>
                <a:cubicBezTo>
                  <a:pt x="148088" y="41331"/>
                  <a:pt x="143551" y="50838"/>
                  <a:pt x="134476" y="59468"/>
                </a:cubicBezTo>
                <a:cubicBezTo>
                  <a:pt x="124988" y="68638"/>
                  <a:pt x="112751" y="74436"/>
                  <a:pt x="97763" y="76863"/>
                </a:cubicBezTo>
                <a:cubicBezTo>
                  <a:pt x="96801" y="76998"/>
                  <a:pt x="89582" y="77133"/>
                  <a:pt x="76107" y="77268"/>
                </a:cubicBezTo>
                <a:lnTo>
                  <a:pt x="56513" y="77268"/>
                </a:lnTo>
                <a:lnTo>
                  <a:pt x="50325" y="101338"/>
                </a:lnTo>
                <a:cubicBezTo>
                  <a:pt x="46200" y="116981"/>
                  <a:pt x="44138" y="125274"/>
                  <a:pt x="44138" y="126218"/>
                </a:cubicBezTo>
                <a:cubicBezTo>
                  <a:pt x="44138" y="126757"/>
                  <a:pt x="44207" y="127094"/>
                  <a:pt x="44344" y="127229"/>
                </a:cubicBezTo>
                <a:cubicBezTo>
                  <a:pt x="44482" y="127364"/>
                  <a:pt x="44963" y="127634"/>
                  <a:pt x="45788" y="128038"/>
                </a:cubicBezTo>
                <a:cubicBezTo>
                  <a:pt x="46613" y="128443"/>
                  <a:pt x="47782" y="128578"/>
                  <a:pt x="49294" y="128443"/>
                </a:cubicBezTo>
                <a:cubicBezTo>
                  <a:pt x="50807" y="128308"/>
                  <a:pt x="53075" y="128443"/>
                  <a:pt x="56100" y="128847"/>
                </a:cubicBezTo>
                <a:lnTo>
                  <a:pt x="62494" y="128847"/>
                </a:lnTo>
                <a:cubicBezTo>
                  <a:pt x="63319" y="130061"/>
                  <a:pt x="63732" y="130803"/>
                  <a:pt x="63732" y="131072"/>
                </a:cubicBezTo>
                <a:cubicBezTo>
                  <a:pt x="63732" y="133230"/>
                  <a:pt x="63250" y="135253"/>
                  <a:pt x="62288" y="137141"/>
                </a:cubicBezTo>
                <a:cubicBezTo>
                  <a:pt x="61600" y="137815"/>
                  <a:pt x="60500" y="138152"/>
                  <a:pt x="58988" y="138152"/>
                </a:cubicBezTo>
                <a:cubicBezTo>
                  <a:pt x="58575" y="138152"/>
                  <a:pt x="56032" y="138084"/>
                  <a:pt x="51357" y="137950"/>
                </a:cubicBezTo>
                <a:cubicBezTo>
                  <a:pt x="46682" y="137815"/>
                  <a:pt x="39807" y="137747"/>
                  <a:pt x="30731" y="137747"/>
                </a:cubicBezTo>
                <a:cubicBezTo>
                  <a:pt x="22206" y="137747"/>
                  <a:pt x="15675" y="137747"/>
                  <a:pt x="11138" y="137747"/>
                </a:cubicBezTo>
                <a:cubicBezTo>
                  <a:pt x="6600" y="137747"/>
                  <a:pt x="4125" y="137815"/>
                  <a:pt x="3713" y="137950"/>
                </a:cubicBezTo>
                <a:cubicBezTo>
                  <a:pt x="1238" y="137950"/>
                  <a:pt x="0" y="137275"/>
                  <a:pt x="0" y="135927"/>
                </a:cubicBezTo>
                <a:cubicBezTo>
                  <a:pt x="0" y="135657"/>
                  <a:pt x="206" y="134713"/>
                  <a:pt x="619" y="133095"/>
                </a:cubicBezTo>
                <a:cubicBezTo>
                  <a:pt x="1169" y="130938"/>
                  <a:pt x="1719" y="129724"/>
                  <a:pt x="2269" y="129454"/>
                </a:cubicBezTo>
                <a:cubicBezTo>
                  <a:pt x="2819" y="129184"/>
                  <a:pt x="4400" y="128982"/>
                  <a:pt x="7013" y="128847"/>
                </a:cubicBezTo>
                <a:cubicBezTo>
                  <a:pt x="10725" y="128847"/>
                  <a:pt x="14850" y="128645"/>
                  <a:pt x="19388" y="128241"/>
                </a:cubicBezTo>
                <a:cubicBezTo>
                  <a:pt x="21313" y="127836"/>
                  <a:pt x="22619" y="127027"/>
                  <a:pt x="23306" y="125813"/>
                </a:cubicBezTo>
                <a:cubicBezTo>
                  <a:pt x="23719" y="125274"/>
                  <a:pt x="28669" y="106530"/>
                  <a:pt x="38156" y="69582"/>
                </a:cubicBezTo>
                <a:cubicBezTo>
                  <a:pt x="47644" y="32633"/>
                  <a:pt x="52388" y="13148"/>
                  <a:pt x="52388" y="11125"/>
                </a:cubicBezTo>
                <a:close/>
                <a:moveTo>
                  <a:pt x="126226" y="26093"/>
                </a:moveTo>
                <a:cubicBezTo>
                  <a:pt x="126226" y="24340"/>
                  <a:pt x="126088" y="22924"/>
                  <a:pt x="125813" y="21845"/>
                </a:cubicBezTo>
                <a:cubicBezTo>
                  <a:pt x="125538" y="20767"/>
                  <a:pt x="124920" y="19283"/>
                  <a:pt x="123957" y="17395"/>
                </a:cubicBezTo>
                <a:cubicBezTo>
                  <a:pt x="122995" y="15508"/>
                  <a:pt x="121276" y="14024"/>
                  <a:pt x="118801" y="12945"/>
                </a:cubicBezTo>
                <a:cubicBezTo>
                  <a:pt x="116326" y="11867"/>
                  <a:pt x="112957" y="10788"/>
                  <a:pt x="108694" y="9709"/>
                </a:cubicBezTo>
                <a:cubicBezTo>
                  <a:pt x="107732" y="9574"/>
                  <a:pt x="102232" y="9439"/>
                  <a:pt x="92194" y="9305"/>
                </a:cubicBezTo>
                <a:cubicBezTo>
                  <a:pt x="89857" y="9305"/>
                  <a:pt x="87451" y="9305"/>
                  <a:pt x="84976" y="9305"/>
                </a:cubicBezTo>
                <a:cubicBezTo>
                  <a:pt x="82501" y="9305"/>
                  <a:pt x="80507" y="9372"/>
                  <a:pt x="78994" y="9507"/>
                </a:cubicBezTo>
                <a:cubicBezTo>
                  <a:pt x="77482" y="9642"/>
                  <a:pt x="76657" y="9642"/>
                  <a:pt x="76519" y="9507"/>
                </a:cubicBezTo>
                <a:cubicBezTo>
                  <a:pt x="74732" y="9642"/>
                  <a:pt x="73494" y="10248"/>
                  <a:pt x="72807" y="11327"/>
                </a:cubicBezTo>
                <a:cubicBezTo>
                  <a:pt x="72532" y="12136"/>
                  <a:pt x="71225" y="17328"/>
                  <a:pt x="68888" y="26902"/>
                </a:cubicBezTo>
                <a:cubicBezTo>
                  <a:pt x="66550" y="36476"/>
                  <a:pt x="64144" y="45781"/>
                  <a:pt x="61669" y="54816"/>
                </a:cubicBezTo>
                <a:cubicBezTo>
                  <a:pt x="59194" y="63851"/>
                  <a:pt x="57957" y="68435"/>
                  <a:pt x="57957" y="68570"/>
                </a:cubicBezTo>
                <a:cubicBezTo>
                  <a:pt x="57957" y="68840"/>
                  <a:pt x="63525" y="68975"/>
                  <a:pt x="74663" y="68975"/>
                </a:cubicBezTo>
                <a:lnTo>
                  <a:pt x="77138" y="68975"/>
                </a:lnTo>
                <a:lnTo>
                  <a:pt x="81882" y="68975"/>
                </a:lnTo>
                <a:cubicBezTo>
                  <a:pt x="97282" y="68975"/>
                  <a:pt x="108282" y="65604"/>
                  <a:pt x="114882" y="58861"/>
                </a:cubicBezTo>
                <a:cubicBezTo>
                  <a:pt x="118595" y="55220"/>
                  <a:pt x="121413" y="49894"/>
                  <a:pt x="123338" y="42882"/>
                </a:cubicBezTo>
                <a:cubicBezTo>
                  <a:pt x="125263" y="35870"/>
                  <a:pt x="126226" y="30273"/>
                  <a:pt x="126226" y="260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4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97E2F7-63C2-47F6-972B-42E8D19D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14" y="2225957"/>
            <a:ext cx="58182" cy="95242"/>
          </a:xfrm>
          <a:custGeom xmlns:a="http://schemas.openxmlformats.org/drawingml/2006/main">
            <a:pathLst>
              <a:path w="58182" h="95242">
                <a:moveTo>
                  <a:pt x="8603" y="33893"/>
                </a:moveTo>
                <a:cubicBezTo>
                  <a:pt x="5979" y="33893"/>
                  <a:pt x="3889" y="33034"/>
                  <a:pt x="2333" y="31318"/>
                </a:cubicBezTo>
                <a:cubicBezTo>
                  <a:pt x="778" y="29602"/>
                  <a:pt x="0" y="27505"/>
                  <a:pt x="0" y="25026"/>
                </a:cubicBezTo>
                <a:cubicBezTo>
                  <a:pt x="0" y="18257"/>
                  <a:pt x="2576" y="12394"/>
                  <a:pt x="7728" y="7436"/>
                </a:cubicBezTo>
                <a:cubicBezTo>
                  <a:pt x="12881" y="2479"/>
                  <a:pt x="19297" y="0"/>
                  <a:pt x="26977" y="0"/>
                </a:cubicBezTo>
                <a:cubicBezTo>
                  <a:pt x="35823" y="0"/>
                  <a:pt x="43211" y="2669"/>
                  <a:pt x="49141" y="8008"/>
                </a:cubicBezTo>
                <a:cubicBezTo>
                  <a:pt x="55071" y="13347"/>
                  <a:pt x="58085" y="20259"/>
                  <a:pt x="58182" y="28744"/>
                </a:cubicBezTo>
                <a:cubicBezTo>
                  <a:pt x="58182" y="32844"/>
                  <a:pt x="57210" y="36753"/>
                  <a:pt x="55266" y="40471"/>
                </a:cubicBezTo>
                <a:cubicBezTo>
                  <a:pt x="53321" y="44189"/>
                  <a:pt x="50988" y="47430"/>
                  <a:pt x="48266" y="50195"/>
                </a:cubicBezTo>
                <a:cubicBezTo>
                  <a:pt x="45544" y="52960"/>
                  <a:pt x="41656" y="56488"/>
                  <a:pt x="36601" y="60778"/>
                </a:cubicBezTo>
                <a:cubicBezTo>
                  <a:pt x="33101" y="63733"/>
                  <a:pt x="28240" y="68119"/>
                  <a:pt x="22019" y="73934"/>
                </a:cubicBezTo>
                <a:lnTo>
                  <a:pt x="13415" y="81943"/>
                </a:lnTo>
                <a:lnTo>
                  <a:pt x="24498" y="82086"/>
                </a:lnTo>
                <a:cubicBezTo>
                  <a:pt x="39760" y="82086"/>
                  <a:pt x="47877" y="81847"/>
                  <a:pt x="48850" y="81371"/>
                </a:cubicBezTo>
                <a:cubicBezTo>
                  <a:pt x="49530" y="81180"/>
                  <a:pt x="50697" y="76937"/>
                  <a:pt x="52349" y="68643"/>
                </a:cubicBezTo>
                <a:lnTo>
                  <a:pt x="52349" y="68214"/>
                </a:lnTo>
                <a:lnTo>
                  <a:pt x="58182" y="68214"/>
                </a:lnTo>
                <a:lnTo>
                  <a:pt x="58182" y="68643"/>
                </a:lnTo>
                <a:cubicBezTo>
                  <a:pt x="58085" y="68929"/>
                  <a:pt x="57453" y="73267"/>
                  <a:pt x="56286" y="81657"/>
                </a:cubicBezTo>
                <a:cubicBezTo>
                  <a:pt x="55120" y="90046"/>
                  <a:pt x="54391" y="94432"/>
                  <a:pt x="54099" y="94813"/>
                </a:cubicBezTo>
                <a:lnTo>
                  <a:pt x="54099" y="95242"/>
                </a:lnTo>
                <a:lnTo>
                  <a:pt x="0" y="95242"/>
                </a:lnTo>
                <a:lnTo>
                  <a:pt x="0" y="92525"/>
                </a:lnTo>
                <a:lnTo>
                  <a:pt x="0" y="90809"/>
                </a:lnTo>
                <a:cubicBezTo>
                  <a:pt x="0" y="90142"/>
                  <a:pt x="292" y="89427"/>
                  <a:pt x="875" y="88664"/>
                </a:cubicBezTo>
                <a:cubicBezTo>
                  <a:pt x="1458" y="87901"/>
                  <a:pt x="2916" y="86233"/>
                  <a:pt x="5250" y="83659"/>
                </a:cubicBezTo>
                <a:cubicBezTo>
                  <a:pt x="8069" y="80608"/>
                  <a:pt x="10499" y="77938"/>
                  <a:pt x="12540" y="75650"/>
                </a:cubicBezTo>
                <a:cubicBezTo>
                  <a:pt x="13415" y="74697"/>
                  <a:pt x="15068" y="72933"/>
                  <a:pt x="17498" y="70359"/>
                </a:cubicBezTo>
                <a:cubicBezTo>
                  <a:pt x="19929" y="67785"/>
                  <a:pt x="21581" y="66021"/>
                  <a:pt x="22456" y="65068"/>
                </a:cubicBezTo>
                <a:cubicBezTo>
                  <a:pt x="23331" y="64115"/>
                  <a:pt x="24741" y="62541"/>
                  <a:pt x="26685" y="60349"/>
                </a:cubicBezTo>
                <a:cubicBezTo>
                  <a:pt x="28629" y="58156"/>
                  <a:pt x="29990" y="56535"/>
                  <a:pt x="30768" y="55486"/>
                </a:cubicBezTo>
                <a:cubicBezTo>
                  <a:pt x="31546" y="54438"/>
                  <a:pt x="32664" y="53008"/>
                  <a:pt x="34122" y="51196"/>
                </a:cubicBezTo>
                <a:cubicBezTo>
                  <a:pt x="35580" y="49385"/>
                  <a:pt x="36601" y="47859"/>
                  <a:pt x="37184" y="46620"/>
                </a:cubicBezTo>
                <a:cubicBezTo>
                  <a:pt x="37767" y="45381"/>
                  <a:pt x="38496" y="43998"/>
                  <a:pt x="39371" y="42473"/>
                </a:cubicBezTo>
                <a:cubicBezTo>
                  <a:pt x="40246" y="40948"/>
                  <a:pt x="40878" y="39422"/>
                  <a:pt x="41267" y="37897"/>
                </a:cubicBezTo>
                <a:cubicBezTo>
                  <a:pt x="41656" y="36371"/>
                  <a:pt x="41996" y="34941"/>
                  <a:pt x="42288" y="33607"/>
                </a:cubicBezTo>
                <a:cubicBezTo>
                  <a:pt x="42579" y="32272"/>
                  <a:pt x="42725" y="30699"/>
                  <a:pt x="42725" y="28887"/>
                </a:cubicBezTo>
                <a:cubicBezTo>
                  <a:pt x="42725" y="22881"/>
                  <a:pt x="41073" y="17685"/>
                  <a:pt x="37767" y="13300"/>
                </a:cubicBezTo>
                <a:cubicBezTo>
                  <a:pt x="34462" y="8914"/>
                  <a:pt x="29747" y="6721"/>
                  <a:pt x="23623" y="6721"/>
                </a:cubicBezTo>
                <a:cubicBezTo>
                  <a:pt x="20415" y="6721"/>
                  <a:pt x="17596" y="7532"/>
                  <a:pt x="15165" y="9152"/>
                </a:cubicBezTo>
                <a:cubicBezTo>
                  <a:pt x="12735" y="10773"/>
                  <a:pt x="11034" y="12346"/>
                  <a:pt x="10062" y="13872"/>
                </a:cubicBezTo>
                <a:cubicBezTo>
                  <a:pt x="9089" y="15397"/>
                  <a:pt x="8603" y="16303"/>
                  <a:pt x="8603" y="16589"/>
                </a:cubicBezTo>
                <a:cubicBezTo>
                  <a:pt x="8603" y="16684"/>
                  <a:pt x="8846" y="16732"/>
                  <a:pt x="9332" y="16732"/>
                </a:cubicBezTo>
                <a:cubicBezTo>
                  <a:pt x="11082" y="16732"/>
                  <a:pt x="12881" y="17399"/>
                  <a:pt x="14728" y="18734"/>
                </a:cubicBezTo>
                <a:cubicBezTo>
                  <a:pt x="16575" y="20069"/>
                  <a:pt x="17498" y="22261"/>
                  <a:pt x="17498" y="25312"/>
                </a:cubicBezTo>
                <a:cubicBezTo>
                  <a:pt x="17498" y="27696"/>
                  <a:pt x="16721" y="29698"/>
                  <a:pt x="15165" y="31318"/>
                </a:cubicBezTo>
                <a:cubicBezTo>
                  <a:pt x="13610" y="32939"/>
                  <a:pt x="11423" y="33797"/>
                  <a:pt x="8603" y="338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CC08D6-DA76-4CFA-A56E-CDA6BBCC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14" y="2225957"/>
            <a:ext cx="58182" cy="95242"/>
          </a:xfrm>
          <a:custGeom xmlns:a="http://schemas.openxmlformats.org/drawingml/2006/main">
            <a:pathLst>
              <a:path w="58182" h="95242" fill="none">
                <a:moveTo>
                  <a:pt x="8603" y="33893"/>
                </a:moveTo>
                <a:cubicBezTo>
                  <a:pt x="5979" y="33893"/>
                  <a:pt x="3889" y="33034"/>
                  <a:pt x="2333" y="31318"/>
                </a:cubicBezTo>
                <a:cubicBezTo>
                  <a:pt x="778" y="29602"/>
                  <a:pt x="0" y="27505"/>
                  <a:pt x="0" y="25026"/>
                </a:cubicBezTo>
                <a:cubicBezTo>
                  <a:pt x="0" y="18257"/>
                  <a:pt x="2576" y="12394"/>
                  <a:pt x="7728" y="7436"/>
                </a:cubicBezTo>
                <a:cubicBezTo>
                  <a:pt x="12881" y="2479"/>
                  <a:pt x="19297" y="0"/>
                  <a:pt x="26977" y="0"/>
                </a:cubicBezTo>
                <a:cubicBezTo>
                  <a:pt x="35823" y="0"/>
                  <a:pt x="43211" y="2669"/>
                  <a:pt x="49141" y="8008"/>
                </a:cubicBezTo>
                <a:cubicBezTo>
                  <a:pt x="55071" y="13347"/>
                  <a:pt x="58085" y="20259"/>
                  <a:pt x="58182" y="28744"/>
                </a:cubicBezTo>
                <a:cubicBezTo>
                  <a:pt x="58182" y="32844"/>
                  <a:pt x="57210" y="36753"/>
                  <a:pt x="55266" y="40471"/>
                </a:cubicBezTo>
                <a:cubicBezTo>
                  <a:pt x="53321" y="44189"/>
                  <a:pt x="50988" y="47430"/>
                  <a:pt x="48266" y="50195"/>
                </a:cubicBezTo>
                <a:cubicBezTo>
                  <a:pt x="45544" y="52960"/>
                  <a:pt x="41656" y="56488"/>
                  <a:pt x="36601" y="60778"/>
                </a:cubicBezTo>
                <a:cubicBezTo>
                  <a:pt x="33101" y="63733"/>
                  <a:pt x="28240" y="68119"/>
                  <a:pt x="22019" y="73934"/>
                </a:cubicBezTo>
                <a:lnTo>
                  <a:pt x="13415" y="81943"/>
                </a:lnTo>
                <a:lnTo>
                  <a:pt x="24498" y="82086"/>
                </a:lnTo>
                <a:cubicBezTo>
                  <a:pt x="39760" y="82086"/>
                  <a:pt x="47877" y="81847"/>
                  <a:pt x="48850" y="81371"/>
                </a:cubicBezTo>
                <a:cubicBezTo>
                  <a:pt x="49530" y="81180"/>
                  <a:pt x="50697" y="76937"/>
                  <a:pt x="52349" y="68643"/>
                </a:cubicBezTo>
                <a:lnTo>
                  <a:pt x="52349" y="68214"/>
                </a:lnTo>
                <a:lnTo>
                  <a:pt x="58182" y="68214"/>
                </a:lnTo>
                <a:lnTo>
                  <a:pt x="58182" y="68643"/>
                </a:lnTo>
                <a:cubicBezTo>
                  <a:pt x="58085" y="68929"/>
                  <a:pt x="57453" y="73267"/>
                  <a:pt x="56286" y="81657"/>
                </a:cubicBezTo>
                <a:cubicBezTo>
                  <a:pt x="55120" y="90046"/>
                  <a:pt x="54391" y="94432"/>
                  <a:pt x="54099" y="94813"/>
                </a:cubicBezTo>
                <a:lnTo>
                  <a:pt x="54099" y="95242"/>
                </a:lnTo>
                <a:lnTo>
                  <a:pt x="0" y="95242"/>
                </a:lnTo>
                <a:lnTo>
                  <a:pt x="0" y="92525"/>
                </a:lnTo>
                <a:lnTo>
                  <a:pt x="0" y="90809"/>
                </a:lnTo>
                <a:cubicBezTo>
                  <a:pt x="0" y="90142"/>
                  <a:pt x="292" y="89427"/>
                  <a:pt x="875" y="88664"/>
                </a:cubicBezTo>
                <a:cubicBezTo>
                  <a:pt x="1458" y="87901"/>
                  <a:pt x="2916" y="86233"/>
                  <a:pt x="5250" y="83659"/>
                </a:cubicBezTo>
                <a:cubicBezTo>
                  <a:pt x="8069" y="80608"/>
                  <a:pt x="10499" y="77938"/>
                  <a:pt x="12540" y="75650"/>
                </a:cubicBezTo>
                <a:cubicBezTo>
                  <a:pt x="13415" y="74697"/>
                  <a:pt x="15068" y="72933"/>
                  <a:pt x="17498" y="70359"/>
                </a:cubicBezTo>
                <a:cubicBezTo>
                  <a:pt x="19929" y="67785"/>
                  <a:pt x="21581" y="66021"/>
                  <a:pt x="22456" y="65068"/>
                </a:cubicBezTo>
                <a:cubicBezTo>
                  <a:pt x="23331" y="64115"/>
                  <a:pt x="24741" y="62541"/>
                  <a:pt x="26685" y="60349"/>
                </a:cubicBezTo>
                <a:cubicBezTo>
                  <a:pt x="28629" y="58156"/>
                  <a:pt x="29990" y="56535"/>
                  <a:pt x="30768" y="55486"/>
                </a:cubicBezTo>
                <a:cubicBezTo>
                  <a:pt x="31546" y="54438"/>
                  <a:pt x="32664" y="53008"/>
                  <a:pt x="34122" y="51196"/>
                </a:cubicBezTo>
                <a:cubicBezTo>
                  <a:pt x="35580" y="49385"/>
                  <a:pt x="36601" y="47859"/>
                  <a:pt x="37184" y="46620"/>
                </a:cubicBezTo>
                <a:cubicBezTo>
                  <a:pt x="37767" y="45381"/>
                  <a:pt x="38496" y="43998"/>
                  <a:pt x="39371" y="42473"/>
                </a:cubicBezTo>
                <a:cubicBezTo>
                  <a:pt x="40246" y="40948"/>
                  <a:pt x="40878" y="39422"/>
                  <a:pt x="41267" y="37897"/>
                </a:cubicBezTo>
                <a:cubicBezTo>
                  <a:pt x="41656" y="36371"/>
                  <a:pt x="41996" y="34941"/>
                  <a:pt x="42288" y="33607"/>
                </a:cubicBezTo>
                <a:cubicBezTo>
                  <a:pt x="42579" y="32272"/>
                  <a:pt x="42725" y="30699"/>
                  <a:pt x="42725" y="28887"/>
                </a:cubicBezTo>
                <a:cubicBezTo>
                  <a:pt x="42725" y="22881"/>
                  <a:pt x="41073" y="17685"/>
                  <a:pt x="37767" y="13300"/>
                </a:cubicBezTo>
                <a:cubicBezTo>
                  <a:pt x="34462" y="8914"/>
                  <a:pt x="29747" y="6721"/>
                  <a:pt x="23623" y="6721"/>
                </a:cubicBezTo>
                <a:cubicBezTo>
                  <a:pt x="20415" y="6721"/>
                  <a:pt x="17596" y="7532"/>
                  <a:pt x="15165" y="9152"/>
                </a:cubicBezTo>
                <a:cubicBezTo>
                  <a:pt x="12735" y="10773"/>
                  <a:pt x="11034" y="12346"/>
                  <a:pt x="10062" y="13872"/>
                </a:cubicBezTo>
                <a:cubicBezTo>
                  <a:pt x="9089" y="15397"/>
                  <a:pt x="8603" y="16303"/>
                  <a:pt x="8603" y="16589"/>
                </a:cubicBezTo>
                <a:cubicBezTo>
                  <a:pt x="8603" y="16684"/>
                  <a:pt x="8846" y="16732"/>
                  <a:pt x="9332" y="16732"/>
                </a:cubicBezTo>
                <a:cubicBezTo>
                  <a:pt x="11082" y="16732"/>
                  <a:pt x="12881" y="17399"/>
                  <a:pt x="14728" y="18734"/>
                </a:cubicBezTo>
                <a:cubicBezTo>
                  <a:pt x="16575" y="20069"/>
                  <a:pt x="17498" y="22261"/>
                  <a:pt x="17498" y="25312"/>
                </a:cubicBezTo>
                <a:cubicBezTo>
                  <a:pt x="17498" y="27696"/>
                  <a:pt x="16721" y="29698"/>
                  <a:pt x="15165" y="31318"/>
                </a:cubicBezTo>
                <a:cubicBezTo>
                  <a:pt x="13610" y="32939"/>
                  <a:pt x="11423" y="33797"/>
                  <a:pt x="8603" y="338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4" cap="flat">
            <a:solidFill>
              <a:srgbClr val="000000">
                <a:alpha val="8960"/>
              </a:srgbClr>
            </a:solidFill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CE514B-E3BA-4BA3-B631-316643D4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4054" y="2139155"/>
            <a:ext cx="49294" cy="202272"/>
          </a:xfrm>
          <a:custGeom xmlns:a="http://schemas.openxmlformats.org/drawingml/2006/main">
            <a:pathLst>
              <a:path w="49294" h="202272">
                <a:moveTo>
                  <a:pt x="0" y="101136"/>
                </a:moveTo>
                <a:cubicBezTo>
                  <a:pt x="0" y="91832"/>
                  <a:pt x="688" y="82999"/>
                  <a:pt x="2063" y="74638"/>
                </a:cubicBezTo>
                <a:cubicBezTo>
                  <a:pt x="3438" y="66278"/>
                  <a:pt x="5019" y="59063"/>
                  <a:pt x="6806" y="52995"/>
                </a:cubicBezTo>
                <a:cubicBezTo>
                  <a:pt x="8594" y="46927"/>
                  <a:pt x="11138" y="40994"/>
                  <a:pt x="14438" y="35195"/>
                </a:cubicBezTo>
                <a:cubicBezTo>
                  <a:pt x="17738" y="29397"/>
                  <a:pt x="20350" y="24879"/>
                  <a:pt x="22275" y="21643"/>
                </a:cubicBezTo>
                <a:cubicBezTo>
                  <a:pt x="24200" y="18407"/>
                  <a:pt x="27088" y="14901"/>
                  <a:pt x="30938" y="11125"/>
                </a:cubicBezTo>
                <a:cubicBezTo>
                  <a:pt x="34788" y="7349"/>
                  <a:pt x="37056" y="5057"/>
                  <a:pt x="37744" y="4248"/>
                </a:cubicBezTo>
                <a:cubicBezTo>
                  <a:pt x="38431" y="3439"/>
                  <a:pt x="40150" y="2023"/>
                  <a:pt x="42900" y="0"/>
                </a:cubicBezTo>
                <a:lnTo>
                  <a:pt x="45582" y="0"/>
                </a:lnTo>
                <a:lnTo>
                  <a:pt x="46407" y="0"/>
                </a:lnTo>
                <a:cubicBezTo>
                  <a:pt x="48332" y="0"/>
                  <a:pt x="49294" y="607"/>
                  <a:pt x="49294" y="1820"/>
                </a:cubicBezTo>
                <a:cubicBezTo>
                  <a:pt x="49294" y="2225"/>
                  <a:pt x="48125" y="3641"/>
                  <a:pt x="45788" y="6068"/>
                </a:cubicBezTo>
                <a:cubicBezTo>
                  <a:pt x="43450" y="8495"/>
                  <a:pt x="40632" y="12069"/>
                  <a:pt x="37331" y="16789"/>
                </a:cubicBezTo>
                <a:cubicBezTo>
                  <a:pt x="34031" y="21508"/>
                  <a:pt x="30663" y="27307"/>
                  <a:pt x="27225" y="34184"/>
                </a:cubicBezTo>
                <a:cubicBezTo>
                  <a:pt x="23788" y="41061"/>
                  <a:pt x="20900" y="50366"/>
                  <a:pt x="18563" y="62098"/>
                </a:cubicBezTo>
                <a:cubicBezTo>
                  <a:pt x="16225" y="73829"/>
                  <a:pt x="15056" y="86842"/>
                  <a:pt x="15056" y="101136"/>
                </a:cubicBezTo>
                <a:cubicBezTo>
                  <a:pt x="15056" y="115430"/>
                  <a:pt x="16225" y="128375"/>
                  <a:pt x="18563" y="139972"/>
                </a:cubicBezTo>
                <a:cubicBezTo>
                  <a:pt x="20900" y="151569"/>
                  <a:pt x="23719" y="160941"/>
                  <a:pt x="27019" y="168088"/>
                </a:cubicBezTo>
                <a:cubicBezTo>
                  <a:pt x="30319" y="175235"/>
                  <a:pt x="33688" y="181034"/>
                  <a:pt x="37125" y="185484"/>
                </a:cubicBezTo>
                <a:cubicBezTo>
                  <a:pt x="40563" y="189934"/>
                  <a:pt x="43450" y="193507"/>
                  <a:pt x="45788" y="196204"/>
                </a:cubicBezTo>
                <a:cubicBezTo>
                  <a:pt x="48125" y="198901"/>
                  <a:pt x="49294" y="200317"/>
                  <a:pt x="49294" y="200452"/>
                </a:cubicBezTo>
                <a:cubicBezTo>
                  <a:pt x="49294" y="201665"/>
                  <a:pt x="48263" y="202272"/>
                  <a:pt x="46200" y="202272"/>
                </a:cubicBezTo>
                <a:lnTo>
                  <a:pt x="45582" y="202272"/>
                </a:lnTo>
                <a:lnTo>
                  <a:pt x="42900" y="202272"/>
                </a:lnTo>
                <a:lnTo>
                  <a:pt x="37125" y="197418"/>
                </a:lnTo>
                <a:cubicBezTo>
                  <a:pt x="24200" y="185956"/>
                  <a:pt x="14781" y="171662"/>
                  <a:pt x="8869" y="154536"/>
                </a:cubicBezTo>
                <a:cubicBezTo>
                  <a:pt x="2956" y="137410"/>
                  <a:pt x="0" y="119610"/>
                  <a:pt x="0" y="1011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831BF6-193E-43C4-9843-B3FD1C7F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4054" y="2139155"/>
            <a:ext cx="49294" cy="202272"/>
          </a:xfrm>
          <a:custGeom xmlns:a="http://schemas.openxmlformats.org/drawingml/2006/main">
            <a:pathLst>
              <a:path w="49294" h="202272" fill="none">
                <a:moveTo>
                  <a:pt x="0" y="101136"/>
                </a:moveTo>
                <a:cubicBezTo>
                  <a:pt x="0" y="91832"/>
                  <a:pt x="688" y="82999"/>
                  <a:pt x="2063" y="74638"/>
                </a:cubicBezTo>
                <a:cubicBezTo>
                  <a:pt x="3438" y="66278"/>
                  <a:pt x="5019" y="59063"/>
                  <a:pt x="6806" y="52995"/>
                </a:cubicBezTo>
                <a:cubicBezTo>
                  <a:pt x="8594" y="46927"/>
                  <a:pt x="11138" y="40994"/>
                  <a:pt x="14438" y="35195"/>
                </a:cubicBezTo>
                <a:cubicBezTo>
                  <a:pt x="17738" y="29397"/>
                  <a:pt x="20350" y="24879"/>
                  <a:pt x="22275" y="21643"/>
                </a:cubicBezTo>
                <a:cubicBezTo>
                  <a:pt x="24200" y="18407"/>
                  <a:pt x="27088" y="14901"/>
                  <a:pt x="30938" y="11125"/>
                </a:cubicBezTo>
                <a:cubicBezTo>
                  <a:pt x="34788" y="7349"/>
                  <a:pt x="37056" y="5057"/>
                  <a:pt x="37744" y="4248"/>
                </a:cubicBezTo>
                <a:cubicBezTo>
                  <a:pt x="38431" y="3439"/>
                  <a:pt x="40150" y="2023"/>
                  <a:pt x="42900" y="0"/>
                </a:cubicBezTo>
                <a:lnTo>
                  <a:pt x="45582" y="0"/>
                </a:lnTo>
                <a:lnTo>
                  <a:pt x="46407" y="0"/>
                </a:lnTo>
                <a:cubicBezTo>
                  <a:pt x="48332" y="0"/>
                  <a:pt x="49294" y="607"/>
                  <a:pt x="49294" y="1820"/>
                </a:cubicBezTo>
                <a:cubicBezTo>
                  <a:pt x="49294" y="2225"/>
                  <a:pt x="48125" y="3641"/>
                  <a:pt x="45788" y="6068"/>
                </a:cubicBezTo>
                <a:cubicBezTo>
                  <a:pt x="43450" y="8495"/>
                  <a:pt x="40632" y="12069"/>
                  <a:pt x="37331" y="16789"/>
                </a:cubicBezTo>
                <a:cubicBezTo>
                  <a:pt x="34031" y="21508"/>
                  <a:pt x="30663" y="27307"/>
                  <a:pt x="27225" y="34184"/>
                </a:cubicBezTo>
                <a:cubicBezTo>
                  <a:pt x="23788" y="41061"/>
                  <a:pt x="20900" y="50366"/>
                  <a:pt x="18563" y="62098"/>
                </a:cubicBezTo>
                <a:cubicBezTo>
                  <a:pt x="16225" y="73829"/>
                  <a:pt x="15056" y="86842"/>
                  <a:pt x="15056" y="101136"/>
                </a:cubicBezTo>
                <a:cubicBezTo>
                  <a:pt x="15056" y="115430"/>
                  <a:pt x="16225" y="128375"/>
                  <a:pt x="18563" y="139972"/>
                </a:cubicBezTo>
                <a:cubicBezTo>
                  <a:pt x="20900" y="151569"/>
                  <a:pt x="23719" y="160941"/>
                  <a:pt x="27019" y="168088"/>
                </a:cubicBezTo>
                <a:cubicBezTo>
                  <a:pt x="30319" y="175235"/>
                  <a:pt x="33688" y="181034"/>
                  <a:pt x="37125" y="185484"/>
                </a:cubicBezTo>
                <a:cubicBezTo>
                  <a:pt x="40563" y="189934"/>
                  <a:pt x="43450" y="193507"/>
                  <a:pt x="45788" y="196204"/>
                </a:cubicBezTo>
                <a:cubicBezTo>
                  <a:pt x="48125" y="198901"/>
                  <a:pt x="49294" y="200317"/>
                  <a:pt x="49294" y="200452"/>
                </a:cubicBezTo>
                <a:cubicBezTo>
                  <a:pt x="49294" y="201665"/>
                  <a:pt x="48263" y="202272"/>
                  <a:pt x="46200" y="202272"/>
                </a:cubicBezTo>
                <a:lnTo>
                  <a:pt x="45582" y="202272"/>
                </a:lnTo>
                <a:lnTo>
                  <a:pt x="42900" y="202272"/>
                </a:lnTo>
                <a:lnTo>
                  <a:pt x="37125" y="197418"/>
                </a:lnTo>
                <a:cubicBezTo>
                  <a:pt x="24200" y="185956"/>
                  <a:pt x="14781" y="171662"/>
                  <a:pt x="8869" y="154536"/>
                </a:cubicBezTo>
                <a:cubicBezTo>
                  <a:pt x="2956" y="137410"/>
                  <a:pt x="0" y="119610"/>
                  <a:pt x="0" y="10113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4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46406A-A408-4312-99E5-61DE5FFD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211" y="2148257"/>
            <a:ext cx="146438" cy="147052"/>
          </a:xfrm>
          <a:custGeom xmlns:a="http://schemas.openxmlformats.org/drawingml/2006/main">
            <a:pathLst>
              <a:path w="146438" h="147052">
                <a:moveTo>
                  <a:pt x="0" y="91629"/>
                </a:moveTo>
                <a:cubicBezTo>
                  <a:pt x="0" y="76122"/>
                  <a:pt x="4606" y="61221"/>
                  <a:pt x="13819" y="46927"/>
                </a:cubicBezTo>
                <a:cubicBezTo>
                  <a:pt x="23031" y="32633"/>
                  <a:pt x="34650" y="21306"/>
                  <a:pt x="48675" y="12945"/>
                </a:cubicBezTo>
                <a:cubicBezTo>
                  <a:pt x="62700" y="4585"/>
                  <a:pt x="76725" y="337"/>
                  <a:pt x="90751" y="202"/>
                </a:cubicBezTo>
                <a:cubicBezTo>
                  <a:pt x="103126" y="202"/>
                  <a:pt x="112957" y="3641"/>
                  <a:pt x="120245" y="10518"/>
                </a:cubicBezTo>
                <a:cubicBezTo>
                  <a:pt x="121482" y="11867"/>
                  <a:pt x="122513" y="13013"/>
                  <a:pt x="123338" y="13957"/>
                </a:cubicBezTo>
                <a:cubicBezTo>
                  <a:pt x="124163" y="14901"/>
                  <a:pt x="124713" y="15575"/>
                  <a:pt x="124988" y="15980"/>
                </a:cubicBezTo>
                <a:lnTo>
                  <a:pt x="125195" y="16586"/>
                </a:lnTo>
                <a:cubicBezTo>
                  <a:pt x="125607" y="16586"/>
                  <a:pt x="127463" y="14833"/>
                  <a:pt x="130763" y="11327"/>
                </a:cubicBezTo>
                <a:cubicBezTo>
                  <a:pt x="131726" y="10518"/>
                  <a:pt x="132757" y="9574"/>
                  <a:pt x="133857" y="8495"/>
                </a:cubicBezTo>
                <a:cubicBezTo>
                  <a:pt x="134957" y="7417"/>
                  <a:pt x="136057" y="6338"/>
                  <a:pt x="137157" y="5259"/>
                </a:cubicBezTo>
                <a:cubicBezTo>
                  <a:pt x="138257" y="4180"/>
                  <a:pt x="138945" y="3439"/>
                  <a:pt x="139220" y="3034"/>
                </a:cubicBezTo>
                <a:lnTo>
                  <a:pt x="142313" y="0"/>
                </a:lnTo>
                <a:lnTo>
                  <a:pt x="143551" y="0"/>
                </a:lnTo>
                <a:cubicBezTo>
                  <a:pt x="145476" y="0"/>
                  <a:pt x="146438" y="472"/>
                  <a:pt x="146438" y="1416"/>
                </a:cubicBezTo>
                <a:cubicBezTo>
                  <a:pt x="146438" y="1955"/>
                  <a:pt x="144238" y="11192"/>
                  <a:pt x="139838" y="29127"/>
                </a:cubicBezTo>
                <a:cubicBezTo>
                  <a:pt x="134888" y="47871"/>
                  <a:pt x="132413" y="57310"/>
                  <a:pt x="132413" y="57445"/>
                </a:cubicBezTo>
                <a:cubicBezTo>
                  <a:pt x="132138" y="58120"/>
                  <a:pt x="131795" y="58524"/>
                  <a:pt x="131382" y="58659"/>
                </a:cubicBezTo>
                <a:cubicBezTo>
                  <a:pt x="130970" y="58794"/>
                  <a:pt x="129732" y="58929"/>
                  <a:pt x="127670" y="59063"/>
                </a:cubicBezTo>
                <a:lnTo>
                  <a:pt x="124370" y="59063"/>
                </a:lnTo>
                <a:cubicBezTo>
                  <a:pt x="123545" y="58254"/>
                  <a:pt x="123132" y="57648"/>
                  <a:pt x="123132" y="57243"/>
                </a:cubicBezTo>
                <a:cubicBezTo>
                  <a:pt x="123132" y="57108"/>
                  <a:pt x="123201" y="56636"/>
                  <a:pt x="123338" y="55827"/>
                </a:cubicBezTo>
                <a:cubicBezTo>
                  <a:pt x="123476" y="55018"/>
                  <a:pt x="123613" y="53670"/>
                  <a:pt x="123751" y="51782"/>
                </a:cubicBezTo>
                <a:cubicBezTo>
                  <a:pt x="123888" y="49894"/>
                  <a:pt x="123957" y="47736"/>
                  <a:pt x="123957" y="45309"/>
                </a:cubicBezTo>
                <a:cubicBezTo>
                  <a:pt x="123957" y="35735"/>
                  <a:pt x="121757" y="27374"/>
                  <a:pt x="117357" y="20227"/>
                </a:cubicBezTo>
                <a:cubicBezTo>
                  <a:pt x="112957" y="13080"/>
                  <a:pt x="105463" y="9439"/>
                  <a:pt x="94876" y="9305"/>
                </a:cubicBezTo>
                <a:cubicBezTo>
                  <a:pt x="92401" y="9305"/>
                  <a:pt x="89719" y="9507"/>
                  <a:pt x="86832" y="9911"/>
                </a:cubicBezTo>
                <a:cubicBezTo>
                  <a:pt x="83944" y="10316"/>
                  <a:pt x="80301" y="11192"/>
                  <a:pt x="75900" y="12541"/>
                </a:cubicBezTo>
                <a:cubicBezTo>
                  <a:pt x="71500" y="13889"/>
                  <a:pt x="67307" y="15777"/>
                  <a:pt x="63319" y="18204"/>
                </a:cubicBezTo>
                <a:cubicBezTo>
                  <a:pt x="59332" y="20632"/>
                  <a:pt x="55000" y="23868"/>
                  <a:pt x="50325" y="27914"/>
                </a:cubicBezTo>
                <a:cubicBezTo>
                  <a:pt x="45650" y="31959"/>
                  <a:pt x="41663" y="36746"/>
                  <a:pt x="38363" y="42275"/>
                </a:cubicBezTo>
                <a:cubicBezTo>
                  <a:pt x="35063" y="47804"/>
                  <a:pt x="31831" y="54681"/>
                  <a:pt x="28669" y="62907"/>
                </a:cubicBezTo>
                <a:cubicBezTo>
                  <a:pt x="25506" y="71132"/>
                  <a:pt x="23375" y="80167"/>
                  <a:pt x="22275" y="90011"/>
                </a:cubicBezTo>
                <a:cubicBezTo>
                  <a:pt x="22000" y="92438"/>
                  <a:pt x="21863" y="95068"/>
                  <a:pt x="21863" y="97900"/>
                </a:cubicBezTo>
                <a:cubicBezTo>
                  <a:pt x="21863" y="104372"/>
                  <a:pt x="22825" y="110103"/>
                  <a:pt x="24750" y="115093"/>
                </a:cubicBezTo>
                <a:cubicBezTo>
                  <a:pt x="26675" y="120082"/>
                  <a:pt x="29150" y="123925"/>
                  <a:pt x="32175" y="126622"/>
                </a:cubicBezTo>
                <a:cubicBezTo>
                  <a:pt x="35200" y="129319"/>
                  <a:pt x="38638" y="131612"/>
                  <a:pt x="42488" y="133500"/>
                </a:cubicBezTo>
                <a:cubicBezTo>
                  <a:pt x="46338" y="135387"/>
                  <a:pt x="49913" y="136534"/>
                  <a:pt x="53213" y="136938"/>
                </a:cubicBezTo>
                <a:cubicBezTo>
                  <a:pt x="56513" y="137343"/>
                  <a:pt x="59607" y="137612"/>
                  <a:pt x="62494" y="137747"/>
                </a:cubicBezTo>
                <a:cubicBezTo>
                  <a:pt x="69919" y="137747"/>
                  <a:pt x="76725" y="136197"/>
                  <a:pt x="82913" y="133095"/>
                </a:cubicBezTo>
                <a:cubicBezTo>
                  <a:pt x="89101" y="129994"/>
                  <a:pt x="93363" y="126016"/>
                  <a:pt x="95701" y="121161"/>
                </a:cubicBezTo>
                <a:cubicBezTo>
                  <a:pt x="96113" y="120082"/>
                  <a:pt x="97144" y="116374"/>
                  <a:pt x="98794" y="110036"/>
                </a:cubicBezTo>
                <a:cubicBezTo>
                  <a:pt x="100444" y="103698"/>
                  <a:pt x="101269" y="100125"/>
                  <a:pt x="101269" y="99316"/>
                </a:cubicBezTo>
                <a:cubicBezTo>
                  <a:pt x="101269" y="98237"/>
                  <a:pt x="100376" y="97563"/>
                  <a:pt x="98588" y="97293"/>
                </a:cubicBezTo>
                <a:cubicBezTo>
                  <a:pt x="96801" y="97023"/>
                  <a:pt x="92676" y="96821"/>
                  <a:pt x="86213" y="96686"/>
                </a:cubicBezTo>
                <a:lnTo>
                  <a:pt x="78582" y="96686"/>
                </a:lnTo>
                <a:cubicBezTo>
                  <a:pt x="77757" y="95877"/>
                  <a:pt x="77344" y="95338"/>
                  <a:pt x="77344" y="95068"/>
                </a:cubicBezTo>
                <a:cubicBezTo>
                  <a:pt x="77344" y="94798"/>
                  <a:pt x="77482" y="93517"/>
                  <a:pt x="77757" y="91225"/>
                </a:cubicBezTo>
                <a:cubicBezTo>
                  <a:pt x="78307" y="89472"/>
                  <a:pt x="78994" y="88191"/>
                  <a:pt x="79819" y="87382"/>
                </a:cubicBezTo>
                <a:lnTo>
                  <a:pt x="83326" y="87382"/>
                </a:lnTo>
                <a:cubicBezTo>
                  <a:pt x="88826" y="87651"/>
                  <a:pt x="98451" y="87786"/>
                  <a:pt x="112201" y="87786"/>
                </a:cubicBezTo>
                <a:cubicBezTo>
                  <a:pt x="117701" y="87786"/>
                  <a:pt x="122170" y="87786"/>
                  <a:pt x="125607" y="87786"/>
                </a:cubicBezTo>
                <a:cubicBezTo>
                  <a:pt x="129045" y="87786"/>
                  <a:pt x="131520" y="87719"/>
                  <a:pt x="133032" y="87584"/>
                </a:cubicBezTo>
                <a:cubicBezTo>
                  <a:pt x="134545" y="87449"/>
                  <a:pt x="135370" y="87449"/>
                  <a:pt x="135507" y="87584"/>
                </a:cubicBezTo>
                <a:cubicBezTo>
                  <a:pt x="137432" y="87584"/>
                  <a:pt x="138395" y="88191"/>
                  <a:pt x="138395" y="89404"/>
                </a:cubicBezTo>
                <a:cubicBezTo>
                  <a:pt x="138395" y="89674"/>
                  <a:pt x="138257" y="90618"/>
                  <a:pt x="137982" y="92236"/>
                </a:cubicBezTo>
                <a:cubicBezTo>
                  <a:pt x="137295" y="94798"/>
                  <a:pt x="136607" y="96214"/>
                  <a:pt x="135920" y="96484"/>
                </a:cubicBezTo>
                <a:cubicBezTo>
                  <a:pt x="135507" y="96619"/>
                  <a:pt x="134476" y="96686"/>
                  <a:pt x="132826" y="96686"/>
                </a:cubicBezTo>
                <a:cubicBezTo>
                  <a:pt x="130076" y="96686"/>
                  <a:pt x="127257" y="96888"/>
                  <a:pt x="124370" y="97293"/>
                </a:cubicBezTo>
                <a:cubicBezTo>
                  <a:pt x="123407" y="97697"/>
                  <a:pt x="122720" y="98304"/>
                  <a:pt x="122307" y="99113"/>
                </a:cubicBezTo>
                <a:cubicBezTo>
                  <a:pt x="121895" y="99922"/>
                  <a:pt x="120932" y="103361"/>
                  <a:pt x="119420" y="109429"/>
                </a:cubicBezTo>
                <a:cubicBezTo>
                  <a:pt x="118182" y="113879"/>
                  <a:pt x="117151" y="117655"/>
                  <a:pt x="116326" y="120756"/>
                </a:cubicBezTo>
                <a:cubicBezTo>
                  <a:pt x="112888" y="134511"/>
                  <a:pt x="110963" y="141591"/>
                  <a:pt x="110551" y="141995"/>
                </a:cubicBezTo>
                <a:cubicBezTo>
                  <a:pt x="110276" y="142265"/>
                  <a:pt x="109932" y="142400"/>
                  <a:pt x="109519" y="142400"/>
                </a:cubicBezTo>
                <a:cubicBezTo>
                  <a:pt x="108144" y="142400"/>
                  <a:pt x="106219" y="141051"/>
                  <a:pt x="103744" y="138354"/>
                </a:cubicBezTo>
                <a:cubicBezTo>
                  <a:pt x="101269" y="135657"/>
                  <a:pt x="99688" y="133567"/>
                  <a:pt x="99001" y="132084"/>
                </a:cubicBezTo>
                <a:cubicBezTo>
                  <a:pt x="99001" y="131949"/>
                  <a:pt x="98863" y="131949"/>
                  <a:pt x="98588" y="132084"/>
                </a:cubicBezTo>
                <a:cubicBezTo>
                  <a:pt x="98313" y="132219"/>
                  <a:pt x="97901" y="132556"/>
                  <a:pt x="97351" y="133095"/>
                </a:cubicBezTo>
                <a:cubicBezTo>
                  <a:pt x="87176" y="142400"/>
                  <a:pt x="73425" y="147052"/>
                  <a:pt x="56100" y="147052"/>
                </a:cubicBezTo>
                <a:cubicBezTo>
                  <a:pt x="39463" y="147052"/>
                  <a:pt x="25988" y="141860"/>
                  <a:pt x="15675" y="131477"/>
                </a:cubicBezTo>
                <a:cubicBezTo>
                  <a:pt x="5363" y="121094"/>
                  <a:pt x="138" y="107811"/>
                  <a:pt x="0" y="916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C793D0-8062-4403-8069-A44EB3C9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211" y="2148257"/>
            <a:ext cx="146438" cy="147052"/>
          </a:xfrm>
          <a:custGeom xmlns:a="http://schemas.openxmlformats.org/drawingml/2006/main">
            <a:pathLst>
              <a:path w="146438" h="147052" fill="none">
                <a:moveTo>
                  <a:pt x="0" y="91629"/>
                </a:moveTo>
                <a:cubicBezTo>
                  <a:pt x="0" y="76122"/>
                  <a:pt x="4606" y="61221"/>
                  <a:pt x="13819" y="46927"/>
                </a:cubicBezTo>
                <a:cubicBezTo>
                  <a:pt x="23031" y="32633"/>
                  <a:pt x="34650" y="21306"/>
                  <a:pt x="48675" y="12945"/>
                </a:cubicBezTo>
                <a:cubicBezTo>
                  <a:pt x="62700" y="4585"/>
                  <a:pt x="76725" y="337"/>
                  <a:pt x="90751" y="202"/>
                </a:cubicBezTo>
                <a:cubicBezTo>
                  <a:pt x="103126" y="202"/>
                  <a:pt x="112957" y="3641"/>
                  <a:pt x="120245" y="10518"/>
                </a:cubicBezTo>
                <a:cubicBezTo>
                  <a:pt x="121482" y="11867"/>
                  <a:pt x="122513" y="13013"/>
                  <a:pt x="123338" y="13957"/>
                </a:cubicBezTo>
                <a:cubicBezTo>
                  <a:pt x="124163" y="14901"/>
                  <a:pt x="124713" y="15575"/>
                  <a:pt x="124988" y="15980"/>
                </a:cubicBezTo>
                <a:lnTo>
                  <a:pt x="125195" y="16586"/>
                </a:lnTo>
                <a:cubicBezTo>
                  <a:pt x="125607" y="16586"/>
                  <a:pt x="127463" y="14833"/>
                  <a:pt x="130763" y="11327"/>
                </a:cubicBezTo>
                <a:cubicBezTo>
                  <a:pt x="131726" y="10518"/>
                  <a:pt x="132757" y="9574"/>
                  <a:pt x="133857" y="8495"/>
                </a:cubicBezTo>
                <a:cubicBezTo>
                  <a:pt x="134957" y="7417"/>
                  <a:pt x="136057" y="6338"/>
                  <a:pt x="137157" y="5259"/>
                </a:cubicBezTo>
                <a:cubicBezTo>
                  <a:pt x="138257" y="4180"/>
                  <a:pt x="138945" y="3439"/>
                  <a:pt x="139220" y="3034"/>
                </a:cubicBezTo>
                <a:lnTo>
                  <a:pt x="142313" y="0"/>
                </a:lnTo>
                <a:lnTo>
                  <a:pt x="143551" y="0"/>
                </a:lnTo>
                <a:cubicBezTo>
                  <a:pt x="145476" y="0"/>
                  <a:pt x="146438" y="472"/>
                  <a:pt x="146438" y="1416"/>
                </a:cubicBezTo>
                <a:cubicBezTo>
                  <a:pt x="146438" y="1955"/>
                  <a:pt x="144238" y="11192"/>
                  <a:pt x="139838" y="29127"/>
                </a:cubicBezTo>
                <a:cubicBezTo>
                  <a:pt x="134888" y="47871"/>
                  <a:pt x="132413" y="57310"/>
                  <a:pt x="132413" y="57445"/>
                </a:cubicBezTo>
                <a:cubicBezTo>
                  <a:pt x="132138" y="58120"/>
                  <a:pt x="131795" y="58524"/>
                  <a:pt x="131382" y="58659"/>
                </a:cubicBezTo>
                <a:cubicBezTo>
                  <a:pt x="130970" y="58794"/>
                  <a:pt x="129732" y="58929"/>
                  <a:pt x="127670" y="59063"/>
                </a:cubicBezTo>
                <a:lnTo>
                  <a:pt x="124370" y="59063"/>
                </a:lnTo>
                <a:cubicBezTo>
                  <a:pt x="123545" y="58254"/>
                  <a:pt x="123132" y="57648"/>
                  <a:pt x="123132" y="57243"/>
                </a:cubicBezTo>
                <a:cubicBezTo>
                  <a:pt x="123132" y="57108"/>
                  <a:pt x="123201" y="56636"/>
                  <a:pt x="123338" y="55827"/>
                </a:cubicBezTo>
                <a:cubicBezTo>
                  <a:pt x="123476" y="55018"/>
                  <a:pt x="123613" y="53670"/>
                  <a:pt x="123751" y="51782"/>
                </a:cubicBezTo>
                <a:cubicBezTo>
                  <a:pt x="123888" y="49894"/>
                  <a:pt x="123957" y="47736"/>
                  <a:pt x="123957" y="45309"/>
                </a:cubicBezTo>
                <a:cubicBezTo>
                  <a:pt x="123957" y="35735"/>
                  <a:pt x="121757" y="27374"/>
                  <a:pt x="117357" y="20227"/>
                </a:cubicBezTo>
                <a:cubicBezTo>
                  <a:pt x="112957" y="13080"/>
                  <a:pt x="105463" y="9439"/>
                  <a:pt x="94876" y="9305"/>
                </a:cubicBezTo>
                <a:cubicBezTo>
                  <a:pt x="92401" y="9305"/>
                  <a:pt x="89719" y="9507"/>
                  <a:pt x="86832" y="9911"/>
                </a:cubicBezTo>
                <a:cubicBezTo>
                  <a:pt x="83944" y="10316"/>
                  <a:pt x="80301" y="11192"/>
                  <a:pt x="75900" y="12541"/>
                </a:cubicBezTo>
                <a:cubicBezTo>
                  <a:pt x="71500" y="13889"/>
                  <a:pt x="67307" y="15777"/>
                  <a:pt x="63319" y="18204"/>
                </a:cubicBezTo>
                <a:cubicBezTo>
                  <a:pt x="59332" y="20632"/>
                  <a:pt x="55000" y="23868"/>
                  <a:pt x="50325" y="27914"/>
                </a:cubicBezTo>
                <a:cubicBezTo>
                  <a:pt x="45650" y="31959"/>
                  <a:pt x="41663" y="36746"/>
                  <a:pt x="38363" y="42275"/>
                </a:cubicBezTo>
                <a:cubicBezTo>
                  <a:pt x="35063" y="47804"/>
                  <a:pt x="31831" y="54681"/>
                  <a:pt x="28669" y="62907"/>
                </a:cubicBezTo>
                <a:cubicBezTo>
                  <a:pt x="25506" y="71132"/>
                  <a:pt x="23375" y="80167"/>
                  <a:pt x="22275" y="90011"/>
                </a:cubicBezTo>
                <a:cubicBezTo>
                  <a:pt x="22000" y="92438"/>
                  <a:pt x="21863" y="95068"/>
                  <a:pt x="21863" y="97900"/>
                </a:cubicBezTo>
                <a:cubicBezTo>
                  <a:pt x="21863" y="104372"/>
                  <a:pt x="22825" y="110103"/>
                  <a:pt x="24750" y="115093"/>
                </a:cubicBezTo>
                <a:cubicBezTo>
                  <a:pt x="26675" y="120082"/>
                  <a:pt x="29150" y="123925"/>
                  <a:pt x="32175" y="126622"/>
                </a:cubicBezTo>
                <a:cubicBezTo>
                  <a:pt x="35200" y="129319"/>
                  <a:pt x="38638" y="131612"/>
                  <a:pt x="42488" y="133500"/>
                </a:cubicBezTo>
                <a:cubicBezTo>
                  <a:pt x="46338" y="135387"/>
                  <a:pt x="49913" y="136534"/>
                  <a:pt x="53213" y="136938"/>
                </a:cubicBezTo>
                <a:cubicBezTo>
                  <a:pt x="56513" y="137343"/>
                  <a:pt x="59607" y="137612"/>
                  <a:pt x="62494" y="137747"/>
                </a:cubicBezTo>
                <a:cubicBezTo>
                  <a:pt x="69919" y="137747"/>
                  <a:pt x="76725" y="136197"/>
                  <a:pt x="82913" y="133095"/>
                </a:cubicBezTo>
                <a:cubicBezTo>
                  <a:pt x="89101" y="129994"/>
                  <a:pt x="93363" y="126016"/>
                  <a:pt x="95701" y="121161"/>
                </a:cubicBezTo>
                <a:cubicBezTo>
                  <a:pt x="96113" y="120082"/>
                  <a:pt x="97144" y="116374"/>
                  <a:pt x="98794" y="110036"/>
                </a:cubicBezTo>
                <a:cubicBezTo>
                  <a:pt x="100444" y="103698"/>
                  <a:pt x="101269" y="100125"/>
                  <a:pt x="101269" y="99316"/>
                </a:cubicBezTo>
                <a:cubicBezTo>
                  <a:pt x="101269" y="98237"/>
                  <a:pt x="100376" y="97563"/>
                  <a:pt x="98588" y="97293"/>
                </a:cubicBezTo>
                <a:cubicBezTo>
                  <a:pt x="96801" y="97023"/>
                  <a:pt x="92676" y="96821"/>
                  <a:pt x="86213" y="96686"/>
                </a:cubicBezTo>
                <a:lnTo>
                  <a:pt x="78582" y="96686"/>
                </a:lnTo>
                <a:cubicBezTo>
                  <a:pt x="77757" y="95877"/>
                  <a:pt x="77344" y="95338"/>
                  <a:pt x="77344" y="95068"/>
                </a:cubicBezTo>
                <a:cubicBezTo>
                  <a:pt x="77344" y="94798"/>
                  <a:pt x="77482" y="93517"/>
                  <a:pt x="77757" y="91225"/>
                </a:cubicBezTo>
                <a:cubicBezTo>
                  <a:pt x="78307" y="89472"/>
                  <a:pt x="78994" y="88191"/>
                  <a:pt x="79819" y="87382"/>
                </a:cubicBezTo>
                <a:lnTo>
                  <a:pt x="83326" y="87382"/>
                </a:lnTo>
                <a:cubicBezTo>
                  <a:pt x="88826" y="87651"/>
                  <a:pt x="98451" y="87786"/>
                  <a:pt x="112201" y="87786"/>
                </a:cubicBezTo>
                <a:cubicBezTo>
                  <a:pt x="117701" y="87786"/>
                  <a:pt x="122170" y="87786"/>
                  <a:pt x="125607" y="87786"/>
                </a:cubicBezTo>
                <a:cubicBezTo>
                  <a:pt x="129045" y="87786"/>
                  <a:pt x="131520" y="87719"/>
                  <a:pt x="133032" y="87584"/>
                </a:cubicBezTo>
                <a:cubicBezTo>
                  <a:pt x="134545" y="87449"/>
                  <a:pt x="135370" y="87449"/>
                  <a:pt x="135507" y="87584"/>
                </a:cubicBezTo>
                <a:cubicBezTo>
                  <a:pt x="137432" y="87584"/>
                  <a:pt x="138395" y="88191"/>
                  <a:pt x="138395" y="89404"/>
                </a:cubicBezTo>
                <a:cubicBezTo>
                  <a:pt x="138395" y="89674"/>
                  <a:pt x="138257" y="90618"/>
                  <a:pt x="137982" y="92236"/>
                </a:cubicBezTo>
                <a:cubicBezTo>
                  <a:pt x="137295" y="94798"/>
                  <a:pt x="136607" y="96214"/>
                  <a:pt x="135920" y="96484"/>
                </a:cubicBezTo>
                <a:cubicBezTo>
                  <a:pt x="135507" y="96619"/>
                  <a:pt x="134476" y="96686"/>
                  <a:pt x="132826" y="96686"/>
                </a:cubicBezTo>
                <a:cubicBezTo>
                  <a:pt x="130076" y="96686"/>
                  <a:pt x="127257" y="96888"/>
                  <a:pt x="124370" y="97293"/>
                </a:cubicBezTo>
                <a:cubicBezTo>
                  <a:pt x="123407" y="97697"/>
                  <a:pt x="122720" y="98304"/>
                  <a:pt x="122307" y="99113"/>
                </a:cubicBezTo>
                <a:cubicBezTo>
                  <a:pt x="121895" y="99922"/>
                  <a:pt x="120932" y="103361"/>
                  <a:pt x="119420" y="109429"/>
                </a:cubicBezTo>
                <a:cubicBezTo>
                  <a:pt x="118182" y="113879"/>
                  <a:pt x="117151" y="117655"/>
                  <a:pt x="116326" y="120756"/>
                </a:cubicBezTo>
                <a:cubicBezTo>
                  <a:pt x="112888" y="134511"/>
                  <a:pt x="110963" y="141591"/>
                  <a:pt x="110551" y="141995"/>
                </a:cubicBezTo>
                <a:cubicBezTo>
                  <a:pt x="110276" y="142265"/>
                  <a:pt x="109932" y="142400"/>
                  <a:pt x="109519" y="142400"/>
                </a:cubicBezTo>
                <a:cubicBezTo>
                  <a:pt x="108144" y="142400"/>
                  <a:pt x="106219" y="141051"/>
                  <a:pt x="103744" y="138354"/>
                </a:cubicBezTo>
                <a:cubicBezTo>
                  <a:pt x="101269" y="135657"/>
                  <a:pt x="99688" y="133567"/>
                  <a:pt x="99001" y="132084"/>
                </a:cubicBezTo>
                <a:cubicBezTo>
                  <a:pt x="99001" y="131949"/>
                  <a:pt x="98863" y="131949"/>
                  <a:pt x="98588" y="132084"/>
                </a:cubicBezTo>
                <a:cubicBezTo>
                  <a:pt x="98313" y="132219"/>
                  <a:pt x="97901" y="132556"/>
                  <a:pt x="97351" y="133095"/>
                </a:cubicBezTo>
                <a:cubicBezTo>
                  <a:pt x="87176" y="142400"/>
                  <a:pt x="73425" y="147052"/>
                  <a:pt x="56100" y="147052"/>
                </a:cubicBezTo>
                <a:cubicBezTo>
                  <a:pt x="39463" y="147052"/>
                  <a:pt x="25988" y="141860"/>
                  <a:pt x="15675" y="131477"/>
                </a:cubicBezTo>
                <a:cubicBezTo>
                  <a:pt x="5363" y="121094"/>
                  <a:pt x="138" y="107811"/>
                  <a:pt x="0" y="9162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4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FCF1A3-6C71-4487-9776-0DE513D7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109" y="2225957"/>
            <a:ext cx="58182" cy="95242"/>
          </a:xfrm>
          <a:custGeom xmlns:a="http://schemas.openxmlformats.org/drawingml/2006/main">
            <a:pathLst>
              <a:path w="58182" h="95242">
                <a:moveTo>
                  <a:pt x="8603" y="33893"/>
                </a:moveTo>
                <a:cubicBezTo>
                  <a:pt x="5979" y="33893"/>
                  <a:pt x="3889" y="33034"/>
                  <a:pt x="2333" y="31318"/>
                </a:cubicBezTo>
                <a:cubicBezTo>
                  <a:pt x="778" y="29602"/>
                  <a:pt x="0" y="27505"/>
                  <a:pt x="0" y="25026"/>
                </a:cubicBezTo>
                <a:cubicBezTo>
                  <a:pt x="0" y="18257"/>
                  <a:pt x="2576" y="12394"/>
                  <a:pt x="7728" y="7436"/>
                </a:cubicBezTo>
                <a:cubicBezTo>
                  <a:pt x="12881" y="2479"/>
                  <a:pt x="19297" y="0"/>
                  <a:pt x="26977" y="0"/>
                </a:cubicBezTo>
                <a:cubicBezTo>
                  <a:pt x="35823" y="0"/>
                  <a:pt x="43211" y="2669"/>
                  <a:pt x="49141" y="8008"/>
                </a:cubicBezTo>
                <a:cubicBezTo>
                  <a:pt x="55071" y="13347"/>
                  <a:pt x="58085" y="20259"/>
                  <a:pt x="58182" y="28744"/>
                </a:cubicBezTo>
                <a:cubicBezTo>
                  <a:pt x="58182" y="32844"/>
                  <a:pt x="57210" y="36753"/>
                  <a:pt x="55266" y="40471"/>
                </a:cubicBezTo>
                <a:cubicBezTo>
                  <a:pt x="53321" y="44189"/>
                  <a:pt x="50988" y="47430"/>
                  <a:pt x="48266" y="50195"/>
                </a:cubicBezTo>
                <a:cubicBezTo>
                  <a:pt x="45544" y="52960"/>
                  <a:pt x="41656" y="56488"/>
                  <a:pt x="36601" y="60778"/>
                </a:cubicBezTo>
                <a:cubicBezTo>
                  <a:pt x="33101" y="63733"/>
                  <a:pt x="28240" y="68119"/>
                  <a:pt x="22019" y="73934"/>
                </a:cubicBezTo>
                <a:lnTo>
                  <a:pt x="13415" y="81943"/>
                </a:lnTo>
                <a:lnTo>
                  <a:pt x="24498" y="82086"/>
                </a:lnTo>
                <a:cubicBezTo>
                  <a:pt x="39760" y="82086"/>
                  <a:pt x="47877" y="81847"/>
                  <a:pt x="48850" y="81371"/>
                </a:cubicBezTo>
                <a:cubicBezTo>
                  <a:pt x="49530" y="81180"/>
                  <a:pt x="50697" y="76937"/>
                  <a:pt x="52349" y="68643"/>
                </a:cubicBezTo>
                <a:lnTo>
                  <a:pt x="52349" y="68214"/>
                </a:lnTo>
                <a:lnTo>
                  <a:pt x="58182" y="68214"/>
                </a:lnTo>
                <a:lnTo>
                  <a:pt x="58182" y="68643"/>
                </a:lnTo>
                <a:cubicBezTo>
                  <a:pt x="58085" y="68929"/>
                  <a:pt x="57453" y="73267"/>
                  <a:pt x="56286" y="81657"/>
                </a:cubicBezTo>
                <a:cubicBezTo>
                  <a:pt x="55120" y="90046"/>
                  <a:pt x="54391" y="94432"/>
                  <a:pt x="54099" y="94813"/>
                </a:cubicBezTo>
                <a:lnTo>
                  <a:pt x="54099" y="95242"/>
                </a:lnTo>
                <a:lnTo>
                  <a:pt x="0" y="95242"/>
                </a:lnTo>
                <a:lnTo>
                  <a:pt x="0" y="92525"/>
                </a:lnTo>
                <a:lnTo>
                  <a:pt x="0" y="90809"/>
                </a:lnTo>
                <a:cubicBezTo>
                  <a:pt x="0" y="90142"/>
                  <a:pt x="292" y="89427"/>
                  <a:pt x="875" y="88664"/>
                </a:cubicBezTo>
                <a:cubicBezTo>
                  <a:pt x="1458" y="87901"/>
                  <a:pt x="2916" y="86233"/>
                  <a:pt x="5250" y="83659"/>
                </a:cubicBezTo>
                <a:cubicBezTo>
                  <a:pt x="8069" y="80608"/>
                  <a:pt x="10499" y="77938"/>
                  <a:pt x="12540" y="75650"/>
                </a:cubicBezTo>
                <a:cubicBezTo>
                  <a:pt x="13415" y="74697"/>
                  <a:pt x="15068" y="72933"/>
                  <a:pt x="17498" y="70359"/>
                </a:cubicBezTo>
                <a:cubicBezTo>
                  <a:pt x="19929" y="67785"/>
                  <a:pt x="21581" y="66021"/>
                  <a:pt x="22456" y="65068"/>
                </a:cubicBezTo>
                <a:cubicBezTo>
                  <a:pt x="23331" y="64115"/>
                  <a:pt x="24741" y="62541"/>
                  <a:pt x="26685" y="60349"/>
                </a:cubicBezTo>
                <a:cubicBezTo>
                  <a:pt x="28629" y="58156"/>
                  <a:pt x="29990" y="56535"/>
                  <a:pt x="30768" y="55486"/>
                </a:cubicBezTo>
                <a:cubicBezTo>
                  <a:pt x="31546" y="54438"/>
                  <a:pt x="32664" y="53008"/>
                  <a:pt x="34122" y="51196"/>
                </a:cubicBezTo>
                <a:cubicBezTo>
                  <a:pt x="35580" y="49385"/>
                  <a:pt x="36601" y="47859"/>
                  <a:pt x="37184" y="46620"/>
                </a:cubicBezTo>
                <a:cubicBezTo>
                  <a:pt x="37767" y="45381"/>
                  <a:pt x="38496" y="43998"/>
                  <a:pt x="39371" y="42473"/>
                </a:cubicBezTo>
                <a:cubicBezTo>
                  <a:pt x="40246" y="40948"/>
                  <a:pt x="40878" y="39422"/>
                  <a:pt x="41267" y="37897"/>
                </a:cubicBezTo>
                <a:cubicBezTo>
                  <a:pt x="41656" y="36371"/>
                  <a:pt x="41996" y="34941"/>
                  <a:pt x="42288" y="33607"/>
                </a:cubicBezTo>
                <a:cubicBezTo>
                  <a:pt x="42579" y="32272"/>
                  <a:pt x="42725" y="30699"/>
                  <a:pt x="42725" y="28887"/>
                </a:cubicBezTo>
                <a:cubicBezTo>
                  <a:pt x="42725" y="22881"/>
                  <a:pt x="41073" y="17685"/>
                  <a:pt x="37767" y="13300"/>
                </a:cubicBezTo>
                <a:cubicBezTo>
                  <a:pt x="34462" y="8914"/>
                  <a:pt x="29747" y="6721"/>
                  <a:pt x="23623" y="6721"/>
                </a:cubicBezTo>
                <a:cubicBezTo>
                  <a:pt x="20415" y="6721"/>
                  <a:pt x="17596" y="7532"/>
                  <a:pt x="15165" y="9152"/>
                </a:cubicBezTo>
                <a:cubicBezTo>
                  <a:pt x="12735" y="10773"/>
                  <a:pt x="11034" y="12346"/>
                  <a:pt x="10062" y="13872"/>
                </a:cubicBezTo>
                <a:cubicBezTo>
                  <a:pt x="9089" y="15397"/>
                  <a:pt x="8603" y="16303"/>
                  <a:pt x="8603" y="16589"/>
                </a:cubicBezTo>
                <a:cubicBezTo>
                  <a:pt x="8603" y="16684"/>
                  <a:pt x="8846" y="16732"/>
                  <a:pt x="9332" y="16732"/>
                </a:cubicBezTo>
                <a:cubicBezTo>
                  <a:pt x="11082" y="16732"/>
                  <a:pt x="12881" y="17399"/>
                  <a:pt x="14728" y="18734"/>
                </a:cubicBezTo>
                <a:cubicBezTo>
                  <a:pt x="16575" y="20069"/>
                  <a:pt x="17498" y="22261"/>
                  <a:pt x="17498" y="25312"/>
                </a:cubicBezTo>
                <a:cubicBezTo>
                  <a:pt x="17498" y="27696"/>
                  <a:pt x="16721" y="29698"/>
                  <a:pt x="15165" y="31318"/>
                </a:cubicBezTo>
                <a:cubicBezTo>
                  <a:pt x="13610" y="32939"/>
                  <a:pt x="11423" y="33797"/>
                  <a:pt x="8603" y="338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948DBE-F0D2-42C8-864F-E1351E4D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109" y="2225957"/>
            <a:ext cx="58182" cy="95242"/>
          </a:xfrm>
          <a:custGeom xmlns:a="http://schemas.openxmlformats.org/drawingml/2006/main">
            <a:pathLst>
              <a:path w="58182" h="95242" fill="none">
                <a:moveTo>
                  <a:pt x="8603" y="33893"/>
                </a:moveTo>
                <a:cubicBezTo>
                  <a:pt x="5979" y="33893"/>
                  <a:pt x="3889" y="33034"/>
                  <a:pt x="2333" y="31318"/>
                </a:cubicBezTo>
                <a:cubicBezTo>
                  <a:pt x="778" y="29602"/>
                  <a:pt x="0" y="27505"/>
                  <a:pt x="0" y="25026"/>
                </a:cubicBezTo>
                <a:cubicBezTo>
                  <a:pt x="0" y="18257"/>
                  <a:pt x="2576" y="12394"/>
                  <a:pt x="7728" y="7436"/>
                </a:cubicBezTo>
                <a:cubicBezTo>
                  <a:pt x="12881" y="2479"/>
                  <a:pt x="19297" y="0"/>
                  <a:pt x="26977" y="0"/>
                </a:cubicBezTo>
                <a:cubicBezTo>
                  <a:pt x="35823" y="0"/>
                  <a:pt x="43211" y="2669"/>
                  <a:pt x="49141" y="8008"/>
                </a:cubicBezTo>
                <a:cubicBezTo>
                  <a:pt x="55071" y="13347"/>
                  <a:pt x="58085" y="20259"/>
                  <a:pt x="58182" y="28744"/>
                </a:cubicBezTo>
                <a:cubicBezTo>
                  <a:pt x="58182" y="32844"/>
                  <a:pt x="57210" y="36753"/>
                  <a:pt x="55266" y="40471"/>
                </a:cubicBezTo>
                <a:cubicBezTo>
                  <a:pt x="53321" y="44189"/>
                  <a:pt x="50988" y="47430"/>
                  <a:pt x="48266" y="50195"/>
                </a:cubicBezTo>
                <a:cubicBezTo>
                  <a:pt x="45544" y="52960"/>
                  <a:pt x="41656" y="56488"/>
                  <a:pt x="36601" y="60778"/>
                </a:cubicBezTo>
                <a:cubicBezTo>
                  <a:pt x="33101" y="63733"/>
                  <a:pt x="28240" y="68119"/>
                  <a:pt x="22019" y="73934"/>
                </a:cubicBezTo>
                <a:lnTo>
                  <a:pt x="13415" y="81943"/>
                </a:lnTo>
                <a:lnTo>
                  <a:pt x="24498" y="82086"/>
                </a:lnTo>
                <a:cubicBezTo>
                  <a:pt x="39760" y="82086"/>
                  <a:pt x="47877" y="81847"/>
                  <a:pt x="48850" y="81371"/>
                </a:cubicBezTo>
                <a:cubicBezTo>
                  <a:pt x="49530" y="81180"/>
                  <a:pt x="50697" y="76937"/>
                  <a:pt x="52349" y="68643"/>
                </a:cubicBezTo>
                <a:lnTo>
                  <a:pt x="52349" y="68214"/>
                </a:lnTo>
                <a:lnTo>
                  <a:pt x="58182" y="68214"/>
                </a:lnTo>
                <a:lnTo>
                  <a:pt x="58182" y="68643"/>
                </a:lnTo>
                <a:cubicBezTo>
                  <a:pt x="58085" y="68929"/>
                  <a:pt x="57453" y="73267"/>
                  <a:pt x="56286" y="81657"/>
                </a:cubicBezTo>
                <a:cubicBezTo>
                  <a:pt x="55120" y="90046"/>
                  <a:pt x="54391" y="94432"/>
                  <a:pt x="54099" y="94813"/>
                </a:cubicBezTo>
                <a:lnTo>
                  <a:pt x="54099" y="95242"/>
                </a:lnTo>
                <a:lnTo>
                  <a:pt x="0" y="95242"/>
                </a:lnTo>
                <a:lnTo>
                  <a:pt x="0" y="92525"/>
                </a:lnTo>
                <a:lnTo>
                  <a:pt x="0" y="90809"/>
                </a:lnTo>
                <a:cubicBezTo>
                  <a:pt x="0" y="90142"/>
                  <a:pt x="292" y="89427"/>
                  <a:pt x="875" y="88664"/>
                </a:cubicBezTo>
                <a:cubicBezTo>
                  <a:pt x="1458" y="87901"/>
                  <a:pt x="2916" y="86233"/>
                  <a:pt x="5250" y="83659"/>
                </a:cubicBezTo>
                <a:cubicBezTo>
                  <a:pt x="8069" y="80608"/>
                  <a:pt x="10499" y="77938"/>
                  <a:pt x="12540" y="75650"/>
                </a:cubicBezTo>
                <a:cubicBezTo>
                  <a:pt x="13415" y="74697"/>
                  <a:pt x="15068" y="72933"/>
                  <a:pt x="17498" y="70359"/>
                </a:cubicBezTo>
                <a:cubicBezTo>
                  <a:pt x="19929" y="67785"/>
                  <a:pt x="21581" y="66021"/>
                  <a:pt x="22456" y="65068"/>
                </a:cubicBezTo>
                <a:cubicBezTo>
                  <a:pt x="23331" y="64115"/>
                  <a:pt x="24741" y="62541"/>
                  <a:pt x="26685" y="60349"/>
                </a:cubicBezTo>
                <a:cubicBezTo>
                  <a:pt x="28629" y="58156"/>
                  <a:pt x="29990" y="56535"/>
                  <a:pt x="30768" y="55486"/>
                </a:cubicBezTo>
                <a:cubicBezTo>
                  <a:pt x="31546" y="54438"/>
                  <a:pt x="32664" y="53008"/>
                  <a:pt x="34122" y="51196"/>
                </a:cubicBezTo>
                <a:cubicBezTo>
                  <a:pt x="35580" y="49385"/>
                  <a:pt x="36601" y="47859"/>
                  <a:pt x="37184" y="46620"/>
                </a:cubicBezTo>
                <a:cubicBezTo>
                  <a:pt x="37767" y="45381"/>
                  <a:pt x="38496" y="43998"/>
                  <a:pt x="39371" y="42473"/>
                </a:cubicBezTo>
                <a:cubicBezTo>
                  <a:pt x="40246" y="40948"/>
                  <a:pt x="40878" y="39422"/>
                  <a:pt x="41267" y="37897"/>
                </a:cubicBezTo>
                <a:cubicBezTo>
                  <a:pt x="41656" y="36371"/>
                  <a:pt x="41996" y="34941"/>
                  <a:pt x="42288" y="33607"/>
                </a:cubicBezTo>
                <a:cubicBezTo>
                  <a:pt x="42579" y="32272"/>
                  <a:pt x="42725" y="30699"/>
                  <a:pt x="42725" y="28887"/>
                </a:cubicBezTo>
                <a:cubicBezTo>
                  <a:pt x="42725" y="22881"/>
                  <a:pt x="41073" y="17685"/>
                  <a:pt x="37767" y="13300"/>
                </a:cubicBezTo>
                <a:cubicBezTo>
                  <a:pt x="34462" y="8914"/>
                  <a:pt x="29747" y="6721"/>
                  <a:pt x="23623" y="6721"/>
                </a:cubicBezTo>
                <a:cubicBezTo>
                  <a:pt x="20415" y="6721"/>
                  <a:pt x="17596" y="7532"/>
                  <a:pt x="15165" y="9152"/>
                </a:cubicBezTo>
                <a:cubicBezTo>
                  <a:pt x="12735" y="10773"/>
                  <a:pt x="11034" y="12346"/>
                  <a:pt x="10062" y="13872"/>
                </a:cubicBezTo>
                <a:cubicBezTo>
                  <a:pt x="9089" y="15397"/>
                  <a:pt x="8603" y="16303"/>
                  <a:pt x="8603" y="16589"/>
                </a:cubicBezTo>
                <a:cubicBezTo>
                  <a:pt x="8603" y="16684"/>
                  <a:pt x="8846" y="16732"/>
                  <a:pt x="9332" y="16732"/>
                </a:cubicBezTo>
                <a:cubicBezTo>
                  <a:pt x="11082" y="16732"/>
                  <a:pt x="12881" y="17399"/>
                  <a:pt x="14728" y="18734"/>
                </a:cubicBezTo>
                <a:cubicBezTo>
                  <a:pt x="16575" y="20069"/>
                  <a:pt x="17498" y="22261"/>
                  <a:pt x="17498" y="25312"/>
                </a:cubicBezTo>
                <a:cubicBezTo>
                  <a:pt x="17498" y="27696"/>
                  <a:pt x="16721" y="29698"/>
                  <a:pt x="15165" y="31318"/>
                </a:cubicBezTo>
                <a:cubicBezTo>
                  <a:pt x="13610" y="32939"/>
                  <a:pt x="11423" y="33797"/>
                  <a:pt x="8603" y="338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4" cap="flat">
            <a:solidFill>
              <a:srgbClr val="000000">
                <a:alpha val="8960"/>
              </a:srgbClr>
            </a:solidFill>
            <a:miter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70965A-A2D5-4DDC-BD1D-3017C91B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8385" y="2139155"/>
            <a:ext cx="49294" cy="202272"/>
          </a:xfrm>
          <a:custGeom xmlns:a="http://schemas.openxmlformats.org/drawingml/2006/main">
            <a:pathLst>
              <a:path w="49294" h="202272">
                <a:moveTo>
                  <a:pt x="1031" y="202"/>
                </a:moveTo>
                <a:lnTo>
                  <a:pt x="1856" y="0"/>
                </a:lnTo>
                <a:cubicBezTo>
                  <a:pt x="2544" y="0"/>
                  <a:pt x="3231" y="0"/>
                  <a:pt x="3919" y="0"/>
                </a:cubicBezTo>
                <a:lnTo>
                  <a:pt x="6394" y="0"/>
                </a:lnTo>
                <a:lnTo>
                  <a:pt x="12169" y="4855"/>
                </a:lnTo>
                <a:cubicBezTo>
                  <a:pt x="25094" y="16317"/>
                  <a:pt x="34513" y="30611"/>
                  <a:pt x="40425" y="47736"/>
                </a:cubicBezTo>
                <a:cubicBezTo>
                  <a:pt x="46338" y="64862"/>
                  <a:pt x="49294" y="82662"/>
                  <a:pt x="49294" y="101136"/>
                </a:cubicBezTo>
                <a:cubicBezTo>
                  <a:pt x="49294" y="110306"/>
                  <a:pt x="48607" y="119138"/>
                  <a:pt x="47232" y="127634"/>
                </a:cubicBezTo>
                <a:cubicBezTo>
                  <a:pt x="45857" y="136129"/>
                  <a:pt x="44275" y="143344"/>
                  <a:pt x="42488" y="149277"/>
                </a:cubicBezTo>
                <a:cubicBezTo>
                  <a:pt x="40700" y="155210"/>
                  <a:pt x="38156" y="161143"/>
                  <a:pt x="34856" y="167077"/>
                </a:cubicBezTo>
                <a:cubicBezTo>
                  <a:pt x="31556" y="173010"/>
                  <a:pt x="28944" y="177528"/>
                  <a:pt x="27019" y="180629"/>
                </a:cubicBezTo>
                <a:cubicBezTo>
                  <a:pt x="25094" y="183731"/>
                  <a:pt x="22275" y="187169"/>
                  <a:pt x="18563" y="190945"/>
                </a:cubicBezTo>
                <a:cubicBezTo>
                  <a:pt x="14850" y="194721"/>
                  <a:pt x="12650" y="196946"/>
                  <a:pt x="11963" y="197620"/>
                </a:cubicBezTo>
                <a:cubicBezTo>
                  <a:pt x="11275" y="198294"/>
                  <a:pt x="9694" y="199575"/>
                  <a:pt x="7219" y="201463"/>
                </a:cubicBezTo>
                <a:cubicBezTo>
                  <a:pt x="6806" y="201868"/>
                  <a:pt x="6531" y="202137"/>
                  <a:pt x="6394" y="202272"/>
                </a:cubicBezTo>
                <a:lnTo>
                  <a:pt x="3919" y="202272"/>
                </a:lnTo>
                <a:cubicBezTo>
                  <a:pt x="2819" y="202272"/>
                  <a:pt x="2063" y="202272"/>
                  <a:pt x="1650" y="202272"/>
                </a:cubicBezTo>
                <a:cubicBezTo>
                  <a:pt x="1238" y="202272"/>
                  <a:pt x="894" y="202070"/>
                  <a:pt x="619" y="201665"/>
                </a:cubicBezTo>
                <a:cubicBezTo>
                  <a:pt x="344" y="201261"/>
                  <a:pt x="138" y="200654"/>
                  <a:pt x="0" y="199845"/>
                </a:cubicBezTo>
                <a:cubicBezTo>
                  <a:pt x="138" y="199710"/>
                  <a:pt x="894" y="198834"/>
                  <a:pt x="2269" y="197215"/>
                </a:cubicBezTo>
                <a:cubicBezTo>
                  <a:pt x="23581" y="175505"/>
                  <a:pt x="34238" y="143478"/>
                  <a:pt x="34238" y="101136"/>
                </a:cubicBezTo>
                <a:cubicBezTo>
                  <a:pt x="34238" y="58794"/>
                  <a:pt x="23581" y="26767"/>
                  <a:pt x="2269" y="5057"/>
                </a:cubicBezTo>
                <a:cubicBezTo>
                  <a:pt x="894" y="3439"/>
                  <a:pt x="138" y="2562"/>
                  <a:pt x="0" y="2427"/>
                </a:cubicBezTo>
                <a:cubicBezTo>
                  <a:pt x="0" y="1348"/>
                  <a:pt x="344" y="607"/>
                  <a:pt x="1031" y="2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774166-B34A-4C03-9E83-1FEDB3F3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8385" y="2139155"/>
            <a:ext cx="49294" cy="202272"/>
          </a:xfrm>
          <a:custGeom xmlns:a="http://schemas.openxmlformats.org/drawingml/2006/main">
            <a:pathLst>
              <a:path w="49294" h="202272" fill="none">
                <a:moveTo>
                  <a:pt x="1031" y="202"/>
                </a:moveTo>
                <a:lnTo>
                  <a:pt x="1856" y="0"/>
                </a:lnTo>
                <a:cubicBezTo>
                  <a:pt x="2544" y="0"/>
                  <a:pt x="3231" y="0"/>
                  <a:pt x="3919" y="0"/>
                </a:cubicBezTo>
                <a:lnTo>
                  <a:pt x="6394" y="0"/>
                </a:lnTo>
                <a:lnTo>
                  <a:pt x="12169" y="4855"/>
                </a:lnTo>
                <a:cubicBezTo>
                  <a:pt x="25094" y="16317"/>
                  <a:pt x="34513" y="30611"/>
                  <a:pt x="40425" y="47736"/>
                </a:cubicBezTo>
                <a:cubicBezTo>
                  <a:pt x="46338" y="64862"/>
                  <a:pt x="49294" y="82662"/>
                  <a:pt x="49294" y="101136"/>
                </a:cubicBezTo>
                <a:cubicBezTo>
                  <a:pt x="49294" y="110306"/>
                  <a:pt x="48607" y="119138"/>
                  <a:pt x="47232" y="127634"/>
                </a:cubicBezTo>
                <a:cubicBezTo>
                  <a:pt x="45857" y="136129"/>
                  <a:pt x="44275" y="143344"/>
                  <a:pt x="42488" y="149277"/>
                </a:cubicBezTo>
                <a:cubicBezTo>
                  <a:pt x="40700" y="155210"/>
                  <a:pt x="38156" y="161143"/>
                  <a:pt x="34856" y="167077"/>
                </a:cubicBezTo>
                <a:cubicBezTo>
                  <a:pt x="31556" y="173010"/>
                  <a:pt x="28944" y="177528"/>
                  <a:pt x="27019" y="180629"/>
                </a:cubicBezTo>
                <a:cubicBezTo>
                  <a:pt x="25094" y="183731"/>
                  <a:pt x="22275" y="187169"/>
                  <a:pt x="18563" y="190945"/>
                </a:cubicBezTo>
                <a:cubicBezTo>
                  <a:pt x="14850" y="194721"/>
                  <a:pt x="12650" y="196946"/>
                  <a:pt x="11963" y="197620"/>
                </a:cubicBezTo>
                <a:cubicBezTo>
                  <a:pt x="11275" y="198294"/>
                  <a:pt x="9694" y="199575"/>
                  <a:pt x="7219" y="201463"/>
                </a:cubicBezTo>
                <a:cubicBezTo>
                  <a:pt x="6806" y="201868"/>
                  <a:pt x="6531" y="202137"/>
                  <a:pt x="6394" y="202272"/>
                </a:cubicBezTo>
                <a:lnTo>
                  <a:pt x="3919" y="202272"/>
                </a:lnTo>
                <a:cubicBezTo>
                  <a:pt x="2819" y="202272"/>
                  <a:pt x="2063" y="202272"/>
                  <a:pt x="1650" y="202272"/>
                </a:cubicBezTo>
                <a:cubicBezTo>
                  <a:pt x="1238" y="202272"/>
                  <a:pt x="894" y="202070"/>
                  <a:pt x="619" y="201665"/>
                </a:cubicBezTo>
                <a:cubicBezTo>
                  <a:pt x="344" y="201261"/>
                  <a:pt x="138" y="200654"/>
                  <a:pt x="0" y="199845"/>
                </a:cubicBezTo>
                <a:cubicBezTo>
                  <a:pt x="138" y="199710"/>
                  <a:pt x="894" y="198834"/>
                  <a:pt x="2269" y="197215"/>
                </a:cubicBezTo>
                <a:cubicBezTo>
                  <a:pt x="23581" y="175505"/>
                  <a:pt x="34238" y="143478"/>
                  <a:pt x="34238" y="101136"/>
                </a:cubicBezTo>
                <a:cubicBezTo>
                  <a:pt x="34238" y="58794"/>
                  <a:pt x="23581" y="26767"/>
                  <a:pt x="2269" y="5057"/>
                </a:cubicBezTo>
                <a:cubicBezTo>
                  <a:pt x="894" y="3439"/>
                  <a:pt x="138" y="2562"/>
                  <a:pt x="0" y="2427"/>
                </a:cubicBezTo>
                <a:cubicBezTo>
                  <a:pt x="0" y="1348"/>
                  <a:pt x="344" y="607"/>
                  <a:pt x="1031" y="20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4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601E4E-EF77-4D11-A77E-8A25104B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5516" y="535426"/>
            <a:ext cx="593235" cy="10"/>
          </a:xfrm>
          <a:custGeom xmlns:a="http://schemas.openxmlformats.org/drawingml/2006/main">
            <a:pathLst>
              <a:path w="593235" h="1" fill="none">
                <a:moveTo>
                  <a:pt x="0" y="0"/>
                </a:moveTo>
                <a:lnTo>
                  <a:pt x="5932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896" cap="flat">
            <a:solidFill>
              <a:srgbClr val="000000"/>
            </a:solidFill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D15A8D-8A21-45F4-95AF-028F7835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297" y="496849"/>
            <a:ext cx="115584" cy="77152"/>
          </a:xfrm>
          <a:custGeom xmlns:a="http://schemas.openxmlformats.org/drawingml/2006/main">
            <a:pathLst>
              <a:path w="115584" h="77152" fill="none">
                <a:moveTo>
                  <a:pt x="115584" y="0"/>
                </a:moveTo>
                <a:lnTo>
                  <a:pt x="0" y="38576"/>
                </a:lnTo>
                <a:lnTo>
                  <a:pt x="115584" y="77152"/>
                </a:lnTo>
              </a:path>
            </a:pathLst>
          </a:custGeom>
          <a:noFill xmlns:a="http://schemas.openxmlformats.org/drawingml/2006/main"/>
          <a:ln xmlns:a="http://schemas.openxmlformats.org/drawingml/2006/main" w="28896" cap="flat">
            <a:solidFill>
              <a:srgbClr val="000000"/>
            </a:solidFill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AFAC60-3D0E-4A09-A2C1-80B330A4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386" y="496849"/>
            <a:ext cx="115584" cy="77152"/>
          </a:xfrm>
          <a:custGeom xmlns:a="http://schemas.openxmlformats.org/drawingml/2006/main">
            <a:pathLst>
              <a:path w="115584" h="77152" fill="none">
                <a:moveTo>
                  <a:pt x="0" y="77152"/>
                </a:moveTo>
                <a:lnTo>
                  <a:pt x="115584" y="3857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896" cap="flat">
            <a:solidFill>
              <a:srgbClr val="000000"/>
            </a:solidFill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4BFD02-13AE-48ED-937E-7BEDCC82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229" y="253689"/>
            <a:ext cx="216720" cy="216720"/>
          </a:xfrm>
          <a:custGeom xmlns:a="http://schemas.openxmlformats.org/drawingml/2006/main">
            <a:pathLst>
              <a:path w="216720" h="216720">
                <a:moveTo>
                  <a:pt x="216720" y="108360"/>
                </a:moveTo>
                <a:cubicBezTo>
                  <a:pt x="216720" y="115475"/>
                  <a:pt x="216026" y="122522"/>
                  <a:pt x="214638" y="129500"/>
                </a:cubicBezTo>
                <a:cubicBezTo>
                  <a:pt x="213250" y="136478"/>
                  <a:pt x="211194" y="143254"/>
                  <a:pt x="208472" y="149828"/>
                </a:cubicBezTo>
                <a:cubicBezTo>
                  <a:pt x="205748" y="156401"/>
                  <a:pt x="202411" y="162646"/>
                  <a:pt x="198458" y="168562"/>
                </a:cubicBezTo>
                <a:cubicBezTo>
                  <a:pt x="194505" y="174478"/>
                  <a:pt x="190013" y="179951"/>
                  <a:pt x="184982" y="184982"/>
                </a:cubicBezTo>
                <a:cubicBezTo>
                  <a:pt x="179951" y="190013"/>
                  <a:pt x="174477" y="194505"/>
                  <a:pt x="168561" y="198458"/>
                </a:cubicBezTo>
                <a:cubicBezTo>
                  <a:pt x="162645" y="202411"/>
                  <a:pt x="156401" y="205749"/>
                  <a:pt x="149827" y="208472"/>
                </a:cubicBezTo>
                <a:cubicBezTo>
                  <a:pt x="143254" y="211195"/>
                  <a:pt x="136478" y="213250"/>
                  <a:pt x="129500" y="214638"/>
                </a:cubicBezTo>
                <a:cubicBezTo>
                  <a:pt x="122521" y="216026"/>
                  <a:pt x="115475" y="216720"/>
                  <a:pt x="108360" y="216720"/>
                </a:cubicBezTo>
                <a:cubicBezTo>
                  <a:pt x="101245" y="216720"/>
                  <a:pt x="94199" y="216026"/>
                  <a:pt x="87221" y="214638"/>
                </a:cubicBezTo>
                <a:cubicBezTo>
                  <a:pt x="80242" y="213250"/>
                  <a:pt x="73466" y="211195"/>
                  <a:pt x="66892" y="208472"/>
                </a:cubicBezTo>
                <a:cubicBezTo>
                  <a:pt x="60319" y="205749"/>
                  <a:pt x="54074" y="202411"/>
                  <a:pt x="48158" y="198458"/>
                </a:cubicBezTo>
                <a:cubicBezTo>
                  <a:pt x="42243" y="194505"/>
                  <a:pt x="36769" y="190013"/>
                  <a:pt x="31738" y="184982"/>
                </a:cubicBezTo>
                <a:cubicBezTo>
                  <a:pt x="26707" y="179951"/>
                  <a:pt x="22215" y="174478"/>
                  <a:pt x="18262" y="168562"/>
                </a:cubicBezTo>
                <a:cubicBezTo>
                  <a:pt x="14309" y="162646"/>
                  <a:pt x="10971" y="156401"/>
                  <a:pt x="8248" y="149828"/>
                </a:cubicBezTo>
                <a:cubicBezTo>
                  <a:pt x="5526" y="143254"/>
                  <a:pt x="3470" y="136478"/>
                  <a:pt x="2082" y="129500"/>
                </a:cubicBezTo>
                <a:cubicBezTo>
                  <a:pt x="694" y="122522"/>
                  <a:pt x="0" y="115475"/>
                  <a:pt x="0" y="108360"/>
                </a:cubicBezTo>
                <a:cubicBezTo>
                  <a:pt x="0" y="101245"/>
                  <a:pt x="694" y="94198"/>
                  <a:pt x="2082" y="87220"/>
                </a:cubicBezTo>
                <a:cubicBezTo>
                  <a:pt x="3470" y="80242"/>
                  <a:pt x="5526" y="73466"/>
                  <a:pt x="8248" y="66892"/>
                </a:cubicBezTo>
                <a:cubicBezTo>
                  <a:pt x="10971" y="60319"/>
                  <a:pt x="14309" y="54074"/>
                  <a:pt x="18262" y="48158"/>
                </a:cubicBezTo>
                <a:cubicBezTo>
                  <a:pt x="22215" y="42243"/>
                  <a:pt x="26707" y="36769"/>
                  <a:pt x="31738" y="31738"/>
                </a:cubicBezTo>
                <a:cubicBezTo>
                  <a:pt x="36769" y="26707"/>
                  <a:pt x="42243" y="22215"/>
                  <a:pt x="48159" y="18262"/>
                </a:cubicBezTo>
                <a:cubicBezTo>
                  <a:pt x="54075" y="14309"/>
                  <a:pt x="60319" y="10971"/>
                  <a:pt x="66893" y="8248"/>
                </a:cubicBezTo>
                <a:cubicBezTo>
                  <a:pt x="73466" y="5526"/>
                  <a:pt x="80242" y="3470"/>
                  <a:pt x="87220" y="2082"/>
                </a:cubicBezTo>
                <a:cubicBezTo>
                  <a:pt x="94199" y="694"/>
                  <a:pt x="101245" y="0"/>
                  <a:pt x="108360" y="0"/>
                </a:cubicBezTo>
                <a:cubicBezTo>
                  <a:pt x="115475" y="0"/>
                  <a:pt x="122521" y="694"/>
                  <a:pt x="129500" y="2082"/>
                </a:cubicBezTo>
                <a:cubicBezTo>
                  <a:pt x="136478" y="3470"/>
                  <a:pt x="143254" y="5526"/>
                  <a:pt x="149827" y="8248"/>
                </a:cubicBezTo>
                <a:cubicBezTo>
                  <a:pt x="156401" y="10971"/>
                  <a:pt x="162645" y="14309"/>
                  <a:pt x="168561" y="18262"/>
                </a:cubicBezTo>
                <a:cubicBezTo>
                  <a:pt x="174477" y="22215"/>
                  <a:pt x="179951" y="26707"/>
                  <a:pt x="184982" y="31738"/>
                </a:cubicBezTo>
                <a:cubicBezTo>
                  <a:pt x="190013" y="36769"/>
                  <a:pt x="194505" y="42243"/>
                  <a:pt x="198458" y="48158"/>
                </a:cubicBezTo>
                <a:cubicBezTo>
                  <a:pt x="202411" y="54074"/>
                  <a:pt x="205748" y="60319"/>
                  <a:pt x="208472" y="66892"/>
                </a:cubicBezTo>
                <a:cubicBezTo>
                  <a:pt x="211194" y="73466"/>
                  <a:pt x="213250" y="80242"/>
                  <a:pt x="214638" y="87220"/>
                </a:cubicBezTo>
                <a:cubicBezTo>
                  <a:pt x="216026" y="94198"/>
                  <a:pt x="216720" y="101245"/>
                  <a:pt x="216720" y="10836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1FB67CA2-27F5-4F0D-B960-1D25E7ED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2005" y="247154"/>
            <a:ext cx="231168" cy="230480"/>
          </a:xfrm>
          <a:custGeom xmlns:a="http://schemas.openxmlformats.org/drawingml/2006/main">
            <a:pathLst>
              <a:path w="231168" h="230480">
                <a:moveTo>
                  <a:pt x="231164" y="113947"/>
                </a:moveTo>
                <a:lnTo>
                  <a:pt x="231168" y="114895"/>
                </a:lnTo>
                <a:lnTo>
                  <a:pt x="231164" y="115843"/>
                </a:lnTo>
                <a:lnTo>
                  <a:pt x="231153" y="116790"/>
                </a:lnTo>
                <a:lnTo>
                  <a:pt x="231134" y="117737"/>
                </a:lnTo>
                <a:lnTo>
                  <a:pt x="231107" y="118683"/>
                </a:lnTo>
                <a:lnTo>
                  <a:pt x="231072" y="119628"/>
                </a:lnTo>
                <a:lnTo>
                  <a:pt x="231029" y="120573"/>
                </a:lnTo>
                <a:lnTo>
                  <a:pt x="230979" y="121516"/>
                </a:lnTo>
                <a:lnTo>
                  <a:pt x="230921" y="122459"/>
                </a:lnTo>
                <a:lnTo>
                  <a:pt x="230856" y="123402"/>
                </a:lnTo>
                <a:lnTo>
                  <a:pt x="230783" y="124344"/>
                </a:lnTo>
                <a:lnTo>
                  <a:pt x="230702" y="125285"/>
                </a:lnTo>
                <a:lnTo>
                  <a:pt x="230613" y="126225"/>
                </a:lnTo>
                <a:lnTo>
                  <a:pt x="230516" y="127164"/>
                </a:lnTo>
                <a:lnTo>
                  <a:pt x="230412" y="128103"/>
                </a:lnTo>
                <a:lnTo>
                  <a:pt x="230300" y="129041"/>
                </a:lnTo>
                <a:lnTo>
                  <a:pt x="230181" y="129978"/>
                </a:lnTo>
                <a:lnTo>
                  <a:pt x="230054" y="130914"/>
                </a:lnTo>
                <a:lnTo>
                  <a:pt x="229919" y="131850"/>
                </a:lnTo>
                <a:lnTo>
                  <a:pt x="229776" y="132784"/>
                </a:lnTo>
                <a:lnTo>
                  <a:pt x="229626" y="133718"/>
                </a:lnTo>
                <a:lnTo>
                  <a:pt x="229468" y="134651"/>
                </a:lnTo>
                <a:lnTo>
                  <a:pt x="229302" y="135583"/>
                </a:lnTo>
                <a:lnTo>
                  <a:pt x="229129" y="136514"/>
                </a:lnTo>
                <a:lnTo>
                  <a:pt x="228947" y="137445"/>
                </a:lnTo>
                <a:lnTo>
                  <a:pt x="228759" y="138374"/>
                </a:lnTo>
                <a:lnTo>
                  <a:pt x="228562" y="139301"/>
                </a:lnTo>
                <a:lnTo>
                  <a:pt x="228359" y="140225"/>
                </a:lnTo>
                <a:lnTo>
                  <a:pt x="228148" y="141148"/>
                </a:lnTo>
                <a:lnTo>
                  <a:pt x="227929" y="142068"/>
                </a:lnTo>
                <a:lnTo>
                  <a:pt x="227703" y="142986"/>
                </a:lnTo>
                <a:lnTo>
                  <a:pt x="227470" y="143902"/>
                </a:lnTo>
                <a:lnTo>
                  <a:pt x="227229" y="144816"/>
                </a:lnTo>
                <a:lnTo>
                  <a:pt x="226981" y="145727"/>
                </a:lnTo>
                <a:lnTo>
                  <a:pt x="226725" y="146636"/>
                </a:lnTo>
                <a:lnTo>
                  <a:pt x="226462" y="147543"/>
                </a:lnTo>
                <a:lnTo>
                  <a:pt x="226192" y="148448"/>
                </a:lnTo>
                <a:lnTo>
                  <a:pt x="225914" y="149351"/>
                </a:lnTo>
                <a:lnTo>
                  <a:pt x="225629" y="150251"/>
                </a:lnTo>
                <a:lnTo>
                  <a:pt x="225336" y="151149"/>
                </a:lnTo>
                <a:lnTo>
                  <a:pt x="225036" y="152045"/>
                </a:lnTo>
                <a:lnTo>
                  <a:pt x="224729" y="152938"/>
                </a:lnTo>
                <a:lnTo>
                  <a:pt x="224414" y="153829"/>
                </a:lnTo>
                <a:lnTo>
                  <a:pt x="224092" y="154718"/>
                </a:lnTo>
                <a:lnTo>
                  <a:pt x="223762" y="155605"/>
                </a:lnTo>
                <a:lnTo>
                  <a:pt x="223425" y="156489"/>
                </a:lnTo>
                <a:lnTo>
                  <a:pt x="223081" y="157371"/>
                </a:lnTo>
                <a:lnTo>
                  <a:pt x="222729" y="158250"/>
                </a:lnTo>
                <a:lnTo>
                  <a:pt x="222370" y="159127"/>
                </a:lnTo>
                <a:lnTo>
                  <a:pt x="222003" y="160002"/>
                </a:lnTo>
                <a:lnTo>
                  <a:pt x="221630" y="160872"/>
                </a:lnTo>
                <a:lnTo>
                  <a:pt x="221250" y="161740"/>
                </a:lnTo>
                <a:lnTo>
                  <a:pt x="220863" y="162603"/>
                </a:lnTo>
                <a:lnTo>
                  <a:pt x="220469" y="163463"/>
                </a:lnTo>
                <a:lnTo>
                  <a:pt x="220069" y="164319"/>
                </a:lnTo>
                <a:lnTo>
                  <a:pt x="219661" y="165172"/>
                </a:lnTo>
                <a:lnTo>
                  <a:pt x="219247" y="166021"/>
                </a:lnTo>
                <a:lnTo>
                  <a:pt x="218826" y="166867"/>
                </a:lnTo>
                <a:lnTo>
                  <a:pt x="218397" y="167709"/>
                </a:lnTo>
                <a:lnTo>
                  <a:pt x="217963" y="168547"/>
                </a:lnTo>
                <a:lnTo>
                  <a:pt x="217521" y="169382"/>
                </a:lnTo>
                <a:lnTo>
                  <a:pt x="217072" y="170213"/>
                </a:lnTo>
                <a:lnTo>
                  <a:pt x="216617" y="171040"/>
                </a:lnTo>
                <a:lnTo>
                  <a:pt x="216154" y="171864"/>
                </a:lnTo>
                <a:lnTo>
                  <a:pt x="215685" y="172684"/>
                </a:lnTo>
                <a:lnTo>
                  <a:pt x="215210" y="173500"/>
                </a:lnTo>
                <a:lnTo>
                  <a:pt x="214727" y="174313"/>
                </a:lnTo>
                <a:lnTo>
                  <a:pt x="214237" y="175122"/>
                </a:lnTo>
                <a:lnTo>
                  <a:pt x="213741" y="175927"/>
                </a:lnTo>
                <a:lnTo>
                  <a:pt x="213238" y="176729"/>
                </a:lnTo>
                <a:lnTo>
                  <a:pt x="212728" y="177526"/>
                </a:lnTo>
                <a:lnTo>
                  <a:pt x="212212" y="178320"/>
                </a:lnTo>
                <a:lnTo>
                  <a:pt x="211688" y="179110"/>
                </a:lnTo>
                <a:lnTo>
                  <a:pt x="211159" y="179896"/>
                </a:lnTo>
                <a:lnTo>
                  <a:pt x="210623" y="180677"/>
                </a:lnTo>
                <a:lnTo>
                  <a:pt x="210081" y="181454"/>
                </a:lnTo>
                <a:lnTo>
                  <a:pt x="209533" y="182225"/>
                </a:lnTo>
                <a:lnTo>
                  <a:pt x="208979" y="182992"/>
                </a:lnTo>
                <a:lnTo>
                  <a:pt x="208419" y="183754"/>
                </a:lnTo>
                <a:lnTo>
                  <a:pt x="207853" y="184511"/>
                </a:lnTo>
                <a:lnTo>
                  <a:pt x="207281" y="185263"/>
                </a:lnTo>
                <a:lnTo>
                  <a:pt x="206703" y="186010"/>
                </a:lnTo>
                <a:lnTo>
                  <a:pt x="206119" y="186752"/>
                </a:lnTo>
                <a:lnTo>
                  <a:pt x="205529" y="187489"/>
                </a:lnTo>
                <a:lnTo>
                  <a:pt x="204932" y="188222"/>
                </a:lnTo>
                <a:lnTo>
                  <a:pt x="204330" y="188949"/>
                </a:lnTo>
                <a:lnTo>
                  <a:pt x="203722" y="189672"/>
                </a:lnTo>
                <a:lnTo>
                  <a:pt x="203108" y="190390"/>
                </a:lnTo>
                <a:lnTo>
                  <a:pt x="202488" y="191103"/>
                </a:lnTo>
                <a:lnTo>
                  <a:pt x="201862" y="191810"/>
                </a:lnTo>
                <a:lnTo>
                  <a:pt x="201230" y="192513"/>
                </a:lnTo>
                <a:lnTo>
                  <a:pt x="200592" y="193211"/>
                </a:lnTo>
                <a:lnTo>
                  <a:pt x="199949" y="193904"/>
                </a:lnTo>
                <a:lnTo>
                  <a:pt x="199299" y="194592"/>
                </a:lnTo>
                <a:lnTo>
                  <a:pt x="198643" y="195275"/>
                </a:lnTo>
                <a:lnTo>
                  <a:pt x="197981" y="195953"/>
                </a:lnTo>
                <a:lnTo>
                  <a:pt x="197314" y="196626"/>
                </a:lnTo>
                <a:lnTo>
                  <a:pt x="196641" y="197293"/>
                </a:lnTo>
                <a:lnTo>
                  <a:pt x="195963" y="197955"/>
                </a:lnTo>
                <a:lnTo>
                  <a:pt x="195280" y="198610"/>
                </a:lnTo>
                <a:lnTo>
                  <a:pt x="194592" y="199260"/>
                </a:lnTo>
                <a:lnTo>
                  <a:pt x="193899" y="199904"/>
                </a:lnTo>
                <a:lnTo>
                  <a:pt x="193201" y="200542"/>
                </a:lnTo>
                <a:lnTo>
                  <a:pt x="192499" y="201174"/>
                </a:lnTo>
                <a:lnTo>
                  <a:pt x="191791" y="201800"/>
                </a:lnTo>
                <a:lnTo>
                  <a:pt x="191078" y="202420"/>
                </a:lnTo>
                <a:lnTo>
                  <a:pt x="190360" y="203034"/>
                </a:lnTo>
                <a:lnTo>
                  <a:pt x="189638" y="203642"/>
                </a:lnTo>
                <a:lnTo>
                  <a:pt x="188910" y="204244"/>
                </a:lnTo>
                <a:lnTo>
                  <a:pt x="188178" y="204840"/>
                </a:lnTo>
                <a:lnTo>
                  <a:pt x="187440" y="205430"/>
                </a:lnTo>
                <a:lnTo>
                  <a:pt x="186698" y="206014"/>
                </a:lnTo>
                <a:lnTo>
                  <a:pt x="185951" y="206593"/>
                </a:lnTo>
                <a:lnTo>
                  <a:pt x="185199" y="207165"/>
                </a:lnTo>
                <a:lnTo>
                  <a:pt x="184442" y="207731"/>
                </a:lnTo>
                <a:lnTo>
                  <a:pt x="183680" y="208291"/>
                </a:lnTo>
                <a:lnTo>
                  <a:pt x="182913" y="208845"/>
                </a:lnTo>
                <a:lnTo>
                  <a:pt x="182142" y="209393"/>
                </a:lnTo>
                <a:lnTo>
                  <a:pt x="181366" y="209934"/>
                </a:lnTo>
                <a:lnTo>
                  <a:pt x="180585" y="210470"/>
                </a:lnTo>
                <a:lnTo>
                  <a:pt x="179799" y="211000"/>
                </a:lnTo>
                <a:lnTo>
                  <a:pt x="179009" y="211523"/>
                </a:lnTo>
                <a:lnTo>
                  <a:pt x="178215" y="212040"/>
                </a:lnTo>
                <a:lnTo>
                  <a:pt x="177417" y="212550"/>
                </a:lnTo>
                <a:lnTo>
                  <a:pt x="176615" y="213053"/>
                </a:lnTo>
                <a:lnTo>
                  <a:pt x="175810" y="213549"/>
                </a:lnTo>
                <a:lnTo>
                  <a:pt x="175001" y="214039"/>
                </a:lnTo>
                <a:lnTo>
                  <a:pt x="174189" y="214521"/>
                </a:lnTo>
                <a:lnTo>
                  <a:pt x="173373" y="214997"/>
                </a:lnTo>
                <a:lnTo>
                  <a:pt x="172553" y="215466"/>
                </a:lnTo>
                <a:lnTo>
                  <a:pt x="171729" y="215929"/>
                </a:lnTo>
                <a:lnTo>
                  <a:pt x="170901" y="216384"/>
                </a:lnTo>
                <a:lnTo>
                  <a:pt x="170070" y="216833"/>
                </a:lnTo>
                <a:lnTo>
                  <a:pt x="169236" y="217274"/>
                </a:lnTo>
                <a:lnTo>
                  <a:pt x="168397" y="217709"/>
                </a:lnTo>
                <a:lnTo>
                  <a:pt x="167555" y="218137"/>
                </a:lnTo>
                <a:lnTo>
                  <a:pt x="166710" y="218559"/>
                </a:lnTo>
                <a:lnTo>
                  <a:pt x="165861" y="218973"/>
                </a:lnTo>
                <a:lnTo>
                  <a:pt x="165008" y="219380"/>
                </a:lnTo>
                <a:lnTo>
                  <a:pt x="164151" y="219781"/>
                </a:lnTo>
                <a:lnTo>
                  <a:pt x="163291" y="220175"/>
                </a:lnTo>
                <a:lnTo>
                  <a:pt x="162428" y="220562"/>
                </a:lnTo>
                <a:lnTo>
                  <a:pt x="161561" y="220942"/>
                </a:lnTo>
                <a:lnTo>
                  <a:pt x="160690" y="221315"/>
                </a:lnTo>
                <a:lnTo>
                  <a:pt x="159816" y="221681"/>
                </a:lnTo>
                <a:lnTo>
                  <a:pt x="158939" y="222040"/>
                </a:lnTo>
                <a:lnTo>
                  <a:pt x="158059" y="222392"/>
                </a:lnTo>
                <a:lnTo>
                  <a:pt x="157177" y="222737"/>
                </a:lnTo>
                <a:lnTo>
                  <a:pt x="156293" y="223074"/>
                </a:lnTo>
                <a:lnTo>
                  <a:pt x="155407" y="223403"/>
                </a:lnTo>
                <a:lnTo>
                  <a:pt x="154518" y="223725"/>
                </a:lnTo>
                <a:lnTo>
                  <a:pt x="153627" y="224040"/>
                </a:lnTo>
                <a:lnTo>
                  <a:pt x="152733" y="224348"/>
                </a:lnTo>
                <a:lnTo>
                  <a:pt x="151837" y="224648"/>
                </a:lnTo>
                <a:lnTo>
                  <a:pt x="150939" y="224941"/>
                </a:lnTo>
                <a:lnTo>
                  <a:pt x="150039" y="225226"/>
                </a:lnTo>
                <a:lnTo>
                  <a:pt x="149136" y="225504"/>
                </a:lnTo>
                <a:lnTo>
                  <a:pt x="148232" y="225774"/>
                </a:lnTo>
                <a:lnTo>
                  <a:pt x="147325" y="226037"/>
                </a:lnTo>
                <a:lnTo>
                  <a:pt x="146415" y="226293"/>
                </a:lnTo>
                <a:lnTo>
                  <a:pt x="145504" y="226541"/>
                </a:lnTo>
                <a:lnTo>
                  <a:pt x="144590" y="226782"/>
                </a:lnTo>
                <a:lnTo>
                  <a:pt x="143674" y="227015"/>
                </a:lnTo>
                <a:lnTo>
                  <a:pt x="142756" y="227241"/>
                </a:lnTo>
                <a:lnTo>
                  <a:pt x="141836" y="227459"/>
                </a:lnTo>
                <a:lnTo>
                  <a:pt x="140913" y="227670"/>
                </a:lnTo>
                <a:lnTo>
                  <a:pt x="139989" y="227874"/>
                </a:lnTo>
                <a:lnTo>
                  <a:pt x="139062" y="228070"/>
                </a:lnTo>
                <a:lnTo>
                  <a:pt x="138133" y="228259"/>
                </a:lnTo>
                <a:lnTo>
                  <a:pt x="137203" y="228440"/>
                </a:lnTo>
                <a:lnTo>
                  <a:pt x="136272" y="228613"/>
                </a:lnTo>
                <a:lnTo>
                  <a:pt x="135339" y="228779"/>
                </a:lnTo>
                <a:lnTo>
                  <a:pt x="134407" y="228937"/>
                </a:lnTo>
                <a:lnTo>
                  <a:pt x="133473" y="229087"/>
                </a:lnTo>
                <a:lnTo>
                  <a:pt x="132538" y="229230"/>
                </a:lnTo>
                <a:lnTo>
                  <a:pt x="131603" y="229365"/>
                </a:lnTo>
                <a:lnTo>
                  <a:pt x="130666" y="229492"/>
                </a:lnTo>
                <a:lnTo>
                  <a:pt x="129729" y="229612"/>
                </a:lnTo>
                <a:lnTo>
                  <a:pt x="128791" y="229724"/>
                </a:lnTo>
                <a:lnTo>
                  <a:pt x="127853" y="229828"/>
                </a:lnTo>
                <a:lnTo>
                  <a:pt x="126913" y="229924"/>
                </a:lnTo>
                <a:lnTo>
                  <a:pt x="125973" y="230013"/>
                </a:lnTo>
                <a:lnTo>
                  <a:pt x="125032" y="230094"/>
                </a:lnTo>
                <a:lnTo>
                  <a:pt x="124090" y="230167"/>
                </a:lnTo>
                <a:lnTo>
                  <a:pt x="123148" y="230233"/>
                </a:lnTo>
                <a:lnTo>
                  <a:pt x="122205" y="230291"/>
                </a:lnTo>
                <a:lnTo>
                  <a:pt x="121261" y="230341"/>
                </a:lnTo>
                <a:lnTo>
                  <a:pt x="120317" y="230383"/>
                </a:lnTo>
                <a:lnTo>
                  <a:pt x="119371" y="230418"/>
                </a:lnTo>
                <a:lnTo>
                  <a:pt x="118426" y="230445"/>
                </a:lnTo>
                <a:lnTo>
                  <a:pt x="117479" y="230464"/>
                </a:lnTo>
                <a:lnTo>
                  <a:pt x="116532" y="230476"/>
                </a:lnTo>
                <a:lnTo>
                  <a:pt x="115584" y="230480"/>
                </a:lnTo>
                <a:lnTo>
                  <a:pt x="114636" y="230476"/>
                </a:lnTo>
                <a:lnTo>
                  <a:pt x="113689" y="230464"/>
                </a:lnTo>
                <a:lnTo>
                  <a:pt x="112743" y="230445"/>
                </a:lnTo>
                <a:lnTo>
                  <a:pt x="111797" y="230418"/>
                </a:lnTo>
                <a:lnTo>
                  <a:pt x="110852" y="230383"/>
                </a:lnTo>
                <a:lnTo>
                  <a:pt x="109907" y="230341"/>
                </a:lnTo>
                <a:lnTo>
                  <a:pt x="108963" y="230291"/>
                </a:lnTo>
                <a:lnTo>
                  <a:pt x="108020" y="230233"/>
                </a:lnTo>
                <a:lnTo>
                  <a:pt x="107078" y="230167"/>
                </a:lnTo>
                <a:lnTo>
                  <a:pt x="106136" y="230094"/>
                </a:lnTo>
                <a:lnTo>
                  <a:pt x="105195" y="230013"/>
                </a:lnTo>
                <a:lnTo>
                  <a:pt x="104255" y="229924"/>
                </a:lnTo>
                <a:lnTo>
                  <a:pt x="103316" y="229828"/>
                </a:lnTo>
                <a:lnTo>
                  <a:pt x="102377" y="229724"/>
                </a:lnTo>
                <a:lnTo>
                  <a:pt x="101439" y="229612"/>
                </a:lnTo>
                <a:lnTo>
                  <a:pt x="100502" y="229492"/>
                </a:lnTo>
                <a:lnTo>
                  <a:pt x="99566" y="229365"/>
                </a:lnTo>
                <a:lnTo>
                  <a:pt x="98630" y="229230"/>
                </a:lnTo>
                <a:lnTo>
                  <a:pt x="97696" y="229087"/>
                </a:lnTo>
                <a:lnTo>
                  <a:pt x="96762" y="228937"/>
                </a:lnTo>
                <a:lnTo>
                  <a:pt x="95829" y="228779"/>
                </a:lnTo>
                <a:lnTo>
                  <a:pt x="94897" y="228613"/>
                </a:lnTo>
                <a:lnTo>
                  <a:pt x="93966" y="228440"/>
                </a:lnTo>
                <a:lnTo>
                  <a:pt x="93035" y="228259"/>
                </a:lnTo>
                <a:lnTo>
                  <a:pt x="92106" y="228070"/>
                </a:lnTo>
                <a:lnTo>
                  <a:pt x="91180" y="227874"/>
                </a:lnTo>
                <a:lnTo>
                  <a:pt x="90255" y="227670"/>
                </a:lnTo>
                <a:lnTo>
                  <a:pt x="89332" y="227459"/>
                </a:lnTo>
                <a:lnTo>
                  <a:pt x="88412" y="227241"/>
                </a:lnTo>
                <a:lnTo>
                  <a:pt x="87494" y="227015"/>
                </a:lnTo>
                <a:lnTo>
                  <a:pt x="86578" y="226782"/>
                </a:lnTo>
                <a:lnTo>
                  <a:pt x="85664" y="226541"/>
                </a:lnTo>
                <a:lnTo>
                  <a:pt x="84753" y="226293"/>
                </a:lnTo>
                <a:lnTo>
                  <a:pt x="83843" y="226037"/>
                </a:lnTo>
                <a:lnTo>
                  <a:pt x="82936" y="225774"/>
                </a:lnTo>
                <a:lnTo>
                  <a:pt x="82031" y="225504"/>
                </a:lnTo>
                <a:lnTo>
                  <a:pt x="81129" y="225226"/>
                </a:lnTo>
                <a:lnTo>
                  <a:pt x="80228" y="224941"/>
                </a:lnTo>
                <a:lnTo>
                  <a:pt x="79330" y="224648"/>
                </a:lnTo>
                <a:lnTo>
                  <a:pt x="78434" y="224348"/>
                </a:lnTo>
                <a:lnTo>
                  <a:pt x="77541" y="224040"/>
                </a:lnTo>
                <a:lnTo>
                  <a:pt x="76650" y="223725"/>
                </a:lnTo>
                <a:lnTo>
                  <a:pt x="75761" y="223403"/>
                </a:lnTo>
                <a:lnTo>
                  <a:pt x="74874" y="223074"/>
                </a:lnTo>
                <a:lnTo>
                  <a:pt x="73990" y="222737"/>
                </a:lnTo>
                <a:lnTo>
                  <a:pt x="73108" y="222392"/>
                </a:lnTo>
                <a:lnTo>
                  <a:pt x="72229" y="222040"/>
                </a:lnTo>
                <a:lnTo>
                  <a:pt x="71352" y="221681"/>
                </a:lnTo>
                <a:lnTo>
                  <a:pt x="70477" y="221315"/>
                </a:lnTo>
                <a:lnTo>
                  <a:pt x="69607" y="220942"/>
                </a:lnTo>
                <a:lnTo>
                  <a:pt x="68740" y="220562"/>
                </a:lnTo>
                <a:lnTo>
                  <a:pt x="67876" y="220175"/>
                </a:lnTo>
                <a:lnTo>
                  <a:pt x="67016" y="219781"/>
                </a:lnTo>
                <a:lnTo>
                  <a:pt x="66160" y="219380"/>
                </a:lnTo>
                <a:lnTo>
                  <a:pt x="65307" y="218973"/>
                </a:lnTo>
                <a:lnTo>
                  <a:pt x="64458" y="218559"/>
                </a:lnTo>
                <a:lnTo>
                  <a:pt x="63612" y="218137"/>
                </a:lnTo>
                <a:lnTo>
                  <a:pt x="62770" y="217709"/>
                </a:lnTo>
                <a:lnTo>
                  <a:pt x="61932" y="217274"/>
                </a:lnTo>
                <a:lnTo>
                  <a:pt x="61097" y="216833"/>
                </a:lnTo>
                <a:lnTo>
                  <a:pt x="60266" y="216384"/>
                </a:lnTo>
                <a:lnTo>
                  <a:pt x="59439" y="215929"/>
                </a:lnTo>
                <a:lnTo>
                  <a:pt x="58615" y="215466"/>
                </a:lnTo>
                <a:lnTo>
                  <a:pt x="57795" y="214997"/>
                </a:lnTo>
                <a:lnTo>
                  <a:pt x="56979" y="214521"/>
                </a:lnTo>
                <a:lnTo>
                  <a:pt x="56166" y="214039"/>
                </a:lnTo>
                <a:lnTo>
                  <a:pt x="55357" y="213549"/>
                </a:lnTo>
                <a:lnTo>
                  <a:pt x="54552" y="213053"/>
                </a:lnTo>
                <a:lnTo>
                  <a:pt x="53751" y="212550"/>
                </a:lnTo>
                <a:lnTo>
                  <a:pt x="52953" y="212040"/>
                </a:lnTo>
                <a:lnTo>
                  <a:pt x="52159" y="211523"/>
                </a:lnTo>
                <a:lnTo>
                  <a:pt x="51369" y="211000"/>
                </a:lnTo>
                <a:lnTo>
                  <a:pt x="50583" y="210470"/>
                </a:lnTo>
                <a:lnTo>
                  <a:pt x="49802" y="209934"/>
                </a:lnTo>
                <a:lnTo>
                  <a:pt x="49025" y="209392"/>
                </a:lnTo>
                <a:lnTo>
                  <a:pt x="48254" y="208845"/>
                </a:lnTo>
                <a:lnTo>
                  <a:pt x="47487" y="208291"/>
                </a:lnTo>
                <a:lnTo>
                  <a:pt x="46726" y="207731"/>
                </a:lnTo>
                <a:lnTo>
                  <a:pt x="45969" y="207165"/>
                </a:lnTo>
                <a:lnTo>
                  <a:pt x="45217" y="206592"/>
                </a:lnTo>
                <a:lnTo>
                  <a:pt x="44470" y="206014"/>
                </a:lnTo>
                <a:lnTo>
                  <a:pt x="43727" y="205430"/>
                </a:lnTo>
                <a:lnTo>
                  <a:pt x="42990" y="204840"/>
                </a:lnTo>
                <a:lnTo>
                  <a:pt x="42257" y="204244"/>
                </a:lnTo>
                <a:lnTo>
                  <a:pt x="41530" y="203642"/>
                </a:lnTo>
                <a:lnTo>
                  <a:pt x="40807" y="203034"/>
                </a:lnTo>
                <a:lnTo>
                  <a:pt x="40089" y="202420"/>
                </a:lnTo>
                <a:lnTo>
                  <a:pt x="39377" y="201800"/>
                </a:lnTo>
                <a:lnTo>
                  <a:pt x="38669" y="201174"/>
                </a:lnTo>
                <a:lnTo>
                  <a:pt x="37966" y="200542"/>
                </a:lnTo>
                <a:lnTo>
                  <a:pt x="37268" y="199904"/>
                </a:lnTo>
                <a:lnTo>
                  <a:pt x="36575" y="199260"/>
                </a:lnTo>
                <a:lnTo>
                  <a:pt x="35887" y="198610"/>
                </a:lnTo>
                <a:lnTo>
                  <a:pt x="35205" y="197955"/>
                </a:lnTo>
                <a:lnTo>
                  <a:pt x="34527" y="197293"/>
                </a:lnTo>
                <a:lnTo>
                  <a:pt x="33854" y="196626"/>
                </a:lnTo>
                <a:lnTo>
                  <a:pt x="33186" y="195953"/>
                </a:lnTo>
                <a:lnTo>
                  <a:pt x="32525" y="195275"/>
                </a:lnTo>
                <a:lnTo>
                  <a:pt x="31869" y="194592"/>
                </a:lnTo>
                <a:lnTo>
                  <a:pt x="31219" y="193904"/>
                </a:lnTo>
                <a:lnTo>
                  <a:pt x="30576" y="193211"/>
                </a:lnTo>
                <a:lnTo>
                  <a:pt x="29938" y="192513"/>
                </a:lnTo>
                <a:lnTo>
                  <a:pt x="29306" y="191810"/>
                </a:lnTo>
                <a:lnTo>
                  <a:pt x="28680" y="191103"/>
                </a:lnTo>
                <a:lnTo>
                  <a:pt x="28060" y="190390"/>
                </a:lnTo>
                <a:lnTo>
                  <a:pt x="27446" y="189672"/>
                </a:lnTo>
                <a:lnTo>
                  <a:pt x="26837" y="188950"/>
                </a:lnTo>
                <a:lnTo>
                  <a:pt x="26235" y="188222"/>
                </a:lnTo>
                <a:lnTo>
                  <a:pt x="25639" y="187490"/>
                </a:lnTo>
                <a:lnTo>
                  <a:pt x="25049" y="186752"/>
                </a:lnTo>
                <a:lnTo>
                  <a:pt x="24465" y="186010"/>
                </a:lnTo>
                <a:lnTo>
                  <a:pt x="23887" y="185263"/>
                </a:lnTo>
                <a:lnTo>
                  <a:pt x="23315" y="184511"/>
                </a:lnTo>
                <a:lnTo>
                  <a:pt x="22749" y="183754"/>
                </a:lnTo>
                <a:lnTo>
                  <a:pt x="22189" y="182992"/>
                </a:lnTo>
                <a:lnTo>
                  <a:pt x="21635" y="182225"/>
                </a:lnTo>
                <a:lnTo>
                  <a:pt x="21087" y="181454"/>
                </a:lnTo>
                <a:lnTo>
                  <a:pt x="20545" y="180678"/>
                </a:lnTo>
                <a:lnTo>
                  <a:pt x="20009" y="179897"/>
                </a:lnTo>
                <a:lnTo>
                  <a:pt x="19479" y="179111"/>
                </a:lnTo>
                <a:lnTo>
                  <a:pt x="18956" y="178320"/>
                </a:lnTo>
                <a:lnTo>
                  <a:pt x="18439" y="177526"/>
                </a:lnTo>
                <a:lnTo>
                  <a:pt x="17929" y="176729"/>
                </a:lnTo>
                <a:lnTo>
                  <a:pt x="17426" y="175927"/>
                </a:lnTo>
                <a:lnTo>
                  <a:pt x="16930" y="175122"/>
                </a:lnTo>
                <a:lnTo>
                  <a:pt x="16440" y="174313"/>
                </a:lnTo>
                <a:lnTo>
                  <a:pt x="15958" y="173500"/>
                </a:lnTo>
                <a:lnTo>
                  <a:pt x="15482" y="172684"/>
                </a:lnTo>
                <a:lnTo>
                  <a:pt x="15013" y="171864"/>
                </a:lnTo>
                <a:lnTo>
                  <a:pt x="14550" y="171040"/>
                </a:lnTo>
                <a:lnTo>
                  <a:pt x="14095" y="170213"/>
                </a:lnTo>
                <a:lnTo>
                  <a:pt x="13646" y="169382"/>
                </a:lnTo>
                <a:lnTo>
                  <a:pt x="13205" y="168547"/>
                </a:lnTo>
                <a:lnTo>
                  <a:pt x="12770" y="167709"/>
                </a:lnTo>
                <a:lnTo>
                  <a:pt x="12342" y="166867"/>
                </a:lnTo>
                <a:lnTo>
                  <a:pt x="11920" y="166021"/>
                </a:lnTo>
                <a:lnTo>
                  <a:pt x="11506" y="165172"/>
                </a:lnTo>
                <a:lnTo>
                  <a:pt x="11099" y="164319"/>
                </a:lnTo>
                <a:lnTo>
                  <a:pt x="10698" y="163463"/>
                </a:lnTo>
                <a:lnTo>
                  <a:pt x="10304" y="162603"/>
                </a:lnTo>
                <a:lnTo>
                  <a:pt x="9917" y="161739"/>
                </a:lnTo>
                <a:lnTo>
                  <a:pt x="9537" y="160872"/>
                </a:lnTo>
                <a:lnTo>
                  <a:pt x="9164" y="160002"/>
                </a:lnTo>
                <a:lnTo>
                  <a:pt x="8798" y="159127"/>
                </a:lnTo>
                <a:lnTo>
                  <a:pt x="8439" y="158250"/>
                </a:lnTo>
                <a:lnTo>
                  <a:pt x="8087" y="157371"/>
                </a:lnTo>
                <a:lnTo>
                  <a:pt x="7743" y="156489"/>
                </a:lnTo>
                <a:lnTo>
                  <a:pt x="7406" y="155605"/>
                </a:lnTo>
                <a:lnTo>
                  <a:pt x="7076" y="154718"/>
                </a:lnTo>
                <a:lnTo>
                  <a:pt x="6754" y="153829"/>
                </a:lnTo>
                <a:lnTo>
                  <a:pt x="6439" y="152938"/>
                </a:lnTo>
                <a:lnTo>
                  <a:pt x="6131" y="152045"/>
                </a:lnTo>
                <a:lnTo>
                  <a:pt x="5831" y="151149"/>
                </a:lnTo>
                <a:lnTo>
                  <a:pt x="5539" y="150251"/>
                </a:lnTo>
                <a:lnTo>
                  <a:pt x="5253" y="149351"/>
                </a:lnTo>
                <a:lnTo>
                  <a:pt x="4976" y="148448"/>
                </a:lnTo>
                <a:lnTo>
                  <a:pt x="4705" y="147543"/>
                </a:lnTo>
                <a:lnTo>
                  <a:pt x="4442" y="146636"/>
                </a:lnTo>
                <a:lnTo>
                  <a:pt x="4187" y="145727"/>
                </a:lnTo>
                <a:lnTo>
                  <a:pt x="3938" y="144815"/>
                </a:lnTo>
                <a:lnTo>
                  <a:pt x="3698" y="143902"/>
                </a:lnTo>
                <a:lnTo>
                  <a:pt x="3464" y="142986"/>
                </a:lnTo>
                <a:lnTo>
                  <a:pt x="3238" y="142067"/>
                </a:lnTo>
                <a:lnTo>
                  <a:pt x="3020" y="141147"/>
                </a:lnTo>
                <a:lnTo>
                  <a:pt x="2809" y="140225"/>
                </a:lnTo>
                <a:lnTo>
                  <a:pt x="2606" y="139300"/>
                </a:lnTo>
                <a:lnTo>
                  <a:pt x="2409" y="138373"/>
                </a:lnTo>
                <a:lnTo>
                  <a:pt x="2221" y="137445"/>
                </a:lnTo>
                <a:lnTo>
                  <a:pt x="2040" y="136515"/>
                </a:lnTo>
                <a:lnTo>
                  <a:pt x="1866" y="135583"/>
                </a:lnTo>
                <a:lnTo>
                  <a:pt x="1700" y="134651"/>
                </a:lnTo>
                <a:lnTo>
                  <a:pt x="1542" y="133718"/>
                </a:lnTo>
                <a:lnTo>
                  <a:pt x="1392" y="132784"/>
                </a:lnTo>
                <a:lnTo>
                  <a:pt x="1249" y="131850"/>
                </a:lnTo>
                <a:lnTo>
                  <a:pt x="1114" y="130914"/>
                </a:lnTo>
                <a:lnTo>
                  <a:pt x="987" y="129978"/>
                </a:lnTo>
                <a:lnTo>
                  <a:pt x="867" y="129041"/>
                </a:lnTo>
                <a:lnTo>
                  <a:pt x="756" y="128103"/>
                </a:lnTo>
                <a:lnTo>
                  <a:pt x="651" y="127164"/>
                </a:lnTo>
                <a:lnTo>
                  <a:pt x="555" y="126225"/>
                </a:lnTo>
                <a:lnTo>
                  <a:pt x="466" y="125284"/>
                </a:lnTo>
                <a:lnTo>
                  <a:pt x="385" y="124343"/>
                </a:lnTo>
                <a:lnTo>
                  <a:pt x="312" y="123402"/>
                </a:lnTo>
                <a:lnTo>
                  <a:pt x="247" y="122459"/>
                </a:lnTo>
                <a:lnTo>
                  <a:pt x="189" y="121516"/>
                </a:lnTo>
                <a:lnTo>
                  <a:pt x="139" y="120572"/>
                </a:lnTo>
                <a:lnTo>
                  <a:pt x="96" y="119628"/>
                </a:lnTo>
                <a:lnTo>
                  <a:pt x="62" y="118683"/>
                </a:lnTo>
                <a:lnTo>
                  <a:pt x="35" y="117737"/>
                </a:lnTo>
                <a:lnTo>
                  <a:pt x="15" y="116790"/>
                </a:lnTo>
                <a:lnTo>
                  <a:pt x="4" y="115843"/>
                </a:lnTo>
                <a:lnTo>
                  <a:pt x="0" y="114895"/>
                </a:lnTo>
                <a:lnTo>
                  <a:pt x="4" y="113948"/>
                </a:lnTo>
                <a:lnTo>
                  <a:pt x="15" y="113001"/>
                </a:lnTo>
                <a:lnTo>
                  <a:pt x="35" y="112054"/>
                </a:lnTo>
                <a:lnTo>
                  <a:pt x="62" y="111108"/>
                </a:lnTo>
                <a:lnTo>
                  <a:pt x="96" y="110163"/>
                </a:lnTo>
                <a:lnTo>
                  <a:pt x="139" y="109218"/>
                </a:lnTo>
                <a:lnTo>
                  <a:pt x="189" y="108275"/>
                </a:lnTo>
                <a:lnTo>
                  <a:pt x="247" y="107332"/>
                </a:lnTo>
                <a:lnTo>
                  <a:pt x="312" y="106389"/>
                </a:lnTo>
                <a:lnTo>
                  <a:pt x="385" y="105447"/>
                </a:lnTo>
                <a:lnTo>
                  <a:pt x="466" y="104506"/>
                </a:lnTo>
                <a:lnTo>
                  <a:pt x="555" y="103566"/>
                </a:lnTo>
                <a:lnTo>
                  <a:pt x="651" y="102627"/>
                </a:lnTo>
                <a:lnTo>
                  <a:pt x="756" y="101688"/>
                </a:lnTo>
                <a:lnTo>
                  <a:pt x="867" y="100750"/>
                </a:lnTo>
                <a:lnTo>
                  <a:pt x="987" y="99813"/>
                </a:lnTo>
                <a:lnTo>
                  <a:pt x="1114" y="98877"/>
                </a:lnTo>
                <a:lnTo>
                  <a:pt x="1249" y="97941"/>
                </a:lnTo>
                <a:lnTo>
                  <a:pt x="1392" y="97006"/>
                </a:lnTo>
                <a:lnTo>
                  <a:pt x="1542" y="96072"/>
                </a:lnTo>
                <a:lnTo>
                  <a:pt x="1700" y="95139"/>
                </a:lnTo>
                <a:lnTo>
                  <a:pt x="1866" y="94207"/>
                </a:lnTo>
                <a:lnTo>
                  <a:pt x="2040" y="93276"/>
                </a:lnTo>
                <a:lnTo>
                  <a:pt x="2221" y="92346"/>
                </a:lnTo>
                <a:lnTo>
                  <a:pt x="2409" y="91417"/>
                </a:lnTo>
                <a:lnTo>
                  <a:pt x="2606" y="90491"/>
                </a:lnTo>
                <a:lnTo>
                  <a:pt x="2809" y="89566"/>
                </a:lnTo>
                <a:lnTo>
                  <a:pt x="3020" y="88644"/>
                </a:lnTo>
                <a:lnTo>
                  <a:pt x="3238" y="87723"/>
                </a:lnTo>
                <a:lnTo>
                  <a:pt x="3464" y="86805"/>
                </a:lnTo>
                <a:lnTo>
                  <a:pt x="3698" y="85889"/>
                </a:lnTo>
                <a:lnTo>
                  <a:pt x="3938" y="84975"/>
                </a:lnTo>
                <a:lnTo>
                  <a:pt x="4187" y="84064"/>
                </a:lnTo>
                <a:lnTo>
                  <a:pt x="4442" y="83155"/>
                </a:lnTo>
                <a:lnTo>
                  <a:pt x="4705" y="82248"/>
                </a:lnTo>
                <a:lnTo>
                  <a:pt x="4976" y="81343"/>
                </a:lnTo>
                <a:lnTo>
                  <a:pt x="5253" y="80440"/>
                </a:lnTo>
                <a:lnTo>
                  <a:pt x="5539" y="79540"/>
                </a:lnTo>
                <a:lnTo>
                  <a:pt x="5831" y="78642"/>
                </a:lnTo>
                <a:lnTo>
                  <a:pt x="6131" y="77746"/>
                </a:lnTo>
                <a:lnTo>
                  <a:pt x="6439" y="76852"/>
                </a:lnTo>
                <a:lnTo>
                  <a:pt x="6754" y="75961"/>
                </a:lnTo>
                <a:lnTo>
                  <a:pt x="7076" y="75072"/>
                </a:lnTo>
                <a:lnTo>
                  <a:pt x="7406" y="74186"/>
                </a:lnTo>
                <a:lnTo>
                  <a:pt x="7743" y="73302"/>
                </a:lnTo>
                <a:lnTo>
                  <a:pt x="8087" y="72420"/>
                </a:lnTo>
                <a:lnTo>
                  <a:pt x="8439" y="71541"/>
                </a:lnTo>
                <a:lnTo>
                  <a:pt x="8798" y="70663"/>
                </a:lnTo>
                <a:lnTo>
                  <a:pt x="9164" y="69789"/>
                </a:lnTo>
                <a:lnTo>
                  <a:pt x="9537" y="68918"/>
                </a:lnTo>
                <a:lnTo>
                  <a:pt x="9917" y="68051"/>
                </a:lnTo>
                <a:lnTo>
                  <a:pt x="10304" y="67188"/>
                </a:lnTo>
                <a:lnTo>
                  <a:pt x="10698" y="66328"/>
                </a:lnTo>
                <a:lnTo>
                  <a:pt x="11099" y="65471"/>
                </a:lnTo>
                <a:lnTo>
                  <a:pt x="11506" y="64619"/>
                </a:lnTo>
                <a:lnTo>
                  <a:pt x="11921" y="63769"/>
                </a:lnTo>
                <a:lnTo>
                  <a:pt x="12342" y="62924"/>
                </a:lnTo>
                <a:lnTo>
                  <a:pt x="12770" y="62082"/>
                </a:lnTo>
                <a:lnTo>
                  <a:pt x="13205" y="61243"/>
                </a:lnTo>
                <a:lnTo>
                  <a:pt x="13647" y="60409"/>
                </a:lnTo>
                <a:lnTo>
                  <a:pt x="14095" y="59578"/>
                </a:lnTo>
                <a:lnTo>
                  <a:pt x="14551" y="58750"/>
                </a:lnTo>
                <a:lnTo>
                  <a:pt x="15013" y="57927"/>
                </a:lnTo>
                <a:lnTo>
                  <a:pt x="15482" y="57107"/>
                </a:lnTo>
                <a:lnTo>
                  <a:pt x="15958" y="56290"/>
                </a:lnTo>
                <a:lnTo>
                  <a:pt x="16441" y="55478"/>
                </a:lnTo>
                <a:lnTo>
                  <a:pt x="16930" y="54669"/>
                </a:lnTo>
                <a:lnTo>
                  <a:pt x="17426" y="53864"/>
                </a:lnTo>
                <a:lnTo>
                  <a:pt x="17930" y="53062"/>
                </a:lnTo>
                <a:lnTo>
                  <a:pt x="18439" y="52264"/>
                </a:lnTo>
                <a:lnTo>
                  <a:pt x="18956" y="51470"/>
                </a:lnTo>
                <a:lnTo>
                  <a:pt x="19479" y="50680"/>
                </a:lnTo>
                <a:lnTo>
                  <a:pt x="20009" y="49894"/>
                </a:lnTo>
                <a:lnTo>
                  <a:pt x="20545" y="49113"/>
                </a:lnTo>
                <a:lnTo>
                  <a:pt x="21087" y="48337"/>
                </a:lnTo>
                <a:lnTo>
                  <a:pt x="21635" y="47565"/>
                </a:lnTo>
                <a:lnTo>
                  <a:pt x="22189" y="46799"/>
                </a:lnTo>
                <a:lnTo>
                  <a:pt x="22749" y="46037"/>
                </a:lnTo>
                <a:lnTo>
                  <a:pt x="23315" y="45280"/>
                </a:lnTo>
                <a:lnTo>
                  <a:pt x="23887" y="44528"/>
                </a:lnTo>
                <a:lnTo>
                  <a:pt x="24465" y="43781"/>
                </a:lnTo>
                <a:lnTo>
                  <a:pt x="25049" y="43039"/>
                </a:lnTo>
                <a:lnTo>
                  <a:pt x="25639" y="42301"/>
                </a:lnTo>
                <a:lnTo>
                  <a:pt x="26235" y="41569"/>
                </a:lnTo>
                <a:lnTo>
                  <a:pt x="26837" y="40841"/>
                </a:lnTo>
                <a:lnTo>
                  <a:pt x="27446" y="40119"/>
                </a:lnTo>
                <a:lnTo>
                  <a:pt x="28060" y="39401"/>
                </a:lnTo>
                <a:lnTo>
                  <a:pt x="28680" y="38688"/>
                </a:lnTo>
                <a:lnTo>
                  <a:pt x="29306" y="37980"/>
                </a:lnTo>
                <a:lnTo>
                  <a:pt x="29938" y="37277"/>
                </a:lnTo>
                <a:lnTo>
                  <a:pt x="30576" y="36580"/>
                </a:lnTo>
                <a:lnTo>
                  <a:pt x="31219" y="35887"/>
                </a:lnTo>
                <a:lnTo>
                  <a:pt x="31869" y="35199"/>
                </a:lnTo>
                <a:lnTo>
                  <a:pt x="32525" y="34516"/>
                </a:lnTo>
                <a:lnTo>
                  <a:pt x="33186" y="33838"/>
                </a:lnTo>
                <a:lnTo>
                  <a:pt x="33854" y="33165"/>
                </a:lnTo>
                <a:lnTo>
                  <a:pt x="34527" y="32498"/>
                </a:lnTo>
                <a:lnTo>
                  <a:pt x="35205" y="31836"/>
                </a:lnTo>
                <a:lnTo>
                  <a:pt x="35887" y="31180"/>
                </a:lnTo>
                <a:lnTo>
                  <a:pt x="36575" y="30531"/>
                </a:lnTo>
                <a:lnTo>
                  <a:pt x="37268" y="29887"/>
                </a:lnTo>
                <a:lnTo>
                  <a:pt x="37966" y="29249"/>
                </a:lnTo>
                <a:lnTo>
                  <a:pt x="38669" y="28617"/>
                </a:lnTo>
                <a:lnTo>
                  <a:pt x="39377" y="27991"/>
                </a:lnTo>
                <a:lnTo>
                  <a:pt x="40090" y="27371"/>
                </a:lnTo>
                <a:lnTo>
                  <a:pt x="40807" y="26757"/>
                </a:lnTo>
                <a:lnTo>
                  <a:pt x="41530" y="26149"/>
                </a:lnTo>
                <a:lnTo>
                  <a:pt x="42258" y="25547"/>
                </a:lnTo>
                <a:lnTo>
                  <a:pt x="42990" y="24950"/>
                </a:lnTo>
                <a:lnTo>
                  <a:pt x="43727" y="24360"/>
                </a:lnTo>
                <a:lnTo>
                  <a:pt x="44470" y="23776"/>
                </a:lnTo>
                <a:lnTo>
                  <a:pt x="45217" y="23198"/>
                </a:lnTo>
                <a:lnTo>
                  <a:pt x="45969" y="22626"/>
                </a:lnTo>
                <a:lnTo>
                  <a:pt x="46726" y="22060"/>
                </a:lnTo>
                <a:lnTo>
                  <a:pt x="47488" y="21500"/>
                </a:lnTo>
                <a:lnTo>
                  <a:pt x="48254" y="20946"/>
                </a:lnTo>
                <a:lnTo>
                  <a:pt x="49026" y="20398"/>
                </a:lnTo>
                <a:lnTo>
                  <a:pt x="49802" y="19856"/>
                </a:lnTo>
                <a:lnTo>
                  <a:pt x="50583" y="19320"/>
                </a:lnTo>
                <a:lnTo>
                  <a:pt x="51369" y="18791"/>
                </a:lnTo>
                <a:lnTo>
                  <a:pt x="52159" y="18267"/>
                </a:lnTo>
                <a:lnTo>
                  <a:pt x="52953" y="17751"/>
                </a:lnTo>
                <a:lnTo>
                  <a:pt x="53751" y="17241"/>
                </a:lnTo>
                <a:lnTo>
                  <a:pt x="54552" y="16738"/>
                </a:lnTo>
                <a:lnTo>
                  <a:pt x="55358" y="16242"/>
                </a:lnTo>
                <a:lnTo>
                  <a:pt x="56167" y="15752"/>
                </a:lnTo>
                <a:lnTo>
                  <a:pt x="56979" y="15269"/>
                </a:lnTo>
                <a:lnTo>
                  <a:pt x="57795" y="14794"/>
                </a:lnTo>
                <a:lnTo>
                  <a:pt x="58615" y="14324"/>
                </a:lnTo>
                <a:lnTo>
                  <a:pt x="59439" y="13862"/>
                </a:lnTo>
                <a:lnTo>
                  <a:pt x="60266" y="13407"/>
                </a:lnTo>
                <a:lnTo>
                  <a:pt x="61098" y="12958"/>
                </a:lnTo>
                <a:lnTo>
                  <a:pt x="61932" y="12516"/>
                </a:lnTo>
                <a:lnTo>
                  <a:pt x="62771" y="12081"/>
                </a:lnTo>
                <a:lnTo>
                  <a:pt x="63612" y="11653"/>
                </a:lnTo>
                <a:lnTo>
                  <a:pt x="64458" y="11232"/>
                </a:lnTo>
                <a:lnTo>
                  <a:pt x="65307" y="10818"/>
                </a:lnTo>
                <a:lnTo>
                  <a:pt x="66160" y="10410"/>
                </a:lnTo>
                <a:lnTo>
                  <a:pt x="67016" y="10010"/>
                </a:lnTo>
                <a:lnTo>
                  <a:pt x="67876" y="9616"/>
                </a:lnTo>
                <a:lnTo>
                  <a:pt x="68740" y="9229"/>
                </a:lnTo>
                <a:lnTo>
                  <a:pt x="69607" y="8849"/>
                </a:lnTo>
                <a:lnTo>
                  <a:pt x="70478" y="8476"/>
                </a:lnTo>
                <a:lnTo>
                  <a:pt x="71352" y="8110"/>
                </a:lnTo>
                <a:lnTo>
                  <a:pt x="72229" y="7750"/>
                </a:lnTo>
                <a:lnTo>
                  <a:pt x="73109" y="7399"/>
                </a:lnTo>
                <a:lnTo>
                  <a:pt x="73990" y="7054"/>
                </a:lnTo>
                <a:lnTo>
                  <a:pt x="74875" y="6717"/>
                </a:lnTo>
                <a:lnTo>
                  <a:pt x="75761" y="6388"/>
                </a:lnTo>
                <a:lnTo>
                  <a:pt x="76650" y="6065"/>
                </a:lnTo>
                <a:lnTo>
                  <a:pt x="77541" y="5750"/>
                </a:lnTo>
                <a:lnTo>
                  <a:pt x="78435" y="5443"/>
                </a:lnTo>
                <a:lnTo>
                  <a:pt x="79330" y="5143"/>
                </a:lnTo>
                <a:lnTo>
                  <a:pt x="80228" y="4850"/>
                </a:lnTo>
                <a:lnTo>
                  <a:pt x="81129" y="4565"/>
                </a:lnTo>
                <a:lnTo>
                  <a:pt x="82031" y="4287"/>
                </a:lnTo>
                <a:lnTo>
                  <a:pt x="82936" y="4017"/>
                </a:lnTo>
                <a:lnTo>
                  <a:pt x="83843" y="3754"/>
                </a:lnTo>
                <a:lnTo>
                  <a:pt x="84752" y="3498"/>
                </a:lnTo>
                <a:lnTo>
                  <a:pt x="85664" y="3250"/>
                </a:lnTo>
                <a:lnTo>
                  <a:pt x="86578" y="3009"/>
                </a:lnTo>
                <a:lnTo>
                  <a:pt x="87494" y="2776"/>
                </a:lnTo>
                <a:lnTo>
                  <a:pt x="88412" y="2550"/>
                </a:lnTo>
                <a:lnTo>
                  <a:pt x="89332" y="2332"/>
                </a:lnTo>
                <a:lnTo>
                  <a:pt x="90254" y="2121"/>
                </a:lnTo>
                <a:lnTo>
                  <a:pt x="91179" y="1917"/>
                </a:lnTo>
                <a:lnTo>
                  <a:pt x="92106" y="1721"/>
                </a:lnTo>
                <a:lnTo>
                  <a:pt x="93035" y="1532"/>
                </a:lnTo>
                <a:lnTo>
                  <a:pt x="93965" y="1351"/>
                </a:lnTo>
                <a:lnTo>
                  <a:pt x="94896" y="1178"/>
                </a:lnTo>
                <a:lnTo>
                  <a:pt x="95828" y="1012"/>
                </a:lnTo>
                <a:lnTo>
                  <a:pt x="96761" y="854"/>
                </a:lnTo>
                <a:lnTo>
                  <a:pt x="97695" y="703"/>
                </a:lnTo>
                <a:lnTo>
                  <a:pt x="98630" y="561"/>
                </a:lnTo>
                <a:lnTo>
                  <a:pt x="99565" y="426"/>
                </a:lnTo>
                <a:lnTo>
                  <a:pt x="100502" y="298"/>
                </a:lnTo>
                <a:lnTo>
                  <a:pt x="101439" y="179"/>
                </a:lnTo>
                <a:lnTo>
                  <a:pt x="102377" y="67"/>
                </a:lnTo>
                <a:lnTo>
                  <a:pt x="102981" y="0"/>
                </a:lnTo>
                <a:lnTo>
                  <a:pt x="128187" y="0"/>
                </a:lnTo>
                <a:lnTo>
                  <a:pt x="128791" y="67"/>
                </a:lnTo>
                <a:lnTo>
                  <a:pt x="129729" y="179"/>
                </a:lnTo>
                <a:lnTo>
                  <a:pt x="130666" y="298"/>
                </a:lnTo>
                <a:lnTo>
                  <a:pt x="131603" y="426"/>
                </a:lnTo>
                <a:lnTo>
                  <a:pt x="132538" y="561"/>
                </a:lnTo>
                <a:lnTo>
                  <a:pt x="133473" y="703"/>
                </a:lnTo>
                <a:lnTo>
                  <a:pt x="134406" y="854"/>
                </a:lnTo>
                <a:lnTo>
                  <a:pt x="135339" y="1012"/>
                </a:lnTo>
                <a:lnTo>
                  <a:pt x="136272" y="1178"/>
                </a:lnTo>
                <a:lnTo>
                  <a:pt x="137203" y="1351"/>
                </a:lnTo>
                <a:lnTo>
                  <a:pt x="138133" y="1532"/>
                </a:lnTo>
                <a:lnTo>
                  <a:pt x="139062" y="1721"/>
                </a:lnTo>
                <a:lnTo>
                  <a:pt x="139989" y="1917"/>
                </a:lnTo>
                <a:lnTo>
                  <a:pt x="140913" y="2121"/>
                </a:lnTo>
                <a:lnTo>
                  <a:pt x="141836" y="2332"/>
                </a:lnTo>
                <a:lnTo>
                  <a:pt x="142756" y="2550"/>
                </a:lnTo>
                <a:lnTo>
                  <a:pt x="143674" y="2776"/>
                </a:lnTo>
                <a:lnTo>
                  <a:pt x="144590" y="3009"/>
                </a:lnTo>
                <a:lnTo>
                  <a:pt x="145504" y="3250"/>
                </a:lnTo>
                <a:lnTo>
                  <a:pt x="146415" y="3498"/>
                </a:lnTo>
                <a:lnTo>
                  <a:pt x="147325" y="3754"/>
                </a:lnTo>
                <a:lnTo>
                  <a:pt x="148232" y="4017"/>
                </a:lnTo>
                <a:lnTo>
                  <a:pt x="149136" y="4287"/>
                </a:lnTo>
                <a:lnTo>
                  <a:pt x="150039" y="4565"/>
                </a:lnTo>
                <a:lnTo>
                  <a:pt x="150939" y="4850"/>
                </a:lnTo>
                <a:lnTo>
                  <a:pt x="151837" y="5143"/>
                </a:lnTo>
                <a:lnTo>
                  <a:pt x="152733" y="5443"/>
                </a:lnTo>
                <a:lnTo>
                  <a:pt x="153626" y="5750"/>
                </a:lnTo>
                <a:lnTo>
                  <a:pt x="154518" y="6065"/>
                </a:lnTo>
                <a:lnTo>
                  <a:pt x="155406" y="6388"/>
                </a:lnTo>
                <a:lnTo>
                  <a:pt x="156293" y="6717"/>
                </a:lnTo>
                <a:lnTo>
                  <a:pt x="157177" y="7054"/>
                </a:lnTo>
                <a:lnTo>
                  <a:pt x="158059" y="7399"/>
                </a:lnTo>
                <a:lnTo>
                  <a:pt x="158938" y="7750"/>
                </a:lnTo>
                <a:lnTo>
                  <a:pt x="159816" y="8110"/>
                </a:lnTo>
                <a:lnTo>
                  <a:pt x="160690" y="8476"/>
                </a:lnTo>
                <a:lnTo>
                  <a:pt x="161560" y="8849"/>
                </a:lnTo>
                <a:lnTo>
                  <a:pt x="162428" y="9229"/>
                </a:lnTo>
                <a:lnTo>
                  <a:pt x="163291" y="9616"/>
                </a:lnTo>
                <a:lnTo>
                  <a:pt x="164151" y="10010"/>
                </a:lnTo>
                <a:lnTo>
                  <a:pt x="165007" y="10410"/>
                </a:lnTo>
                <a:lnTo>
                  <a:pt x="165860" y="10818"/>
                </a:lnTo>
                <a:lnTo>
                  <a:pt x="166710" y="11232"/>
                </a:lnTo>
                <a:lnTo>
                  <a:pt x="167555" y="11653"/>
                </a:lnTo>
                <a:lnTo>
                  <a:pt x="168397" y="12081"/>
                </a:lnTo>
                <a:lnTo>
                  <a:pt x="169235" y="12516"/>
                </a:lnTo>
                <a:lnTo>
                  <a:pt x="170070" y="12958"/>
                </a:lnTo>
                <a:lnTo>
                  <a:pt x="170901" y="13407"/>
                </a:lnTo>
                <a:lnTo>
                  <a:pt x="171729" y="13862"/>
                </a:lnTo>
                <a:lnTo>
                  <a:pt x="172552" y="14324"/>
                </a:lnTo>
                <a:lnTo>
                  <a:pt x="173372" y="14793"/>
                </a:lnTo>
                <a:lnTo>
                  <a:pt x="174189" y="15269"/>
                </a:lnTo>
                <a:lnTo>
                  <a:pt x="175001" y="15752"/>
                </a:lnTo>
                <a:lnTo>
                  <a:pt x="175810" y="16242"/>
                </a:lnTo>
                <a:lnTo>
                  <a:pt x="176615" y="16738"/>
                </a:lnTo>
                <a:lnTo>
                  <a:pt x="177417" y="17241"/>
                </a:lnTo>
                <a:lnTo>
                  <a:pt x="178215" y="17751"/>
                </a:lnTo>
                <a:lnTo>
                  <a:pt x="179009" y="18267"/>
                </a:lnTo>
                <a:lnTo>
                  <a:pt x="179799" y="18791"/>
                </a:lnTo>
                <a:lnTo>
                  <a:pt x="180585" y="19320"/>
                </a:lnTo>
                <a:lnTo>
                  <a:pt x="181366" y="19856"/>
                </a:lnTo>
                <a:lnTo>
                  <a:pt x="182142" y="20398"/>
                </a:lnTo>
                <a:lnTo>
                  <a:pt x="182913" y="20946"/>
                </a:lnTo>
                <a:lnTo>
                  <a:pt x="183680" y="21500"/>
                </a:lnTo>
                <a:lnTo>
                  <a:pt x="184442" y="22060"/>
                </a:lnTo>
                <a:lnTo>
                  <a:pt x="185199" y="22626"/>
                </a:lnTo>
                <a:lnTo>
                  <a:pt x="185951" y="23198"/>
                </a:lnTo>
                <a:lnTo>
                  <a:pt x="186698" y="23776"/>
                </a:lnTo>
                <a:lnTo>
                  <a:pt x="187440" y="24360"/>
                </a:lnTo>
                <a:lnTo>
                  <a:pt x="188178" y="24951"/>
                </a:lnTo>
                <a:lnTo>
                  <a:pt x="188910" y="25547"/>
                </a:lnTo>
                <a:lnTo>
                  <a:pt x="189638" y="26149"/>
                </a:lnTo>
                <a:lnTo>
                  <a:pt x="190360" y="26757"/>
                </a:lnTo>
                <a:lnTo>
                  <a:pt x="191078" y="27371"/>
                </a:lnTo>
                <a:lnTo>
                  <a:pt x="191791" y="27991"/>
                </a:lnTo>
                <a:lnTo>
                  <a:pt x="192499" y="28617"/>
                </a:lnTo>
                <a:lnTo>
                  <a:pt x="193201" y="29249"/>
                </a:lnTo>
                <a:lnTo>
                  <a:pt x="193899" y="29887"/>
                </a:lnTo>
                <a:lnTo>
                  <a:pt x="194592" y="30531"/>
                </a:lnTo>
                <a:lnTo>
                  <a:pt x="195280" y="31180"/>
                </a:lnTo>
                <a:lnTo>
                  <a:pt x="195963" y="31836"/>
                </a:lnTo>
                <a:lnTo>
                  <a:pt x="196641" y="32497"/>
                </a:lnTo>
                <a:lnTo>
                  <a:pt x="197314" y="33165"/>
                </a:lnTo>
                <a:lnTo>
                  <a:pt x="197981" y="33838"/>
                </a:lnTo>
                <a:lnTo>
                  <a:pt x="198643" y="34516"/>
                </a:lnTo>
                <a:lnTo>
                  <a:pt x="199299" y="35199"/>
                </a:lnTo>
                <a:lnTo>
                  <a:pt x="199949" y="35887"/>
                </a:lnTo>
                <a:lnTo>
                  <a:pt x="200592" y="36580"/>
                </a:lnTo>
                <a:lnTo>
                  <a:pt x="201230" y="37277"/>
                </a:lnTo>
                <a:lnTo>
                  <a:pt x="201862" y="37980"/>
                </a:lnTo>
                <a:lnTo>
                  <a:pt x="202488" y="38688"/>
                </a:lnTo>
                <a:lnTo>
                  <a:pt x="203108" y="39401"/>
                </a:lnTo>
                <a:lnTo>
                  <a:pt x="203722" y="40119"/>
                </a:lnTo>
                <a:lnTo>
                  <a:pt x="204330" y="40841"/>
                </a:lnTo>
                <a:lnTo>
                  <a:pt x="204932" y="41569"/>
                </a:lnTo>
                <a:lnTo>
                  <a:pt x="205529" y="42301"/>
                </a:lnTo>
                <a:lnTo>
                  <a:pt x="206119" y="43039"/>
                </a:lnTo>
                <a:lnTo>
                  <a:pt x="206703" y="43781"/>
                </a:lnTo>
                <a:lnTo>
                  <a:pt x="207281" y="44528"/>
                </a:lnTo>
                <a:lnTo>
                  <a:pt x="207853" y="45280"/>
                </a:lnTo>
                <a:lnTo>
                  <a:pt x="208419" y="46037"/>
                </a:lnTo>
                <a:lnTo>
                  <a:pt x="208979" y="46799"/>
                </a:lnTo>
                <a:lnTo>
                  <a:pt x="209533" y="47566"/>
                </a:lnTo>
                <a:lnTo>
                  <a:pt x="210081" y="48337"/>
                </a:lnTo>
                <a:lnTo>
                  <a:pt x="210623" y="49113"/>
                </a:lnTo>
                <a:lnTo>
                  <a:pt x="211159" y="49894"/>
                </a:lnTo>
                <a:lnTo>
                  <a:pt x="211688" y="50680"/>
                </a:lnTo>
                <a:lnTo>
                  <a:pt x="212212" y="51470"/>
                </a:lnTo>
                <a:lnTo>
                  <a:pt x="212728" y="52264"/>
                </a:lnTo>
                <a:lnTo>
                  <a:pt x="213238" y="53062"/>
                </a:lnTo>
                <a:lnTo>
                  <a:pt x="213741" y="53864"/>
                </a:lnTo>
                <a:lnTo>
                  <a:pt x="214237" y="54669"/>
                </a:lnTo>
                <a:lnTo>
                  <a:pt x="214727" y="55478"/>
                </a:lnTo>
                <a:lnTo>
                  <a:pt x="215210" y="56290"/>
                </a:lnTo>
                <a:lnTo>
                  <a:pt x="215685" y="57107"/>
                </a:lnTo>
                <a:lnTo>
                  <a:pt x="216154" y="57927"/>
                </a:lnTo>
                <a:lnTo>
                  <a:pt x="216617" y="58750"/>
                </a:lnTo>
                <a:lnTo>
                  <a:pt x="217072" y="59578"/>
                </a:lnTo>
                <a:lnTo>
                  <a:pt x="217521" y="60409"/>
                </a:lnTo>
                <a:lnTo>
                  <a:pt x="217963" y="61243"/>
                </a:lnTo>
                <a:lnTo>
                  <a:pt x="218397" y="62082"/>
                </a:lnTo>
                <a:lnTo>
                  <a:pt x="218826" y="62924"/>
                </a:lnTo>
                <a:lnTo>
                  <a:pt x="219247" y="63769"/>
                </a:lnTo>
                <a:lnTo>
                  <a:pt x="219661" y="64618"/>
                </a:lnTo>
                <a:lnTo>
                  <a:pt x="220069" y="65471"/>
                </a:lnTo>
                <a:lnTo>
                  <a:pt x="220469" y="66328"/>
                </a:lnTo>
                <a:lnTo>
                  <a:pt x="220863" y="67188"/>
                </a:lnTo>
                <a:lnTo>
                  <a:pt x="221250" y="68051"/>
                </a:lnTo>
                <a:lnTo>
                  <a:pt x="221630" y="68918"/>
                </a:lnTo>
                <a:lnTo>
                  <a:pt x="222003" y="69789"/>
                </a:lnTo>
                <a:lnTo>
                  <a:pt x="222370" y="70663"/>
                </a:lnTo>
                <a:lnTo>
                  <a:pt x="222729" y="71541"/>
                </a:lnTo>
                <a:lnTo>
                  <a:pt x="223081" y="72420"/>
                </a:lnTo>
                <a:lnTo>
                  <a:pt x="223425" y="73302"/>
                </a:lnTo>
                <a:lnTo>
                  <a:pt x="223762" y="74186"/>
                </a:lnTo>
                <a:lnTo>
                  <a:pt x="224092" y="75072"/>
                </a:lnTo>
                <a:lnTo>
                  <a:pt x="224414" y="75961"/>
                </a:lnTo>
                <a:lnTo>
                  <a:pt x="224729" y="76852"/>
                </a:lnTo>
                <a:lnTo>
                  <a:pt x="225036" y="77746"/>
                </a:lnTo>
                <a:lnTo>
                  <a:pt x="225336" y="78642"/>
                </a:lnTo>
                <a:lnTo>
                  <a:pt x="225629" y="79540"/>
                </a:lnTo>
                <a:lnTo>
                  <a:pt x="225914" y="80440"/>
                </a:lnTo>
                <a:lnTo>
                  <a:pt x="226192" y="81343"/>
                </a:lnTo>
                <a:lnTo>
                  <a:pt x="226462" y="82247"/>
                </a:lnTo>
                <a:lnTo>
                  <a:pt x="226725" y="83154"/>
                </a:lnTo>
                <a:lnTo>
                  <a:pt x="226981" y="84064"/>
                </a:lnTo>
                <a:lnTo>
                  <a:pt x="227229" y="84975"/>
                </a:lnTo>
                <a:lnTo>
                  <a:pt x="227470" y="85889"/>
                </a:lnTo>
                <a:lnTo>
                  <a:pt x="227703" y="86805"/>
                </a:lnTo>
                <a:lnTo>
                  <a:pt x="227929" y="87723"/>
                </a:lnTo>
                <a:lnTo>
                  <a:pt x="228148" y="88643"/>
                </a:lnTo>
                <a:lnTo>
                  <a:pt x="228359" y="89566"/>
                </a:lnTo>
                <a:lnTo>
                  <a:pt x="228562" y="90490"/>
                </a:lnTo>
                <a:lnTo>
                  <a:pt x="228759" y="91417"/>
                </a:lnTo>
                <a:lnTo>
                  <a:pt x="228947" y="92346"/>
                </a:lnTo>
                <a:lnTo>
                  <a:pt x="229129" y="93277"/>
                </a:lnTo>
                <a:lnTo>
                  <a:pt x="229302" y="94208"/>
                </a:lnTo>
                <a:lnTo>
                  <a:pt x="229468" y="95140"/>
                </a:lnTo>
                <a:lnTo>
                  <a:pt x="229626" y="96073"/>
                </a:lnTo>
                <a:lnTo>
                  <a:pt x="229776" y="97007"/>
                </a:lnTo>
                <a:lnTo>
                  <a:pt x="229919" y="97941"/>
                </a:lnTo>
                <a:lnTo>
                  <a:pt x="230054" y="98877"/>
                </a:lnTo>
                <a:lnTo>
                  <a:pt x="230181" y="99813"/>
                </a:lnTo>
                <a:lnTo>
                  <a:pt x="230300" y="100750"/>
                </a:lnTo>
                <a:lnTo>
                  <a:pt x="230412" y="101688"/>
                </a:lnTo>
                <a:lnTo>
                  <a:pt x="230516" y="102627"/>
                </a:lnTo>
                <a:lnTo>
                  <a:pt x="230613" y="103566"/>
                </a:lnTo>
                <a:lnTo>
                  <a:pt x="230702" y="104506"/>
                </a:lnTo>
                <a:lnTo>
                  <a:pt x="230783" y="105447"/>
                </a:lnTo>
                <a:lnTo>
                  <a:pt x="230856" y="106389"/>
                </a:lnTo>
                <a:lnTo>
                  <a:pt x="230921" y="107331"/>
                </a:lnTo>
                <a:lnTo>
                  <a:pt x="230979" y="108274"/>
                </a:lnTo>
                <a:lnTo>
                  <a:pt x="231029" y="109218"/>
                </a:lnTo>
                <a:lnTo>
                  <a:pt x="231072" y="110163"/>
                </a:lnTo>
                <a:lnTo>
                  <a:pt x="231107" y="111108"/>
                </a:lnTo>
                <a:lnTo>
                  <a:pt x="231134" y="112054"/>
                </a:lnTo>
                <a:lnTo>
                  <a:pt x="231153" y="113000"/>
                </a:lnTo>
                <a:lnTo>
                  <a:pt x="231164" y="113947"/>
                </a:lnTo>
                <a:close/>
                <a:moveTo>
                  <a:pt x="216717" y="115725"/>
                </a:moveTo>
                <a:lnTo>
                  <a:pt x="216720" y="114895"/>
                </a:lnTo>
                <a:lnTo>
                  <a:pt x="216717" y="114065"/>
                </a:lnTo>
                <a:lnTo>
                  <a:pt x="216707" y="113236"/>
                </a:lnTo>
                <a:lnTo>
                  <a:pt x="216690" y="112407"/>
                </a:lnTo>
                <a:lnTo>
                  <a:pt x="216666" y="111579"/>
                </a:lnTo>
                <a:lnTo>
                  <a:pt x="216636" y="110752"/>
                </a:lnTo>
                <a:lnTo>
                  <a:pt x="216599" y="109926"/>
                </a:lnTo>
                <a:lnTo>
                  <a:pt x="216555" y="109100"/>
                </a:lnTo>
                <a:lnTo>
                  <a:pt x="216504" y="108275"/>
                </a:lnTo>
                <a:lnTo>
                  <a:pt x="216447" y="107451"/>
                </a:lnTo>
                <a:lnTo>
                  <a:pt x="216383" y="106627"/>
                </a:lnTo>
                <a:lnTo>
                  <a:pt x="216312" y="105804"/>
                </a:lnTo>
                <a:lnTo>
                  <a:pt x="216234" y="104982"/>
                </a:lnTo>
                <a:lnTo>
                  <a:pt x="216150" y="104161"/>
                </a:lnTo>
                <a:lnTo>
                  <a:pt x="216059" y="103340"/>
                </a:lnTo>
                <a:lnTo>
                  <a:pt x="215961" y="102520"/>
                </a:lnTo>
                <a:lnTo>
                  <a:pt x="215857" y="101700"/>
                </a:lnTo>
                <a:lnTo>
                  <a:pt x="215745" y="100881"/>
                </a:lnTo>
                <a:lnTo>
                  <a:pt x="215627" y="100063"/>
                </a:lnTo>
                <a:lnTo>
                  <a:pt x="215502" y="99245"/>
                </a:lnTo>
                <a:lnTo>
                  <a:pt x="215371" y="98428"/>
                </a:lnTo>
                <a:lnTo>
                  <a:pt x="215232" y="97611"/>
                </a:lnTo>
                <a:lnTo>
                  <a:pt x="215087" y="96795"/>
                </a:lnTo>
                <a:lnTo>
                  <a:pt x="214935" y="95979"/>
                </a:lnTo>
                <a:lnTo>
                  <a:pt x="214777" y="95165"/>
                </a:lnTo>
                <a:lnTo>
                  <a:pt x="214612" y="94351"/>
                </a:lnTo>
                <a:lnTo>
                  <a:pt x="214440" y="93540"/>
                </a:lnTo>
                <a:lnTo>
                  <a:pt x="214262" y="92730"/>
                </a:lnTo>
                <a:lnTo>
                  <a:pt x="214077" y="91923"/>
                </a:lnTo>
                <a:lnTo>
                  <a:pt x="213886" y="91118"/>
                </a:lnTo>
                <a:lnTo>
                  <a:pt x="213688" y="90314"/>
                </a:lnTo>
                <a:lnTo>
                  <a:pt x="213484" y="89513"/>
                </a:lnTo>
                <a:lnTo>
                  <a:pt x="213273" y="88714"/>
                </a:lnTo>
                <a:lnTo>
                  <a:pt x="213056" y="87917"/>
                </a:lnTo>
                <a:lnTo>
                  <a:pt x="212833" y="87121"/>
                </a:lnTo>
                <a:lnTo>
                  <a:pt x="212603" y="86328"/>
                </a:lnTo>
                <a:lnTo>
                  <a:pt x="212366" y="85537"/>
                </a:lnTo>
                <a:lnTo>
                  <a:pt x="212123" y="84748"/>
                </a:lnTo>
                <a:lnTo>
                  <a:pt x="211874" y="83960"/>
                </a:lnTo>
                <a:lnTo>
                  <a:pt x="211618" y="83175"/>
                </a:lnTo>
                <a:lnTo>
                  <a:pt x="211355" y="82391"/>
                </a:lnTo>
                <a:lnTo>
                  <a:pt x="211086" y="81610"/>
                </a:lnTo>
                <a:lnTo>
                  <a:pt x="210811" y="80830"/>
                </a:lnTo>
                <a:lnTo>
                  <a:pt x="210529" y="80053"/>
                </a:lnTo>
                <a:lnTo>
                  <a:pt x="210240" y="79277"/>
                </a:lnTo>
                <a:lnTo>
                  <a:pt x="209945" y="78503"/>
                </a:lnTo>
                <a:lnTo>
                  <a:pt x="209644" y="77731"/>
                </a:lnTo>
                <a:lnTo>
                  <a:pt x="209336" y="76960"/>
                </a:lnTo>
                <a:lnTo>
                  <a:pt x="209021" y="76192"/>
                </a:lnTo>
                <a:lnTo>
                  <a:pt x="208700" y="75427"/>
                </a:lnTo>
                <a:lnTo>
                  <a:pt x="208374" y="74664"/>
                </a:lnTo>
                <a:lnTo>
                  <a:pt x="208041" y="73905"/>
                </a:lnTo>
                <a:lnTo>
                  <a:pt x="207702" y="73149"/>
                </a:lnTo>
                <a:lnTo>
                  <a:pt x="207358" y="72397"/>
                </a:lnTo>
                <a:lnTo>
                  <a:pt x="207007" y="71647"/>
                </a:lnTo>
                <a:lnTo>
                  <a:pt x="206651" y="70901"/>
                </a:lnTo>
                <a:lnTo>
                  <a:pt x="206288" y="70159"/>
                </a:lnTo>
                <a:lnTo>
                  <a:pt x="205920" y="69419"/>
                </a:lnTo>
                <a:lnTo>
                  <a:pt x="205545" y="68683"/>
                </a:lnTo>
                <a:lnTo>
                  <a:pt x="205165" y="67950"/>
                </a:lnTo>
                <a:lnTo>
                  <a:pt x="204779" y="67220"/>
                </a:lnTo>
                <a:lnTo>
                  <a:pt x="204386" y="66493"/>
                </a:lnTo>
                <a:lnTo>
                  <a:pt x="203988" y="65769"/>
                </a:lnTo>
                <a:lnTo>
                  <a:pt x="203584" y="65049"/>
                </a:lnTo>
                <a:lnTo>
                  <a:pt x="203174" y="64332"/>
                </a:lnTo>
                <a:lnTo>
                  <a:pt x="202757" y="63618"/>
                </a:lnTo>
                <a:lnTo>
                  <a:pt x="202335" y="62907"/>
                </a:lnTo>
                <a:lnTo>
                  <a:pt x="201907" y="62199"/>
                </a:lnTo>
                <a:lnTo>
                  <a:pt x="201473" y="61495"/>
                </a:lnTo>
                <a:lnTo>
                  <a:pt x="201032" y="60793"/>
                </a:lnTo>
                <a:lnTo>
                  <a:pt x="200586" y="60095"/>
                </a:lnTo>
                <a:lnTo>
                  <a:pt x="200133" y="59399"/>
                </a:lnTo>
                <a:lnTo>
                  <a:pt x="199675" y="58707"/>
                </a:lnTo>
                <a:lnTo>
                  <a:pt x="199211" y="58019"/>
                </a:lnTo>
                <a:lnTo>
                  <a:pt x="198742" y="57335"/>
                </a:lnTo>
                <a:lnTo>
                  <a:pt x="198267" y="56655"/>
                </a:lnTo>
                <a:lnTo>
                  <a:pt x="197788" y="55980"/>
                </a:lnTo>
                <a:lnTo>
                  <a:pt x="197303" y="55309"/>
                </a:lnTo>
                <a:lnTo>
                  <a:pt x="196813" y="54642"/>
                </a:lnTo>
                <a:lnTo>
                  <a:pt x="196318" y="53980"/>
                </a:lnTo>
                <a:lnTo>
                  <a:pt x="195817" y="53322"/>
                </a:lnTo>
                <a:lnTo>
                  <a:pt x="195312" y="52669"/>
                </a:lnTo>
                <a:lnTo>
                  <a:pt x="194801" y="52020"/>
                </a:lnTo>
                <a:lnTo>
                  <a:pt x="194285" y="51375"/>
                </a:lnTo>
                <a:lnTo>
                  <a:pt x="193764" y="50734"/>
                </a:lnTo>
                <a:lnTo>
                  <a:pt x="193237" y="50098"/>
                </a:lnTo>
                <a:lnTo>
                  <a:pt x="192706" y="49466"/>
                </a:lnTo>
                <a:lnTo>
                  <a:pt x="192169" y="48839"/>
                </a:lnTo>
                <a:lnTo>
                  <a:pt x="191626" y="48215"/>
                </a:lnTo>
                <a:lnTo>
                  <a:pt x="191079" y="47596"/>
                </a:lnTo>
                <a:lnTo>
                  <a:pt x="190526" y="46981"/>
                </a:lnTo>
                <a:lnTo>
                  <a:pt x="189968" y="46371"/>
                </a:lnTo>
                <a:lnTo>
                  <a:pt x="189405" y="45765"/>
                </a:lnTo>
                <a:lnTo>
                  <a:pt x="188836" y="45162"/>
                </a:lnTo>
                <a:lnTo>
                  <a:pt x="188262" y="44565"/>
                </a:lnTo>
                <a:lnTo>
                  <a:pt x="187682" y="43971"/>
                </a:lnTo>
                <a:lnTo>
                  <a:pt x="187098" y="43381"/>
                </a:lnTo>
                <a:lnTo>
                  <a:pt x="186508" y="42797"/>
                </a:lnTo>
                <a:lnTo>
                  <a:pt x="185915" y="42217"/>
                </a:lnTo>
                <a:lnTo>
                  <a:pt x="185317" y="41643"/>
                </a:lnTo>
                <a:lnTo>
                  <a:pt x="184715" y="41075"/>
                </a:lnTo>
                <a:lnTo>
                  <a:pt x="184108" y="40511"/>
                </a:lnTo>
                <a:lnTo>
                  <a:pt x="183498" y="39953"/>
                </a:lnTo>
                <a:lnTo>
                  <a:pt x="182883" y="39400"/>
                </a:lnTo>
                <a:lnTo>
                  <a:pt x="182264" y="38853"/>
                </a:lnTo>
                <a:lnTo>
                  <a:pt x="181640" y="38310"/>
                </a:lnTo>
                <a:lnTo>
                  <a:pt x="181013" y="37773"/>
                </a:lnTo>
                <a:lnTo>
                  <a:pt x="180381" y="37242"/>
                </a:lnTo>
                <a:lnTo>
                  <a:pt x="179744" y="36715"/>
                </a:lnTo>
                <a:lnTo>
                  <a:pt x="179104" y="36194"/>
                </a:lnTo>
                <a:lnTo>
                  <a:pt x="178459" y="35678"/>
                </a:lnTo>
                <a:lnTo>
                  <a:pt x="177810" y="35167"/>
                </a:lnTo>
                <a:lnTo>
                  <a:pt x="177156" y="34661"/>
                </a:lnTo>
                <a:lnTo>
                  <a:pt x="176499" y="34161"/>
                </a:lnTo>
                <a:lnTo>
                  <a:pt x="175836" y="33666"/>
                </a:lnTo>
                <a:lnTo>
                  <a:pt x="175170" y="33176"/>
                </a:lnTo>
                <a:lnTo>
                  <a:pt x="174499" y="32691"/>
                </a:lnTo>
                <a:lnTo>
                  <a:pt x="173824" y="32212"/>
                </a:lnTo>
                <a:lnTo>
                  <a:pt x="173144" y="31737"/>
                </a:lnTo>
                <a:lnTo>
                  <a:pt x="172460" y="31268"/>
                </a:lnTo>
                <a:lnTo>
                  <a:pt x="171772" y="30804"/>
                </a:lnTo>
                <a:lnTo>
                  <a:pt x="171080" y="30345"/>
                </a:lnTo>
                <a:lnTo>
                  <a:pt x="170384" y="29893"/>
                </a:lnTo>
                <a:lnTo>
                  <a:pt x="169686" y="29447"/>
                </a:lnTo>
                <a:lnTo>
                  <a:pt x="168984" y="29006"/>
                </a:lnTo>
                <a:lnTo>
                  <a:pt x="168280" y="28572"/>
                </a:lnTo>
                <a:lnTo>
                  <a:pt x="167572" y="28144"/>
                </a:lnTo>
                <a:lnTo>
                  <a:pt x="166861" y="27721"/>
                </a:lnTo>
                <a:lnTo>
                  <a:pt x="166147" y="27305"/>
                </a:lnTo>
                <a:lnTo>
                  <a:pt x="165430" y="26895"/>
                </a:lnTo>
                <a:lnTo>
                  <a:pt x="164710" y="26491"/>
                </a:lnTo>
                <a:lnTo>
                  <a:pt x="163986" y="26093"/>
                </a:lnTo>
                <a:lnTo>
                  <a:pt x="163259" y="25700"/>
                </a:lnTo>
                <a:lnTo>
                  <a:pt x="162530" y="25314"/>
                </a:lnTo>
                <a:lnTo>
                  <a:pt x="161796" y="24934"/>
                </a:lnTo>
                <a:lnTo>
                  <a:pt x="161060" y="24559"/>
                </a:lnTo>
                <a:lnTo>
                  <a:pt x="160321" y="24191"/>
                </a:lnTo>
                <a:lnTo>
                  <a:pt x="159578" y="23828"/>
                </a:lnTo>
                <a:lnTo>
                  <a:pt x="158832" y="23472"/>
                </a:lnTo>
                <a:lnTo>
                  <a:pt x="158082" y="23121"/>
                </a:lnTo>
                <a:lnTo>
                  <a:pt x="157330" y="22777"/>
                </a:lnTo>
                <a:lnTo>
                  <a:pt x="156574" y="22438"/>
                </a:lnTo>
                <a:lnTo>
                  <a:pt x="155815" y="22106"/>
                </a:lnTo>
                <a:lnTo>
                  <a:pt x="155052" y="21779"/>
                </a:lnTo>
                <a:lnTo>
                  <a:pt x="154287" y="21458"/>
                </a:lnTo>
                <a:lnTo>
                  <a:pt x="153518" y="21143"/>
                </a:lnTo>
                <a:lnTo>
                  <a:pt x="152748" y="20835"/>
                </a:lnTo>
                <a:lnTo>
                  <a:pt x="151976" y="20534"/>
                </a:lnTo>
                <a:lnTo>
                  <a:pt x="151202" y="20239"/>
                </a:lnTo>
                <a:lnTo>
                  <a:pt x="150426" y="19950"/>
                </a:lnTo>
                <a:lnTo>
                  <a:pt x="149649" y="19668"/>
                </a:lnTo>
                <a:lnTo>
                  <a:pt x="148869" y="19393"/>
                </a:lnTo>
                <a:lnTo>
                  <a:pt x="148087" y="19124"/>
                </a:lnTo>
                <a:lnTo>
                  <a:pt x="147304" y="18861"/>
                </a:lnTo>
                <a:lnTo>
                  <a:pt x="146519" y="18605"/>
                </a:lnTo>
                <a:lnTo>
                  <a:pt x="145731" y="18356"/>
                </a:lnTo>
                <a:lnTo>
                  <a:pt x="144942" y="18113"/>
                </a:lnTo>
                <a:lnTo>
                  <a:pt x="144151" y="17877"/>
                </a:lnTo>
                <a:lnTo>
                  <a:pt x="143358" y="17647"/>
                </a:lnTo>
                <a:lnTo>
                  <a:pt x="142563" y="17423"/>
                </a:lnTo>
                <a:lnTo>
                  <a:pt x="141765" y="17206"/>
                </a:lnTo>
                <a:lnTo>
                  <a:pt x="140966" y="16995"/>
                </a:lnTo>
                <a:lnTo>
                  <a:pt x="140165" y="16791"/>
                </a:lnTo>
                <a:lnTo>
                  <a:pt x="139362" y="16594"/>
                </a:lnTo>
                <a:lnTo>
                  <a:pt x="138556" y="16403"/>
                </a:lnTo>
                <a:lnTo>
                  <a:pt x="137749" y="16218"/>
                </a:lnTo>
                <a:lnTo>
                  <a:pt x="136940" y="16040"/>
                </a:lnTo>
                <a:lnTo>
                  <a:pt x="136128" y="15868"/>
                </a:lnTo>
                <a:lnTo>
                  <a:pt x="135314" y="15703"/>
                </a:lnTo>
                <a:lnTo>
                  <a:pt x="134499" y="15544"/>
                </a:lnTo>
                <a:lnTo>
                  <a:pt x="133684" y="15392"/>
                </a:lnTo>
                <a:lnTo>
                  <a:pt x="132868" y="15247"/>
                </a:lnTo>
                <a:lnTo>
                  <a:pt x="132051" y="15109"/>
                </a:lnTo>
                <a:lnTo>
                  <a:pt x="131234" y="14977"/>
                </a:lnTo>
                <a:lnTo>
                  <a:pt x="130416" y="14852"/>
                </a:lnTo>
                <a:lnTo>
                  <a:pt x="129598" y="14734"/>
                </a:lnTo>
                <a:lnTo>
                  <a:pt x="128779" y="14623"/>
                </a:lnTo>
                <a:lnTo>
                  <a:pt x="127960" y="14518"/>
                </a:lnTo>
                <a:lnTo>
                  <a:pt x="127139" y="14420"/>
                </a:lnTo>
                <a:lnTo>
                  <a:pt x="126319" y="14329"/>
                </a:lnTo>
                <a:lnTo>
                  <a:pt x="125497" y="14245"/>
                </a:lnTo>
                <a:lnTo>
                  <a:pt x="124675" y="14168"/>
                </a:lnTo>
                <a:lnTo>
                  <a:pt x="123852" y="14097"/>
                </a:lnTo>
                <a:lnTo>
                  <a:pt x="123029" y="14033"/>
                </a:lnTo>
                <a:lnTo>
                  <a:pt x="122204" y="13975"/>
                </a:lnTo>
                <a:lnTo>
                  <a:pt x="121379" y="13925"/>
                </a:lnTo>
                <a:lnTo>
                  <a:pt x="120554" y="13881"/>
                </a:lnTo>
                <a:lnTo>
                  <a:pt x="119727" y="13844"/>
                </a:lnTo>
                <a:lnTo>
                  <a:pt x="118900" y="13813"/>
                </a:lnTo>
                <a:lnTo>
                  <a:pt x="118072" y="13790"/>
                </a:lnTo>
                <a:lnTo>
                  <a:pt x="117244" y="13773"/>
                </a:lnTo>
                <a:lnTo>
                  <a:pt x="116414" y="13763"/>
                </a:lnTo>
                <a:lnTo>
                  <a:pt x="115584" y="13759"/>
                </a:lnTo>
                <a:lnTo>
                  <a:pt x="114754" y="13763"/>
                </a:lnTo>
                <a:lnTo>
                  <a:pt x="113924" y="13773"/>
                </a:lnTo>
                <a:lnTo>
                  <a:pt x="113096" y="13790"/>
                </a:lnTo>
                <a:lnTo>
                  <a:pt x="112268" y="13813"/>
                </a:lnTo>
                <a:lnTo>
                  <a:pt x="111441" y="13844"/>
                </a:lnTo>
                <a:lnTo>
                  <a:pt x="110614" y="13881"/>
                </a:lnTo>
                <a:lnTo>
                  <a:pt x="109789" y="13925"/>
                </a:lnTo>
                <a:lnTo>
                  <a:pt x="108964" y="13975"/>
                </a:lnTo>
                <a:lnTo>
                  <a:pt x="108140" y="14033"/>
                </a:lnTo>
                <a:lnTo>
                  <a:pt x="107316" y="14097"/>
                </a:lnTo>
                <a:lnTo>
                  <a:pt x="106493" y="14168"/>
                </a:lnTo>
                <a:lnTo>
                  <a:pt x="105671" y="14245"/>
                </a:lnTo>
                <a:lnTo>
                  <a:pt x="104850" y="14329"/>
                </a:lnTo>
                <a:lnTo>
                  <a:pt x="104029" y="14420"/>
                </a:lnTo>
                <a:lnTo>
                  <a:pt x="103208" y="14518"/>
                </a:lnTo>
                <a:lnTo>
                  <a:pt x="102389" y="14623"/>
                </a:lnTo>
                <a:lnTo>
                  <a:pt x="101570" y="14734"/>
                </a:lnTo>
                <a:lnTo>
                  <a:pt x="100751" y="14852"/>
                </a:lnTo>
                <a:lnTo>
                  <a:pt x="99934" y="14977"/>
                </a:lnTo>
                <a:lnTo>
                  <a:pt x="99116" y="15109"/>
                </a:lnTo>
                <a:lnTo>
                  <a:pt x="98300" y="15247"/>
                </a:lnTo>
                <a:lnTo>
                  <a:pt x="97484" y="15392"/>
                </a:lnTo>
                <a:lnTo>
                  <a:pt x="96668" y="15544"/>
                </a:lnTo>
                <a:lnTo>
                  <a:pt x="95853" y="15703"/>
                </a:lnTo>
                <a:lnTo>
                  <a:pt x="95040" y="15868"/>
                </a:lnTo>
                <a:lnTo>
                  <a:pt x="94228" y="16040"/>
                </a:lnTo>
                <a:lnTo>
                  <a:pt x="93419" y="16218"/>
                </a:lnTo>
                <a:lnTo>
                  <a:pt x="92611" y="16403"/>
                </a:lnTo>
                <a:lnTo>
                  <a:pt x="91806" y="16594"/>
                </a:lnTo>
                <a:lnTo>
                  <a:pt x="91003" y="16791"/>
                </a:lnTo>
                <a:lnTo>
                  <a:pt x="90201" y="16995"/>
                </a:lnTo>
                <a:lnTo>
                  <a:pt x="89402" y="17206"/>
                </a:lnTo>
                <a:lnTo>
                  <a:pt x="88605" y="17423"/>
                </a:lnTo>
                <a:lnTo>
                  <a:pt x="87810" y="17647"/>
                </a:lnTo>
                <a:lnTo>
                  <a:pt x="87017" y="17877"/>
                </a:lnTo>
                <a:lnTo>
                  <a:pt x="86225" y="18113"/>
                </a:lnTo>
                <a:lnTo>
                  <a:pt x="85436" y="18356"/>
                </a:lnTo>
                <a:lnTo>
                  <a:pt x="84649" y="18605"/>
                </a:lnTo>
                <a:lnTo>
                  <a:pt x="83864" y="18861"/>
                </a:lnTo>
                <a:lnTo>
                  <a:pt x="83080" y="19124"/>
                </a:lnTo>
                <a:lnTo>
                  <a:pt x="82299" y="19393"/>
                </a:lnTo>
                <a:lnTo>
                  <a:pt x="81519" y="19668"/>
                </a:lnTo>
                <a:lnTo>
                  <a:pt x="80741" y="19950"/>
                </a:lnTo>
                <a:lnTo>
                  <a:pt x="79966" y="20239"/>
                </a:lnTo>
                <a:lnTo>
                  <a:pt x="79192" y="20534"/>
                </a:lnTo>
                <a:lnTo>
                  <a:pt x="78420" y="20835"/>
                </a:lnTo>
                <a:lnTo>
                  <a:pt x="77649" y="21143"/>
                </a:lnTo>
                <a:lnTo>
                  <a:pt x="76881" y="21458"/>
                </a:lnTo>
                <a:lnTo>
                  <a:pt x="76115" y="21779"/>
                </a:lnTo>
                <a:lnTo>
                  <a:pt x="75353" y="22105"/>
                </a:lnTo>
                <a:lnTo>
                  <a:pt x="74594" y="22438"/>
                </a:lnTo>
                <a:lnTo>
                  <a:pt x="73838" y="22777"/>
                </a:lnTo>
                <a:lnTo>
                  <a:pt x="73085" y="23121"/>
                </a:lnTo>
                <a:lnTo>
                  <a:pt x="72336" y="23472"/>
                </a:lnTo>
                <a:lnTo>
                  <a:pt x="71590" y="23828"/>
                </a:lnTo>
                <a:lnTo>
                  <a:pt x="70847" y="24191"/>
                </a:lnTo>
                <a:lnTo>
                  <a:pt x="70108" y="24559"/>
                </a:lnTo>
                <a:lnTo>
                  <a:pt x="69371" y="24934"/>
                </a:lnTo>
                <a:lnTo>
                  <a:pt x="68638" y="25314"/>
                </a:lnTo>
                <a:lnTo>
                  <a:pt x="67908" y="25700"/>
                </a:lnTo>
                <a:lnTo>
                  <a:pt x="67182" y="26092"/>
                </a:lnTo>
                <a:lnTo>
                  <a:pt x="66458" y="26491"/>
                </a:lnTo>
                <a:lnTo>
                  <a:pt x="65738" y="26895"/>
                </a:lnTo>
                <a:lnTo>
                  <a:pt x="65021" y="27305"/>
                </a:lnTo>
                <a:lnTo>
                  <a:pt x="64307" y="27721"/>
                </a:lnTo>
                <a:lnTo>
                  <a:pt x="63596" y="28144"/>
                </a:lnTo>
                <a:lnTo>
                  <a:pt x="62888" y="28572"/>
                </a:lnTo>
                <a:lnTo>
                  <a:pt x="62184" y="29006"/>
                </a:lnTo>
                <a:lnTo>
                  <a:pt x="61482" y="29447"/>
                </a:lnTo>
                <a:lnTo>
                  <a:pt x="60784" y="29893"/>
                </a:lnTo>
                <a:lnTo>
                  <a:pt x="60088" y="30345"/>
                </a:lnTo>
                <a:lnTo>
                  <a:pt x="59396" y="30804"/>
                </a:lnTo>
                <a:lnTo>
                  <a:pt x="58708" y="31268"/>
                </a:lnTo>
                <a:lnTo>
                  <a:pt x="58024" y="31737"/>
                </a:lnTo>
                <a:lnTo>
                  <a:pt x="57344" y="32212"/>
                </a:lnTo>
                <a:lnTo>
                  <a:pt x="56669" y="32691"/>
                </a:lnTo>
                <a:lnTo>
                  <a:pt x="55998" y="33176"/>
                </a:lnTo>
                <a:lnTo>
                  <a:pt x="55331" y="33666"/>
                </a:lnTo>
                <a:lnTo>
                  <a:pt x="54669" y="34161"/>
                </a:lnTo>
                <a:lnTo>
                  <a:pt x="54011" y="34662"/>
                </a:lnTo>
                <a:lnTo>
                  <a:pt x="53358" y="35167"/>
                </a:lnTo>
                <a:lnTo>
                  <a:pt x="52709" y="35678"/>
                </a:lnTo>
                <a:lnTo>
                  <a:pt x="52064" y="36194"/>
                </a:lnTo>
                <a:lnTo>
                  <a:pt x="51423" y="36715"/>
                </a:lnTo>
                <a:lnTo>
                  <a:pt x="50787" y="37242"/>
                </a:lnTo>
                <a:lnTo>
                  <a:pt x="50155" y="37773"/>
                </a:lnTo>
                <a:lnTo>
                  <a:pt x="49527" y="38310"/>
                </a:lnTo>
                <a:lnTo>
                  <a:pt x="48904" y="38853"/>
                </a:lnTo>
                <a:lnTo>
                  <a:pt x="48285" y="39400"/>
                </a:lnTo>
                <a:lnTo>
                  <a:pt x="47670" y="39953"/>
                </a:lnTo>
                <a:lnTo>
                  <a:pt x="47060" y="40511"/>
                </a:lnTo>
                <a:lnTo>
                  <a:pt x="46453" y="41075"/>
                </a:lnTo>
                <a:lnTo>
                  <a:pt x="45851" y="41643"/>
                </a:lnTo>
                <a:lnTo>
                  <a:pt x="45253" y="42217"/>
                </a:lnTo>
                <a:lnTo>
                  <a:pt x="44660" y="42797"/>
                </a:lnTo>
                <a:lnTo>
                  <a:pt x="44070" y="43381"/>
                </a:lnTo>
                <a:lnTo>
                  <a:pt x="43485" y="43971"/>
                </a:lnTo>
                <a:lnTo>
                  <a:pt x="42906" y="44565"/>
                </a:lnTo>
                <a:lnTo>
                  <a:pt x="42332" y="45162"/>
                </a:lnTo>
                <a:lnTo>
                  <a:pt x="41763" y="45765"/>
                </a:lnTo>
                <a:lnTo>
                  <a:pt x="41200" y="46371"/>
                </a:lnTo>
                <a:lnTo>
                  <a:pt x="40642" y="46982"/>
                </a:lnTo>
                <a:lnTo>
                  <a:pt x="40089" y="47596"/>
                </a:lnTo>
                <a:lnTo>
                  <a:pt x="39541" y="48215"/>
                </a:lnTo>
                <a:lnTo>
                  <a:pt x="38999" y="48839"/>
                </a:lnTo>
                <a:lnTo>
                  <a:pt x="38462" y="49466"/>
                </a:lnTo>
                <a:lnTo>
                  <a:pt x="37930" y="50098"/>
                </a:lnTo>
                <a:lnTo>
                  <a:pt x="37404" y="50735"/>
                </a:lnTo>
                <a:lnTo>
                  <a:pt x="36883" y="51375"/>
                </a:lnTo>
                <a:lnTo>
                  <a:pt x="36367" y="52020"/>
                </a:lnTo>
                <a:lnTo>
                  <a:pt x="35856" y="52669"/>
                </a:lnTo>
                <a:lnTo>
                  <a:pt x="35350" y="53322"/>
                </a:lnTo>
                <a:lnTo>
                  <a:pt x="34850" y="53980"/>
                </a:lnTo>
                <a:lnTo>
                  <a:pt x="34355" y="54642"/>
                </a:lnTo>
                <a:lnTo>
                  <a:pt x="33865" y="55309"/>
                </a:lnTo>
                <a:lnTo>
                  <a:pt x="33380" y="55980"/>
                </a:lnTo>
                <a:lnTo>
                  <a:pt x="32900" y="56655"/>
                </a:lnTo>
                <a:lnTo>
                  <a:pt x="32426" y="57335"/>
                </a:lnTo>
                <a:lnTo>
                  <a:pt x="31957" y="58019"/>
                </a:lnTo>
                <a:lnTo>
                  <a:pt x="31493" y="58707"/>
                </a:lnTo>
                <a:lnTo>
                  <a:pt x="31034" y="59399"/>
                </a:lnTo>
                <a:lnTo>
                  <a:pt x="30582" y="60095"/>
                </a:lnTo>
                <a:lnTo>
                  <a:pt x="30135" y="60793"/>
                </a:lnTo>
                <a:lnTo>
                  <a:pt x="29695" y="61495"/>
                </a:lnTo>
                <a:lnTo>
                  <a:pt x="29261" y="62199"/>
                </a:lnTo>
                <a:lnTo>
                  <a:pt x="28832" y="62907"/>
                </a:lnTo>
                <a:lnTo>
                  <a:pt x="28410" y="63618"/>
                </a:lnTo>
                <a:lnTo>
                  <a:pt x="27994" y="64332"/>
                </a:lnTo>
                <a:lnTo>
                  <a:pt x="27584" y="65049"/>
                </a:lnTo>
                <a:lnTo>
                  <a:pt x="27179" y="65769"/>
                </a:lnTo>
                <a:lnTo>
                  <a:pt x="26781" y="66493"/>
                </a:lnTo>
                <a:lnTo>
                  <a:pt x="26389" y="67220"/>
                </a:lnTo>
                <a:lnTo>
                  <a:pt x="26002" y="67950"/>
                </a:lnTo>
                <a:lnTo>
                  <a:pt x="25622" y="68683"/>
                </a:lnTo>
                <a:lnTo>
                  <a:pt x="25248" y="69419"/>
                </a:lnTo>
                <a:lnTo>
                  <a:pt x="24879" y="70159"/>
                </a:lnTo>
                <a:lnTo>
                  <a:pt x="24517" y="70901"/>
                </a:lnTo>
                <a:lnTo>
                  <a:pt x="24160" y="71647"/>
                </a:lnTo>
                <a:lnTo>
                  <a:pt x="23810" y="72397"/>
                </a:lnTo>
                <a:lnTo>
                  <a:pt x="23465" y="73149"/>
                </a:lnTo>
                <a:lnTo>
                  <a:pt x="23127" y="73905"/>
                </a:lnTo>
                <a:lnTo>
                  <a:pt x="22794" y="74664"/>
                </a:lnTo>
                <a:lnTo>
                  <a:pt x="22467" y="75426"/>
                </a:lnTo>
                <a:lnTo>
                  <a:pt x="22146" y="76192"/>
                </a:lnTo>
                <a:lnTo>
                  <a:pt x="21832" y="76960"/>
                </a:lnTo>
                <a:lnTo>
                  <a:pt x="21524" y="77731"/>
                </a:lnTo>
                <a:lnTo>
                  <a:pt x="21222" y="78503"/>
                </a:lnTo>
                <a:lnTo>
                  <a:pt x="20927" y="79277"/>
                </a:lnTo>
                <a:lnTo>
                  <a:pt x="20639" y="80053"/>
                </a:lnTo>
                <a:lnTo>
                  <a:pt x="20357" y="80830"/>
                </a:lnTo>
                <a:lnTo>
                  <a:pt x="20081" y="81610"/>
                </a:lnTo>
                <a:lnTo>
                  <a:pt x="19812" y="82391"/>
                </a:lnTo>
                <a:lnTo>
                  <a:pt x="19550" y="83175"/>
                </a:lnTo>
                <a:lnTo>
                  <a:pt x="19294" y="83960"/>
                </a:lnTo>
                <a:lnTo>
                  <a:pt x="19045" y="84747"/>
                </a:lnTo>
                <a:lnTo>
                  <a:pt x="18802" y="85537"/>
                </a:lnTo>
                <a:lnTo>
                  <a:pt x="18565" y="86328"/>
                </a:lnTo>
                <a:lnTo>
                  <a:pt x="18335" y="87121"/>
                </a:lnTo>
                <a:lnTo>
                  <a:pt x="18112" y="87916"/>
                </a:lnTo>
                <a:lnTo>
                  <a:pt x="17895" y="88714"/>
                </a:lnTo>
                <a:lnTo>
                  <a:pt x="17684" y="89513"/>
                </a:lnTo>
                <a:lnTo>
                  <a:pt x="17480" y="90314"/>
                </a:lnTo>
                <a:lnTo>
                  <a:pt x="17282" y="91117"/>
                </a:lnTo>
                <a:lnTo>
                  <a:pt x="17091" y="91923"/>
                </a:lnTo>
                <a:lnTo>
                  <a:pt x="16906" y="92730"/>
                </a:lnTo>
                <a:lnTo>
                  <a:pt x="16728" y="93539"/>
                </a:lnTo>
                <a:lnTo>
                  <a:pt x="16557" y="94351"/>
                </a:lnTo>
                <a:lnTo>
                  <a:pt x="16391" y="95165"/>
                </a:lnTo>
                <a:lnTo>
                  <a:pt x="16233" y="95980"/>
                </a:lnTo>
                <a:lnTo>
                  <a:pt x="16081" y="96795"/>
                </a:lnTo>
                <a:lnTo>
                  <a:pt x="15935" y="97611"/>
                </a:lnTo>
                <a:lnTo>
                  <a:pt x="15797" y="98428"/>
                </a:lnTo>
                <a:lnTo>
                  <a:pt x="15666" y="99245"/>
                </a:lnTo>
                <a:lnTo>
                  <a:pt x="15541" y="100063"/>
                </a:lnTo>
                <a:lnTo>
                  <a:pt x="15423" y="100881"/>
                </a:lnTo>
                <a:lnTo>
                  <a:pt x="15311" y="101700"/>
                </a:lnTo>
                <a:lnTo>
                  <a:pt x="15207" y="102520"/>
                </a:lnTo>
                <a:lnTo>
                  <a:pt x="15109" y="103340"/>
                </a:lnTo>
                <a:lnTo>
                  <a:pt x="15018" y="104161"/>
                </a:lnTo>
                <a:lnTo>
                  <a:pt x="14934" y="104982"/>
                </a:lnTo>
                <a:lnTo>
                  <a:pt x="14856" y="105804"/>
                </a:lnTo>
                <a:lnTo>
                  <a:pt x="14785" y="106627"/>
                </a:lnTo>
                <a:lnTo>
                  <a:pt x="14721" y="107451"/>
                </a:lnTo>
                <a:lnTo>
                  <a:pt x="14664" y="108275"/>
                </a:lnTo>
                <a:lnTo>
                  <a:pt x="14613" y="109100"/>
                </a:lnTo>
                <a:lnTo>
                  <a:pt x="14569" y="109925"/>
                </a:lnTo>
                <a:lnTo>
                  <a:pt x="14532" y="110752"/>
                </a:lnTo>
                <a:lnTo>
                  <a:pt x="14502" y="111579"/>
                </a:lnTo>
                <a:lnTo>
                  <a:pt x="14478" y="112407"/>
                </a:lnTo>
                <a:lnTo>
                  <a:pt x="14462" y="113235"/>
                </a:lnTo>
                <a:lnTo>
                  <a:pt x="14451" y="114065"/>
                </a:lnTo>
                <a:lnTo>
                  <a:pt x="14448" y="114895"/>
                </a:lnTo>
                <a:lnTo>
                  <a:pt x="14451" y="115726"/>
                </a:lnTo>
                <a:lnTo>
                  <a:pt x="14462" y="116555"/>
                </a:lnTo>
                <a:lnTo>
                  <a:pt x="14478" y="117384"/>
                </a:lnTo>
                <a:lnTo>
                  <a:pt x="14502" y="118212"/>
                </a:lnTo>
                <a:lnTo>
                  <a:pt x="14532" y="119039"/>
                </a:lnTo>
                <a:lnTo>
                  <a:pt x="14569" y="119865"/>
                </a:lnTo>
                <a:lnTo>
                  <a:pt x="14613" y="120691"/>
                </a:lnTo>
                <a:lnTo>
                  <a:pt x="14664" y="121516"/>
                </a:lnTo>
                <a:lnTo>
                  <a:pt x="14721" y="122340"/>
                </a:lnTo>
                <a:lnTo>
                  <a:pt x="14785" y="123164"/>
                </a:lnTo>
                <a:lnTo>
                  <a:pt x="14856" y="123987"/>
                </a:lnTo>
                <a:lnTo>
                  <a:pt x="14934" y="124809"/>
                </a:lnTo>
                <a:lnTo>
                  <a:pt x="15018" y="125630"/>
                </a:lnTo>
                <a:lnTo>
                  <a:pt x="15109" y="126451"/>
                </a:lnTo>
                <a:lnTo>
                  <a:pt x="15207" y="127271"/>
                </a:lnTo>
                <a:lnTo>
                  <a:pt x="15311" y="128091"/>
                </a:lnTo>
                <a:lnTo>
                  <a:pt x="15423" y="128910"/>
                </a:lnTo>
                <a:lnTo>
                  <a:pt x="15541" y="129728"/>
                </a:lnTo>
                <a:lnTo>
                  <a:pt x="15666" y="130546"/>
                </a:lnTo>
                <a:lnTo>
                  <a:pt x="15797" y="131363"/>
                </a:lnTo>
                <a:lnTo>
                  <a:pt x="15935" y="132179"/>
                </a:lnTo>
                <a:lnTo>
                  <a:pt x="16081" y="132995"/>
                </a:lnTo>
                <a:lnTo>
                  <a:pt x="16233" y="133811"/>
                </a:lnTo>
                <a:lnTo>
                  <a:pt x="16391" y="134626"/>
                </a:lnTo>
                <a:lnTo>
                  <a:pt x="16557" y="135440"/>
                </a:lnTo>
                <a:lnTo>
                  <a:pt x="16728" y="136251"/>
                </a:lnTo>
                <a:lnTo>
                  <a:pt x="16906" y="137061"/>
                </a:lnTo>
                <a:lnTo>
                  <a:pt x="17091" y="137868"/>
                </a:lnTo>
                <a:lnTo>
                  <a:pt x="17282" y="138673"/>
                </a:lnTo>
                <a:lnTo>
                  <a:pt x="17480" y="139477"/>
                </a:lnTo>
                <a:lnTo>
                  <a:pt x="17684" y="140278"/>
                </a:lnTo>
                <a:lnTo>
                  <a:pt x="17895" y="141077"/>
                </a:lnTo>
                <a:lnTo>
                  <a:pt x="18112" y="141874"/>
                </a:lnTo>
                <a:lnTo>
                  <a:pt x="18335" y="142670"/>
                </a:lnTo>
                <a:lnTo>
                  <a:pt x="18565" y="143463"/>
                </a:lnTo>
                <a:lnTo>
                  <a:pt x="18802" y="144254"/>
                </a:lnTo>
                <a:lnTo>
                  <a:pt x="19045" y="145043"/>
                </a:lnTo>
                <a:lnTo>
                  <a:pt x="19294" y="145831"/>
                </a:lnTo>
                <a:lnTo>
                  <a:pt x="19550" y="146616"/>
                </a:lnTo>
                <a:lnTo>
                  <a:pt x="19812" y="147399"/>
                </a:lnTo>
                <a:lnTo>
                  <a:pt x="20081" y="148181"/>
                </a:lnTo>
                <a:lnTo>
                  <a:pt x="20357" y="148960"/>
                </a:lnTo>
                <a:lnTo>
                  <a:pt x="20639" y="149738"/>
                </a:lnTo>
                <a:lnTo>
                  <a:pt x="20927" y="150514"/>
                </a:lnTo>
                <a:lnTo>
                  <a:pt x="21222" y="151288"/>
                </a:lnTo>
                <a:lnTo>
                  <a:pt x="21524" y="152060"/>
                </a:lnTo>
                <a:lnTo>
                  <a:pt x="21832" y="152830"/>
                </a:lnTo>
                <a:lnTo>
                  <a:pt x="22146" y="153599"/>
                </a:lnTo>
                <a:lnTo>
                  <a:pt x="22467" y="154364"/>
                </a:lnTo>
                <a:lnTo>
                  <a:pt x="22794" y="155127"/>
                </a:lnTo>
                <a:lnTo>
                  <a:pt x="23127" y="155886"/>
                </a:lnTo>
                <a:lnTo>
                  <a:pt x="23465" y="156642"/>
                </a:lnTo>
                <a:lnTo>
                  <a:pt x="23810" y="157394"/>
                </a:lnTo>
                <a:lnTo>
                  <a:pt x="24160" y="158144"/>
                </a:lnTo>
                <a:lnTo>
                  <a:pt x="24517" y="158890"/>
                </a:lnTo>
                <a:lnTo>
                  <a:pt x="24879" y="159632"/>
                </a:lnTo>
                <a:lnTo>
                  <a:pt x="25248" y="160372"/>
                </a:lnTo>
                <a:lnTo>
                  <a:pt x="25622" y="161108"/>
                </a:lnTo>
                <a:lnTo>
                  <a:pt x="26002" y="161841"/>
                </a:lnTo>
                <a:lnTo>
                  <a:pt x="26389" y="162571"/>
                </a:lnTo>
                <a:lnTo>
                  <a:pt x="26781" y="163298"/>
                </a:lnTo>
                <a:lnTo>
                  <a:pt x="27179" y="164021"/>
                </a:lnTo>
                <a:lnTo>
                  <a:pt x="27583" y="164742"/>
                </a:lnTo>
                <a:lnTo>
                  <a:pt x="27994" y="165459"/>
                </a:lnTo>
                <a:lnTo>
                  <a:pt x="28410" y="166173"/>
                </a:lnTo>
                <a:lnTo>
                  <a:pt x="28832" y="166884"/>
                </a:lnTo>
                <a:lnTo>
                  <a:pt x="29260" y="167592"/>
                </a:lnTo>
                <a:lnTo>
                  <a:pt x="29695" y="168296"/>
                </a:lnTo>
                <a:lnTo>
                  <a:pt x="30135" y="168998"/>
                </a:lnTo>
                <a:lnTo>
                  <a:pt x="30581" y="169696"/>
                </a:lnTo>
                <a:lnTo>
                  <a:pt x="31034" y="170391"/>
                </a:lnTo>
                <a:lnTo>
                  <a:pt x="31492" y="171083"/>
                </a:lnTo>
                <a:lnTo>
                  <a:pt x="31956" y="171772"/>
                </a:lnTo>
                <a:lnTo>
                  <a:pt x="32425" y="172456"/>
                </a:lnTo>
                <a:lnTo>
                  <a:pt x="32900" y="173135"/>
                </a:lnTo>
                <a:lnTo>
                  <a:pt x="33379" y="173811"/>
                </a:lnTo>
                <a:lnTo>
                  <a:pt x="33864" y="174482"/>
                </a:lnTo>
                <a:lnTo>
                  <a:pt x="34354" y="175148"/>
                </a:lnTo>
                <a:lnTo>
                  <a:pt x="34849" y="175810"/>
                </a:lnTo>
                <a:lnTo>
                  <a:pt x="35350" y="176468"/>
                </a:lnTo>
                <a:lnTo>
                  <a:pt x="35856" y="177122"/>
                </a:lnTo>
                <a:lnTo>
                  <a:pt x="36366" y="177771"/>
                </a:lnTo>
                <a:lnTo>
                  <a:pt x="36882" y="178416"/>
                </a:lnTo>
                <a:lnTo>
                  <a:pt x="37404" y="179056"/>
                </a:lnTo>
                <a:lnTo>
                  <a:pt x="37930" y="179692"/>
                </a:lnTo>
                <a:lnTo>
                  <a:pt x="38462" y="180324"/>
                </a:lnTo>
                <a:lnTo>
                  <a:pt x="38999" y="180952"/>
                </a:lnTo>
                <a:lnTo>
                  <a:pt x="39541" y="181575"/>
                </a:lnTo>
                <a:lnTo>
                  <a:pt x="40089" y="182194"/>
                </a:lnTo>
                <a:lnTo>
                  <a:pt x="40642" y="182809"/>
                </a:lnTo>
                <a:lnTo>
                  <a:pt x="41200" y="183420"/>
                </a:lnTo>
                <a:lnTo>
                  <a:pt x="41763" y="184026"/>
                </a:lnTo>
                <a:lnTo>
                  <a:pt x="42332" y="184628"/>
                </a:lnTo>
                <a:lnTo>
                  <a:pt x="42906" y="185226"/>
                </a:lnTo>
                <a:lnTo>
                  <a:pt x="43485" y="185820"/>
                </a:lnTo>
                <a:lnTo>
                  <a:pt x="44070" y="186409"/>
                </a:lnTo>
                <a:lnTo>
                  <a:pt x="44660" y="186994"/>
                </a:lnTo>
                <a:lnTo>
                  <a:pt x="45253" y="187573"/>
                </a:lnTo>
                <a:lnTo>
                  <a:pt x="45851" y="188147"/>
                </a:lnTo>
                <a:lnTo>
                  <a:pt x="46453" y="188716"/>
                </a:lnTo>
                <a:lnTo>
                  <a:pt x="47060" y="189280"/>
                </a:lnTo>
                <a:lnTo>
                  <a:pt x="47670" y="189838"/>
                </a:lnTo>
                <a:lnTo>
                  <a:pt x="48285" y="190390"/>
                </a:lnTo>
                <a:lnTo>
                  <a:pt x="48904" y="190938"/>
                </a:lnTo>
                <a:lnTo>
                  <a:pt x="49527" y="191480"/>
                </a:lnTo>
                <a:lnTo>
                  <a:pt x="50155" y="192017"/>
                </a:lnTo>
                <a:lnTo>
                  <a:pt x="50787" y="192549"/>
                </a:lnTo>
                <a:lnTo>
                  <a:pt x="51423" y="193076"/>
                </a:lnTo>
                <a:lnTo>
                  <a:pt x="52064" y="193597"/>
                </a:lnTo>
                <a:lnTo>
                  <a:pt x="52709" y="194113"/>
                </a:lnTo>
                <a:lnTo>
                  <a:pt x="53358" y="194624"/>
                </a:lnTo>
                <a:lnTo>
                  <a:pt x="54011" y="195129"/>
                </a:lnTo>
                <a:lnTo>
                  <a:pt x="54669" y="195630"/>
                </a:lnTo>
                <a:lnTo>
                  <a:pt x="55331" y="196125"/>
                </a:lnTo>
                <a:lnTo>
                  <a:pt x="55998" y="196615"/>
                </a:lnTo>
                <a:lnTo>
                  <a:pt x="56668" y="197100"/>
                </a:lnTo>
                <a:lnTo>
                  <a:pt x="57344" y="197579"/>
                </a:lnTo>
                <a:lnTo>
                  <a:pt x="58023" y="198054"/>
                </a:lnTo>
                <a:lnTo>
                  <a:pt x="58707" y="198523"/>
                </a:lnTo>
                <a:lnTo>
                  <a:pt x="59396" y="198987"/>
                </a:lnTo>
                <a:lnTo>
                  <a:pt x="60088" y="199445"/>
                </a:lnTo>
                <a:lnTo>
                  <a:pt x="60783" y="199898"/>
                </a:lnTo>
                <a:lnTo>
                  <a:pt x="61482" y="200344"/>
                </a:lnTo>
                <a:lnTo>
                  <a:pt x="62183" y="200784"/>
                </a:lnTo>
                <a:lnTo>
                  <a:pt x="62888" y="201219"/>
                </a:lnTo>
                <a:lnTo>
                  <a:pt x="63595" y="201647"/>
                </a:lnTo>
                <a:lnTo>
                  <a:pt x="64306" y="202069"/>
                </a:lnTo>
                <a:lnTo>
                  <a:pt x="65020" y="202485"/>
                </a:lnTo>
                <a:lnTo>
                  <a:pt x="65737" y="202896"/>
                </a:lnTo>
                <a:lnTo>
                  <a:pt x="66458" y="203300"/>
                </a:lnTo>
                <a:lnTo>
                  <a:pt x="67181" y="203698"/>
                </a:lnTo>
                <a:lnTo>
                  <a:pt x="67908" y="204090"/>
                </a:lnTo>
                <a:lnTo>
                  <a:pt x="68638" y="204477"/>
                </a:lnTo>
                <a:lnTo>
                  <a:pt x="69371" y="204857"/>
                </a:lnTo>
                <a:lnTo>
                  <a:pt x="70107" y="205231"/>
                </a:lnTo>
                <a:lnTo>
                  <a:pt x="70847" y="205600"/>
                </a:lnTo>
                <a:lnTo>
                  <a:pt x="71590" y="205962"/>
                </a:lnTo>
                <a:lnTo>
                  <a:pt x="72336" y="206319"/>
                </a:lnTo>
                <a:lnTo>
                  <a:pt x="73085" y="206669"/>
                </a:lnTo>
                <a:lnTo>
                  <a:pt x="73837" y="207014"/>
                </a:lnTo>
                <a:lnTo>
                  <a:pt x="74593" y="207353"/>
                </a:lnTo>
                <a:lnTo>
                  <a:pt x="75352" y="207685"/>
                </a:lnTo>
                <a:lnTo>
                  <a:pt x="76115" y="208012"/>
                </a:lnTo>
                <a:lnTo>
                  <a:pt x="76881" y="208333"/>
                </a:lnTo>
                <a:lnTo>
                  <a:pt x="77649" y="208647"/>
                </a:lnTo>
                <a:lnTo>
                  <a:pt x="78419" y="208955"/>
                </a:lnTo>
                <a:lnTo>
                  <a:pt x="79191" y="209257"/>
                </a:lnTo>
                <a:lnTo>
                  <a:pt x="79965" y="209552"/>
                </a:lnTo>
                <a:lnTo>
                  <a:pt x="80741" y="209840"/>
                </a:lnTo>
                <a:lnTo>
                  <a:pt x="81519" y="210122"/>
                </a:lnTo>
                <a:lnTo>
                  <a:pt x="82298" y="210398"/>
                </a:lnTo>
                <a:lnTo>
                  <a:pt x="83080" y="210667"/>
                </a:lnTo>
                <a:lnTo>
                  <a:pt x="83863" y="210929"/>
                </a:lnTo>
                <a:lnTo>
                  <a:pt x="84649" y="211185"/>
                </a:lnTo>
                <a:lnTo>
                  <a:pt x="85436" y="211435"/>
                </a:lnTo>
                <a:lnTo>
                  <a:pt x="86225" y="211678"/>
                </a:lnTo>
                <a:lnTo>
                  <a:pt x="87016" y="211914"/>
                </a:lnTo>
                <a:lnTo>
                  <a:pt x="87810" y="212144"/>
                </a:lnTo>
                <a:lnTo>
                  <a:pt x="88605" y="212368"/>
                </a:lnTo>
                <a:lnTo>
                  <a:pt x="89402" y="212585"/>
                </a:lnTo>
                <a:lnTo>
                  <a:pt x="90201" y="212795"/>
                </a:lnTo>
                <a:lnTo>
                  <a:pt x="91003" y="212999"/>
                </a:lnTo>
                <a:lnTo>
                  <a:pt x="91806" y="213197"/>
                </a:lnTo>
                <a:lnTo>
                  <a:pt x="92611" y="213388"/>
                </a:lnTo>
                <a:lnTo>
                  <a:pt x="93419" y="213573"/>
                </a:lnTo>
                <a:lnTo>
                  <a:pt x="94228" y="213751"/>
                </a:lnTo>
                <a:lnTo>
                  <a:pt x="95040" y="213923"/>
                </a:lnTo>
                <a:lnTo>
                  <a:pt x="95854" y="214088"/>
                </a:lnTo>
                <a:lnTo>
                  <a:pt x="96669" y="214247"/>
                </a:lnTo>
                <a:lnTo>
                  <a:pt x="97484" y="214399"/>
                </a:lnTo>
                <a:lnTo>
                  <a:pt x="98300" y="214544"/>
                </a:lnTo>
                <a:lnTo>
                  <a:pt x="99117" y="214682"/>
                </a:lnTo>
                <a:lnTo>
                  <a:pt x="99934" y="214814"/>
                </a:lnTo>
                <a:lnTo>
                  <a:pt x="100752" y="214938"/>
                </a:lnTo>
                <a:lnTo>
                  <a:pt x="101570" y="215057"/>
                </a:lnTo>
                <a:lnTo>
                  <a:pt x="102389" y="215168"/>
                </a:lnTo>
                <a:lnTo>
                  <a:pt x="103209" y="215272"/>
                </a:lnTo>
                <a:lnTo>
                  <a:pt x="104029" y="215370"/>
                </a:lnTo>
                <a:lnTo>
                  <a:pt x="104850" y="215461"/>
                </a:lnTo>
                <a:lnTo>
                  <a:pt x="105671" y="215546"/>
                </a:lnTo>
                <a:lnTo>
                  <a:pt x="106493" y="215623"/>
                </a:lnTo>
                <a:lnTo>
                  <a:pt x="107316" y="215694"/>
                </a:lnTo>
                <a:lnTo>
                  <a:pt x="108140" y="215758"/>
                </a:lnTo>
                <a:lnTo>
                  <a:pt x="108964" y="215815"/>
                </a:lnTo>
                <a:lnTo>
                  <a:pt x="109789" y="215866"/>
                </a:lnTo>
                <a:lnTo>
                  <a:pt x="110615" y="215910"/>
                </a:lnTo>
                <a:lnTo>
                  <a:pt x="111441" y="215947"/>
                </a:lnTo>
                <a:lnTo>
                  <a:pt x="112268" y="215977"/>
                </a:lnTo>
                <a:lnTo>
                  <a:pt x="113096" y="216001"/>
                </a:lnTo>
                <a:lnTo>
                  <a:pt x="113925" y="216018"/>
                </a:lnTo>
                <a:lnTo>
                  <a:pt x="114754" y="216028"/>
                </a:lnTo>
                <a:lnTo>
                  <a:pt x="115584" y="216031"/>
                </a:lnTo>
                <a:lnTo>
                  <a:pt x="116414" y="216028"/>
                </a:lnTo>
                <a:lnTo>
                  <a:pt x="117244" y="216018"/>
                </a:lnTo>
                <a:lnTo>
                  <a:pt x="118072" y="216001"/>
                </a:lnTo>
                <a:lnTo>
                  <a:pt x="118900" y="215977"/>
                </a:lnTo>
                <a:lnTo>
                  <a:pt x="119727" y="215947"/>
                </a:lnTo>
                <a:lnTo>
                  <a:pt x="120554" y="215910"/>
                </a:lnTo>
                <a:lnTo>
                  <a:pt x="121379" y="215866"/>
                </a:lnTo>
                <a:lnTo>
                  <a:pt x="122204" y="215815"/>
                </a:lnTo>
                <a:lnTo>
                  <a:pt x="123029" y="215758"/>
                </a:lnTo>
                <a:lnTo>
                  <a:pt x="123852" y="215694"/>
                </a:lnTo>
                <a:lnTo>
                  <a:pt x="124675" y="215623"/>
                </a:lnTo>
                <a:lnTo>
                  <a:pt x="125497" y="215546"/>
                </a:lnTo>
                <a:lnTo>
                  <a:pt x="126319" y="215461"/>
                </a:lnTo>
                <a:lnTo>
                  <a:pt x="127139" y="215370"/>
                </a:lnTo>
                <a:lnTo>
                  <a:pt x="127960" y="215272"/>
                </a:lnTo>
                <a:lnTo>
                  <a:pt x="128779" y="215168"/>
                </a:lnTo>
                <a:lnTo>
                  <a:pt x="129598" y="215057"/>
                </a:lnTo>
                <a:lnTo>
                  <a:pt x="130416" y="214938"/>
                </a:lnTo>
                <a:lnTo>
                  <a:pt x="131234" y="214814"/>
                </a:lnTo>
                <a:lnTo>
                  <a:pt x="132051" y="214682"/>
                </a:lnTo>
                <a:lnTo>
                  <a:pt x="132868" y="214544"/>
                </a:lnTo>
                <a:lnTo>
                  <a:pt x="133684" y="214399"/>
                </a:lnTo>
                <a:lnTo>
                  <a:pt x="134499" y="214247"/>
                </a:lnTo>
                <a:lnTo>
                  <a:pt x="135314" y="214088"/>
                </a:lnTo>
                <a:lnTo>
                  <a:pt x="136128" y="213923"/>
                </a:lnTo>
                <a:lnTo>
                  <a:pt x="136940" y="213751"/>
                </a:lnTo>
                <a:lnTo>
                  <a:pt x="137749" y="213573"/>
                </a:lnTo>
                <a:lnTo>
                  <a:pt x="138556" y="213388"/>
                </a:lnTo>
                <a:lnTo>
                  <a:pt x="139362" y="213197"/>
                </a:lnTo>
                <a:lnTo>
                  <a:pt x="140165" y="212999"/>
                </a:lnTo>
                <a:lnTo>
                  <a:pt x="140966" y="212795"/>
                </a:lnTo>
                <a:lnTo>
                  <a:pt x="141765" y="212585"/>
                </a:lnTo>
                <a:lnTo>
                  <a:pt x="142563" y="212368"/>
                </a:lnTo>
                <a:lnTo>
                  <a:pt x="143358" y="212144"/>
                </a:lnTo>
                <a:lnTo>
                  <a:pt x="144151" y="211914"/>
                </a:lnTo>
                <a:lnTo>
                  <a:pt x="144942" y="211678"/>
                </a:lnTo>
                <a:lnTo>
                  <a:pt x="145731" y="211435"/>
                </a:lnTo>
                <a:lnTo>
                  <a:pt x="146519" y="211185"/>
                </a:lnTo>
                <a:lnTo>
                  <a:pt x="147304" y="210929"/>
                </a:lnTo>
                <a:lnTo>
                  <a:pt x="148088" y="210667"/>
                </a:lnTo>
                <a:lnTo>
                  <a:pt x="148869" y="210398"/>
                </a:lnTo>
                <a:lnTo>
                  <a:pt x="149649" y="210122"/>
                </a:lnTo>
                <a:lnTo>
                  <a:pt x="150426" y="209841"/>
                </a:lnTo>
                <a:lnTo>
                  <a:pt x="151202" y="209552"/>
                </a:lnTo>
                <a:lnTo>
                  <a:pt x="151976" y="209257"/>
                </a:lnTo>
                <a:lnTo>
                  <a:pt x="152748" y="208955"/>
                </a:lnTo>
                <a:lnTo>
                  <a:pt x="153519" y="208647"/>
                </a:lnTo>
                <a:lnTo>
                  <a:pt x="154287" y="208333"/>
                </a:lnTo>
                <a:lnTo>
                  <a:pt x="155053" y="208012"/>
                </a:lnTo>
                <a:lnTo>
                  <a:pt x="155815" y="207685"/>
                </a:lnTo>
                <a:lnTo>
                  <a:pt x="156574" y="207352"/>
                </a:lnTo>
                <a:lnTo>
                  <a:pt x="157330" y="207014"/>
                </a:lnTo>
                <a:lnTo>
                  <a:pt x="158083" y="206669"/>
                </a:lnTo>
                <a:lnTo>
                  <a:pt x="158832" y="206319"/>
                </a:lnTo>
                <a:lnTo>
                  <a:pt x="159578" y="205962"/>
                </a:lnTo>
                <a:lnTo>
                  <a:pt x="160321" y="205600"/>
                </a:lnTo>
                <a:lnTo>
                  <a:pt x="161060" y="205231"/>
                </a:lnTo>
                <a:lnTo>
                  <a:pt x="161797" y="204857"/>
                </a:lnTo>
                <a:lnTo>
                  <a:pt x="162530" y="204477"/>
                </a:lnTo>
                <a:lnTo>
                  <a:pt x="163260" y="204090"/>
                </a:lnTo>
                <a:lnTo>
                  <a:pt x="163986" y="203698"/>
                </a:lnTo>
                <a:lnTo>
                  <a:pt x="164710" y="203300"/>
                </a:lnTo>
                <a:lnTo>
                  <a:pt x="165430" y="202896"/>
                </a:lnTo>
                <a:lnTo>
                  <a:pt x="166147" y="202485"/>
                </a:lnTo>
                <a:lnTo>
                  <a:pt x="166861" y="202069"/>
                </a:lnTo>
                <a:lnTo>
                  <a:pt x="167572" y="201647"/>
                </a:lnTo>
                <a:lnTo>
                  <a:pt x="168280" y="201219"/>
                </a:lnTo>
                <a:lnTo>
                  <a:pt x="168984" y="200784"/>
                </a:lnTo>
                <a:lnTo>
                  <a:pt x="169686" y="200344"/>
                </a:lnTo>
                <a:lnTo>
                  <a:pt x="170384" y="199898"/>
                </a:lnTo>
                <a:lnTo>
                  <a:pt x="171080" y="199445"/>
                </a:lnTo>
                <a:lnTo>
                  <a:pt x="171772" y="198987"/>
                </a:lnTo>
                <a:lnTo>
                  <a:pt x="172460" y="198523"/>
                </a:lnTo>
                <a:lnTo>
                  <a:pt x="173144" y="198054"/>
                </a:lnTo>
                <a:lnTo>
                  <a:pt x="173824" y="197579"/>
                </a:lnTo>
                <a:lnTo>
                  <a:pt x="174499" y="197100"/>
                </a:lnTo>
                <a:lnTo>
                  <a:pt x="175170" y="196615"/>
                </a:lnTo>
                <a:lnTo>
                  <a:pt x="175836" y="196125"/>
                </a:lnTo>
                <a:lnTo>
                  <a:pt x="176499" y="195630"/>
                </a:lnTo>
                <a:lnTo>
                  <a:pt x="177156" y="195129"/>
                </a:lnTo>
                <a:lnTo>
                  <a:pt x="177810" y="194624"/>
                </a:lnTo>
                <a:lnTo>
                  <a:pt x="178459" y="194113"/>
                </a:lnTo>
                <a:lnTo>
                  <a:pt x="179104" y="193597"/>
                </a:lnTo>
                <a:lnTo>
                  <a:pt x="179744" y="193075"/>
                </a:lnTo>
                <a:lnTo>
                  <a:pt x="180381" y="192549"/>
                </a:lnTo>
                <a:lnTo>
                  <a:pt x="181013" y="192017"/>
                </a:lnTo>
                <a:lnTo>
                  <a:pt x="181640" y="191480"/>
                </a:lnTo>
                <a:lnTo>
                  <a:pt x="182264" y="190938"/>
                </a:lnTo>
                <a:lnTo>
                  <a:pt x="182883" y="190390"/>
                </a:lnTo>
                <a:lnTo>
                  <a:pt x="183498" y="189838"/>
                </a:lnTo>
                <a:lnTo>
                  <a:pt x="184108" y="189279"/>
                </a:lnTo>
                <a:lnTo>
                  <a:pt x="184715" y="188716"/>
                </a:lnTo>
                <a:lnTo>
                  <a:pt x="185317" y="188147"/>
                </a:lnTo>
                <a:lnTo>
                  <a:pt x="185915" y="187573"/>
                </a:lnTo>
                <a:lnTo>
                  <a:pt x="186508" y="186994"/>
                </a:lnTo>
                <a:lnTo>
                  <a:pt x="187098" y="186409"/>
                </a:lnTo>
                <a:lnTo>
                  <a:pt x="187682" y="185820"/>
                </a:lnTo>
                <a:lnTo>
                  <a:pt x="188262" y="185226"/>
                </a:lnTo>
                <a:lnTo>
                  <a:pt x="188836" y="184628"/>
                </a:lnTo>
                <a:lnTo>
                  <a:pt x="189405" y="184026"/>
                </a:lnTo>
                <a:lnTo>
                  <a:pt x="189968" y="183420"/>
                </a:lnTo>
                <a:lnTo>
                  <a:pt x="190526" y="182809"/>
                </a:lnTo>
                <a:lnTo>
                  <a:pt x="191079" y="182194"/>
                </a:lnTo>
                <a:lnTo>
                  <a:pt x="191626" y="181575"/>
                </a:lnTo>
                <a:lnTo>
                  <a:pt x="192169" y="180952"/>
                </a:lnTo>
                <a:lnTo>
                  <a:pt x="192706" y="180324"/>
                </a:lnTo>
                <a:lnTo>
                  <a:pt x="193237" y="179692"/>
                </a:lnTo>
                <a:lnTo>
                  <a:pt x="193764" y="179056"/>
                </a:lnTo>
                <a:lnTo>
                  <a:pt x="194285" y="178416"/>
                </a:lnTo>
                <a:lnTo>
                  <a:pt x="194801" y="177771"/>
                </a:lnTo>
                <a:lnTo>
                  <a:pt x="195312" y="177122"/>
                </a:lnTo>
                <a:lnTo>
                  <a:pt x="195817" y="176468"/>
                </a:lnTo>
                <a:lnTo>
                  <a:pt x="196318" y="175811"/>
                </a:lnTo>
                <a:lnTo>
                  <a:pt x="196813" y="175148"/>
                </a:lnTo>
                <a:lnTo>
                  <a:pt x="197303" y="174482"/>
                </a:lnTo>
                <a:lnTo>
                  <a:pt x="197788" y="173811"/>
                </a:lnTo>
                <a:lnTo>
                  <a:pt x="198267" y="173136"/>
                </a:lnTo>
                <a:lnTo>
                  <a:pt x="198742" y="172456"/>
                </a:lnTo>
                <a:lnTo>
                  <a:pt x="199211" y="171772"/>
                </a:lnTo>
                <a:lnTo>
                  <a:pt x="199675" y="171084"/>
                </a:lnTo>
                <a:lnTo>
                  <a:pt x="200133" y="170391"/>
                </a:lnTo>
                <a:lnTo>
                  <a:pt x="200586" y="169696"/>
                </a:lnTo>
                <a:lnTo>
                  <a:pt x="201032" y="168998"/>
                </a:lnTo>
                <a:lnTo>
                  <a:pt x="201473" y="168296"/>
                </a:lnTo>
                <a:lnTo>
                  <a:pt x="201907" y="167592"/>
                </a:lnTo>
                <a:lnTo>
                  <a:pt x="202335" y="166884"/>
                </a:lnTo>
                <a:lnTo>
                  <a:pt x="202757" y="166173"/>
                </a:lnTo>
                <a:lnTo>
                  <a:pt x="203174" y="165459"/>
                </a:lnTo>
                <a:lnTo>
                  <a:pt x="203584" y="164742"/>
                </a:lnTo>
                <a:lnTo>
                  <a:pt x="203988" y="164021"/>
                </a:lnTo>
                <a:lnTo>
                  <a:pt x="204386" y="163298"/>
                </a:lnTo>
                <a:lnTo>
                  <a:pt x="204779" y="162571"/>
                </a:lnTo>
                <a:lnTo>
                  <a:pt x="205165" y="161841"/>
                </a:lnTo>
                <a:lnTo>
                  <a:pt x="205545" y="161108"/>
                </a:lnTo>
                <a:lnTo>
                  <a:pt x="205920" y="160372"/>
                </a:lnTo>
                <a:lnTo>
                  <a:pt x="206288" y="159632"/>
                </a:lnTo>
                <a:lnTo>
                  <a:pt x="206651" y="158889"/>
                </a:lnTo>
                <a:lnTo>
                  <a:pt x="207007" y="158143"/>
                </a:lnTo>
                <a:lnTo>
                  <a:pt x="207358" y="157394"/>
                </a:lnTo>
                <a:lnTo>
                  <a:pt x="207702" y="156641"/>
                </a:lnTo>
                <a:lnTo>
                  <a:pt x="208041" y="155886"/>
                </a:lnTo>
                <a:lnTo>
                  <a:pt x="208374" y="155126"/>
                </a:lnTo>
                <a:lnTo>
                  <a:pt x="208700" y="154364"/>
                </a:lnTo>
                <a:lnTo>
                  <a:pt x="209021" y="153598"/>
                </a:lnTo>
                <a:lnTo>
                  <a:pt x="209336" y="152830"/>
                </a:lnTo>
                <a:lnTo>
                  <a:pt x="209644" y="152060"/>
                </a:lnTo>
                <a:lnTo>
                  <a:pt x="209945" y="151288"/>
                </a:lnTo>
                <a:lnTo>
                  <a:pt x="210240" y="150514"/>
                </a:lnTo>
                <a:lnTo>
                  <a:pt x="210529" y="149738"/>
                </a:lnTo>
                <a:lnTo>
                  <a:pt x="210811" y="148960"/>
                </a:lnTo>
                <a:lnTo>
                  <a:pt x="211086" y="148181"/>
                </a:lnTo>
                <a:lnTo>
                  <a:pt x="211355" y="147399"/>
                </a:lnTo>
                <a:lnTo>
                  <a:pt x="211618" y="146616"/>
                </a:lnTo>
                <a:lnTo>
                  <a:pt x="211874" y="145830"/>
                </a:lnTo>
                <a:lnTo>
                  <a:pt x="212123" y="145043"/>
                </a:lnTo>
                <a:lnTo>
                  <a:pt x="212366" y="144254"/>
                </a:lnTo>
                <a:lnTo>
                  <a:pt x="212603" y="143463"/>
                </a:lnTo>
                <a:lnTo>
                  <a:pt x="212833" y="142669"/>
                </a:lnTo>
                <a:lnTo>
                  <a:pt x="213056" y="141874"/>
                </a:lnTo>
                <a:lnTo>
                  <a:pt x="213273" y="141077"/>
                </a:lnTo>
                <a:lnTo>
                  <a:pt x="213484" y="140278"/>
                </a:lnTo>
                <a:lnTo>
                  <a:pt x="213688" y="139476"/>
                </a:lnTo>
                <a:lnTo>
                  <a:pt x="213886" y="138673"/>
                </a:lnTo>
                <a:lnTo>
                  <a:pt x="214077" y="137868"/>
                </a:lnTo>
                <a:lnTo>
                  <a:pt x="214262" y="137060"/>
                </a:lnTo>
                <a:lnTo>
                  <a:pt x="214440" y="136251"/>
                </a:lnTo>
                <a:lnTo>
                  <a:pt x="214612" y="135439"/>
                </a:lnTo>
                <a:lnTo>
                  <a:pt x="214777" y="134626"/>
                </a:lnTo>
                <a:lnTo>
                  <a:pt x="214935" y="133811"/>
                </a:lnTo>
                <a:lnTo>
                  <a:pt x="215087" y="132996"/>
                </a:lnTo>
                <a:lnTo>
                  <a:pt x="215232" y="132180"/>
                </a:lnTo>
                <a:lnTo>
                  <a:pt x="215371" y="131363"/>
                </a:lnTo>
                <a:lnTo>
                  <a:pt x="215502" y="130546"/>
                </a:lnTo>
                <a:lnTo>
                  <a:pt x="215627" y="129728"/>
                </a:lnTo>
                <a:lnTo>
                  <a:pt x="215745" y="128910"/>
                </a:lnTo>
                <a:lnTo>
                  <a:pt x="215857" y="128091"/>
                </a:lnTo>
                <a:lnTo>
                  <a:pt x="215961" y="127271"/>
                </a:lnTo>
                <a:lnTo>
                  <a:pt x="216059" y="126451"/>
                </a:lnTo>
                <a:lnTo>
                  <a:pt x="216150" y="125630"/>
                </a:lnTo>
                <a:lnTo>
                  <a:pt x="216234" y="124809"/>
                </a:lnTo>
                <a:lnTo>
                  <a:pt x="216312" y="123986"/>
                </a:lnTo>
                <a:lnTo>
                  <a:pt x="216383" y="123164"/>
                </a:lnTo>
                <a:lnTo>
                  <a:pt x="216447" y="122340"/>
                </a:lnTo>
                <a:lnTo>
                  <a:pt x="216504" y="121516"/>
                </a:lnTo>
                <a:lnTo>
                  <a:pt x="216555" y="120691"/>
                </a:lnTo>
                <a:lnTo>
                  <a:pt x="216599" y="119865"/>
                </a:lnTo>
                <a:lnTo>
                  <a:pt x="216636" y="119039"/>
                </a:lnTo>
                <a:lnTo>
                  <a:pt x="216666" y="118212"/>
                </a:lnTo>
                <a:lnTo>
                  <a:pt x="216690" y="117384"/>
                </a:lnTo>
                <a:lnTo>
                  <a:pt x="216707" y="116555"/>
                </a:lnTo>
                <a:lnTo>
                  <a:pt x="216717" y="1157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Text 4">
            <a:extLst xmlns:a="http://schemas.openxmlformats.org/drawingml/2006/main">
              <a:ext uri="{FF2B5EF4-FFF2-40B4-BE49-F238E27FC236}">
                <a16:creationId xmlns:a16="http://schemas.microsoft.com/office/drawing/2014/main" id="{37298567-15DF-4DAF-94BF-1C148346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499" y="295735"/>
            <a:ext cx="85841" cy="124106"/>
          </a:xfrm>
          <a:custGeom xmlns:a="http://schemas.openxmlformats.org/drawingml/2006/main">
            <a:pathLst>
              <a:path w="85841" h="124106">
                <a:moveTo>
                  <a:pt x="53841" y="124106"/>
                </a:moveTo>
                <a:lnTo>
                  <a:pt x="53841" y="94392"/>
                </a:lnTo>
                <a:lnTo>
                  <a:pt x="0" y="94392"/>
                </a:lnTo>
                <a:lnTo>
                  <a:pt x="0" y="80423"/>
                </a:lnTo>
                <a:lnTo>
                  <a:pt x="56635" y="0"/>
                </a:lnTo>
                <a:lnTo>
                  <a:pt x="69080" y="0"/>
                </a:lnTo>
                <a:lnTo>
                  <a:pt x="69080" y="80423"/>
                </a:lnTo>
                <a:lnTo>
                  <a:pt x="85841" y="80423"/>
                </a:lnTo>
                <a:lnTo>
                  <a:pt x="85841" y="94392"/>
                </a:lnTo>
                <a:lnTo>
                  <a:pt x="69080" y="94392"/>
                </a:lnTo>
                <a:lnTo>
                  <a:pt x="69080" y="124106"/>
                </a:lnTo>
                <a:lnTo>
                  <a:pt x="53841" y="124106"/>
                </a:lnTo>
                <a:moveTo>
                  <a:pt x="53841" y="80423"/>
                </a:moveTo>
                <a:lnTo>
                  <a:pt x="53841" y="24466"/>
                </a:lnTo>
                <a:lnTo>
                  <a:pt x="14984" y="80423"/>
                </a:lnTo>
                <a:lnTo>
                  <a:pt x="53841" y="804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5DB021-DFD3-428A-8D5A-318CE2F1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129" y="253689"/>
            <a:ext cx="216720" cy="216720"/>
          </a:xfrm>
          <a:custGeom xmlns:a="http://schemas.openxmlformats.org/drawingml/2006/main">
            <a:pathLst>
              <a:path w="216720" h="216720">
                <a:moveTo>
                  <a:pt x="216720" y="108360"/>
                </a:moveTo>
                <a:cubicBezTo>
                  <a:pt x="216720" y="115475"/>
                  <a:pt x="216026" y="122522"/>
                  <a:pt x="214638" y="129500"/>
                </a:cubicBezTo>
                <a:cubicBezTo>
                  <a:pt x="213249" y="136478"/>
                  <a:pt x="211194" y="143254"/>
                  <a:pt x="208471" y="149828"/>
                </a:cubicBezTo>
                <a:cubicBezTo>
                  <a:pt x="205748" y="156401"/>
                  <a:pt x="202410" y="162646"/>
                  <a:pt x="198457" y="168562"/>
                </a:cubicBezTo>
                <a:cubicBezTo>
                  <a:pt x="194505" y="174478"/>
                  <a:pt x="190013" y="179951"/>
                  <a:pt x="184982" y="184982"/>
                </a:cubicBezTo>
                <a:cubicBezTo>
                  <a:pt x="179951" y="190013"/>
                  <a:pt x="174477" y="194505"/>
                  <a:pt x="168562" y="198458"/>
                </a:cubicBezTo>
                <a:cubicBezTo>
                  <a:pt x="162646" y="202411"/>
                  <a:pt x="156401" y="205749"/>
                  <a:pt x="149828" y="208472"/>
                </a:cubicBezTo>
                <a:cubicBezTo>
                  <a:pt x="143254" y="211195"/>
                  <a:pt x="136479" y="213250"/>
                  <a:pt x="129500" y="214638"/>
                </a:cubicBezTo>
                <a:cubicBezTo>
                  <a:pt x="122522" y="216026"/>
                  <a:pt x="115476" y="216720"/>
                  <a:pt x="108360" y="216720"/>
                </a:cubicBezTo>
                <a:cubicBezTo>
                  <a:pt x="101245" y="216720"/>
                  <a:pt x="94198" y="216026"/>
                  <a:pt x="87220" y="214638"/>
                </a:cubicBezTo>
                <a:cubicBezTo>
                  <a:pt x="80241" y="213250"/>
                  <a:pt x="73466" y="211195"/>
                  <a:pt x="66892" y="208472"/>
                </a:cubicBezTo>
                <a:cubicBezTo>
                  <a:pt x="60319" y="205749"/>
                  <a:pt x="54074" y="202411"/>
                  <a:pt x="48158" y="198458"/>
                </a:cubicBezTo>
                <a:cubicBezTo>
                  <a:pt x="42242" y="194505"/>
                  <a:pt x="36769" y="190013"/>
                  <a:pt x="31738" y="184982"/>
                </a:cubicBezTo>
                <a:cubicBezTo>
                  <a:pt x="26706" y="179951"/>
                  <a:pt x="22215" y="174478"/>
                  <a:pt x="18262" y="168562"/>
                </a:cubicBezTo>
                <a:cubicBezTo>
                  <a:pt x="14309" y="162646"/>
                  <a:pt x="10971" y="156401"/>
                  <a:pt x="8248" y="149828"/>
                </a:cubicBezTo>
                <a:cubicBezTo>
                  <a:pt x="5526" y="143254"/>
                  <a:pt x="3470" y="136478"/>
                  <a:pt x="2082" y="129500"/>
                </a:cubicBezTo>
                <a:cubicBezTo>
                  <a:pt x="694" y="122522"/>
                  <a:pt x="0" y="115475"/>
                  <a:pt x="0" y="108360"/>
                </a:cubicBezTo>
                <a:cubicBezTo>
                  <a:pt x="0" y="101245"/>
                  <a:pt x="694" y="94198"/>
                  <a:pt x="2082" y="87220"/>
                </a:cubicBezTo>
                <a:cubicBezTo>
                  <a:pt x="3470" y="80242"/>
                  <a:pt x="5526" y="73466"/>
                  <a:pt x="8248" y="66892"/>
                </a:cubicBezTo>
                <a:cubicBezTo>
                  <a:pt x="10971" y="60319"/>
                  <a:pt x="14309" y="54074"/>
                  <a:pt x="18262" y="48158"/>
                </a:cubicBezTo>
                <a:cubicBezTo>
                  <a:pt x="22214" y="42243"/>
                  <a:pt x="26706" y="36769"/>
                  <a:pt x="31738" y="31738"/>
                </a:cubicBezTo>
                <a:cubicBezTo>
                  <a:pt x="36769" y="26707"/>
                  <a:pt x="42242" y="22215"/>
                  <a:pt x="48158" y="18262"/>
                </a:cubicBezTo>
                <a:cubicBezTo>
                  <a:pt x="54074" y="14309"/>
                  <a:pt x="60319" y="10971"/>
                  <a:pt x="66892" y="8248"/>
                </a:cubicBezTo>
                <a:cubicBezTo>
                  <a:pt x="73466" y="5526"/>
                  <a:pt x="80241" y="3470"/>
                  <a:pt x="87220" y="2082"/>
                </a:cubicBezTo>
                <a:cubicBezTo>
                  <a:pt x="94198" y="694"/>
                  <a:pt x="101245" y="0"/>
                  <a:pt x="108360" y="0"/>
                </a:cubicBezTo>
                <a:cubicBezTo>
                  <a:pt x="115476" y="0"/>
                  <a:pt x="122522" y="694"/>
                  <a:pt x="129500" y="2082"/>
                </a:cubicBezTo>
                <a:cubicBezTo>
                  <a:pt x="136479" y="3470"/>
                  <a:pt x="143254" y="5526"/>
                  <a:pt x="149828" y="8248"/>
                </a:cubicBezTo>
                <a:cubicBezTo>
                  <a:pt x="156401" y="10971"/>
                  <a:pt x="162646" y="14309"/>
                  <a:pt x="168562" y="18262"/>
                </a:cubicBezTo>
                <a:cubicBezTo>
                  <a:pt x="174477" y="22215"/>
                  <a:pt x="179951" y="26707"/>
                  <a:pt x="184982" y="31738"/>
                </a:cubicBezTo>
                <a:cubicBezTo>
                  <a:pt x="190013" y="36769"/>
                  <a:pt x="194505" y="42243"/>
                  <a:pt x="198458" y="48158"/>
                </a:cubicBezTo>
                <a:cubicBezTo>
                  <a:pt x="202411" y="54074"/>
                  <a:pt x="205748" y="60319"/>
                  <a:pt x="208472" y="66892"/>
                </a:cubicBezTo>
                <a:cubicBezTo>
                  <a:pt x="211194" y="73466"/>
                  <a:pt x="213250" y="80242"/>
                  <a:pt x="214638" y="87220"/>
                </a:cubicBezTo>
                <a:cubicBezTo>
                  <a:pt x="216026" y="94198"/>
                  <a:pt x="216720" y="101245"/>
                  <a:pt x="216720" y="10836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98386940-4440-422B-A5EB-7D61CB12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906" y="247154"/>
            <a:ext cx="231168" cy="230480"/>
          </a:xfrm>
          <a:custGeom xmlns:a="http://schemas.openxmlformats.org/drawingml/2006/main">
            <a:pathLst>
              <a:path w="231168" h="230480">
                <a:moveTo>
                  <a:pt x="231164" y="113947"/>
                </a:moveTo>
                <a:lnTo>
                  <a:pt x="231168" y="114895"/>
                </a:lnTo>
                <a:lnTo>
                  <a:pt x="231164" y="115843"/>
                </a:lnTo>
                <a:lnTo>
                  <a:pt x="231153" y="116790"/>
                </a:lnTo>
                <a:lnTo>
                  <a:pt x="231134" y="117737"/>
                </a:lnTo>
                <a:lnTo>
                  <a:pt x="231107" y="118683"/>
                </a:lnTo>
                <a:lnTo>
                  <a:pt x="231072" y="119628"/>
                </a:lnTo>
                <a:lnTo>
                  <a:pt x="231029" y="120573"/>
                </a:lnTo>
                <a:lnTo>
                  <a:pt x="230979" y="121516"/>
                </a:lnTo>
                <a:lnTo>
                  <a:pt x="230921" y="122460"/>
                </a:lnTo>
                <a:lnTo>
                  <a:pt x="230856" y="123402"/>
                </a:lnTo>
                <a:lnTo>
                  <a:pt x="230783" y="124344"/>
                </a:lnTo>
                <a:lnTo>
                  <a:pt x="230701" y="125285"/>
                </a:lnTo>
                <a:lnTo>
                  <a:pt x="230613" y="126225"/>
                </a:lnTo>
                <a:lnTo>
                  <a:pt x="230516" y="127164"/>
                </a:lnTo>
                <a:lnTo>
                  <a:pt x="230412" y="128103"/>
                </a:lnTo>
                <a:lnTo>
                  <a:pt x="230300" y="129041"/>
                </a:lnTo>
                <a:lnTo>
                  <a:pt x="230181" y="129978"/>
                </a:lnTo>
                <a:lnTo>
                  <a:pt x="230053" y="130914"/>
                </a:lnTo>
                <a:lnTo>
                  <a:pt x="229918" y="131850"/>
                </a:lnTo>
                <a:lnTo>
                  <a:pt x="229776" y="132785"/>
                </a:lnTo>
                <a:lnTo>
                  <a:pt x="229625" y="133718"/>
                </a:lnTo>
                <a:lnTo>
                  <a:pt x="229467" y="134651"/>
                </a:lnTo>
                <a:lnTo>
                  <a:pt x="229301" y="135583"/>
                </a:lnTo>
                <a:lnTo>
                  <a:pt x="229128" y="136515"/>
                </a:lnTo>
                <a:lnTo>
                  <a:pt x="228947" y="137445"/>
                </a:lnTo>
                <a:lnTo>
                  <a:pt x="228758" y="138374"/>
                </a:lnTo>
                <a:lnTo>
                  <a:pt x="228562" y="139300"/>
                </a:lnTo>
                <a:lnTo>
                  <a:pt x="228358" y="140225"/>
                </a:lnTo>
                <a:lnTo>
                  <a:pt x="228147" y="141147"/>
                </a:lnTo>
                <a:lnTo>
                  <a:pt x="227929" y="142068"/>
                </a:lnTo>
                <a:lnTo>
                  <a:pt x="227703" y="142986"/>
                </a:lnTo>
                <a:lnTo>
                  <a:pt x="227470" y="143902"/>
                </a:lnTo>
                <a:lnTo>
                  <a:pt x="227229" y="144815"/>
                </a:lnTo>
                <a:lnTo>
                  <a:pt x="226981" y="145727"/>
                </a:lnTo>
                <a:lnTo>
                  <a:pt x="226725" y="146636"/>
                </a:lnTo>
                <a:lnTo>
                  <a:pt x="226462" y="147543"/>
                </a:lnTo>
                <a:lnTo>
                  <a:pt x="226192" y="148448"/>
                </a:lnTo>
                <a:lnTo>
                  <a:pt x="225914" y="149351"/>
                </a:lnTo>
                <a:lnTo>
                  <a:pt x="225628" y="150251"/>
                </a:lnTo>
                <a:lnTo>
                  <a:pt x="225336" y="151149"/>
                </a:lnTo>
                <a:lnTo>
                  <a:pt x="225036" y="152045"/>
                </a:lnTo>
                <a:lnTo>
                  <a:pt x="224728" y="152938"/>
                </a:lnTo>
                <a:lnTo>
                  <a:pt x="224413" y="153829"/>
                </a:lnTo>
                <a:lnTo>
                  <a:pt x="224091" y="154718"/>
                </a:lnTo>
                <a:lnTo>
                  <a:pt x="223761" y="155605"/>
                </a:lnTo>
                <a:lnTo>
                  <a:pt x="223424" y="156489"/>
                </a:lnTo>
                <a:lnTo>
                  <a:pt x="223080" y="157371"/>
                </a:lnTo>
                <a:lnTo>
                  <a:pt x="222728" y="158250"/>
                </a:lnTo>
                <a:lnTo>
                  <a:pt x="222369" y="159127"/>
                </a:lnTo>
                <a:lnTo>
                  <a:pt x="222003" y="160002"/>
                </a:lnTo>
                <a:lnTo>
                  <a:pt x="221630" y="160872"/>
                </a:lnTo>
                <a:lnTo>
                  <a:pt x="221250" y="161739"/>
                </a:lnTo>
                <a:lnTo>
                  <a:pt x="220863" y="162603"/>
                </a:lnTo>
                <a:lnTo>
                  <a:pt x="220469" y="163463"/>
                </a:lnTo>
                <a:lnTo>
                  <a:pt x="220068" y="164319"/>
                </a:lnTo>
                <a:lnTo>
                  <a:pt x="219661" y="165172"/>
                </a:lnTo>
                <a:lnTo>
                  <a:pt x="219246" y="166021"/>
                </a:lnTo>
                <a:lnTo>
                  <a:pt x="218825" y="166867"/>
                </a:lnTo>
                <a:lnTo>
                  <a:pt x="218397" y="167709"/>
                </a:lnTo>
                <a:lnTo>
                  <a:pt x="217962" y="168547"/>
                </a:lnTo>
                <a:lnTo>
                  <a:pt x="217520" y="169382"/>
                </a:lnTo>
                <a:lnTo>
                  <a:pt x="217072" y="170213"/>
                </a:lnTo>
                <a:lnTo>
                  <a:pt x="216616" y="171040"/>
                </a:lnTo>
                <a:lnTo>
                  <a:pt x="216154" y="171864"/>
                </a:lnTo>
                <a:lnTo>
                  <a:pt x="215685" y="172684"/>
                </a:lnTo>
                <a:lnTo>
                  <a:pt x="215209" y="173501"/>
                </a:lnTo>
                <a:lnTo>
                  <a:pt x="214726" y="174313"/>
                </a:lnTo>
                <a:lnTo>
                  <a:pt x="214237" y="175122"/>
                </a:lnTo>
                <a:lnTo>
                  <a:pt x="213741" y="175927"/>
                </a:lnTo>
                <a:lnTo>
                  <a:pt x="213238" y="176729"/>
                </a:lnTo>
                <a:lnTo>
                  <a:pt x="212728" y="177526"/>
                </a:lnTo>
                <a:lnTo>
                  <a:pt x="212211" y="178320"/>
                </a:lnTo>
                <a:lnTo>
                  <a:pt x="211688" y="179110"/>
                </a:lnTo>
                <a:lnTo>
                  <a:pt x="211158" y="179896"/>
                </a:lnTo>
                <a:lnTo>
                  <a:pt x="210623" y="180677"/>
                </a:lnTo>
                <a:lnTo>
                  <a:pt x="210081" y="181453"/>
                </a:lnTo>
                <a:lnTo>
                  <a:pt x="209533" y="182225"/>
                </a:lnTo>
                <a:lnTo>
                  <a:pt x="208979" y="182992"/>
                </a:lnTo>
                <a:lnTo>
                  <a:pt x="208419" y="183753"/>
                </a:lnTo>
                <a:lnTo>
                  <a:pt x="207853" y="184510"/>
                </a:lnTo>
                <a:lnTo>
                  <a:pt x="207281" y="185262"/>
                </a:lnTo>
                <a:lnTo>
                  <a:pt x="206703" y="186010"/>
                </a:lnTo>
                <a:lnTo>
                  <a:pt x="206119" y="186752"/>
                </a:lnTo>
                <a:lnTo>
                  <a:pt x="205529" y="187489"/>
                </a:lnTo>
                <a:lnTo>
                  <a:pt x="204933" y="188222"/>
                </a:lnTo>
                <a:lnTo>
                  <a:pt x="204331" y="188949"/>
                </a:lnTo>
                <a:lnTo>
                  <a:pt x="203722" y="189672"/>
                </a:lnTo>
                <a:lnTo>
                  <a:pt x="203108" y="190390"/>
                </a:lnTo>
                <a:lnTo>
                  <a:pt x="202488" y="191102"/>
                </a:lnTo>
                <a:lnTo>
                  <a:pt x="201862" y="191810"/>
                </a:lnTo>
                <a:lnTo>
                  <a:pt x="201231" y="192513"/>
                </a:lnTo>
                <a:lnTo>
                  <a:pt x="200593" y="193211"/>
                </a:lnTo>
                <a:lnTo>
                  <a:pt x="199949" y="193904"/>
                </a:lnTo>
                <a:lnTo>
                  <a:pt x="199299" y="194592"/>
                </a:lnTo>
                <a:lnTo>
                  <a:pt x="198644" y="195275"/>
                </a:lnTo>
                <a:lnTo>
                  <a:pt x="197982" y="195953"/>
                </a:lnTo>
                <a:lnTo>
                  <a:pt x="197314" y="196626"/>
                </a:lnTo>
                <a:lnTo>
                  <a:pt x="196641" y="197293"/>
                </a:lnTo>
                <a:lnTo>
                  <a:pt x="195963" y="197955"/>
                </a:lnTo>
                <a:lnTo>
                  <a:pt x="195281" y="198610"/>
                </a:lnTo>
                <a:lnTo>
                  <a:pt x="194593" y="199260"/>
                </a:lnTo>
                <a:lnTo>
                  <a:pt x="193900" y="199904"/>
                </a:lnTo>
                <a:lnTo>
                  <a:pt x="193202" y="200542"/>
                </a:lnTo>
                <a:lnTo>
                  <a:pt x="192499" y="201174"/>
                </a:lnTo>
                <a:lnTo>
                  <a:pt x="191791" y="201800"/>
                </a:lnTo>
                <a:lnTo>
                  <a:pt x="191078" y="202420"/>
                </a:lnTo>
                <a:lnTo>
                  <a:pt x="190361" y="203034"/>
                </a:lnTo>
                <a:lnTo>
                  <a:pt x="189638" y="203642"/>
                </a:lnTo>
                <a:lnTo>
                  <a:pt x="188910" y="204244"/>
                </a:lnTo>
                <a:lnTo>
                  <a:pt x="188178" y="204840"/>
                </a:lnTo>
                <a:lnTo>
                  <a:pt x="187441" y="205430"/>
                </a:lnTo>
                <a:lnTo>
                  <a:pt x="186698" y="206014"/>
                </a:lnTo>
                <a:lnTo>
                  <a:pt x="185951" y="206593"/>
                </a:lnTo>
                <a:lnTo>
                  <a:pt x="185199" y="207165"/>
                </a:lnTo>
                <a:lnTo>
                  <a:pt x="184442" y="207731"/>
                </a:lnTo>
                <a:lnTo>
                  <a:pt x="183680" y="208291"/>
                </a:lnTo>
                <a:lnTo>
                  <a:pt x="182914" y="208845"/>
                </a:lnTo>
                <a:lnTo>
                  <a:pt x="182142" y="209392"/>
                </a:lnTo>
                <a:lnTo>
                  <a:pt x="181366" y="209934"/>
                </a:lnTo>
                <a:lnTo>
                  <a:pt x="180585" y="210470"/>
                </a:lnTo>
                <a:lnTo>
                  <a:pt x="179799" y="211000"/>
                </a:lnTo>
                <a:lnTo>
                  <a:pt x="179009" y="211523"/>
                </a:lnTo>
                <a:lnTo>
                  <a:pt x="178215" y="212040"/>
                </a:lnTo>
                <a:lnTo>
                  <a:pt x="177417" y="212550"/>
                </a:lnTo>
                <a:lnTo>
                  <a:pt x="176616" y="213053"/>
                </a:lnTo>
                <a:lnTo>
                  <a:pt x="175811" y="213549"/>
                </a:lnTo>
                <a:lnTo>
                  <a:pt x="175002" y="214039"/>
                </a:lnTo>
                <a:lnTo>
                  <a:pt x="174189" y="214521"/>
                </a:lnTo>
                <a:lnTo>
                  <a:pt x="173373" y="214997"/>
                </a:lnTo>
                <a:lnTo>
                  <a:pt x="172553" y="215466"/>
                </a:lnTo>
                <a:lnTo>
                  <a:pt x="171729" y="215929"/>
                </a:lnTo>
                <a:lnTo>
                  <a:pt x="170902" y="216384"/>
                </a:lnTo>
                <a:lnTo>
                  <a:pt x="170071" y="216833"/>
                </a:lnTo>
                <a:lnTo>
                  <a:pt x="169236" y="217274"/>
                </a:lnTo>
                <a:lnTo>
                  <a:pt x="168398" y="217709"/>
                </a:lnTo>
                <a:lnTo>
                  <a:pt x="167556" y="218137"/>
                </a:lnTo>
                <a:lnTo>
                  <a:pt x="166710" y="218559"/>
                </a:lnTo>
                <a:lnTo>
                  <a:pt x="165861" y="218973"/>
                </a:lnTo>
                <a:lnTo>
                  <a:pt x="165008" y="219380"/>
                </a:lnTo>
                <a:lnTo>
                  <a:pt x="164152" y="219781"/>
                </a:lnTo>
                <a:lnTo>
                  <a:pt x="163292" y="220175"/>
                </a:lnTo>
                <a:lnTo>
                  <a:pt x="162428" y="220562"/>
                </a:lnTo>
                <a:lnTo>
                  <a:pt x="161561" y="220942"/>
                </a:lnTo>
                <a:lnTo>
                  <a:pt x="160691" y="221315"/>
                </a:lnTo>
                <a:lnTo>
                  <a:pt x="159816" y="221681"/>
                </a:lnTo>
                <a:lnTo>
                  <a:pt x="158939" y="222040"/>
                </a:lnTo>
                <a:lnTo>
                  <a:pt x="158060" y="222392"/>
                </a:lnTo>
                <a:lnTo>
                  <a:pt x="157178" y="222737"/>
                </a:lnTo>
                <a:lnTo>
                  <a:pt x="156294" y="223074"/>
                </a:lnTo>
                <a:lnTo>
                  <a:pt x="155407" y="223403"/>
                </a:lnTo>
                <a:lnTo>
                  <a:pt x="154518" y="223725"/>
                </a:lnTo>
                <a:lnTo>
                  <a:pt x="153627" y="224040"/>
                </a:lnTo>
                <a:lnTo>
                  <a:pt x="152734" y="224348"/>
                </a:lnTo>
                <a:lnTo>
                  <a:pt x="151838" y="224648"/>
                </a:lnTo>
                <a:lnTo>
                  <a:pt x="150940" y="224941"/>
                </a:lnTo>
                <a:lnTo>
                  <a:pt x="150040" y="225226"/>
                </a:lnTo>
                <a:lnTo>
                  <a:pt x="149137" y="225504"/>
                </a:lnTo>
                <a:lnTo>
                  <a:pt x="148232" y="225774"/>
                </a:lnTo>
                <a:lnTo>
                  <a:pt x="147325" y="226037"/>
                </a:lnTo>
                <a:lnTo>
                  <a:pt x="146416" y="226293"/>
                </a:lnTo>
                <a:lnTo>
                  <a:pt x="145504" y="226541"/>
                </a:lnTo>
                <a:lnTo>
                  <a:pt x="144591" y="226782"/>
                </a:lnTo>
                <a:lnTo>
                  <a:pt x="143675" y="227015"/>
                </a:lnTo>
                <a:lnTo>
                  <a:pt x="142757" y="227241"/>
                </a:lnTo>
                <a:lnTo>
                  <a:pt x="141836" y="227459"/>
                </a:lnTo>
                <a:lnTo>
                  <a:pt x="140914" y="227670"/>
                </a:lnTo>
                <a:lnTo>
                  <a:pt x="139989" y="227874"/>
                </a:lnTo>
                <a:lnTo>
                  <a:pt x="139063" y="228070"/>
                </a:lnTo>
                <a:lnTo>
                  <a:pt x="138134" y="228259"/>
                </a:lnTo>
                <a:lnTo>
                  <a:pt x="137203" y="228440"/>
                </a:lnTo>
                <a:lnTo>
                  <a:pt x="136272" y="228613"/>
                </a:lnTo>
                <a:lnTo>
                  <a:pt x="135340" y="228779"/>
                </a:lnTo>
                <a:lnTo>
                  <a:pt x="134407" y="228937"/>
                </a:lnTo>
                <a:lnTo>
                  <a:pt x="133473" y="229087"/>
                </a:lnTo>
                <a:lnTo>
                  <a:pt x="132539" y="229230"/>
                </a:lnTo>
                <a:lnTo>
                  <a:pt x="131603" y="229365"/>
                </a:lnTo>
                <a:lnTo>
                  <a:pt x="130667" y="229492"/>
                </a:lnTo>
                <a:lnTo>
                  <a:pt x="129730" y="229612"/>
                </a:lnTo>
                <a:lnTo>
                  <a:pt x="128792" y="229724"/>
                </a:lnTo>
                <a:lnTo>
                  <a:pt x="127853" y="229828"/>
                </a:lnTo>
                <a:lnTo>
                  <a:pt x="126914" y="229924"/>
                </a:lnTo>
                <a:lnTo>
                  <a:pt x="125973" y="230013"/>
                </a:lnTo>
                <a:lnTo>
                  <a:pt x="125032" y="230094"/>
                </a:lnTo>
                <a:lnTo>
                  <a:pt x="124091" y="230167"/>
                </a:lnTo>
                <a:lnTo>
                  <a:pt x="123148" y="230233"/>
                </a:lnTo>
                <a:lnTo>
                  <a:pt x="122205" y="230291"/>
                </a:lnTo>
                <a:lnTo>
                  <a:pt x="121261" y="230341"/>
                </a:lnTo>
                <a:lnTo>
                  <a:pt x="120317" y="230383"/>
                </a:lnTo>
                <a:lnTo>
                  <a:pt x="119372" y="230418"/>
                </a:lnTo>
                <a:lnTo>
                  <a:pt x="118426" y="230445"/>
                </a:lnTo>
                <a:lnTo>
                  <a:pt x="117479" y="230464"/>
                </a:lnTo>
                <a:lnTo>
                  <a:pt x="116532" y="230476"/>
                </a:lnTo>
                <a:lnTo>
                  <a:pt x="115584" y="230480"/>
                </a:lnTo>
                <a:lnTo>
                  <a:pt x="114636" y="230476"/>
                </a:lnTo>
                <a:lnTo>
                  <a:pt x="113689" y="230464"/>
                </a:lnTo>
                <a:lnTo>
                  <a:pt x="112743" y="230445"/>
                </a:lnTo>
                <a:lnTo>
                  <a:pt x="111797" y="230418"/>
                </a:lnTo>
                <a:lnTo>
                  <a:pt x="110852" y="230383"/>
                </a:lnTo>
                <a:lnTo>
                  <a:pt x="109907" y="230341"/>
                </a:lnTo>
                <a:lnTo>
                  <a:pt x="108963" y="230291"/>
                </a:lnTo>
                <a:lnTo>
                  <a:pt x="108020" y="230233"/>
                </a:lnTo>
                <a:lnTo>
                  <a:pt x="107078" y="230167"/>
                </a:lnTo>
                <a:lnTo>
                  <a:pt x="106136" y="230094"/>
                </a:lnTo>
                <a:lnTo>
                  <a:pt x="105195" y="230013"/>
                </a:lnTo>
                <a:lnTo>
                  <a:pt x="104255" y="229924"/>
                </a:lnTo>
                <a:lnTo>
                  <a:pt x="103315" y="229828"/>
                </a:lnTo>
                <a:lnTo>
                  <a:pt x="102377" y="229724"/>
                </a:lnTo>
                <a:lnTo>
                  <a:pt x="101439" y="229612"/>
                </a:lnTo>
                <a:lnTo>
                  <a:pt x="100501" y="229492"/>
                </a:lnTo>
                <a:lnTo>
                  <a:pt x="99565" y="229365"/>
                </a:lnTo>
                <a:lnTo>
                  <a:pt x="98630" y="229230"/>
                </a:lnTo>
                <a:lnTo>
                  <a:pt x="97695" y="229087"/>
                </a:lnTo>
                <a:lnTo>
                  <a:pt x="96761" y="228937"/>
                </a:lnTo>
                <a:lnTo>
                  <a:pt x="95828" y="228779"/>
                </a:lnTo>
                <a:lnTo>
                  <a:pt x="94896" y="228613"/>
                </a:lnTo>
                <a:lnTo>
                  <a:pt x="93965" y="228440"/>
                </a:lnTo>
                <a:lnTo>
                  <a:pt x="93034" y="228259"/>
                </a:lnTo>
                <a:lnTo>
                  <a:pt x="92105" y="228070"/>
                </a:lnTo>
                <a:lnTo>
                  <a:pt x="91179" y="227874"/>
                </a:lnTo>
                <a:lnTo>
                  <a:pt x="90254" y="227670"/>
                </a:lnTo>
                <a:lnTo>
                  <a:pt x="89332" y="227459"/>
                </a:lnTo>
                <a:lnTo>
                  <a:pt x="88411" y="227241"/>
                </a:lnTo>
                <a:lnTo>
                  <a:pt x="87493" y="227015"/>
                </a:lnTo>
                <a:lnTo>
                  <a:pt x="86577" y="226782"/>
                </a:lnTo>
                <a:lnTo>
                  <a:pt x="85664" y="226541"/>
                </a:lnTo>
                <a:lnTo>
                  <a:pt x="84752" y="226293"/>
                </a:lnTo>
                <a:lnTo>
                  <a:pt x="83843" y="226037"/>
                </a:lnTo>
                <a:lnTo>
                  <a:pt x="82936" y="225774"/>
                </a:lnTo>
                <a:lnTo>
                  <a:pt x="82031" y="225504"/>
                </a:lnTo>
                <a:lnTo>
                  <a:pt x="81128" y="225226"/>
                </a:lnTo>
                <a:lnTo>
                  <a:pt x="80228" y="224941"/>
                </a:lnTo>
                <a:lnTo>
                  <a:pt x="79330" y="224648"/>
                </a:lnTo>
                <a:lnTo>
                  <a:pt x="78434" y="224348"/>
                </a:lnTo>
                <a:lnTo>
                  <a:pt x="77541" y="224040"/>
                </a:lnTo>
                <a:lnTo>
                  <a:pt x="76650" y="223725"/>
                </a:lnTo>
                <a:lnTo>
                  <a:pt x="75761" y="223403"/>
                </a:lnTo>
                <a:lnTo>
                  <a:pt x="74874" y="223074"/>
                </a:lnTo>
                <a:lnTo>
                  <a:pt x="73990" y="222737"/>
                </a:lnTo>
                <a:lnTo>
                  <a:pt x="73108" y="222392"/>
                </a:lnTo>
                <a:lnTo>
                  <a:pt x="72229" y="222040"/>
                </a:lnTo>
                <a:lnTo>
                  <a:pt x="71352" y="221681"/>
                </a:lnTo>
                <a:lnTo>
                  <a:pt x="70477" y="221315"/>
                </a:lnTo>
                <a:lnTo>
                  <a:pt x="69607" y="220942"/>
                </a:lnTo>
                <a:lnTo>
                  <a:pt x="68740" y="220562"/>
                </a:lnTo>
                <a:lnTo>
                  <a:pt x="67876" y="220175"/>
                </a:lnTo>
                <a:lnTo>
                  <a:pt x="67016" y="219781"/>
                </a:lnTo>
                <a:lnTo>
                  <a:pt x="66160" y="219380"/>
                </a:lnTo>
                <a:lnTo>
                  <a:pt x="65307" y="218973"/>
                </a:lnTo>
                <a:lnTo>
                  <a:pt x="64458" y="218559"/>
                </a:lnTo>
                <a:lnTo>
                  <a:pt x="63612" y="218137"/>
                </a:lnTo>
                <a:lnTo>
                  <a:pt x="62770" y="217709"/>
                </a:lnTo>
                <a:lnTo>
                  <a:pt x="61932" y="217274"/>
                </a:lnTo>
                <a:lnTo>
                  <a:pt x="61097" y="216833"/>
                </a:lnTo>
                <a:lnTo>
                  <a:pt x="60266" y="216384"/>
                </a:lnTo>
                <a:lnTo>
                  <a:pt x="59439" y="215929"/>
                </a:lnTo>
                <a:lnTo>
                  <a:pt x="58615" y="215466"/>
                </a:lnTo>
                <a:lnTo>
                  <a:pt x="57795" y="214997"/>
                </a:lnTo>
                <a:lnTo>
                  <a:pt x="56979" y="214521"/>
                </a:lnTo>
                <a:lnTo>
                  <a:pt x="56166" y="214039"/>
                </a:lnTo>
                <a:lnTo>
                  <a:pt x="55357" y="213549"/>
                </a:lnTo>
                <a:lnTo>
                  <a:pt x="54552" y="213053"/>
                </a:lnTo>
                <a:lnTo>
                  <a:pt x="53751" y="212550"/>
                </a:lnTo>
                <a:lnTo>
                  <a:pt x="52953" y="212040"/>
                </a:lnTo>
                <a:lnTo>
                  <a:pt x="52159" y="211524"/>
                </a:lnTo>
                <a:lnTo>
                  <a:pt x="51368" y="211000"/>
                </a:lnTo>
                <a:lnTo>
                  <a:pt x="50582" y="210470"/>
                </a:lnTo>
                <a:lnTo>
                  <a:pt x="49801" y="209934"/>
                </a:lnTo>
                <a:lnTo>
                  <a:pt x="49025" y="209393"/>
                </a:lnTo>
                <a:lnTo>
                  <a:pt x="48254" y="208845"/>
                </a:lnTo>
                <a:lnTo>
                  <a:pt x="47487" y="208291"/>
                </a:lnTo>
                <a:lnTo>
                  <a:pt x="46725" y="207731"/>
                </a:lnTo>
                <a:lnTo>
                  <a:pt x="45968" y="207165"/>
                </a:lnTo>
                <a:lnTo>
                  <a:pt x="45216" y="206592"/>
                </a:lnTo>
                <a:lnTo>
                  <a:pt x="44469" y="206014"/>
                </a:lnTo>
                <a:lnTo>
                  <a:pt x="43727" y="205430"/>
                </a:lnTo>
                <a:lnTo>
                  <a:pt x="42990" y="204840"/>
                </a:lnTo>
                <a:lnTo>
                  <a:pt x="42257" y="204244"/>
                </a:lnTo>
                <a:lnTo>
                  <a:pt x="41529" y="203642"/>
                </a:lnTo>
                <a:lnTo>
                  <a:pt x="40807" y="203034"/>
                </a:lnTo>
                <a:lnTo>
                  <a:pt x="40089" y="202420"/>
                </a:lnTo>
                <a:lnTo>
                  <a:pt x="39376" y="201800"/>
                </a:lnTo>
                <a:lnTo>
                  <a:pt x="38669" y="201174"/>
                </a:lnTo>
                <a:lnTo>
                  <a:pt x="37966" y="200542"/>
                </a:lnTo>
                <a:lnTo>
                  <a:pt x="37268" y="199904"/>
                </a:lnTo>
                <a:lnTo>
                  <a:pt x="36575" y="199260"/>
                </a:lnTo>
                <a:lnTo>
                  <a:pt x="35887" y="198610"/>
                </a:lnTo>
                <a:lnTo>
                  <a:pt x="35204" y="197955"/>
                </a:lnTo>
                <a:lnTo>
                  <a:pt x="34526" y="197293"/>
                </a:lnTo>
                <a:lnTo>
                  <a:pt x="33854" y="196626"/>
                </a:lnTo>
                <a:lnTo>
                  <a:pt x="33186" y="195953"/>
                </a:lnTo>
                <a:lnTo>
                  <a:pt x="32525" y="195275"/>
                </a:lnTo>
                <a:lnTo>
                  <a:pt x="31869" y="194592"/>
                </a:lnTo>
                <a:lnTo>
                  <a:pt x="31219" y="193904"/>
                </a:lnTo>
                <a:lnTo>
                  <a:pt x="30575" y="193211"/>
                </a:lnTo>
                <a:lnTo>
                  <a:pt x="29937" y="192513"/>
                </a:lnTo>
                <a:lnTo>
                  <a:pt x="29305" y="191810"/>
                </a:lnTo>
                <a:lnTo>
                  <a:pt x="28679" y="191103"/>
                </a:lnTo>
                <a:lnTo>
                  <a:pt x="28059" y="190390"/>
                </a:lnTo>
                <a:lnTo>
                  <a:pt x="27445" y="189672"/>
                </a:lnTo>
                <a:lnTo>
                  <a:pt x="26837" y="188949"/>
                </a:lnTo>
                <a:lnTo>
                  <a:pt x="26235" y="188222"/>
                </a:lnTo>
                <a:lnTo>
                  <a:pt x="25639" y="187489"/>
                </a:lnTo>
                <a:lnTo>
                  <a:pt x="25049" y="186752"/>
                </a:lnTo>
                <a:lnTo>
                  <a:pt x="24465" y="186010"/>
                </a:lnTo>
                <a:lnTo>
                  <a:pt x="23887" y="185263"/>
                </a:lnTo>
                <a:lnTo>
                  <a:pt x="23315" y="184510"/>
                </a:lnTo>
                <a:lnTo>
                  <a:pt x="22749" y="183754"/>
                </a:lnTo>
                <a:lnTo>
                  <a:pt x="22189" y="182992"/>
                </a:lnTo>
                <a:lnTo>
                  <a:pt x="21635" y="182225"/>
                </a:lnTo>
                <a:lnTo>
                  <a:pt x="21087" y="181454"/>
                </a:lnTo>
                <a:lnTo>
                  <a:pt x="20545" y="180677"/>
                </a:lnTo>
                <a:lnTo>
                  <a:pt x="20009" y="179896"/>
                </a:lnTo>
                <a:lnTo>
                  <a:pt x="19479" y="179110"/>
                </a:lnTo>
                <a:lnTo>
                  <a:pt x="18956" y="178320"/>
                </a:lnTo>
                <a:lnTo>
                  <a:pt x="18439" y="177526"/>
                </a:lnTo>
                <a:lnTo>
                  <a:pt x="17930" y="176729"/>
                </a:lnTo>
                <a:lnTo>
                  <a:pt x="17426" y="175927"/>
                </a:lnTo>
                <a:lnTo>
                  <a:pt x="16930" y="175122"/>
                </a:lnTo>
                <a:lnTo>
                  <a:pt x="16441" y="174313"/>
                </a:lnTo>
                <a:lnTo>
                  <a:pt x="15958" y="173501"/>
                </a:lnTo>
                <a:lnTo>
                  <a:pt x="15482" y="172684"/>
                </a:lnTo>
                <a:lnTo>
                  <a:pt x="15013" y="171864"/>
                </a:lnTo>
                <a:lnTo>
                  <a:pt x="14551" y="171040"/>
                </a:lnTo>
                <a:lnTo>
                  <a:pt x="14095" y="170213"/>
                </a:lnTo>
                <a:lnTo>
                  <a:pt x="13647" y="169382"/>
                </a:lnTo>
                <a:lnTo>
                  <a:pt x="13205" y="168547"/>
                </a:lnTo>
                <a:lnTo>
                  <a:pt x="12770" y="167709"/>
                </a:lnTo>
                <a:lnTo>
                  <a:pt x="12342" y="166867"/>
                </a:lnTo>
                <a:lnTo>
                  <a:pt x="11921" y="166021"/>
                </a:lnTo>
                <a:lnTo>
                  <a:pt x="11506" y="165172"/>
                </a:lnTo>
                <a:lnTo>
                  <a:pt x="11099" y="164319"/>
                </a:lnTo>
                <a:lnTo>
                  <a:pt x="10698" y="163463"/>
                </a:lnTo>
                <a:lnTo>
                  <a:pt x="10304" y="162603"/>
                </a:lnTo>
                <a:lnTo>
                  <a:pt x="9917" y="161739"/>
                </a:lnTo>
                <a:lnTo>
                  <a:pt x="9537" y="160872"/>
                </a:lnTo>
                <a:lnTo>
                  <a:pt x="9164" y="160002"/>
                </a:lnTo>
                <a:lnTo>
                  <a:pt x="8798" y="159127"/>
                </a:lnTo>
                <a:lnTo>
                  <a:pt x="8439" y="158250"/>
                </a:lnTo>
                <a:lnTo>
                  <a:pt x="8087" y="157371"/>
                </a:lnTo>
                <a:lnTo>
                  <a:pt x="7743" y="156489"/>
                </a:lnTo>
                <a:lnTo>
                  <a:pt x="7406" y="155605"/>
                </a:lnTo>
                <a:lnTo>
                  <a:pt x="7076" y="154718"/>
                </a:lnTo>
                <a:lnTo>
                  <a:pt x="6754" y="153829"/>
                </a:lnTo>
                <a:lnTo>
                  <a:pt x="6439" y="152938"/>
                </a:lnTo>
                <a:lnTo>
                  <a:pt x="6131" y="152045"/>
                </a:lnTo>
                <a:lnTo>
                  <a:pt x="5831" y="151149"/>
                </a:lnTo>
                <a:lnTo>
                  <a:pt x="5539" y="150251"/>
                </a:lnTo>
                <a:lnTo>
                  <a:pt x="5254" y="149351"/>
                </a:lnTo>
                <a:lnTo>
                  <a:pt x="4976" y="148448"/>
                </a:lnTo>
                <a:lnTo>
                  <a:pt x="4705" y="147543"/>
                </a:lnTo>
                <a:lnTo>
                  <a:pt x="4442" y="146636"/>
                </a:lnTo>
                <a:lnTo>
                  <a:pt x="4187" y="145727"/>
                </a:lnTo>
                <a:lnTo>
                  <a:pt x="3939" y="144815"/>
                </a:lnTo>
                <a:lnTo>
                  <a:pt x="3698" y="143902"/>
                </a:lnTo>
                <a:lnTo>
                  <a:pt x="3465" y="142986"/>
                </a:lnTo>
                <a:lnTo>
                  <a:pt x="3239" y="142068"/>
                </a:lnTo>
                <a:lnTo>
                  <a:pt x="3020" y="141147"/>
                </a:lnTo>
                <a:lnTo>
                  <a:pt x="2809" y="140225"/>
                </a:lnTo>
                <a:lnTo>
                  <a:pt x="2606" y="139301"/>
                </a:lnTo>
                <a:lnTo>
                  <a:pt x="2409" y="138374"/>
                </a:lnTo>
                <a:lnTo>
                  <a:pt x="2221" y="137445"/>
                </a:lnTo>
                <a:lnTo>
                  <a:pt x="2040" y="136515"/>
                </a:lnTo>
                <a:lnTo>
                  <a:pt x="1866" y="135583"/>
                </a:lnTo>
                <a:lnTo>
                  <a:pt x="1700" y="134651"/>
                </a:lnTo>
                <a:lnTo>
                  <a:pt x="1542" y="133718"/>
                </a:lnTo>
                <a:lnTo>
                  <a:pt x="1392" y="132784"/>
                </a:lnTo>
                <a:lnTo>
                  <a:pt x="1249" y="131850"/>
                </a:lnTo>
                <a:lnTo>
                  <a:pt x="1114" y="130914"/>
                </a:lnTo>
                <a:lnTo>
                  <a:pt x="987" y="129978"/>
                </a:lnTo>
                <a:lnTo>
                  <a:pt x="867" y="129041"/>
                </a:lnTo>
                <a:lnTo>
                  <a:pt x="756" y="128103"/>
                </a:lnTo>
                <a:lnTo>
                  <a:pt x="651" y="127164"/>
                </a:lnTo>
                <a:lnTo>
                  <a:pt x="555" y="126225"/>
                </a:lnTo>
                <a:lnTo>
                  <a:pt x="466" y="125284"/>
                </a:lnTo>
                <a:lnTo>
                  <a:pt x="385" y="124343"/>
                </a:lnTo>
                <a:lnTo>
                  <a:pt x="312" y="123402"/>
                </a:lnTo>
                <a:lnTo>
                  <a:pt x="247" y="122459"/>
                </a:lnTo>
                <a:lnTo>
                  <a:pt x="189" y="121516"/>
                </a:lnTo>
                <a:lnTo>
                  <a:pt x="139" y="120572"/>
                </a:lnTo>
                <a:lnTo>
                  <a:pt x="96" y="119628"/>
                </a:lnTo>
                <a:lnTo>
                  <a:pt x="62" y="118683"/>
                </a:lnTo>
                <a:lnTo>
                  <a:pt x="35" y="117737"/>
                </a:lnTo>
                <a:lnTo>
                  <a:pt x="15" y="116790"/>
                </a:lnTo>
                <a:lnTo>
                  <a:pt x="4" y="115843"/>
                </a:lnTo>
                <a:lnTo>
                  <a:pt x="0" y="114895"/>
                </a:lnTo>
                <a:lnTo>
                  <a:pt x="4" y="113948"/>
                </a:lnTo>
                <a:lnTo>
                  <a:pt x="15" y="113001"/>
                </a:lnTo>
                <a:lnTo>
                  <a:pt x="35" y="112054"/>
                </a:lnTo>
                <a:lnTo>
                  <a:pt x="62" y="111108"/>
                </a:lnTo>
                <a:lnTo>
                  <a:pt x="96" y="110163"/>
                </a:lnTo>
                <a:lnTo>
                  <a:pt x="139" y="109219"/>
                </a:lnTo>
                <a:lnTo>
                  <a:pt x="189" y="108275"/>
                </a:lnTo>
                <a:lnTo>
                  <a:pt x="247" y="107332"/>
                </a:lnTo>
                <a:lnTo>
                  <a:pt x="312" y="106389"/>
                </a:lnTo>
                <a:lnTo>
                  <a:pt x="385" y="105447"/>
                </a:lnTo>
                <a:lnTo>
                  <a:pt x="466" y="104507"/>
                </a:lnTo>
                <a:lnTo>
                  <a:pt x="555" y="103566"/>
                </a:lnTo>
                <a:lnTo>
                  <a:pt x="651" y="102627"/>
                </a:lnTo>
                <a:lnTo>
                  <a:pt x="755" y="101688"/>
                </a:lnTo>
                <a:lnTo>
                  <a:pt x="867" y="100750"/>
                </a:lnTo>
                <a:lnTo>
                  <a:pt x="987" y="99813"/>
                </a:lnTo>
                <a:lnTo>
                  <a:pt x="1114" y="98877"/>
                </a:lnTo>
                <a:lnTo>
                  <a:pt x="1249" y="97941"/>
                </a:lnTo>
                <a:lnTo>
                  <a:pt x="1392" y="97007"/>
                </a:lnTo>
                <a:lnTo>
                  <a:pt x="1542" y="96073"/>
                </a:lnTo>
                <a:lnTo>
                  <a:pt x="1700" y="95140"/>
                </a:lnTo>
                <a:lnTo>
                  <a:pt x="1866" y="94208"/>
                </a:lnTo>
                <a:lnTo>
                  <a:pt x="2039" y="93277"/>
                </a:lnTo>
                <a:lnTo>
                  <a:pt x="2220" y="92346"/>
                </a:lnTo>
                <a:lnTo>
                  <a:pt x="2409" y="91417"/>
                </a:lnTo>
                <a:lnTo>
                  <a:pt x="2605" y="90490"/>
                </a:lnTo>
                <a:lnTo>
                  <a:pt x="2809" y="89566"/>
                </a:lnTo>
                <a:lnTo>
                  <a:pt x="3020" y="88643"/>
                </a:lnTo>
                <a:lnTo>
                  <a:pt x="3238" y="87723"/>
                </a:lnTo>
                <a:lnTo>
                  <a:pt x="3464" y="86805"/>
                </a:lnTo>
                <a:lnTo>
                  <a:pt x="3698" y="85889"/>
                </a:lnTo>
                <a:lnTo>
                  <a:pt x="3938" y="84975"/>
                </a:lnTo>
                <a:lnTo>
                  <a:pt x="4186" y="84064"/>
                </a:lnTo>
                <a:lnTo>
                  <a:pt x="4442" y="83154"/>
                </a:lnTo>
                <a:lnTo>
                  <a:pt x="4705" y="82247"/>
                </a:lnTo>
                <a:lnTo>
                  <a:pt x="4976" y="81343"/>
                </a:lnTo>
                <a:lnTo>
                  <a:pt x="5253" y="80440"/>
                </a:lnTo>
                <a:lnTo>
                  <a:pt x="5539" y="79540"/>
                </a:lnTo>
                <a:lnTo>
                  <a:pt x="5831" y="78642"/>
                </a:lnTo>
                <a:lnTo>
                  <a:pt x="6131" y="77746"/>
                </a:lnTo>
                <a:lnTo>
                  <a:pt x="6439" y="76852"/>
                </a:lnTo>
                <a:lnTo>
                  <a:pt x="6754" y="75961"/>
                </a:lnTo>
                <a:lnTo>
                  <a:pt x="7076" y="75072"/>
                </a:lnTo>
                <a:lnTo>
                  <a:pt x="7406" y="74186"/>
                </a:lnTo>
                <a:lnTo>
                  <a:pt x="7743" y="73302"/>
                </a:lnTo>
                <a:lnTo>
                  <a:pt x="8087" y="72420"/>
                </a:lnTo>
                <a:lnTo>
                  <a:pt x="8439" y="71541"/>
                </a:lnTo>
                <a:lnTo>
                  <a:pt x="8798" y="70663"/>
                </a:lnTo>
                <a:lnTo>
                  <a:pt x="9164" y="69789"/>
                </a:lnTo>
                <a:lnTo>
                  <a:pt x="9537" y="68918"/>
                </a:lnTo>
                <a:lnTo>
                  <a:pt x="9917" y="68051"/>
                </a:lnTo>
                <a:lnTo>
                  <a:pt x="10304" y="67188"/>
                </a:lnTo>
                <a:lnTo>
                  <a:pt x="10698" y="66328"/>
                </a:lnTo>
                <a:lnTo>
                  <a:pt x="11099" y="65471"/>
                </a:lnTo>
                <a:lnTo>
                  <a:pt x="11506" y="64619"/>
                </a:lnTo>
                <a:lnTo>
                  <a:pt x="11920" y="63769"/>
                </a:lnTo>
                <a:lnTo>
                  <a:pt x="12342" y="62924"/>
                </a:lnTo>
                <a:lnTo>
                  <a:pt x="12770" y="62082"/>
                </a:lnTo>
                <a:lnTo>
                  <a:pt x="13205" y="61244"/>
                </a:lnTo>
                <a:lnTo>
                  <a:pt x="13646" y="60409"/>
                </a:lnTo>
                <a:lnTo>
                  <a:pt x="14095" y="59578"/>
                </a:lnTo>
                <a:lnTo>
                  <a:pt x="14550" y="58750"/>
                </a:lnTo>
                <a:lnTo>
                  <a:pt x="15013" y="57927"/>
                </a:lnTo>
                <a:lnTo>
                  <a:pt x="15482" y="57107"/>
                </a:lnTo>
                <a:lnTo>
                  <a:pt x="15958" y="56290"/>
                </a:lnTo>
                <a:lnTo>
                  <a:pt x="16440" y="55478"/>
                </a:lnTo>
                <a:lnTo>
                  <a:pt x="16930" y="54669"/>
                </a:lnTo>
                <a:lnTo>
                  <a:pt x="17426" y="53864"/>
                </a:lnTo>
                <a:lnTo>
                  <a:pt x="17929" y="53062"/>
                </a:lnTo>
                <a:lnTo>
                  <a:pt x="18439" y="52264"/>
                </a:lnTo>
                <a:lnTo>
                  <a:pt x="18956" y="51471"/>
                </a:lnTo>
                <a:lnTo>
                  <a:pt x="19479" y="50680"/>
                </a:lnTo>
                <a:lnTo>
                  <a:pt x="20009" y="49894"/>
                </a:lnTo>
                <a:lnTo>
                  <a:pt x="20544" y="49113"/>
                </a:lnTo>
                <a:lnTo>
                  <a:pt x="21086" y="48337"/>
                </a:lnTo>
                <a:lnTo>
                  <a:pt x="21634" y="47565"/>
                </a:lnTo>
                <a:lnTo>
                  <a:pt x="22188" y="46799"/>
                </a:lnTo>
                <a:lnTo>
                  <a:pt x="22748" y="46037"/>
                </a:lnTo>
                <a:lnTo>
                  <a:pt x="23314" y="45280"/>
                </a:lnTo>
                <a:lnTo>
                  <a:pt x="23886" y="44528"/>
                </a:lnTo>
                <a:lnTo>
                  <a:pt x="24465" y="43781"/>
                </a:lnTo>
                <a:lnTo>
                  <a:pt x="25049" y="43039"/>
                </a:lnTo>
                <a:lnTo>
                  <a:pt x="25639" y="42301"/>
                </a:lnTo>
                <a:lnTo>
                  <a:pt x="26235" y="41569"/>
                </a:lnTo>
                <a:lnTo>
                  <a:pt x="26837" y="40841"/>
                </a:lnTo>
                <a:lnTo>
                  <a:pt x="27445" y="40118"/>
                </a:lnTo>
                <a:lnTo>
                  <a:pt x="28059" y="39401"/>
                </a:lnTo>
                <a:lnTo>
                  <a:pt x="28679" y="38688"/>
                </a:lnTo>
                <a:lnTo>
                  <a:pt x="29305" y="37980"/>
                </a:lnTo>
                <a:lnTo>
                  <a:pt x="29937" y="37277"/>
                </a:lnTo>
                <a:lnTo>
                  <a:pt x="30575" y="36579"/>
                </a:lnTo>
                <a:lnTo>
                  <a:pt x="31219" y="35887"/>
                </a:lnTo>
                <a:lnTo>
                  <a:pt x="31869" y="35199"/>
                </a:lnTo>
                <a:lnTo>
                  <a:pt x="32525" y="34516"/>
                </a:lnTo>
                <a:lnTo>
                  <a:pt x="33186" y="33838"/>
                </a:lnTo>
                <a:lnTo>
                  <a:pt x="33854" y="33165"/>
                </a:lnTo>
                <a:lnTo>
                  <a:pt x="34526" y="32498"/>
                </a:lnTo>
                <a:lnTo>
                  <a:pt x="35204" y="31836"/>
                </a:lnTo>
                <a:lnTo>
                  <a:pt x="35887" y="31180"/>
                </a:lnTo>
                <a:lnTo>
                  <a:pt x="36575" y="30531"/>
                </a:lnTo>
                <a:lnTo>
                  <a:pt x="37268" y="29887"/>
                </a:lnTo>
                <a:lnTo>
                  <a:pt x="37966" y="29249"/>
                </a:lnTo>
                <a:lnTo>
                  <a:pt x="38669" y="28617"/>
                </a:lnTo>
                <a:lnTo>
                  <a:pt x="39376" y="27991"/>
                </a:lnTo>
                <a:lnTo>
                  <a:pt x="40089" y="27371"/>
                </a:lnTo>
                <a:lnTo>
                  <a:pt x="40807" y="26757"/>
                </a:lnTo>
                <a:lnTo>
                  <a:pt x="41530" y="26149"/>
                </a:lnTo>
                <a:lnTo>
                  <a:pt x="42257" y="25547"/>
                </a:lnTo>
                <a:lnTo>
                  <a:pt x="42990" y="24951"/>
                </a:lnTo>
                <a:lnTo>
                  <a:pt x="43727" y="24360"/>
                </a:lnTo>
                <a:lnTo>
                  <a:pt x="44469" y="23776"/>
                </a:lnTo>
                <a:lnTo>
                  <a:pt x="45216" y="23198"/>
                </a:lnTo>
                <a:lnTo>
                  <a:pt x="45969" y="22626"/>
                </a:lnTo>
                <a:lnTo>
                  <a:pt x="46725" y="22060"/>
                </a:lnTo>
                <a:lnTo>
                  <a:pt x="47487" y="21500"/>
                </a:lnTo>
                <a:lnTo>
                  <a:pt x="48254" y="20946"/>
                </a:lnTo>
                <a:lnTo>
                  <a:pt x="49025" y="20398"/>
                </a:lnTo>
                <a:lnTo>
                  <a:pt x="49802" y="19856"/>
                </a:lnTo>
                <a:lnTo>
                  <a:pt x="50583" y="19320"/>
                </a:lnTo>
                <a:lnTo>
                  <a:pt x="51369" y="18791"/>
                </a:lnTo>
                <a:lnTo>
                  <a:pt x="52159" y="18267"/>
                </a:lnTo>
                <a:lnTo>
                  <a:pt x="52953" y="17751"/>
                </a:lnTo>
                <a:lnTo>
                  <a:pt x="53751" y="17241"/>
                </a:lnTo>
                <a:lnTo>
                  <a:pt x="54552" y="16738"/>
                </a:lnTo>
                <a:lnTo>
                  <a:pt x="55357" y="16242"/>
                </a:lnTo>
                <a:lnTo>
                  <a:pt x="56166" y="15752"/>
                </a:lnTo>
                <a:lnTo>
                  <a:pt x="56979" y="15269"/>
                </a:lnTo>
                <a:lnTo>
                  <a:pt x="57795" y="14793"/>
                </a:lnTo>
                <a:lnTo>
                  <a:pt x="58615" y="14324"/>
                </a:lnTo>
                <a:lnTo>
                  <a:pt x="59439" y="13862"/>
                </a:lnTo>
                <a:lnTo>
                  <a:pt x="60266" y="13407"/>
                </a:lnTo>
                <a:lnTo>
                  <a:pt x="61097" y="12958"/>
                </a:lnTo>
                <a:lnTo>
                  <a:pt x="61932" y="12516"/>
                </a:lnTo>
                <a:lnTo>
                  <a:pt x="62770" y="12081"/>
                </a:lnTo>
                <a:lnTo>
                  <a:pt x="63612" y="11653"/>
                </a:lnTo>
                <a:lnTo>
                  <a:pt x="64458" y="11232"/>
                </a:lnTo>
                <a:lnTo>
                  <a:pt x="65307" y="10818"/>
                </a:lnTo>
                <a:lnTo>
                  <a:pt x="66160" y="10410"/>
                </a:lnTo>
                <a:lnTo>
                  <a:pt x="67016" y="10010"/>
                </a:lnTo>
                <a:lnTo>
                  <a:pt x="67876" y="9616"/>
                </a:lnTo>
                <a:lnTo>
                  <a:pt x="68740" y="9229"/>
                </a:lnTo>
                <a:lnTo>
                  <a:pt x="69607" y="8849"/>
                </a:lnTo>
                <a:lnTo>
                  <a:pt x="70477" y="8476"/>
                </a:lnTo>
                <a:lnTo>
                  <a:pt x="71352" y="8110"/>
                </a:lnTo>
                <a:lnTo>
                  <a:pt x="72229" y="7750"/>
                </a:lnTo>
                <a:lnTo>
                  <a:pt x="73108" y="7399"/>
                </a:lnTo>
                <a:lnTo>
                  <a:pt x="73990" y="7054"/>
                </a:lnTo>
                <a:lnTo>
                  <a:pt x="74874" y="6717"/>
                </a:lnTo>
                <a:lnTo>
                  <a:pt x="75761" y="6388"/>
                </a:lnTo>
                <a:lnTo>
                  <a:pt x="76650" y="6065"/>
                </a:lnTo>
                <a:lnTo>
                  <a:pt x="77541" y="5750"/>
                </a:lnTo>
                <a:lnTo>
                  <a:pt x="78434" y="5443"/>
                </a:lnTo>
                <a:lnTo>
                  <a:pt x="79330" y="5143"/>
                </a:lnTo>
                <a:lnTo>
                  <a:pt x="80228" y="4850"/>
                </a:lnTo>
                <a:lnTo>
                  <a:pt x="81128" y="4565"/>
                </a:lnTo>
                <a:lnTo>
                  <a:pt x="82031" y="4287"/>
                </a:lnTo>
                <a:lnTo>
                  <a:pt x="82936" y="4017"/>
                </a:lnTo>
                <a:lnTo>
                  <a:pt x="83843" y="3754"/>
                </a:lnTo>
                <a:lnTo>
                  <a:pt x="84752" y="3498"/>
                </a:lnTo>
                <a:lnTo>
                  <a:pt x="85664" y="3250"/>
                </a:lnTo>
                <a:lnTo>
                  <a:pt x="86577" y="3009"/>
                </a:lnTo>
                <a:lnTo>
                  <a:pt x="87493" y="2776"/>
                </a:lnTo>
                <a:lnTo>
                  <a:pt x="88412" y="2550"/>
                </a:lnTo>
                <a:lnTo>
                  <a:pt x="89332" y="2332"/>
                </a:lnTo>
                <a:lnTo>
                  <a:pt x="90254" y="2121"/>
                </a:lnTo>
                <a:lnTo>
                  <a:pt x="91179" y="1917"/>
                </a:lnTo>
                <a:lnTo>
                  <a:pt x="92105" y="1721"/>
                </a:lnTo>
                <a:lnTo>
                  <a:pt x="93034" y="1532"/>
                </a:lnTo>
                <a:lnTo>
                  <a:pt x="93965" y="1351"/>
                </a:lnTo>
                <a:lnTo>
                  <a:pt x="94896" y="1178"/>
                </a:lnTo>
                <a:lnTo>
                  <a:pt x="95828" y="1012"/>
                </a:lnTo>
                <a:lnTo>
                  <a:pt x="96761" y="854"/>
                </a:lnTo>
                <a:lnTo>
                  <a:pt x="97695" y="703"/>
                </a:lnTo>
                <a:lnTo>
                  <a:pt x="98630" y="561"/>
                </a:lnTo>
                <a:lnTo>
                  <a:pt x="99565" y="426"/>
                </a:lnTo>
                <a:lnTo>
                  <a:pt x="100501" y="298"/>
                </a:lnTo>
                <a:lnTo>
                  <a:pt x="101439" y="179"/>
                </a:lnTo>
                <a:lnTo>
                  <a:pt x="102377" y="67"/>
                </a:lnTo>
                <a:lnTo>
                  <a:pt x="102981" y="0"/>
                </a:lnTo>
                <a:lnTo>
                  <a:pt x="128187" y="0"/>
                </a:lnTo>
                <a:lnTo>
                  <a:pt x="128792" y="67"/>
                </a:lnTo>
                <a:lnTo>
                  <a:pt x="129730" y="179"/>
                </a:lnTo>
                <a:lnTo>
                  <a:pt x="130667" y="298"/>
                </a:lnTo>
                <a:lnTo>
                  <a:pt x="131603" y="426"/>
                </a:lnTo>
                <a:lnTo>
                  <a:pt x="132539" y="561"/>
                </a:lnTo>
                <a:lnTo>
                  <a:pt x="133473" y="703"/>
                </a:lnTo>
                <a:lnTo>
                  <a:pt x="134407" y="854"/>
                </a:lnTo>
                <a:lnTo>
                  <a:pt x="135340" y="1012"/>
                </a:lnTo>
                <a:lnTo>
                  <a:pt x="136272" y="1178"/>
                </a:lnTo>
                <a:lnTo>
                  <a:pt x="137203" y="1351"/>
                </a:lnTo>
                <a:lnTo>
                  <a:pt x="138134" y="1532"/>
                </a:lnTo>
                <a:lnTo>
                  <a:pt x="139063" y="1721"/>
                </a:lnTo>
                <a:lnTo>
                  <a:pt x="139989" y="1917"/>
                </a:lnTo>
                <a:lnTo>
                  <a:pt x="140914" y="2121"/>
                </a:lnTo>
                <a:lnTo>
                  <a:pt x="141836" y="2332"/>
                </a:lnTo>
                <a:lnTo>
                  <a:pt x="142756" y="2550"/>
                </a:lnTo>
                <a:lnTo>
                  <a:pt x="143675" y="2776"/>
                </a:lnTo>
                <a:lnTo>
                  <a:pt x="144591" y="3009"/>
                </a:lnTo>
                <a:lnTo>
                  <a:pt x="145504" y="3250"/>
                </a:lnTo>
                <a:lnTo>
                  <a:pt x="146416" y="3498"/>
                </a:lnTo>
                <a:lnTo>
                  <a:pt x="147325" y="3754"/>
                </a:lnTo>
                <a:lnTo>
                  <a:pt x="148232" y="4017"/>
                </a:lnTo>
                <a:lnTo>
                  <a:pt x="149137" y="4287"/>
                </a:lnTo>
                <a:lnTo>
                  <a:pt x="150040" y="4565"/>
                </a:lnTo>
                <a:lnTo>
                  <a:pt x="150940" y="4850"/>
                </a:lnTo>
                <a:lnTo>
                  <a:pt x="151838" y="5143"/>
                </a:lnTo>
                <a:lnTo>
                  <a:pt x="152734" y="5443"/>
                </a:lnTo>
                <a:lnTo>
                  <a:pt x="153627" y="5750"/>
                </a:lnTo>
                <a:lnTo>
                  <a:pt x="154518" y="6065"/>
                </a:lnTo>
                <a:lnTo>
                  <a:pt x="155407" y="6388"/>
                </a:lnTo>
                <a:lnTo>
                  <a:pt x="156294" y="6717"/>
                </a:lnTo>
                <a:lnTo>
                  <a:pt x="157178" y="7054"/>
                </a:lnTo>
                <a:lnTo>
                  <a:pt x="158060" y="7399"/>
                </a:lnTo>
                <a:lnTo>
                  <a:pt x="158939" y="7750"/>
                </a:lnTo>
                <a:lnTo>
                  <a:pt x="159816" y="8110"/>
                </a:lnTo>
                <a:lnTo>
                  <a:pt x="160691" y="8476"/>
                </a:lnTo>
                <a:lnTo>
                  <a:pt x="161561" y="8849"/>
                </a:lnTo>
                <a:lnTo>
                  <a:pt x="162428" y="9229"/>
                </a:lnTo>
                <a:lnTo>
                  <a:pt x="163292" y="9616"/>
                </a:lnTo>
                <a:lnTo>
                  <a:pt x="164152" y="10010"/>
                </a:lnTo>
                <a:lnTo>
                  <a:pt x="165008" y="10410"/>
                </a:lnTo>
                <a:lnTo>
                  <a:pt x="165861" y="10818"/>
                </a:lnTo>
                <a:lnTo>
                  <a:pt x="166710" y="11232"/>
                </a:lnTo>
                <a:lnTo>
                  <a:pt x="167556" y="11653"/>
                </a:lnTo>
                <a:lnTo>
                  <a:pt x="168398" y="12081"/>
                </a:lnTo>
                <a:lnTo>
                  <a:pt x="169236" y="12516"/>
                </a:lnTo>
                <a:lnTo>
                  <a:pt x="170071" y="12958"/>
                </a:lnTo>
                <a:lnTo>
                  <a:pt x="170902" y="13407"/>
                </a:lnTo>
                <a:lnTo>
                  <a:pt x="171729" y="13862"/>
                </a:lnTo>
                <a:lnTo>
                  <a:pt x="172553" y="14324"/>
                </a:lnTo>
                <a:lnTo>
                  <a:pt x="173373" y="14793"/>
                </a:lnTo>
                <a:lnTo>
                  <a:pt x="174189" y="15269"/>
                </a:lnTo>
                <a:lnTo>
                  <a:pt x="175002" y="15752"/>
                </a:lnTo>
                <a:lnTo>
                  <a:pt x="175811" y="16242"/>
                </a:lnTo>
                <a:lnTo>
                  <a:pt x="176616" y="16738"/>
                </a:lnTo>
                <a:lnTo>
                  <a:pt x="177417" y="17241"/>
                </a:lnTo>
                <a:lnTo>
                  <a:pt x="178215" y="17751"/>
                </a:lnTo>
                <a:lnTo>
                  <a:pt x="179009" y="18267"/>
                </a:lnTo>
                <a:lnTo>
                  <a:pt x="179799" y="18791"/>
                </a:lnTo>
                <a:lnTo>
                  <a:pt x="180585" y="19321"/>
                </a:lnTo>
                <a:lnTo>
                  <a:pt x="181366" y="19856"/>
                </a:lnTo>
                <a:lnTo>
                  <a:pt x="182142" y="20398"/>
                </a:lnTo>
                <a:lnTo>
                  <a:pt x="182914" y="20946"/>
                </a:lnTo>
                <a:lnTo>
                  <a:pt x="183680" y="21500"/>
                </a:lnTo>
                <a:lnTo>
                  <a:pt x="184442" y="22060"/>
                </a:lnTo>
                <a:lnTo>
                  <a:pt x="185199" y="22626"/>
                </a:lnTo>
                <a:lnTo>
                  <a:pt x="185951" y="23198"/>
                </a:lnTo>
                <a:lnTo>
                  <a:pt x="186698" y="23776"/>
                </a:lnTo>
                <a:lnTo>
                  <a:pt x="187441" y="24360"/>
                </a:lnTo>
                <a:lnTo>
                  <a:pt x="188178" y="24950"/>
                </a:lnTo>
                <a:lnTo>
                  <a:pt x="188910" y="25547"/>
                </a:lnTo>
                <a:lnTo>
                  <a:pt x="189638" y="26149"/>
                </a:lnTo>
                <a:lnTo>
                  <a:pt x="190361" y="26757"/>
                </a:lnTo>
                <a:lnTo>
                  <a:pt x="191078" y="27371"/>
                </a:lnTo>
                <a:lnTo>
                  <a:pt x="191791" y="27991"/>
                </a:lnTo>
                <a:lnTo>
                  <a:pt x="192499" y="28617"/>
                </a:lnTo>
                <a:lnTo>
                  <a:pt x="193202" y="29249"/>
                </a:lnTo>
                <a:lnTo>
                  <a:pt x="193900" y="29887"/>
                </a:lnTo>
                <a:lnTo>
                  <a:pt x="194593" y="30530"/>
                </a:lnTo>
                <a:lnTo>
                  <a:pt x="195281" y="31180"/>
                </a:lnTo>
                <a:lnTo>
                  <a:pt x="195963" y="31836"/>
                </a:lnTo>
                <a:lnTo>
                  <a:pt x="196641" y="32497"/>
                </a:lnTo>
                <a:lnTo>
                  <a:pt x="197314" y="33165"/>
                </a:lnTo>
                <a:lnTo>
                  <a:pt x="197982" y="33838"/>
                </a:lnTo>
                <a:lnTo>
                  <a:pt x="198644" y="34516"/>
                </a:lnTo>
                <a:lnTo>
                  <a:pt x="199299" y="35199"/>
                </a:lnTo>
                <a:lnTo>
                  <a:pt x="199949" y="35887"/>
                </a:lnTo>
                <a:lnTo>
                  <a:pt x="200593" y="36580"/>
                </a:lnTo>
                <a:lnTo>
                  <a:pt x="201231" y="37278"/>
                </a:lnTo>
                <a:lnTo>
                  <a:pt x="201862" y="37980"/>
                </a:lnTo>
                <a:lnTo>
                  <a:pt x="202488" y="38688"/>
                </a:lnTo>
                <a:lnTo>
                  <a:pt x="203108" y="39401"/>
                </a:lnTo>
                <a:lnTo>
                  <a:pt x="203722" y="40119"/>
                </a:lnTo>
                <a:lnTo>
                  <a:pt x="204331" y="40841"/>
                </a:lnTo>
                <a:lnTo>
                  <a:pt x="204933" y="41569"/>
                </a:lnTo>
                <a:lnTo>
                  <a:pt x="205529" y="42301"/>
                </a:lnTo>
                <a:lnTo>
                  <a:pt x="206119" y="43039"/>
                </a:lnTo>
                <a:lnTo>
                  <a:pt x="206703" y="43781"/>
                </a:lnTo>
                <a:lnTo>
                  <a:pt x="207281" y="44528"/>
                </a:lnTo>
                <a:lnTo>
                  <a:pt x="207853" y="45280"/>
                </a:lnTo>
                <a:lnTo>
                  <a:pt x="208419" y="46037"/>
                </a:lnTo>
                <a:lnTo>
                  <a:pt x="208979" y="46799"/>
                </a:lnTo>
                <a:lnTo>
                  <a:pt x="209533" y="47566"/>
                </a:lnTo>
                <a:lnTo>
                  <a:pt x="210081" y="48337"/>
                </a:lnTo>
                <a:lnTo>
                  <a:pt x="210623" y="49113"/>
                </a:lnTo>
                <a:lnTo>
                  <a:pt x="211159" y="49894"/>
                </a:lnTo>
                <a:lnTo>
                  <a:pt x="211688" y="50680"/>
                </a:lnTo>
                <a:lnTo>
                  <a:pt x="212212" y="51470"/>
                </a:lnTo>
                <a:lnTo>
                  <a:pt x="212728" y="52264"/>
                </a:lnTo>
                <a:lnTo>
                  <a:pt x="213238" y="53062"/>
                </a:lnTo>
                <a:lnTo>
                  <a:pt x="213741" y="53864"/>
                </a:lnTo>
                <a:lnTo>
                  <a:pt x="214237" y="54669"/>
                </a:lnTo>
                <a:lnTo>
                  <a:pt x="214727" y="55478"/>
                </a:lnTo>
                <a:lnTo>
                  <a:pt x="215210" y="56290"/>
                </a:lnTo>
                <a:lnTo>
                  <a:pt x="215685" y="57107"/>
                </a:lnTo>
                <a:lnTo>
                  <a:pt x="216154" y="57927"/>
                </a:lnTo>
                <a:lnTo>
                  <a:pt x="216617" y="58750"/>
                </a:lnTo>
                <a:lnTo>
                  <a:pt x="217072" y="59578"/>
                </a:lnTo>
                <a:lnTo>
                  <a:pt x="217521" y="60409"/>
                </a:lnTo>
                <a:lnTo>
                  <a:pt x="217963" y="61243"/>
                </a:lnTo>
                <a:lnTo>
                  <a:pt x="218397" y="62082"/>
                </a:lnTo>
                <a:lnTo>
                  <a:pt x="218826" y="62924"/>
                </a:lnTo>
                <a:lnTo>
                  <a:pt x="219247" y="63769"/>
                </a:lnTo>
                <a:lnTo>
                  <a:pt x="219661" y="64618"/>
                </a:lnTo>
                <a:lnTo>
                  <a:pt x="220069" y="65471"/>
                </a:lnTo>
                <a:lnTo>
                  <a:pt x="220469" y="66328"/>
                </a:lnTo>
                <a:lnTo>
                  <a:pt x="220863" y="67188"/>
                </a:lnTo>
                <a:lnTo>
                  <a:pt x="221250" y="68051"/>
                </a:lnTo>
                <a:lnTo>
                  <a:pt x="221630" y="68918"/>
                </a:lnTo>
                <a:lnTo>
                  <a:pt x="222003" y="69789"/>
                </a:lnTo>
                <a:lnTo>
                  <a:pt x="222370" y="70663"/>
                </a:lnTo>
                <a:lnTo>
                  <a:pt x="222729" y="71541"/>
                </a:lnTo>
                <a:lnTo>
                  <a:pt x="223081" y="72420"/>
                </a:lnTo>
                <a:lnTo>
                  <a:pt x="223425" y="73302"/>
                </a:lnTo>
                <a:lnTo>
                  <a:pt x="223762" y="74186"/>
                </a:lnTo>
                <a:lnTo>
                  <a:pt x="224092" y="75072"/>
                </a:lnTo>
                <a:lnTo>
                  <a:pt x="224414" y="75961"/>
                </a:lnTo>
                <a:lnTo>
                  <a:pt x="224729" y="76852"/>
                </a:lnTo>
                <a:lnTo>
                  <a:pt x="225036" y="77746"/>
                </a:lnTo>
                <a:lnTo>
                  <a:pt x="225336" y="78642"/>
                </a:lnTo>
                <a:lnTo>
                  <a:pt x="225629" y="79540"/>
                </a:lnTo>
                <a:lnTo>
                  <a:pt x="225914" y="80440"/>
                </a:lnTo>
                <a:lnTo>
                  <a:pt x="226192" y="81343"/>
                </a:lnTo>
                <a:lnTo>
                  <a:pt x="226462" y="82247"/>
                </a:lnTo>
                <a:lnTo>
                  <a:pt x="226725" y="83154"/>
                </a:lnTo>
                <a:lnTo>
                  <a:pt x="226981" y="84064"/>
                </a:lnTo>
                <a:lnTo>
                  <a:pt x="227229" y="84975"/>
                </a:lnTo>
                <a:lnTo>
                  <a:pt x="227470" y="85889"/>
                </a:lnTo>
                <a:lnTo>
                  <a:pt x="227703" y="86805"/>
                </a:lnTo>
                <a:lnTo>
                  <a:pt x="227929" y="87723"/>
                </a:lnTo>
                <a:lnTo>
                  <a:pt x="228148" y="88643"/>
                </a:lnTo>
                <a:lnTo>
                  <a:pt x="228359" y="89566"/>
                </a:lnTo>
                <a:lnTo>
                  <a:pt x="228562" y="90490"/>
                </a:lnTo>
                <a:lnTo>
                  <a:pt x="228759" y="91417"/>
                </a:lnTo>
                <a:lnTo>
                  <a:pt x="228947" y="92346"/>
                </a:lnTo>
                <a:lnTo>
                  <a:pt x="229129" y="93277"/>
                </a:lnTo>
                <a:lnTo>
                  <a:pt x="229302" y="94208"/>
                </a:lnTo>
                <a:lnTo>
                  <a:pt x="229468" y="95140"/>
                </a:lnTo>
                <a:lnTo>
                  <a:pt x="229626" y="96073"/>
                </a:lnTo>
                <a:lnTo>
                  <a:pt x="229776" y="97007"/>
                </a:lnTo>
                <a:lnTo>
                  <a:pt x="229919" y="97941"/>
                </a:lnTo>
                <a:lnTo>
                  <a:pt x="230054" y="98877"/>
                </a:lnTo>
                <a:lnTo>
                  <a:pt x="230181" y="99813"/>
                </a:lnTo>
                <a:lnTo>
                  <a:pt x="230300" y="100750"/>
                </a:lnTo>
                <a:lnTo>
                  <a:pt x="230412" y="101688"/>
                </a:lnTo>
                <a:lnTo>
                  <a:pt x="230516" y="102627"/>
                </a:lnTo>
                <a:lnTo>
                  <a:pt x="230613" y="103566"/>
                </a:lnTo>
                <a:lnTo>
                  <a:pt x="230702" y="104506"/>
                </a:lnTo>
                <a:lnTo>
                  <a:pt x="230783" y="105447"/>
                </a:lnTo>
                <a:lnTo>
                  <a:pt x="230856" y="106389"/>
                </a:lnTo>
                <a:lnTo>
                  <a:pt x="230921" y="107331"/>
                </a:lnTo>
                <a:lnTo>
                  <a:pt x="230979" y="108274"/>
                </a:lnTo>
                <a:lnTo>
                  <a:pt x="231029" y="109218"/>
                </a:lnTo>
                <a:lnTo>
                  <a:pt x="231072" y="110163"/>
                </a:lnTo>
                <a:lnTo>
                  <a:pt x="231107" y="111108"/>
                </a:lnTo>
                <a:lnTo>
                  <a:pt x="231134" y="112054"/>
                </a:lnTo>
                <a:lnTo>
                  <a:pt x="231153" y="113000"/>
                </a:lnTo>
                <a:lnTo>
                  <a:pt x="231164" y="113947"/>
                </a:lnTo>
                <a:close/>
                <a:moveTo>
                  <a:pt x="216717" y="115725"/>
                </a:moveTo>
                <a:lnTo>
                  <a:pt x="216720" y="114895"/>
                </a:lnTo>
                <a:lnTo>
                  <a:pt x="216717" y="114065"/>
                </a:lnTo>
                <a:lnTo>
                  <a:pt x="216707" y="113236"/>
                </a:lnTo>
                <a:lnTo>
                  <a:pt x="216690" y="112407"/>
                </a:lnTo>
                <a:lnTo>
                  <a:pt x="216666" y="111579"/>
                </a:lnTo>
                <a:lnTo>
                  <a:pt x="216636" y="110752"/>
                </a:lnTo>
                <a:lnTo>
                  <a:pt x="216599" y="109926"/>
                </a:lnTo>
                <a:lnTo>
                  <a:pt x="216555" y="109100"/>
                </a:lnTo>
                <a:lnTo>
                  <a:pt x="216504" y="108275"/>
                </a:lnTo>
                <a:lnTo>
                  <a:pt x="216447" y="107451"/>
                </a:lnTo>
                <a:lnTo>
                  <a:pt x="216383" y="106627"/>
                </a:lnTo>
                <a:lnTo>
                  <a:pt x="216312" y="105804"/>
                </a:lnTo>
                <a:lnTo>
                  <a:pt x="216234" y="104982"/>
                </a:lnTo>
                <a:lnTo>
                  <a:pt x="216150" y="104161"/>
                </a:lnTo>
                <a:lnTo>
                  <a:pt x="216059" y="103340"/>
                </a:lnTo>
                <a:lnTo>
                  <a:pt x="215961" y="102520"/>
                </a:lnTo>
                <a:lnTo>
                  <a:pt x="215857" y="101700"/>
                </a:lnTo>
                <a:lnTo>
                  <a:pt x="215745" y="100881"/>
                </a:lnTo>
                <a:lnTo>
                  <a:pt x="215627" y="100063"/>
                </a:lnTo>
                <a:lnTo>
                  <a:pt x="215502" y="99245"/>
                </a:lnTo>
                <a:lnTo>
                  <a:pt x="215371" y="98428"/>
                </a:lnTo>
                <a:lnTo>
                  <a:pt x="215232" y="97611"/>
                </a:lnTo>
                <a:lnTo>
                  <a:pt x="215087" y="96795"/>
                </a:lnTo>
                <a:lnTo>
                  <a:pt x="214935" y="95979"/>
                </a:lnTo>
                <a:lnTo>
                  <a:pt x="214777" y="95165"/>
                </a:lnTo>
                <a:lnTo>
                  <a:pt x="214612" y="94351"/>
                </a:lnTo>
                <a:lnTo>
                  <a:pt x="214440" y="93540"/>
                </a:lnTo>
                <a:lnTo>
                  <a:pt x="214262" y="92730"/>
                </a:lnTo>
                <a:lnTo>
                  <a:pt x="214077" y="91923"/>
                </a:lnTo>
                <a:lnTo>
                  <a:pt x="213886" y="91118"/>
                </a:lnTo>
                <a:lnTo>
                  <a:pt x="213688" y="90314"/>
                </a:lnTo>
                <a:lnTo>
                  <a:pt x="213484" y="89513"/>
                </a:lnTo>
                <a:lnTo>
                  <a:pt x="213273" y="88714"/>
                </a:lnTo>
                <a:lnTo>
                  <a:pt x="213056" y="87917"/>
                </a:lnTo>
                <a:lnTo>
                  <a:pt x="212833" y="87121"/>
                </a:lnTo>
                <a:lnTo>
                  <a:pt x="212603" y="86328"/>
                </a:lnTo>
                <a:lnTo>
                  <a:pt x="212366" y="85537"/>
                </a:lnTo>
                <a:lnTo>
                  <a:pt x="212123" y="84748"/>
                </a:lnTo>
                <a:lnTo>
                  <a:pt x="211874" y="83960"/>
                </a:lnTo>
                <a:lnTo>
                  <a:pt x="211618" y="83175"/>
                </a:lnTo>
                <a:lnTo>
                  <a:pt x="211355" y="82391"/>
                </a:lnTo>
                <a:lnTo>
                  <a:pt x="211086" y="81610"/>
                </a:lnTo>
                <a:lnTo>
                  <a:pt x="210811" y="80830"/>
                </a:lnTo>
                <a:lnTo>
                  <a:pt x="210529" y="80053"/>
                </a:lnTo>
                <a:lnTo>
                  <a:pt x="210240" y="79277"/>
                </a:lnTo>
                <a:lnTo>
                  <a:pt x="209945" y="78503"/>
                </a:lnTo>
                <a:lnTo>
                  <a:pt x="209644" y="77731"/>
                </a:lnTo>
                <a:lnTo>
                  <a:pt x="209336" y="76960"/>
                </a:lnTo>
                <a:lnTo>
                  <a:pt x="209021" y="76192"/>
                </a:lnTo>
                <a:lnTo>
                  <a:pt x="208700" y="75427"/>
                </a:lnTo>
                <a:lnTo>
                  <a:pt x="208374" y="74664"/>
                </a:lnTo>
                <a:lnTo>
                  <a:pt x="208041" y="73905"/>
                </a:lnTo>
                <a:lnTo>
                  <a:pt x="207702" y="73149"/>
                </a:lnTo>
                <a:lnTo>
                  <a:pt x="207358" y="72397"/>
                </a:lnTo>
                <a:lnTo>
                  <a:pt x="207007" y="71647"/>
                </a:lnTo>
                <a:lnTo>
                  <a:pt x="206651" y="70901"/>
                </a:lnTo>
                <a:lnTo>
                  <a:pt x="206288" y="70159"/>
                </a:lnTo>
                <a:lnTo>
                  <a:pt x="205920" y="69419"/>
                </a:lnTo>
                <a:lnTo>
                  <a:pt x="205545" y="68683"/>
                </a:lnTo>
                <a:lnTo>
                  <a:pt x="205165" y="67950"/>
                </a:lnTo>
                <a:lnTo>
                  <a:pt x="204779" y="67220"/>
                </a:lnTo>
                <a:lnTo>
                  <a:pt x="204386" y="66493"/>
                </a:lnTo>
                <a:lnTo>
                  <a:pt x="203988" y="65769"/>
                </a:lnTo>
                <a:lnTo>
                  <a:pt x="203584" y="65049"/>
                </a:lnTo>
                <a:lnTo>
                  <a:pt x="203174" y="64332"/>
                </a:lnTo>
                <a:lnTo>
                  <a:pt x="202757" y="63618"/>
                </a:lnTo>
                <a:lnTo>
                  <a:pt x="202335" y="62907"/>
                </a:lnTo>
                <a:lnTo>
                  <a:pt x="201907" y="62199"/>
                </a:lnTo>
                <a:lnTo>
                  <a:pt x="201473" y="61495"/>
                </a:lnTo>
                <a:lnTo>
                  <a:pt x="201032" y="60793"/>
                </a:lnTo>
                <a:lnTo>
                  <a:pt x="200586" y="60095"/>
                </a:lnTo>
                <a:lnTo>
                  <a:pt x="200133" y="59399"/>
                </a:lnTo>
                <a:lnTo>
                  <a:pt x="199675" y="58707"/>
                </a:lnTo>
                <a:lnTo>
                  <a:pt x="199211" y="58019"/>
                </a:lnTo>
                <a:lnTo>
                  <a:pt x="198742" y="57335"/>
                </a:lnTo>
                <a:lnTo>
                  <a:pt x="198267" y="56655"/>
                </a:lnTo>
                <a:lnTo>
                  <a:pt x="197788" y="55980"/>
                </a:lnTo>
                <a:lnTo>
                  <a:pt x="197303" y="55309"/>
                </a:lnTo>
                <a:lnTo>
                  <a:pt x="196813" y="54642"/>
                </a:lnTo>
                <a:lnTo>
                  <a:pt x="196318" y="53980"/>
                </a:lnTo>
                <a:lnTo>
                  <a:pt x="195817" y="53322"/>
                </a:lnTo>
                <a:lnTo>
                  <a:pt x="195312" y="52669"/>
                </a:lnTo>
                <a:lnTo>
                  <a:pt x="194801" y="52020"/>
                </a:lnTo>
                <a:lnTo>
                  <a:pt x="194285" y="51375"/>
                </a:lnTo>
                <a:lnTo>
                  <a:pt x="193764" y="50734"/>
                </a:lnTo>
                <a:lnTo>
                  <a:pt x="193237" y="50098"/>
                </a:lnTo>
                <a:lnTo>
                  <a:pt x="192706" y="49466"/>
                </a:lnTo>
                <a:lnTo>
                  <a:pt x="192169" y="48839"/>
                </a:lnTo>
                <a:lnTo>
                  <a:pt x="191626" y="48215"/>
                </a:lnTo>
                <a:lnTo>
                  <a:pt x="191079" y="47596"/>
                </a:lnTo>
                <a:lnTo>
                  <a:pt x="190526" y="46981"/>
                </a:lnTo>
                <a:lnTo>
                  <a:pt x="189968" y="46371"/>
                </a:lnTo>
                <a:lnTo>
                  <a:pt x="189405" y="45764"/>
                </a:lnTo>
                <a:lnTo>
                  <a:pt x="188836" y="45162"/>
                </a:lnTo>
                <a:lnTo>
                  <a:pt x="188262" y="44564"/>
                </a:lnTo>
                <a:lnTo>
                  <a:pt x="187683" y="43971"/>
                </a:lnTo>
                <a:lnTo>
                  <a:pt x="187098" y="43381"/>
                </a:lnTo>
                <a:lnTo>
                  <a:pt x="186509" y="42797"/>
                </a:lnTo>
                <a:lnTo>
                  <a:pt x="185915" y="42217"/>
                </a:lnTo>
                <a:lnTo>
                  <a:pt x="185317" y="41643"/>
                </a:lnTo>
                <a:lnTo>
                  <a:pt x="184715" y="41075"/>
                </a:lnTo>
                <a:lnTo>
                  <a:pt x="184109" y="40511"/>
                </a:lnTo>
                <a:lnTo>
                  <a:pt x="183498" y="39953"/>
                </a:lnTo>
                <a:lnTo>
                  <a:pt x="182883" y="39400"/>
                </a:lnTo>
                <a:lnTo>
                  <a:pt x="182264" y="38853"/>
                </a:lnTo>
                <a:lnTo>
                  <a:pt x="181641" y="38311"/>
                </a:lnTo>
                <a:lnTo>
                  <a:pt x="181013" y="37774"/>
                </a:lnTo>
                <a:lnTo>
                  <a:pt x="180381" y="37242"/>
                </a:lnTo>
                <a:lnTo>
                  <a:pt x="179745" y="36715"/>
                </a:lnTo>
                <a:lnTo>
                  <a:pt x="179104" y="36194"/>
                </a:lnTo>
                <a:lnTo>
                  <a:pt x="178459" y="35678"/>
                </a:lnTo>
                <a:lnTo>
                  <a:pt x="177810" y="35167"/>
                </a:lnTo>
                <a:lnTo>
                  <a:pt x="177157" y="34661"/>
                </a:lnTo>
                <a:lnTo>
                  <a:pt x="176499" y="34161"/>
                </a:lnTo>
                <a:lnTo>
                  <a:pt x="175837" y="33666"/>
                </a:lnTo>
                <a:lnTo>
                  <a:pt x="175170" y="33176"/>
                </a:lnTo>
                <a:lnTo>
                  <a:pt x="174499" y="32691"/>
                </a:lnTo>
                <a:lnTo>
                  <a:pt x="173824" y="32211"/>
                </a:lnTo>
                <a:lnTo>
                  <a:pt x="173144" y="31737"/>
                </a:lnTo>
                <a:lnTo>
                  <a:pt x="172460" y="31268"/>
                </a:lnTo>
                <a:lnTo>
                  <a:pt x="171772" y="30804"/>
                </a:lnTo>
                <a:lnTo>
                  <a:pt x="171080" y="30345"/>
                </a:lnTo>
                <a:lnTo>
                  <a:pt x="170385" y="29893"/>
                </a:lnTo>
                <a:lnTo>
                  <a:pt x="169686" y="29447"/>
                </a:lnTo>
                <a:lnTo>
                  <a:pt x="168985" y="29006"/>
                </a:lnTo>
                <a:lnTo>
                  <a:pt x="168280" y="28572"/>
                </a:lnTo>
                <a:lnTo>
                  <a:pt x="167572" y="28144"/>
                </a:lnTo>
                <a:lnTo>
                  <a:pt x="166862" y="27721"/>
                </a:lnTo>
                <a:lnTo>
                  <a:pt x="166148" y="27305"/>
                </a:lnTo>
                <a:lnTo>
                  <a:pt x="165430" y="26895"/>
                </a:lnTo>
                <a:lnTo>
                  <a:pt x="164710" y="26491"/>
                </a:lnTo>
                <a:lnTo>
                  <a:pt x="163986" y="26092"/>
                </a:lnTo>
                <a:lnTo>
                  <a:pt x="163260" y="25700"/>
                </a:lnTo>
                <a:lnTo>
                  <a:pt x="162530" y="25314"/>
                </a:lnTo>
                <a:lnTo>
                  <a:pt x="161797" y="24934"/>
                </a:lnTo>
                <a:lnTo>
                  <a:pt x="161061" y="24559"/>
                </a:lnTo>
                <a:lnTo>
                  <a:pt x="160321" y="24191"/>
                </a:lnTo>
                <a:lnTo>
                  <a:pt x="159578" y="23828"/>
                </a:lnTo>
                <a:lnTo>
                  <a:pt x="158832" y="23472"/>
                </a:lnTo>
                <a:lnTo>
                  <a:pt x="158083" y="23121"/>
                </a:lnTo>
                <a:lnTo>
                  <a:pt x="157330" y="22777"/>
                </a:lnTo>
                <a:lnTo>
                  <a:pt x="156575" y="22438"/>
                </a:lnTo>
                <a:lnTo>
                  <a:pt x="155815" y="22105"/>
                </a:lnTo>
                <a:lnTo>
                  <a:pt x="155053" y="21779"/>
                </a:lnTo>
                <a:lnTo>
                  <a:pt x="154287" y="21458"/>
                </a:lnTo>
                <a:lnTo>
                  <a:pt x="153519" y="21143"/>
                </a:lnTo>
                <a:lnTo>
                  <a:pt x="152749" y="20835"/>
                </a:lnTo>
                <a:lnTo>
                  <a:pt x="151977" y="20534"/>
                </a:lnTo>
                <a:lnTo>
                  <a:pt x="151203" y="20239"/>
                </a:lnTo>
                <a:lnTo>
                  <a:pt x="150427" y="19950"/>
                </a:lnTo>
                <a:lnTo>
                  <a:pt x="149649" y="19668"/>
                </a:lnTo>
                <a:lnTo>
                  <a:pt x="148870" y="19393"/>
                </a:lnTo>
                <a:lnTo>
                  <a:pt x="148088" y="19124"/>
                </a:lnTo>
                <a:lnTo>
                  <a:pt x="147305" y="18861"/>
                </a:lnTo>
                <a:lnTo>
                  <a:pt x="146519" y="18605"/>
                </a:lnTo>
                <a:lnTo>
                  <a:pt x="145732" y="18356"/>
                </a:lnTo>
                <a:lnTo>
                  <a:pt x="144943" y="18113"/>
                </a:lnTo>
                <a:lnTo>
                  <a:pt x="144152" y="17877"/>
                </a:lnTo>
                <a:lnTo>
                  <a:pt x="143358" y="17647"/>
                </a:lnTo>
                <a:lnTo>
                  <a:pt x="142563" y="17423"/>
                </a:lnTo>
                <a:lnTo>
                  <a:pt x="141766" y="17206"/>
                </a:lnTo>
                <a:lnTo>
                  <a:pt x="140967" y="16995"/>
                </a:lnTo>
                <a:lnTo>
                  <a:pt x="140166" y="16791"/>
                </a:lnTo>
                <a:lnTo>
                  <a:pt x="139362" y="16594"/>
                </a:lnTo>
                <a:lnTo>
                  <a:pt x="138557" y="16403"/>
                </a:lnTo>
                <a:lnTo>
                  <a:pt x="137750" y="16218"/>
                </a:lnTo>
                <a:lnTo>
                  <a:pt x="136940" y="16040"/>
                </a:lnTo>
                <a:lnTo>
                  <a:pt x="136129" y="15868"/>
                </a:lnTo>
                <a:lnTo>
                  <a:pt x="135315" y="15703"/>
                </a:lnTo>
                <a:lnTo>
                  <a:pt x="134500" y="15544"/>
                </a:lnTo>
                <a:lnTo>
                  <a:pt x="133685" y="15392"/>
                </a:lnTo>
                <a:lnTo>
                  <a:pt x="132868" y="15247"/>
                </a:lnTo>
                <a:lnTo>
                  <a:pt x="132052" y="15109"/>
                </a:lnTo>
                <a:lnTo>
                  <a:pt x="131235" y="14977"/>
                </a:lnTo>
                <a:lnTo>
                  <a:pt x="130417" y="14852"/>
                </a:lnTo>
                <a:lnTo>
                  <a:pt x="129599" y="14734"/>
                </a:lnTo>
                <a:lnTo>
                  <a:pt x="128780" y="14623"/>
                </a:lnTo>
                <a:lnTo>
                  <a:pt x="127960" y="14518"/>
                </a:lnTo>
                <a:lnTo>
                  <a:pt x="127140" y="14420"/>
                </a:lnTo>
                <a:lnTo>
                  <a:pt x="126319" y="14329"/>
                </a:lnTo>
                <a:lnTo>
                  <a:pt x="125497" y="14245"/>
                </a:lnTo>
                <a:lnTo>
                  <a:pt x="124675" y="14168"/>
                </a:lnTo>
                <a:lnTo>
                  <a:pt x="123852" y="14097"/>
                </a:lnTo>
                <a:lnTo>
                  <a:pt x="123029" y="14033"/>
                </a:lnTo>
                <a:lnTo>
                  <a:pt x="122205" y="13975"/>
                </a:lnTo>
                <a:lnTo>
                  <a:pt x="121380" y="13925"/>
                </a:lnTo>
                <a:lnTo>
                  <a:pt x="120554" y="13881"/>
                </a:lnTo>
                <a:lnTo>
                  <a:pt x="119728" y="13844"/>
                </a:lnTo>
                <a:lnTo>
                  <a:pt x="118901" y="13813"/>
                </a:lnTo>
                <a:lnTo>
                  <a:pt x="118073" y="13790"/>
                </a:lnTo>
                <a:lnTo>
                  <a:pt x="117244" y="13773"/>
                </a:lnTo>
                <a:lnTo>
                  <a:pt x="116414" y="13763"/>
                </a:lnTo>
                <a:lnTo>
                  <a:pt x="115584" y="13759"/>
                </a:lnTo>
                <a:lnTo>
                  <a:pt x="114754" y="13763"/>
                </a:lnTo>
                <a:lnTo>
                  <a:pt x="113924" y="13773"/>
                </a:lnTo>
                <a:lnTo>
                  <a:pt x="113096" y="13790"/>
                </a:lnTo>
                <a:lnTo>
                  <a:pt x="112268" y="13813"/>
                </a:lnTo>
                <a:lnTo>
                  <a:pt x="111441" y="13844"/>
                </a:lnTo>
                <a:lnTo>
                  <a:pt x="110614" y="13881"/>
                </a:lnTo>
                <a:lnTo>
                  <a:pt x="109789" y="13925"/>
                </a:lnTo>
                <a:lnTo>
                  <a:pt x="108964" y="13975"/>
                </a:lnTo>
                <a:lnTo>
                  <a:pt x="108139" y="14033"/>
                </a:lnTo>
                <a:lnTo>
                  <a:pt x="107316" y="14097"/>
                </a:lnTo>
                <a:lnTo>
                  <a:pt x="106493" y="14168"/>
                </a:lnTo>
                <a:lnTo>
                  <a:pt x="105671" y="14245"/>
                </a:lnTo>
                <a:lnTo>
                  <a:pt x="104849" y="14329"/>
                </a:lnTo>
                <a:lnTo>
                  <a:pt x="104028" y="14420"/>
                </a:lnTo>
                <a:lnTo>
                  <a:pt x="103208" y="14518"/>
                </a:lnTo>
                <a:lnTo>
                  <a:pt x="102389" y="14623"/>
                </a:lnTo>
                <a:lnTo>
                  <a:pt x="101570" y="14734"/>
                </a:lnTo>
                <a:lnTo>
                  <a:pt x="100751" y="14852"/>
                </a:lnTo>
                <a:lnTo>
                  <a:pt x="99933" y="14977"/>
                </a:lnTo>
                <a:lnTo>
                  <a:pt x="99116" y="15109"/>
                </a:lnTo>
                <a:lnTo>
                  <a:pt x="98300" y="15247"/>
                </a:lnTo>
                <a:lnTo>
                  <a:pt x="97483" y="15392"/>
                </a:lnTo>
                <a:lnTo>
                  <a:pt x="96668" y="15544"/>
                </a:lnTo>
                <a:lnTo>
                  <a:pt x="95853" y="15703"/>
                </a:lnTo>
                <a:lnTo>
                  <a:pt x="95039" y="15868"/>
                </a:lnTo>
                <a:lnTo>
                  <a:pt x="94228" y="16040"/>
                </a:lnTo>
                <a:lnTo>
                  <a:pt x="93418" y="16218"/>
                </a:lnTo>
                <a:lnTo>
                  <a:pt x="92611" y="16403"/>
                </a:lnTo>
                <a:lnTo>
                  <a:pt x="91806" y="16594"/>
                </a:lnTo>
                <a:lnTo>
                  <a:pt x="91002" y="16791"/>
                </a:lnTo>
                <a:lnTo>
                  <a:pt x="90201" y="16995"/>
                </a:lnTo>
                <a:lnTo>
                  <a:pt x="89402" y="17206"/>
                </a:lnTo>
                <a:lnTo>
                  <a:pt x="88605" y="17423"/>
                </a:lnTo>
                <a:lnTo>
                  <a:pt x="87810" y="17647"/>
                </a:lnTo>
                <a:lnTo>
                  <a:pt x="87016" y="17877"/>
                </a:lnTo>
                <a:lnTo>
                  <a:pt x="86225" y="18113"/>
                </a:lnTo>
                <a:lnTo>
                  <a:pt x="85436" y="18356"/>
                </a:lnTo>
                <a:lnTo>
                  <a:pt x="84649" y="18605"/>
                </a:lnTo>
                <a:lnTo>
                  <a:pt x="83863" y="18861"/>
                </a:lnTo>
                <a:lnTo>
                  <a:pt x="83080" y="19124"/>
                </a:lnTo>
                <a:lnTo>
                  <a:pt x="82298" y="19393"/>
                </a:lnTo>
                <a:lnTo>
                  <a:pt x="81519" y="19668"/>
                </a:lnTo>
                <a:lnTo>
                  <a:pt x="80741" y="19950"/>
                </a:lnTo>
                <a:lnTo>
                  <a:pt x="79965" y="20239"/>
                </a:lnTo>
                <a:lnTo>
                  <a:pt x="79191" y="20534"/>
                </a:lnTo>
                <a:lnTo>
                  <a:pt x="78419" y="20835"/>
                </a:lnTo>
                <a:lnTo>
                  <a:pt x="77649" y="21143"/>
                </a:lnTo>
                <a:lnTo>
                  <a:pt x="76881" y="21458"/>
                </a:lnTo>
                <a:lnTo>
                  <a:pt x="76115" y="21779"/>
                </a:lnTo>
                <a:lnTo>
                  <a:pt x="75353" y="22105"/>
                </a:lnTo>
                <a:lnTo>
                  <a:pt x="74593" y="22438"/>
                </a:lnTo>
                <a:lnTo>
                  <a:pt x="73838" y="22777"/>
                </a:lnTo>
                <a:lnTo>
                  <a:pt x="73085" y="23121"/>
                </a:lnTo>
                <a:lnTo>
                  <a:pt x="72336" y="23472"/>
                </a:lnTo>
                <a:lnTo>
                  <a:pt x="71590" y="23828"/>
                </a:lnTo>
                <a:lnTo>
                  <a:pt x="70847" y="24191"/>
                </a:lnTo>
                <a:lnTo>
                  <a:pt x="70107" y="24559"/>
                </a:lnTo>
                <a:lnTo>
                  <a:pt x="69371" y="24934"/>
                </a:lnTo>
                <a:lnTo>
                  <a:pt x="68638" y="25314"/>
                </a:lnTo>
                <a:lnTo>
                  <a:pt x="67908" y="25700"/>
                </a:lnTo>
                <a:lnTo>
                  <a:pt x="67181" y="26093"/>
                </a:lnTo>
                <a:lnTo>
                  <a:pt x="66458" y="26491"/>
                </a:lnTo>
                <a:lnTo>
                  <a:pt x="65738" y="26895"/>
                </a:lnTo>
                <a:lnTo>
                  <a:pt x="65020" y="27305"/>
                </a:lnTo>
                <a:lnTo>
                  <a:pt x="64306" y="27722"/>
                </a:lnTo>
                <a:lnTo>
                  <a:pt x="63595" y="28144"/>
                </a:lnTo>
                <a:lnTo>
                  <a:pt x="62888" y="28572"/>
                </a:lnTo>
                <a:lnTo>
                  <a:pt x="62183" y="29006"/>
                </a:lnTo>
                <a:lnTo>
                  <a:pt x="61482" y="29447"/>
                </a:lnTo>
                <a:lnTo>
                  <a:pt x="60783" y="29893"/>
                </a:lnTo>
                <a:lnTo>
                  <a:pt x="60088" y="30345"/>
                </a:lnTo>
                <a:lnTo>
                  <a:pt x="59396" y="30804"/>
                </a:lnTo>
                <a:lnTo>
                  <a:pt x="58707" y="31268"/>
                </a:lnTo>
                <a:lnTo>
                  <a:pt x="58023" y="31737"/>
                </a:lnTo>
                <a:lnTo>
                  <a:pt x="57343" y="32212"/>
                </a:lnTo>
                <a:lnTo>
                  <a:pt x="56668" y="32691"/>
                </a:lnTo>
                <a:lnTo>
                  <a:pt x="55997" y="33176"/>
                </a:lnTo>
                <a:lnTo>
                  <a:pt x="55331" y="33666"/>
                </a:lnTo>
                <a:lnTo>
                  <a:pt x="54669" y="34161"/>
                </a:lnTo>
                <a:lnTo>
                  <a:pt x="54011" y="34662"/>
                </a:lnTo>
                <a:lnTo>
                  <a:pt x="53357" y="35167"/>
                </a:lnTo>
                <a:lnTo>
                  <a:pt x="52708" y="35678"/>
                </a:lnTo>
                <a:lnTo>
                  <a:pt x="52063" y="36194"/>
                </a:lnTo>
                <a:lnTo>
                  <a:pt x="51423" y="36715"/>
                </a:lnTo>
                <a:lnTo>
                  <a:pt x="50787" y="37242"/>
                </a:lnTo>
                <a:lnTo>
                  <a:pt x="50155" y="37773"/>
                </a:lnTo>
                <a:lnTo>
                  <a:pt x="49527" y="38310"/>
                </a:lnTo>
                <a:lnTo>
                  <a:pt x="48904" y="38853"/>
                </a:lnTo>
                <a:lnTo>
                  <a:pt x="48285" y="39400"/>
                </a:lnTo>
                <a:lnTo>
                  <a:pt x="47670" y="39953"/>
                </a:lnTo>
                <a:lnTo>
                  <a:pt x="47059" y="40511"/>
                </a:lnTo>
                <a:lnTo>
                  <a:pt x="46453" y="41075"/>
                </a:lnTo>
                <a:lnTo>
                  <a:pt x="45851" y="41643"/>
                </a:lnTo>
                <a:lnTo>
                  <a:pt x="45253" y="42217"/>
                </a:lnTo>
                <a:lnTo>
                  <a:pt x="44659" y="42797"/>
                </a:lnTo>
                <a:lnTo>
                  <a:pt x="44070" y="43381"/>
                </a:lnTo>
                <a:lnTo>
                  <a:pt x="43485" y="43971"/>
                </a:lnTo>
                <a:lnTo>
                  <a:pt x="42906" y="44565"/>
                </a:lnTo>
                <a:lnTo>
                  <a:pt x="42332" y="45163"/>
                </a:lnTo>
                <a:lnTo>
                  <a:pt x="41763" y="45765"/>
                </a:lnTo>
                <a:lnTo>
                  <a:pt x="41199" y="46371"/>
                </a:lnTo>
                <a:lnTo>
                  <a:pt x="40641" y="46982"/>
                </a:lnTo>
                <a:lnTo>
                  <a:pt x="40088" y="47596"/>
                </a:lnTo>
                <a:lnTo>
                  <a:pt x="39541" y="48216"/>
                </a:lnTo>
                <a:lnTo>
                  <a:pt x="38999" y="48839"/>
                </a:lnTo>
                <a:lnTo>
                  <a:pt x="38462" y="49466"/>
                </a:lnTo>
                <a:lnTo>
                  <a:pt x="37930" y="50098"/>
                </a:lnTo>
                <a:lnTo>
                  <a:pt x="37403" y="50735"/>
                </a:lnTo>
                <a:lnTo>
                  <a:pt x="36882" y="51375"/>
                </a:lnTo>
                <a:lnTo>
                  <a:pt x="36366" y="52020"/>
                </a:lnTo>
                <a:lnTo>
                  <a:pt x="35855" y="52669"/>
                </a:lnTo>
                <a:lnTo>
                  <a:pt x="35350" y="53322"/>
                </a:lnTo>
                <a:lnTo>
                  <a:pt x="34849" y="53980"/>
                </a:lnTo>
                <a:lnTo>
                  <a:pt x="34354" y="54642"/>
                </a:lnTo>
                <a:lnTo>
                  <a:pt x="33864" y="55309"/>
                </a:lnTo>
                <a:lnTo>
                  <a:pt x="33379" y="55980"/>
                </a:lnTo>
                <a:lnTo>
                  <a:pt x="32900" y="56655"/>
                </a:lnTo>
                <a:lnTo>
                  <a:pt x="32425" y="57335"/>
                </a:lnTo>
                <a:lnTo>
                  <a:pt x="31956" y="58019"/>
                </a:lnTo>
                <a:lnTo>
                  <a:pt x="31492" y="58707"/>
                </a:lnTo>
                <a:lnTo>
                  <a:pt x="31034" y="59399"/>
                </a:lnTo>
                <a:lnTo>
                  <a:pt x="30581" y="60095"/>
                </a:lnTo>
                <a:lnTo>
                  <a:pt x="30135" y="60793"/>
                </a:lnTo>
                <a:lnTo>
                  <a:pt x="29695" y="61495"/>
                </a:lnTo>
                <a:lnTo>
                  <a:pt x="29260" y="62199"/>
                </a:lnTo>
                <a:lnTo>
                  <a:pt x="28832" y="62907"/>
                </a:lnTo>
                <a:lnTo>
                  <a:pt x="28410" y="63618"/>
                </a:lnTo>
                <a:lnTo>
                  <a:pt x="27994" y="64332"/>
                </a:lnTo>
                <a:lnTo>
                  <a:pt x="27583" y="65049"/>
                </a:lnTo>
                <a:lnTo>
                  <a:pt x="27179" y="65769"/>
                </a:lnTo>
                <a:lnTo>
                  <a:pt x="26781" y="66493"/>
                </a:lnTo>
                <a:lnTo>
                  <a:pt x="26389" y="67220"/>
                </a:lnTo>
                <a:lnTo>
                  <a:pt x="26002" y="67949"/>
                </a:lnTo>
                <a:lnTo>
                  <a:pt x="25622" y="68683"/>
                </a:lnTo>
                <a:lnTo>
                  <a:pt x="25248" y="69419"/>
                </a:lnTo>
                <a:lnTo>
                  <a:pt x="24879" y="70158"/>
                </a:lnTo>
                <a:lnTo>
                  <a:pt x="24517" y="70901"/>
                </a:lnTo>
                <a:lnTo>
                  <a:pt x="24160" y="71647"/>
                </a:lnTo>
                <a:lnTo>
                  <a:pt x="23810" y="72396"/>
                </a:lnTo>
                <a:lnTo>
                  <a:pt x="23465" y="73149"/>
                </a:lnTo>
                <a:lnTo>
                  <a:pt x="23127" y="73905"/>
                </a:lnTo>
                <a:lnTo>
                  <a:pt x="22794" y="74664"/>
                </a:lnTo>
                <a:lnTo>
                  <a:pt x="22467" y="75426"/>
                </a:lnTo>
                <a:lnTo>
                  <a:pt x="22146" y="76192"/>
                </a:lnTo>
                <a:lnTo>
                  <a:pt x="21832" y="76960"/>
                </a:lnTo>
                <a:lnTo>
                  <a:pt x="21524" y="77731"/>
                </a:lnTo>
                <a:lnTo>
                  <a:pt x="21222" y="78503"/>
                </a:lnTo>
                <a:lnTo>
                  <a:pt x="20927" y="79277"/>
                </a:lnTo>
                <a:lnTo>
                  <a:pt x="20639" y="80053"/>
                </a:lnTo>
                <a:lnTo>
                  <a:pt x="20357" y="80830"/>
                </a:lnTo>
                <a:lnTo>
                  <a:pt x="20081" y="81610"/>
                </a:lnTo>
                <a:lnTo>
                  <a:pt x="19812" y="82391"/>
                </a:lnTo>
                <a:lnTo>
                  <a:pt x="19550" y="83175"/>
                </a:lnTo>
                <a:lnTo>
                  <a:pt x="19294" y="83960"/>
                </a:lnTo>
                <a:lnTo>
                  <a:pt x="19044" y="84748"/>
                </a:lnTo>
                <a:lnTo>
                  <a:pt x="18801" y="85537"/>
                </a:lnTo>
                <a:lnTo>
                  <a:pt x="18565" y="86328"/>
                </a:lnTo>
                <a:lnTo>
                  <a:pt x="18335" y="87121"/>
                </a:lnTo>
                <a:lnTo>
                  <a:pt x="18111" y="87917"/>
                </a:lnTo>
                <a:lnTo>
                  <a:pt x="17894" y="88714"/>
                </a:lnTo>
                <a:lnTo>
                  <a:pt x="17684" y="89513"/>
                </a:lnTo>
                <a:lnTo>
                  <a:pt x="17480" y="90314"/>
                </a:lnTo>
                <a:lnTo>
                  <a:pt x="17282" y="91118"/>
                </a:lnTo>
                <a:lnTo>
                  <a:pt x="17091" y="91923"/>
                </a:lnTo>
                <a:lnTo>
                  <a:pt x="16906" y="92730"/>
                </a:lnTo>
                <a:lnTo>
                  <a:pt x="16728" y="93540"/>
                </a:lnTo>
                <a:lnTo>
                  <a:pt x="16556" y="94351"/>
                </a:lnTo>
                <a:lnTo>
                  <a:pt x="16391" y="95165"/>
                </a:lnTo>
                <a:lnTo>
                  <a:pt x="16232" y="95979"/>
                </a:lnTo>
                <a:lnTo>
                  <a:pt x="16080" y="96795"/>
                </a:lnTo>
                <a:lnTo>
                  <a:pt x="15935" y="97611"/>
                </a:lnTo>
                <a:lnTo>
                  <a:pt x="15797" y="98428"/>
                </a:lnTo>
                <a:lnTo>
                  <a:pt x="15665" y="99245"/>
                </a:lnTo>
                <a:lnTo>
                  <a:pt x="15540" y="100062"/>
                </a:lnTo>
                <a:lnTo>
                  <a:pt x="15422" y="100881"/>
                </a:lnTo>
                <a:lnTo>
                  <a:pt x="15311" y="101700"/>
                </a:lnTo>
                <a:lnTo>
                  <a:pt x="15207" y="102519"/>
                </a:lnTo>
                <a:lnTo>
                  <a:pt x="15109" y="103340"/>
                </a:lnTo>
                <a:lnTo>
                  <a:pt x="15018" y="104160"/>
                </a:lnTo>
                <a:lnTo>
                  <a:pt x="14934" y="104982"/>
                </a:lnTo>
                <a:lnTo>
                  <a:pt x="14856" y="105804"/>
                </a:lnTo>
                <a:lnTo>
                  <a:pt x="14785" y="106627"/>
                </a:lnTo>
                <a:lnTo>
                  <a:pt x="14721" y="107450"/>
                </a:lnTo>
                <a:lnTo>
                  <a:pt x="14664" y="108275"/>
                </a:lnTo>
                <a:lnTo>
                  <a:pt x="14613" y="109100"/>
                </a:lnTo>
                <a:lnTo>
                  <a:pt x="14569" y="109925"/>
                </a:lnTo>
                <a:lnTo>
                  <a:pt x="14532" y="110752"/>
                </a:lnTo>
                <a:lnTo>
                  <a:pt x="14502" y="111579"/>
                </a:lnTo>
                <a:lnTo>
                  <a:pt x="14478" y="112407"/>
                </a:lnTo>
                <a:lnTo>
                  <a:pt x="14462" y="113235"/>
                </a:lnTo>
                <a:lnTo>
                  <a:pt x="14451" y="114065"/>
                </a:lnTo>
                <a:lnTo>
                  <a:pt x="14448" y="114895"/>
                </a:lnTo>
                <a:lnTo>
                  <a:pt x="14451" y="115726"/>
                </a:lnTo>
                <a:lnTo>
                  <a:pt x="14462" y="116555"/>
                </a:lnTo>
                <a:lnTo>
                  <a:pt x="14478" y="117384"/>
                </a:lnTo>
                <a:lnTo>
                  <a:pt x="14502" y="118212"/>
                </a:lnTo>
                <a:lnTo>
                  <a:pt x="14532" y="119039"/>
                </a:lnTo>
                <a:lnTo>
                  <a:pt x="14569" y="119865"/>
                </a:lnTo>
                <a:lnTo>
                  <a:pt x="14613" y="120691"/>
                </a:lnTo>
                <a:lnTo>
                  <a:pt x="14664" y="121516"/>
                </a:lnTo>
                <a:lnTo>
                  <a:pt x="14721" y="122340"/>
                </a:lnTo>
                <a:lnTo>
                  <a:pt x="14785" y="123164"/>
                </a:lnTo>
                <a:lnTo>
                  <a:pt x="14856" y="123987"/>
                </a:lnTo>
                <a:lnTo>
                  <a:pt x="14934" y="124809"/>
                </a:lnTo>
                <a:lnTo>
                  <a:pt x="15018" y="125630"/>
                </a:lnTo>
                <a:lnTo>
                  <a:pt x="15109" y="126451"/>
                </a:lnTo>
                <a:lnTo>
                  <a:pt x="15207" y="127271"/>
                </a:lnTo>
                <a:lnTo>
                  <a:pt x="15311" y="128091"/>
                </a:lnTo>
                <a:lnTo>
                  <a:pt x="15423" y="128910"/>
                </a:lnTo>
                <a:lnTo>
                  <a:pt x="15541" y="129728"/>
                </a:lnTo>
                <a:lnTo>
                  <a:pt x="15665" y="130546"/>
                </a:lnTo>
                <a:lnTo>
                  <a:pt x="15797" y="131363"/>
                </a:lnTo>
                <a:lnTo>
                  <a:pt x="15935" y="132179"/>
                </a:lnTo>
                <a:lnTo>
                  <a:pt x="16081" y="132995"/>
                </a:lnTo>
                <a:lnTo>
                  <a:pt x="16232" y="133811"/>
                </a:lnTo>
                <a:lnTo>
                  <a:pt x="16391" y="134626"/>
                </a:lnTo>
                <a:lnTo>
                  <a:pt x="16556" y="135439"/>
                </a:lnTo>
                <a:lnTo>
                  <a:pt x="16728" y="136251"/>
                </a:lnTo>
                <a:lnTo>
                  <a:pt x="16906" y="137060"/>
                </a:lnTo>
                <a:lnTo>
                  <a:pt x="17091" y="137868"/>
                </a:lnTo>
                <a:lnTo>
                  <a:pt x="17282" y="138673"/>
                </a:lnTo>
                <a:lnTo>
                  <a:pt x="17480" y="139477"/>
                </a:lnTo>
                <a:lnTo>
                  <a:pt x="17684" y="140278"/>
                </a:lnTo>
                <a:lnTo>
                  <a:pt x="17895" y="141077"/>
                </a:lnTo>
                <a:lnTo>
                  <a:pt x="18112" y="141874"/>
                </a:lnTo>
                <a:lnTo>
                  <a:pt x="18335" y="142670"/>
                </a:lnTo>
                <a:lnTo>
                  <a:pt x="18565" y="143463"/>
                </a:lnTo>
                <a:lnTo>
                  <a:pt x="18802" y="144254"/>
                </a:lnTo>
                <a:lnTo>
                  <a:pt x="19045" y="145043"/>
                </a:lnTo>
                <a:lnTo>
                  <a:pt x="19294" y="145831"/>
                </a:lnTo>
                <a:lnTo>
                  <a:pt x="19550" y="146616"/>
                </a:lnTo>
                <a:lnTo>
                  <a:pt x="19813" y="147399"/>
                </a:lnTo>
                <a:lnTo>
                  <a:pt x="20081" y="148181"/>
                </a:lnTo>
                <a:lnTo>
                  <a:pt x="20357" y="148961"/>
                </a:lnTo>
                <a:lnTo>
                  <a:pt x="20639" y="149738"/>
                </a:lnTo>
                <a:lnTo>
                  <a:pt x="20927" y="150514"/>
                </a:lnTo>
                <a:lnTo>
                  <a:pt x="21222" y="151288"/>
                </a:lnTo>
                <a:lnTo>
                  <a:pt x="21524" y="152060"/>
                </a:lnTo>
                <a:lnTo>
                  <a:pt x="21832" y="152830"/>
                </a:lnTo>
                <a:lnTo>
                  <a:pt x="22146" y="153599"/>
                </a:lnTo>
                <a:lnTo>
                  <a:pt x="22467" y="154364"/>
                </a:lnTo>
                <a:lnTo>
                  <a:pt x="22794" y="155127"/>
                </a:lnTo>
                <a:lnTo>
                  <a:pt x="23127" y="155886"/>
                </a:lnTo>
                <a:lnTo>
                  <a:pt x="23465" y="156642"/>
                </a:lnTo>
                <a:lnTo>
                  <a:pt x="23810" y="157394"/>
                </a:lnTo>
                <a:lnTo>
                  <a:pt x="24160" y="158143"/>
                </a:lnTo>
                <a:lnTo>
                  <a:pt x="24517" y="158889"/>
                </a:lnTo>
                <a:lnTo>
                  <a:pt x="24879" y="159632"/>
                </a:lnTo>
                <a:lnTo>
                  <a:pt x="25248" y="160372"/>
                </a:lnTo>
                <a:lnTo>
                  <a:pt x="25622" y="161108"/>
                </a:lnTo>
                <a:lnTo>
                  <a:pt x="26002" y="161841"/>
                </a:lnTo>
                <a:lnTo>
                  <a:pt x="26389" y="162571"/>
                </a:lnTo>
                <a:lnTo>
                  <a:pt x="26781" y="163298"/>
                </a:lnTo>
                <a:lnTo>
                  <a:pt x="27179" y="164021"/>
                </a:lnTo>
                <a:lnTo>
                  <a:pt x="27584" y="164742"/>
                </a:lnTo>
                <a:lnTo>
                  <a:pt x="27994" y="165459"/>
                </a:lnTo>
                <a:lnTo>
                  <a:pt x="28410" y="166173"/>
                </a:lnTo>
                <a:lnTo>
                  <a:pt x="28832" y="166884"/>
                </a:lnTo>
                <a:lnTo>
                  <a:pt x="29261" y="167591"/>
                </a:lnTo>
                <a:lnTo>
                  <a:pt x="29695" y="168296"/>
                </a:lnTo>
                <a:lnTo>
                  <a:pt x="30135" y="168998"/>
                </a:lnTo>
                <a:lnTo>
                  <a:pt x="30582" y="169696"/>
                </a:lnTo>
                <a:lnTo>
                  <a:pt x="31034" y="170391"/>
                </a:lnTo>
                <a:lnTo>
                  <a:pt x="31493" y="171084"/>
                </a:lnTo>
                <a:lnTo>
                  <a:pt x="31957" y="171772"/>
                </a:lnTo>
                <a:lnTo>
                  <a:pt x="32426" y="172456"/>
                </a:lnTo>
                <a:lnTo>
                  <a:pt x="32900" y="173136"/>
                </a:lnTo>
                <a:lnTo>
                  <a:pt x="33380" y="173811"/>
                </a:lnTo>
                <a:lnTo>
                  <a:pt x="33865" y="174482"/>
                </a:lnTo>
                <a:lnTo>
                  <a:pt x="34355" y="175148"/>
                </a:lnTo>
                <a:lnTo>
                  <a:pt x="34850" y="175811"/>
                </a:lnTo>
                <a:lnTo>
                  <a:pt x="35350" y="176468"/>
                </a:lnTo>
                <a:lnTo>
                  <a:pt x="35856" y="177122"/>
                </a:lnTo>
                <a:lnTo>
                  <a:pt x="36366" y="177771"/>
                </a:lnTo>
                <a:lnTo>
                  <a:pt x="36882" y="178416"/>
                </a:lnTo>
                <a:lnTo>
                  <a:pt x="37404" y="179056"/>
                </a:lnTo>
                <a:lnTo>
                  <a:pt x="37930" y="179692"/>
                </a:lnTo>
                <a:lnTo>
                  <a:pt x="38462" y="180324"/>
                </a:lnTo>
                <a:lnTo>
                  <a:pt x="38999" y="180952"/>
                </a:lnTo>
                <a:lnTo>
                  <a:pt x="39541" y="181575"/>
                </a:lnTo>
                <a:lnTo>
                  <a:pt x="40089" y="182194"/>
                </a:lnTo>
                <a:lnTo>
                  <a:pt x="40641" y="182809"/>
                </a:lnTo>
                <a:lnTo>
                  <a:pt x="41200" y="183420"/>
                </a:lnTo>
                <a:lnTo>
                  <a:pt x="41763" y="184026"/>
                </a:lnTo>
                <a:lnTo>
                  <a:pt x="42332" y="184628"/>
                </a:lnTo>
                <a:lnTo>
                  <a:pt x="42906" y="185226"/>
                </a:lnTo>
                <a:lnTo>
                  <a:pt x="43485" y="185820"/>
                </a:lnTo>
                <a:lnTo>
                  <a:pt x="44070" y="186409"/>
                </a:lnTo>
                <a:lnTo>
                  <a:pt x="44659" y="186994"/>
                </a:lnTo>
                <a:lnTo>
                  <a:pt x="45253" y="187573"/>
                </a:lnTo>
                <a:lnTo>
                  <a:pt x="45851" y="188147"/>
                </a:lnTo>
                <a:lnTo>
                  <a:pt x="46453" y="188716"/>
                </a:lnTo>
                <a:lnTo>
                  <a:pt x="47059" y="189280"/>
                </a:lnTo>
                <a:lnTo>
                  <a:pt x="47670" y="189838"/>
                </a:lnTo>
                <a:lnTo>
                  <a:pt x="48285" y="190390"/>
                </a:lnTo>
                <a:lnTo>
                  <a:pt x="48904" y="190938"/>
                </a:lnTo>
                <a:lnTo>
                  <a:pt x="49527" y="191480"/>
                </a:lnTo>
                <a:lnTo>
                  <a:pt x="50155" y="192017"/>
                </a:lnTo>
                <a:lnTo>
                  <a:pt x="50787" y="192549"/>
                </a:lnTo>
                <a:lnTo>
                  <a:pt x="51423" y="193076"/>
                </a:lnTo>
                <a:lnTo>
                  <a:pt x="52063" y="193597"/>
                </a:lnTo>
                <a:lnTo>
                  <a:pt x="52708" y="194113"/>
                </a:lnTo>
                <a:lnTo>
                  <a:pt x="53357" y="194624"/>
                </a:lnTo>
                <a:lnTo>
                  <a:pt x="54011" y="195129"/>
                </a:lnTo>
                <a:lnTo>
                  <a:pt x="54669" y="195630"/>
                </a:lnTo>
                <a:lnTo>
                  <a:pt x="55331" y="196125"/>
                </a:lnTo>
                <a:lnTo>
                  <a:pt x="55997" y="196615"/>
                </a:lnTo>
                <a:lnTo>
                  <a:pt x="56668" y="197100"/>
                </a:lnTo>
                <a:lnTo>
                  <a:pt x="57343" y="197579"/>
                </a:lnTo>
                <a:lnTo>
                  <a:pt x="58023" y="198054"/>
                </a:lnTo>
                <a:lnTo>
                  <a:pt x="58707" y="198523"/>
                </a:lnTo>
                <a:lnTo>
                  <a:pt x="59395" y="198987"/>
                </a:lnTo>
                <a:lnTo>
                  <a:pt x="60087" y="199445"/>
                </a:lnTo>
                <a:lnTo>
                  <a:pt x="60783" y="199898"/>
                </a:lnTo>
                <a:lnTo>
                  <a:pt x="61481" y="200344"/>
                </a:lnTo>
                <a:lnTo>
                  <a:pt x="62183" y="200784"/>
                </a:lnTo>
                <a:lnTo>
                  <a:pt x="62887" y="201219"/>
                </a:lnTo>
                <a:lnTo>
                  <a:pt x="63595" y="201647"/>
                </a:lnTo>
                <a:lnTo>
                  <a:pt x="64306" y="202069"/>
                </a:lnTo>
                <a:lnTo>
                  <a:pt x="65020" y="202485"/>
                </a:lnTo>
                <a:lnTo>
                  <a:pt x="65737" y="202896"/>
                </a:lnTo>
                <a:lnTo>
                  <a:pt x="66458" y="203300"/>
                </a:lnTo>
                <a:lnTo>
                  <a:pt x="67181" y="203698"/>
                </a:lnTo>
                <a:lnTo>
                  <a:pt x="67908" y="204090"/>
                </a:lnTo>
                <a:lnTo>
                  <a:pt x="68638" y="204477"/>
                </a:lnTo>
                <a:lnTo>
                  <a:pt x="69371" y="204857"/>
                </a:lnTo>
                <a:lnTo>
                  <a:pt x="70107" y="205231"/>
                </a:lnTo>
                <a:lnTo>
                  <a:pt x="70847" y="205600"/>
                </a:lnTo>
                <a:lnTo>
                  <a:pt x="71590" y="205962"/>
                </a:lnTo>
                <a:lnTo>
                  <a:pt x="72336" y="206319"/>
                </a:lnTo>
                <a:lnTo>
                  <a:pt x="73085" y="206669"/>
                </a:lnTo>
                <a:lnTo>
                  <a:pt x="73838" y="207014"/>
                </a:lnTo>
                <a:lnTo>
                  <a:pt x="74593" y="207353"/>
                </a:lnTo>
                <a:lnTo>
                  <a:pt x="75353" y="207685"/>
                </a:lnTo>
                <a:lnTo>
                  <a:pt x="76115" y="208012"/>
                </a:lnTo>
                <a:lnTo>
                  <a:pt x="76881" y="208333"/>
                </a:lnTo>
                <a:lnTo>
                  <a:pt x="77649" y="208647"/>
                </a:lnTo>
                <a:lnTo>
                  <a:pt x="78419" y="208955"/>
                </a:lnTo>
                <a:lnTo>
                  <a:pt x="79191" y="209257"/>
                </a:lnTo>
                <a:lnTo>
                  <a:pt x="79965" y="209552"/>
                </a:lnTo>
                <a:lnTo>
                  <a:pt x="80741" y="209841"/>
                </a:lnTo>
                <a:lnTo>
                  <a:pt x="81519" y="210122"/>
                </a:lnTo>
                <a:lnTo>
                  <a:pt x="82298" y="210398"/>
                </a:lnTo>
                <a:lnTo>
                  <a:pt x="83080" y="210667"/>
                </a:lnTo>
                <a:lnTo>
                  <a:pt x="83863" y="210929"/>
                </a:lnTo>
                <a:lnTo>
                  <a:pt x="84649" y="211185"/>
                </a:lnTo>
                <a:lnTo>
                  <a:pt x="85436" y="211435"/>
                </a:lnTo>
                <a:lnTo>
                  <a:pt x="86225" y="211678"/>
                </a:lnTo>
                <a:lnTo>
                  <a:pt x="87016" y="211914"/>
                </a:lnTo>
                <a:lnTo>
                  <a:pt x="87810" y="212144"/>
                </a:lnTo>
                <a:lnTo>
                  <a:pt x="88605" y="212368"/>
                </a:lnTo>
                <a:lnTo>
                  <a:pt x="89402" y="212585"/>
                </a:lnTo>
                <a:lnTo>
                  <a:pt x="90201" y="212795"/>
                </a:lnTo>
                <a:lnTo>
                  <a:pt x="91002" y="212999"/>
                </a:lnTo>
                <a:lnTo>
                  <a:pt x="91806" y="213197"/>
                </a:lnTo>
                <a:lnTo>
                  <a:pt x="92611" y="213388"/>
                </a:lnTo>
                <a:lnTo>
                  <a:pt x="93418" y="213573"/>
                </a:lnTo>
                <a:lnTo>
                  <a:pt x="94228" y="213751"/>
                </a:lnTo>
                <a:lnTo>
                  <a:pt x="95039" y="213923"/>
                </a:lnTo>
                <a:lnTo>
                  <a:pt x="95853" y="214088"/>
                </a:lnTo>
                <a:lnTo>
                  <a:pt x="96668" y="214247"/>
                </a:lnTo>
                <a:lnTo>
                  <a:pt x="97483" y="214399"/>
                </a:lnTo>
                <a:lnTo>
                  <a:pt x="98300" y="214544"/>
                </a:lnTo>
                <a:lnTo>
                  <a:pt x="99116" y="214682"/>
                </a:lnTo>
                <a:lnTo>
                  <a:pt x="99933" y="214814"/>
                </a:lnTo>
                <a:lnTo>
                  <a:pt x="100751" y="214938"/>
                </a:lnTo>
                <a:lnTo>
                  <a:pt x="101570" y="215057"/>
                </a:lnTo>
                <a:lnTo>
                  <a:pt x="102389" y="215168"/>
                </a:lnTo>
                <a:lnTo>
                  <a:pt x="103208" y="215272"/>
                </a:lnTo>
                <a:lnTo>
                  <a:pt x="104028" y="215370"/>
                </a:lnTo>
                <a:lnTo>
                  <a:pt x="104849" y="215461"/>
                </a:lnTo>
                <a:lnTo>
                  <a:pt x="105671" y="215546"/>
                </a:lnTo>
                <a:lnTo>
                  <a:pt x="106493" y="215623"/>
                </a:lnTo>
                <a:lnTo>
                  <a:pt x="107316" y="215694"/>
                </a:lnTo>
                <a:lnTo>
                  <a:pt x="108139" y="215758"/>
                </a:lnTo>
                <a:lnTo>
                  <a:pt x="108964" y="215815"/>
                </a:lnTo>
                <a:lnTo>
                  <a:pt x="109789" y="215866"/>
                </a:lnTo>
                <a:lnTo>
                  <a:pt x="110614" y="215910"/>
                </a:lnTo>
                <a:lnTo>
                  <a:pt x="111441" y="215947"/>
                </a:lnTo>
                <a:lnTo>
                  <a:pt x="112268" y="215977"/>
                </a:lnTo>
                <a:lnTo>
                  <a:pt x="113096" y="216001"/>
                </a:lnTo>
                <a:lnTo>
                  <a:pt x="113925" y="216018"/>
                </a:lnTo>
                <a:lnTo>
                  <a:pt x="114754" y="216028"/>
                </a:lnTo>
                <a:lnTo>
                  <a:pt x="115584" y="216031"/>
                </a:lnTo>
                <a:lnTo>
                  <a:pt x="116414" y="216028"/>
                </a:lnTo>
                <a:lnTo>
                  <a:pt x="117244" y="216018"/>
                </a:lnTo>
                <a:lnTo>
                  <a:pt x="118073" y="216001"/>
                </a:lnTo>
                <a:lnTo>
                  <a:pt x="118901" y="215977"/>
                </a:lnTo>
                <a:lnTo>
                  <a:pt x="119728" y="215947"/>
                </a:lnTo>
                <a:lnTo>
                  <a:pt x="120554" y="215910"/>
                </a:lnTo>
                <a:lnTo>
                  <a:pt x="121380" y="215866"/>
                </a:lnTo>
                <a:lnTo>
                  <a:pt x="122205" y="215815"/>
                </a:lnTo>
                <a:lnTo>
                  <a:pt x="123029" y="215758"/>
                </a:lnTo>
                <a:lnTo>
                  <a:pt x="123852" y="215694"/>
                </a:lnTo>
                <a:lnTo>
                  <a:pt x="124675" y="215623"/>
                </a:lnTo>
                <a:lnTo>
                  <a:pt x="125497" y="215546"/>
                </a:lnTo>
                <a:lnTo>
                  <a:pt x="126319" y="215461"/>
                </a:lnTo>
                <a:lnTo>
                  <a:pt x="127140" y="215370"/>
                </a:lnTo>
                <a:lnTo>
                  <a:pt x="127960" y="215272"/>
                </a:lnTo>
                <a:lnTo>
                  <a:pt x="128780" y="215168"/>
                </a:lnTo>
                <a:lnTo>
                  <a:pt x="129599" y="215057"/>
                </a:lnTo>
                <a:lnTo>
                  <a:pt x="130417" y="214938"/>
                </a:lnTo>
                <a:lnTo>
                  <a:pt x="131235" y="214814"/>
                </a:lnTo>
                <a:lnTo>
                  <a:pt x="132052" y="214682"/>
                </a:lnTo>
                <a:lnTo>
                  <a:pt x="132868" y="214544"/>
                </a:lnTo>
                <a:lnTo>
                  <a:pt x="133685" y="214399"/>
                </a:lnTo>
                <a:lnTo>
                  <a:pt x="134500" y="214247"/>
                </a:lnTo>
                <a:lnTo>
                  <a:pt x="135315" y="214088"/>
                </a:lnTo>
                <a:lnTo>
                  <a:pt x="136129" y="213923"/>
                </a:lnTo>
                <a:lnTo>
                  <a:pt x="136940" y="213751"/>
                </a:lnTo>
                <a:lnTo>
                  <a:pt x="137750" y="213573"/>
                </a:lnTo>
                <a:lnTo>
                  <a:pt x="138557" y="213388"/>
                </a:lnTo>
                <a:lnTo>
                  <a:pt x="139362" y="213197"/>
                </a:lnTo>
                <a:lnTo>
                  <a:pt x="140166" y="212999"/>
                </a:lnTo>
                <a:lnTo>
                  <a:pt x="140967" y="212795"/>
                </a:lnTo>
                <a:lnTo>
                  <a:pt x="141766" y="212585"/>
                </a:lnTo>
                <a:lnTo>
                  <a:pt x="142563" y="212368"/>
                </a:lnTo>
                <a:lnTo>
                  <a:pt x="143358" y="212144"/>
                </a:lnTo>
                <a:lnTo>
                  <a:pt x="144152" y="211914"/>
                </a:lnTo>
                <a:lnTo>
                  <a:pt x="144943" y="211678"/>
                </a:lnTo>
                <a:lnTo>
                  <a:pt x="145732" y="211435"/>
                </a:lnTo>
                <a:lnTo>
                  <a:pt x="146519" y="211185"/>
                </a:lnTo>
                <a:lnTo>
                  <a:pt x="147305" y="210929"/>
                </a:lnTo>
                <a:lnTo>
                  <a:pt x="148088" y="210667"/>
                </a:lnTo>
                <a:lnTo>
                  <a:pt x="148870" y="210398"/>
                </a:lnTo>
                <a:lnTo>
                  <a:pt x="149649" y="210122"/>
                </a:lnTo>
                <a:lnTo>
                  <a:pt x="150427" y="209841"/>
                </a:lnTo>
                <a:lnTo>
                  <a:pt x="151203" y="209552"/>
                </a:lnTo>
                <a:lnTo>
                  <a:pt x="151977" y="209257"/>
                </a:lnTo>
                <a:lnTo>
                  <a:pt x="152749" y="208955"/>
                </a:lnTo>
                <a:lnTo>
                  <a:pt x="153519" y="208647"/>
                </a:lnTo>
                <a:lnTo>
                  <a:pt x="154287" y="208333"/>
                </a:lnTo>
                <a:lnTo>
                  <a:pt x="155053" y="208012"/>
                </a:lnTo>
                <a:lnTo>
                  <a:pt x="155815" y="207685"/>
                </a:lnTo>
                <a:lnTo>
                  <a:pt x="156575" y="207353"/>
                </a:lnTo>
                <a:lnTo>
                  <a:pt x="157330" y="207014"/>
                </a:lnTo>
                <a:lnTo>
                  <a:pt x="158083" y="206669"/>
                </a:lnTo>
                <a:lnTo>
                  <a:pt x="158832" y="206319"/>
                </a:lnTo>
                <a:lnTo>
                  <a:pt x="159578" y="205962"/>
                </a:lnTo>
                <a:lnTo>
                  <a:pt x="160321" y="205600"/>
                </a:lnTo>
                <a:lnTo>
                  <a:pt x="161061" y="205231"/>
                </a:lnTo>
                <a:lnTo>
                  <a:pt x="161797" y="204857"/>
                </a:lnTo>
                <a:lnTo>
                  <a:pt x="162530" y="204477"/>
                </a:lnTo>
                <a:lnTo>
                  <a:pt x="163260" y="204090"/>
                </a:lnTo>
                <a:lnTo>
                  <a:pt x="163986" y="203698"/>
                </a:lnTo>
                <a:lnTo>
                  <a:pt x="164710" y="203300"/>
                </a:lnTo>
                <a:lnTo>
                  <a:pt x="165430" y="202896"/>
                </a:lnTo>
                <a:lnTo>
                  <a:pt x="166148" y="202485"/>
                </a:lnTo>
                <a:lnTo>
                  <a:pt x="166862" y="202069"/>
                </a:lnTo>
                <a:lnTo>
                  <a:pt x="167572" y="201647"/>
                </a:lnTo>
                <a:lnTo>
                  <a:pt x="168280" y="201219"/>
                </a:lnTo>
                <a:lnTo>
                  <a:pt x="168985" y="200784"/>
                </a:lnTo>
                <a:lnTo>
                  <a:pt x="169686" y="200344"/>
                </a:lnTo>
                <a:lnTo>
                  <a:pt x="170385" y="199898"/>
                </a:lnTo>
                <a:lnTo>
                  <a:pt x="171080" y="199445"/>
                </a:lnTo>
                <a:lnTo>
                  <a:pt x="171772" y="198987"/>
                </a:lnTo>
                <a:lnTo>
                  <a:pt x="172460" y="198523"/>
                </a:lnTo>
                <a:lnTo>
                  <a:pt x="173144" y="198054"/>
                </a:lnTo>
                <a:lnTo>
                  <a:pt x="173824" y="197579"/>
                </a:lnTo>
                <a:lnTo>
                  <a:pt x="174499" y="197100"/>
                </a:lnTo>
                <a:lnTo>
                  <a:pt x="175170" y="196615"/>
                </a:lnTo>
                <a:lnTo>
                  <a:pt x="175837" y="196125"/>
                </a:lnTo>
                <a:lnTo>
                  <a:pt x="176499" y="195630"/>
                </a:lnTo>
                <a:lnTo>
                  <a:pt x="177157" y="195129"/>
                </a:lnTo>
                <a:lnTo>
                  <a:pt x="177810" y="194624"/>
                </a:lnTo>
                <a:lnTo>
                  <a:pt x="178459" y="194113"/>
                </a:lnTo>
                <a:lnTo>
                  <a:pt x="179104" y="193597"/>
                </a:lnTo>
                <a:lnTo>
                  <a:pt x="179745" y="193075"/>
                </a:lnTo>
                <a:lnTo>
                  <a:pt x="180381" y="192549"/>
                </a:lnTo>
                <a:lnTo>
                  <a:pt x="181013" y="192017"/>
                </a:lnTo>
                <a:lnTo>
                  <a:pt x="181641" y="191480"/>
                </a:lnTo>
                <a:lnTo>
                  <a:pt x="182264" y="190938"/>
                </a:lnTo>
                <a:lnTo>
                  <a:pt x="182883" y="190390"/>
                </a:lnTo>
                <a:lnTo>
                  <a:pt x="183498" y="189838"/>
                </a:lnTo>
                <a:lnTo>
                  <a:pt x="184109" y="189279"/>
                </a:lnTo>
                <a:lnTo>
                  <a:pt x="184715" y="188716"/>
                </a:lnTo>
                <a:lnTo>
                  <a:pt x="185317" y="188147"/>
                </a:lnTo>
                <a:lnTo>
                  <a:pt x="185915" y="187573"/>
                </a:lnTo>
                <a:lnTo>
                  <a:pt x="186509" y="186994"/>
                </a:lnTo>
                <a:lnTo>
                  <a:pt x="187098" y="186409"/>
                </a:lnTo>
                <a:lnTo>
                  <a:pt x="187683" y="185820"/>
                </a:lnTo>
                <a:lnTo>
                  <a:pt x="188262" y="185226"/>
                </a:lnTo>
                <a:lnTo>
                  <a:pt x="188836" y="184628"/>
                </a:lnTo>
                <a:lnTo>
                  <a:pt x="189405" y="184026"/>
                </a:lnTo>
                <a:lnTo>
                  <a:pt x="189968" y="183420"/>
                </a:lnTo>
                <a:lnTo>
                  <a:pt x="190526" y="182809"/>
                </a:lnTo>
                <a:lnTo>
                  <a:pt x="191079" y="182195"/>
                </a:lnTo>
                <a:lnTo>
                  <a:pt x="191626" y="181575"/>
                </a:lnTo>
                <a:lnTo>
                  <a:pt x="192169" y="180952"/>
                </a:lnTo>
                <a:lnTo>
                  <a:pt x="192706" y="180324"/>
                </a:lnTo>
                <a:lnTo>
                  <a:pt x="193237" y="179693"/>
                </a:lnTo>
                <a:lnTo>
                  <a:pt x="193764" y="179056"/>
                </a:lnTo>
                <a:lnTo>
                  <a:pt x="194285" y="178416"/>
                </a:lnTo>
                <a:lnTo>
                  <a:pt x="194801" y="177771"/>
                </a:lnTo>
                <a:lnTo>
                  <a:pt x="195312" y="177122"/>
                </a:lnTo>
                <a:lnTo>
                  <a:pt x="195817" y="176468"/>
                </a:lnTo>
                <a:lnTo>
                  <a:pt x="196318" y="175811"/>
                </a:lnTo>
                <a:lnTo>
                  <a:pt x="196813" y="175149"/>
                </a:lnTo>
                <a:lnTo>
                  <a:pt x="197303" y="174482"/>
                </a:lnTo>
                <a:lnTo>
                  <a:pt x="197787" y="173811"/>
                </a:lnTo>
                <a:lnTo>
                  <a:pt x="198267" y="173136"/>
                </a:lnTo>
                <a:lnTo>
                  <a:pt x="198741" y="172456"/>
                </a:lnTo>
                <a:lnTo>
                  <a:pt x="199210" y="171772"/>
                </a:lnTo>
                <a:lnTo>
                  <a:pt x="199675" y="171084"/>
                </a:lnTo>
                <a:lnTo>
                  <a:pt x="200133" y="170391"/>
                </a:lnTo>
                <a:lnTo>
                  <a:pt x="200585" y="169696"/>
                </a:lnTo>
                <a:lnTo>
                  <a:pt x="201032" y="168998"/>
                </a:lnTo>
                <a:lnTo>
                  <a:pt x="201472" y="168296"/>
                </a:lnTo>
                <a:lnTo>
                  <a:pt x="201906" y="167591"/>
                </a:lnTo>
                <a:lnTo>
                  <a:pt x="202335" y="166884"/>
                </a:lnTo>
                <a:lnTo>
                  <a:pt x="202757" y="166173"/>
                </a:lnTo>
                <a:lnTo>
                  <a:pt x="203173" y="165459"/>
                </a:lnTo>
                <a:lnTo>
                  <a:pt x="203584" y="164742"/>
                </a:lnTo>
                <a:lnTo>
                  <a:pt x="203988" y="164021"/>
                </a:lnTo>
                <a:lnTo>
                  <a:pt x="204386" y="163298"/>
                </a:lnTo>
                <a:lnTo>
                  <a:pt x="204778" y="162571"/>
                </a:lnTo>
                <a:lnTo>
                  <a:pt x="205165" y="161841"/>
                </a:lnTo>
                <a:lnTo>
                  <a:pt x="205545" y="161108"/>
                </a:lnTo>
                <a:lnTo>
                  <a:pt x="205919" y="160372"/>
                </a:lnTo>
                <a:lnTo>
                  <a:pt x="206288" y="159632"/>
                </a:lnTo>
                <a:lnTo>
                  <a:pt x="206650" y="158889"/>
                </a:lnTo>
                <a:lnTo>
                  <a:pt x="207007" y="158143"/>
                </a:lnTo>
                <a:lnTo>
                  <a:pt x="207357" y="157394"/>
                </a:lnTo>
                <a:lnTo>
                  <a:pt x="207702" y="156642"/>
                </a:lnTo>
                <a:lnTo>
                  <a:pt x="208041" y="155886"/>
                </a:lnTo>
                <a:lnTo>
                  <a:pt x="208373" y="155127"/>
                </a:lnTo>
                <a:lnTo>
                  <a:pt x="208700" y="154364"/>
                </a:lnTo>
                <a:lnTo>
                  <a:pt x="209021" y="153599"/>
                </a:lnTo>
                <a:lnTo>
                  <a:pt x="209335" y="152830"/>
                </a:lnTo>
                <a:lnTo>
                  <a:pt x="209643" y="152060"/>
                </a:lnTo>
                <a:lnTo>
                  <a:pt x="209945" y="151288"/>
                </a:lnTo>
                <a:lnTo>
                  <a:pt x="210240" y="150514"/>
                </a:lnTo>
                <a:lnTo>
                  <a:pt x="210528" y="149738"/>
                </a:lnTo>
                <a:lnTo>
                  <a:pt x="210810" y="148960"/>
                </a:lnTo>
                <a:lnTo>
                  <a:pt x="211086" y="148181"/>
                </a:lnTo>
                <a:lnTo>
                  <a:pt x="211355" y="147399"/>
                </a:lnTo>
                <a:lnTo>
                  <a:pt x="211617" y="146616"/>
                </a:lnTo>
                <a:lnTo>
                  <a:pt x="211873" y="145830"/>
                </a:lnTo>
                <a:lnTo>
                  <a:pt x="212123" y="145043"/>
                </a:lnTo>
                <a:lnTo>
                  <a:pt x="212366" y="144254"/>
                </a:lnTo>
                <a:lnTo>
                  <a:pt x="212602" y="143463"/>
                </a:lnTo>
                <a:lnTo>
                  <a:pt x="212832" y="142669"/>
                </a:lnTo>
                <a:lnTo>
                  <a:pt x="213056" y="141874"/>
                </a:lnTo>
                <a:lnTo>
                  <a:pt x="213273" y="141077"/>
                </a:lnTo>
                <a:lnTo>
                  <a:pt x="213483" y="140278"/>
                </a:lnTo>
                <a:lnTo>
                  <a:pt x="213687" y="139476"/>
                </a:lnTo>
                <a:lnTo>
                  <a:pt x="213885" y="138673"/>
                </a:lnTo>
                <a:lnTo>
                  <a:pt x="214076" y="137868"/>
                </a:lnTo>
                <a:lnTo>
                  <a:pt x="214261" y="137060"/>
                </a:lnTo>
                <a:lnTo>
                  <a:pt x="214439" y="136251"/>
                </a:lnTo>
                <a:lnTo>
                  <a:pt x="214611" y="135439"/>
                </a:lnTo>
                <a:lnTo>
                  <a:pt x="214776" y="134626"/>
                </a:lnTo>
                <a:lnTo>
                  <a:pt x="214935" y="133811"/>
                </a:lnTo>
                <a:lnTo>
                  <a:pt x="215087" y="132995"/>
                </a:lnTo>
                <a:lnTo>
                  <a:pt x="215232" y="132179"/>
                </a:lnTo>
                <a:lnTo>
                  <a:pt x="215371" y="131363"/>
                </a:lnTo>
                <a:lnTo>
                  <a:pt x="215502" y="130545"/>
                </a:lnTo>
                <a:lnTo>
                  <a:pt x="215627" y="129728"/>
                </a:lnTo>
                <a:lnTo>
                  <a:pt x="215745" y="128909"/>
                </a:lnTo>
                <a:lnTo>
                  <a:pt x="215856" y="128090"/>
                </a:lnTo>
                <a:lnTo>
                  <a:pt x="215961" y="127271"/>
                </a:lnTo>
                <a:lnTo>
                  <a:pt x="216059" y="126451"/>
                </a:lnTo>
                <a:lnTo>
                  <a:pt x="216150" y="125630"/>
                </a:lnTo>
                <a:lnTo>
                  <a:pt x="216234" y="124808"/>
                </a:lnTo>
                <a:lnTo>
                  <a:pt x="216312" y="123986"/>
                </a:lnTo>
                <a:lnTo>
                  <a:pt x="216383" y="123163"/>
                </a:lnTo>
                <a:lnTo>
                  <a:pt x="216447" y="122340"/>
                </a:lnTo>
                <a:lnTo>
                  <a:pt x="216504" y="121516"/>
                </a:lnTo>
                <a:lnTo>
                  <a:pt x="216555" y="120691"/>
                </a:lnTo>
                <a:lnTo>
                  <a:pt x="216599" y="119865"/>
                </a:lnTo>
                <a:lnTo>
                  <a:pt x="216636" y="119039"/>
                </a:lnTo>
                <a:lnTo>
                  <a:pt x="216666" y="118212"/>
                </a:lnTo>
                <a:lnTo>
                  <a:pt x="216690" y="117384"/>
                </a:lnTo>
                <a:lnTo>
                  <a:pt x="216707" y="116555"/>
                </a:lnTo>
                <a:lnTo>
                  <a:pt x="216717" y="1157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Text 5">
            <a:extLst xmlns:a="http://schemas.openxmlformats.org/drawingml/2006/main">
              <a:ext uri="{FF2B5EF4-FFF2-40B4-BE49-F238E27FC236}">
                <a16:creationId xmlns:a16="http://schemas.microsoft.com/office/drawing/2014/main" id="{D8DD59D5-C029-42C1-8C01-C6D0AE30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0006" y="297259"/>
            <a:ext cx="82286" cy="124614"/>
          </a:xfrm>
          <a:custGeom xmlns:a="http://schemas.openxmlformats.org/drawingml/2006/main">
            <a:pathLst>
              <a:path w="82286" h="124614">
                <a:moveTo>
                  <a:pt x="0" y="89905"/>
                </a:moveTo>
                <a:lnTo>
                  <a:pt x="16000" y="88551"/>
                </a:lnTo>
                <a:cubicBezTo>
                  <a:pt x="17185" y="96312"/>
                  <a:pt x="19937" y="102148"/>
                  <a:pt x="24254" y="106056"/>
                </a:cubicBezTo>
                <a:cubicBezTo>
                  <a:pt x="28572" y="109962"/>
                  <a:pt x="33778" y="111916"/>
                  <a:pt x="39873" y="111916"/>
                </a:cubicBezTo>
                <a:cubicBezTo>
                  <a:pt x="47210" y="111916"/>
                  <a:pt x="53418" y="109155"/>
                  <a:pt x="58498" y="103633"/>
                </a:cubicBezTo>
                <a:cubicBezTo>
                  <a:pt x="63577" y="98109"/>
                  <a:pt x="66117" y="90782"/>
                  <a:pt x="66117" y="81654"/>
                </a:cubicBezTo>
                <a:cubicBezTo>
                  <a:pt x="66117" y="72975"/>
                  <a:pt x="63676" y="66127"/>
                  <a:pt x="58794" y="61111"/>
                </a:cubicBezTo>
                <a:cubicBezTo>
                  <a:pt x="53912" y="56095"/>
                  <a:pt x="47520" y="53587"/>
                  <a:pt x="39619" y="53587"/>
                </a:cubicBezTo>
                <a:cubicBezTo>
                  <a:pt x="34709" y="53587"/>
                  <a:pt x="30279" y="54694"/>
                  <a:pt x="26328" y="56908"/>
                </a:cubicBezTo>
                <a:cubicBezTo>
                  <a:pt x="22377" y="59121"/>
                  <a:pt x="19273" y="61993"/>
                  <a:pt x="17016" y="65524"/>
                </a:cubicBezTo>
                <a:lnTo>
                  <a:pt x="2709" y="63662"/>
                </a:lnTo>
                <a:lnTo>
                  <a:pt x="14730" y="0"/>
                </a:lnTo>
                <a:lnTo>
                  <a:pt x="76445" y="0"/>
                </a:lnTo>
                <a:lnTo>
                  <a:pt x="76445" y="14392"/>
                </a:lnTo>
                <a:lnTo>
                  <a:pt x="26921" y="14392"/>
                </a:lnTo>
                <a:lnTo>
                  <a:pt x="20233" y="47831"/>
                </a:lnTo>
                <a:cubicBezTo>
                  <a:pt x="27683" y="42695"/>
                  <a:pt x="35499" y="40127"/>
                  <a:pt x="43683" y="40127"/>
                </a:cubicBezTo>
                <a:cubicBezTo>
                  <a:pt x="54519" y="40127"/>
                  <a:pt x="63662" y="43885"/>
                  <a:pt x="71111" y="51400"/>
                </a:cubicBezTo>
                <a:cubicBezTo>
                  <a:pt x="78561" y="58913"/>
                  <a:pt x="82286" y="68572"/>
                  <a:pt x="82286" y="80379"/>
                </a:cubicBezTo>
                <a:cubicBezTo>
                  <a:pt x="82286" y="91622"/>
                  <a:pt x="79013" y="101339"/>
                  <a:pt x="72466" y="109529"/>
                </a:cubicBezTo>
                <a:cubicBezTo>
                  <a:pt x="64508" y="119586"/>
                  <a:pt x="53644" y="124614"/>
                  <a:pt x="39873" y="124614"/>
                </a:cubicBezTo>
                <a:cubicBezTo>
                  <a:pt x="28586" y="124614"/>
                  <a:pt x="19372" y="121446"/>
                  <a:pt x="12233" y="115109"/>
                </a:cubicBezTo>
                <a:cubicBezTo>
                  <a:pt x="5093" y="108772"/>
                  <a:pt x="1016" y="100371"/>
                  <a:pt x="0" y="899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9401EA-73C8-4FE5-93B7-161DD0CF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418" y="253689"/>
            <a:ext cx="216720" cy="216720"/>
          </a:xfrm>
          <a:custGeom xmlns:a="http://schemas.openxmlformats.org/drawingml/2006/main">
            <a:pathLst>
              <a:path w="216720" h="216720">
                <a:moveTo>
                  <a:pt x="216720" y="108360"/>
                </a:moveTo>
                <a:cubicBezTo>
                  <a:pt x="216720" y="115475"/>
                  <a:pt x="216026" y="122522"/>
                  <a:pt x="214638" y="129500"/>
                </a:cubicBezTo>
                <a:cubicBezTo>
                  <a:pt x="213249" y="136478"/>
                  <a:pt x="211194" y="143254"/>
                  <a:pt x="208471" y="149828"/>
                </a:cubicBezTo>
                <a:cubicBezTo>
                  <a:pt x="205748" y="156401"/>
                  <a:pt x="202410" y="162646"/>
                  <a:pt x="198457" y="168562"/>
                </a:cubicBezTo>
                <a:cubicBezTo>
                  <a:pt x="194504" y="174478"/>
                  <a:pt x="190013" y="179951"/>
                  <a:pt x="184982" y="184982"/>
                </a:cubicBezTo>
                <a:cubicBezTo>
                  <a:pt x="179951" y="190013"/>
                  <a:pt x="174477" y="194505"/>
                  <a:pt x="168561" y="198458"/>
                </a:cubicBezTo>
                <a:cubicBezTo>
                  <a:pt x="162645" y="202411"/>
                  <a:pt x="156400" y="205749"/>
                  <a:pt x="149827" y="208472"/>
                </a:cubicBezTo>
                <a:cubicBezTo>
                  <a:pt x="143253" y="211195"/>
                  <a:pt x="136478" y="213250"/>
                  <a:pt x="129500" y="214638"/>
                </a:cubicBezTo>
                <a:cubicBezTo>
                  <a:pt x="122522" y="216026"/>
                  <a:pt x="115476" y="216720"/>
                  <a:pt x="108360" y="216720"/>
                </a:cubicBezTo>
                <a:cubicBezTo>
                  <a:pt x="101245" y="216720"/>
                  <a:pt x="94198" y="216026"/>
                  <a:pt x="87220" y="214638"/>
                </a:cubicBezTo>
                <a:cubicBezTo>
                  <a:pt x="80241" y="213250"/>
                  <a:pt x="73466" y="211195"/>
                  <a:pt x="66892" y="208472"/>
                </a:cubicBezTo>
                <a:cubicBezTo>
                  <a:pt x="60319" y="205749"/>
                  <a:pt x="54074" y="202411"/>
                  <a:pt x="48158" y="198458"/>
                </a:cubicBezTo>
                <a:cubicBezTo>
                  <a:pt x="42242" y="194505"/>
                  <a:pt x="36769" y="190013"/>
                  <a:pt x="31738" y="184982"/>
                </a:cubicBezTo>
                <a:cubicBezTo>
                  <a:pt x="26706" y="179951"/>
                  <a:pt x="22214" y="174478"/>
                  <a:pt x="18262" y="168562"/>
                </a:cubicBezTo>
                <a:cubicBezTo>
                  <a:pt x="14309" y="162646"/>
                  <a:pt x="10971" y="156401"/>
                  <a:pt x="8248" y="149828"/>
                </a:cubicBezTo>
                <a:cubicBezTo>
                  <a:pt x="5525" y="143254"/>
                  <a:pt x="3470" y="136478"/>
                  <a:pt x="2082" y="129500"/>
                </a:cubicBezTo>
                <a:cubicBezTo>
                  <a:pt x="694" y="122522"/>
                  <a:pt x="0" y="115475"/>
                  <a:pt x="0" y="108360"/>
                </a:cubicBezTo>
                <a:cubicBezTo>
                  <a:pt x="0" y="101245"/>
                  <a:pt x="694" y="94198"/>
                  <a:pt x="2082" y="87220"/>
                </a:cubicBezTo>
                <a:cubicBezTo>
                  <a:pt x="3470" y="80242"/>
                  <a:pt x="5526" y="73466"/>
                  <a:pt x="8248" y="66892"/>
                </a:cubicBezTo>
                <a:cubicBezTo>
                  <a:pt x="10971" y="60319"/>
                  <a:pt x="14309" y="54074"/>
                  <a:pt x="18262" y="48158"/>
                </a:cubicBezTo>
                <a:cubicBezTo>
                  <a:pt x="22214" y="42243"/>
                  <a:pt x="26706" y="36769"/>
                  <a:pt x="31738" y="31738"/>
                </a:cubicBezTo>
                <a:cubicBezTo>
                  <a:pt x="36769" y="26707"/>
                  <a:pt x="42242" y="22215"/>
                  <a:pt x="48158" y="18262"/>
                </a:cubicBezTo>
                <a:cubicBezTo>
                  <a:pt x="54074" y="14309"/>
                  <a:pt x="60319" y="10971"/>
                  <a:pt x="66892" y="8248"/>
                </a:cubicBezTo>
                <a:cubicBezTo>
                  <a:pt x="73466" y="5526"/>
                  <a:pt x="80241" y="3470"/>
                  <a:pt x="87220" y="2082"/>
                </a:cubicBezTo>
                <a:cubicBezTo>
                  <a:pt x="94198" y="694"/>
                  <a:pt x="101245" y="0"/>
                  <a:pt x="108360" y="0"/>
                </a:cubicBezTo>
                <a:cubicBezTo>
                  <a:pt x="115476" y="0"/>
                  <a:pt x="122522" y="694"/>
                  <a:pt x="129500" y="2082"/>
                </a:cubicBezTo>
                <a:cubicBezTo>
                  <a:pt x="136478" y="3470"/>
                  <a:pt x="143253" y="5526"/>
                  <a:pt x="149827" y="8248"/>
                </a:cubicBezTo>
                <a:cubicBezTo>
                  <a:pt x="156400" y="10971"/>
                  <a:pt x="162645" y="14309"/>
                  <a:pt x="168561" y="18262"/>
                </a:cubicBezTo>
                <a:cubicBezTo>
                  <a:pt x="174477" y="22215"/>
                  <a:pt x="179951" y="26707"/>
                  <a:pt x="184982" y="31738"/>
                </a:cubicBezTo>
                <a:cubicBezTo>
                  <a:pt x="190013" y="36769"/>
                  <a:pt x="194504" y="42243"/>
                  <a:pt x="198457" y="48158"/>
                </a:cubicBezTo>
                <a:cubicBezTo>
                  <a:pt x="202410" y="54074"/>
                  <a:pt x="205748" y="60319"/>
                  <a:pt x="208471" y="66892"/>
                </a:cubicBezTo>
                <a:cubicBezTo>
                  <a:pt x="211194" y="73466"/>
                  <a:pt x="213249" y="80242"/>
                  <a:pt x="214638" y="87220"/>
                </a:cubicBezTo>
                <a:cubicBezTo>
                  <a:pt x="216026" y="94198"/>
                  <a:pt x="216720" y="101245"/>
                  <a:pt x="216720" y="10836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F6A5A9BE-5074-4B7D-8338-DCDEDD29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194" y="247154"/>
            <a:ext cx="231168" cy="230480"/>
          </a:xfrm>
          <a:custGeom xmlns:a="http://schemas.openxmlformats.org/drawingml/2006/main">
            <a:pathLst>
              <a:path w="231168" h="230480">
                <a:moveTo>
                  <a:pt x="231164" y="113947"/>
                </a:moveTo>
                <a:lnTo>
                  <a:pt x="231168" y="114895"/>
                </a:lnTo>
                <a:lnTo>
                  <a:pt x="231164" y="115843"/>
                </a:lnTo>
                <a:lnTo>
                  <a:pt x="231153" y="116790"/>
                </a:lnTo>
                <a:lnTo>
                  <a:pt x="231134" y="117737"/>
                </a:lnTo>
                <a:lnTo>
                  <a:pt x="231107" y="118683"/>
                </a:lnTo>
                <a:lnTo>
                  <a:pt x="231072" y="119628"/>
                </a:lnTo>
                <a:lnTo>
                  <a:pt x="231029" y="120573"/>
                </a:lnTo>
                <a:lnTo>
                  <a:pt x="230979" y="121516"/>
                </a:lnTo>
                <a:lnTo>
                  <a:pt x="230921" y="122460"/>
                </a:lnTo>
                <a:lnTo>
                  <a:pt x="230856" y="123402"/>
                </a:lnTo>
                <a:lnTo>
                  <a:pt x="230783" y="124344"/>
                </a:lnTo>
                <a:lnTo>
                  <a:pt x="230701" y="125285"/>
                </a:lnTo>
                <a:lnTo>
                  <a:pt x="230613" y="126225"/>
                </a:lnTo>
                <a:lnTo>
                  <a:pt x="230516" y="127164"/>
                </a:lnTo>
                <a:lnTo>
                  <a:pt x="230412" y="128103"/>
                </a:lnTo>
                <a:lnTo>
                  <a:pt x="230300" y="129041"/>
                </a:lnTo>
                <a:lnTo>
                  <a:pt x="230181" y="129978"/>
                </a:lnTo>
                <a:lnTo>
                  <a:pt x="230053" y="130914"/>
                </a:lnTo>
                <a:lnTo>
                  <a:pt x="229918" y="131850"/>
                </a:lnTo>
                <a:lnTo>
                  <a:pt x="229776" y="132785"/>
                </a:lnTo>
                <a:lnTo>
                  <a:pt x="229625" y="133718"/>
                </a:lnTo>
                <a:lnTo>
                  <a:pt x="229467" y="134651"/>
                </a:lnTo>
                <a:lnTo>
                  <a:pt x="229301" y="135583"/>
                </a:lnTo>
                <a:lnTo>
                  <a:pt x="229128" y="136515"/>
                </a:lnTo>
                <a:lnTo>
                  <a:pt x="228947" y="137445"/>
                </a:lnTo>
                <a:lnTo>
                  <a:pt x="228758" y="138374"/>
                </a:lnTo>
                <a:lnTo>
                  <a:pt x="228562" y="139300"/>
                </a:lnTo>
                <a:lnTo>
                  <a:pt x="228358" y="140225"/>
                </a:lnTo>
                <a:lnTo>
                  <a:pt x="228147" y="141147"/>
                </a:lnTo>
                <a:lnTo>
                  <a:pt x="227929" y="142068"/>
                </a:lnTo>
                <a:lnTo>
                  <a:pt x="227703" y="142986"/>
                </a:lnTo>
                <a:lnTo>
                  <a:pt x="227470" y="143902"/>
                </a:lnTo>
                <a:lnTo>
                  <a:pt x="227229" y="144815"/>
                </a:lnTo>
                <a:lnTo>
                  <a:pt x="226981" y="145727"/>
                </a:lnTo>
                <a:lnTo>
                  <a:pt x="226725" y="146636"/>
                </a:lnTo>
                <a:lnTo>
                  <a:pt x="226462" y="147543"/>
                </a:lnTo>
                <a:lnTo>
                  <a:pt x="226192" y="148448"/>
                </a:lnTo>
                <a:lnTo>
                  <a:pt x="225914" y="149351"/>
                </a:lnTo>
                <a:lnTo>
                  <a:pt x="225628" y="150251"/>
                </a:lnTo>
                <a:lnTo>
                  <a:pt x="225336" y="151149"/>
                </a:lnTo>
                <a:lnTo>
                  <a:pt x="225036" y="152045"/>
                </a:lnTo>
                <a:lnTo>
                  <a:pt x="224728" y="152938"/>
                </a:lnTo>
                <a:lnTo>
                  <a:pt x="224413" y="153829"/>
                </a:lnTo>
                <a:lnTo>
                  <a:pt x="224091" y="154718"/>
                </a:lnTo>
                <a:lnTo>
                  <a:pt x="223761" y="155605"/>
                </a:lnTo>
                <a:lnTo>
                  <a:pt x="223424" y="156489"/>
                </a:lnTo>
                <a:lnTo>
                  <a:pt x="223080" y="157371"/>
                </a:lnTo>
                <a:lnTo>
                  <a:pt x="222728" y="158250"/>
                </a:lnTo>
                <a:lnTo>
                  <a:pt x="222369" y="159128"/>
                </a:lnTo>
                <a:lnTo>
                  <a:pt x="222003" y="160002"/>
                </a:lnTo>
                <a:lnTo>
                  <a:pt x="221630" y="160873"/>
                </a:lnTo>
                <a:lnTo>
                  <a:pt x="221250" y="161740"/>
                </a:lnTo>
                <a:lnTo>
                  <a:pt x="220863" y="162603"/>
                </a:lnTo>
                <a:lnTo>
                  <a:pt x="220469" y="163463"/>
                </a:lnTo>
                <a:lnTo>
                  <a:pt x="220068" y="164319"/>
                </a:lnTo>
                <a:lnTo>
                  <a:pt x="219661" y="165172"/>
                </a:lnTo>
                <a:lnTo>
                  <a:pt x="219246" y="166021"/>
                </a:lnTo>
                <a:lnTo>
                  <a:pt x="218825" y="166867"/>
                </a:lnTo>
                <a:lnTo>
                  <a:pt x="218397" y="167709"/>
                </a:lnTo>
                <a:lnTo>
                  <a:pt x="217962" y="168547"/>
                </a:lnTo>
                <a:lnTo>
                  <a:pt x="217520" y="169382"/>
                </a:lnTo>
                <a:lnTo>
                  <a:pt x="217072" y="170213"/>
                </a:lnTo>
                <a:lnTo>
                  <a:pt x="216616" y="171040"/>
                </a:lnTo>
                <a:lnTo>
                  <a:pt x="216154" y="171864"/>
                </a:lnTo>
                <a:lnTo>
                  <a:pt x="215685" y="172684"/>
                </a:lnTo>
                <a:lnTo>
                  <a:pt x="215209" y="173500"/>
                </a:lnTo>
                <a:lnTo>
                  <a:pt x="214726" y="174313"/>
                </a:lnTo>
                <a:lnTo>
                  <a:pt x="214237" y="175122"/>
                </a:lnTo>
                <a:lnTo>
                  <a:pt x="213741" y="175927"/>
                </a:lnTo>
                <a:lnTo>
                  <a:pt x="213238" y="176729"/>
                </a:lnTo>
                <a:lnTo>
                  <a:pt x="212728" y="177526"/>
                </a:lnTo>
                <a:lnTo>
                  <a:pt x="212211" y="178320"/>
                </a:lnTo>
                <a:lnTo>
                  <a:pt x="211688" y="179110"/>
                </a:lnTo>
                <a:lnTo>
                  <a:pt x="211158" y="179896"/>
                </a:lnTo>
                <a:lnTo>
                  <a:pt x="210622" y="180677"/>
                </a:lnTo>
                <a:lnTo>
                  <a:pt x="210080" y="181454"/>
                </a:lnTo>
                <a:lnTo>
                  <a:pt x="209533" y="182225"/>
                </a:lnTo>
                <a:lnTo>
                  <a:pt x="208979" y="182992"/>
                </a:lnTo>
                <a:lnTo>
                  <a:pt x="208419" y="183754"/>
                </a:lnTo>
                <a:lnTo>
                  <a:pt x="207853" y="184510"/>
                </a:lnTo>
                <a:lnTo>
                  <a:pt x="207281" y="185262"/>
                </a:lnTo>
                <a:lnTo>
                  <a:pt x="206702" y="186010"/>
                </a:lnTo>
                <a:lnTo>
                  <a:pt x="206118" y="186752"/>
                </a:lnTo>
                <a:lnTo>
                  <a:pt x="205528" y="187489"/>
                </a:lnTo>
                <a:lnTo>
                  <a:pt x="204932" y="188222"/>
                </a:lnTo>
                <a:lnTo>
                  <a:pt x="204330" y="188949"/>
                </a:lnTo>
                <a:lnTo>
                  <a:pt x="203722" y="189672"/>
                </a:lnTo>
                <a:lnTo>
                  <a:pt x="203108" y="190390"/>
                </a:lnTo>
                <a:lnTo>
                  <a:pt x="202488" y="191102"/>
                </a:lnTo>
                <a:lnTo>
                  <a:pt x="201862" y="191810"/>
                </a:lnTo>
                <a:lnTo>
                  <a:pt x="201230" y="192513"/>
                </a:lnTo>
                <a:lnTo>
                  <a:pt x="200592" y="193211"/>
                </a:lnTo>
                <a:lnTo>
                  <a:pt x="199948" y="193904"/>
                </a:lnTo>
                <a:lnTo>
                  <a:pt x="199299" y="194592"/>
                </a:lnTo>
                <a:lnTo>
                  <a:pt x="198643" y="195275"/>
                </a:lnTo>
                <a:lnTo>
                  <a:pt x="197982" y="195953"/>
                </a:lnTo>
                <a:lnTo>
                  <a:pt x="197314" y="196626"/>
                </a:lnTo>
                <a:lnTo>
                  <a:pt x="196641" y="197293"/>
                </a:lnTo>
                <a:lnTo>
                  <a:pt x="195963" y="197955"/>
                </a:lnTo>
                <a:lnTo>
                  <a:pt x="195280" y="198610"/>
                </a:lnTo>
                <a:lnTo>
                  <a:pt x="194592" y="199260"/>
                </a:lnTo>
                <a:lnTo>
                  <a:pt x="193899" y="199904"/>
                </a:lnTo>
                <a:lnTo>
                  <a:pt x="193201" y="200542"/>
                </a:lnTo>
                <a:lnTo>
                  <a:pt x="192499" y="201174"/>
                </a:lnTo>
                <a:lnTo>
                  <a:pt x="191791" y="201800"/>
                </a:lnTo>
                <a:lnTo>
                  <a:pt x="191078" y="202420"/>
                </a:lnTo>
                <a:lnTo>
                  <a:pt x="190360" y="203034"/>
                </a:lnTo>
                <a:lnTo>
                  <a:pt x="189638" y="203642"/>
                </a:lnTo>
                <a:lnTo>
                  <a:pt x="188910" y="204244"/>
                </a:lnTo>
                <a:lnTo>
                  <a:pt x="188177" y="204840"/>
                </a:lnTo>
                <a:lnTo>
                  <a:pt x="187440" y="205430"/>
                </a:lnTo>
                <a:lnTo>
                  <a:pt x="186698" y="206015"/>
                </a:lnTo>
                <a:lnTo>
                  <a:pt x="185951" y="206593"/>
                </a:lnTo>
                <a:lnTo>
                  <a:pt x="185198" y="207165"/>
                </a:lnTo>
                <a:lnTo>
                  <a:pt x="184441" y="207731"/>
                </a:lnTo>
                <a:lnTo>
                  <a:pt x="183680" y="208291"/>
                </a:lnTo>
                <a:lnTo>
                  <a:pt x="182913" y="208845"/>
                </a:lnTo>
                <a:lnTo>
                  <a:pt x="182141" y="209393"/>
                </a:lnTo>
                <a:lnTo>
                  <a:pt x="181365" y="209935"/>
                </a:lnTo>
                <a:lnTo>
                  <a:pt x="180584" y="210470"/>
                </a:lnTo>
                <a:lnTo>
                  <a:pt x="179798" y="211000"/>
                </a:lnTo>
                <a:lnTo>
                  <a:pt x="179008" y="211523"/>
                </a:lnTo>
                <a:lnTo>
                  <a:pt x="178214" y="212040"/>
                </a:lnTo>
                <a:lnTo>
                  <a:pt x="177416" y="212550"/>
                </a:lnTo>
                <a:lnTo>
                  <a:pt x="176615" y="213053"/>
                </a:lnTo>
                <a:lnTo>
                  <a:pt x="175810" y="213549"/>
                </a:lnTo>
                <a:lnTo>
                  <a:pt x="175001" y="214039"/>
                </a:lnTo>
                <a:lnTo>
                  <a:pt x="174188" y="214521"/>
                </a:lnTo>
                <a:lnTo>
                  <a:pt x="173372" y="214997"/>
                </a:lnTo>
                <a:lnTo>
                  <a:pt x="172552" y="215466"/>
                </a:lnTo>
                <a:lnTo>
                  <a:pt x="171728" y="215929"/>
                </a:lnTo>
                <a:lnTo>
                  <a:pt x="170901" y="216384"/>
                </a:lnTo>
                <a:lnTo>
                  <a:pt x="170070" y="216833"/>
                </a:lnTo>
                <a:lnTo>
                  <a:pt x="169235" y="217274"/>
                </a:lnTo>
                <a:lnTo>
                  <a:pt x="168397" y="217709"/>
                </a:lnTo>
                <a:lnTo>
                  <a:pt x="167555" y="218137"/>
                </a:lnTo>
                <a:lnTo>
                  <a:pt x="166709" y="218559"/>
                </a:lnTo>
                <a:lnTo>
                  <a:pt x="165860" y="218973"/>
                </a:lnTo>
                <a:lnTo>
                  <a:pt x="165007" y="219380"/>
                </a:lnTo>
                <a:lnTo>
                  <a:pt x="164151" y="219781"/>
                </a:lnTo>
                <a:lnTo>
                  <a:pt x="163291" y="220175"/>
                </a:lnTo>
                <a:lnTo>
                  <a:pt x="162428" y="220562"/>
                </a:lnTo>
                <a:lnTo>
                  <a:pt x="161560" y="220942"/>
                </a:lnTo>
                <a:lnTo>
                  <a:pt x="160690" y="221315"/>
                </a:lnTo>
                <a:lnTo>
                  <a:pt x="159816" y="221681"/>
                </a:lnTo>
                <a:lnTo>
                  <a:pt x="158938" y="222040"/>
                </a:lnTo>
                <a:lnTo>
                  <a:pt x="158059" y="222392"/>
                </a:lnTo>
                <a:lnTo>
                  <a:pt x="157177" y="222737"/>
                </a:lnTo>
                <a:lnTo>
                  <a:pt x="156293" y="223074"/>
                </a:lnTo>
                <a:lnTo>
                  <a:pt x="155406" y="223403"/>
                </a:lnTo>
                <a:lnTo>
                  <a:pt x="154517" y="223725"/>
                </a:lnTo>
                <a:lnTo>
                  <a:pt x="153626" y="224040"/>
                </a:lnTo>
                <a:lnTo>
                  <a:pt x="152733" y="224348"/>
                </a:lnTo>
                <a:lnTo>
                  <a:pt x="151837" y="224648"/>
                </a:lnTo>
                <a:lnTo>
                  <a:pt x="150939" y="224941"/>
                </a:lnTo>
                <a:lnTo>
                  <a:pt x="150039" y="225226"/>
                </a:lnTo>
                <a:lnTo>
                  <a:pt x="149136" y="225504"/>
                </a:lnTo>
                <a:lnTo>
                  <a:pt x="148231" y="225774"/>
                </a:lnTo>
                <a:lnTo>
                  <a:pt x="147324" y="226037"/>
                </a:lnTo>
                <a:lnTo>
                  <a:pt x="146415" y="226293"/>
                </a:lnTo>
                <a:lnTo>
                  <a:pt x="145503" y="226541"/>
                </a:lnTo>
                <a:lnTo>
                  <a:pt x="144590" y="226782"/>
                </a:lnTo>
                <a:lnTo>
                  <a:pt x="143674" y="227015"/>
                </a:lnTo>
                <a:lnTo>
                  <a:pt x="142756" y="227241"/>
                </a:lnTo>
                <a:lnTo>
                  <a:pt x="141836" y="227459"/>
                </a:lnTo>
                <a:lnTo>
                  <a:pt x="140913" y="227670"/>
                </a:lnTo>
                <a:lnTo>
                  <a:pt x="139989" y="227874"/>
                </a:lnTo>
                <a:lnTo>
                  <a:pt x="139062" y="228070"/>
                </a:lnTo>
                <a:lnTo>
                  <a:pt x="138133" y="228259"/>
                </a:lnTo>
                <a:lnTo>
                  <a:pt x="137203" y="228440"/>
                </a:lnTo>
                <a:lnTo>
                  <a:pt x="136272" y="228613"/>
                </a:lnTo>
                <a:lnTo>
                  <a:pt x="135340" y="228779"/>
                </a:lnTo>
                <a:lnTo>
                  <a:pt x="134407" y="228937"/>
                </a:lnTo>
                <a:lnTo>
                  <a:pt x="133473" y="229087"/>
                </a:lnTo>
                <a:lnTo>
                  <a:pt x="132538" y="229230"/>
                </a:lnTo>
                <a:lnTo>
                  <a:pt x="131603" y="229365"/>
                </a:lnTo>
                <a:lnTo>
                  <a:pt x="130667" y="229492"/>
                </a:lnTo>
                <a:lnTo>
                  <a:pt x="129730" y="229612"/>
                </a:lnTo>
                <a:lnTo>
                  <a:pt x="128792" y="229724"/>
                </a:lnTo>
                <a:lnTo>
                  <a:pt x="127853" y="229828"/>
                </a:lnTo>
                <a:lnTo>
                  <a:pt x="126914" y="229924"/>
                </a:lnTo>
                <a:lnTo>
                  <a:pt x="125973" y="230013"/>
                </a:lnTo>
                <a:lnTo>
                  <a:pt x="125032" y="230094"/>
                </a:lnTo>
                <a:lnTo>
                  <a:pt x="124091" y="230167"/>
                </a:lnTo>
                <a:lnTo>
                  <a:pt x="123148" y="230233"/>
                </a:lnTo>
                <a:lnTo>
                  <a:pt x="122205" y="230291"/>
                </a:lnTo>
                <a:lnTo>
                  <a:pt x="121261" y="230341"/>
                </a:lnTo>
                <a:lnTo>
                  <a:pt x="120317" y="230383"/>
                </a:lnTo>
                <a:lnTo>
                  <a:pt x="119372" y="230418"/>
                </a:lnTo>
                <a:lnTo>
                  <a:pt x="118426" y="230445"/>
                </a:lnTo>
                <a:lnTo>
                  <a:pt x="117479" y="230464"/>
                </a:lnTo>
                <a:lnTo>
                  <a:pt x="116532" y="230476"/>
                </a:lnTo>
                <a:lnTo>
                  <a:pt x="115584" y="230480"/>
                </a:lnTo>
                <a:lnTo>
                  <a:pt x="114636" y="230476"/>
                </a:lnTo>
                <a:lnTo>
                  <a:pt x="113689" y="230464"/>
                </a:lnTo>
                <a:lnTo>
                  <a:pt x="112743" y="230445"/>
                </a:lnTo>
                <a:lnTo>
                  <a:pt x="111797" y="230418"/>
                </a:lnTo>
                <a:lnTo>
                  <a:pt x="110852" y="230383"/>
                </a:lnTo>
                <a:lnTo>
                  <a:pt x="109907" y="230341"/>
                </a:lnTo>
                <a:lnTo>
                  <a:pt x="108963" y="230291"/>
                </a:lnTo>
                <a:lnTo>
                  <a:pt x="108020" y="230233"/>
                </a:lnTo>
                <a:lnTo>
                  <a:pt x="107078" y="230167"/>
                </a:lnTo>
                <a:lnTo>
                  <a:pt x="106136" y="230094"/>
                </a:lnTo>
                <a:lnTo>
                  <a:pt x="105195" y="230013"/>
                </a:lnTo>
                <a:lnTo>
                  <a:pt x="104255" y="229924"/>
                </a:lnTo>
                <a:lnTo>
                  <a:pt x="103315" y="229828"/>
                </a:lnTo>
                <a:lnTo>
                  <a:pt x="102377" y="229724"/>
                </a:lnTo>
                <a:lnTo>
                  <a:pt x="101439" y="229612"/>
                </a:lnTo>
                <a:lnTo>
                  <a:pt x="100501" y="229492"/>
                </a:lnTo>
                <a:lnTo>
                  <a:pt x="99565" y="229365"/>
                </a:lnTo>
                <a:lnTo>
                  <a:pt x="98630" y="229230"/>
                </a:lnTo>
                <a:lnTo>
                  <a:pt x="97695" y="229087"/>
                </a:lnTo>
                <a:lnTo>
                  <a:pt x="96761" y="228937"/>
                </a:lnTo>
                <a:lnTo>
                  <a:pt x="95828" y="228779"/>
                </a:lnTo>
                <a:lnTo>
                  <a:pt x="94896" y="228613"/>
                </a:lnTo>
                <a:lnTo>
                  <a:pt x="93965" y="228440"/>
                </a:lnTo>
                <a:lnTo>
                  <a:pt x="93034" y="228259"/>
                </a:lnTo>
                <a:lnTo>
                  <a:pt x="92105" y="228070"/>
                </a:lnTo>
                <a:lnTo>
                  <a:pt x="91179" y="227874"/>
                </a:lnTo>
                <a:lnTo>
                  <a:pt x="90254" y="227670"/>
                </a:lnTo>
                <a:lnTo>
                  <a:pt x="89332" y="227459"/>
                </a:lnTo>
                <a:lnTo>
                  <a:pt x="88411" y="227241"/>
                </a:lnTo>
                <a:lnTo>
                  <a:pt x="87493" y="227015"/>
                </a:lnTo>
                <a:lnTo>
                  <a:pt x="86577" y="226782"/>
                </a:lnTo>
                <a:lnTo>
                  <a:pt x="85664" y="226541"/>
                </a:lnTo>
                <a:lnTo>
                  <a:pt x="84752" y="226293"/>
                </a:lnTo>
                <a:lnTo>
                  <a:pt x="83843" y="226037"/>
                </a:lnTo>
                <a:lnTo>
                  <a:pt x="82936" y="225774"/>
                </a:lnTo>
                <a:lnTo>
                  <a:pt x="82031" y="225504"/>
                </a:lnTo>
                <a:lnTo>
                  <a:pt x="81128" y="225226"/>
                </a:lnTo>
                <a:lnTo>
                  <a:pt x="80228" y="224941"/>
                </a:lnTo>
                <a:lnTo>
                  <a:pt x="79330" y="224648"/>
                </a:lnTo>
                <a:lnTo>
                  <a:pt x="78434" y="224348"/>
                </a:lnTo>
                <a:lnTo>
                  <a:pt x="77541" y="224040"/>
                </a:lnTo>
                <a:lnTo>
                  <a:pt x="76650" y="223725"/>
                </a:lnTo>
                <a:lnTo>
                  <a:pt x="75761" y="223403"/>
                </a:lnTo>
                <a:lnTo>
                  <a:pt x="74874" y="223074"/>
                </a:lnTo>
                <a:lnTo>
                  <a:pt x="73990" y="222737"/>
                </a:lnTo>
                <a:lnTo>
                  <a:pt x="73108" y="222392"/>
                </a:lnTo>
                <a:lnTo>
                  <a:pt x="72229" y="222040"/>
                </a:lnTo>
                <a:lnTo>
                  <a:pt x="71352" y="221681"/>
                </a:lnTo>
                <a:lnTo>
                  <a:pt x="70477" y="221315"/>
                </a:lnTo>
                <a:lnTo>
                  <a:pt x="69607" y="220942"/>
                </a:lnTo>
                <a:lnTo>
                  <a:pt x="68740" y="220562"/>
                </a:lnTo>
                <a:lnTo>
                  <a:pt x="67876" y="220175"/>
                </a:lnTo>
                <a:lnTo>
                  <a:pt x="67016" y="219781"/>
                </a:lnTo>
                <a:lnTo>
                  <a:pt x="66160" y="219380"/>
                </a:lnTo>
                <a:lnTo>
                  <a:pt x="65307" y="218973"/>
                </a:lnTo>
                <a:lnTo>
                  <a:pt x="64458" y="218559"/>
                </a:lnTo>
                <a:lnTo>
                  <a:pt x="63612" y="218137"/>
                </a:lnTo>
                <a:lnTo>
                  <a:pt x="62770" y="217709"/>
                </a:lnTo>
                <a:lnTo>
                  <a:pt x="61932" y="217274"/>
                </a:lnTo>
                <a:lnTo>
                  <a:pt x="61097" y="216833"/>
                </a:lnTo>
                <a:lnTo>
                  <a:pt x="60266" y="216384"/>
                </a:lnTo>
                <a:lnTo>
                  <a:pt x="59439" y="215929"/>
                </a:lnTo>
                <a:lnTo>
                  <a:pt x="58615" y="215466"/>
                </a:lnTo>
                <a:lnTo>
                  <a:pt x="57795" y="214997"/>
                </a:lnTo>
                <a:lnTo>
                  <a:pt x="56979" y="214521"/>
                </a:lnTo>
                <a:lnTo>
                  <a:pt x="56166" y="214039"/>
                </a:lnTo>
                <a:lnTo>
                  <a:pt x="55357" y="213549"/>
                </a:lnTo>
                <a:lnTo>
                  <a:pt x="54552" y="213053"/>
                </a:lnTo>
                <a:lnTo>
                  <a:pt x="53751" y="212550"/>
                </a:lnTo>
                <a:lnTo>
                  <a:pt x="52953" y="212040"/>
                </a:lnTo>
                <a:lnTo>
                  <a:pt x="52159" y="211524"/>
                </a:lnTo>
                <a:lnTo>
                  <a:pt x="51368" y="211000"/>
                </a:lnTo>
                <a:lnTo>
                  <a:pt x="50582" y="210470"/>
                </a:lnTo>
                <a:lnTo>
                  <a:pt x="49801" y="209934"/>
                </a:lnTo>
                <a:lnTo>
                  <a:pt x="49025" y="209393"/>
                </a:lnTo>
                <a:lnTo>
                  <a:pt x="48254" y="208845"/>
                </a:lnTo>
                <a:lnTo>
                  <a:pt x="47487" y="208291"/>
                </a:lnTo>
                <a:lnTo>
                  <a:pt x="46725" y="207731"/>
                </a:lnTo>
                <a:lnTo>
                  <a:pt x="45968" y="207165"/>
                </a:lnTo>
                <a:lnTo>
                  <a:pt x="45216" y="206592"/>
                </a:lnTo>
                <a:lnTo>
                  <a:pt x="44469" y="206014"/>
                </a:lnTo>
                <a:lnTo>
                  <a:pt x="43727" y="205430"/>
                </a:lnTo>
                <a:lnTo>
                  <a:pt x="42990" y="204840"/>
                </a:lnTo>
                <a:lnTo>
                  <a:pt x="42257" y="204244"/>
                </a:lnTo>
                <a:lnTo>
                  <a:pt x="41529" y="203642"/>
                </a:lnTo>
                <a:lnTo>
                  <a:pt x="40807" y="203034"/>
                </a:lnTo>
                <a:lnTo>
                  <a:pt x="40089" y="202420"/>
                </a:lnTo>
                <a:lnTo>
                  <a:pt x="39376" y="201800"/>
                </a:lnTo>
                <a:lnTo>
                  <a:pt x="38669" y="201174"/>
                </a:lnTo>
                <a:lnTo>
                  <a:pt x="37966" y="200542"/>
                </a:lnTo>
                <a:lnTo>
                  <a:pt x="37268" y="199904"/>
                </a:lnTo>
                <a:lnTo>
                  <a:pt x="36575" y="199260"/>
                </a:lnTo>
                <a:lnTo>
                  <a:pt x="35887" y="198610"/>
                </a:lnTo>
                <a:lnTo>
                  <a:pt x="35204" y="197955"/>
                </a:lnTo>
                <a:lnTo>
                  <a:pt x="34526" y="197293"/>
                </a:lnTo>
                <a:lnTo>
                  <a:pt x="33854" y="196626"/>
                </a:lnTo>
                <a:lnTo>
                  <a:pt x="33186" y="195953"/>
                </a:lnTo>
                <a:lnTo>
                  <a:pt x="32525" y="195275"/>
                </a:lnTo>
                <a:lnTo>
                  <a:pt x="31869" y="194592"/>
                </a:lnTo>
                <a:lnTo>
                  <a:pt x="31219" y="193904"/>
                </a:lnTo>
                <a:lnTo>
                  <a:pt x="30575" y="193211"/>
                </a:lnTo>
                <a:lnTo>
                  <a:pt x="29937" y="192513"/>
                </a:lnTo>
                <a:lnTo>
                  <a:pt x="29305" y="191811"/>
                </a:lnTo>
                <a:lnTo>
                  <a:pt x="28679" y="191103"/>
                </a:lnTo>
                <a:lnTo>
                  <a:pt x="28059" y="190390"/>
                </a:lnTo>
                <a:lnTo>
                  <a:pt x="27445" y="189672"/>
                </a:lnTo>
                <a:lnTo>
                  <a:pt x="26837" y="188950"/>
                </a:lnTo>
                <a:lnTo>
                  <a:pt x="26235" y="188222"/>
                </a:lnTo>
                <a:lnTo>
                  <a:pt x="25639" y="187490"/>
                </a:lnTo>
                <a:lnTo>
                  <a:pt x="25049" y="186752"/>
                </a:lnTo>
                <a:lnTo>
                  <a:pt x="24465" y="186010"/>
                </a:lnTo>
                <a:lnTo>
                  <a:pt x="23886" y="185263"/>
                </a:lnTo>
                <a:lnTo>
                  <a:pt x="23314" y="184511"/>
                </a:lnTo>
                <a:lnTo>
                  <a:pt x="22748" y="183754"/>
                </a:lnTo>
                <a:lnTo>
                  <a:pt x="22188" y="182992"/>
                </a:lnTo>
                <a:lnTo>
                  <a:pt x="21634" y="182225"/>
                </a:lnTo>
                <a:lnTo>
                  <a:pt x="21086" y="181454"/>
                </a:lnTo>
                <a:lnTo>
                  <a:pt x="20544" y="180677"/>
                </a:lnTo>
                <a:lnTo>
                  <a:pt x="20009" y="179896"/>
                </a:lnTo>
                <a:lnTo>
                  <a:pt x="19479" y="179110"/>
                </a:lnTo>
                <a:lnTo>
                  <a:pt x="18956" y="178320"/>
                </a:lnTo>
                <a:lnTo>
                  <a:pt x="18439" y="177526"/>
                </a:lnTo>
                <a:lnTo>
                  <a:pt x="17929" y="176729"/>
                </a:lnTo>
                <a:lnTo>
                  <a:pt x="17426" y="175927"/>
                </a:lnTo>
                <a:lnTo>
                  <a:pt x="16930" y="175122"/>
                </a:lnTo>
                <a:lnTo>
                  <a:pt x="16440" y="174313"/>
                </a:lnTo>
                <a:lnTo>
                  <a:pt x="15958" y="173501"/>
                </a:lnTo>
                <a:lnTo>
                  <a:pt x="15482" y="172684"/>
                </a:lnTo>
                <a:lnTo>
                  <a:pt x="15013" y="171864"/>
                </a:lnTo>
                <a:lnTo>
                  <a:pt x="14550" y="171040"/>
                </a:lnTo>
                <a:lnTo>
                  <a:pt x="14095" y="170213"/>
                </a:lnTo>
                <a:lnTo>
                  <a:pt x="13646" y="169382"/>
                </a:lnTo>
                <a:lnTo>
                  <a:pt x="13205" y="168547"/>
                </a:lnTo>
                <a:lnTo>
                  <a:pt x="12770" y="167709"/>
                </a:lnTo>
                <a:lnTo>
                  <a:pt x="12341" y="166867"/>
                </a:lnTo>
                <a:lnTo>
                  <a:pt x="11920" y="166021"/>
                </a:lnTo>
                <a:lnTo>
                  <a:pt x="11506" y="165172"/>
                </a:lnTo>
                <a:lnTo>
                  <a:pt x="11098" y="164319"/>
                </a:lnTo>
                <a:lnTo>
                  <a:pt x="10698" y="163463"/>
                </a:lnTo>
                <a:lnTo>
                  <a:pt x="10304" y="162603"/>
                </a:lnTo>
                <a:lnTo>
                  <a:pt x="9917" y="161739"/>
                </a:lnTo>
                <a:lnTo>
                  <a:pt x="9537" y="160872"/>
                </a:lnTo>
                <a:lnTo>
                  <a:pt x="9164" y="160002"/>
                </a:lnTo>
                <a:lnTo>
                  <a:pt x="8798" y="159127"/>
                </a:lnTo>
                <a:lnTo>
                  <a:pt x="8438" y="158250"/>
                </a:lnTo>
                <a:lnTo>
                  <a:pt x="8087" y="157371"/>
                </a:lnTo>
                <a:lnTo>
                  <a:pt x="7742" y="156489"/>
                </a:lnTo>
                <a:lnTo>
                  <a:pt x="7405" y="155605"/>
                </a:lnTo>
                <a:lnTo>
                  <a:pt x="7076" y="154718"/>
                </a:lnTo>
                <a:lnTo>
                  <a:pt x="6753" y="153829"/>
                </a:lnTo>
                <a:lnTo>
                  <a:pt x="6438" y="152938"/>
                </a:lnTo>
                <a:lnTo>
                  <a:pt x="6131" y="152045"/>
                </a:lnTo>
                <a:lnTo>
                  <a:pt x="5831" y="151149"/>
                </a:lnTo>
                <a:lnTo>
                  <a:pt x="5538" y="150251"/>
                </a:lnTo>
                <a:lnTo>
                  <a:pt x="5253" y="149350"/>
                </a:lnTo>
                <a:lnTo>
                  <a:pt x="4975" y="148448"/>
                </a:lnTo>
                <a:lnTo>
                  <a:pt x="4705" y="147543"/>
                </a:lnTo>
                <a:lnTo>
                  <a:pt x="4442" y="146636"/>
                </a:lnTo>
                <a:lnTo>
                  <a:pt x="4186" y="145727"/>
                </a:lnTo>
                <a:lnTo>
                  <a:pt x="3938" y="144815"/>
                </a:lnTo>
                <a:lnTo>
                  <a:pt x="3697" y="143901"/>
                </a:lnTo>
                <a:lnTo>
                  <a:pt x="3464" y="142985"/>
                </a:lnTo>
                <a:lnTo>
                  <a:pt x="3238" y="142067"/>
                </a:lnTo>
                <a:lnTo>
                  <a:pt x="3020" y="141147"/>
                </a:lnTo>
                <a:lnTo>
                  <a:pt x="2809" y="140225"/>
                </a:lnTo>
                <a:lnTo>
                  <a:pt x="2605" y="139300"/>
                </a:lnTo>
                <a:lnTo>
                  <a:pt x="2409" y="138373"/>
                </a:lnTo>
                <a:lnTo>
                  <a:pt x="2221" y="137445"/>
                </a:lnTo>
                <a:lnTo>
                  <a:pt x="2040" y="136515"/>
                </a:lnTo>
                <a:lnTo>
                  <a:pt x="1866" y="135583"/>
                </a:lnTo>
                <a:lnTo>
                  <a:pt x="1700" y="134651"/>
                </a:lnTo>
                <a:lnTo>
                  <a:pt x="1542" y="133718"/>
                </a:lnTo>
                <a:lnTo>
                  <a:pt x="1392" y="132784"/>
                </a:lnTo>
                <a:lnTo>
                  <a:pt x="1249" y="131850"/>
                </a:lnTo>
                <a:lnTo>
                  <a:pt x="1114" y="130914"/>
                </a:lnTo>
                <a:lnTo>
                  <a:pt x="987" y="129978"/>
                </a:lnTo>
                <a:lnTo>
                  <a:pt x="867" y="129041"/>
                </a:lnTo>
                <a:lnTo>
                  <a:pt x="756" y="128103"/>
                </a:lnTo>
                <a:lnTo>
                  <a:pt x="651" y="127164"/>
                </a:lnTo>
                <a:lnTo>
                  <a:pt x="555" y="126225"/>
                </a:lnTo>
                <a:lnTo>
                  <a:pt x="466" y="125284"/>
                </a:lnTo>
                <a:lnTo>
                  <a:pt x="385" y="124343"/>
                </a:lnTo>
                <a:lnTo>
                  <a:pt x="312" y="123402"/>
                </a:lnTo>
                <a:lnTo>
                  <a:pt x="247" y="122459"/>
                </a:lnTo>
                <a:lnTo>
                  <a:pt x="189" y="121516"/>
                </a:lnTo>
                <a:lnTo>
                  <a:pt x="139" y="120572"/>
                </a:lnTo>
                <a:lnTo>
                  <a:pt x="96" y="119628"/>
                </a:lnTo>
                <a:lnTo>
                  <a:pt x="62" y="118683"/>
                </a:lnTo>
                <a:lnTo>
                  <a:pt x="35" y="117737"/>
                </a:lnTo>
                <a:lnTo>
                  <a:pt x="15" y="116790"/>
                </a:lnTo>
                <a:lnTo>
                  <a:pt x="4" y="115843"/>
                </a:lnTo>
                <a:lnTo>
                  <a:pt x="0" y="114895"/>
                </a:lnTo>
                <a:lnTo>
                  <a:pt x="4" y="113948"/>
                </a:lnTo>
                <a:lnTo>
                  <a:pt x="15" y="113001"/>
                </a:lnTo>
                <a:lnTo>
                  <a:pt x="35" y="112054"/>
                </a:lnTo>
                <a:lnTo>
                  <a:pt x="62" y="111108"/>
                </a:lnTo>
                <a:lnTo>
                  <a:pt x="96" y="110163"/>
                </a:lnTo>
                <a:lnTo>
                  <a:pt x="139" y="109219"/>
                </a:lnTo>
                <a:lnTo>
                  <a:pt x="189" y="108275"/>
                </a:lnTo>
                <a:lnTo>
                  <a:pt x="247" y="107332"/>
                </a:lnTo>
                <a:lnTo>
                  <a:pt x="312" y="106389"/>
                </a:lnTo>
                <a:lnTo>
                  <a:pt x="385" y="105447"/>
                </a:lnTo>
                <a:lnTo>
                  <a:pt x="466" y="104507"/>
                </a:lnTo>
                <a:lnTo>
                  <a:pt x="555" y="103566"/>
                </a:lnTo>
                <a:lnTo>
                  <a:pt x="651" y="102627"/>
                </a:lnTo>
                <a:lnTo>
                  <a:pt x="755" y="101688"/>
                </a:lnTo>
                <a:lnTo>
                  <a:pt x="867" y="100750"/>
                </a:lnTo>
                <a:lnTo>
                  <a:pt x="987" y="99813"/>
                </a:lnTo>
                <a:lnTo>
                  <a:pt x="1114" y="98877"/>
                </a:lnTo>
                <a:lnTo>
                  <a:pt x="1249" y="97941"/>
                </a:lnTo>
                <a:lnTo>
                  <a:pt x="1392" y="97007"/>
                </a:lnTo>
                <a:lnTo>
                  <a:pt x="1542" y="96073"/>
                </a:lnTo>
                <a:lnTo>
                  <a:pt x="1700" y="95140"/>
                </a:lnTo>
                <a:lnTo>
                  <a:pt x="1866" y="94208"/>
                </a:lnTo>
                <a:lnTo>
                  <a:pt x="2039" y="93277"/>
                </a:lnTo>
                <a:lnTo>
                  <a:pt x="2220" y="92346"/>
                </a:lnTo>
                <a:lnTo>
                  <a:pt x="2409" y="91417"/>
                </a:lnTo>
                <a:lnTo>
                  <a:pt x="2605" y="90490"/>
                </a:lnTo>
                <a:lnTo>
                  <a:pt x="2809" y="89566"/>
                </a:lnTo>
                <a:lnTo>
                  <a:pt x="3020" y="88643"/>
                </a:lnTo>
                <a:lnTo>
                  <a:pt x="3238" y="87723"/>
                </a:lnTo>
                <a:lnTo>
                  <a:pt x="3464" y="86805"/>
                </a:lnTo>
                <a:lnTo>
                  <a:pt x="3698" y="85889"/>
                </a:lnTo>
                <a:lnTo>
                  <a:pt x="3938" y="84975"/>
                </a:lnTo>
                <a:lnTo>
                  <a:pt x="4186" y="84064"/>
                </a:lnTo>
                <a:lnTo>
                  <a:pt x="4442" y="83154"/>
                </a:lnTo>
                <a:lnTo>
                  <a:pt x="4705" y="82247"/>
                </a:lnTo>
                <a:lnTo>
                  <a:pt x="4976" y="81343"/>
                </a:lnTo>
                <a:lnTo>
                  <a:pt x="5253" y="80440"/>
                </a:lnTo>
                <a:lnTo>
                  <a:pt x="5539" y="79540"/>
                </a:lnTo>
                <a:lnTo>
                  <a:pt x="5831" y="78642"/>
                </a:lnTo>
                <a:lnTo>
                  <a:pt x="6131" y="77746"/>
                </a:lnTo>
                <a:lnTo>
                  <a:pt x="6439" y="76852"/>
                </a:lnTo>
                <a:lnTo>
                  <a:pt x="6754" y="75961"/>
                </a:lnTo>
                <a:lnTo>
                  <a:pt x="7076" y="75072"/>
                </a:lnTo>
                <a:lnTo>
                  <a:pt x="7406" y="74186"/>
                </a:lnTo>
                <a:lnTo>
                  <a:pt x="7743" y="73302"/>
                </a:lnTo>
                <a:lnTo>
                  <a:pt x="8087" y="72420"/>
                </a:lnTo>
                <a:lnTo>
                  <a:pt x="8439" y="71541"/>
                </a:lnTo>
                <a:lnTo>
                  <a:pt x="8798" y="70663"/>
                </a:lnTo>
                <a:lnTo>
                  <a:pt x="9164" y="69789"/>
                </a:lnTo>
                <a:lnTo>
                  <a:pt x="9537" y="68918"/>
                </a:lnTo>
                <a:lnTo>
                  <a:pt x="9917" y="68051"/>
                </a:lnTo>
                <a:lnTo>
                  <a:pt x="10304" y="67188"/>
                </a:lnTo>
                <a:lnTo>
                  <a:pt x="10698" y="66328"/>
                </a:lnTo>
                <a:lnTo>
                  <a:pt x="11099" y="65471"/>
                </a:lnTo>
                <a:lnTo>
                  <a:pt x="11506" y="64619"/>
                </a:lnTo>
                <a:lnTo>
                  <a:pt x="11920" y="63769"/>
                </a:lnTo>
                <a:lnTo>
                  <a:pt x="12342" y="62924"/>
                </a:lnTo>
                <a:lnTo>
                  <a:pt x="12770" y="62082"/>
                </a:lnTo>
                <a:lnTo>
                  <a:pt x="13205" y="61244"/>
                </a:lnTo>
                <a:lnTo>
                  <a:pt x="13646" y="60409"/>
                </a:lnTo>
                <a:lnTo>
                  <a:pt x="14095" y="59578"/>
                </a:lnTo>
                <a:lnTo>
                  <a:pt x="14550" y="58750"/>
                </a:lnTo>
                <a:lnTo>
                  <a:pt x="15013" y="57927"/>
                </a:lnTo>
                <a:lnTo>
                  <a:pt x="15482" y="57107"/>
                </a:lnTo>
                <a:lnTo>
                  <a:pt x="15958" y="56290"/>
                </a:lnTo>
                <a:lnTo>
                  <a:pt x="16440" y="55478"/>
                </a:lnTo>
                <a:lnTo>
                  <a:pt x="16930" y="54669"/>
                </a:lnTo>
                <a:lnTo>
                  <a:pt x="17426" y="53864"/>
                </a:lnTo>
                <a:lnTo>
                  <a:pt x="17929" y="53062"/>
                </a:lnTo>
                <a:lnTo>
                  <a:pt x="18439" y="52264"/>
                </a:lnTo>
                <a:lnTo>
                  <a:pt x="18956" y="51471"/>
                </a:lnTo>
                <a:lnTo>
                  <a:pt x="19479" y="50680"/>
                </a:lnTo>
                <a:lnTo>
                  <a:pt x="20009" y="49894"/>
                </a:lnTo>
                <a:lnTo>
                  <a:pt x="20544" y="49113"/>
                </a:lnTo>
                <a:lnTo>
                  <a:pt x="21086" y="48337"/>
                </a:lnTo>
                <a:lnTo>
                  <a:pt x="21634" y="47565"/>
                </a:lnTo>
                <a:lnTo>
                  <a:pt x="22188" y="46799"/>
                </a:lnTo>
                <a:lnTo>
                  <a:pt x="22748" y="46037"/>
                </a:lnTo>
                <a:lnTo>
                  <a:pt x="23314" y="45280"/>
                </a:lnTo>
                <a:lnTo>
                  <a:pt x="23886" y="44528"/>
                </a:lnTo>
                <a:lnTo>
                  <a:pt x="24465" y="43781"/>
                </a:lnTo>
                <a:lnTo>
                  <a:pt x="25049" y="43039"/>
                </a:lnTo>
                <a:lnTo>
                  <a:pt x="25639" y="42301"/>
                </a:lnTo>
                <a:lnTo>
                  <a:pt x="26235" y="41569"/>
                </a:lnTo>
                <a:lnTo>
                  <a:pt x="26837" y="40841"/>
                </a:lnTo>
                <a:lnTo>
                  <a:pt x="27445" y="40118"/>
                </a:lnTo>
                <a:lnTo>
                  <a:pt x="28059" y="39401"/>
                </a:lnTo>
                <a:lnTo>
                  <a:pt x="28679" y="38688"/>
                </a:lnTo>
                <a:lnTo>
                  <a:pt x="29305" y="37980"/>
                </a:lnTo>
                <a:lnTo>
                  <a:pt x="29937" y="37277"/>
                </a:lnTo>
                <a:lnTo>
                  <a:pt x="30575" y="36579"/>
                </a:lnTo>
                <a:lnTo>
                  <a:pt x="31219" y="35887"/>
                </a:lnTo>
                <a:lnTo>
                  <a:pt x="31869" y="35199"/>
                </a:lnTo>
                <a:lnTo>
                  <a:pt x="32525" y="34516"/>
                </a:lnTo>
                <a:lnTo>
                  <a:pt x="33186" y="33838"/>
                </a:lnTo>
                <a:lnTo>
                  <a:pt x="33854" y="33165"/>
                </a:lnTo>
                <a:lnTo>
                  <a:pt x="34526" y="32498"/>
                </a:lnTo>
                <a:lnTo>
                  <a:pt x="35204" y="31836"/>
                </a:lnTo>
                <a:lnTo>
                  <a:pt x="35887" y="31180"/>
                </a:lnTo>
                <a:lnTo>
                  <a:pt x="36575" y="30531"/>
                </a:lnTo>
                <a:lnTo>
                  <a:pt x="37268" y="29887"/>
                </a:lnTo>
                <a:lnTo>
                  <a:pt x="37966" y="29249"/>
                </a:lnTo>
                <a:lnTo>
                  <a:pt x="38669" y="28617"/>
                </a:lnTo>
                <a:lnTo>
                  <a:pt x="39376" y="27991"/>
                </a:lnTo>
                <a:lnTo>
                  <a:pt x="40089" y="27371"/>
                </a:lnTo>
                <a:lnTo>
                  <a:pt x="40807" y="26757"/>
                </a:lnTo>
                <a:lnTo>
                  <a:pt x="41530" y="26149"/>
                </a:lnTo>
                <a:lnTo>
                  <a:pt x="42257" y="25547"/>
                </a:lnTo>
                <a:lnTo>
                  <a:pt x="42990" y="24951"/>
                </a:lnTo>
                <a:lnTo>
                  <a:pt x="43727" y="24360"/>
                </a:lnTo>
                <a:lnTo>
                  <a:pt x="44469" y="23776"/>
                </a:lnTo>
                <a:lnTo>
                  <a:pt x="45216" y="23198"/>
                </a:lnTo>
                <a:lnTo>
                  <a:pt x="45969" y="22626"/>
                </a:lnTo>
                <a:lnTo>
                  <a:pt x="46725" y="22060"/>
                </a:lnTo>
                <a:lnTo>
                  <a:pt x="47487" y="21500"/>
                </a:lnTo>
                <a:lnTo>
                  <a:pt x="48254" y="20946"/>
                </a:lnTo>
                <a:lnTo>
                  <a:pt x="49025" y="20398"/>
                </a:lnTo>
                <a:lnTo>
                  <a:pt x="49802" y="19856"/>
                </a:lnTo>
                <a:lnTo>
                  <a:pt x="50583" y="19320"/>
                </a:lnTo>
                <a:lnTo>
                  <a:pt x="51369" y="18791"/>
                </a:lnTo>
                <a:lnTo>
                  <a:pt x="52159" y="18267"/>
                </a:lnTo>
                <a:lnTo>
                  <a:pt x="52953" y="17751"/>
                </a:lnTo>
                <a:lnTo>
                  <a:pt x="53751" y="17241"/>
                </a:lnTo>
                <a:lnTo>
                  <a:pt x="54552" y="16738"/>
                </a:lnTo>
                <a:lnTo>
                  <a:pt x="55357" y="16242"/>
                </a:lnTo>
                <a:lnTo>
                  <a:pt x="56166" y="15752"/>
                </a:lnTo>
                <a:lnTo>
                  <a:pt x="56979" y="15269"/>
                </a:lnTo>
                <a:lnTo>
                  <a:pt x="57795" y="14793"/>
                </a:lnTo>
                <a:lnTo>
                  <a:pt x="58615" y="14324"/>
                </a:lnTo>
                <a:lnTo>
                  <a:pt x="59439" y="13862"/>
                </a:lnTo>
                <a:lnTo>
                  <a:pt x="60266" y="13407"/>
                </a:lnTo>
                <a:lnTo>
                  <a:pt x="61097" y="12958"/>
                </a:lnTo>
                <a:lnTo>
                  <a:pt x="61932" y="12516"/>
                </a:lnTo>
                <a:lnTo>
                  <a:pt x="62770" y="12081"/>
                </a:lnTo>
                <a:lnTo>
                  <a:pt x="63612" y="11653"/>
                </a:lnTo>
                <a:lnTo>
                  <a:pt x="64458" y="11232"/>
                </a:lnTo>
                <a:lnTo>
                  <a:pt x="65307" y="10818"/>
                </a:lnTo>
                <a:lnTo>
                  <a:pt x="66160" y="10410"/>
                </a:lnTo>
                <a:lnTo>
                  <a:pt x="67016" y="10010"/>
                </a:lnTo>
                <a:lnTo>
                  <a:pt x="67876" y="9616"/>
                </a:lnTo>
                <a:lnTo>
                  <a:pt x="68740" y="9229"/>
                </a:lnTo>
                <a:lnTo>
                  <a:pt x="69607" y="8849"/>
                </a:lnTo>
                <a:lnTo>
                  <a:pt x="70477" y="8476"/>
                </a:lnTo>
                <a:lnTo>
                  <a:pt x="71352" y="8110"/>
                </a:lnTo>
                <a:lnTo>
                  <a:pt x="72229" y="7750"/>
                </a:lnTo>
                <a:lnTo>
                  <a:pt x="73108" y="7399"/>
                </a:lnTo>
                <a:lnTo>
                  <a:pt x="73990" y="7054"/>
                </a:lnTo>
                <a:lnTo>
                  <a:pt x="74874" y="6717"/>
                </a:lnTo>
                <a:lnTo>
                  <a:pt x="75761" y="6388"/>
                </a:lnTo>
                <a:lnTo>
                  <a:pt x="76650" y="6065"/>
                </a:lnTo>
                <a:lnTo>
                  <a:pt x="77541" y="5750"/>
                </a:lnTo>
                <a:lnTo>
                  <a:pt x="78434" y="5443"/>
                </a:lnTo>
                <a:lnTo>
                  <a:pt x="79330" y="5143"/>
                </a:lnTo>
                <a:lnTo>
                  <a:pt x="80228" y="4850"/>
                </a:lnTo>
                <a:lnTo>
                  <a:pt x="81128" y="4565"/>
                </a:lnTo>
                <a:lnTo>
                  <a:pt x="82031" y="4287"/>
                </a:lnTo>
                <a:lnTo>
                  <a:pt x="82936" y="4017"/>
                </a:lnTo>
                <a:lnTo>
                  <a:pt x="83843" y="3754"/>
                </a:lnTo>
                <a:lnTo>
                  <a:pt x="84752" y="3498"/>
                </a:lnTo>
                <a:lnTo>
                  <a:pt x="85664" y="3250"/>
                </a:lnTo>
                <a:lnTo>
                  <a:pt x="86577" y="3009"/>
                </a:lnTo>
                <a:lnTo>
                  <a:pt x="87493" y="2776"/>
                </a:lnTo>
                <a:lnTo>
                  <a:pt x="88412" y="2550"/>
                </a:lnTo>
                <a:lnTo>
                  <a:pt x="89332" y="2332"/>
                </a:lnTo>
                <a:lnTo>
                  <a:pt x="90254" y="2121"/>
                </a:lnTo>
                <a:lnTo>
                  <a:pt x="91179" y="1917"/>
                </a:lnTo>
                <a:lnTo>
                  <a:pt x="92105" y="1721"/>
                </a:lnTo>
                <a:lnTo>
                  <a:pt x="93034" y="1532"/>
                </a:lnTo>
                <a:lnTo>
                  <a:pt x="93965" y="1351"/>
                </a:lnTo>
                <a:lnTo>
                  <a:pt x="94896" y="1178"/>
                </a:lnTo>
                <a:lnTo>
                  <a:pt x="95828" y="1012"/>
                </a:lnTo>
                <a:lnTo>
                  <a:pt x="96761" y="854"/>
                </a:lnTo>
                <a:lnTo>
                  <a:pt x="97695" y="703"/>
                </a:lnTo>
                <a:lnTo>
                  <a:pt x="98630" y="561"/>
                </a:lnTo>
                <a:lnTo>
                  <a:pt x="99565" y="426"/>
                </a:lnTo>
                <a:lnTo>
                  <a:pt x="100501" y="298"/>
                </a:lnTo>
                <a:lnTo>
                  <a:pt x="101439" y="179"/>
                </a:lnTo>
                <a:lnTo>
                  <a:pt x="102377" y="67"/>
                </a:lnTo>
                <a:lnTo>
                  <a:pt x="102981" y="0"/>
                </a:lnTo>
                <a:lnTo>
                  <a:pt x="128187" y="0"/>
                </a:lnTo>
                <a:lnTo>
                  <a:pt x="128792" y="67"/>
                </a:lnTo>
                <a:lnTo>
                  <a:pt x="129730" y="179"/>
                </a:lnTo>
                <a:lnTo>
                  <a:pt x="130667" y="298"/>
                </a:lnTo>
                <a:lnTo>
                  <a:pt x="131603" y="426"/>
                </a:lnTo>
                <a:lnTo>
                  <a:pt x="132539" y="561"/>
                </a:lnTo>
                <a:lnTo>
                  <a:pt x="133473" y="703"/>
                </a:lnTo>
                <a:lnTo>
                  <a:pt x="134407" y="854"/>
                </a:lnTo>
                <a:lnTo>
                  <a:pt x="135340" y="1012"/>
                </a:lnTo>
                <a:lnTo>
                  <a:pt x="136272" y="1178"/>
                </a:lnTo>
                <a:lnTo>
                  <a:pt x="137203" y="1351"/>
                </a:lnTo>
                <a:lnTo>
                  <a:pt x="138134" y="1532"/>
                </a:lnTo>
                <a:lnTo>
                  <a:pt x="139063" y="1721"/>
                </a:lnTo>
                <a:lnTo>
                  <a:pt x="139989" y="1917"/>
                </a:lnTo>
                <a:lnTo>
                  <a:pt x="140914" y="2121"/>
                </a:lnTo>
                <a:lnTo>
                  <a:pt x="141836" y="2332"/>
                </a:lnTo>
                <a:lnTo>
                  <a:pt x="142756" y="2550"/>
                </a:lnTo>
                <a:lnTo>
                  <a:pt x="143674" y="2776"/>
                </a:lnTo>
                <a:lnTo>
                  <a:pt x="144590" y="3009"/>
                </a:lnTo>
                <a:lnTo>
                  <a:pt x="145504" y="3250"/>
                </a:lnTo>
                <a:lnTo>
                  <a:pt x="146415" y="3498"/>
                </a:lnTo>
                <a:lnTo>
                  <a:pt x="147324" y="3754"/>
                </a:lnTo>
                <a:lnTo>
                  <a:pt x="148231" y="4017"/>
                </a:lnTo>
                <a:lnTo>
                  <a:pt x="149136" y="4287"/>
                </a:lnTo>
                <a:lnTo>
                  <a:pt x="150039" y="4565"/>
                </a:lnTo>
                <a:lnTo>
                  <a:pt x="150939" y="4850"/>
                </a:lnTo>
                <a:lnTo>
                  <a:pt x="151837" y="5143"/>
                </a:lnTo>
                <a:lnTo>
                  <a:pt x="152733" y="5443"/>
                </a:lnTo>
                <a:lnTo>
                  <a:pt x="153626" y="5750"/>
                </a:lnTo>
                <a:lnTo>
                  <a:pt x="154517" y="6065"/>
                </a:lnTo>
                <a:lnTo>
                  <a:pt x="155406" y="6388"/>
                </a:lnTo>
                <a:lnTo>
                  <a:pt x="156293" y="6717"/>
                </a:lnTo>
                <a:lnTo>
                  <a:pt x="157177" y="7054"/>
                </a:lnTo>
                <a:lnTo>
                  <a:pt x="158059" y="7399"/>
                </a:lnTo>
                <a:lnTo>
                  <a:pt x="158938" y="7750"/>
                </a:lnTo>
                <a:lnTo>
                  <a:pt x="159816" y="8110"/>
                </a:lnTo>
                <a:lnTo>
                  <a:pt x="160690" y="8476"/>
                </a:lnTo>
                <a:lnTo>
                  <a:pt x="161560" y="8849"/>
                </a:lnTo>
                <a:lnTo>
                  <a:pt x="162428" y="9229"/>
                </a:lnTo>
                <a:lnTo>
                  <a:pt x="163291" y="9616"/>
                </a:lnTo>
                <a:lnTo>
                  <a:pt x="164151" y="10010"/>
                </a:lnTo>
                <a:lnTo>
                  <a:pt x="165007" y="10410"/>
                </a:lnTo>
                <a:lnTo>
                  <a:pt x="165860" y="10818"/>
                </a:lnTo>
                <a:lnTo>
                  <a:pt x="166709" y="11232"/>
                </a:lnTo>
                <a:lnTo>
                  <a:pt x="167555" y="11653"/>
                </a:lnTo>
                <a:lnTo>
                  <a:pt x="168397" y="12081"/>
                </a:lnTo>
                <a:lnTo>
                  <a:pt x="169235" y="12516"/>
                </a:lnTo>
                <a:lnTo>
                  <a:pt x="170070" y="12958"/>
                </a:lnTo>
                <a:lnTo>
                  <a:pt x="170901" y="13407"/>
                </a:lnTo>
                <a:lnTo>
                  <a:pt x="171728" y="13862"/>
                </a:lnTo>
                <a:lnTo>
                  <a:pt x="172552" y="14324"/>
                </a:lnTo>
                <a:lnTo>
                  <a:pt x="173372" y="14794"/>
                </a:lnTo>
                <a:lnTo>
                  <a:pt x="174188" y="15269"/>
                </a:lnTo>
                <a:lnTo>
                  <a:pt x="175001" y="15752"/>
                </a:lnTo>
                <a:lnTo>
                  <a:pt x="175810" y="16242"/>
                </a:lnTo>
                <a:lnTo>
                  <a:pt x="176615" y="16738"/>
                </a:lnTo>
                <a:lnTo>
                  <a:pt x="177416" y="17241"/>
                </a:lnTo>
                <a:lnTo>
                  <a:pt x="178214" y="17751"/>
                </a:lnTo>
                <a:lnTo>
                  <a:pt x="179008" y="18267"/>
                </a:lnTo>
                <a:lnTo>
                  <a:pt x="179798" y="18791"/>
                </a:lnTo>
                <a:lnTo>
                  <a:pt x="180584" y="19320"/>
                </a:lnTo>
                <a:lnTo>
                  <a:pt x="181365" y="19856"/>
                </a:lnTo>
                <a:lnTo>
                  <a:pt x="182141" y="20398"/>
                </a:lnTo>
                <a:lnTo>
                  <a:pt x="182913" y="20946"/>
                </a:lnTo>
                <a:lnTo>
                  <a:pt x="183680" y="21500"/>
                </a:lnTo>
                <a:lnTo>
                  <a:pt x="184441" y="22060"/>
                </a:lnTo>
                <a:lnTo>
                  <a:pt x="185198" y="22626"/>
                </a:lnTo>
                <a:lnTo>
                  <a:pt x="185951" y="23198"/>
                </a:lnTo>
                <a:lnTo>
                  <a:pt x="186698" y="23776"/>
                </a:lnTo>
                <a:lnTo>
                  <a:pt x="187440" y="24360"/>
                </a:lnTo>
                <a:lnTo>
                  <a:pt x="188177" y="24950"/>
                </a:lnTo>
                <a:lnTo>
                  <a:pt x="188910" y="25547"/>
                </a:lnTo>
                <a:lnTo>
                  <a:pt x="189638" y="26149"/>
                </a:lnTo>
                <a:lnTo>
                  <a:pt x="190360" y="26757"/>
                </a:lnTo>
                <a:lnTo>
                  <a:pt x="191078" y="27371"/>
                </a:lnTo>
                <a:lnTo>
                  <a:pt x="191791" y="27991"/>
                </a:lnTo>
                <a:lnTo>
                  <a:pt x="192499" y="28617"/>
                </a:lnTo>
                <a:lnTo>
                  <a:pt x="193201" y="29249"/>
                </a:lnTo>
                <a:lnTo>
                  <a:pt x="193899" y="29887"/>
                </a:lnTo>
                <a:lnTo>
                  <a:pt x="194592" y="30531"/>
                </a:lnTo>
                <a:lnTo>
                  <a:pt x="195280" y="31180"/>
                </a:lnTo>
                <a:lnTo>
                  <a:pt x="195963" y="31836"/>
                </a:lnTo>
                <a:lnTo>
                  <a:pt x="196641" y="32497"/>
                </a:lnTo>
                <a:lnTo>
                  <a:pt x="197314" y="33165"/>
                </a:lnTo>
                <a:lnTo>
                  <a:pt x="197982" y="33838"/>
                </a:lnTo>
                <a:lnTo>
                  <a:pt x="198643" y="34516"/>
                </a:lnTo>
                <a:lnTo>
                  <a:pt x="199299" y="35199"/>
                </a:lnTo>
                <a:lnTo>
                  <a:pt x="199948" y="35887"/>
                </a:lnTo>
                <a:lnTo>
                  <a:pt x="200592" y="36580"/>
                </a:lnTo>
                <a:lnTo>
                  <a:pt x="201230" y="37278"/>
                </a:lnTo>
                <a:lnTo>
                  <a:pt x="201862" y="37980"/>
                </a:lnTo>
                <a:lnTo>
                  <a:pt x="202488" y="38688"/>
                </a:lnTo>
                <a:lnTo>
                  <a:pt x="203108" y="39401"/>
                </a:lnTo>
                <a:lnTo>
                  <a:pt x="203722" y="40119"/>
                </a:lnTo>
                <a:lnTo>
                  <a:pt x="204330" y="40841"/>
                </a:lnTo>
                <a:lnTo>
                  <a:pt x="204932" y="41569"/>
                </a:lnTo>
                <a:lnTo>
                  <a:pt x="205528" y="42301"/>
                </a:lnTo>
                <a:lnTo>
                  <a:pt x="206118" y="43039"/>
                </a:lnTo>
                <a:lnTo>
                  <a:pt x="206702" y="43781"/>
                </a:lnTo>
                <a:lnTo>
                  <a:pt x="207281" y="44528"/>
                </a:lnTo>
                <a:lnTo>
                  <a:pt x="207853" y="45280"/>
                </a:lnTo>
                <a:lnTo>
                  <a:pt x="208419" y="46037"/>
                </a:lnTo>
                <a:lnTo>
                  <a:pt x="208979" y="46799"/>
                </a:lnTo>
                <a:lnTo>
                  <a:pt x="209533" y="47566"/>
                </a:lnTo>
                <a:lnTo>
                  <a:pt x="210080" y="48337"/>
                </a:lnTo>
                <a:lnTo>
                  <a:pt x="210622" y="49113"/>
                </a:lnTo>
                <a:lnTo>
                  <a:pt x="211158" y="49894"/>
                </a:lnTo>
                <a:lnTo>
                  <a:pt x="211688" y="50680"/>
                </a:lnTo>
                <a:lnTo>
                  <a:pt x="212211" y="51471"/>
                </a:lnTo>
                <a:lnTo>
                  <a:pt x="212728" y="52264"/>
                </a:lnTo>
                <a:lnTo>
                  <a:pt x="213238" y="53062"/>
                </a:lnTo>
                <a:lnTo>
                  <a:pt x="213741" y="53864"/>
                </a:lnTo>
                <a:lnTo>
                  <a:pt x="214237" y="54669"/>
                </a:lnTo>
                <a:lnTo>
                  <a:pt x="214726" y="55478"/>
                </a:lnTo>
                <a:lnTo>
                  <a:pt x="215209" y="56290"/>
                </a:lnTo>
                <a:lnTo>
                  <a:pt x="215685" y="57107"/>
                </a:lnTo>
                <a:lnTo>
                  <a:pt x="216154" y="57927"/>
                </a:lnTo>
                <a:lnTo>
                  <a:pt x="216616" y="58750"/>
                </a:lnTo>
                <a:lnTo>
                  <a:pt x="217072" y="59578"/>
                </a:lnTo>
                <a:lnTo>
                  <a:pt x="217520" y="60409"/>
                </a:lnTo>
                <a:lnTo>
                  <a:pt x="217962" y="61243"/>
                </a:lnTo>
                <a:lnTo>
                  <a:pt x="218397" y="62082"/>
                </a:lnTo>
                <a:lnTo>
                  <a:pt x="218825" y="62924"/>
                </a:lnTo>
                <a:lnTo>
                  <a:pt x="219246" y="63769"/>
                </a:lnTo>
                <a:lnTo>
                  <a:pt x="219661" y="64618"/>
                </a:lnTo>
                <a:lnTo>
                  <a:pt x="220068" y="65471"/>
                </a:lnTo>
                <a:lnTo>
                  <a:pt x="220469" y="66328"/>
                </a:lnTo>
                <a:lnTo>
                  <a:pt x="220863" y="67188"/>
                </a:lnTo>
                <a:lnTo>
                  <a:pt x="221250" y="68051"/>
                </a:lnTo>
                <a:lnTo>
                  <a:pt x="221630" y="68918"/>
                </a:lnTo>
                <a:lnTo>
                  <a:pt x="222003" y="69789"/>
                </a:lnTo>
                <a:lnTo>
                  <a:pt x="222369" y="70663"/>
                </a:lnTo>
                <a:lnTo>
                  <a:pt x="222728" y="71541"/>
                </a:lnTo>
                <a:lnTo>
                  <a:pt x="223080" y="72420"/>
                </a:lnTo>
                <a:lnTo>
                  <a:pt x="223424" y="73302"/>
                </a:lnTo>
                <a:lnTo>
                  <a:pt x="223761" y="74186"/>
                </a:lnTo>
                <a:lnTo>
                  <a:pt x="224091" y="75072"/>
                </a:lnTo>
                <a:lnTo>
                  <a:pt x="224413" y="75961"/>
                </a:lnTo>
                <a:lnTo>
                  <a:pt x="224728" y="76852"/>
                </a:lnTo>
                <a:lnTo>
                  <a:pt x="225036" y="77746"/>
                </a:lnTo>
                <a:lnTo>
                  <a:pt x="225336" y="78642"/>
                </a:lnTo>
                <a:lnTo>
                  <a:pt x="225628" y="79540"/>
                </a:lnTo>
                <a:lnTo>
                  <a:pt x="225914" y="80440"/>
                </a:lnTo>
                <a:lnTo>
                  <a:pt x="226192" y="81343"/>
                </a:lnTo>
                <a:lnTo>
                  <a:pt x="226462" y="82247"/>
                </a:lnTo>
                <a:lnTo>
                  <a:pt x="226725" y="83154"/>
                </a:lnTo>
                <a:lnTo>
                  <a:pt x="226981" y="84064"/>
                </a:lnTo>
                <a:lnTo>
                  <a:pt x="227229" y="84975"/>
                </a:lnTo>
                <a:lnTo>
                  <a:pt x="227470" y="85889"/>
                </a:lnTo>
                <a:lnTo>
                  <a:pt x="227703" y="86805"/>
                </a:lnTo>
                <a:lnTo>
                  <a:pt x="227929" y="87723"/>
                </a:lnTo>
                <a:lnTo>
                  <a:pt x="228147" y="88643"/>
                </a:lnTo>
                <a:lnTo>
                  <a:pt x="228358" y="89566"/>
                </a:lnTo>
                <a:lnTo>
                  <a:pt x="228562" y="90490"/>
                </a:lnTo>
                <a:lnTo>
                  <a:pt x="228758" y="91417"/>
                </a:lnTo>
                <a:lnTo>
                  <a:pt x="228947" y="92346"/>
                </a:lnTo>
                <a:lnTo>
                  <a:pt x="229128" y="93276"/>
                </a:lnTo>
                <a:lnTo>
                  <a:pt x="229301" y="94207"/>
                </a:lnTo>
                <a:lnTo>
                  <a:pt x="229467" y="95139"/>
                </a:lnTo>
                <a:lnTo>
                  <a:pt x="229625" y="96072"/>
                </a:lnTo>
                <a:lnTo>
                  <a:pt x="229776" y="97006"/>
                </a:lnTo>
                <a:lnTo>
                  <a:pt x="229918" y="97941"/>
                </a:lnTo>
                <a:lnTo>
                  <a:pt x="230053" y="98876"/>
                </a:lnTo>
                <a:lnTo>
                  <a:pt x="230181" y="99813"/>
                </a:lnTo>
                <a:lnTo>
                  <a:pt x="230300" y="100750"/>
                </a:lnTo>
                <a:lnTo>
                  <a:pt x="230412" y="101688"/>
                </a:lnTo>
                <a:lnTo>
                  <a:pt x="230516" y="102626"/>
                </a:lnTo>
                <a:lnTo>
                  <a:pt x="230613" y="103566"/>
                </a:lnTo>
                <a:lnTo>
                  <a:pt x="230701" y="104506"/>
                </a:lnTo>
                <a:lnTo>
                  <a:pt x="230783" y="105447"/>
                </a:lnTo>
                <a:lnTo>
                  <a:pt x="230856" y="106389"/>
                </a:lnTo>
                <a:lnTo>
                  <a:pt x="230921" y="107331"/>
                </a:lnTo>
                <a:lnTo>
                  <a:pt x="230979" y="108274"/>
                </a:lnTo>
                <a:lnTo>
                  <a:pt x="231029" y="109218"/>
                </a:lnTo>
                <a:lnTo>
                  <a:pt x="231072" y="110163"/>
                </a:lnTo>
                <a:lnTo>
                  <a:pt x="231107" y="111108"/>
                </a:lnTo>
                <a:lnTo>
                  <a:pt x="231134" y="112054"/>
                </a:lnTo>
                <a:lnTo>
                  <a:pt x="231153" y="113000"/>
                </a:lnTo>
                <a:lnTo>
                  <a:pt x="231164" y="113947"/>
                </a:lnTo>
                <a:close/>
                <a:moveTo>
                  <a:pt x="216717" y="115725"/>
                </a:moveTo>
                <a:lnTo>
                  <a:pt x="216720" y="114895"/>
                </a:lnTo>
                <a:lnTo>
                  <a:pt x="216717" y="114065"/>
                </a:lnTo>
                <a:lnTo>
                  <a:pt x="216707" y="113236"/>
                </a:lnTo>
                <a:lnTo>
                  <a:pt x="216690" y="112407"/>
                </a:lnTo>
                <a:lnTo>
                  <a:pt x="216666" y="111579"/>
                </a:lnTo>
                <a:lnTo>
                  <a:pt x="216636" y="110752"/>
                </a:lnTo>
                <a:lnTo>
                  <a:pt x="216599" y="109926"/>
                </a:lnTo>
                <a:lnTo>
                  <a:pt x="216555" y="109100"/>
                </a:lnTo>
                <a:lnTo>
                  <a:pt x="216504" y="108275"/>
                </a:lnTo>
                <a:lnTo>
                  <a:pt x="216447" y="107451"/>
                </a:lnTo>
                <a:lnTo>
                  <a:pt x="216383" y="106627"/>
                </a:lnTo>
                <a:lnTo>
                  <a:pt x="216312" y="105804"/>
                </a:lnTo>
                <a:lnTo>
                  <a:pt x="216234" y="104982"/>
                </a:lnTo>
                <a:lnTo>
                  <a:pt x="216150" y="104161"/>
                </a:lnTo>
                <a:lnTo>
                  <a:pt x="216059" y="103340"/>
                </a:lnTo>
                <a:lnTo>
                  <a:pt x="215961" y="102520"/>
                </a:lnTo>
                <a:lnTo>
                  <a:pt x="215856" y="101700"/>
                </a:lnTo>
                <a:lnTo>
                  <a:pt x="215745" y="100881"/>
                </a:lnTo>
                <a:lnTo>
                  <a:pt x="215627" y="100063"/>
                </a:lnTo>
                <a:lnTo>
                  <a:pt x="215502" y="99245"/>
                </a:lnTo>
                <a:lnTo>
                  <a:pt x="215371" y="98428"/>
                </a:lnTo>
                <a:lnTo>
                  <a:pt x="215232" y="97611"/>
                </a:lnTo>
                <a:lnTo>
                  <a:pt x="215087" y="96795"/>
                </a:lnTo>
                <a:lnTo>
                  <a:pt x="214935" y="95980"/>
                </a:lnTo>
                <a:lnTo>
                  <a:pt x="214776" y="95165"/>
                </a:lnTo>
                <a:lnTo>
                  <a:pt x="214611" y="94351"/>
                </a:lnTo>
                <a:lnTo>
                  <a:pt x="214439" y="93540"/>
                </a:lnTo>
                <a:lnTo>
                  <a:pt x="214261" y="92730"/>
                </a:lnTo>
                <a:lnTo>
                  <a:pt x="214076" y="91923"/>
                </a:lnTo>
                <a:lnTo>
                  <a:pt x="213885" y="91118"/>
                </a:lnTo>
                <a:lnTo>
                  <a:pt x="213687" y="90314"/>
                </a:lnTo>
                <a:lnTo>
                  <a:pt x="213483" y="89513"/>
                </a:lnTo>
                <a:lnTo>
                  <a:pt x="213273" y="88714"/>
                </a:lnTo>
                <a:lnTo>
                  <a:pt x="213056" y="87917"/>
                </a:lnTo>
                <a:lnTo>
                  <a:pt x="212832" y="87121"/>
                </a:lnTo>
                <a:lnTo>
                  <a:pt x="212602" y="86328"/>
                </a:lnTo>
                <a:lnTo>
                  <a:pt x="212366" y="85537"/>
                </a:lnTo>
                <a:lnTo>
                  <a:pt x="212123" y="84748"/>
                </a:lnTo>
                <a:lnTo>
                  <a:pt x="211873" y="83960"/>
                </a:lnTo>
                <a:lnTo>
                  <a:pt x="211617" y="83175"/>
                </a:lnTo>
                <a:lnTo>
                  <a:pt x="211355" y="82391"/>
                </a:lnTo>
                <a:lnTo>
                  <a:pt x="211086" y="81610"/>
                </a:lnTo>
                <a:lnTo>
                  <a:pt x="210810" y="80830"/>
                </a:lnTo>
                <a:lnTo>
                  <a:pt x="210528" y="80053"/>
                </a:lnTo>
                <a:lnTo>
                  <a:pt x="210240" y="79277"/>
                </a:lnTo>
                <a:lnTo>
                  <a:pt x="209945" y="78503"/>
                </a:lnTo>
                <a:lnTo>
                  <a:pt x="209643" y="77731"/>
                </a:lnTo>
                <a:lnTo>
                  <a:pt x="209335" y="76960"/>
                </a:lnTo>
                <a:lnTo>
                  <a:pt x="209021" y="76192"/>
                </a:lnTo>
                <a:lnTo>
                  <a:pt x="208700" y="75427"/>
                </a:lnTo>
                <a:lnTo>
                  <a:pt x="208373" y="74664"/>
                </a:lnTo>
                <a:lnTo>
                  <a:pt x="208040" y="73905"/>
                </a:lnTo>
                <a:lnTo>
                  <a:pt x="207702" y="73149"/>
                </a:lnTo>
                <a:lnTo>
                  <a:pt x="207357" y="72397"/>
                </a:lnTo>
                <a:lnTo>
                  <a:pt x="207007" y="71647"/>
                </a:lnTo>
                <a:lnTo>
                  <a:pt x="206650" y="70901"/>
                </a:lnTo>
                <a:lnTo>
                  <a:pt x="206288" y="70159"/>
                </a:lnTo>
                <a:lnTo>
                  <a:pt x="205919" y="69419"/>
                </a:lnTo>
                <a:lnTo>
                  <a:pt x="205545" y="68683"/>
                </a:lnTo>
                <a:lnTo>
                  <a:pt x="205164" y="67950"/>
                </a:lnTo>
                <a:lnTo>
                  <a:pt x="204778" y="67220"/>
                </a:lnTo>
                <a:lnTo>
                  <a:pt x="204386" y="66493"/>
                </a:lnTo>
                <a:lnTo>
                  <a:pt x="203988" y="65769"/>
                </a:lnTo>
                <a:lnTo>
                  <a:pt x="203583" y="65049"/>
                </a:lnTo>
                <a:lnTo>
                  <a:pt x="203173" y="64332"/>
                </a:lnTo>
                <a:lnTo>
                  <a:pt x="202757" y="63618"/>
                </a:lnTo>
                <a:lnTo>
                  <a:pt x="202335" y="62907"/>
                </a:lnTo>
                <a:lnTo>
                  <a:pt x="201906" y="62199"/>
                </a:lnTo>
                <a:lnTo>
                  <a:pt x="201472" y="61495"/>
                </a:lnTo>
                <a:lnTo>
                  <a:pt x="201032" y="60793"/>
                </a:lnTo>
                <a:lnTo>
                  <a:pt x="200585" y="60095"/>
                </a:lnTo>
                <a:lnTo>
                  <a:pt x="200133" y="59399"/>
                </a:lnTo>
                <a:lnTo>
                  <a:pt x="199675" y="58707"/>
                </a:lnTo>
                <a:lnTo>
                  <a:pt x="199211" y="58019"/>
                </a:lnTo>
                <a:lnTo>
                  <a:pt x="198741" y="57335"/>
                </a:lnTo>
                <a:lnTo>
                  <a:pt x="198267" y="56655"/>
                </a:lnTo>
                <a:lnTo>
                  <a:pt x="197787" y="55980"/>
                </a:lnTo>
                <a:lnTo>
                  <a:pt x="197303" y="55309"/>
                </a:lnTo>
                <a:lnTo>
                  <a:pt x="196813" y="54642"/>
                </a:lnTo>
                <a:lnTo>
                  <a:pt x="196317" y="53980"/>
                </a:lnTo>
                <a:lnTo>
                  <a:pt x="195817" y="53322"/>
                </a:lnTo>
                <a:lnTo>
                  <a:pt x="195311" y="52669"/>
                </a:lnTo>
                <a:lnTo>
                  <a:pt x="194801" y="52020"/>
                </a:lnTo>
                <a:lnTo>
                  <a:pt x="194285" y="51375"/>
                </a:lnTo>
                <a:lnTo>
                  <a:pt x="193763" y="50734"/>
                </a:lnTo>
                <a:lnTo>
                  <a:pt x="193237" y="50098"/>
                </a:lnTo>
                <a:lnTo>
                  <a:pt x="192705" y="49466"/>
                </a:lnTo>
                <a:lnTo>
                  <a:pt x="192168" y="48839"/>
                </a:lnTo>
                <a:lnTo>
                  <a:pt x="191626" y="48215"/>
                </a:lnTo>
                <a:lnTo>
                  <a:pt x="191078" y="47596"/>
                </a:lnTo>
                <a:lnTo>
                  <a:pt x="190526" y="46981"/>
                </a:lnTo>
                <a:lnTo>
                  <a:pt x="189968" y="46371"/>
                </a:lnTo>
                <a:lnTo>
                  <a:pt x="189404" y="45764"/>
                </a:lnTo>
                <a:lnTo>
                  <a:pt x="188836" y="45162"/>
                </a:lnTo>
                <a:lnTo>
                  <a:pt x="188262" y="44564"/>
                </a:lnTo>
                <a:lnTo>
                  <a:pt x="187682" y="43971"/>
                </a:lnTo>
                <a:lnTo>
                  <a:pt x="187098" y="43381"/>
                </a:lnTo>
                <a:lnTo>
                  <a:pt x="186508" y="42797"/>
                </a:lnTo>
                <a:lnTo>
                  <a:pt x="185915" y="42217"/>
                </a:lnTo>
                <a:lnTo>
                  <a:pt x="185317" y="41643"/>
                </a:lnTo>
                <a:lnTo>
                  <a:pt x="184715" y="41075"/>
                </a:lnTo>
                <a:lnTo>
                  <a:pt x="184108" y="40511"/>
                </a:lnTo>
                <a:lnTo>
                  <a:pt x="183498" y="39953"/>
                </a:lnTo>
                <a:lnTo>
                  <a:pt x="182883" y="39400"/>
                </a:lnTo>
                <a:lnTo>
                  <a:pt x="182264" y="38853"/>
                </a:lnTo>
                <a:lnTo>
                  <a:pt x="181640" y="38311"/>
                </a:lnTo>
                <a:lnTo>
                  <a:pt x="181013" y="37774"/>
                </a:lnTo>
                <a:lnTo>
                  <a:pt x="180381" y="37242"/>
                </a:lnTo>
                <a:lnTo>
                  <a:pt x="179744" y="36715"/>
                </a:lnTo>
                <a:lnTo>
                  <a:pt x="179104" y="36194"/>
                </a:lnTo>
                <a:lnTo>
                  <a:pt x="178459" y="35678"/>
                </a:lnTo>
                <a:lnTo>
                  <a:pt x="177810" y="35167"/>
                </a:lnTo>
                <a:lnTo>
                  <a:pt x="177156" y="34662"/>
                </a:lnTo>
                <a:lnTo>
                  <a:pt x="176499" y="34161"/>
                </a:lnTo>
                <a:lnTo>
                  <a:pt x="175836" y="33666"/>
                </a:lnTo>
                <a:lnTo>
                  <a:pt x="175170" y="33176"/>
                </a:lnTo>
                <a:lnTo>
                  <a:pt x="174499" y="32691"/>
                </a:lnTo>
                <a:lnTo>
                  <a:pt x="173824" y="32212"/>
                </a:lnTo>
                <a:lnTo>
                  <a:pt x="173144" y="31737"/>
                </a:lnTo>
                <a:lnTo>
                  <a:pt x="172460" y="31268"/>
                </a:lnTo>
                <a:lnTo>
                  <a:pt x="171771" y="30804"/>
                </a:lnTo>
                <a:lnTo>
                  <a:pt x="171079" y="30345"/>
                </a:lnTo>
                <a:lnTo>
                  <a:pt x="170384" y="29893"/>
                </a:lnTo>
                <a:lnTo>
                  <a:pt x="169685" y="29447"/>
                </a:lnTo>
                <a:lnTo>
                  <a:pt x="168984" y="29006"/>
                </a:lnTo>
                <a:lnTo>
                  <a:pt x="168279" y="28572"/>
                </a:lnTo>
                <a:lnTo>
                  <a:pt x="167572" y="28144"/>
                </a:lnTo>
                <a:lnTo>
                  <a:pt x="166861" y="27721"/>
                </a:lnTo>
                <a:lnTo>
                  <a:pt x="166147" y="27305"/>
                </a:lnTo>
                <a:lnTo>
                  <a:pt x="165429" y="26895"/>
                </a:lnTo>
                <a:lnTo>
                  <a:pt x="164709" y="26491"/>
                </a:lnTo>
                <a:lnTo>
                  <a:pt x="163986" y="26092"/>
                </a:lnTo>
                <a:lnTo>
                  <a:pt x="163259" y="25700"/>
                </a:lnTo>
                <a:lnTo>
                  <a:pt x="162529" y="25314"/>
                </a:lnTo>
                <a:lnTo>
                  <a:pt x="161796" y="24934"/>
                </a:lnTo>
                <a:lnTo>
                  <a:pt x="161060" y="24559"/>
                </a:lnTo>
                <a:lnTo>
                  <a:pt x="160320" y="24191"/>
                </a:lnTo>
                <a:lnTo>
                  <a:pt x="159577" y="23828"/>
                </a:lnTo>
                <a:lnTo>
                  <a:pt x="158831" y="23472"/>
                </a:lnTo>
                <a:lnTo>
                  <a:pt x="158082" y="23121"/>
                </a:lnTo>
                <a:lnTo>
                  <a:pt x="157330" y="22777"/>
                </a:lnTo>
                <a:lnTo>
                  <a:pt x="156574" y="22438"/>
                </a:lnTo>
                <a:lnTo>
                  <a:pt x="155815" y="22105"/>
                </a:lnTo>
                <a:lnTo>
                  <a:pt x="155052" y="21779"/>
                </a:lnTo>
                <a:lnTo>
                  <a:pt x="154287" y="21458"/>
                </a:lnTo>
                <a:lnTo>
                  <a:pt x="153518" y="21143"/>
                </a:lnTo>
                <a:lnTo>
                  <a:pt x="152748" y="20835"/>
                </a:lnTo>
                <a:lnTo>
                  <a:pt x="151976" y="20534"/>
                </a:lnTo>
                <a:lnTo>
                  <a:pt x="151202" y="20239"/>
                </a:lnTo>
                <a:lnTo>
                  <a:pt x="150426" y="19950"/>
                </a:lnTo>
                <a:lnTo>
                  <a:pt x="149648" y="19668"/>
                </a:lnTo>
                <a:lnTo>
                  <a:pt x="148869" y="19393"/>
                </a:lnTo>
                <a:lnTo>
                  <a:pt x="148087" y="19124"/>
                </a:lnTo>
                <a:lnTo>
                  <a:pt x="147304" y="18861"/>
                </a:lnTo>
                <a:lnTo>
                  <a:pt x="146519" y="18605"/>
                </a:lnTo>
                <a:lnTo>
                  <a:pt x="145731" y="18356"/>
                </a:lnTo>
                <a:lnTo>
                  <a:pt x="144942" y="18113"/>
                </a:lnTo>
                <a:lnTo>
                  <a:pt x="144151" y="17877"/>
                </a:lnTo>
                <a:lnTo>
                  <a:pt x="143358" y="17647"/>
                </a:lnTo>
                <a:lnTo>
                  <a:pt x="142562" y="17423"/>
                </a:lnTo>
                <a:lnTo>
                  <a:pt x="141765" y="17206"/>
                </a:lnTo>
                <a:lnTo>
                  <a:pt x="140966" y="16995"/>
                </a:lnTo>
                <a:lnTo>
                  <a:pt x="140165" y="16791"/>
                </a:lnTo>
                <a:lnTo>
                  <a:pt x="139362" y="16594"/>
                </a:lnTo>
                <a:lnTo>
                  <a:pt x="138557" y="16403"/>
                </a:lnTo>
                <a:lnTo>
                  <a:pt x="137749" y="16218"/>
                </a:lnTo>
                <a:lnTo>
                  <a:pt x="136940" y="16040"/>
                </a:lnTo>
                <a:lnTo>
                  <a:pt x="136128" y="15868"/>
                </a:lnTo>
                <a:lnTo>
                  <a:pt x="135315" y="15703"/>
                </a:lnTo>
                <a:lnTo>
                  <a:pt x="134500" y="15544"/>
                </a:lnTo>
                <a:lnTo>
                  <a:pt x="133685" y="15392"/>
                </a:lnTo>
                <a:lnTo>
                  <a:pt x="132868" y="15247"/>
                </a:lnTo>
                <a:lnTo>
                  <a:pt x="132052" y="15109"/>
                </a:lnTo>
                <a:lnTo>
                  <a:pt x="131235" y="14977"/>
                </a:lnTo>
                <a:lnTo>
                  <a:pt x="130417" y="14852"/>
                </a:lnTo>
                <a:lnTo>
                  <a:pt x="129599" y="14734"/>
                </a:lnTo>
                <a:lnTo>
                  <a:pt x="128780" y="14623"/>
                </a:lnTo>
                <a:lnTo>
                  <a:pt x="127960" y="14518"/>
                </a:lnTo>
                <a:lnTo>
                  <a:pt x="127140" y="14420"/>
                </a:lnTo>
                <a:lnTo>
                  <a:pt x="126319" y="14329"/>
                </a:lnTo>
                <a:lnTo>
                  <a:pt x="125497" y="14245"/>
                </a:lnTo>
                <a:lnTo>
                  <a:pt x="124675" y="14168"/>
                </a:lnTo>
                <a:lnTo>
                  <a:pt x="123852" y="14097"/>
                </a:lnTo>
                <a:lnTo>
                  <a:pt x="123029" y="14033"/>
                </a:lnTo>
                <a:lnTo>
                  <a:pt x="122205" y="13975"/>
                </a:lnTo>
                <a:lnTo>
                  <a:pt x="121380" y="13925"/>
                </a:lnTo>
                <a:lnTo>
                  <a:pt x="120554" y="13881"/>
                </a:lnTo>
                <a:lnTo>
                  <a:pt x="119728" y="13844"/>
                </a:lnTo>
                <a:lnTo>
                  <a:pt x="118901" y="13813"/>
                </a:lnTo>
                <a:lnTo>
                  <a:pt x="118073" y="13790"/>
                </a:lnTo>
                <a:lnTo>
                  <a:pt x="117244" y="13773"/>
                </a:lnTo>
                <a:lnTo>
                  <a:pt x="116414" y="13763"/>
                </a:lnTo>
                <a:lnTo>
                  <a:pt x="115584" y="13759"/>
                </a:lnTo>
                <a:lnTo>
                  <a:pt x="114754" y="13763"/>
                </a:lnTo>
                <a:lnTo>
                  <a:pt x="113924" y="13773"/>
                </a:lnTo>
                <a:lnTo>
                  <a:pt x="113096" y="13790"/>
                </a:lnTo>
                <a:lnTo>
                  <a:pt x="112268" y="13813"/>
                </a:lnTo>
                <a:lnTo>
                  <a:pt x="111441" y="13844"/>
                </a:lnTo>
                <a:lnTo>
                  <a:pt x="110614" y="13881"/>
                </a:lnTo>
                <a:lnTo>
                  <a:pt x="109789" y="13925"/>
                </a:lnTo>
                <a:lnTo>
                  <a:pt x="108964" y="13975"/>
                </a:lnTo>
                <a:lnTo>
                  <a:pt x="108139" y="14033"/>
                </a:lnTo>
                <a:lnTo>
                  <a:pt x="107316" y="14097"/>
                </a:lnTo>
                <a:lnTo>
                  <a:pt x="106493" y="14168"/>
                </a:lnTo>
                <a:lnTo>
                  <a:pt x="105671" y="14245"/>
                </a:lnTo>
                <a:lnTo>
                  <a:pt x="104849" y="14329"/>
                </a:lnTo>
                <a:lnTo>
                  <a:pt x="104028" y="14420"/>
                </a:lnTo>
                <a:lnTo>
                  <a:pt x="103208" y="14518"/>
                </a:lnTo>
                <a:lnTo>
                  <a:pt x="102389" y="14623"/>
                </a:lnTo>
                <a:lnTo>
                  <a:pt x="101570" y="14734"/>
                </a:lnTo>
                <a:lnTo>
                  <a:pt x="100751" y="14852"/>
                </a:lnTo>
                <a:lnTo>
                  <a:pt x="99933" y="14977"/>
                </a:lnTo>
                <a:lnTo>
                  <a:pt x="99116" y="15109"/>
                </a:lnTo>
                <a:lnTo>
                  <a:pt x="98300" y="15247"/>
                </a:lnTo>
                <a:lnTo>
                  <a:pt x="97483" y="15392"/>
                </a:lnTo>
                <a:lnTo>
                  <a:pt x="96668" y="15544"/>
                </a:lnTo>
                <a:lnTo>
                  <a:pt x="95853" y="15703"/>
                </a:lnTo>
                <a:lnTo>
                  <a:pt x="95039" y="15868"/>
                </a:lnTo>
                <a:lnTo>
                  <a:pt x="94228" y="16040"/>
                </a:lnTo>
                <a:lnTo>
                  <a:pt x="93418" y="16218"/>
                </a:lnTo>
                <a:lnTo>
                  <a:pt x="92611" y="16403"/>
                </a:lnTo>
                <a:lnTo>
                  <a:pt x="91806" y="16594"/>
                </a:lnTo>
                <a:lnTo>
                  <a:pt x="91002" y="16791"/>
                </a:lnTo>
                <a:lnTo>
                  <a:pt x="90201" y="16995"/>
                </a:lnTo>
                <a:lnTo>
                  <a:pt x="89402" y="17206"/>
                </a:lnTo>
                <a:lnTo>
                  <a:pt x="88605" y="17423"/>
                </a:lnTo>
                <a:lnTo>
                  <a:pt x="87810" y="17647"/>
                </a:lnTo>
                <a:lnTo>
                  <a:pt x="87016" y="17877"/>
                </a:lnTo>
                <a:lnTo>
                  <a:pt x="86225" y="18113"/>
                </a:lnTo>
                <a:lnTo>
                  <a:pt x="85436" y="18356"/>
                </a:lnTo>
                <a:lnTo>
                  <a:pt x="84649" y="18605"/>
                </a:lnTo>
                <a:lnTo>
                  <a:pt x="83863" y="18861"/>
                </a:lnTo>
                <a:lnTo>
                  <a:pt x="83080" y="19124"/>
                </a:lnTo>
                <a:lnTo>
                  <a:pt x="82298" y="19393"/>
                </a:lnTo>
                <a:lnTo>
                  <a:pt x="81519" y="19668"/>
                </a:lnTo>
                <a:lnTo>
                  <a:pt x="80741" y="19950"/>
                </a:lnTo>
                <a:lnTo>
                  <a:pt x="79965" y="20239"/>
                </a:lnTo>
                <a:lnTo>
                  <a:pt x="79191" y="20534"/>
                </a:lnTo>
                <a:lnTo>
                  <a:pt x="78419" y="20835"/>
                </a:lnTo>
                <a:lnTo>
                  <a:pt x="77649" y="21143"/>
                </a:lnTo>
                <a:lnTo>
                  <a:pt x="76881" y="21458"/>
                </a:lnTo>
                <a:lnTo>
                  <a:pt x="76115" y="21779"/>
                </a:lnTo>
                <a:lnTo>
                  <a:pt x="75353" y="22105"/>
                </a:lnTo>
                <a:lnTo>
                  <a:pt x="74593" y="22438"/>
                </a:lnTo>
                <a:lnTo>
                  <a:pt x="73838" y="22777"/>
                </a:lnTo>
                <a:lnTo>
                  <a:pt x="73085" y="23121"/>
                </a:lnTo>
                <a:lnTo>
                  <a:pt x="72336" y="23472"/>
                </a:lnTo>
                <a:lnTo>
                  <a:pt x="71590" y="23828"/>
                </a:lnTo>
                <a:lnTo>
                  <a:pt x="70847" y="24191"/>
                </a:lnTo>
                <a:lnTo>
                  <a:pt x="70107" y="24559"/>
                </a:lnTo>
                <a:lnTo>
                  <a:pt x="69371" y="24934"/>
                </a:lnTo>
                <a:lnTo>
                  <a:pt x="68638" y="25314"/>
                </a:lnTo>
                <a:lnTo>
                  <a:pt x="67908" y="25700"/>
                </a:lnTo>
                <a:lnTo>
                  <a:pt x="67181" y="26093"/>
                </a:lnTo>
                <a:lnTo>
                  <a:pt x="66458" y="26491"/>
                </a:lnTo>
                <a:lnTo>
                  <a:pt x="65738" y="26895"/>
                </a:lnTo>
                <a:lnTo>
                  <a:pt x="65020" y="27305"/>
                </a:lnTo>
                <a:lnTo>
                  <a:pt x="64306" y="27722"/>
                </a:lnTo>
                <a:lnTo>
                  <a:pt x="63595" y="28144"/>
                </a:lnTo>
                <a:lnTo>
                  <a:pt x="62888" y="28572"/>
                </a:lnTo>
                <a:lnTo>
                  <a:pt x="62183" y="29006"/>
                </a:lnTo>
                <a:lnTo>
                  <a:pt x="61482" y="29447"/>
                </a:lnTo>
                <a:lnTo>
                  <a:pt x="60783" y="29893"/>
                </a:lnTo>
                <a:lnTo>
                  <a:pt x="60088" y="30345"/>
                </a:lnTo>
                <a:lnTo>
                  <a:pt x="59396" y="30804"/>
                </a:lnTo>
                <a:lnTo>
                  <a:pt x="58707" y="31268"/>
                </a:lnTo>
                <a:lnTo>
                  <a:pt x="58023" y="31737"/>
                </a:lnTo>
                <a:lnTo>
                  <a:pt x="57343" y="32212"/>
                </a:lnTo>
                <a:lnTo>
                  <a:pt x="56668" y="32691"/>
                </a:lnTo>
                <a:lnTo>
                  <a:pt x="55997" y="33176"/>
                </a:lnTo>
                <a:lnTo>
                  <a:pt x="55331" y="33666"/>
                </a:lnTo>
                <a:lnTo>
                  <a:pt x="54669" y="34161"/>
                </a:lnTo>
                <a:lnTo>
                  <a:pt x="54011" y="34662"/>
                </a:lnTo>
                <a:lnTo>
                  <a:pt x="53357" y="35167"/>
                </a:lnTo>
                <a:lnTo>
                  <a:pt x="52708" y="35678"/>
                </a:lnTo>
                <a:lnTo>
                  <a:pt x="52063" y="36194"/>
                </a:lnTo>
                <a:lnTo>
                  <a:pt x="51423" y="36715"/>
                </a:lnTo>
                <a:lnTo>
                  <a:pt x="50787" y="37242"/>
                </a:lnTo>
                <a:lnTo>
                  <a:pt x="50155" y="37773"/>
                </a:lnTo>
                <a:lnTo>
                  <a:pt x="49527" y="38310"/>
                </a:lnTo>
                <a:lnTo>
                  <a:pt x="48904" y="38853"/>
                </a:lnTo>
                <a:lnTo>
                  <a:pt x="48285" y="39400"/>
                </a:lnTo>
                <a:lnTo>
                  <a:pt x="47670" y="39953"/>
                </a:lnTo>
                <a:lnTo>
                  <a:pt x="47059" y="40511"/>
                </a:lnTo>
                <a:lnTo>
                  <a:pt x="46453" y="41075"/>
                </a:lnTo>
                <a:lnTo>
                  <a:pt x="45851" y="41643"/>
                </a:lnTo>
                <a:lnTo>
                  <a:pt x="45253" y="42217"/>
                </a:lnTo>
                <a:lnTo>
                  <a:pt x="44659" y="42797"/>
                </a:lnTo>
                <a:lnTo>
                  <a:pt x="44070" y="43381"/>
                </a:lnTo>
                <a:lnTo>
                  <a:pt x="43485" y="43971"/>
                </a:lnTo>
                <a:lnTo>
                  <a:pt x="42906" y="44565"/>
                </a:lnTo>
                <a:lnTo>
                  <a:pt x="42332" y="45163"/>
                </a:lnTo>
                <a:lnTo>
                  <a:pt x="41763" y="45765"/>
                </a:lnTo>
                <a:lnTo>
                  <a:pt x="41199" y="46371"/>
                </a:lnTo>
                <a:lnTo>
                  <a:pt x="40641" y="46982"/>
                </a:lnTo>
                <a:lnTo>
                  <a:pt x="40088" y="47596"/>
                </a:lnTo>
                <a:lnTo>
                  <a:pt x="39541" y="48216"/>
                </a:lnTo>
                <a:lnTo>
                  <a:pt x="38999" y="48839"/>
                </a:lnTo>
                <a:lnTo>
                  <a:pt x="38462" y="49466"/>
                </a:lnTo>
                <a:lnTo>
                  <a:pt x="37930" y="50098"/>
                </a:lnTo>
                <a:lnTo>
                  <a:pt x="37403" y="50735"/>
                </a:lnTo>
                <a:lnTo>
                  <a:pt x="36882" y="51375"/>
                </a:lnTo>
                <a:lnTo>
                  <a:pt x="36366" y="52020"/>
                </a:lnTo>
                <a:lnTo>
                  <a:pt x="35855" y="52669"/>
                </a:lnTo>
                <a:lnTo>
                  <a:pt x="35350" y="53322"/>
                </a:lnTo>
                <a:lnTo>
                  <a:pt x="34849" y="53980"/>
                </a:lnTo>
                <a:lnTo>
                  <a:pt x="34354" y="54642"/>
                </a:lnTo>
                <a:lnTo>
                  <a:pt x="33864" y="55309"/>
                </a:lnTo>
                <a:lnTo>
                  <a:pt x="33379" y="55980"/>
                </a:lnTo>
                <a:lnTo>
                  <a:pt x="32900" y="56655"/>
                </a:lnTo>
                <a:lnTo>
                  <a:pt x="32425" y="57335"/>
                </a:lnTo>
                <a:lnTo>
                  <a:pt x="31956" y="58019"/>
                </a:lnTo>
                <a:lnTo>
                  <a:pt x="31492" y="58707"/>
                </a:lnTo>
                <a:lnTo>
                  <a:pt x="31034" y="59399"/>
                </a:lnTo>
                <a:lnTo>
                  <a:pt x="30581" y="60095"/>
                </a:lnTo>
                <a:lnTo>
                  <a:pt x="30135" y="60793"/>
                </a:lnTo>
                <a:lnTo>
                  <a:pt x="29695" y="61495"/>
                </a:lnTo>
                <a:lnTo>
                  <a:pt x="29260" y="62199"/>
                </a:lnTo>
                <a:lnTo>
                  <a:pt x="28832" y="62907"/>
                </a:lnTo>
                <a:lnTo>
                  <a:pt x="28410" y="63618"/>
                </a:lnTo>
                <a:lnTo>
                  <a:pt x="27994" y="64332"/>
                </a:lnTo>
                <a:lnTo>
                  <a:pt x="27583" y="65049"/>
                </a:lnTo>
                <a:lnTo>
                  <a:pt x="27179" y="65769"/>
                </a:lnTo>
                <a:lnTo>
                  <a:pt x="26781" y="66493"/>
                </a:lnTo>
                <a:lnTo>
                  <a:pt x="26389" y="67220"/>
                </a:lnTo>
                <a:lnTo>
                  <a:pt x="26002" y="67949"/>
                </a:lnTo>
                <a:lnTo>
                  <a:pt x="25622" y="68683"/>
                </a:lnTo>
                <a:lnTo>
                  <a:pt x="25248" y="69419"/>
                </a:lnTo>
                <a:lnTo>
                  <a:pt x="24879" y="70158"/>
                </a:lnTo>
                <a:lnTo>
                  <a:pt x="24517" y="70901"/>
                </a:lnTo>
                <a:lnTo>
                  <a:pt x="24160" y="71647"/>
                </a:lnTo>
                <a:lnTo>
                  <a:pt x="23810" y="72396"/>
                </a:lnTo>
                <a:lnTo>
                  <a:pt x="23465" y="73149"/>
                </a:lnTo>
                <a:lnTo>
                  <a:pt x="23127" y="73905"/>
                </a:lnTo>
                <a:lnTo>
                  <a:pt x="22794" y="74664"/>
                </a:lnTo>
                <a:lnTo>
                  <a:pt x="22467" y="75426"/>
                </a:lnTo>
                <a:lnTo>
                  <a:pt x="22146" y="76192"/>
                </a:lnTo>
                <a:lnTo>
                  <a:pt x="21832" y="76960"/>
                </a:lnTo>
                <a:lnTo>
                  <a:pt x="21524" y="77731"/>
                </a:lnTo>
                <a:lnTo>
                  <a:pt x="21222" y="78503"/>
                </a:lnTo>
                <a:lnTo>
                  <a:pt x="20927" y="79277"/>
                </a:lnTo>
                <a:lnTo>
                  <a:pt x="20639" y="80053"/>
                </a:lnTo>
                <a:lnTo>
                  <a:pt x="20357" y="80830"/>
                </a:lnTo>
                <a:lnTo>
                  <a:pt x="20081" y="81610"/>
                </a:lnTo>
                <a:lnTo>
                  <a:pt x="19812" y="82391"/>
                </a:lnTo>
                <a:lnTo>
                  <a:pt x="19550" y="83175"/>
                </a:lnTo>
                <a:lnTo>
                  <a:pt x="19294" y="83960"/>
                </a:lnTo>
                <a:lnTo>
                  <a:pt x="19044" y="84748"/>
                </a:lnTo>
                <a:lnTo>
                  <a:pt x="18801" y="85537"/>
                </a:lnTo>
                <a:lnTo>
                  <a:pt x="18565" y="86328"/>
                </a:lnTo>
                <a:lnTo>
                  <a:pt x="18335" y="87121"/>
                </a:lnTo>
                <a:lnTo>
                  <a:pt x="18111" y="87917"/>
                </a:lnTo>
                <a:lnTo>
                  <a:pt x="17894" y="88714"/>
                </a:lnTo>
                <a:lnTo>
                  <a:pt x="17684" y="89513"/>
                </a:lnTo>
                <a:lnTo>
                  <a:pt x="17480" y="90314"/>
                </a:lnTo>
                <a:lnTo>
                  <a:pt x="17282" y="91118"/>
                </a:lnTo>
                <a:lnTo>
                  <a:pt x="17091" y="91923"/>
                </a:lnTo>
                <a:lnTo>
                  <a:pt x="16906" y="92730"/>
                </a:lnTo>
                <a:lnTo>
                  <a:pt x="16728" y="93540"/>
                </a:lnTo>
                <a:lnTo>
                  <a:pt x="16556" y="94351"/>
                </a:lnTo>
                <a:lnTo>
                  <a:pt x="16391" y="95165"/>
                </a:lnTo>
                <a:lnTo>
                  <a:pt x="16232" y="95979"/>
                </a:lnTo>
                <a:lnTo>
                  <a:pt x="16080" y="96795"/>
                </a:lnTo>
                <a:lnTo>
                  <a:pt x="15935" y="97611"/>
                </a:lnTo>
                <a:lnTo>
                  <a:pt x="15797" y="98428"/>
                </a:lnTo>
                <a:lnTo>
                  <a:pt x="15665" y="99245"/>
                </a:lnTo>
                <a:lnTo>
                  <a:pt x="15540" y="100062"/>
                </a:lnTo>
                <a:lnTo>
                  <a:pt x="15422" y="100881"/>
                </a:lnTo>
                <a:lnTo>
                  <a:pt x="15311" y="101700"/>
                </a:lnTo>
                <a:lnTo>
                  <a:pt x="15207" y="102519"/>
                </a:lnTo>
                <a:lnTo>
                  <a:pt x="15109" y="103340"/>
                </a:lnTo>
                <a:lnTo>
                  <a:pt x="15018" y="104160"/>
                </a:lnTo>
                <a:lnTo>
                  <a:pt x="14934" y="104982"/>
                </a:lnTo>
                <a:lnTo>
                  <a:pt x="14856" y="105804"/>
                </a:lnTo>
                <a:lnTo>
                  <a:pt x="14785" y="106627"/>
                </a:lnTo>
                <a:lnTo>
                  <a:pt x="14721" y="107450"/>
                </a:lnTo>
                <a:lnTo>
                  <a:pt x="14664" y="108275"/>
                </a:lnTo>
                <a:lnTo>
                  <a:pt x="14613" y="109100"/>
                </a:lnTo>
                <a:lnTo>
                  <a:pt x="14569" y="109925"/>
                </a:lnTo>
                <a:lnTo>
                  <a:pt x="14532" y="110752"/>
                </a:lnTo>
                <a:lnTo>
                  <a:pt x="14502" y="111579"/>
                </a:lnTo>
                <a:lnTo>
                  <a:pt x="14478" y="112407"/>
                </a:lnTo>
                <a:lnTo>
                  <a:pt x="14462" y="113235"/>
                </a:lnTo>
                <a:lnTo>
                  <a:pt x="14451" y="114065"/>
                </a:lnTo>
                <a:lnTo>
                  <a:pt x="14448" y="114895"/>
                </a:lnTo>
                <a:lnTo>
                  <a:pt x="14451" y="115726"/>
                </a:lnTo>
                <a:lnTo>
                  <a:pt x="14462" y="116555"/>
                </a:lnTo>
                <a:lnTo>
                  <a:pt x="14478" y="117384"/>
                </a:lnTo>
                <a:lnTo>
                  <a:pt x="14502" y="118212"/>
                </a:lnTo>
                <a:lnTo>
                  <a:pt x="14532" y="119039"/>
                </a:lnTo>
                <a:lnTo>
                  <a:pt x="14569" y="119865"/>
                </a:lnTo>
                <a:lnTo>
                  <a:pt x="14613" y="120691"/>
                </a:lnTo>
                <a:lnTo>
                  <a:pt x="14664" y="121516"/>
                </a:lnTo>
                <a:lnTo>
                  <a:pt x="14721" y="122340"/>
                </a:lnTo>
                <a:lnTo>
                  <a:pt x="14785" y="123164"/>
                </a:lnTo>
                <a:lnTo>
                  <a:pt x="14856" y="123987"/>
                </a:lnTo>
                <a:lnTo>
                  <a:pt x="14934" y="124809"/>
                </a:lnTo>
                <a:lnTo>
                  <a:pt x="15018" y="125630"/>
                </a:lnTo>
                <a:lnTo>
                  <a:pt x="15109" y="126451"/>
                </a:lnTo>
                <a:lnTo>
                  <a:pt x="15207" y="127271"/>
                </a:lnTo>
                <a:lnTo>
                  <a:pt x="15311" y="128091"/>
                </a:lnTo>
                <a:lnTo>
                  <a:pt x="15423" y="128910"/>
                </a:lnTo>
                <a:lnTo>
                  <a:pt x="15541" y="129728"/>
                </a:lnTo>
                <a:lnTo>
                  <a:pt x="15665" y="130546"/>
                </a:lnTo>
                <a:lnTo>
                  <a:pt x="15797" y="131363"/>
                </a:lnTo>
                <a:lnTo>
                  <a:pt x="15935" y="132179"/>
                </a:lnTo>
                <a:lnTo>
                  <a:pt x="16081" y="132995"/>
                </a:lnTo>
                <a:lnTo>
                  <a:pt x="16232" y="133811"/>
                </a:lnTo>
                <a:lnTo>
                  <a:pt x="16391" y="134626"/>
                </a:lnTo>
                <a:lnTo>
                  <a:pt x="16556" y="135440"/>
                </a:lnTo>
                <a:lnTo>
                  <a:pt x="16728" y="136251"/>
                </a:lnTo>
                <a:lnTo>
                  <a:pt x="16906" y="137061"/>
                </a:lnTo>
                <a:lnTo>
                  <a:pt x="17091" y="137868"/>
                </a:lnTo>
                <a:lnTo>
                  <a:pt x="17282" y="138674"/>
                </a:lnTo>
                <a:lnTo>
                  <a:pt x="17480" y="139477"/>
                </a:lnTo>
                <a:lnTo>
                  <a:pt x="17684" y="140278"/>
                </a:lnTo>
                <a:lnTo>
                  <a:pt x="17894" y="141077"/>
                </a:lnTo>
                <a:lnTo>
                  <a:pt x="18111" y="141875"/>
                </a:lnTo>
                <a:lnTo>
                  <a:pt x="18335" y="142670"/>
                </a:lnTo>
                <a:lnTo>
                  <a:pt x="18565" y="143463"/>
                </a:lnTo>
                <a:lnTo>
                  <a:pt x="18801" y="144254"/>
                </a:lnTo>
                <a:lnTo>
                  <a:pt x="19044" y="145043"/>
                </a:lnTo>
                <a:lnTo>
                  <a:pt x="19294" y="145831"/>
                </a:lnTo>
                <a:lnTo>
                  <a:pt x="19550" y="146616"/>
                </a:lnTo>
                <a:lnTo>
                  <a:pt x="19812" y="147399"/>
                </a:lnTo>
                <a:lnTo>
                  <a:pt x="20081" y="148181"/>
                </a:lnTo>
                <a:lnTo>
                  <a:pt x="20356" y="148961"/>
                </a:lnTo>
                <a:lnTo>
                  <a:pt x="20638" y="149738"/>
                </a:lnTo>
                <a:lnTo>
                  <a:pt x="20927" y="150514"/>
                </a:lnTo>
                <a:lnTo>
                  <a:pt x="21222" y="151288"/>
                </a:lnTo>
                <a:lnTo>
                  <a:pt x="21523" y="152060"/>
                </a:lnTo>
                <a:lnTo>
                  <a:pt x="21831" y="152830"/>
                </a:lnTo>
                <a:lnTo>
                  <a:pt x="22146" y="153598"/>
                </a:lnTo>
                <a:lnTo>
                  <a:pt x="22467" y="154364"/>
                </a:lnTo>
                <a:lnTo>
                  <a:pt x="22793" y="155127"/>
                </a:lnTo>
                <a:lnTo>
                  <a:pt x="23126" y="155886"/>
                </a:lnTo>
                <a:lnTo>
                  <a:pt x="23465" y="156642"/>
                </a:lnTo>
                <a:lnTo>
                  <a:pt x="23809" y="157394"/>
                </a:lnTo>
                <a:lnTo>
                  <a:pt x="24160" y="158143"/>
                </a:lnTo>
                <a:lnTo>
                  <a:pt x="24516" y="158889"/>
                </a:lnTo>
                <a:lnTo>
                  <a:pt x="24879" y="159632"/>
                </a:lnTo>
                <a:lnTo>
                  <a:pt x="25247" y="160372"/>
                </a:lnTo>
                <a:lnTo>
                  <a:pt x="25622" y="161108"/>
                </a:lnTo>
                <a:lnTo>
                  <a:pt x="26002" y="161841"/>
                </a:lnTo>
                <a:lnTo>
                  <a:pt x="26388" y="162571"/>
                </a:lnTo>
                <a:lnTo>
                  <a:pt x="26781" y="163298"/>
                </a:lnTo>
                <a:lnTo>
                  <a:pt x="27179" y="164021"/>
                </a:lnTo>
                <a:lnTo>
                  <a:pt x="27583" y="164742"/>
                </a:lnTo>
                <a:lnTo>
                  <a:pt x="27993" y="165459"/>
                </a:lnTo>
                <a:lnTo>
                  <a:pt x="28410" y="166173"/>
                </a:lnTo>
                <a:lnTo>
                  <a:pt x="28832" y="166884"/>
                </a:lnTo>
                <a:lnTo>
                  <a:pt x="29260" y="167591"/>
                </a:lnTo>
                <a:lnTo>
                  <a:pt x="29695" y="168296"/>
                </a:lnTo>
                <a:lnTo>
                  <a:pt x="30135" y="168998"/>
                </a:lnTo>
                <a:lnTo>
                  <a:pt x="30581" y="169696"/>
                </a:lnTo>
                <a:lnTo>
                  <a:pt x="31034" y="170391"/>
                </a:lnTo>
                <a:lnTo>
                  <a:pt x="31492" y="171084"/>
                </a:lnTo>
                <a:lnTo>
                  <a:pt x="31956" y="171772"/>
                </a:lnTo>
                <a:lnTo>
                  <a:pt x="32425" y="172456"/>
                </a:lnTo>
                <a:lnTo>
                  <a:pt x="32900" y="173136"/>
                </a:lnTo>
                <a:lnTo>
                  <a:pt x="33379" y="173811"/>
                </a:lnTo>
                <a:lnTo>
                  <a:pt x="33864" y="174482"/>
                </a:lnTo>
                <a:lnTo>
                  <a:pt x="34354" y="175148"/>
                </a:lnTo>
                <a:lnTo>
                  <a:pt x="34849" y="175810"/>
                </a:lnTo>
                <a:lnTo>
                  <a:pt x="35350" y="176468"/>
                </a:lnTo>
                <a:lnTo>
                  <a:pt x="35855" y="177122"/>
                </a:lnTo>
                <a:lnTo>
                  <a:pt x="36366" y="177771"/>
                </a:lnTo>
                <a:lnTo>
                  <a:pt x="36882" y="178416"/>
                </a:lnTo>
                <a:lnTo>
                  <a:pt x="37403" y="179056"/>
                </a:lnTo>
                <a:lnTo>
                  <a:pt x="37930" y="179692"/>
                </a:lnTo>
                <a:lnTo>
                  <a:pt x="38462" y="180324"/>
                </a:lnTo>
                <a:lnTo>
                  <a:pt x="38999" y="180952"/>
                </a:lnTo>
                <a:lnTo>
                  <a:pt x="39541" y="181575"/>
                </a:lnTo>
                <a:lnTo>
                  <a:pt x="40089" y="182194"/>
                </a:lnTo>
                <a:lnTo>
                  <a:pt x="40641" y="182809"/>
                </a:lnTo>
                <a:lnTo>
                  <a:pt x="41199" y="183420"/>
                </a:lnTo>
                <a:lnTo>
                  <a:pt x="41763" y="184026"/>
                </a:lnTo>
                <a:lnTo>
                  <a:pt x="42332" y="184628"/>
                </a:lnTo>
                <a:lnTo>
                  <a:pt x="42906" y="185226"/>
                </a:lnTo>
                <a:lnTo>
                  <a:pt x="43485" y="185820"/>
                </a:lnTo>
                <a:lnTo>
                  <a:pt x="44070" y="186409"/>
                </a:lnTo>
                <a:lnTo>
                  <a:pt x="44659" y="186994"/>
                </a:lnTo>
                <a:lnTo>
                  <a:pt x="45253" y="187573"/>
                </a:lnTo>
                <a:lnTo>
                  <a:pt x="45851" y="188147"/>
                </a:lnTo>
                <a:lnTo>
                  <a:pt x="46453" y="188716"/>
                </a:lnTo>
                <a:lnTo>
                  <a:pt x="47059" y="189280"/>
                </a:lnTo>
                <a:lnTo>
                  <a:pt x="47670" y="189838"/>
                </a:lnTo>
                <a:lnTo>
                  <a:pt x="48285" y="190390"/>
                </a:lnTo>
                <a:lnTo>
                  <a:pt x="48904" y="190938"/>
                </a:lnTo>
                <a:lnTo>
                  <a:pt x="49527" y="191480"/>
                </a:lnTo>
                <a:lnTo>
                  <a:pt x="50155" y="192017"/>
                </a:lnTo>
                <a:lnTo>
                  <a:pt x="50787" y="192549"/>
                </a:lnTo>
                <a:lnTo>
                  <a:pt x="51423" y="193076"/>
                </a:lnTo>
                <a:lnTo>
                  <a:pt x="52063" y="193597"/>
                </a:lnTo>
                <a:lnTo>
                  <a:pt x="52708" y="194113"/>
                </a:lnTo>
                <a:lnTo>
                  <a:pt x="53357" y="194624"/>
                </a:lnTo>
                <a:lnTo>
                  <a:pt x="54011" y="195129"/>
                </a:lnTo>
                <a:lnTo>
                  <a:pt x="54669" y="195630"/>
                </a:lnTo>
                <a:lnTo>
                  <a:pt x="55331" y="196125"/>
                </a:lnTo>
                <a:lnTo>
                  <a:pt x="55997" y="196615"/>
                </a:lnTo>
                <a:lnTo>
                  <a:pt x="56668" y="197100"/>
                </a:lnTo>
                <a:lnTo>
                  <a:pt x="57343" y="197579"/>
                </a:lnTo>
                <a:lnTo>
                  <a:pt x="58023" y="198054"/>
                </a:lnTo>
                <a:lnTo>
                  <a:pt x="58707" y="198523"/>
                </a:lnTo>
                <a:lnTo>
                  <a:pt x="59395" y="198987"/>
                </a:lnTo>
                <a:lnTo>
                  <a:pt x="60087" y="199445"/>
                </a:lnTo>
                <a:lnTo>
                  <a:pt x="60783" y="199898"/>
                </a:lnTo>
                <a:lnTo>
                  <a:pt x="61481" y="200344"/>
                </a:lnTo>
                <a:lnTo>
                  <a:pt x="62183" y="200784"/>
                </a:lnTo>
                <a:lnTo>
                  <a:pt x="62887" y="201219"/>
                </a:lnTo>
                <a:lnTo>
                  <a:pt x="63595" y="201647"/>
                </a:lnTo>
                <a:lnTo>
                  <a:pt x="64306" y="202069"/>
                </a:lnTo>
                <a:lnTo>
                  <a:pt x="65020" y="202485"/>
                </a:lnTo>
                <a:lnTo>
                  <a:pt x="65737" y="202896"/>
                </a:lnTo>
                <a:lnTo>
                  <a:pt x="66458" y="203300"/>
                </a:lnTo>
                <a:lnTo>
                  <a:pt x="67181" y="203698"/>
                </a:lnTo>
                <a:lnTo>
                  <a:pt x="67908" y="204090"/>
                </a:lnTo>
                <a:lnTo>
                  <a:pt x="68638" y="204477"/>
                </a:lnTo>
                <a:lnTo>
                  <a:pt x="69371" y="204857"/>
                </a:lnTo>
                <a:lnTo>
                  <a:pt x="70107" y="205231"/>
                </a:lnTo>
                <a:lnTo>
                  <a:pt x="70847" y="205600"/>
                </a:lnTo>
                <a:lnTo>
                  <a:pt x="71590" y="205962"/>
                </a:lnTo>
                <a:lnTo>
                  <a:pt x="72336" y="206319"/>
                </a:lnTo>
                <a:lnTo>
                  <a:pt x="73085" y="206669"/>
                </a:lnTo>
                <a:lnTo>
                  <a:pt x="73838" y="207014"/>
                </a:lnTo>
                <a:lnTo>
                  <a:pt x="74593" y="207353"/>
                </a:lnTo>
                <a:lnTo>
                  <a:pt x="75353" y="207685"/>
                </a:lnTo>
                <a:lnTo>
                  <a:pt x="76115" y="208012"/>
                </a:lnTo>
                <a:lnTo>
                  <a:pt x="76881" y="208333"/>
                </a:lnTo>
                <a:lnTo>
                  <a:pt x="77649" y="208647"/>
                </a:lnTo>
                <a:lnTo>
                  <a:pt x="78419" y="208955"/>
                </a:lnTo>
                <a:lnTo>
                  <a:pt x="79191" y="209257"/>
                </a:lnTo>
                <a:lnTo>
                  <a:pt x="79965" y="209552"/>
                </a:lnTo>
                <a:lnTo>
                  <a:pt x="80741" y="209841"/>
                </a:lnTo>
                <a:lnTo>
                  <a:pt x="81519" y="210122"/>
                </a:lnTo>
                <a:lnTo>
                  <a:pt x="82298" y="210398"/>
                </a:lnTo>
                <a:lnTo>
                  <a:pt x="83080" y="210667"/>
                </a:lnTo>
                <a:lnTo>
                  <a:pt x="83863" y="210929"/>
                </a:lnTo>
                <a:lnTo>
                  <a:pt x="84649" y="211185"/>
                </a:lnTo>
                <a:lnTo>
                  <a:pt x="85436" y="211435"/>
                </a:lnTo>
                <a:lnTo>
                  <a:pt x="86225" y="211678"/>
                </a:lnTo>
                <a:lnTo>
                  <a:pt x="87016" y="211914"/>
                </a:lnTo>
                <a:lnTo>
                  <a:pt x="87810" y="212144"/>
                </a:lnTo>
                <a:lnTo>
                  <a:pt x="88605" y="212368"/>
                </a:lnTo>
                <a:lnTo>
                  <a:pt x="89402" y="212585"/>
                </a:lnTo>
                <a:lnTo>
                  <a:pt x="90201" y="212795"/>
                </a:lnTo>
                <a:lnTo>
                  <a:pt x="91002" y="212999"/>
                </a:lnTo>
                <a:lnTo>
                  <a:pt x="91806" y="213197"/>
                </a:lnTo>
                <a:lnTo>
                  <a:pt x="92611" y="213388"/>
                </a:lnTo>
                <a:lnTo>
                  <a:pt x="93418" y="213573"/>
                </a:lnTo>
                <a:lnTo>
                  <a:pt x="94228" y="213751"/>
                </a:lnTo>
                <a:lnTo>
                  <a:pt x="95039" y="213923"/>
                </a:lnTo>
                <a:lnTo>
                  <a:pt x="95853" y="214088"/>
                </a:lnTo>
                <a:lnTo>
                  <a:pt x="96668" y="214247"/>
                </a:lnTo>
                <a:lnTo>
                  <a:pt x="97483" y="214399"/>
                </a:lnTo>
                <a:lnTo>
                  <a:pt x="98300" y="214544"/>
                </a:lnTo>
                <a:lnTo>
                  <a:pt x="99116" y="214682"/>
                </a:lnTo>
                <a:lnTo>
                  <a:pt x="99933" y="214814"/>
                </a:lnTo>
                <a:lnTo>
                  <a:pt x="100751" y="214938"/>
                </a:lnTo>
                <a:lnTo>
                  <a:pt x="101570" y="215057"/>
                </a:lnTo>
                <a:lnTo>
                  <a:pt x="102389" y="215168"/>
                </a:lnTo>
                <a:lnTo>
                  <a:pt x="103208" y="215272"/>
                </a:lnTo>
                <a:lnTo>
                  <a:pt x="104028" y="215370"/>
                </a:lnTo>
                <a:lnTo>
                  <a:pt x="104849" y="215461"/>
                </a:lnTo>
                <a:lnTo>
                  <a:pt x="105671" y="215546"/>
                </a:lnTo>
                <a:lnTo>
                  <a:pt x="106493" y="215623"/>
                </a:lnTo>
                <a:lnTo>
                  <a:pt x="107316" y="215694"/>
                </a:lnTo>
                <a:lnTo>
                  <a:pt x="108139" y="215758"/>
                </a:lnTo>
                <a:lnTo>
                  <a:pt x="108964" y="215815"/>
                </a:lnTo>
                <a:lnTo>
                  <a:pt x="109789" y="215866"/>
                </a:lnTo>
                <a:lnTo>
                  <a:pt x="110614" y="215910"/>
                </a:lnTo>
                <a:lnTo>
                  <a:pt x="111441" y="215947"/>
                </a:lnTo>
                <a:lnTo>
                  <a:pt x="112268" y="215977"/>
                </a:lnTo>
                <a:lnTo>
                  <a:pt x="113096" y="216001"/>
                </a:lnTo>
                <a:lnTo>
                  <a:pt x="113925" y="216018"/>
                </a:lnTo>
                <a:lnTo>
                  <a:pt x="114754" y="216028"/>
                </a:lnTo>
                <a:lnTo>
                  <a:pt x="115584" y="216031"/>
                </a:lnTo>
                <a:lnTo>
                  <a:pt x="116414" y="216028"/>
                </a:lnTo>
                <a:lnTo>
                  <a:pt x="117244" y="216018"/>
                </a:lnTo>
                <a:lnTo>
                  <a:pt x="118073" y="216001"/>
                </a:lnTo>
                <a:lnTo>
                  <a:pt x="118901" y="215977"/>
                </a:lnTo>
                <a:lnTo>
                  <a:pt x="119728" y="215947"/>
                </a:lnTo>
                <a:lnTo>
                  <a:pt x="120554" y="215910"/>
                </a:lnTo>
                <a:lnTo>
                  <a:pt x="121380" y="215866"/>
                </a:lnTo>
                <a:lnTo>
                  <a:pt x="122205" y="215815"/>
                </a:lnTo>
                <a:lnTo>
                  <a:pt x="123029" y="215758"/>
                </a:lnTo>
                <a:lnTo>
                  <a:pt x="123852" y="215694"/>
                </a:lnTo>
                <a:lnTo>
                  <a:pt x="124675" y="215623"/>
                </a:lnTo>
                <a:lnTo>
                  <a:pt x="125497" y="215546"/>
                </a:lnTo>
                <a:lnTo>
                  <a:pt x="126319" y="215461"/>
                </a:lnTo>
                <a:lnTo>
                  <a:pt x="127140" y="215370"/>
                </a:lnTo>
                <a:lnTo>
                  <a:pt x="127960" y="215272"/>
                </a:lnTo>
                <a:lnTo>
                  <a:pt x="128779" y="215168"/>
                </a:lnTo>
                <a:lnTo>
                  <a:pt x="129598" y="215057"/>
                </a:lnTo>
                <a:lnTo>
                  <a:pt x="130417" y="214938"/>
                </a:lnTo>
                <a:lnTo>
                  <a:pt x="131234" y="214814"/>
                </a:lnTo>
                <a:lnTo>
                  <a:pt x="132051" y="214682"/>
                </a:lnTo>
                <a:lnTo>
                  <a:pt x="132868" y="214544"/>
                </a:lnTo>
                <a:lnTo>
                  <a:pt x="133684" y="214399"/>
                </a:lnTo>
                <a:lnTo>
                  <a:pt x="134499" y="214247"/>
                </a:lnTo>
                <a:lnTo>
                  <a:pt x="135314" y="214088"/>
                </a:lnTo>
                <a:lnTo>
                  <a:pt x="136128" y="213923"/>
                </a:lnTo>
                <a:lnTo>
                  <a:pt x="136939" y="213751"/>
                </a:lnTo>
                <a:lnTo>
                  <a:pt x="137749" y="213573"/>
                </a:lnTo>
                <a:lnTo>
                  <a:pt x="138556" y="213388"/>
                </a:lnTo>
                <a:lnTo>
                  <a:pt x="139362" y="213197"/>
                </a:lnTo>
                <a:lnTo>
                  <a:pt x="140165" y="212999"/>
                </a:lnTo>
                <a:lnTo>
                  <a:pt x="140966" y="212795"/>
                </a:lnTo>
                <a:lnTo>
                  <a:pt x="141765" y="212585"/>
                </a:lnTo>
                <a:lnTo>
                  <a:pt x="142562" y="212368"/>
                </a:lnTo>
                <a:lnTo>
                  <a:pt x="143358" y="212144"/>
                </a:lnTo>
                <a:lnTo>
                  <a:pt x="144151" y="211914"/>
                </a:lnTo>
                <a:lnTo>
                  <a:pt x="144942" y="211678"/>
                </a:lnTo>
                <a:lnTo>
                  <a:pt x="145731" y="211435"/>
                </a:lnTo>
                <a:lnTo>
                  <a:pt x="146519" y="211185"/>
                </a:lnTo>
                <a:lnTo>
                  <a:pt x="147304" y="210929"/>
                </a:lnTo>
                <a:lnTo>
                  <a:pt x="148087" y="210667"/>
                </a:lnTo>
                <a:lnTo>
                  <a:pt x="148869" y="210398"/>
                </a:lnTo>
                <a:lnTo>
                  <a:pt x="149648" y="210122"/>
                </a:lnTo>
                <a:lnTo>
                  <a:pt x="150426" y="209841"/>
                </a:lnTo>
                <a:lnTo>
                  <a:pt x="151202" y="209552"/>
                </a:lnTo>
                <a:lnTo>
                  <a:pt x="151976" y="209257"/>
                </a:lnTo>
                <a:lnTo>
                  <a:pt x="152748" y="208955"/>
                </a:lnTo>
                <a:lnTo>
                  <a:pt x="153518" y="208647"/>
                </a:lnTo>
                <a:lnTo>
                  <a:pt x="154287" y="208333"/>
                </a:lnTo>
                <a:lnTo>
                  <a:pt x="155052" y="208012"/>
                </a:lnTo>
                <a:lnTo>
                  <a:pt x="155815" y="207685"/>
                </a:lnTo>
                <a:lnTo>
                  <a:pt x="156574" y="207353"/>
                </a:lnTo>
                <a:lnTo>
                  <a:pt x="157330" y="207014"/>
                </a:lnTo>
                <a:lnTo>
                  <a:pt x="158082" y="206669"/>
                </a:lnTo>
                <a:lnTo>
                  <a:pt x="158831" y="206319"/>
                </a:lnTo>
                <a:lnTo>
                  <a:pt x="159577" y="205962"/>
                </a:lnTo>
                <a:lnTo>
                  <a:pt x="160320" y="205600"/>
                </a:lnTo>
                <a:lnTo>
                  <a:pt x="161060" y="205231"/>
                </a:lnTo>
                <a:lnTo>
                  <a:pt x="161796" y="204857"/>
                </a:lnTo>
                <a:lnTo>
                  <a:pt x="162529" y="204477"/>
                </a:lnTo>
                <a:lnTo>
                  <a:pt x="163259" y="204090"/>
                </a:lnTo>
                <a:lnTo>
                  <a:pt x="163986" y="203698"/>
                </a:lnTo>
                <a:lnTo>
                  <a:pt x="164709" y="203300"/>
                </a:lnTo>
                <a:lnTo>
                  <a:pt x="165429" y="202896"/>
                </a:lnTo>
                <a:lnTo>
                  <a:pt x="166147" y="202485"/>
                </a:lnTo>
                <a:lnTo>
                  <a:pt x="166861" y="202069"/>
                </a:lnTo>
                <a:lnTo>
                  <a:pt x="167572" y="201647"/>
                </a:lnTo>
                <a:lnTo>
                  <a:pt x="168279" y="201219"/>
                </a:lnTo>
                <a:lnTo>
                  <a:pt x="168984" y="200784"/>
                </a:lnTo>
                <a:lnTo>
                  <a:pt x="169685" y="200344"/>
                </a:lnTo>
                <a:lnTo>
                  <a:pt x="170384" y="199898"/>
                </a:lnTo>
                <a:lnTo>
                  <a:pt x="171079" y="199445"/>
                </a:lnTo>
                <a:lnTo>
                  <a:pt x="171771" y="198987"/>
                </a:lnTo>
                <a:lnTo>
                  <a:pt x="172460" y="198523"/>
                </a:lnTo>
                <a:lnTo>
                  <a:pt x="173144" y="198053"/>
                </a:lnTo>
                <a:lnTo>
                  <a:pt x="173824" y="197579"/>
                </a:lnTo>
                <a:lnTo>
                  <a:pt x="174499" y="197099"/>
                </a:lnTo>
                <a:lnTo>
                  <a:pt x="175170" y="196615"/>
                </a:lnTo>
                <a:lnTo>
                  <a:pt x="175836" y="196125"/>
                </a:lnTo>
                <a:lnTo>
                  <a:pt x="176499" y="195630"/>
                </a:lnTo>
                <a:lnTo>
                  <a:pt x="177156" y="195129"/>
                </a:lnTo>
                <a:lnTo>
                  <a:pt x="177810" y="194624"/>
                </a:lnTo>
                <a:lnTo>
                  <a:pt x="178459" y="194113"/>
                </a:lnTo>
                <a:lnTo>
                  <a:pt x="179104" y="193597"/>
                </a:lnTo>
                <a:lnTo>
                  <a:pt x="179744" y="193075"/>
                </a:lnTo>
                <a:lnTo>
                  <a:pt x="180381" y="192549"/>
                </a:lnTo>
                <a:lnTo>
                  <a:pt x="181013" y="192017"/>
                </a:lnTo>
                <a:lnTo>
                  <a:pt x="181640" y="191480"/>
                </a:lnTo>
                <a:lnTo>
                  <a:pt x="182264" y="190938"/>
                </a:lnTo>
                <a:lnTo>
                  <a:pt x="182883" y="190390"/>
                </a:lnTo>
                <a:lnTo>
                  <a:pt x="183498" y="189838"/>
                </a:lnTo>
                <a:lnTo>
                  <a:pt x="184108" y="189279"/>
                </a:lnTo>
                <a:lnTo>
                  <a:pt x="184715" y="188716"/>
                </a:lnTo>
                <a:lnTo>
                  <a:pt x="185317" y="188147"/>
                </a:lnTo>
                <a:lnTo>
                  <a:pt x="185915" y="187573"/>
                </a:lnTo>
                <a:lnTo>
                  <a:pt x="186508" y="186994"/>
                </a:lnTo>
                <a:lnTo>
                  <a:pt x="187098" y="186409"/>
                </a:lnTo>
                <a:lnTo>
                  <a:pt x="187682" y="185820"/>
                </a:lnTo>
                <a:lnTo>
                  <a:pt x="188262" y="185226"/>
                </a:lnTo>
                <a:lnTo>
                  <a:pt x="188836" y="184628"/>
                </a:lnTo>
                <a:lnTo>
                  <a:pt x="189404" y="184026"/>
                </a:lnTo>
                <a:lnTo>
                  <a:pt x="189968" y="183420"/>
                </a:lnTo>
                <a:lnTo>
                  <a:pt x="190526" y="182809"/>
                </a:lnTo>
                <a:lnTo>
                  <a:pt x="191078" y="182195"/>
                </a:lnTo>
                <a:lnTo>
                  <a:pt x="191626" y="181575"/>
                </a:lnTo>
                <a:lnTo>
                  <a:pt x="192168" y="180952"/>
                </a:lnTo>
                <a:lnTo>
                  <a:pt x="192705" y="180324"/>
                </a:lnTo>
                <a:lnTo>
                  <a:pt x="193237" y="179693"/>
                </a:lnTo>
                <a:lnTo>
                  <a:pt x="193763" y="179056"/>
                </a:lnTo>
                <a:lnTo>
                  <a:pt x="194285" y="178416"/>
                </a:lnTo>
                <a:lnTo>
                  <a:pt x="194801" y="177771"/>
                </a:lnTo>
                <a:lnTo>
                  <a:pt x="195311" y="177122"/>
                </a:lnTo>
                <a:lnTo>
                  <a:pt x="195817" y="176468"/>
                </a:lnTo>
                <a:lnTo>
                  <a:pt x="196317" y="175811"/>
                </a:lnTo>
                <a:lnTo>
                  <a:pt x="196813" y="175148"/>
                </a:lnTo>
                <a:lnTo>
                  <a:pt x="197303" y="174482"/>
                </a:lnTo>
                <a:lnTo>
                  <a:pt x="197787" y="173811"/>
                </a:lnTo>
                <a:lnTo>
                  <a:pt x="198267" y="173136"/>
                </a:lnTo>
                <a:lnTo>
                  <a:pt x="198741" y="172456"/>
                </a:lnTo>
                <a:lnTo>
                  <a:pt x="199211" y="171772"/>
                </a:lnTo>
                <a:lnTo>
                  <a:pt x="199675" y="171084"/>
                </a:lnTo>
                <a:lnTo>
                  <a:pt x="200133" y="170391"/>
                </a:lnTo>
                <a:lnTo>
                  <a:pt x="200585" y="169696"/>
                </a:lnTo>
                <a:lnTo>
                  <a:pt x="201032" y="168998"/>
                </a:lnTo>
                <a:lnTo>
                  <a:pt x="201472" y="168296"/>
                </a:lnTo>
                <a:lnTo>
                  <a:pt x="201906" y="167592"/>
                </a:lnTo>
                <a:lnTo>
                  <a:pt x="202335" y="166884"/>
                </a:lnTo>
                <a:lnTo>
                  <a:pt x="202757" y="166173"/>
                </a:lnTo>
                <a:lnTo>
                  <a:pt x="203173" y="165459"/>
                </a:lnTo>
                <a:lnTo>
                  <a:pt x="203583" y="164742"/>
                </a:lnTo>
                <a:lnTo>
                  <a:pt x="203988" y="164021"/>
                </a:lnTo>
                <a:lnTo>
                  <a:pt x="204386" y="163298"/>
                </a:lnTo>
                <a:lnTo>
                  <a:pt x="204778" y="162571"/>
                </a:lnTo>
                <a:lnTo>
                  <a:pt x="205164" y="161841"/>
                </a:lnTo>
                <a:lnTo>
                  <a:pt x="205545" y="161108"/>
                </a:lnTo>
                <a:lnTo>
                  <a:pt x="205919" y="160372"/>
                </a:lnTo>
                <a:lnTo>
                  <a:pt x="206288" y="159632"/>
                </a:lnTo>
                <a:lnTo>
                  <a:pt x="206650" y="158889"/>
                </a:lnTo>
                <a:lnTo>
                  <a:pt x="207007" y="158143"/>
                </a:lnTo>
                <a:lnTo>
                  <a:pt x="207357" y="157394"/>
                </a:lnTo>
                <a:lnTo>
                  <a:pt x="207702" y="156641"/>
                </a:lnTo>
                <a:lnTo>
                  <a:pt x="208040" y="155886"/>
                </a:lnTo>
                <a:lnTo>
                  <a:pt x="208373" y="155126"/>
                </a:lnTo>
                <a:lnTo>
                  <a:pt x="208700" y="154364"/>
                </a:lnTo>
                <a:lnTo>
                  <a:pt x="209021" y="153598"/>
                </a:lnTo>
                <a:lnTo>
                  <a:pt x="209335" y="152830"/>
                </a:lnTo>
                <a:lnTo>
                  <a:pt x="209643" y="152060"/>
                </a:lnTo>
                <a:lnTo>
                  <a:pt x="209945" y="151288"/>
                </a:lnTo>
                <a:lnTo>
                  <a:pt x="210240" y="150514"/>
                </a:lnTo>
                <a:lnTo>
                  <a:pt x="210528" y="149738"/>
                </a:lnTo>
                <a:lnTo>
                  <a:pt x="210810" y="148960"/>
                </a:lnTo>
                <a:lnTo>
                  <a:pt x="211086" y="148181"/>
                </a:lnTo>
                <a:lnTo>
                  <a:pt x="211355" y="147399"/>
                </a:lnTo>
                <a:lnTo>
                  <a:pt x="211617" y="146616"/>
                </a:lnTo>
                <a:lnTo>
                  <a:pt x="211873" y="145830"/>
                </a:lnTo>
                <a:lnTo>
                  <a:pt x="212123" y="145043"/>
                </a:lnTo>
                <a:lnTo>
                  <a:pt x="212366" y="144254"/>
                </a:lnTo>
                <a:lnTo>
                  <a:pt x="212602" y="143463"/>
                </a:lnTo>
                <a:lnTo>
                  <a:pt x="212832" y="142669"/>
                </a:lnTo>
                <a:lnTo>
                  <a:pt x="213056" y="141874"/>
                </a:lnTo>
                <a:lnTo>
                  <a:pt x="213273" y="141077"/>
                </a:lnTo>
                <a:lnTo>
                  <a:pt x="213483" y="140278"/>
                </a:lnTo>
                <a:lnTo>
                  <a:pt x="213687" y="139476"/>
                </a:lnTo>
                <a:lnTo>
                  <a:pt x="213885" y="138673"/>
                </a:lnTo>
                <a:lnTo>
                  <a:pt x="214076" y="137868"/>
                </a:lnTo>
                <a:lnTo>
                  <a:pt x="214261" y="137060"/>
                </a:lnTo>
                <a:lnTo>
                  <a:pt x="214439" y="136251"/>
                </a:lnTo>
                <a:lnTo>
                  <a:pt x="214611" y="135439"/>
                </a:lnTo>
                <a:lnTo>
                  <a:pt x="214776" y="134626"/>
                </a:lnTo>
                <a:lnTo>
                  <a:pt x="214935" y="133811"/>
                </a:lnTo>
                <a:lnTo>
                  <a:pt x="215087" y="132995"/>
                </a:lnTo>
                <a:lnTo>
                  <a:pt x="215232" y="132179"/>
                </a:lnTo>
                <a:lnTo>
                  <a:pt x="215371" y="131363"/>
                </a:lnTo>
                <a:lnTo>
                  <a:pt x="215502" y="130545"/>
                </a:lnTo>
                <a:lnTo>
                  <a:pt x="215627" y="129728"/>
                </a:lnTo>
                <a:lnTo>
                  <a:pt x="215745" y="128909"/>
                </a:lnTo>
                <a:lnTo>
                  <a:pt x="215856" y="128090"/>
                </a:lnTo>
                <a:lnTo>
                  <a:pt x="215961" y="127271"/>
                </a:lnTo>
                <a:lnTo>
                  <a:pt x="216059" y="126451"/>
                </a:lnTo>
                <a:lnTo>
                  <a:pt x="216150" y="125630"/>
                </a:lnTo>
                <a:lnTo>
                  <a:pt x="216234" y="124808"/>
                </a:lnTo>
                <a:lnTo>
                  <a:pt x="216312" y="123986"/>
                </a:lnTo>
                <a:lnTo>
                  <a:pt x="216383" y="123163"/>
                </a:lnTo>
                <a:lnTo>
                  <a:pt x="216447" y="122340"/>
                </a:lnTo>
                <a:lnTo>
                  <a:pt x="216504" y="121516"/>
                </a:lnTo>
                <a:lnTo>
                  <a:pt x="216555" y="120691"/>
                </a:lnTo>
                <a:lnTo>
                  <a:pt x="216599" y="119865"/>
                </a:lnTo>
                <a:lnTo>
                  <a:pt x="216636" y="119039"/>
                </a:lnTo>
                <a:lnTo>
                  <a:pt x="216666" y="118212"/>
                </a:lnTo>
                <a:lnTo>
                  <a:pt x="216690" y="117384"/>
                </a:lnTo>
                <a:lnTo>
                  <a:pt x="216707" y="116555"/>
                </a:lnTo>
                <a:lnTo>
                  <a:pt x="216717" y="1157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Text 6">
            <a:extLst xmlns:a="http://schemas.openxmlformats.org/drawingml/2006/main">
              <a:ext uri="{FF2B5EF4-FFF2-40B4-BE49-F238E27FC236}">
                <a16:creationId xmlns:a16="http://schemas.microsoft.com/office/drawing/2014/main" id="{6E257870-0945-4885-BCBB-7381D9D1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841" y="295227"/>
            <a:ext cx="81947" cy="126646"/>
          </a:xfrm>
          <a:custGeom xmlns:a="http://schemas.openxmlformats.org/drawingml/2006/main">
            <a:pathLst>
              <a:path w="81947" h="126646">
                <a:moveTo>
                  <a:pt x="79746" y="30982"/>
                </a:moveTo>
                <a:lnTo>
                  <a:pt x="64593" y="32169"/>
                </a:lnTo>
                <a:cubicBezTo>
                  <a:pt x="63238" y="26213"/>
                  <a:pt x="61319" y="21886"/>
                  <a:pt x="58836" y="19188"/>
                </a:cubicBezTo>
                <a:cubicBezTo>
                  <a:pt x="54716" y="14862"/>
                  <a:pt x="49637" y="12698"/>
                  <a:pt x="43598" y="12698"/>
                </a:cubicBezTo>
                <a:cubicBezTo>
                  <a:pt x="38744" y="12698"/>
                  <a:pt x="34483" y="14046"/>
                  <a:pt x="30815" y="16741"/>
                </a:cubicBezTo>
                <a:cubicBezTo>
                  <a:pt x="26018" y="20221"/>
                  <a:pt x="22236" y="25301"/>
                  <a:pt x="19471" y="31982"/>
                </a:cubicBezTo>
                <a:cubicBezTo>
                  <a:pt x="16706" y="38662"/>
                  <a:pt x="15266" y="48178"/>
                  <a:pt x="15153" y="60529"/>
                </a:cubicBezTo>
                <a:cubicBezTo>
                  <a:pt x="18822" y="54942"/>
                  <a:pt x="23309" y="50794"/>
                  <a:pt x="28614" y="48085"/>
                </a:cubicBezTo>
                <a:cubicBezTo>
                  <a:pt x="33919" y="45376"/>
                  <a:pt x="39478" y="44021"/>
                  <a:pt x="45291" y="44021"/>
                </a:cubicBezTo>
                <a:cubicBezTo>
                  <a:pt x="55450" y="44021"/>
                  <a:pt x="64099" y="47760"/>
                  <a:pt x="71238" y="55238"/>
                </a:cubicBezTo>
                <a:cubicBezTo>
                  <a:pt x="78378" y="62716"/>
                  <a:pt x="81947" y="72381"/>
                  <a:pt x="81947" y="84233"/>
                </a:cubicBezTo>
                <a:cubicBezTo>
                  <a:pt x="81947" y="92021"/>
                  <a:pt x="80268" y="99260"/>
                  <a:pt x="76910" y="105947"/>
                </a:cubicBezTo>
                <a:cubicBezTo>
                  <a:pt x="73552" y="112635"/>
                  <a:pt x="68938" y="117757"/>
                  <a:pt x="63069" y="121312"/>
                </a:cubicBezTo>
                <a:cubicBezTo>
                  <a:pt x="57199" y="124868"/>
                  <a:pt x="50540" y="126646"/>
                  <a:pt x="43090" y="126646"/>
                </a:cubicBezTo>
                <a:cubicBezTo>
                  <a:pt x="30392" y="126646"/>
                  <a:pt x="20035" y="121979"/>
                  <a:pt x="12021" y="112646"/>
                </a:cubicBezTo>
                <a:cubicBezTo>
                  <a:pt x="4007" y="103311"/>
                  <a:pt x="0" y="87927"/>
                  <a:pt x="0" y="66495"/>
                </a:cubicBezTo>
                <a:cubicBezTo>
                  <a:pt x="0" y="42525"/>
                  <a:pt x="4430" y="25097"/>
                  <a:pt x="13291" y="14212"/>
                </a:cubicBezTo>
                <a:cubicBezTo>
                  <a:pt x="21023" y="4737"/>
                  <a:pt x="31436" y="0"/>
                  <a:pt x="44529" y="0"/>
                </a:cubicBezTo>
                <a:cubicBezTo>
                  <a:pt x="54293" y="0"/>
                  <a:pt x="62293" y="2744"/>
                  <a:pt x="68529" y="8233"/>
                </a:cubicBezTo>
                <a:cubicBezTo>
                  <a:pt x="74766" y="13721"/>
                  <a:pt x="78505" y="21304"/>
                  <a:pt x="79746" y="30982"/>
                </a:cubicBezTo>
                <a:moveTo>
                  <a:pt x="17524" y="84238"/>
                </a:moveTo>
                <a:cubicBezTo>
                  <a:pt x="17524" y="89471"/>
                  <a:pt x="18638" y="94479"/>
                  <a:pt x="20868" y="99262"/>
                </a:cubicBezTo>
                <a:cubicBezTo>
                  <a:pt x="23097" y="104045"/>
                  <a:pt x="26215" y="107689"/>
                  <a:pt x="30222" y="110193"/>
                </a:cubicBezTo>
                <a:cubicBezTo>
                  <a:pt x="34229" y="112696"/>
                  <a:pt x="38434" y="113947"/>
                  <a:pt x="42836" y="113947"/>
                </a:cubicBezTo>
                <a:cubicBezTo>
                  <a:pt x="49270" y="113947"/>
                  <a:pt x="54801" y="111359"/>
                  <a:pt x="59429" y="106183"/>
                </a:cubicBezTo>
                <a:cubicBezTo>
                  <a:pt x="64057" y="101006"/>
                  <a:pt x="66371" y="93973"/>
                  <a:pt x="66371" y="85082"/>
                </a:cubicBezTo>
                <a:cubicBezTo>
                  <a:pt x="66371" y="76528"/>
                  <a:pt x="64085" y="69790"/>
                  <a:pt x="59513" y="64868"/>
                </a:cubicBezTo>
                <a:cubicBezTo>
                  <a:pt x="54942" y="59944"/>
                  <a:pt x="49185" y="57482"/>
                  <a:pt x="42243" y="57482"/>
                </a:cubicBezTo>
                <a:cubicBezTo>
                  <a:pt x="35358" y="57482"/>
                  <a:pt x="29517" y="59944"/>
                  <a:pt x="24720" y="64868"/>
                </a:cubicBezTo>
                <a:cubicBezTo>
                  <a:pt x="19922" y="69790"/>
                  <a:pt x="17524" y="76247"/>
                  <a:pt x="17524" y="842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1B59F4-DC3C-463A-A654-3CC4B4AF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8318" y="253689"/>
            <a:ext cx="216720" cy="216720"/>
          </a:xfrm>
          <a:custGeom xmlns:a="http://schemas.openxmlformats.org/drawingml/2006/main">
            <a:pathLst>
              <a:path w="216720" h="216720">
                <a:moveTo>
                  <a:pt x="216720" y="108360"/>
                </a:moveTo>
                <a:cubicBezTo>
                  <a:pt x="216720" y="115475"/>
                  <a:pt x="216027" y="122522"/>
                  <a:pt x="214638" y="129500"/>
                </a:cubicBezTo>
                <a:cubicBezTo>
                  <a:pt x="213250" y="136478"/>
                  <a:pt x="211194" y="143254"/>
                  <a:pt x="208471" y="149828"/>
                </a:cubicBezTo>
                <a:cubicBezTo>
                  <a:pt x="205748" y="156401"/>
                  <a:pt x="202410" y="162646"/>
                  <a:pt x="198458" y="168562"/>
                </a:cubicBezTo>
                <a:cubicBezTo>
                  <a:pt x="194505" y="174478"/>
                  <a:pt x="190013" y="179951"/>
                  <a:pt x="184982" y="184982"/>
                </a:cubicBezTo>
                <a:cubicBezTo>
                  <a:pt x="179951" y="190013"/>
                  <a:pt x="174477" y="194505"/>
                  <a:pt x="168561" y="198458"/>
                </a:cubicBezTo>
                <a:cubicBezTo>
                  <a:pt x="162645" y="202411"/>
                  <a:pt x="156400" y="205749"/>
                  <a:pt x="149827" y="208472"/>
                </a:cubicBezTo>
                <a:cubicBezTo>
                  <a:pt x="143253" y="211195"/>
                  <a:pt x="136478" y="213250"/>
                  <a:pt x="129499" y="214638"/>
                </a:cubicBezTo>
                <a:cubicBezTo>
                  <a:pt x="122521" y="216026"/>
                  <a:pt x="115475" y="216720"/>
                  <a:pt x="108360" y="216720"/>
                </a:cubicBezTo>
                <a:cubicBezTo>
                  <a:pt x="101245" y="216720"/>
                  <a:pt x="94199" y="216026"/>
                  <a:pt x="87220" y="214638"/>
                </a:cubicBezTo>
                <a:cubicBezTo>
                  <a:pt x="80241" y="213250"/>
                  <a:pt x="73465" y="211195"/>
                  <a:pt x="66892" y="208472"/>
                </a:cubicBezTo>
                <a:cubicBezTo>
                  <a:pt x="60318" y="205749"/>
                  <a:pt x="54074" y="202411"/>
                  <a:pt x="48158" y="198458"/>
                </a:cubicBezTo>
                <a:cubicBezTo>
                  <a:pt x="42242" y="194505"/>
                  <a:pt x="36769" y="190013"/>
                  <a:pt x="31738" y="184982"/>
                </a:cubicBezTo>
                <a:cubicBezTo>
                  <a:pt x="26707" y="179951"/>
                  <a:pt x="22215" y="174478"/>
                  <a:pt x="18261" y="168562"/>
                </a:cubicBezTo>
                <a:cubicBezTo>
                  <a:pt x="14309" y="162646"/>
                  <a:pt x="10971" y="156401"/>
                  <a:pt x="8248" y="149828"/>
                </a:cubicBezTo>
                <a:cubicBezTo>
                  <a:pt x="5525" y="143254"/>
                  <a:pt x="3469" y="136478"/>
                  <a:pt x="2082" y="129500"/>
                </a:cubicBezTo>
                <a:cubicBezTo>
                  <a:pt x="694" y="122522"/>
                  <a:pt x="0" y="115475"/>
                  <a:pt x="0" y="108360"/>
                </a:cubicBezTo>
                <a:cubicBezTo>
                  <a:pt x="0" y="101245"/>
                  <a:pt x="694" y="94198"/>
                  <a:pt x="2082" y="87220"/>
                </a:cubicBezTo>
                <a:cubicBezTo>
                  <a:pt x="3469" y="80242"/>
                  <a:pt x="5525" y="73466"/>
                  <a:pt x="8248" y="66892"/>
                </a:cubicBezTo>
                <a:cubicBezTo>
                  <a:pt x="10971" y="60319"/>
                  <a:pt x="14309" y="54074"/>
                  <a:pt x="18262" y="48158"/>
                </a:cubicBezTo>
                <a:cubicBezTo>
                  <a:pt x="22215" y="42243"/>
                  <a:pt x="26707" y="36769"/>
                  <a:pt x="31738" y="31738"/>
                </a:cubicBezTo>
                <a:cubicBezTo>
                  <a:pt x="36769" y="26707"/>
                  <a:pt x="42242" y="22215"/>
                  <a:pt x="48158" y="18262"/>
                </a:cubicBezTo>
                <a:cubicBezTo>
                  <a:pt x="54074" y="14309"/>
                  <a:pt x="60318" y="10971"/>
                  <a:pt x="66892" y="8248"/>
                </a:cubicBezTo>
                <a:cubicBezTo>
                  <a:pt x="73465" y="5526"/>
                  <a:pt x="80241" y="3470"/>
                  <a:pt x="87220" y="2082"/>
                </a:cubicBezTo>
                <a:cubicBezTo>
                  <a:pt x="94198" y="694"/>
                  <a:pt x="101245" y="0"/>
                  <a:pt x="108360" y="0"/>
                </a:cubicBezTo>
                <a:cubicBezTo>
                  <a:pt x="115475" y="0"/>
                  <a:pt x="122521" y="694"/>
                  <a:pt x="129499" y="2082"/>
                </a:cubicBezTo>
                <a:cubicBezTo>
                  <a:pt x="136478" y="3470"/>
                  <a:pt x="143253" y="5526"/>
                  <a:pt x="149827" y="8248"/>
                </a:cubicBezTo>
                <a:cubicBezTo>
                  <a:pt x="156400" y="10971"/>
                  <a:pt x="162645" y="14309"/>
                  <a:pt x="168561" y="18262"/>
                </a:cubicBezTo>
                <a:cubicBezTo>
                  <a:pt x="174477" y="22215"/>
                  <a:pt x="179951" y="26707"/>
                  <a:pt x="184982" y="31738"/>
                </a:cubicBezTo>
                <a:cubicBezTo>
                  <a:pt x="190013" y="36769"/>
                  <a:pt x="194505" y="42243"/>
                  <a:pt x="198458" y="48158"/>
                </a:cubicBezTo>
                <a:cubicBezTo>
                  <a:pt x="202411" y="54074"/>
                  <a:pt x="205748" y="60319"/>
                  <a:pt x="208471" y="66892"/>
                </a:cubicBezTo>
                <a:cubicBezTo>
                  <a:pt x="211194" y="73466"/>
                  <a:pt x="213250" y="80242"/>
                  <a:pt x="214638" y="87220"/>
                </a:cubicBezTo>
                <a:cubicBezTo>
                  <a:pt x="216027" y="94198"/>
                  <a:pt x="216720" y="101245"/>
                  <a:pt x="216720" y="10836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69654A43-39AC-46BD-8323-1B59E81C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94" y="247154"/>
            <a:ext cx="231168" cy="230480"/>
          </a:xfrm>
          <a:custGeom xmlns:a="http://schemas.openxmlformats.org/drawingml/2006/main">
            <a:pathLst>
              <a:path w="231168" h="230480">
                <a:moveTo>
                  <a:pt x="231164" y="113948"/>
                </a:moveTo>
                <a:lnTo>
                  <a:pt x="231168" y="114895"/>
                </a:lnTo>
                <a:lnTo>
                  <a:pt x="231164" y="115843"/>
                </a:lnTo>
                <a:lnTo>
                  <a:pt x="231153" y="116790"/>
                </a:lnTo>
                <a:lnTo>
                  <a:pt x="231134" y="117737"/>
                </a:lnTo>
                <a:lnTo>
                  <a:pt x="231107" y="118683"/>
                </a:lnTo>
                <a:lnTo>
                  <a:pt x="231072" y="119628"/>
                </a:lnTo>
                <a:lnTo>
                  <a:pt x="231030" y="120572"/>
                </a:lnTo>
                <a:lnTo>
                  <a:pt x="230979" y="121516"/>
                </a:lnTo>
                <a:lnTo>
                  <a:pt x="230922" y="122459"/>
                </a:lnTo>
                <a:lnTo>
                  <a:pt x="230856" y="123402"/>
                </a:lnTo>
                <a:lnTo>
                  <a:pt x="230783" y="124343"/>
                </a:lnTo>
                <a:lnTo>
                  <a:pt x="230702" y="125284"/>
                </a:lnTo>
                <a:lnTo>
                  <a:pt x="230613" y="126225"/>
                </a:lnTo>
                <a:lnTo>
                  <a:pt x="230517" y="127164"/>
                </a:lnTo>
                <a:lnTo>
                  <a:pt x="230413" y="128103"/>
                </a:lnTo>
                <a:lnTo>
                  <a:pt x="230301" y="129041"/>
                </a:lnTo>
                <a:lnTo>
                  <a:pt x="230181" y="129978"/>
                </a:lnTo>
                <a:lnTo>
                  <a:pt x="230054" y="130914"/>
                </a:lnTo>
                <a:lnTo>
                  <a:pt x="229919" y="131850"/>
                </a:lnTo>
                <a:lnTo>
                  <a:pt x="229776" y="132784"/>
                </a:lnTo>
                <a:lnTo>
                  <a:pt x="229626" y="133718"/>
                </a:lnTo>
                <a:lnTo>
                  <a:pt x="229468" y="134651"/>
                </a:lnTo>
                <a:lnTo>
                  <a:pt x="229302" y="135583"/>
                </a:lnTo>
                <a:lnTo>
                  <a:pt x="229129" y="136515"/>
                </a:lnTo>
                <a:lnTo>
                  <a:pt x="228947" y="137445"/>
                </a:lnTo>
                <a:lnTo>
                  <a:pt x="228759" y="138374"/>
                </a:lnTo>
                <a:lnTo>
                  <a:pt x="228563" y="139301"/>
                </a:lnTo>
                <a:lnTo>
                  <a:pt x="228359" y="140225"/>
                </a:lnTo>
                <a:lnTo>
                  <a:pt x="228148" y="141148"/>
                </a:lnTo>
                <a:lnTo>
                  <a:pt x="227929" y="142068"/>
                </a:lnTo>
                <a:lnTo>
                  <a:pt x="227703" y="142986"/>
                </a:lnTo>
                <a:lnTo>
                  <a:pt x="227470" y="143902"/>
                </a:lnTo>
                <a:lnTo>
                  <a:pt x="227229" y="144816"/>
                </a:lnTo>
                <a:lnTo>
                  <a:pt x="226981" y="145727"/>
                </a:lnTo>
                <a:lnTo>
                  <a:pt x="226726" y="146636"/>
                </a:lnTo>
                <a:lnTo>
                  <a:pt x="226462" y="147543"/>
                </a:lnTo>
                <a:lnTo>
                  <a:pt x="226192" y="148448"/>
                </a:lnTo>
                <a:lnTo>
                  <a:pt x="225914" y="149351"/>
                </a:lnTo>
                <a:lnTo>
                  <a:pt x="225629" y="150251"/>
                </a:lnTo>
                <a:lnTo>
                  <a:pt x="225336" y="151149"/>
                </a:lnTo>
                <a:lnTo>
                  <a:pt x="225036" y="152045"/>
                </a:lnTo>
                <a:lnTo>
                  <a:pt x="224729" y="152938"/>
                </a:lnTo>
                <a:lnTo>
                  <a:pt x="224414" y="153829"/>
                </a:lnTo>
                <a:lnTo>
                  <a:pt x="224092" y="154718"/>
                </a:lnTo>
                <a:lnTo>
                  <a:pt x="223762" y="155605"/>
                </a:lnTo>
                <a:lnTo>
                  <a:pt x="223425" y="156489"/>
                </a:lnTo>
                <a:lnTo>
                  <a:pt x="223081" y="157371"/>
                </a:lnTo>
                <a:lnTo>
                  <a:pt x="222729" y="158250"/>
                </a:lnTo>
                <a:lnTo>
                  <a:pt x="222370" y="159127"/>
                </a:lnTo>
                <a:lnTo>
                  <a:pt x="222003" y="160002"/>
                </a:lnTo>
                <a:lnTo>
                  <a:pt x="221630" y="160872"/>
                </a:lnTo>
                <a:lnTo>
                  <a:pt x="221250" y="161740"/>
                </a:lnTo>
                <a:lnTo>
                  <a:pt x="220863" y="162603"/>
                </a:lnTo>
                <a:lnTo>
                  <a:pt x="220469" y="163463"/>
                </a:lnTo>
                <a:lnTo>
                  <a:pt x="220069" y="164319"/>
                </a:lnTo>
                <a:lnTo>
                  <a:pt x="219661" y="165172"/>
                </a:lnTo>
                <a:lnTo>
                  <a:pt x="219247" y="166021"/>
                </a:lnTo>
                <a:lnTo>
                  <a:pt x="218826" y="166867"/>
                </a:lnTo>
                <a:lnTo>
                  <a:pt x="218397" y="167709"/>
                </a:lnTo>
                <a:lnTo>
                  <a:pt x="217963" y="168547"/>
                </a:lnTo>
                <a:lnTo>
                  <a:pt x="217521" y="169382"/>
                </a:lnTo>
                <a:lnTo>
                  <a:pt x="217072" y="170213"/>
                </a:lnTo>
                <a:lnTo>
                  <a:pt x="216617" y="171040"/>
                </a:lnTo>
                <a:lnTo>
                  <a:pt x="216154" y="171864"/>
                </a:lnTo>
                <a:lnTo>
                  <a:pt x="215685" y="172684"/>
                </a:lnTo>
                <a:lnTo>
                  <a:pt x="215210" y="173500"/>
                </a:lnTo>
                <a:lnTo>
                  <a:pt x="214727" y="174313"/>
                </a:lnTo>
                <a:lnTo>
                  <a:pt x="214237" y="175122"/>
                </a:lnTo>
                <a:lnTo>
                  <a:pt x="213741" y="175927"/>
                </a:lnTo>
                <a:lnTo>
                  <a:pt x="213238" y="176729"/>
                </a:lnTo>
                <a:lnTo>
                  <a:pt x="212728" y="177526"/>
                </a:lnTo>
                <a:lnTo>
                  <a:pt x="212212" y="178320"/>
                </a:lnTo>
                <a:lnTo>
                  <a:pt x="211688" y="179110"/>
                </a:lnTo>
                <a:lnTo>
                  <a:pt x="211159" y="179896"/>
                </a:lnTo>
                <a:lnTo>
                  <a:pt x="210623" y="180677"/>
                </a:lnTo>
                <a:lnTo>
                  <a:pt x="210081" y="181454"/>
                </a:lnTo>
                <a:lnTo>
                  <a:pt x="209533" y="182225"/>
                </a:lnTo>
                <a:lnTo>
                  <a:pt x="208979" y="182992"/>
                </a:lnTo>
                <a:lnTo>
                  <a:pt x="208419" y="183754"/>
                </a:lnTo>
                <a:lnTo>
                  <a:pt x="207853" y="184510"/>
                </a:lnTo>
                <a:lnTo>
                  <a:pt x="207281" y="185263"/>
                </a:lnTo>
                <a:lnTo>
                  <a:pt x="206703" y="186010"/>
                </a:lnTo>
                <a:lnTo>
                  <a:pt x="206119" y="186752"/>
                </a:lnTo>
                <a:lnTo>
                  <a:pt x="205529" y="187489"/>
                </a:lnTo>
                <a:lnTo>
                  <a:pt x="204933" y="188222"/>
                </a:lnTo>
                <a:lnTo>
                  <a:pt x="204331" y="188949"/>
                </a:lnTo>
                <a:lnTo>
                  <a:pt x="203722" y="189672"/>
                </a:lnTo>
                <a:lnTo>
                  <a:pt x="203108" y="190390"/>
                </a:lnTo>
                <a:lnTo>
                  <a:pt x="202488" y="191102"/>
                </a:lnTo>
                <a:lnTo>
                  <a:pt x="201862" y="191810"/>
                </a:lnTo>
                <a:lnTo>
                  <a:pt x="201231" y="192513"/>
                </a:lnTo>
                <a:lnTo>
                  <a:pt x="200593" y="193211"/>
                </a:lnTo>
                <a:lnTo>
                  <a:pt x="199949" y="193904"/>
                </a:lnTo>
                <a:lnTo>
                  <a:pt x="199299" y="194592"/>
                </a:lnTo>
                <a:lnTo>
                  <a:pt x="198644" y="195275"/>
                </a:lnTo>
                <a:lnTo>
                  <a:pt x="197982" y="195953"/>
                </a:lnTo>
                <a:lnTo>
                  <a:pt x="197314" y="196626"/>
                </a:lnTo>
                <a:lnTo>
                  <a:pt x="196641" y="197293"/>
                </a:lnTo>
                <a:lnTo>
                  <a:pt x="195963" y="197955"/>
                </a:lnTo>
                <a:lnTo>
                  <a:pt x="195281" y="198611"/>
                </a:lnTo>
                <a:lnTo>
                  <a:pt x="194593" y="199260"/>
                </a:lnTo>
                <a:lnTo>
                  <a:pt x="193900" y="199904"/>
                </a:lnTo>
                <a:lnTo>
                  <a:pt x="193202" y="200542"/>
                </a:lnTo>
                <a:lnTo>
                  <a:pt x="192499" y="201174"/>
                </a:lnTo>
                <a:lnTo>
                  <a:pt x="191791" y="201800"/>
                </a:lnTo>
                <a:lnTo>
                  <a:pt x="191078" y="202420"/>
                </a:lnTo>
                <a:lnTo>
                  <a:pt x="190360" y="203034"/>
                </a:lnTo>
                <a:lnTo>
                  <a:pt x="189638" y="203642"/>
                </a:lnTo>
                <a:lnTo>
                  <a:pt x="188910" y="204244"/>
                </a:lnTo>
                <a:lnTo>
                  <a:pt x="188178" y="204840"/>
                </a:lnTo>
                <a:lnTo>
                  <a:pt x="187440" y="205430"/>
                </a:lnTo>
                <a:lnTo>
                  <a:pt x="186698" y="206015"/>
                </a:lnTo>
                <a:lnTo>
                  <a:pt x="185951" y="206593"/>
                </a:lnTo>
                <a:lnTo>
                  <a:pt x="185199" y="207165"/>
                </a:lnTo>
                <a:lnTo>
                  <a:pt x="184442" y="207731"/>
                </a:lnTo>
                <a:lnTo>
                  <a:pt x="183680" y="208291"/>
                </a:lnTo>
                <a:lnTo>
                  <a:pt x="182913" y="208845"/>
                </a:lnTo>
                <a:lnTo>
                  <a:pt x="182142" y="209393"/>
                </a:lnTo>
                <a:lnTo>
                  <a:pt x="181366" y="209934"/>
                </a:lnTo>
                <a:lnTo>
                  <a:pt x="180585" y="210470"/>
                </a:lnTo>
                <a:lnTo>
                  <a:pt x="179799" y="211000"/>
                </a:lnTo>
                <a:lnTo>
                  <a:pt x="179008" y="211524"/>
                </a:lnTo>
                <a:lnTo>
                  <a:pt x="178214" y="212040"/>
                </a:lnTo>
                <a:lnTo>
                  <a:pt x="177417" y="212550"/>
                </a:lnTo>
                <a:lnTo>
                  <a:pt x="176615" y="213053"/>
                </a:lnTo>
                <a:lnTo>
                  <a:pt x="175810" y="213549"/>
                </a:lnTo>
                <a:lnTo>
                  <a:pt x="175001" y="214039"/>
                </a:lnTo>
                <a:lnTo>
                  <a:pt x="174188" y="214521"/>
                </a:lnTo>
                <a:lnTo>
                  <a:pt x="173372" y="214997"/>
                </a:lnTo>
                <a:lnTo>
                  <a:pt x="172552" y="215466"/>
                </a:lnTo>
                <a:lnTo>
                  <a:pt x="171728" y="215929"/>
                </a:lnTo>
                <a:lnTo>
                  <a:pt x="170901" y="216384"/>
                </a:lnTo>
                <a:lnTo>
                  <a:pt x="170070" y="216833"/>
                </a:lnTo>
                <a:lnTo>
                  <a:pt x="169235" y="217274"/>
                </a:lnTo>
                <a:lnTo>
                  <a:pt x="168397" y="217709"/>
                </a:lnTo>
                <a:lnTo>
                  <a:pt x="167555" y="218137"/>
                </a:lnTo>
                <a:lnTo>
                  <a:pt x="166709" y="218559"/>
                </a:lnTo>
                <a:lnTo>
                  <a:pt x="165860" y="218973"/>
                </a:lnTo>
                <a:lnTo>
                  <a:pt x="165007" y="219380"/>
                </a:lnTo>
                <a:lnTo>
                  <a:pt x="164151" y="219781"/>
                </a:lnTo>
                <a:lnTo>
                  <a:pt x="163291" y="220175"/>
                </a:lnTo>
                <a:lnTo>
                  <a:pt x="162428" y="220562"/>
                </a:lnTo>
                <a:lnTo>
                  <a:pt x="161560" y="220942"/>
                </a:lnTo>
                <a:lnTo>
                  <a:pt x="160690" y="221315"/>
                </a:lnTo>
                <a:lnTo>
                  <a:pt x="159816" y="221681"/>
                </a:lnTo>
                <a:lnTo>
                  <a:pt x="158938" y="222040"/>
                </a:lnTo>
                <a:lnTo>
                  <a:pt x="158059" y="222392"/>
                </a:lnTo>
                <a:lnTo>
                  <a:pt x="157177" y="222737"/>
                </a:lnTo>
                <a:lnTo>
                  <a:pt x="156293" y="223074"/>
                </a:lnTo>
                <a:lnTo>
                  <a:pt x="155406" y="223403"/>
                </a:lnTo>
                <a:lnTo>
                  <a:pt x="154518" y="223725"/>
                </a:lnTo>
                <a:lnTo>
                  <a:pt x="153626" y="224040"/>
                </a:lnTo>
                <a:lnTo>
                  <a:pt x="152733" y="224348"/>
                </a:lnTo>
                <a:lnTo>
                  <a:pt x="151837" y="224648"/>
                </a:lnTo>
                <a:lnTo>
                  <a:pt x="150939" y="224941"/>
                </a:lnTo>
                <a:lnTo>
                  <a:pt x="150039" y="225226"/>
                </a:lnTo>
                <a:lnTo>
                  <a:pt x="149136" y="225504"/>
                </a:lnTo>
                <a:lnTo>
                  <a:pt x="148231" y="225774"/>
                </a:lnTo>
                <a:lnTo>
                  <a:pt x="147324" y="226037"/>
                </a:lnTo>
                <a:lnTo>
                  <a:pt x="146415" y="226293"/>
                </a:lnTo>
                <a:lnTo>
                  <a:pt x="145503" y="226541"/>
                </a:lnTo>
                <a:lnTo>
                  <a:pt x="144589" y="226782"/>
                </a:lnTo>
                <a:lnTo>
                  <a:pt x="143673" y="227015"/>
                </a:lnTo>
                <a:lnTo>
                  <a:pt x="142755" y="227241"/>
                </a:lnTo>
                <a:lnTo>
                  <a:pt x="141835" y="227459"/>
                </a:lnTo>
                <a:lnTo>
                  <a:pt x="140913" y="227670"/>
                </a:lnTo>
                <a:lnTo>
                  <a:pt x="139988" y="227874"/>
                </a:lnTo>
                <a:lnTo>
                  <a:pt x="139061" y="228070"/>
                </a:lnTo>
                <a:lnTo>
                  <a:pt x="138132" y="228259"/>
                </a:lnTo>
                <a:lnTo>
                  <a:pt x="137202" y="228440"/>
                </a:lnTo>
                <a:lnTo>
                  <a:pt x="136271" y="228613"/>
                </a:lnTo>
                <a:lnTo>
                  <a:pt x="135339" y="228779"/>
                </a:lnTo>
                <a:lnTo>
                  <a:pt x="134406" y="228937"/>
                </a:lnTo>
                <a:lnTo>
                  <a:pt x="133472" y="229087"/>
                </a:lnTo>
                <a:lnTo>
                  <a:pt x="132538" y="229230"/>
                </a:lnTo>
                <a:lnTo>
                  <a:pt x="131602" y="229365"/>
                </a:lnTo>
                <a:lnTo>
                  <a:pt x="130666" y="229492"/>
                </a:lnTo>
                <a:lnTo>
                  <a:pt x="129729" y="229612"/>
                </a:lnTo>
                <a:lnTo>
                  <a:pt x="128791" y="229724"/>
                </a:lnTo>
                <a:lnTo>
                  <a:pt x="127853" y="229828"/>
                </a:lnTo>
                <a:lnTo>
                  <a:pt x="126913" y="229924"/>
                </a:lnTo>
                <a:lnTo>
                  <a:pt x="125973" y="230013"/>
                </a:lnTo>
                <a:lnTo>
                  <a:pt x="125032" y="230094"/>
                </a:lnTo>
                <a:lnTo>
                  <a:pt x="124090" y="230167"/>
                </a:lnTo>
                <a:lnTo>
                  <a:pt x="123148" y="230233"/>
                </a:lnTo>
                <a:lnTo>
                  <a:pt x="122205" y="230291"/>
                </a:lnTo>
                <a:lnTo>
                  <a:pt x="121261" y="230341"/>
                </a:lnTo>
                <a:lnTo>
                  <a:pt x="120317" y="230383"/>
                </a:lnTo>
                <a:lnTo>
                  <a:pt x="119371" y="230418"/>
                </a:lnTo>
                <a:lnTo>
                  <a:pt x="118426" y="230445"/>
                </a:lnTo>
                <a:lnTo>
                  <a:pt x="117479" y="230464"/>
                </a:lnTo>
                <a:lnTo>
                  <a:pt x="116532" y="230476"/>
                </a:lnTo>
                <a:lnTo>
                  <a:pt x="115584" y="230480"/>
                </a:lnTo>
                <a:lnTo>
                  <a:pt x="114636" y="230476"/>
                </a:lnTo>
                <a:lnTo>
                  <a:pt x="113689" y="230464"/>
                </a:lnTo>
                <a:lnTo>
                  <a:pt x="112743" y="230445"/>
                </a:lnTo>
                <a:lnTo>
                  <a:pt x="111797" y="230418"/>
                </a:lnTo>
                <a:lnTo>
                  <a:pt x="110852" y="230383"/>
                </a:lnTo>
                <a:lnTo>
                  <a:pt x="109907" y="230341"/>
                </a:lnTo>
                <a:lnTo>
                  <a:pt x="108963" y="230291"/>
                </a:lnTo>
                <a:lnTo>
                  <a:pt x="108020" y="230233"/>
                </a:lnTo>
                <a:lnTo>
                  <a:pt x="107078" y="230167"/>
                </a:lnTo>
                <a:lnTo>
                  <a:pt x="106136" y="230094"/>
                </a:lnTo>
                <a:lnTo>
                  <a:pt x="105195" y="230013"/>
                </a:lnTo>
                <a:lnTo>
                  <a:pt x="104255" y="229924"/>
                </a:lnTo>
                <a:lnTo>
                  <a:pt x="103315" y="229828"/>
                </a:lnTo>
                <a:lnTo>
                  <a:pt x="102377" y="229724"/>
                </a:lnTo>
                <a:lnTo>
                  <a:pt x="101439" y="229612"/>
                </a:lnTo>
                <a:lnTo>
                  <a:pt x="100502" y="229492"/>
                </a:lnTo>
                <a:lnTo>
                  <a:pt x="99565" y="229365"/>
                </a:lnTo>
                <a:lnTo>
                  <a:pt x="98630" y="229230"/>
                </a:lnTo>
                <a:lnTo>
                  <a:pt x="97695" y="229087"/>
                </a:lnTo>
                <a:lnTo>
                  <a:pt x="96761" y="228937"/>
                </a:lnTo>
                <a:lnTo>
                  <a:pt x="95828" y="228779"/>
                </a:lnTo>
                <a:lnTo>
                  <a:pt x="94896" y="228613"/>
                </a:lnTo>
                <a:lnTo>
                  <a:pt x="93965" y="228440"/>
                </a:lnTo>
                <a:lnTo>
                  <a:pt x="93035" y="228259"/>
                </a:lnTo>
                <a:lnTo>
                  <a:pt x="92106" y="228070"/>
                </a:lnTo>
                <a:lnTo>
                  <a:pt x="91179" y="227874"/>
                </a:lnTo>
                <a:lnTo>
                  <a:pt x="90254" y="227670"/>
                </a:lnTo>
                <a:lnTo>
                  <a:pt x="89332" y="227459"/>
                </a:lnTo>
                <a:lnTo>
                  <a:pt x="88412" y="227241"/>
                </a:lnTo>
                <a:lnTo>
                  <a:pt x="87493" y="227015"/>
                </a:lnTo>
                <a:lnTo>
                  <a:pt x="86578" y="226782"/>
                </a:lnTo>
                <a:lnTo>
                  <a:pt x="85664" y="226541"/>
                </a:lnTo>
                <a:lnTo>
                  <a:pt x="84752" y="226293"/>
                </a:lnTo>
                <a:lnTo>
                  <a:pt x="83843" y="226037"/>
                </a:lnTo>
                <a:lnTo>
                  <a:pt x="82936" y="225774"/>
                </a:lnTo>
                <a:lnTo>
                  <a:pt x="82031" y="225504"/>
                </a:lnTo>
                <a:lnTo>
                  <a:pt x="81128" y="225226"/>
                </a:lnTo>
                <a:lnTo>
                  <a:pt x="80228" y="224941"/>
                </a:lnTo>
                <a:lnTo>
                  <a:pt x="79330" y="224648"/>
                </a:lnTo>
                <a:lnTo>
                  <a:pt x="78434" y="224348"/>
                </a:lnTo>
                <a:lnTo>
                  <a:pt x="77541" y="224040"/>
                </a:lnTo>
                <a:lnTo>
                  <a:pt x="76649" y="223725"/>
                </a:lnTo>
                <a:lnTo>
                  <a:pt x="75761" y="223403"/>
                </a:lnTo>
                <a:lnTo>
                  <a:pt x="74874" y="223074"/>
                </a:lnTo>
                <a:lnTo>
                  <a:pt x="73990" y="222736"/>
                </a:lnTo>
                <a:lnTo>
                  <a:pt x="73108" y="222392"/>
                </a:lnTo>
                <a:lnTo>
                  <a:pt x="72229" y="222040"/>
                </a:lnTo>
                <a:lnTo>
                  <a:pt x="71352" y="221681"/>
                </a:lnTo>
                <a:lnTo>
                  <a:pt x="70477" y="221315"/>
                </a:lnTo>
                <a:lnTo>
                  <a:pt x="69607" y="220942"/>
                </a:lnTo>
                <a:lnTo>
                  <a:pt x="68740" y="220562"/>
                </a:lnTo>
                <a:lnTo>
                  <a:pt x="67876" y="220175"/>
                </a:lnTo>
                <a:lnTo>
                  <a:pt x="67016" y="219781"/>
                </a:lnTo>
                <a:lnTo>
                  <a:pt x="66160" y="219380"/>
                </a:lnTo>
                <a:lnTo>
                  <a:pt x="65307" y="218973"/>
                </a:lnTo>
                <a:lnTo>
                  <a:pt x="64458" y="218559"/>
                </a:lnTo>
                <a:lnTo>
                  <a:pt x="63612" y="218137"/>
                </a:lnTo>
                <a:lnTo>
                  <a:pt x="62770" y="217709"/>
                </a:lnTo>
                <a:lnTo>
                  <a:pt x="61932" y="217274"/>
                </a:lnTo>
                <a:lnTo>
                  <a:pt x="61097" y="216833"/>
                </a:lnTo>
                <a:lnTo>
                  <a:pt x="60266" y="216384"/>
                </a:lnTo>
                <a:lnTo>
                  <a:pt x="59438" y="215929"/>
                </a:lnTo>
                <a:lnTo>
                  <a:pt x="58615" y="215466"/>
                </a:lnTo>
                <a:lnTo>
                  <a:pt x="57795" y="214997"/>
                </a:lnTo>
                <a:lnTo>
                  <a:pt x="56978" y="214521"/>
                </a:lnTo>
                <a:lnTo>
                  <a:pt x="56166" y="214039"/>
                </a:lnTo>
                <a:lnTo>
                  <a:pt x="55357" y="213549"/>
                </a:lnTo>
                <a:lnTo>
                  <a:pt x="54552" y="213053"/>
                </a:lnTo>
                <a:lnTo>
                  <a:pt x="53750" y="212550"/>
                </a:lnTo>
                <a:lnTo>
                  <a:pt x="52952" y="212040"/>
                </a:lnTo>
                <a:lnTo>
                  <a:pt x="52159" y="211523"/>
                </a:lnTo>
                <a:lnTo>
                  <a:pt x="51368" y="211000"/>
                </a:lnTo>
                <a:lnTo>
                  <a:pt x="50582" y="210470"/>
                </a:lnTo>
                <a:lnTo>
                  <a:pt x="49801" y="209934"/>
                </a:lnTo>
                <a:lnTo>
                  <a:pt x="49025" y="209392"/>
                </a:lnTo>
                <a:lnTo>
                  <a:pt x="48254" y="208845"/>
                </a:lnTo>
                <a:lnTo>
                  <a:pt x="47487" y="208291"/>
                </a:lnTo>
                <a:lnTo>
                  <a:pt x="46725" y="207731"/>
                </a:lnTo>
                <a:lnTo>
                  <a:pt x="45968" y="207165"/>
                </a:lnTo>
                <a:lnTo>
                  <a:pt x="45216" y="206592"/>
                </a:lnTo>
                <a:lnTo>
                  <a:pt x="44469" y="206014"/>
                </a:lnTo>
                <a:lnTo>
                  <a:pt x="43727" y="205430"/>
                </a:lnTo>
                <a:lnTo>
                  <a:pt x="42990" y="204840"/>
                </a:lnTo>
                <a:lnTo>
                  <a:pt x="42257" y="204244"/>
                </a:lnTo>
                <a:lnTo>
                  <a:pt x="41530" y="203642"/>
                </a:lnTo>
                <a:lnTo>
                  <a:pt x="40807" y="203034"/>
                </a:lnTo>
                <a:lnTo>
                  <a:pt x="40089" y="202420"/>
                </a:lnTo>
                <a:lnTo>
                  <a:pt x="39377" y="201800"/>
                </a:lnTo>
                <a:lnTo>
                  <a:pt x="38669" y="201174"/>
                </a:lnTo>
                <a:lnTo>
                  <a:pt x="37966" y="200542"/>
                </a:lnTo>
                <a:lnTo>
                  <a:pt x="37268" y="199904"/>
                </a:lnTo>
                <a:lnTo>
                  <a:pt x="36575" y="199260"/>
                </a:lnTo>
                <a:lnTo>
                  <a:pt x="35887" y="198610"/>
                </a:lnTo>
                <a:lnTo>
                  <a:pt x="35204" y="197955"/>
                </a:lnTo>
                <a:lnTo>
                  <a:pt x="34527" y="197293"/>
                </a:lnTo>
                <a:lnTo>
                  <a:pt x="33854" y="196626"/>
                </a:lnTo>
                <a:lnTo>
                  <a:pt x="33186" y="195953"/>
                </a:lnTo>
                <a:lnTo>
                  <a:pt x="32525" y="195275"/>
                </a:lnTo>
                <a:lnTo>
                  <a:pt x="31869" y="194592"/>
                </a:lnTo>
                <a:lnTo>
                  <a:pt x="31219" y="193904"/>
                </a:lnTo>
                <a:lnTo>
                  <a:pt x="30576" y="193211"/>
                </a:lnTo>
                <a:lnTo>
                  <a:pt x="29938" y="192513"/>
                </a:lnTo>
                <a:lnTo>
                  <a:pt x="29306" y="191810"/>
                </a:lnTo>
                <a:lnTo>
                  <a:pt x="28680" y="191103"/>
                </a:lnTo>
                <a:lnTo>
                  <a:pt x="28060" y="190390"/>
                </a:lnTo>
                <a:lnTo>
                  <a:pt x="27446" y="189672"/>
                </a:lnTo>
                <a:lnTo>
                  <a:pt x="26837" y="188950"/>
                </a:lnTo>
                <a:lnTo>
                  <a:pt x="26235" y="188222"/>
                </a:lnTo>
                <a:lnTo>
                  <a:pt x="25639" y="187490"/>
                </a:lnTo>
                <a:lnTo>
                  <a:pt x="25049" y="186752"/>
                </a:lnTo>
                <a:lnTo>
                  <a:pt x="24465" y="186010"/>
                </a:lnTo>
                <a:lnTo>
                  <a:pt x="23887" y="185263"/>
                </a:lnTo>
                <a:lnTo>
                  <a:pt x="23315" y="184511"/>
                </a:lnTo>
                <a:lnTo>
                  <a:pt x="22749" y="183754"/>
                </a:lnTo>
                <a:lnTo>
                  <a:pt x="22189" y="182992"/>
                </a:lnTo>
                <a:lnTo>
                  <a:pt x="21635" y="182225"/>
                </a:lnTo>
                <a:lnTo>
                  <a:pt x="21087" y="181454"/>
                </a:lnTo>
                <a:lnTo>
                  <a:pt x="20545" y="180678"/>
                </a:lnTo>
                <a:lnTo>
                  <a:pt x="20009" y="179897"/>
                </a:lnTo>
                <a:lnTo>
                  <a:pt x="19479" y="179111"/>
                </a:lnTo>
                <a:lnTo>
                  <a:pt x="18956" y="178320"/>
                </a:lnTo>
                <a:lnTo>
                  <a:pt x="18439" y="177526"/>
                </a:lnTo>
                <a:lnTo>
                  <a:pt x="17929" y="176729"/>
                </a:lnTo>
                <a:lnTo>
                  <a:pt x="17426" y="175927"/>
                </a:lnTo>
                <a:lnTo>
                  <a:pt x="16930" y="175122"/>
                </a:lnTo>
                <a:lnTo>
                  <a:pt x="16440" y="174313"/>
                </a:lnTo>
                <a:lnTo>
                  <a:pt x="15958" y="173500"/>
                </a:lnTo>
                <a:lnTo>
                  <a:pt x="15482" y="172684"/>
                </a:lnTo>
                <a:lnTo>
                  <a:pt x="15013" y="171864"/>
                </a:lnTo>
                <a:lnTo>
                  <a:pt x="14550" y="171040"/>
                </a:lnTo>
                <a:lnTo>
                  <a:pt x="14095" y="170213"/>
                </a:lnTo>
                <a:lnTo>
                  <a:pt x="13646" y="169382"/>
                </a:lnTo>
                <a:lnTo>
                  <a:pt x="13205" y="168547"/>
                </a:lnTo>
                <a:lnTo>
                  <a:pt x="12770" y="167709"/>
                </a:lnTo>
                <a:lnTo>
                  <a:pt x="12342" y="166867"/>
                </a:lnTo>
                <a:lnTo>
                  <a:pt x="11920" y="166021"/>
                </a:lnTo>
                <a:lnTo>
                  <a:pt x="11506" y="165172"/>
                </a:lnTo>
                <a:lnTo>
                  <a:pt x="11099" y="164319"/>
                </a:lnTo>
                <a:lnTo>
                  <a:pt x="10698" y="163463"/>
                </a:lnTo>
                <a:lnTo>
                  <a:pt x="10304" y="162603"/>
                </a:lnTo>
                <a:lnTo>
                  <a:pt x="9917" y="161739"/>
                </a:lnTo>
                <a:lnTo>
                  <a:pt x="9537" y="160872"/>
                </a:lnTo>
                <a:lnTo>
                  <a:pt x="9164" y="160002"/>
                </a:lnTo>
                <a:lnTo>
                  <a:pt x="8798" y="159128"/>
                </a:lnTo>
                <a:lnTo>
                  <a:pt x="8439" y="158251"/>
                </a:lnTo>
                <a:lnTo>
                  <a:pt x="8087" y="157371"/>
                </a:lnTo>
                <a:lnTo>
                  <a:pt x="7743" y="156489"/>
                </a:lnTo>
                <a:lnTo>
                  <a:pt x="7406" y="155605"/>
                </a:lnTo>
                <a:lnTo>
                  <a:pt x="7076" y="154719"/>
                </a:lnTo>
                <a:lnTo>
                  <a:pt x="6754" y="153830"/>
                </a:lnTo>
                <a:lnTo>
                  <a:pt x="6439" y="152938"/>
                </a:lnTo>
                <a:lnTo>
                  <a:pt x="6131" y="152045"/>
                </a:lnTo>
                <a:lnTo>
                  <a:pt x="5831" y="151149"/>
                </a:lnTo>
                <a:lnTo>
                  <a:pt x="5538" y="150251"/>
                </a:lnTo>
                <a:lnTo>
                  <a:pt x="5253" y="149351"/>
                </a:lnTo>
                <a:lnTo>
                  <a:pt x="4975" y="148448"/>
                </a:lnTo>
                <a:lnTo>
                  <a:pt x="4705" y="147543"/>
                </a:lnTo>
                <a:lnTo>
                  <a:pt x="4442" y="146636"/>
                </a:lnTo>
                <a:lnTo>
                  <a:pt x="4186" y="145727"/>
                </a:lnTo>
                <a:lnTo>
                  <a:pt x="3938" y="144815"/>
                </a:lnTo>
                <a:lnTo>
                  <a:pt x="3697" y="143901"/>
                </a:lnTo>
                <a:lnTo>
                  <a:pt x="3464" y="142985"/>
                </a:lnTo>
                <a:lnTo>
                  <a:pt x="3238" y="142067"/>
                </a:lnTo>
                <a:lnTo>
                  <a:pt x="3020" y="141147"/>
                </a:lnTo>
                <a:lnTo>
                  <a:pt x="2809" y="140224"/>
                </a:lnTo>
                <a:lnTo>
                  <a:pt x="2605" y="139300"/>
                </a:lnTo>
                <a:lnTo>
                  <a:pt x="2409" y="138373"/>
                </a:lnTo>
                <a:lnTo>
                  <a:pt x="2221" y="137444"/>
                </a:lnTo>
                <a:lnTo>
                  <a:pt x="2039" y="136514"/>
                </a:lnTo>
                <a:lnTo>
                  <a:pt x="1866" y="135583"/>
                </a:lnTo>
                <a:lnTo>
                  <a:pt x="1700" y="134651"/>
                </a:lnTo>
                <a:lnTo>
                  <a:pt x="1542" y="133718"/>
                </a:lnTo>
                <a:lnTo>
                  <a:pt x="1392" y="132784"/>
                </a:lnTo>
                <a:lnTo>
                  <a:pt x="1249" y="131849"/>
                </a:lnTo>
                <a:lnTo>
                  <a:pt x="1114" y="130914"/>
                </a:lnTo>
                <a:lnTo>
                  <a:pt x="987" y="129978"/>
                </a:lnTo>
                <a:lnTo>
                  <a:pt x="868" y="129041"/>
                </a:lnTo>
                <a:lnTo>
                  <a:pt x="756" y="128103"/>
                </a:lnTo>
                <a:lnTo>
                  <a:pt x="652" y="127164"/>
                </a:lnTo>
                <a:lnTo>
                  <a:pt x="555" y="126225"/>
                </a:lnTo>
                <a:lnTo>
                  <a:pt x="467" y="125284"/>
                </a:lnTo>
                <a:lnTo>
                  <a:pt x="386" y="124344"/>
                </a:lnTo>
                <a:lnTo>
                  <a:pt x="312" y="123402"/>
                </a:lnTo>
                <a:lnTo>
                  <a:pt x="247" y="122459"/>
                </a:lnTo>
                <a:lnTo>
                  <a:pt x="189" y="121516"/>
                </a:lnTo>
                <a:lnTo>
                  <a:pt x="139" y="120572"/>
                </a:lnTo>
                <a:lnTo>
                  <a:pt x="96" y="119628"/>
                </a:lnTo>
                <a:lnTo>
                  <a:pt x="62" y="118683"/>
                </a:lnTo>
                <a:lnTo>
                  <a:pt x="35" y="117737"/>
                </a:lnTo>
                <a:lnTo>
                  <a:pt x="15" y="116790"/>
                </a:lnTo>
                <a:lnTo>
                  <a:pt x="4" y="115843"/>
                </a:lnTo>
                <a:lnTo>
                  <a:pt x="0" y="114895"/>
                </a:lnTo>
                <a:lnTo>
                  <a:pt x="4" y="113948"/>
                </a:lnTo>
                <a:lnTo>
                  <a:pt x="15" y="113000"/>
                </a:lnTo>
                <a:lnTo>
                  <a:pt x="35" y="112054"/>
                </a:lnTo>
                <a:lnTo>
                  <a:pt x="62" y="111108"/>
                </a:lnTo>
                <a:lnTo>
                  <a:pt x="96" y="110163"/>
                </a:lnTo>
                <a:lnTo>
                  <a:pt x="139" y="109218"/>
                </a:lnTo>
                <a:lnTo>
                  <a:pt x="189" y="108274"/>
                </a:lnTo>
                <a:lnTo>
                  <a:pt x="247" y="107331"/>
                </a:lnTo>
                <a:lnTo>
                  <a:pt x="312" y="106389"/>
                </a:lnTo>
                <a:lnTo>
                  <a:pt x="386" y="105447"/>
                </a:lnTo>
                <a:lnTo>
                  <a:pt x="467" y="104506"/>
                </a:lnTo>
                <a:lnTo>
                  <a:pt x="555" y="103566"/>
                </a:lnTo>
                <a:lnTo>
                  <a:pt x="652" y="102627"/>
                </a:lnTo>
                <a:lnTo>
                  <a:pt x="756" y="101688"/>
                </a:lnTo>
                <a:lnTo>
                  <a:pt x="868" y="100750"/>
                </a:lnTo>
                <a:lnTo>
                  <a:pt x="987" y="99813"/>
                </a:lnTo>
                <a:lnTo>
                  <a:pt x="1114" y="98877"/>
                </a:lnTo>
                <a:lnTo>
                  <a:pt x="1249" y="97941"/>
                </a:lnTo>
                <a:lnTo>
                  <a:pt x="1392" y="97007"/>
                </a:lnTo>
                <a:lnTo>
                  <a:pt x="1542" y="96073"/>
                </a:lnTo>
                <a:lnTo>
                  <a:pt x="1700" y="95140"/>
                </a:lnTo>
                <a:lnTo>
                  <a:pt x="1866" y="94208"/>
                </a:lnTo>
                <a:lnTo>
                  <a:pt x="2039" y="93277"/>
                </a:lnTo>
                <a:lnTo>
                  <a:pt x="2221" y="92346"/>
                </a:lnTo>
                <a:lnTo>
                  <a:pt x="2409" y="91418"/>
                </a:lnTo>
                <a:lnTo>
                  <a:pt x="2605" y="90491"/>
                </a:lnTo>
                <a:lnTo>
                  <a:pt x="2809" y="89566"/>
                </a:lnTo>
                <a:lnTo>
                  <a:pt x="3020" y="88644"/>
                </a:lnTo>
                <a:lnTo>
                  <a:pt x="3238" y="87723"/>
                </a:lnTo>
                <a:lnTo>
                  <a:pt x="3464" y="86805"/>
                </a:lnTo>
                <a:lnTo>
                  <a:pt x="3697" y="85889"/>
                </a:lnTo>
                <a:lnTo>
                  <a:pt x="3938" y="84976"/>
                </a:lnTo>
                <a:lnTo>
                  <a:pt x="4186" y="84064"/>
                </a:lnTo>
                <a:lnTo>
                  <a:pt x="4442" y="83155"/>
                </a:lnTo>
                <a:lnTo>
                  <a:pt x="4705" y="82248"/>
                </a:lnTo>
                <a:lnTo>
                  <a:pt x="4975" y="81343"/>
                </a:lnTo>
                <a:lnTo>
                  <a:pt x="5253" y="80440"/>
                </a:lnTo>
                <a:lnTo>
                  <a:pt x="5538" y="79540"/>
                </a:lnTo>
                <a:lnTo>
                  <a:pt x="5831" y="78642"/>
                </a:lnTo>
                <a:lnTo>
                  <a:pt x="6131" y="77746"/>
                </a:lnTo>
                <a:lnTo>
                  <a:pt x="6439" y="76852"/>
                </a:lnTo>
                <a:lnTo>
                  <a:pt x="6754" y="75961"/>
                </a:lnTo>
                <a:lnTo>
                  <a:pt x="7076" y="75072"/>
                </a:lnTo>
                <a:lnTo>
                  <a:pt x="7406" y="74186"/>
                </a:lnTo>
                <a:lnTo>
                  <a:pt x="7743" y="73301"/>
                </a:lnTo>
                <a:lnTo>
                  <a:pt x="8087" y="72420"/>
                </a:lnTo>
                <a:lnTo>
                  <a:pt x="8439" y="71540"/>
                </a:lnTo>
                <a:lnTo>
                  <a:pt x="8798" y="70663"/>
                </a:lnTo>
                <a:lnTo>
                  <a:pt x="9164" y="69789"/>
                </a:lnTo>
                <a:lnTo>
                  <a:pt x="9537" y="68918"/>
                </a:lnTo>
                <a:lnTo>
                  <a:pt x="9917" y="68051"/>
                </a:lnTo>
                <a:lnTo>
                  <a:pt x="10304" y="67188"/>
                </a:lnTo>
                <a:lnTo>
                  <a:pt x="10698" y="66328"/>
                </a:lnTo>
                <a:lnTo>
                  <a:pt x="11099" y="65471"/>
                </a:lnTo>
                <a:lnTo>
                  <a:pt x="11506" y="64619"/>
                </a:lnTo>
                <a:lnTo>
                  <a:pt x="11921" y="63769"/>
                </a:lnTo>
                <a:lnTo>
                  <a:pt x="12342" y="62924"/>
                </a:lnTo>
                <a:lnTo>
                  <a:pt x="12770" y="62082"/>
                </a:lnTo>
                <a:lnTo>
                  <a:pt x="13205" y="61243"/>
                </a:lnTo>
                <a:lnTo>
                  <a:pt x="13647" y="60409"/>
                </a:lnTo>
                <a:lnTo>
                  <a:pt x="14095" y="59578"/>
                </a:lnTo>
                <a:lnTo>
                  <a:pt x="14551" y="58750"/>
                </a:lnTo>
                <a:lnTo>
                  <a:pt x="15013" y="57927"/>
                </a:lnTo>
                <a:lnTo>
                  <a:pt x="15482" y="57107"/>
                </a:lnTo>
                <a:lnTo>
                  <a:pt x="15958" y="56290"/>
                </a:lnTo>
                <a:lnTo>
                  <a:pt x="16441" y="55478"/>
                </a:lnTo>
                <a:lnTo>
                  <a:pt x="16930" y="54669"/>
                </a:lnTo>
                <a:lnTo>
                  <a:pt x="17426" y="53863"/>
                </a:lnTo>
                <a:lnTo>
                  <a:pt x="17930" y="53062"/>
                </a:lnTo>
                <a:lnTo>
                  <a:pt x="18439" y="52264"/>
                </a:lnTo>
                <a:lnTo>
                  <a:pt x="18956" y="51470"/>
                </a:lnTo>
                <a:lnTo>
                  <a:pt x="19479" y="50680"/>
                </a:lnTo>
                <a:lnTo>
                  <a:pt x="20009" y="49894"/>
                </a:lnTo>
                <a:lnTo>
                  <a:pt x="20545" y="49113"/>
                </a:lnTo>
                <a:lnTo>
                  <a:pt x="21087" y="48337"/>
                </a:lnTo>
                <a:lnTo>
                  <a:pt x="21635" y="47565"/>
                </a:lnTo>
                <a:lnTo>
                  <a:pt x="22189" y="46799"/>
                </a:lnTo>
                <a:lnTo>
                  <a:pt x="22749" y="46037"/>
                </a:lnTo>
                <a:lnTo>
                  <a:pt x="23315" y="45280"/>
                </a:lnTo>
                <a:lnTo>
                  <a:pt x="23887" y="44528"/>
                </a:lnTo>
                <a:lnTo>
                  <a:pt x="24465" y="43781"/>
                </a:lnTo>
                <a:lnTo>
                  <a:pt x="25049" y="43039"/>
                </a:lnTo>
                <a:lnTo>
                  <a:pt x="25639" y="42301"/>
                </a:lnTo>
                <a:lnTo>
                  <a:pt x="26235" y="41569"/>
                </a:lnTo>
                <a:lnTo>
                  <a:pt x="26837" y="40841"/>
                </a:lnTo>
                <a:lnTo>
                  <a:pt x="27446" y="40119"/>
                </a:lnTo>
                <a:lnTo>
                  <a:pt x="28060" y="39401"/>
                </a:lnTo>
                <a:lnTo>
                  <a:pt x="28680" y="38688"/>
                </a:lnTo>
                <a:lnTo>
                  <a:pt x="29306" y="37980"/>
                </a:lnTo>
                <a:lnTo>
                  <a:pt x="29938" y="37277"/>
                </a:lnTo>
                <a:lnTo>
                  <a:pt x="30576" y="36580"/>
                </a:lnTo>
                <a:lnTo>
                  <a:pt x="31219" y="35887"/>
                </a:lnTo>
                <a:lnTo>
                  <a:pt x="31869" y="35199"/>
                </a:lnTo>
                <a:lnTo>
                  <a:pt x="32525" y="34516"/>
                </a:lnTo>
                <a:lnTo>
                  <a:pt x="33186" y="33838"/>
                </a:lnTo>
                <a:lnTo>
                  <a:pt x="33854" y="33165"/>
                </a:lnTo>
                <a:lnTo>
                  <a:pt x="34527" y="32498"/>
                </a:lnTo>
                <a:lnTo>
                  <a:pt x="35204" y="31836"/>
                </a:lnTo>
                <a:lnTo>
                  <a:pt x="35887" y="31180"/>
                </a:lnTo>
                <a:lnTo>
                  <a:pt x="36575" y="30531"/>
                </a:lnTo>
                <a:lnTo>
                  <a:pt x="37268" y="29887"/>
                </a:lnTo>
                <a:lnTo>
                  <a:pt x="37966" y="29249"/>
                </a:lnTo>
                <a:lnTo>
                  <a:pt x="38669" y="28617"/>
                </a:lnTo>
                <a:lnTo>
                  <a:pt x="39377" y="27991"/>
                </a:lnTo>
                <a:lnTo>
                  <a:pt x="40089" y="27371"/>
                </a:lnTo>
                <a:lnTo>
                  <a:pt x="40807" y="26757"/>
                </a:lnTo>
                <a:lnTo>
                  <a:pt x="41530" y="26149"/>
                </a:lnTo>
                <a:lnTo>
                  <a:pt x="42257" y="25547"/>
                </a:lnTo>
                <a:lnTo>
                  <a:pt x="42990" y="24951"/>
                </a:lnTo>
                <a:lnTo>
                  <a:pt x="43727" y="24360"/>
                </a:lnTo>
                <a:lnTo>
                  <a:pt x="44469" y="23776"/>
                </a:lnTo>
                <a:lnTo>
                  <a:pt x="45216" y="23198"/>
                </a:lnTo>
                <a:lnTo>
                  <a:pt x="45968" y="22626"/>
                </a:lnTo>
                <a:lnTo>
                  <a:pt x="46725" y="22060"/>
                </a:lnTo>
                <a:lnTo>
                  <a:pt x="47487" y="21500"/>
                </a:lnTo>
                <a:lnTo>
                  <a:pt x="48254" y="20946"/>
                </a:lnTo>
                <a:lnTo>
                  <a:pt x="49025" y="20398"/>
                </a:lnTo>
                <a:lnTo>
                  <a:pt x="49801" y="19856"/>
                </a:lnTo>
                <a:lnTo>
                  <a:pt x="50582" y="19320"/>
                </a:lnTo>
                <a:lnTo>
                  <a:pt x="51368" y="18791"/>
                </a:lnTo>
                <a:lnTo>
                  <a:pt x="52159" y="18267"/>
                </a:lnTo>
                <a:lnTo>
                  <a:pt x="52952" y="17751"/>
                </a:lnTo>
                <a:lnTo>
                  <a:pt x="53750" y="17241"/>
                </a:lnTo>
                <a:lnTo>
                  <a:pt x="54552" y="16738"/>
                </a:lnTo>
                <a:lnTo>
                  <a:pt x="55357" y="16242"/>
                </a:lnTo>
                <a:lnTo>
                  <a:pt x="56166" y="15752"/>
                </a:lnTo>
                <a:lnTo>
                  <a:pt x="56978" y="15269"/>
                </a:lnTo>
                <a:lnTo>
                  <a:pt x="57795" y="14793"/>
                </a:lnTo>
                <a:lnTo>
                  <a:pt x="58615" y="14324"/>
                </a:lnTo>
                <a:lnTo>
                  <a:pt x="59438" y="13862"/>
                </a:lnTo>
                <a:lnTo>
                  <a:pt x="60266" y="13407"/>
                </a:lnTo>
                <a:lnTo>
                  <a:pt x="61097" y="12958"/>
                </a:lnTo>
                <a:lnTo>
                  <a:pt x="61932" y="12516"/>
                </a:lnTo>
                <a:lnTo>
                  <a:pt x="62770" y="12081"/>
                </a:lnTo>
                <a:lnTo>
                  <a:pt x="63612" y="11653"/>
                </a:lnTo>
                <a:lnTo>
                  <a:pt x="64458" y="11232"/>
                </a:lnTo>
                <a:lnTo>
                  <a:pt x="65307" y="10818"/>
                </a:lnTo>
                <a:lnTo>
                  <a:pt x="66160" y="10410"/>
                </a:lnTo>
                <a:lnTo>
                  <a:pt x="67016" y="10010"/>
                </a:lnTo>
                <a:lnTo>
                  <a:pt x="67876" y="9616"/>
                </a:lnTo>
                <a:lnTo>
                  <a:pt x="68740" y="9229"/>
                </a:lnTo>
                <a:lnTo>
                  <a:pt x="69607" y="8849"/>
                </a:lnTo>
                <a:lnTo>
                  <a:pt x="70477" y="8476"/>
                </a:lnTo>
                <a:lnTo>
                  <a:pt x="71352" y="8110"/>
                </a:lnTo>
                <a:lnTo>
                  <a:pt x="72229" y="7750"/>
                </a:lnTo>
                <a:lnTo>
                  <a:pt x="73108" y="7399"/>
                </a:lnTo>
                <a:lnTo>
                  <a:pt x="73990" y="7054"/>
                </a:lnTo>
                <a:lnTo>
                  <a:pt x="74874" y="6717"/>
                </a:lnTo>
                <a:lnTo>
                  <a:pt x="75761" y="6388"/>
                </a:lnTo>
                <a:lnTo>
                  <a:pt x="76649" y="6065"/>
                </a:lnTo>
                <a:lnTo>
                  <a:pt x="77541" y="5750"/>
                </a:lnTo>
                <a:lnTo>
                  <a:pt x="78434" y="5443"/>
                </a:lnTo>
                <a:lnTo>
                  <a:pt x="79330" y="5143"/>
                </a:lnTo>
                <a:lnTo>
                  <a:pt x="80228" y="4850"/>
                </a:lnTo>
                <a:lnTo>
                  <a:pt x="81128" y="4565"/>
                </a:lnTo>
                <a:lnTo>
                  <a:pt x="82031" y="4287"/>
                </a:lnTo>
                <a:lnTo>
                  <a:pt x="82936" y="4017"/>
                </a:lnTo>
                <a:lnTo>
                  <a:pt x="83843" y="3754"/>
                </a:lnTo>
                <a:lnTo>
                  <a:pt x="84752" y="3498"/>
                </a:lnTo>
                <a:lnTo>
                  <a:pt x="85664" y="3250"/>
                </a:lnTo>
                <a:lnTo>
                  <a:pt x="86577" y="3009"/>
                </a:lnTo>
                <a:lnTo>
                  <a:pt x="87493" y="2776"/>
                </a:lnTo>
                <a:lnTo>
                  <a:pt x="88411" y="2550"/>
                </a:lnTo>
                <a:lnTo>
                  <a:pt x="89332" y="2331"/>
                </a:lnTo>
                <a:lnTo>
                  <a:pt x="90254" y="2120"/>
                </a:lnTo>
                <a:lnTo>
                  <a:pt x="91179" y="1917"/>
                </a:lnTo>
                <a:lnTo>
                  <a:pt x="92105" y="1721"/>
                </a:lnTo>
                <a:lnTo>
                  <a:pt x="93034" y="1532"/>
                </a:lnTo>
                <a:lnTo>
                  <a:pt x="93965" y="1351"/>
                </a:lnTo>
                <a:lnTo>
                  <a:pt x="94896" y="1178"/>
                </a:lnTo>
                <a:lnTo>
                  <a:pt x="95828" y="1012"/>
                </a:lnTo>
                <a:lnTo>
                  <a:pt x="96761" y="854"/>
                </a:lnTo>
                <a:lnTo>
                  <a:pt x="97695" y="703"/>
                </a:lnTo>
                <a:lnTo>
                  <a:pt x="98630" y="561"/>
                </a:lnTo>
                <a:lnTo>
                  <a:pt x="99565" y="426"/>
                </a:lnTo>
                <a:lnTo>
                  <a:pt x="100501" y="298"/>
                </a:lnTo>
                <a:lnTo>
                  <a:pt x="101439" y="179"/>
                </a:lnTo>
                <a:lnTo>
                  <a:pt x="102377" y="67"/>
                </a:lnTo>
                <a:lnTo>
                  <a:pt x="102981" y="0"/>
                </a:lnTo>
                <a:lnTo>
                  <a:pt x="128186" y="0"/>
                </a:lnTo>
                <a:lnTo>
                  <a:pt x="128791" y="67"/>
                </a:lnTo>
                <a:lnTo>
                  <a:pt x="129729" y="179"/>
                </a:lnTo>
                <a:lnTo>
                  <a:pt x="130666" y="298"/>
                </a:lnTo>
                <a:lnTo>
                  <a:pt x="131602" y="426"/>
                </a:lnTo>
                <a:lnTo>
                  <a:pt x="132538" y="561"/>
                </a:lnTo>
                <a:lnTo>
                  <a:pt x="133472" y="703"/>
                </a:lnTo>
                <a:lnTo>
                  <a:pt x="134406" y="854"/>
                </a:lnTo>
                <a:lnTo>
                  <a:pt x="135339" y="1012"/>
                </a:lnTo>
                <a:lnTo>
                  <a:pt x="136271" y="1178"/>
                </a:lnTo>
                <a:lnTo>
                  <a:pt x="137202" y="1351"/>
                </a:lnTo>
                <a:lnTo>
                  <a:pt x="138132" y="1532"/>
                </a:lnTo>
                <a:lnTo>
                  <a:pt x="139061" y="1721"/>
                </a:lnTo>
                <a:lnTo>
                  <a:pt x="139988" y="1917"/>
                </a:lnTo>
                <a:lnTo>
                  <a:pt x="140913" y="2120"/>
                </a:lnTo>
                <a:lnTo>
                  <a:pt x="141835" y="2331"/>
                </a:lnTo>
                <a:lnTo>
                  <a:pt x="142755" y="2550"/>
                </a:lnTo>
                <a:lnTo>
                  <a:pt x="143673" y="2776"/>
                </a:lnTo>
                <a:lnTo>
                  <a:pt x="144589" y="3009"/>
                </a:lnTo>
                <a:lnTo>
                  <a:pt x="145503" y="3250"/>
                </a:lnTo>
                <a:lnTo>
                  <a:pt x="146415" y="3498"/>
                </a:lnTo>
                <a:lnTo>
                  <a:pt x="147324" y="3754"/>
                </a:lnTo>
                <a:lnTo>
                  <a:pt x="148231" y="4017"/>
                </a:lnTo>
                <a:lnTo>
                  <a:pt x="149136" y="4287"/>
                </a:lnTo>
                <a:lnTo>
                  <a:pt x="150039" y="4565"/>
                </a:lnTo>
                <a:lnTo>
                  <a:pt x="150939" y="4850"/>
                </a:lnTo>
                <a:lnTo>
                  <a:pt x="151837" y="5143"/>
                </a:lnTo>
                <a:lnTo>
                  <a:pt x="152733" y="5443"/>
                </a:lnTo>
                <a:lnTo>
                  <a:pt x="153626" y="5750"/>
                </a:lnTo>
                <a:lnTo>
                  <a:pt x="154518" y="6065"/>
                </a:lnTo>
                <a:lnTo>
                  <a:pt x="155406" y="6388"/>
                </a:lnTo>
                <a:lnTo>
                  <a:pt x="156293" y="6717"/>
                </a:lnTo>
                <a:lnTo>
                  <a:pt x="157177" y="7054"/>
                </a:lnTo>
                <a:lnTo>
                  <a:pt x="158059" y="7399"/>
                </a:lnTo>
                <a:lnTo>
                  <a:pt x="158938" y="7750"/>
                </a:lnTo>
                <a:lnTo>
                  <a:pt x="159816" y="8110"/>
                </a:lnTo>
                <a:lnTo>
                  <a:pt x="160690" y="8476"/>
                </a:lnTo>
                <a:lnTo>
                  <a:pt x="161560" y="8849"/>
                </a:lnTo>
                <a:lnTo>
                  <a:pt x="162428" y="9229"/>
                </a:lnTo>
                <a:lnTo>
                  <a:pt x="163291" y="9616"/>
                </a:lnTo>
                <a:lnTo>
                  <a:pt x="164151" y="10010"/>
                </a:lnTo>
                <a:lnTo>
                  <a:pt x="165007" y="10410"/>
                </a:lnTo>
                <a:lnTo>
                  <a:pt x="165860" y="10818"/>
                </a:lnTo>
                <a:lnTo>
                  <a:pt x="166709" y="11232"/>
                </a:lnTo>
                <a:lnTo>
                  <a:pt x="167555" y="11653"/>
                </a:lnTo>
                <a:lnTo>
                  <a:pt x="168397" y="12081"/>
                </a:lnTo>
                <a:lnTo>
                  <a:pt x="169235" y="12516"/>
                </a:lnTo>
                <a:lnTo>
                  <a:pt x="170070" y="12958"/>
                </a:lnTo>
                <a:lnTo>
                  <a:pt x="170901" y="13407"/>
                </a:lnTo>
                <a:lnTo>
                  <a:pt x="171728" y="13862"/>
                </a:lnTo>
                <a:lnTo>
                  <a:pt x="172552" y="14324"/>
                </a:lnTo>
                <a:lnTo>
                  <a:pt x="173372" y="14793"/>
                </a:lnTo>
                <a:lnTo>
                  <a:pt x="174188" y="15269"/>
                </a:lnTo>
                <a:lnTo>
                  <a:pt x="175001" y="15752"/>
                </a:lnTo>
                <a:lnTo>
                  <a:pt x="175810" y="16241"/>
                </a:lnTo>
                <a:lnTo>
                  <a:pt x="176615" y="16738"/>
                </a:lnTo>
                <a:lnTo>
                  <a:pt x="177417" y="17241"/>
                </a:lnTo>
                <a:lnTo>
                  <a:pt x="178214" y="17751"/>
                </a:lnTo>
                <a:lnTo>
                  <a:pt x="179008" y="18267"/>
                </a:lnTo>
                <a:lnTo>
                  <a:pt x="179799" y="18791"/>
                </a:lnTo>
                <a:lnTo>
                  <a:pt x="180585" y="19320"/>
                </a:lnTo>
                <a:lnTo>
                  <a:pt x="181366" y="19856"/>
                </a:lnTo>
                <a:lnTo>
                  <a:pt x="182142" y="20398"/>
                </a:lnTo>
                <a:lnTo>
                  <a:pt x="182913" y="20946"/>
                </a:lnTo>
                <a:lnTo>
                  <a:pt x="183680" y="21500"/>
                </a:lnTo>
                <a:lnTo>
                  <a:pt x="184442" y="22060"/>
                </a:lnTo>
                <a:lnTo>
                  <a:pt x="185199" y="22626"/>
                </a:lnTo>
                <a:lnTo>
                  <a:pt x="185951" y="23198"/>
                </a:lnTo>
                <a:lnTo>
                  <a:pt x="186698" y="23776"/>
                </a:lnTo>
                <a:lnTo>
                  <a:pt x="187440" y="24360"/>
                </a:lnTo>
                <a:lnTo>
                  <a:pt x="188178" y="24950"/>
                </a:lnTo>
                <a:lnTo>
                  <a:pt x="188910" y="25547"/>
                </a:lnTo>
                <a:lnTo>
                  <a:pt x="189638" y="26149"/>
                </a:lnTo>
                <a:lnTo>
                  <a:pt x="190360" y="26757"/>
                </a:lnTo>
                <a:lnTo>
                  <a:pt x="191078" y="27371"/>
                </a:lnTo>
                <a:lnTo>
                  <a:pt x="191791" y="27991"/>
                </a:lnTo>
                <a:lnTo>
                  <a:pt x="192499" y="28617"/>
                </a:lnTo>
                <a:lnTo>
                  <a:pt x="193202" y="29249"/>
                </a:lnTo>
                <a:lnTo>
                  <a:pt x="193900" y="29887"/>
                </a:lnTo>
                <a:lnTo>
                  <a:pt x="194593" y="30530"/>
                </a:lnTo>
                <a:lnTo>
                  <a:pt x="195281" y="31180"/>
                </a:lnTo>
                <a:lnTo>
                  <a:pt x="195963" y="31836"/>
                </a:lnTo>
                <a:lnTo>
                  <a:pt x="196641" y="32497"/>
                </a:lnTo>
                <a:lnTo>
                  <a:pt x="197314" y="33165"/>
                </a:lnTo>
                <a:lnTo>
                  <a:pt x="197982" y="33838"/>
                </a:lnTo>
                <a:lnTo>
                  <a:pt x="198644" y="34516"/>
                </a:lnTo>
                <a:lnTo>
                  <a:pt x="199299" y="35199"/>
                </a:lnTo>
                <a:lnTo>
                  <a:pt x="199949" y="35887"/>
                </a:lnTo>
                <a:lnTo>
                  <a:pt x="200593" y="36580"/>
                </a:lnTo>
                <a:lnTo>
                  <a:pt x="201231" y="37278"/>
                </a:lnTo>
                <a:lnTo>
                  <a:pt x="201862" y="37980"/>
                </a:lnTo>
                <a:lnTo>
                  <a:pt x="202488" y="38688"/>
                </a:lnTo>
                <a:lnTo>
                  <a:pt x="203108" y="39401"/>
                </a:lnTo>
                <a:lnTo>
                  <a:pt x="203722" y="40119"/>
                </a:lnTo>
                <a:lnTo>
                  <a:pt x="204331" y="40841"/>
                </a:lnTo>
                <a:lnTo>
                  <a:pt x="204933" y="41569"/>
                </a:lnTo>
                <a:lnTo>
                  <a:pt x="205529" y="42301"/>
                </a:lnTo>
                <a:lnTo>
                  <a:pt x="206119" y="43039"/>
                </a:lnTo>
                <a:lnTo>
                  <a:pt x="206703" y="43781"/>
                </a:lnTo>
                <a:lnTo>
                  <a:pt x="207281" y="44528"/>
                </a:lnTo>
                <a:lnTo>
                  <a:pt x="207853" y="45280"/>
                </a:lnTo>
                <a:lnTo>
                  <a:pt x="208419" y="46037"/>
                </a:lnTo>
                <a:lnTo>
                  <a:pt x="208979" y="46799"/>
                </a:lnTo>
                <a:lnTo>
                  <a:pt x="209533" y="47565"/>
                </a:lnTo>
                <a:lnTo>
                  <a:pt x="210081" y="48337"/>
                </a:lnTo>
                <a:lnTo>
                  <a:pt x="210623" y="49113"/>
                </a:lnTo>
                <a:lnTo>
                  <a:pt x="211159" y="49894"/>
                </a:lnTo>
                <a:lnTo>
                  <a:pt x="211688" y="50680"/>
                </a:lnTo>
                <a:lnTo>
                  <a:pt x="212212" y="51470"/>
                </a:lnTo>
                <a:lnTo>
                  <a:pt x="212728" y="52264"/>
                </a:lnTo>
                <a:lnTo>
                  <a:pt x="213238" y="53062"/>
                </a:lnTo>
                <a:lnTo>
                  <a:pt x="213741" y="53864"/>
                </a:lnTo>
                <a:lnTo>
                  <a:pt x="214238" y="54669"/>
                </a:lnTo>
                <a:lnTo>
                  <a:pt x="214727" y="55478"/>
                </a:lnTo>
                <a:lnTo>
                  <a:pt x="215210" y="56290"/>
                </a:lnTo>
                <a:lnTo>
                  <a:pt x="215686" y="57107"/>
                </a:lnTo>
                <a:lnTo>
                  <a:pt x="216155" y="57927"/>
                </a:lnTo>
                <a:lnTo>
                  <a:pt x="216617" y="58750"/>
                </a:lnTo>
                <a:lnTo>
                  <a:pt x="217072" y="59578"/>
                </a:lnTo>
                <a:lnTo>
                  <a:pt x="217521" y="60409"/>
                </a:lnTo>
                <a:lnTo>
                  <a:pt x="217963" y="61244"/>
                </a:lnTo>
                <a:lnTo>
                  <a:pt x="218398" y="62082"/>
                </a:lnTo>
                <a:lnTo>
                  <a:pt x="218826" y="62924"/>
                </a:lnTo>
                <a:lnTo>
                  <a:pt x="219247" y="63769"/>
                </a:lnTo>
                <a:lnTo>
                  <a:pt x="219661" y="64619"/>
                </a:lnTo>
                <a:lnTo>
                  <a:pt x="220069" y="65471"/>
                </a:lnTo>
                <a:lnTo>
                  <a:pt x="220469" y="66328"/>
                </a:lnTo>
                <a:lnTo>
                  <a:pt x="220863" y="67188"/>
                </a:lnTo>
                <a:lnTo>
                  <a:pt x="221250" y="68051"/>
                </a:lnTo>
                <a:lnTo>
                  <a:pt x="221630" y="68918"/>
                </a:lnTo>
                <a:lnTo>
                  <a:pt x="222003" y="69789"/>
                </a:lnTo>
                <a:lnTo>
                  <a:pt x="222370" y="70663"/>
                </a:lnTo>
                <a:lnTo>
                  <a:pt x="222729" y="71541"/>
                </a:lnTo>
                <a:lnTo>
                  <a:pt x="223081" y="72420"/>
                </a:lnTo>
                <a:lnTo>
                  <a:pt x="223425" y="73302"/>
                </a:lnTo>
                <a:lnTo>
                  <a:pt x="223762" y="74186"/>
                </a:lnTo>
                <a:lnTo>
                  <a:pt x="224092" y="75072"/>
                </a:lnTo>
                <a:lnTo>
                  <a:pt x="224414" y="75961"/>
                </a:lnTo>
                <a:lnTo>
                  <a:pt x="224729" y="76852"/>
                </a:lnTo>
                <a:lnTo>
                  <a:pt x="225036" y="77746"/>
                </a:lnTo>
                <a:lnTo>
                  <a:pt x="225336" y="78642"/>
                </a:lnTo>
                <a:lnTo>
                  <a:pt x="225629" y="79540"/>
                </a:lnTo>
                <a:lnTo>
                  <a:pt x="225914" y="80440"/>
                </a:lnTo>
                <a:lnTo>
                  <a:pt x="226192" y="81343"/>
                </a:lnTo>
                <a:lnTo>
                  <a:pt x="226462" y="82247"/>
                </a:lnTo>
                <a:lnTo>
                  <a:pt x="226725" y="83154"/>
                </a:lnTo>
                <a:lnTo>
                  <a:pt x="226981" y="84064"/>
                </a:lnTo>
                <a:lnTo>
                  <a:pt x="227229" y="84975"/>
                </a:lnTo>
                <a:lnTo>
                  <a:pt x="227470" y="85889"/>
                </a:lnTo>
                <a:lnTo>
                  <a:pt x="227703" y="86805"/>
                </a:lnTo>
                <a:lnTo>
                  <a:pt x="227929" y="87723"/>
                </a:lnTo>
                <a:lnTo>
                  <a:pt x="228148" y="88643"/>
                </a:lnTo>
                <a:lnTo>
                  <a:pt x="228359" y="89566"/>
                </a:lnTo>
                <a:lnTo>
                  <a:pt x="228562" y="90490"/>
                </a:lnTo>
                <a:lnTo>
                  <a:pt x="228759" y="91417"/>
                </a:lnTo>
                <a:lnTo>
                  <a:pt x="228947" y="92346"/>
                </a:lnTo>
                <a:lnTo>
                  <a:pt x="229128" y="93276"/>
                </a:lnTo>
                <a:lnTo>
                  <a:pt x="229302" y="94207"/>
                </a:lnTo>
                <a:lnTo>
                  <a:pt x="229468" y="95139"/>
                </a:lnTo>
                <a:lnTo>
                  <a:pt x="229626" y="96072"/>
                </a:lnTo>
                <a:lnTo>
                  <a:pt x="229776" y="97006"/>
                </a:lnTo>
                <a:lnTo>
                  <a:pt x="229919" y="97941"/>
                </a:lnTo>
                <a:lnTo>
                  <a:pt x="230054" y="98877"/>
                </a:lnTo>
                <a:lnTo>
                  <a:pt x="230181" y="99813"/>
                </a:lnTo>
                <a:lnTo>
                  <a:pt x="230301" y="100750"/>
                </a:lnTo>
                <a:lnTo>
                  <a:pt x="230413" y="101688"/>
                </a:lnTo>
                <a:lnTo>
                  <a:pt x="230517" y="102627"/>
                </a:lnTo>
                <a:lnTo>
                  <a:pt x="230613" y="103566"/>
                </a:lnTo>
                <a:lnTo>
                  <a:pt x="230702" y="104506"/>
                </a:lnTo>
                <a:lnTo>
                  <a:pt x="230783" y="105447"/>
                </a:lnTo>
                <a:lnTo>
                  <a:pt x="230856" y="106389"/>
                </a:lnTo>
                <a:lnTo>
                  <a:pt x="230922" y="107331"/>
                </a:lnTo>
                <a:lnTo>
                  <a:pt x="230979" y="108275"/>
                </a:lnTo>
                <a:lnTo>
                  <a:pt x="231030" y="109218"/>
                </a:lnTo>
                <a:lnTo>
                  <a:pt x="231072" y="110163"/>
                </a:lnTo>
                <a:lnTo>
                  <a:pt x="231107" y="111108"/>
                </a:lnTo>
                <a:lnTo>
                  <a:pt x="231134" y="112054"/>
                </a:lnTo>
                <a:lnTo>
                  <a:pt x="231153" y="113000"/>
                </a:lnTo>
                <a:lnTo>
                  <a:pt x="231164" y="113948"/>
                </a:lnTo>
                <a:close/>
                <a:moveTo>
                  <a:pt x="216717" y="115726"/>
                </a:moveTo>
                <a:lnTo>
                  <a:pt x="216720" y="114895"/>
                </a:lnTo>
                <a:lnTo>
                  <a:pt x="216717" y="114065"/>
                </a:lnTo>
                <a:lnTo>
                  <a:pt x="216707" y="113236"/>
                </a:lnTo>
                <a:lnTo>
                  <a:pt x="216690" y="112407"/>
                </a:lnTo>
                <a:lnTo>
                  <a:pt x="216666" y="111579"/>
                </a:lnTo>
                <a:lnTo>
                  <a:pt x="216636" y="110752"/>
                </a:lnTo>
                <a:lnTo>
                  <a:pt x="216599" y="109925"/>
                </a:lnTo>
                <a:lnTo>
                  <a:pt x="216555" y="109100"/>
                </a:lnTo>
                <a:lnTo>
                  <a:pt x="216504" y="108275"/>
                </a:lnTo>
                <a:lnTo>
                  <a:pt x="216447" y="107451"/>
                </a:lnTo>
                <a:lnTo>
                  <a:pt x="216383" y="106627"/>
                </a:lnTo>
                <a:lnTo>
                  <a:pt x="216312" y="105804"/>
                </a:lnTo>
                <a:lnTo>
                  <a:pt x="216235" y="104982"/>
                </a:lnTo>
                <a:lnTo>
                  <a:pt x="216150" y="104161"/>
                </a:lnTo>
                <a:lnTo>
                  <a:pt x="216059" y="103340"/>
                </a:lnTo>
                <a:lnTo>
                  <a:pt x="215961" y="102520"/>
                </a:lnTo>
                <a:lnTo>
                  <a:pt x="215857" y="101700"/>
                </a:lnTo>
                <a:lnTo>
                  <a:pt x="215746" y="100881"/>
                </a:lnTo>
                <a:lnTo>
                  <a:pt x="215627" y="100063"/>
                </a:lnTo>
                <a:lnTo>
                  <a:pt x="215503" y="99245"/>
                </a:lnTo>
                <a:lnTo>
                  <a:pt x="215371" y="98428"/>
                </a:lnTo>
                <a:lnTo>
                  <a:pt x="215233" y="97611"/>
                </a:lnTo>
                <a:lnTo>
                  <a:pt x="215088" y="96795"/>
                </a:lnTo>
                <a:lnTo>
                  <a:pt x="214936" y="95980"/>
                </a:lnTo>
                <a:lnTo>
                  <a:pt x="214777" y="95165"/>
                </a:lnTo>
                <a:lnTo>
                  <a:pt x="214612" y="94351"/>
                </a:lnTo>
                <a:lnTo>
                  <a:pt x="214440" y="93540"/>
                </a:lnTo>
                <a:lnTo>
                  <a:pt x="214262" y="92730"/>
                </a:lnTo>
                <a:lnTo>
                  <a:pt x="214077" y="91923"/>
                </a:lnTo>
                <a:lnTo>
                  <a:pt x="213886" y="91118"/>
                </a:lnTo>
                <a:lnTo>
                  <a:pt x="213688" y="90314"/>
                </a:lnTo>
                <a:lnTo>
                  <a:pt x="213484" y="89513"/>
                </a:lnTo>
                <a:lnTo>
                  <a:pt x="213273" y="88714"/>
                </a:lnTo>
                <a:lnTo>
                  <a:pt x="213056" y="87917"/>
                </a:lnTo>
                <a:lnTo>
                  <a:pt x="212833" y="87121"/>
                </a:lnTo>
                <a:lnTo>
                  <a:pt x="212603" y="86328"/>
                </a:lnTo>
                <a:lnTo>
                  <a:pt x="212366" y="85537"/>
                </a:lnTo>
                <a:lnTo>
                  <a:pt x="212123" y="84748"/>
                </a:lnTo>
                <a:lnTo>
                  <a:pt x="211874" y="83960"/>
                </a:lnTo>
                <a:lnTo>
                  <a:pt x="211618" y="83175"/>
                </a:lnTo>
                <a:lnTo>
                  <a:pt x="211355" y="82391"/>
                </a:lnTo>
                <a:lnTo>
                  <a:pt x="211086" y="81610"/>
                </a:lnTo>
                <a:lnTo>
                  <a:pt x="210811" y="80830"/>
                </a:lnTo>
                <a:lnTo>
                  <a:pt x="210529" y="80053"/>
                </a:lnTo>
                <a:lnTo>
                  <a:pt x="210240" y="79277"/>
                </a:lnTo>
                <a:lnTo>
                  <a:pt x="209945" y="78503"/>
                </a:lnTo>
                <a:lnTo>
                  <a:pt x="209644" y="77731"/>
                </a:lnTo>
                <a:lnTo>
                  <a:pt x="209336" y="76960"/>
                </a:lnTo>
                <a:lnTo>
                  <a:pt x="209021" y="76192"/>
                </a:lnTo>
                <a:lnTo>
                  <a:pt x="208700" y="75427"/>
                </a:lnTo>
                <a:lnTo>
                  <a:pt x="208374" y="74664"/>
                </a:lnTo>
                <a:lnTo>
                  <a:pt x="208041" y="73905"/>
                </a:lnTo>
                <a:lnTo>
                  <a:pt x="207702" y="73149"/>
                </a:lnTo>
                <a:lnTo>
                  <a:pt x="207358" y="72397"/>
                </a:lnTo>
                <a:lnTo>
                  <a:pt x="207007" y="71647"/>
                </a:lnTo>
                <a:lnTo>
                  <a:pt x="206651" y="70901"/>
                </a:lnTo>
                <a:lnTo>
                  <a:pt x="206288" y="70158"/>
                </a:lnTo>
                <a:lnTo>
                  <a:pt x="205920" y="69419"/>
                </a:lnTo>
                <a:lnTo>
                  <a:pt x="205545" y="68682"/>
                </a:lnTo>
                <a:lnTo>
                  <a:pt x="205165" y="67949"/>
                </a:lnTo>
                <a:lnTo>
                  <a:pt x="204779" y="67219"/>
                </a:lnTo>
                <a:lnTo>
                  <a:pt x="204387" y="66493"/>
                </a:lnTo>
                <a:lnTo>
                  <a:pt x="203988" y="65769"/>
                </a:lnTo>
                <a:lnTo>
                  <a:pt x="203584" y="65049"/>
                </a:lnTo>
                <a:lnTo>
                  <a:pt x="203174" y="64332"/>
                </a:lnTo>
                <a:lnTo>
                  <a:pt x="202758" y="63618"/>
                </a:lnTo>
                <a:lnTo>
                  <a:pt x="202335" y="62907"/>
                </a:lnTo>
                <a:lnTo>
                  <a:pt x="201907" y="62199"/>
                </a:lnTo>
                <a:lnTo>
                  <a:pt x="201473" y="61495"/>
                </a:lnTo>
                <a:lnTo>
                  <a:pt x="201033" y="60793"/>
                </a:lnTo>
                <a:lnTo>
                  <a:pt x="200586" y="60095"/>
                </a:lnTo>
                <a:lnTo>
                  <a:pt x="200134" y="59399"/>
                </a:lnTo>
                <a:lnTo>
                  <a:pt x="199675" y="58707"/>
                </a:lnTo>
                <a:lnTo>
                  <a:pt x="199211" y="58019"/>
                </a:lnTo>
                <a:lnTo>
                  <a:pt x="198742" y="57335"/>
                </a:lnTo>
                <a:lnTo>
                  <a:pt x="198268" y="56655"/>
                </a:lnTo>
                <a:lnTo>
                  <a:pt x="197788" y="55980"/>
                </a:lnTo>
                <a:lnTo>
                  <a:pt x="197303" y="55309"/>
                </a:lnTo>
                <a:lnTo>
                  <a:pt x="196813" y="54642"/>
                </a:lnTo>
                <a:lnTo>
                  <a:pt x="196318" y="53980"/>
                </a:lnTo>
                <a:lnTo>
                  <a:pt x="195818" y="53322"/>
                </a:lnTo>
                <a:lnTo>
                  <a:pt x="195312" y="52669"/>
                </a:lnTo>
                <a:lnTo>
                  <a:pt x="194801" y="52020"/>
                </a:lnTo>
                <a:lnTo>
                  <a:pt x="194285" y="51375"/>
                </a:lnTo>
                <a:lnTo>
                  <a:pt x="193764" y="50734"/>
                </a:lnTo>
                <a:lnTo>
                  <a:pt x="193237" y="50098"/>
                </a:lnTo>
                <a:lnTo>
                  <a:pt x="192706" y="49466"/>
                </a:lnTo>
                <a:lnTo>
                  <a:pt x="192169" y="48839"/>
                </a:lnTo>
                <a:lnTo>
                  <a:pt x="191626" y="48215"/>
                </a:lnTo>
                <a:lnTo>
                  <a:pt x="191079" y="47596"/>
                </a:lnTo>
                <a:lnTo>
                  <a:pt x="190526" y="46981"/>
                </a:lnTo>
                <a:lnTo>
                  <a:pt x="189968" y="46371"/>
                </a:lnTo>
                <a:lnTo>
                  <a:pt x="189405" y="45764"/>
                </a:lnTo>
                <a:lnTo>
                  <a:pt x="188836" y="45162"/>
                </a:lnTo>
                <a:lnTo>
                  <a:pt x="188262" y="44564"/>
                </a:lnTo>
                <a:lnTo>
                  <a:pt x="187683" y="43971"/>
                </a:lnTo>
                <a:lnTo>
                  <a:pt x="187098" y="43381"/>
                </a:lnTo>
                <a:lnTo>
                  <a:pt x="186509" y="42797"/>
                </a:lnTo>
                <a:lnTo>
                  <a:pt x="185915" y="42217"/>
                </a:lnTo>
                <a:lnTo>
                  <a:pt x="185317" y="41643"/>
                </a:lnTo>
                <a:lnTo>
                  <a:pt x="184715" y="41075"/>
                </a:lnTo>
                <a:lnTo>
                  <a:pt x="184109" y="40511"/>
                </a:lnTo>
                <a:lnTo>
                  <a:pt x="183498" y="39953"/>
                </a:lnTo>
                <a:lnTo>
                  <a:pt x="182883" y="39400"/>
                </a:lnTo>
                <a:lnTo>
                  <a:pt x="182264" y="38853"/>
                </a:lnTo>
                <a:lnTo>
                  <a:pt x="181641" y="38311"/>
                </a:lnTo>
                <a:lnTo>
                  <a:pt x="181013" y="37774"/>
                </a:lnTo>
                <a:lnTo>
                  <a:pt x="180381" y="37242"/>
                </a:lnTo>
                <a:lnTo>
                  <a:pt x="179745" y="36715"/>
                </a:lnTo>
                <a:lnTo>
                  <a:pt x="179104" y="36194"/>
                </a:lnTo>
                <a:lnTo>
                  <a:pt x="178459" y="35678"/>
                </a:lnTo>
                <a:lnTo>
                  <a:pt x="177810" y="35167"/>
                </a:lnTo>
                <a:lnTo>
                  <a:pt x="177157" y="34662"/>
                </a:lnTo>
                <a:lnTo>
                  <a:pt x="176499" y="34161"/>
                </a:lnTo>
                <a:lnTo>
                  <a:pt x="175837" y="33666"/>
                </a:lnTo>
                <a:lnTo>
                  <a:pt x="175170" y="33176"/>
                </a:lnTo>
                <a:lnTo>
                  <a:pt x="174499" y="32691"/>
                </a:lnTo>
                <a:lnTo>
                  <a:pt x="173824" y="32212"/>
                </a:lnTo>
                <a:lnTo>
                  <a:pt x="173144" y="31737"/>
                </a:lnTo>
                <a:lnTo>
                  <a:pt x="172460" y="31268"/>
                </a:lnTo>
                <a:lnTo>
                  <a:pt x="171772" y="30804"/>
                </a:lnTo>
                <a:lnTo>
                  <a:pt x="171080" y="30345"/>
                </a:lnTo>
                <a:lnTo>
                  <a:pt x="170384" y="29893"/>
                </a:lnTo>
                <a:lnTo>
                  <a:pt x="169686" y="29447"/>
                </a:lnTo>
                <a:lnTo>
                  <a:pt x="168984" y="29006"/>
                </a:lnTo>
                <a:lnTo>
                  <a:pt x="168280" y="28572"/>
                </a:lnTo>
                <a:lnTo>
                  <a:pt x="167572" y="28144"/>
                </a:lnTo>
                <a:lnTo>
                  <a:pt x="166861" y="27722"/>
                </a:lnTo>
                <a:lnTo>
                  <a:pt x="166147" y="27305"/>
                </a:lnTo>
                <a:lnTo>
                  <a:pt x="165430" y="26895"/>
                </a:lnTo>
                <a:lnTo>
                  <a:pt x="164709" y="26491"/>
                </a:lnTo>
                <a:lnTo>
                  <a:pt x="163986" y="26093"/>
                </a:lnTo>
                <a:lnTo>
                  <a:pt x="163259" y="25700"/>
                </a:lnTo>
                <a:lnTo>
                  <a:pt x="162529" y="25314"/>
                </a:lnTo>
                <a:lnTo>
                  <a:pt x="161796" y="24934"/>
                </a:lnTo>
                <a:lnTo>
                  <a:pt x="161060" y="24559"/>
                </a:lnTo>
                <a:lnTo>
                  <a:pt x="160320" y="24191"/>
                </a:lnTo>
                <a:lnTo>
                  <a:pt x="159577" y="23828"/>
                </a:lnTo>
                <a:lnTo>
                  <a:pt x="158831" y="23472"/>
                </a:lnTo>
                <a:lnTo>
                  <a:pt x="158082" y="23121"/>
                </a:lnTo>
                <a:lnTo>
                  <a:pt x="157330" y="22777"/>
                </a:lnTo>
                <a:lnTo>
                  <a:pt x="156574" y="22438"/>
                </a:lnTo>
                <a:lnTo>
                  <a:pt x="155815" y="22105"/>
                </a:lnTo>
                <a:lnTo>
                  <a:pt x="155052" y="21779"/>
                </a:lnTo>
                <a:lnTo>
                  <a:pt x="154287" y="21458"/>
                </a:lnTo>
                <a:lnTo>
                  <a:pt x="153518" y="21143"/>
                </a:lnTo>
                <a:lnTo>
                  <a:pt x="152748" y="20835"/>
                </a:lnTo>
                <a:lnTo>
                  <a:pt x="151976" y="20534"/>
                </a:lnTo>
                <a:lnTo>
                  <a:pt x="151202" y="20239"/>
                </a:lnTo>
                <a:lnTo>
                  <a:pt x="150426" y="19950"/>
                </a:lnTo>
                <a:lnTo>
                  <a:pt x="149649" y="19668"/>
                </a:lnTo>
                <a:lnTo>
                  <a:pt x="148869" y="19393"/>
                </a:lnTo>
                <a:lnTo>
                  <a:pt x="148087" y="19124"/>
                </a:lnTo>
                <a:lnTo>
                  <a:pt x="147304" y="18861"/>
                </a:lnTo>
                <a:lnTo>
                  <a:pt x="146519" y="18605"/>
                </a:lnTo>
                <a:lnTo>
                  <a:pt x="145731" y="18356"/>
                </a:lnTo>
                <a:lnTo>
                  <a:pt x="144942" y="18113"/>
                </a:lnTo>
                <a:lnTo>
                  <a:pt x="144151" y="17877"/>
                </a:lnTo>
                <a:lnTo>
                  <a:pt x="143358" y="17647"/>
                </a:lnTo>
                <a:lnTo>
                  <a:pt x="142562" y="17423"/>
                </a:lnTo>
                <a:lnTo>
                  <a:pt x="141765" y="17206"/>
                </a:lnTo>
                <a:lnTo>
                  <a:pt x="140966" y="16995"/>
                </a:lnTo>
                <a:lnTo>
                  <a:pt x="140165" y="16791"/>
                </a:lnTo>
                <a:lnTo>
                  <a:pt x="139361" y="16594"/>
                </a:lnTo>
                <a:lnTo>
                  <a:pt x="138556" y="16403"/>
                </a:lnTo>
                <a:lnTo>
                  <a:pt x="137749" y="16218"/>
                </a:lnTo>
                <a:lnTo>
                  <a:pt x="136939" y="16040"/>
                </a:lnTo>
                <a:lnTo>
                  <a:pt x="136127" y="15868"/>
                </a:lnTo>
                <a:lnTo>
                  <a:pt x="135314" y="15703"/>
                </a:lnTo>
                <a:lnTo>
                  <a:pt x="134499" y="15544"/>
                </a:lnTo>
                <a:lnTo>
                  <a:pt x="133683" y="15392"/>
                </a:lnTo>
                <a:lnTo>
                  <a:pt x="132867" y="15247"/>
                </a:lnTo>
                <a:lnTo>
                  <a:pt x="132051" y="15109"/>
                </a:lnTo>
                <a:lnTo>
                  <a:pt x="131234" y="14977"/>
                </a:lnTo>
                <a:lnTo>
                  <a:pt x="130416" y="14852"/>
                </a:lnTo>
                <a:lnTo>
                  <a:pt x="129598" y="14734"/>
                </a:lnTo>
                <a:lnTo>
                  <a:pt x="128779" y="14623"/>
                </a:lnTo>
                <a:lnTo>
                  <a:pt x="127959" y="14518"/>
                </a:lnTo>
                <a:lnTo>
                  <a:pt x="127139" y="14420"/>
                </a:lnTo>
                <a:lnTo>
                  <a:pt x="126318" y="14329"/>
                </a:lnTo>
                <a:lnTo>
                  <a:pt x="125497" y="14245"/>
                </a:lnTo>
                <a:lnTo>
                  <a:pt x="124675" y="14168"/>
                </a:lnTo>
                <a:lnTo>
                  <a:pt x="123852" y="14097"/>
                </a:lnTo>
                <a:lnTo>
                  <a:pt x="123029" y="14033"/>
                </a:lnTo>
                <a:lnTo>
                  <a:pt x="122204" y="13975"/>
                </a:lnTo>
                <a:lnTo>
                  <a:pt x="121379" y="13925"/>
                </a:lnTo>
                <a:lnTo>
                  <a:pt x="120554" y="13881"/>
                </a:lnTo>
                <a:lnTo>
                  <a:pt x="119727" y="13844"/>
                </a:lnTo>
                <a:lnTo>
                  <a:pt x="118900" y="13813"/>
                </a:lnTo>
                <a:lnTo>
                  <a:pt x="118072" y="13790"/>
                </a:lnTo>
                <a:lnTo>
                  <a:pt x="117244" y="13773"/>
                </a:lnTo>
                <a:lnTo>
                  <a:pt x="116414" y="13763"/>
                </a:lnTo>
                <a:lnTo>
                  <a:pt x="115584" y="13759"/>
                </a:lnTo>
                <a:lnTo>
                  <a:pt x="114754" y="13763"/>
                </a:lnTo>
                <a:lnTo>
                  <a:pt x="113924" y="13773"/>
                </a:lnTo>
                <a:lnTo>
                  <a:pt x="113096" y="13790"/>
                </a:lnTo>
                <a:lnTo>
                  <a:pt x="112268" y="13813"/>
                </a:lnTo>
                <a:lnTo>
                  <a:pt x="111441" y="13844"/>
                </a:lnTo>
                <a:lnTo>
                  <a:pt x="110614" y="13881"/>
                </a:lnTo>
                <a:lnTo>
                  <a:pt x="109789" y="13925"/>
                </a:lnTo>
                <a:lnTo>
                  <a:pt x="108964" y="13975"/>
                </a:lnTo>
                <a:lnTo>
                  <a:pt x="108139" y="14033"/>
                </a:lnTo>
                <a:lnTo>
                  <a:pt x="107316" y="14097"/>
                </a:lnTo>
                <a:lnTo>
                  <a:pt x="106493" y="14168"/>
                </a:lnTo>
                <a:lnTo>
                  <a:pt x="105671" y="14245"/>
                </a:lnTo>
                <a:lnTo>
                  <a:pt x="104849" y="14329"/>
                </a:lnTo>
                <a:lnTo>
                  <a:pt x="104028" y="14420"/>
                </a:lnTo>
                <a:lnTo>
                  <a:pt x="103208" y="14518"/>
                </a:lnTo>
                <a:lnTo>
                  <a:pt x="102389" y="14623"/>
                </a:lnTo>
                <a:lnTo>
                  <a:pt x="101570" y="14734"/>
                </a:lnTo>
                <a:lnTo>
                  <a:pt x="100751" y="14852"/>
                </a:lnTo>
                <a:lnTo>
                  <a:pt x="99933" y="14977"/>
                </a:lnTo>
                <a:lnTo>
                  <a:pt x="99116" y="15109"/>
                </a:lnTo>
                <a:lnTo>
                  <a:pt x="98300" y="15247"/>
                </a:lnTo>
                <a:lnTo>
                  <a:pt x="97483" y="15392"/>
                </a:lnTo>
                <a:lnTo>
                  <a:pt x="96668" y="15544"/>
                </a:lnTo>
                <a:lnTo>
                  <a:pt x="95853" y="15703"/>
                </a:lnTo>
                <a:lnTo>
                  <a:pt x="95039" y="15868"/>
                </a:lnTo>
                <a:lnTo>
                  <a:pt x="94228" y="16040"/>
                </a:lnTo>
                <a:lnTo>
                  <a:pt x="93418" y="16218"/>
                </a:lnTo>
                <a:lnTo>
                  <a:pt x="92611" y="16403"/>
                </a:lnTo>
                <a:lnTo>
                  <a:pt x="91806" y="16594"/>
                </a:lnTo>
                <a:lnTo>
                  <a:pt x="91002" y="16791"/>
                </a:lnTo>
                <a:lnTo>
                  <a:pt x="90201" y="16995"/>
                </a:lnTo>
                <a:lnTo>
                  <a:pt x="89402" y="17206"/>
                </a:lnTo>
                <a:lnTo>
                  <a:pt x="88605" y="17423"/>
                </a:lnTo>
                <a:lnTo>
                  <a:pt x="87809" y="17647"/>
                </a:lnTo>
                <a:lnTo>
                  <a:pt x="87016" y="17877"/>
                </a:lnTo>
                <a:lnTo>
                  <a:pt x="86225" y="18113"/>
                </a:lnTo>
                <a:lnTo>
                  <a:pt x="85436" y="18356"/>
                </a:lnTo>
                <a:lnTo>
                  <a:pt x="84648" y="18605"/>
                </a:lnTo>
                <a:lnTo>
                  <a:pt x="83863" y="18861"/>
                </a:lnTo>
                <a:lnTo>
                  <a:pt x="83080" y="19124"/>
                </a:lnTo>
                <a:lnTo>
                  <a:pt x="82298" y="19393"/>
                </a:lnTo>
                <a:lnTo>
                  <a:pt x="81519" y="19668"/>
                </a:lnTo>
                <a:lnTo>
                  <a:pt x="80741" y="19950"/>
                </a:lnTo>
                <a:lnTo>
                  <a:pt x="79965" y="20239"/>
                </a:lnTo>
                <a:lnTo>
                  <a:pt x="79191" y="20534"/>
                </a:lnTo>
                <a:lnTo>
                  <a:pt x="78419" y="20835"/>
                </a:lnTo>
                <a:lnTo>
                  <a:pt x="77649" y="21143"/>
                </a:lnTo>
                <a:lnTo>
                  <a:pt x="76881" y="21458"/>
                </a:lnTo>
                <a:lnTo>
                  <a:pt x="76115" y="21779"/>
                </a:lnTo>
                <a:lnTo>
                  <a:pt x="75352" y="22106"/>
                </a:lnTo>
                <a:lnTo>
                  <a:pt x="74593" y="22438"/>
                </a:lnTo>
                <a:lnTo>
                  <a:pt x="73837" y="22777"/>
                </a:lnTo>
                <a:lnTo>
                  <a:pt x="73085" y="23121"/>
                </a:lnTo>
                <a:lnTo>
                  <a:pt x="72335" y="23472"/>
                </a:lnTo>
                <a:lnTo>
                  <a:pt x="71589" y="23828"/>
                </a:lnTo>
                <a:lnTo>
                  <a:pt x="70847" y="24191"/>
                </a:lnTo>
                <a:lnTo>
                  <a:pt x="70107" y="24559"/>
                </a:lnTo>
                <a:lnTo>
                  <a:pt x="69371" y="24934"/>
                </a:lnTo>
                <a:lnTo>
                  <a:pt x="68638" y="25314"/>
                </a:lnTo>
                <a:lnTo>
                  <a:pt x="67908" y="25700"/>
                </a:lnTo>
                <a:lnTo>
                  <a:pt x="67181" y="26093"/>
                </a:lnTo>
                <a:lnTo>
                  <a:pt x="66457" y="26491"/>
                </a:lnTo>
                <a:lnTo>
                  <a:pt x="65737" y="26895"/>
                </a:lnTo>
                <a:lnTo>
                  <a:pt x="65020" y="27305"/>
                </a:lnTo>
                <a:lnTo>
                  <a:pt x="64306" y="27721"/>
                </a:lnTo>
                <a:lnTo>
                  <a:pt x="63595" y="28144"/>
                </a:lnTo>
                <a:lnTo>
                  <a:pt x="62887" y="28572"/>
                </a:lnTo>
                <a:lnTo>
                  <a:pt x="62183" y="29006"/>
                </a:lnTo>
                <a:lnTo>
                  <a:pt x="61481" y="29447"/>
                </a:lnTo>
                <a:lnTo>
                  <a:pt x="60783" y="29893"/>
                </a:lnTo>
                <a:lnTo>
                  <a:pt x="60088" y="30345"/>
                </a:lnTo>
                <a:lnTo>
                  <a:pt x="59395" y="30804"/>
                </a:lnTo>
                <a:lnTo>
                  <a:pt x="58707" y="31268"/>
                </a:lnTo>
                <a:lnTo>
                  <a:pt x="58023" y="31737"/>
                </a:lnTo>
                <a:lnTo>
                  <a:pt x="57343" y="32211"/>
                </a:lnTo>
                <a:lnTo>
                  <a:pt x="56668" y="32691"/>
                </a:lnTo>
                <a:lnTo>
                  <a:pt x="55997" y="33176"/>
                </a:lnTo>
                <a:lnTo>
                  <a:pt x="55331" y="33666"/>
                </a:lnTo>
                <a:lnTo>
                  <a:pt x="54669" y="34161"/>
                </a:lnTo>
                <a:lnTo>
                  <a:pt x="54011" y="34661"/>
                </a:lnTo>
                <a:lnTo>
                  <a:pt x="53357" y="35167"/>
                </a:lnTo>
                <a:lnTo>
                  <a:pt x="52708" y="35678"/>
                </a:lnTo>
                <a:lnTo>
                  <a:pt x="52064" y="36194"/>
                </a:lnTo>
                <a:lnTo>
                  <a:pt x="51423" y="36715"/>
                </a:lnTo>
                <a:lnTo>
                  <a:pt x="50787" y="37242"/>
                </a:lnTo>
                <a:lnTo>
                  <a:pt x="50155" y="37773"/>
                </a:lnTo>
                <a:lnTo>
                  <a:pt x="49527" y="38310"/>
                </a:lnTo>
                <a:lnTo>
                  <a:pt x="48904" y="38853"/>
                </a:lnTo>
                <a:lnTo>
                  <a:pt x="48285" y="39400"/>
                </a:lnTo>
                <a:lnTo>
                  <a:pt x="47670" y="39953"/>
                </a:lnTo>
                <a:lnTo>
                  <a:pt x="47060" y="40511"/>
                </a:lnTo>
                <a:lnTo>
                  <a:pt x="46453" y="41074"/>
                </a:lnTo>
                <a:lnTo>
                  <a:pt x="45851" y="41643"/>
                </a:lnTo>
                <a:lnTo>
                  <a:pt x="45253" y="42217"/>
                </a:lnTo>
                <a:lnTo>
                  <a:pt x="44660" y="42797"/>
                </a:lnTo>
                <a:lnTo>
                  <a:pt x="44070" y="43381"/>
                </a:lnTo>
                <a:lnTo>
                  <a:pt x="43485" y="43971"/>
                </a:lnTo>
                <a:lnTo>
                  <a:pt x="42906" y="44565"/>
                </a:lnTo>
                <a:lnTo>
                  <a:pt x="42332" y="45162"/>
                </a:lnTo>
                <a:lnTo>
                  <a:pt x="41763" y="45765"/>
                </a:lnTo>
                <a:lnTo>
                  <a:pt x="41200" y="46371"/>
                </a:lnTo>
                <a:lnTo>
                  <a:pt x="40642" y="46982"/>
                </a:lnTo>
                <a:lnTo>
                  <a:pt x="40089" y="47596"/>
                </a:lnTo>
                <a:lnTo>
                  <a:pt x="39541" y="48215"/>
                </a:lnTo>
                <a:lnTo>
                  <a:pt x="38999" y="48839"/>
                </a:lnTo>
                <a:lnTo>
                  <a:pt x="38462" y="49466"/>
                </a:lnTo>
                <a:lnTo>
                  <a:pt x="37930" y="50098"/>
                </a:lnTo>
                <a:lnTo>
                  <a:pt x="37404" y="50735"/>
                </a:lnTo>
                <a:lnTo>
                  <a:pt x="36883" y="51375"/>
                </a:lnTo>
                <a:lnTo>
                  <a:pt x="36367" y="52020"/>
                </a:lnTo>
                <a:lnTo>
                  <a:pt x="35856" y="52669"/>
                </a:lnTo>
                <a:lnTo>
                  <a:pt x="35350" y="53322"/>
                </a:lnTo>
                <a:lnTo>
                  <a:pt x="34850" y="53980"/>
                </a:lnTo>
                <a:lnTo>
                  <a:pt x="34355" y="54642"/>
                </a:lnTo>
                <a:lnTo>
                  <a:pt x="33865" y="55309"/>
                </a:lnTo>
                <a:lnTo>
                  <a:pt x="33380" y="55980"/>
                </a:lnTo>
                <a:lnTo>
                  <a:pt x="32900" y="56655"/>
                </a:lnTo>
                <a:lnTo>
                  <a:pt x="32426" y="57335"/>
                </a:lnTo>
                <a:lnTo>
                  <a:pt x="31957" y="58019"/>
                </a:lnTo>
                <a:lnTo>
                  <a:pt x="31492" y="58707"/>
                </a:lnTo>
                <a:lnTo>
                  <a:pt x="31034" y="59400"/>
                </a:lnTo>
                <a:lnTo>
                  <a:pt x="30581" y="60095"/>
                </a:lnTo>
                <a:lnTo>
                  <a:pt x="30135" y="60793"/>
                </a:lnTo>
                <a:lnTo>
                  <a:pt x="29695" y="61495"/>
                </a:lnTo>
                <a:lnTo>
                  <a:pt x="29260" y="62199"/>
                </a:lnTo>
                <a:lnTo>
                  <a:pt x="28832" y="62907"/>
                </a:lnTo>
                <a:lnTo>
                  <a:pt x="28410" y="63618"/>
                </a:lnTo>
                <a:lnTo>
                  <a:pt x="27994" y="64332"/>
                </a:lnTo>
                <a:lnTo>
                  <a:pt x="27583" y="65049"/>
                </a:lnTo>
                <a:lnTo>
                  <a:pt x="27179" y="65769"/>
                </a:lnTo>
                <a:lnTo>
                  <a:pt x="26781" y="66493"/>
                </a:lnTo>
                <a:lnTo>
                  <a:pt x="26389" y="67220"/>
                </a:lnTo>
                <a:lnTo>
                  <a:pt x="26002" y="67949"/>
                </a:lnTo>
                <a:lnTo>
                  <a:pt x="25622" y="68683"/>
                </a:lnTo>
                <a:lnTo>
                  <a:pt x="25248" y="69419"/>
                </a:lnTo>
                <a:lnTo>
                  <a:pt x="24879" y="70158"/>
                </a:lnTo>
                <a:lnTo>
                  <a:pt x="24517" y="70901"/>
                </a:lnTo>
                <a:lnTo>
                  <a:pt x="24160" y="71647"/>
                </a:lnTo>
                <a:lnTo>
                  <a:pt x="23810" y="72396"/>
                </a:lnTo>
                <a:lnTo>
                  <a:pt x="23465" y="73149"/>
                </a:lnTo>
                <a:lnTo>
                  <a:pt x="23127" y="73905"/>
                </a:lnTo>
                <a:lnTo>
                  <a:pt x="22794" y="74664"/>
                </a:lnTo>
                <a:lnTo>
                  <a:pt x="22467" y="75426"/>
                </a:lnTo>
                <a:lnTo>
                  <a:pt x="22146" y="76192"/>
                </a:lnTo>
                <a:lnTo>
                  <a:pt x="21832" y="76961"/>
                </a:lnTo>
                <a:lnTo>
                  <a:pt x="21523" y="77731"/>
                </a:lnTo>
                <a:lnTo>
                  <a:pt x="21222" y="78503"/>
                </a:lnTo>
                <a:lnTo>
                  <a:pt x="20927" y="79277"/>
                </a:lnTo>
                <a:lnTo>
                  <a:pt x="20638" y="80053"/>
                </a:lnTo>
                <a:lnTo>
                  <a:pt x="20356" y="80830"/>
                </a:lnTo>
                <a:lnTo>
                  <a:pt x="20081" y="81610"/>
                </a:lnTo>
                <a:lnTo>
                  <a:pt x="19812" y="82392"/>
                </a:lnTo>
                <a:lnTo>
                  <a:pt x="19550" y="83175"/>
                </a:lnTo>
                <a:lnTo>
                  <a:pt x="19294" y="83960"/>
                </a:lnTo>
                <a:lnTo>
                  <a:pt x="19044" y="84748"/>
                </a:lnTo>
                <a:lnTo>
                  <a:pt x="18801" y="85537"/>
                </a:lnTo>
                <a:lnTo>
                  <a:pt x="18565" y="86328"/>
                </a:lnTo>
                <a:lnTo>
                  <a:pt x="18335" y="87121"/>
                </a:lnTo>
                <a:lnTo>
                  <a:pt x="18111" y="87916"/>
                </a:lnTo>
                <a:lnTo>
                  <a:pt x="17894" y="88713"/>
                </a:lnTo>
                <a:lnTo>
                  <a:pt x="17684" y="89513"/>
                </a:lnTo>
                <a:lnTo>
                  <a:pt x="17480" y="90314"/>
                </a:lnTo>
                <a:lnTo>
                  <a:pt x="17282" y="91117"/>
                </a:lnTo>
                <a:lnTo>
                  <a:pt x="17091" y="91922"/>
                </a:lnTo>
                <a:lnTo>
                  <a:pt x="16906" y="92730"/>
                </a:lnTo>
                <a:lnTo>
                  <a:pt x="16728" y="93539"/>
                </a:lnTo>
                <a:lnTo>
                  <a:pt x="16556" y="94351"/>
                </a:lnTo>
                <a:lnTo>
                  <a:pt x="16391" y="95164"/>
                </a:lnTo>
                <a:lnTo>
                  <a:pt x="16233" y="95979"/>
                </a:lnTo>
                <a:lnTo>
                  <a:pt x="16081" y="96795"/>
                </a:lnTo>
                <a:lnTo>
                  <a:pt x="15936" y="97611"/>
                </a:lnTo>
                <a:lnTo>
                  <a:pt x="15797" y="98428"/>
                </a:lnTo>
                <a:lnTo>
                  <a:pt x="15666" y="99245"/>
                </a:lnTo>
                <a:lnTo>
                  <a:pt x="15541" y="100063"/>
                </a:lnTo>
                <a:lnTo>
                  <a:pt x="15423" y="100881"/>
                </a:lnTo>
                <a:lnTo>
                  <a:pt x="15312" y="101700"/>
                </a:lnTo>
                <a:lnTo>
                  <a:pt x="15207" y="102520"/>
                </a:lnTo>
                <a:lnTo>
                  <a:pt x="15109" y="103340"/>
                </a:lnTo>
                <a:lnTo>
                  <a:pt x="15018" y="104161"/>
                </a:lnTo>
                <a:lnTo>
                  <a:pt x="14934" y="104982"/>
                </a:lnTo>
                <a:lnTo>
                  <a:pt x="14856" y="105804"/>
                </a:lnTo>
                <a:lnTo>
                  <a:pt x="14786" y="106627"/>
                </a:lnTo>
                <a:lnTo>
                  <a:pt x="14721" y="107451"/>
                </a:lnTo>
                <a:lnTo>
                  <a:pt x="14664" y="108275"/>
                </a:lnTo>
                <a:lnTo>
                  <a:pt x="14613" y="109100"/>
                </a:lnTo>
                <a:lnTo>
                  <a:pt x="14570" y="109926"/>
                </a:lnTo>
                <a:lnTo>
                  <a:pt x="14533" y="110752"/>
                </a:lnTo>
                <a:lnTo>
                  <a:pt x="14502" y="111579"/>
                </a:lnTo>
                <a:lnTo>
                  <a:pt x="14479" y="112407"/>
                </a:lnTo>
                <a:lnTo>
                  <a:pt x="14462" y="113236"/>
                </a:lnTo>
                <a:lnTo>
                  <a:pt x="14452" y="114065"/>
                </a:lnTo>
                <a:lnTo>
                  <a:pt x="14448" y="114895"/>
                </a:lnTo>
                <a:lnTo>
                  <a:pt x="14452" y="115726"/>
                </a:lnTo>
                <a:lnTo>
                  <a:pt x="14462" y="116555"/>
                </a:lnTo>
                <a:lnTo>
                  <a:pt x="14479" y="117384"/>
                </a:lnTo>
                <a:lnTo>
                  <a:pt x="14502" y="118212"/>
                </a:lnTo>
                <a:lnTo>
                  <a:pt x="14533" y="119039"/>
                </a:lnTo>
                <a:lnTo>
                  <a:pt x="14570" y="119865"/>
                </a:lnTo>
                <a:lnTo>
                  <a:pt x="14613" y="120691"/>
                </a:lnTo>
                <a:lnTo>
                  <a:pt x="14664" y="121516"/>
                </a:lnTo>
                <a:lnTo>
                  <a:pt x="14721" y="122340"/>
                </a:lnTo>
                <a:lnTo>
                  <a:pt x="14786" y="123164"/>
                </a:lnTo>
                <a:lnTo>
                  <a:pt x="14856" y="123986"/>
                </a:lnTo>
                <a:lnTo>
                  <a:pt x="14934" y="124809"/>
                </a:lnTo>
                <a:lnTo>
                  <a:pt x="15018" y="125630"/>
                </a:lnTo>
                <a:lnTo>
                  <a:pt x="15109" y="126451"/>
                </a:lnTo>
                <a:lnTo>
                  <a:pt x="15207" y="127271"/>
                </a:lnTo>
                <a:lnTo>
                  <a:pt x="15312" y="128091"/>
                </a:lnTo>
                <a:lnTo>
                  <a:pt x="15423" y="128910"/>
                </a:lnTo>
                <a:lnTo>
                  <a:pt x="15541" y="129728"/>
                </a:lnTo>
                <a:lnTo>
                  <a:pt x="15666" y="130546"/>
                </a:lnTo>
                <a:lnTo>
                  <a:pt x="15797" y="131363"/>
                </a:lnTo>
                <a:lnTo>
                  <a:pt x="15936" y="132180"/>
                </a:lnTo>
                <a:lnTo>
                  <a:pt x="16081" y="132996"/>
                </a:lnTo>
                <a:lnTo>
                  <a:pt x="16233" y="133811"/>
                </a:lnTo>
                <a:lnTo>
                  <a:pt x="16391" y="134626"/>
                </a:lnTo>
                <a:lnTo>
                  <a:pt x="16556" y="135440"/>
                </a:lnTo>
                <a:lnTo>
                  <a:pt x="16728" y="136252"/>
                </a:lnTo>
                <a:lnTo>
                  <a:pt x="16906" y="137061"/>
                </a:lnTo>
                <a:lnTo>
                  <a:pt x="17091" y="137868"/>
                </a:lnTo>
                <a:lnTo>
                  <a:pt x="17282" y="138674"/>
                </a:lnTo>
                <a:lnTo>
                  <a:pt x="17480" y="139477"/>
                </a:lnTo>
                <a:lnTo>
                  <a:pt x="17684" y="140278"/>
                </a:lnTo>
                <a:lnTo>
                  <a:pt x="17894" y="141077"/>
                </a:lnTo>
                <a:lnTo>
                  <a:pt x="18111" y="141874"/>
                </a:lnTo>
                <a:lnTo>
                  <a:pt x="18335" y="142670"/>
                </a:lnTo>
                <a:lnTo>
                  <a:pt x="18565" y="143463"/>
                </a:lnTo>
                <a:lnTo>
                  <a:pt x="18801" y="144254"/>
                </a:lnTo>
                <a:lnTo>
                  <a:pt x="19044" y="145043"/>
                </a:lnTo>
                <a:lnTo>
                  <a:pt x="19294" y="145830"/>
                </a:lnTo>
                <a:lnTo>
                  <a:pt x="19550" y="146616"/>
                </a:lnTo>
                <a:lnTo>
                  <a:pt x="19812" y="147399"/>
                </a:lnTo>
                <a:lnTo>
                  <a:pt x="20081" y="148181"/>
                </a:lnTo>
                <a:lnTo>
                  <a:pt x="20356" y="148960"/>
                </a:lnTo>
                <a:lnTo>
                  <a:pt x="20638" y="149738"/>
                </a:lnTo>
                <a:lnTo>
                  <a:pt x="20927" y="150514"/>
                </a:lnTo>
                <a:lnTo>
                  <a:pt x="21222" y="151288"/>
                </a:lnTo>
                <a:lnTo>
                  <a:pt x="21523" y="152060"/>
                </a:lnTo>
                <a:lnTo>
                  <a:pt x="21832" y="152830"/>
                </a:lnTo>
                <a:lnTo>
                  <a:pt x="22146" y="153598"/>
                </a:lnTo>
                <a:lnTo>
                  <a:pt x="22467" y="154364"/>
                </a:lnTo>
                <a:lnTo>
                  <a:pt x="22794" y="155127"/>
                </a:lnTo>
                <a:lnTo>
                  <a:pt x="23127" y="155886"/>
                </a:lnTo>
                <a:lnTo>
                  <a:pt x="23465" y="156642"/>
                </a:lnTo>
                <a:lnTo>
                  <a:pt x="23810" y="157394"/>
                </a:lnTo>
                <a:lnTo>
                  <a:pt x="24160" y="158144"/>
                </a:lnTo>
                <a:lnTo>
                  <a:pt x="24517" y="158890"/>
                </a:lnTo>
                <a:lnTo>
                  <a:pt x="24879" y="159632"/>
                </a:lnTo>
                <a:lnTo>
                  <a:pt x="25248" y="160372"/>
                </a:lnTo>
                <a:lnTo>
                  <a:pt x="25622" y="161108"/>
                </a:lnTo>
                <a:lnTo>
                  <a:pt x="26002" y="161841"/>
                </a:lnTo>
                <a:lnTo>
                  <a:pt x="26389" y="162571"/>
                </a:lnTo>
                <a:lnTo>
                  <a:pt x="26781" y="163298"/>
                </a:lnTo>
                <a:lnTo>
                  <a:pt x="27179" y="164021"/>
                </a:lnTo>
                <a:lnTo>
                  <a:pt x="27583" y="164742"/>
                </a:lnTo>
                <a:lnTo>
                  <a:pt x="27994" y="165459"/>
                </a:lnTo>
                <a:lnTo>
                  <a:pt x="28410" y="166173"/>
                </a:lnTo>
                <a:lnTo>
                  <a:pt x="28832" y="166884"/>
                </a:lnTo>
                <a:lnTo>
                  <a:pt x="29260" y="167592"/>
                </a:lnTo>
                <a:lnTo>
                  <a:pt x="29695" y="168296"/>
                </a:lnTo>
                <a:lnTo>
                  <a:pt x="30135" y="168998"/>
                </a:lnTo>
                <a:lnTo>
                  <a:pt x="30581" y="169696"/>
                </a:lnTo>
                <a:lnTo>
                  <a:pt x="31034" y="170391"/>
                </a:lnTo>
                <a:lnTo>
                  <a:pt x="31492" y="171083"/>
                </a:lnTo>
                <a:lnTo>
                  <a:pt x="31956" y="171772"/>
                </a:lnTo>
                <a:lnTo>
                  <a:pt x="32425" y="172456"/>
                </a:lnTo>
                <a:lnTo>
                  <a:pt x="32900" y="173135"/>
                </a:lnTo>
                <a:lnTo>
                  <a:pt x="33379" y="173811"/>
                </a:lnTo>
                <a:lnTo>
                  <a:pt x="33864" y="174482"/>
                </a:lnTo>
                <a:lnTo>
                  <a:pt x="34354" y="175148"/>
                </a:lnTo>
                <a:lnTo>
                  <a:pt x="34849" y="175810"/>
                </a:lnTo>
                <a:lnTo>
                  <a:pt x="35350" y="176468"/>
                </a:lnTo>
                <a:lnTo>
                  <a:pt x="35856" y="177122"/>
                </a:lnTo>
                <a:lnTo>
                  <a:pt x="36366" y="177771"/>
                </a:lnTo>
                <a:lnTo>
                  <a:pt x="36882" y="178416"/>
                </a:lnTo>
                <a:lnTo>
                  <a:pt x="37404" y="179056"/>
                </a:lnTo>
                <a:lnTo>
                  <a:pt x="37930" y="179692"/>
                </a:lnTo>
                <a:lnTo>
                  <a:pt x="38462" y="180324"/>
                </a:lnTo>
                <a:lnTo>
                  <a:pt x="38999" y="180952"/>
                </a:lnTo>
                <a:lnTo>
                  <a:pt x="39541" y="181575"/>
                </a:lnTo>
                <a:lnTo>
                  <a:pt x="40089" y="182194"/>
                </a:lnTo>
                <a:lnTo>
                  <a:pt x="40642" y="182809"/>
                </a:lnTo>
                <a:lnTo>
                  <a:pt x="41200" y="183420"/>
                </a:lnTo>
                <a:lnTo>
                  <a:pt x="41763" y="184026"/>
                </a:lnTo>
                <a:lnTo>
                  <a:pt x="42332" y="184628"/>
                </a:lnTo>
                <a:lnTo>
                  <a:pt x="42906" y="185226"/>
                </a:lnTo>
                <a:lnTo>
                  <a:pt x="43485" y="185820"/>
                </a:lnTo>
                <a:lnTo>
                  <a:pt x="44070" y="186409"/>
                </a:lnTo>
                <a:lnTo>
                  <a:pt x="44660" y="186994"/>
                </a:lnTo>
                <a:lnTo>
                  <a:pt x="45253" y="187573"/>
                </a:lnTo>
                <a:lnTo>
                  <a:pt x="45851" y="188148"/>
                </a:lnTo>
                <a:lnTo>
                  <a:pt x="46453" y="188716"/>
                </a:lnTo>
                <a:lnTo>
                  <a:pt x="47060" y="189280"/>
                </a:lnTo>
                <a:lnTo>
                  <a:pt x="47670" y="189838"/>
                </a:lnTo>
                <a:lnTo>
                  <a:pt x="48285" y="190391"/>
                </a:lnTo>
                <a:lnTo>
                  <a:pt x="48904" y="190938"/>
                </a:lnTo>
                <a:lnTo>
                  <a:pt x="49527" y="191480"/>
                </a:lnTo>
                <a:lnTo>
                  <a:pt x="50155" y="192017"/>
                </a:lnTo>
                <a:lnTo>
                  <a:pt x="50787" y="192549"/>
                </a:lnTo>
                <a:lnTo>
                  <a:pt x="51423" y="193076"/>
                </a:lnTo>
                <a:lnTo>
                  <a:pt x="52064" y="193597"/>
                </a:lnTo>
                <a:lnTo>
                  <a:pt x="52708" y="194113"/>
                </a:lnTo>
                <a:lnTo>
                  <a:pt x="53357" y="194624"/>
                </a:lnTo>
                <a:lnTo>
                  <a:pt x="54011" y="195129"/>
                </a:lnTo>
                <a:lnTo>
                  <a:pt x="54669" y="195630"/>
                </a:lnTo>
                <a:lnTo>
                  <a:pt x="55331" y="196125"/>
                </a:lnTo>
                <a:lnTo>
                  <a:pt x="55997" y="196615"/>
                </a:lnTo>
                <a:lnTo>
                  <a:pt x="56668" y="197100"/>
                </a:lnTo>
                <a:lnTo>
                  <a:pt x="57343" y="197579"/>
                </a:lnTo>
                <a:lnTo>
                  <a:pt x="58023" y="198054"/>
                </a:lnTo>
                <a:lnTo>
                  <a:pt x="58707" y="198523"/>
                </a:lnTo>
                <a:lnTo>
                  <a:pt x="59395" y="198987"/>
                </a:lnTo>
                <a:lnTo>
                  <a:pt x="60088" y="199445"/>
                </a:lnTo>
                <a:lnTo>
                  <a:pt x="60783" y="199898"/>
                </a:lnTo>
                <a:lnTo>
                  <a:pt x="61481" y="200344"/>
                </a:lnTo>
                <a:lnTo>
                  <a:pt x="62183" y="200784"/>
                </a:lnTo>
                <a:lnTo>
                  <a:pt x="62887" y="201219"/>
                </a:lnTo>
                <a:lnTo>
                  <a:pt x="63595" y="201647"/>
                </a:lnTo>
                <a:lnTo>
                  <a:pt x="64306" y="202069"/>
                </a:lnTo>
                <a:lnTo>
                  <a:pt x="65020" y="202485"/>
                </a:lnTo>
                <a:lnTo>
                  <a:pt x="65737" y="202896"/>
                </a:lnTo>
                <a:lnTo>
                  <a:pt x="66457" y="203300"/>
                </a:lnTo>
                <a:lnTo>
                  <a:pt x="67181" y="203698"/>
                </a:lnTo>
                <a:lnTo>
                  <a:pt x="67908" y="204090"/>
                </a:lnTo>
                <a:lnTo>
                  <a:pt x="68638" y="204477"/>
                </a:lnTo>
                <a:lnTo>
                  <a:pt x="69371" y="204857"/>
                </a:lnTo>
                <a:lnTo>
                  <a:pt x="70107" y="205231"/>
                </a:lnTo>
                <a:lnTo>
                  <a:pt x="70847" y="205600"/>
                </a:lnTo>
                <a:lnTo>
                  <a:pt x="71589" y="205962"/>
                </a:lnTo>
                <a:lnTo>
                  <a:pt x="72335" y="206319"/>
                </a:lnTo>
                <a:lnTo>
                  <a:pt x="73085" y="206669"/>
                </a:lnTo>
                <a:lnTo>
                  <a:pt x="73837" y="207014"/>
                </a:lnTo>
                <a:lnTo>
                  <a:pt x="74593" y="207352"/>
                </a:lnTo>
                <a:lnTo>
                  <a:pt x="75352" y="207685"/>
                </a:lnTo>
                <a:lnTo>
                  <a:pt x="76115" y="208012"/>
                </a:lnTo>
                <a:lnTo>
                  <a:pt x="76881" y="208333"/>
                </a:lnTo>
                <a:lnTo>
                  <a:pt x="77649" y="208647"/>
                </a:lnTo>
                <a:lnTo>
                  <a:pt x="78419" y="208956"/>
                </a:lnTo>
                <a:lnTo>
                  <a:pt x="79191" y="209257"/>
                </a:lnTo>
                <a:lnTo>
                  <a:pt x="79965" y="209552"/>
                </a:lnTo>
                <a:lnTo>
                  <a:pt x="80741" y="209841"/>
                </a:lnTo>
                <a:lnTo>
                  <a:pt x="81519" y="210122"/>
                </a:lnTo>
                <a:lnTo>
                  <a:pt x="82298" y="210398"/>
                </a:lnTo>
                <a:lnTo>
                  <a:pt x="83080" y="210667"/>
                </a:lnTo>
                <a:lnTo>
                  <a:pt x="83863" y="210929"/>
                </a:lnTo>
                <a:lnTo>
                  <a:pt x="84648" y="211185"/>
                </a:lnTo>
                <a:lnTo>
                  <a:pt x="85436" y="211435"/>
                </a:lnTo>
                <a:lnTo>
                  <a:pt x="86225" y="211678"/>
                </a:lnTo>
                <a:lnTo>
                  <a:pt x="87016" y="211914"/>
                </a:lnTo>
                <a:lnTo>
                  <a:pt x="87809" y="212144"/>
                </a:lnTo>
                <a:lnTo>
                  <a:pt x="88605" y="212368"/>
                </a:lnTo>
                <a:lnTo>
                  <a:pt x="89402" y="212585"/>
                </a:lnTo>
                <a:lnTo>
                  <a:pt x="90201" y="212795"/>
                </a:lnTo>
                <a:lnTo>
                  <a:pt x="91002" y="212999"/>
                </a:lnTo>
                <a:lnTo>
                  <a:pt x="91806" y="213197"/>
                </a:lnTo>
                <a:lnTo>
                  <a:pt x="92611" y="213388"/>
                </a:lnTo>
                <a:lnTo>
                  <a:pt x="93418" y="213573"/>
                </a:lnTo>
                <a:lnTo>
                  <a:pt x="94228" y="213751"/>
                </a:lnTo>
                <a:lnTo>
                  <a:pt x="95039" y="213923"/>
                </a:lnTo>
                <a:lnTo>
                  <a:pt x="95853" y="214088"/>
                </a:lnTo>
                <a:lnTo>
                  <a:pt x="96668" y="214247"/>
                </a:lnTo>
                <a:lnTo>
                  <a:pt x="97484" y="214399"/>
                </a:lnTo>
                <a:lnTo>
                  <a:pt x="98300" y="214544"/>
                </a:lnTo>
                <a:lnTo>
                  <a:pt x="99116" y="214682"/>
                </a:lnTo>
                <a:lnTo>
                  <a:pt x="99934" y="214814"/>
                </a:lnTo>
                <a:lnTo>
                  <a:pt x="100751" y="214938"/>
                </a:lnTo>
                <a:lnTo>
                  <a:pt x="101570" y="215057"/>
                </a:lnTo>
                <a:lnTo>
                  <a:pt x="102389" y="215168"/>
                </a:lnTo>
                <a:lnTo>
                  <a:pt x="103208" y="215272"/>
                </a:lnTo>
                <a:lnTo>
                  <a:pt x="104029" y="215370"/>
                </a:lnTo>
                <a:lnTo>
                  <a:pt x="104850" y="215461"/>
                </a:lnTo>
                <a:lnTo>
                  <a:pt x="105671" y="215546"/>
                </a:lnTo>
                <a:lnTo>
                  <a:pt x="106493" y="215623"/>
                </a:lnTo>
                <a:lnTo>
                  <a:pt x="107316" y="215694"/>
                </a:lnTo>
                <a:lnTo>
                  <a:pt x="108140" y="215758"/>
                </a:lnTo>
                <a:lnTo>
                  <a:pt x="108964" y="215815"/>
                </a:lnTo>
                <a:lnTo>
                  <a:pt x="109789" y="215866"/>
                </a:lnTo>
                <a:lnTo>
                  <a:pt x="110614" y="215910"/>
                </a:lnTo>
                <a:lnTo>
                  <a:pt x="111441" y="215947"/>
                </a:lnTo>
                <a:lnTo>
                  <a:pt x="112268" y="215977"/>
                </a:lnTo>
                <a:lnTo>
                  <a:pt x="113096" y="216001"/>
                </a:lnTo>
                <a:lnTo>
                  <a:pt x="113925" y="216018"/>
                </a:lnTo>
                <a:lnTo>
                  <a:pt x="114754" y="216028"/>
                </a:lnTo>
                <a:lnTo>
                  <a:pt x="115584" y="216031"/>
                </a:lnTo>
                <a:lnTo>
                  <a:pt x="116414" y="216028"/>
                </a:lnTo>
                <a:lnTo>
                  <a:pt x="117244" y="216018"/>
                </a:lnTo>
                <a:lnTo>
                  <a:pt x="118072" y="216001"/>
                </a:lnTo>
                <a:lnTo>
                  <a:pt x="118900" y="215977"/>
                </a:lnTo>
                <a:lnTo>
                  <a:pt x="119727" y="215947"/>
                </a:lnTo>
                <a:lnTo>
                  <a:pt x="120554" y="215910"/>
                </a:lnTo>
                <a:lnTo>
                  <a:pt x="121379" y="215866"/>
                </a:lnTo>
                <a:lnTo>
                  <a:pt x="122204" y="215815"/>
                </a:lnTo>
                <a:lnTo>
                  <a:pt x="123029" y="215758"/>
                </a:lnTo>
                <a:lnTo>
                  <a:pt x="123852" y="215694"/>
                </a:lnTo>
                <a:lnTo>
                  <a:pt x="124675" y="215623"/>
                </a:lnTo>
                <a:lnTo>
                  <a:pt x="125497" y="215546"/>
                </a:lnTo>
                <a:lnTo>
                  <a:pt x="126318" y="215461"/>
                </a:lnTo>
                <a:lnTo>
                  <a:pt x="127139" y="215370"/>
                </a:lnTo>
                <a:lnTo>
                  <a:pt x="127959" y="215272"/>
                </a:lnTo>
                <a:lnTo>
                  <a:pt x="128779" y="215168"/>
                </a:lnTo>
                <a:lnTo>
                  <a:pt x="129598" y="215057"/>
                </a:lnTo>
                <a:lnTo>
                  <a:pt x="130416" y="214938"/>
                </a:lnTo>
                <a:lnTo>
                  <a:pt x="131234" y="214814"/>
                </a:lnTo>
                <a:lnTo>
                  <a:pt x="132051" y="214682"/>
                </a:lnTo>
                <a:lnTo>
                  <a:pt x="132867" y="214544"/>
                </a:lnTo>
                <a:lnTo>
                  <a:pt x="133683" y="214399"/>
                </a:lnTo>
                <a:lnTo>
                  <a:pt x="134499" y="214247"/>
                </a:lnTo>
                <a:lnTo>
                  <a:pt x="135314" y="214088"/>
                </a:lnTo>
                <a:lnTo>
                  <a:pt x="136127" y="213923"/>
                </a:lnTo>
                <a:lnTo>
                  <a:pt x="136939" y="213751"/>
                </a:lnTo>
                <a:lnTo>
                  <a:pt x="137749" y="213573"/>
                </a:lnTo>
                <a:lnTo>
                  <a:pt x="138556" y="213388"/>
                </a:lnTo>
                <a:lnTo>
                  <a:pt x="139361" y="213197"/>
                </a:lnTo>
                <a:lnTo>
                  <a:pt x="140165" y="212999"/>
                </a:lnTo>
                <a:lnTo>
                  <a:pt x="140966" y="212795"/>
                </a:lnTo>
                <a:lnTo>
                  <a:pt x="141765" y="212585"/>
                </a:lnTo>
                <a:lnTo>
                  <a:pt x="142562" y="212368"/>
                </a:lnTo>
                <a:lnTo>
                  <a:pt x="143358" y="212144"/>
                </a:lnTo>
                <a:lnTo>
                  <a:pt x="144151" y="211914"/>
                </a:lnTo>
                <a:lnTo>
                  <a:pt x="144942" y="211678"/>
                </a:lnTo>
                <a:lnTo>
                  <a:pt x="145731" y="211435"/>
                </a:lnTo>
                <a:lnTo>
                  <a:pt x="146519" y="211185"/>
                </a:lnTo>
                <a:lnTo>
                  <a:pt x="147304" y="210929"/>
                </a:lnTo>
                <a:lnTo>
                  <a:pt x="148087" y="210667"/>
                </a:lnTo>
                <a:lnTo>
                  <a:pt x="148869" y="210398"/>
                </a:lnTo>
                <a:lnTo>
                  <a:pt x="149649" y="210122"/>
                </a:lnTo>
                <a:lnTo>
                  <a:pt x="150426" y="209841"/>
                </a:lnTo>
                <a:lnTo>
                  <a:pt x="151202" y="209552"/>
                </a:lnTo>
                <a:lnTo>
                  <a:pt x="151976" y="209257"/>
                </a:lnTo>
                <a:lnTo>
                  <a:pt x="152748" y="208955"/>
                </a:lnTo>
                <a:lnTo>
                  <a:pt x="153518" y="208647"/>
                </a:lnTo>
                <a:lnTo>
                  <a:pt x="154287" y="208333"/>
                </a:lnTo>
                <a:lnTo>
                  <a:pt x="155052" y="208012"/>
                </a:lnTo>
                <a:lnTo>
                  <a:pt x="155815" y="207685"/>
                </a:lnTo>
                <a:lnTo>
                  <a:pt x="156574" y="207353"/>
                </a:lnTo>
                <a:lnTo>
                  <a:pt x="157330" y="207014"/>
                </a:lnTo>
                <a:lnTo>
                  <a:pt x="158082" y="206669"/>
                </a:lnTo>
                <a:lnTo>
                  <a:pt x="158831" y="206319"/>
                </a:lnTo>
                <a:lnTo>
                  <a:pt x="159577" y="205962"/>
                </a:lnTo>
                <a:lnTo>
                  <a:pt x="160320" y="205600"/>
                </a:lnTo>
                <a:lnTo>
                  <a:pt x="161060" y="205231"/>
                </a:lnTo>
                <a:lnTo>
                  <a:pt x="161796" y="204857"/>
                </a:lnTo>
                <a:lnTo>
                  <a:pt x="162529" y="204477"/>
                </a:lnTo>
                <a:lnTo>
                  <a:pt x="163259" y="204090"/>
                </a:lnTo>
                <a:lnTo>
                  <a:pt x="163986" y="203698"/>
                </a:lnTo>
                <a:lnTo>
                  <a:pt x="164709" y="203300"/>
                </a:lnTo>
                <a:lnTo>
                  <a:pt x="165430" y="202896"/>
                </a:lnTo>
                <a:lnTo>
                  <a:pt x="166147" y="202485"/>
                </a:lnTo>
                <a:lnTo>
                  <a:pt x="166861" y="202069"/>
                </a:lnTo>
                <a:lnTo>
                  <a:pt x="167572" y="201647"/>
                </a:lnTo>
                <a:lnTo>
                  <a:pt x="168280" y="201219"/>
                </a:lnTo>
                <a:lnTo>
                  <a:pt x="168984" y="200784"/>
                </a:lnTo>
                <a:lnTo>
                  <a:pt x="169686" y="200344"/>
                </a:lnTo>
                <a:lnTo>
                  <a:pt x="170384" y="199898"/>
                </a:lnTo>
                <a:lnTo>
                  <a:pt x="171080" y="199445"/>
                </a:lnTo>
                <a:lnTo>
                  <a:pt x="171772" y="198987"/>
                </a:lnTo>
                <a:lnTo>
                  <a:pt x="172460" y="198523"/>
                </a:lnTo>
                <a:lnTo>
                  <a:pt x="173144" y="198054"/>
                </a:lnTo>
                <a:lnTo>
                  <a:pt x="173824" y="197579"/>
                </a:lnTo>
                <a:lnTo>
                  <a:pt x="174499" y="197100"/>
                </a:lnTo>
                <a:lnTo>
                  <a:pt x="175170" y="196615"/>
                </a:lnTo>
                <a:lnTo>
                  <a:pt x="175837" y="196125"/>
                </a:lnTo>
                <a:lnTo>
                  <a:pt x="176499" y="195630"/>
                </a:lnTo>
                <a:lnTo>
                  <a:pt x="177157" y="195129"/>
                </a:lnTo>
                <a:lnTo>
                  <a:pt x="177810" y="194624"/>
                </a:lnTo>
                <a:lnTo>
                  <a:pt x="178459" y="194113"/>
                </a:lnTo>
                <a:lnTo>
                  <a:pt x="179104" y="193597"/>
                </a:lnTo>
                <a:lnTo>
                  <a:pt x="179745" y="193075"/>
                </a:lnTo>
                <a:lnTo>
                  <a:pt x="180381" y="192549"/>
                </a:lnTo>
                <a:lnTo>
                  <a:pt x="181013" y="192017"/>
                </a:lnTo>
                <a:lnTo>
                  <a:pt x="181641" y="191480"/>
                </a:lnTo>
                <a:lnTo>
                  <a:pt x="182264" y="190938"/>
                </a:lnTo>
                <a:lnTo>
                  <a:pt x="182883" y="190390"/>
                </a:lnTo>
                <a:lnTo>
                  <a:pt x="183498" y="189837"/>
                </a:lnTo>
                <a:lnTo>
                  <a:pt x="184109" y="189279"/>
                </a:lnTo>
                <a:lnTo>
                  <a:pt x="184715" y="188716"/>
                </a:lnTo>
                <a:lnTo>
                  <a:pt x="185317" y="188147"/>
                </a:lnTo>
                <a:lnTo>
                  <a:pt x="185915" y="187573"/>
                </a:lnTo>
                <a:lnTo>
                  <a:pt x="186509" y="186994"/>
                </a:lnTo>
                <a:lnTo>
                  <a:pt x="187098" y="186409"/>
                </a:lnTo>
                <a:lnTo>
                  <a:pt x="187683" y="185820"/>
                </a:lnTo>
                <a:lnTo>
                  <a:pt x="188262" y="185226"/>
                </a:lnTo>
                <a:lnTo>
                  <a:pt x="188836" y="184628"/>
                </a:lnTo>
                <a:lnTo>
                  <a:pt x="189405" y="184026"/>
                </a:lnTo>
                <a:lnTo>
                  <a:pt x="189968" y="183420"/>
                </a:lnTo>
                <a:lnTo>
                  <a:pt x="190526" y="182809"/>
                </a:lnTo>
                <a:lnTo>
                  <a:pt x="191079" y="182195"/>
                </a:lnTo>
                <a:lnTo>
                  <a:pt x="191626" y="181575"/>
                </a:lnTo>
                <a:lnTo>
                  <a:pt x="192169" y="180952"/>
                </a:lnTo>
                <a:lnTo>
                  <a:pt x="192706" y="180324"/>
                </a:lnTo>
                <a:lnTo>
                  <a:pt x="193237" y="179693"/>
                </a:lnTo>
                <a:lnTo>
                  <a:pt x="193764" y="179056"/>
                </a:lnTo>
                <a:lnTo>
                  <a:pt x="194285" y="178416"/>
                </a:lnTo>
                <a:lnTo>
                  <a:pt x="194801" y="177771"/>
                </a:lnTo>
                <a:lnTo>
                  <a:pt x="195312" y="177122"/>
                </a:lnTo>
                <a:lnTo>
                  <a:pt x="195817" y="176468"/>
                </a:lnTo>
                <a:lnTo>
                  <a:pt x="196318" y="175811"/>
                </a:lnTo>
                <a:lnTo>
                  <a:pt x="196813" y="175148"/>
                </a:lnTo>
                <a:lnTo>
                  <a:pt x="197303" y="174482"/>
                </a:lnTo>
                <a:lnTo>
                  <a:pt x="197788" y="173811"/>
                </a:lnTo>
                <a:lnTo>
                  <a:pt x="198267" y="173136"/>
                </a:lnTo>
                <a:lnTo>
                  <a:pt x="198742" y="172456"/>
                </a:lnTo>
                <a:lnTo>
                  <a:pt x="199211" y="171772"/>
                </a:lnTo>
                <a:lnTo>
                  <a:pt x="199675" y="171084"/>
                </a:lnTo>
                <a:lnTo>
                  <a:pt x="200133" y="170391"/>
                </a:lnTo>
                <a:lnTo>
                  <a:pt x="200586" y="169696"/>
                </a:lnTo>
                <a:lnTo>
                  <a:pt x="201032" y="168998"/>
                </a:lnTo>
                <a:lnTo>
                  <a:pt x="201473" y="168296"/>
                </a:lnTo>
                <a:lnTo>
                  <a:pt x="201907" y="167592"/>
                </a:lnTo>
                <a:lnTo>
                  <a:pt x="202335" y="166884"/>
                </a:lnTo>
                <a:lnTo>
                  <a:pt x="202757" y="166173"/>
                </a:lnTo>
                <a:lnTo>
                  <a:pt x="203174" y="165459"/>
                </a:lnTo>
                <a:lnTo>
                  <a:pt x="203584" y="164742"/>
                </a:lnTo>
                <a:lnTo>
                  <a:pt x="203988" y="164021"/>
                </a:lnTo>
                <a:lnTo>
                  <a:pt x="204386" y="163298"/>
                </a:lnTo>
                <a:lnTo>
                  <a:pt x="204779" y="162571"/>
                </a:lnTo>
                <a:lnTo>
                  <a:pt x="205165" y="161841"/>
                </a:lnTo>
                <a:lnTo>
                  <a:pt x="205545" y="161108"/>
                </a:lnTo>
                <a:lnTo>
                  <a:pt x="205920" y="160372"/>
                </a:lnTo>
                <a:lnTo>
                  <a:pt x="206288" y="159632"/>
                </a:lnTo>
                <a:lnTo>
                  <a:pt x="206651" y="158889"/>
                </a:lnTo>
                <a:lnTo>
                  <a:pt x="207007" y="158143"/>
                </a:lnTo>
                <a:lnTo>
                  <a:pt x="207358" y="157394"/>
                </a:lnTo>
                <a:lnTo>
                  <a:pt x="207702" y="156641"/>
                </a:lnTo>
                <a:lnTo>
                  <a:pt x="208041" y="155886"/>
                </a:lnTo>
                <a:lnTo>
                  <a:pt x="208374" y="155126"/>
                </a:lnTo>
                <a:lnTo>
                  <a:pt x="208700" y="154364"/>
                </a:lnTo>
                <a:lnTo>
                  <a:pt x="209021" y="153598"/>
                </a:lnTo>
                <a:lnTo>
                  <a:pt x="209336" y="152830"/>
                </a:lnTo>
                <a:lnTo>
                  <a:pt x="209644" y="152060"/>
                </a:lnTo>
                <a:lnTo>
                  <a:pt x="209945" y="151288"/>
                </a:lnTo>
                <a:lnTo>
                  <a:pt x="210240" y="150514"/>
                </a:lnTo>
                <a:lnTo>
                  <a:pt x="210529" y="149738"/>
                </a:lnTo>
                <a:lnTo>
                  <a:pt x="210811" y="148960"/>
                </a:lnTo>
                <a:lnTo>
                  <a:pt x="211086" y="148181"/>
                </a:lnTo>
                <a:lnTo>
                  <a:pt x="211355" y="147399"/>
                </a:lnTo>
                <a:lnTo>
                  <a:pt x="211618" y="146616"/>
                </a:lnTo>
                <a:lnTo>
                  <a:pt x="211874" y="145830"/>
                </a:lnTo>
                <a:lnTo>
                  <a:pt x="212123" y="145043"/>
                </a:lnTo>
                <a:lnTo>
                  <a:pt x="212366" y="144254"/>
                </a:lnTo>
                <a:lnTo>
                  <a:pt x="212603" y="143462"/>
                </a:lnTo>
                <a:lnTo>
                  <a:pt x="212833" y="142669"/>
                </a:lnTo>
                <a:lnTo>
                  <a:pt x="213056" y="141874"/>
                </a:lnTo>
                <a:lnTo>
                  <a:pt x="213273" y="141077"/>
                </a:lnTo>
                <a:lnTo>
                  <a:pt x="213484" y="140278"/>
                </a:lnTo>
                <a:lnTo>
                  <a:pt x="213688" y="139476"/>
                </a:lnTo>
                <a:lnTo>
                  <a:pt x="213886" y="138673"/>
                </a:lnTo>
                <a:lnTo>
                  <a:pt x="214077" y="137868"/>
                </a:lnTo>
                <a:lnTo>
                  <a:pt x="214262" y="137060"/>
                </a:lnTo>
                <a:lnTo>
                  <a:pt x="214440" y="136251"/>
                </a:lnTo>
                <a:lnTo>
                  <a:pt x="214612" y="135439"/>
                </a:lnTo>
                <a:lnTo>
                  <a:pt x="214777" y="134626"/>
                </a:lnTo>
                <a:lnTo>
                  <a:pt x="214936" y="133811"/>
                </a:lnTo>
                <a:lnTo>
                  <a:pt x="215088" y="132995"/>
                </a:lnTo>
                <a:lnTo>
                  <a:pt x="215233" y="132179"/>
                </a:lnTo>
                <a:lnTo>
                  <a:pt x="215371" y="131363"/>
                </a:lnTo>
                <a:lnTo>
                  <a:pt x="215503" y="130546"/>
                </a:lnTo>
                <a:lnTo>
                  <a:pt x="215628" y="129728"/>
                </a:lnTo>
                <a:lnTo>
                  <a:pt x="215746" y="128910"/>
                </a:lnTo>
                <a:lnTo>
                  <a:pt x="215857" y="128091"/>
                </a:lnTo>
                <a:lnTo>
                  <a:pt x="215961" y="127271"/>
                </a:lnTo>
                <a:lnTo>
                  <a:pt x="216059" y="126451"/>
                </a:lnTo>
                <a:lnTo>
                  <a:pt x="216150" y="125630"/>
                </a:lnTo>
                <a:lnTo>
                  <a:pt x="216235" y="124809"/>
                </a:lnTo>
                <a:lnTo>
                  <a:pt x="216312" y="123987"/>
                </a:lnTo>
                <a:lnTo>
                  <a:pt x="216383" y="123164"/>
                </a:lnTo>
                <a:lnTo>
                  <a:pt x="216447" y="122340"/>
                </a:lnTo>
                <a:lnTo>
                  <a:pt x="216504" y="121516"/>
                </a:lnTo>
                <a:lnTo>
                  <a:pt x="216555" y="120691"/>
                </a:lnTo>
                <a:lnTo>
                  <a:pt x="216599" y="119865"/>
                </a:lnTo>
                <a:lnTo>
                  <a:pt x="216636" y="119039"/>
                </a:lnTo>
                <a:lnTo>
                  <a:pt x="216666" y="118212"/>
                </a:lnTo>
                <a:lnTo>
                  <a:pt x="216690" y="117384"/>
                </a:lnTo>
                <a:lnTo>
                  <a:pt x="216707" y="116555"/>
                </a:lnTo>
                <a:lnTo>
                  <a:pt x="216717" y="1157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Text 7">
            <a:extLst xmlns:a="http://schemas.openxmlformats.org/drawingml/2006/main">
              <a:ext uri="{FF2B5EF4-FFF2-40B4-BE49-F238E27FC236}">
                <a16:creationId xmlns:a16="http://schemas.microsoft.com/office/drawing/2014/main" id="{5102146F-1E4B-4C90-8D7B-06A3DAAB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5599" y="297259"/>
            <a:ext cx="80339" cy="122582"/>
          </a:xfrm>
          <a:custGeom xmlns:a="http://schemas.openxmlformats.org/drawingml/2006/main">
            <a:pathLst>
              <a:path w="80339" h="122582">
                <a:moveTo>
                  <a:pt x="0" y="14646"/>
                </a:moveTo>
                <a:lnTo>
                  <a:pt x="0" y="0"/>
                </a:lnTo>
                <a:lnTo>
                  <a:pt x="80339" y="0"/>
                </a:lnTo>
                <a:lnTo>
                  <a:pt x="80339" y="11852"/>
                </a:lnTo>
                <a:cubicBezTo>
                  <a:pt x="72438" y="20268"/>
                  <a:pt x="64607" y="31452"/>
                  <a:pt x="56847" y="45402"/>
                </a:cubicBezTo>
                <a:cubicBezTo>
                  <a:pt x="49087" y="59353"/>
                  <a:pt x="43090" y="73699"/>
                  <a:pt x="38857" y="88439"/>
                </a:cubicBezTo>
                <a:cubicBezTo>
                  <a:pt x="35810" y="98833"/>
                  <a:pt x="33863" y="110214"/>
                  <a:pt x="33016" y="122582"/>
                </a:cubicBezTo>
                <a:lnTo>
                  <a:pt x="17355" y="122582"/>
                </a:lnTo>
                <a:cubicBezTo>
                  <a:pt x="17524" y="112812"/>
                  <a:pt x="19443" y="101007"/>
                  <a:pt x="23111" y="87170"/>
                </a:cubicBezTo>
                <a:cubicBezTo>
                  <a:pt x="26780" y="73330"/>
                  <a:pt x="32042" y="59986"/>
                  <a:pt x="38900" y="47138"/>
                </a:cubicBezTo>
                <a:cubicBezTo>
                  <a:pt x="45757" y="34288"/>
                  <a:pt x="53051" y="23457"/>
                  <a:pt x="60783" y="14646"/>
                </a:cubicBezTo>
                <a:lnTo>
                  <a:pt x="0" y="146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7AF0D2-ED92-44A6-A2CD-1AEE0968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006" y="2367539"/>
            <a:ext cx="45463" cy="197701"/>
          </a:xfrm>
          <a:custGeom xmlns:a="http://schemas.openxmlformats.org/drawingml/2006/main">
            <a:pathLst>
              <a:path w="45463" h="197701">
                <a:moveTo>
                  <a:pt x="45463" y="194143"/>
                </a:moveTo>
                <a:cubicBezTo>
                  <a:pt x="45327" y="195065"/>
                  <a:pt x="44921" y="195856"/>
                  <a:pt x="44243" y="196515"/>
                </a:cubicBezTo>
                <a:cubicBezTo>
                  <a:pt x="43566" y="197174"/>
                  <a:pt x="42617" y="197569"/>
                  <a:pt x="41398" y="197701"/>
                </a:cubicBezTo>
                <a:cubicBezTo>
                  <a:pt x="40043" y="197701"/>
                  <a:pt x="38891" y="197042"/>
                  <a:pt x="37942" y="195724"/>
                </a:cubicBezTo>
                <a:cubicBezTo>
                  <a:pt x="37536" y="194802"/>
                  <a:pt x="31167" y="178590"/>
                  <a:pt x="18836" y="147090"/>
                </a:cubicBezTo>
                <a:cubicBezTo>
                  <a:pt x="6504" y="115589"/>
                  <a:pt x="271" y="99510"/>
                  <a:pt x="136" y="98851"/>
                </a:cubicBezTo>
                <a:cubicBezTo>
                  <a:pt x="0" y="98192"/>
                  <a:pt x="6166" y="82112"/>
                  <a:pt x="18632" y="50612"/>
                </a:cubicBezTo>
                <a:cubicBezTo>
                  <a:pt x="31099" y="19111"/>
                  <a:pt x="37536" y="2900"/>
                  <a:pt x="37942" y="1977"/>
                </a:cubicBezTo>
                <a:cubicBezTo>
                  <a:pt x="38349" y="1318"/>
                  <a:pt x="39026" y="725"/>
                  <a:pt x="39975" y="198"/>
                </a:cubicBezTo>
                <a:lnTo>
                  <a:pt x="40585" y="0"/>
                </a:lnTo>
                <a:cubicBezTo>
                  <a:pt x="40991" y="0"/>
                  <a:pt x="41262" y="0"/>
                  <a:pt x="41398" y="0"/>
                </a:cubicBezTo>
                <a:cubicBezTo>
                  <a:pt x="43837" y="0"/>
                  <a:pt x="45192" y="1186"/>
                  <a:pt x="45463" y="3559"/>
                </a:cubicBezTo>
                <a:cubicBezTo>
                  <a:pt x="45463" y="4218"/>
                  <a:pt x="39365" y="20231"/>
                  <a:pt x="27169" y="51600"/>
                </a:cubicBezTo>
                <a:cubicBezTo>
                  <a:pt x="14838" y="82837"/>
                  <a:pt x="8672" y="98587"/>
                  <a:pt x="8672" y="98851"/>
                </a:cubicBezTo>
                <a:cubicBezTo>
                  <a:pt x="8672" y="99114"/>
                  <a:pt x="14838" y="114864"/>
                  <a:pt x="27169" y="146101"/>
                </a:cubicBezTo>
                <a:cubicBezTo>
                  <a:pt x="39365" y="177470"/>
                  <a:pt x="45463" y="193484"/>
                  <a:pt x="45463" y="1941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7A8846-C57A-4791-8CBF-32B65EB6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006" y="2367539"/>
            <a:ext cx="45463" cy="197701"/>
          </a:xfrm>
          <a:custGeom xmlns:a="http://schemas.openxmlformats.org/drawingml/2006/main">
            <a:pathLst>
              <a:path w="45463" h="197701" fill="none">
                <a:moveTo>
                  <a:pt x="45463" y="194143"/>
                </a:moveTo>
                <a:cubicBezTo>
                  <a:pt x="45327" y="195065"/>
                  <a:pt x="44921" y="195856"/>
                  <a:pt x="44243" y="196515"/>
                </a:cubicBezTo>
                <a:cubicBezTo>
                  <a:pt x="43566" y="197174"/>
                  <a:pt x="42617" y="197569"/>
                  <a:pt x="41398" y="197701"/>
                </a:cubicBezTo>
                <a:cubicBezTo>
                  <a:pt x="40043" y="197701"/>
                  <a:pt x="38891" y="197042"/>
                  <a:pt x="37942" y="195724"/>
                </a:cubicBezTo>
                <a:cubicBezTo>
                  <a:pt x="37536" y="194802"/>
                  <a:pt x="31167" y="178590"/>
                  <a:pt x="18836" y="147090"/>
                </a:cubicBezTo>
                <a:cubicBezTo>
                  <a:pt x="6504" y="115589"/>
                  <a:pt x="271" y="99510"/>
                  <a:pt x="136" y="98851"/>
                </a:cubicBezTo>
                <a:cubicBezTo>
                  <a:pt x="0" y="98192"/>
                  <a:pt x="6166" y="82112"/>
                  <a:pt x="18632" y="50612"/>
                </a:cubicBezTo>
                <a:cubicBezTo>
                  <a:pt x="31099" y="19111"/>
                  <a:pt x="37536" y="2900"/>
                  <a:pt x="37942" y="1977"/>
                </a:cubicBezTo>
                <a:cubicBezTo>
                  <a:pt x="38349" y="1318"/>
                  <a:pt x="39026" y="725"/>
                  <a:pt x="39975" y="198"/>
                </a:cubicBezTo>
                <a:lnTo>
                  <a:pt x="40585" y="0"/>
                </a:lnTo>
                <a:cubicBezTo>
                  <a:pt x="40991" y="0"/>
                  <a:pt x="41262" y="0"/>
                  <a:pt x="41398" y="0"/>
                </a:cubicBezTo>
                <a:cubicBezTo>
                  <a:pt x="43837" y="0"/>
                  <a:pt x="45192" y="1186"/>
                  <a:pt x="45463" y="3559"/>
                </a:cubicBezTo>
                <a:cubicBezTo>
                  <a:pt x="45463" y="4218"/>
                  <a:pt x="39365" y="20231"/>
                  <a:pt x="27169" y="51600"/>
                </a:cubicBezTo>
                <a:cubicBezTo>
                  <a:pt x="14838" y="82837"/>
                  <a:pt x="8672" y="98587"/>
                  <a:pt x="8672" y="98851"/>
                </a:cubicBezTo>
                <a:cubicBezTo>
                  <a:pt x="8672" y="99114"/>
                  <a:pt x="14838" y="114864"/>
                  <a:pt x="27169" y="146101"/>
                </a:cubicBezTo>
                <a:cubicBezTo>
                  <a:pt x="39365" y="177470"/>
                  <a:pt x="45463" y="193484"/>
                  <a:pt x="45463" y="19414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296EEF-4B5C-43BA-B307-4D2931FD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7421" y="2380785"/>
            <a:ext cx="145739" cy="139379"/>
          </a:xfrm>
          <a:custGeom xmlns:a="http://schemas.openxmlformats.org/drawingml/2006/main">
            <a:pathLst>
              <a:path w="145739" h="139379">
                <a:moveTo>
                  <a:pt x="0" y="6920"/>
                </a:moveTo>
                <a:cubicBezTo>
                  <a:pt x="0" y="4020"/>
                  <a:pt x="881" y="1713"/>
                  <a:pt x="2642" y="0"/>
                </a:cubicBezTo>
                <a:lnTo>
                  <a:pt x="4878" y="0"/>
                </a:lnTo>
                <a:cubicBezTo>
                  <a:pt x="10570" y="395"/>
                  <a:pt x="17684" y="593"/>
                  <a:pt x="26221" y="593"/>
                </a:cubicBezTo>
                <a:cubicBezTo>
                  <a:pt x="42211" y="593"/>
                  <a:pt x="51628" y="395"/>
                  <a:pt x="54474" y="0"/>
                </a:cubicBezTo>
                <a:lnTo>
                  <a:pt x="56507" y="0"/>
                </a:lnTo>
                <a:cubicBezTo>
                  <a:pt x="57320" y="791"/>
                  <a:pt x="57726" y="1384"/>
                  <a:pt x="57726" y="1779"/>
                </a:cubicBezTo>
                <a:cubicBezTo>
                  <a:pt x="57726" y="2175"/>
                  <a:pt x="57591" y="3361"/>
                  <a:pt x="57320" y="5338"/>
                </a:cubicBezTo>
                <a:cubicBezTo>
                  <a:pt x="56642" y="7315"/>
                  <a:pt x="56032" y="8567"/>
                  <a:pt x="55490" y="9094"/>
                </a:cubicBezTo>
                <a:lnTo>
                  <a:pt x="51222" y="9094"/>
                </a:lnTo>
                <a:cubicBezTo>
                  <a:pt x="48241" y="9358"/>
                  <a:pt x="46208" y="9490"/>
                  <a:pt x="45124" y="9490"/>
                </a:cubicBezTo>
                <a:cubicBezTo>
                  <a:pt x="41194" y="10149"/>
                  <a:pt x="39026" y="11137"/>
                  <a:pt x="38620" y="12455"/>
                </a:cubicBezTo>
                <a:cubicBezTo>
                  <a:pt x="38620" y="12719"/>
                  <a:pt x="40585" y="29260"/>
                  <a:pt x="44514" y="62078"/>
                </a:cubicBezTo>
                <a:cubicBezTo>
                  <a:pt x="48444" y="94897"/>
                  <a:pt x="50477" y="111438"/>
                  <a:pt x="50612" y="111701"/>
                </a:cubicBezTo>
                <a:lnTo>
                  <a:pt x="65450" y="88570"/>
                </a:lnTo>
                <a:cubicBezTo>
                  <a:pt x="75342" y="73149"/>
                  <a:pt x="85234" y="57597"/>
                  <a:pt x="95126" y="41913"/>
                </a:cubicBezTo>
                <a:cubicBezTo>
                  <a:pt x="105019" y="26228"/>
                  <a:pt x="110100" y="18123"/>
                  <a:pt x="110371" y="17595"/>
                </a:cubicBezTo>
                <a:cubicBezTo>
                  <a:pt x="110913" y="16673"/>
                  <a:pt x="111184" y="15684"/>
                  <a:pt x="111184" y="14630"/>
                </a:cubicBezTo>
                <a:cubicBezTo>
                  <a:pt x="111184" y="11467"/>
                  <a:pt x="108203" y="9621"/>
                  <a:pt x="102241" y="9094"/>
                </a:cubicBezTo>
                <a:cubicBezTo>
                  <a:pt x="99801" y="9094"/>
                  <a:pt x="98582" y="8369"/>
                  <a:pt x="98582" y="6920"/>
                </a:cubicBezTo>
                <a:cubicBezTo>
                  <a:pt x="98582" y="6788"/>
                  <a:pt x="98717" y="5931"/>
                  <a:pt x="98988" y="4349"/>
                </a:cubicBezTo>
                <a:cubicBezTo>
                  <a:pt x="99395" y="2504"/>
                  <a:pt x="99801" y="1318"/>
                  <a:pt x="100208" y="791"/>
                </a:cubicBezTo>
                <a:cubicBezTo>
                  <a:pt x="100615" y="264"/>
                  <a:pt x="101495" y="0"/>
                  <a:pt x="102850" y="0"/>
                </a:cubicBezTo>
                <a:cubicBezTo>
                  <a:pt x="103121" y="0"/>
                  <a:pt x="103934" y="0"/>
                  <a:pt x="105290" y="0"/>
                </a:cubicBezTo>
                <a:cubicBezTo>
                  <a:pt x="106645" y="0"/>
                  <a:pt x="108948" y="66"/>
                  <a:pt x="112200" y="198"/>
                </a:cubicBezTo>
                <a:cubicBezTo>
                  <a:pt x="115453" y="330"/>
                  <a:pt x="119789" y="395"/>
                  <a:pt x="125209" y="395"/>
                </a:cubicBezTo>
                <a:cubicBezTo>
                  <a:pt x="134559" y="395"/>
                  <a:pt x="140454" y="264"/>
                  <a:pt x="142893" y="0"/>
                </a:cubicBezTo>
                <a:lnTo>
                  <a:pt x="144316" y="0"/>
                </a:lnTo>
                <a:cubicBezTo>
                  <a:pt x="145264" y="923"/>
                  <a:pt x="145739" y="1648"/>
                  <a:pt x="145739" y="2175"/>
                </a:cubicBezTo>
                <a:cubicBezTo>
                  <a:pt x="145739" y="4415"/>
                  <a:pt x="145129" y="6524"/>
                  <a:pt x="143909" y="8501"/>
                </a:cubicBezTo>
                <a:cubicBezTo>
                  <a:pt x="143503" y="8897"/>
                  <a:pt x="142351" y="9094"/>
                  <a:pt x="140454" y="9094"/>
                </a:cubicBezTo>
                <a:cubicBezTo>
                  <a:pt x="138692" y="9226"/>
                  <a:pt x="137066" y="9358"/>
                  <a:pt x="135576" y="9490"/>
                </a:cubicBezTo>
                <a:cubicBezTo>
                  <a:pt x="134085" y="9621"/>
                  <a:pt x="132662" y="9951"/>
                  <a:pt x="131307" y="10478"/>
                </a:cubicBezTo>
                <a:cubicBezTo>
                  <a:pt x="129952" y="11005"/>
                  <a:pt x="128868" y="11467"/>
                  <a:pt x="128055" y="11862"/>
                </a:cubicBezTo>
                <a:cubicBezTo>
                  <a:pt x="127242" y="12257"/>
                  <a:pt x="126429" y="12785"/>
                  <a:pt x="125616" y="13444"/>
                </a:cubicBezTo>
                <a:cubicBezTo>
                  <a:pt x="124803" y="14103"/>
                  <a:pt x="124125" y="14564"/>
                  <a:pt x="123583" y="14828"/>
                </a:cubicBezTo>
                <a:cubicBezTo>
                  <a:pt x="123041" y="15091"/>
                  <a:pt x="122499" y="15684"/>
                  <a:pt x="121957" y="16607"/>
                </a:cubicBezTo>
                <a:cubicBezTo>
                  <a:pt x="121415" y="17530"/>
                  <a:pt x="120941" y="17991"/>
                  <a:pt x="120534" y="17991"/>
                </a:cubicBezTo>
                <a:lnTo>
                  <a:pt x="81305" y="79278"/>
                </a:lnTo>
                <a:cubicBezTo>
                  <a:pt x="56913" y="117632"/>
                  <a:pt x="44311" y="137271"/>
                  <a:pt x="43498" y="138193"/>
                </a:cubicBezTo>
                <a:cubicBezTo>
                  <a:pt x="43091" y="138457"/>
                  <a:pt x="42617" y="138786"/>
                  <a:pt x="42075" y="139182"/>
                </a:cubicBezTo>
                <a:lnTo>
                  <a:pt x="38416" y="139379"/>
                </a:lnTo>
                <a:lnTo>
                  <a:pt x="36994" y="139379"/>
                </a:lnTo>
                <a:cubicBezTo>
                  <a:pt x="34554" y="139379"/>
                  <a:pt x="33335" y="138918"/>
                  <a:pt x="33335" y="137996"/>
                </a:cubicBezTo>
                <a:cubicBezTo>
                  <a:pt x="32928" y="137205"/>
                  <a:pt x="30286" y="116117"/>
                  <a:pt x="25408" y="74731"/>
                </a:cubicBezTo>
                <a:cubicBezTo>
                  <a:pt x="20258" y="32818"/>
                  <a:pt x="17616" y="11664"/>
                  <a:pt x="17481" y="11269"/>
                </a:cubicBezTo>
                <a:cubicBezTo>
                  <a:pt x="16803" y="9819"/>
                  <a:pt x="12602" y="9094"/>
                  <a:pt x="4878" y="9094"/>
                </a:cubicBezTo>
                <a:lnTo>
                  <a:pt x="1423" y="9094"/>
                </a:lnTo>
                <a:cubicBezTo>
                  <a:pt x="474" y="8435"/>
                  <a:pt x="0" y="7710"/>
                  <a:pt x="0" y="69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3DF8D4-25E0-424A-9EEB-F74233F1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7421" y="2380785"/>
            <a:ext cx="145739" cy="139379"/>
          </a:xfrm>
          <a:custGeom xmlns:a="http://schemas.openxmlformats.org/drawingml/2006/main">
            <a:pathLst>
              <a:path w="145739" h="139379" fill="none">
                <a:moveTo>
                  <a:pt x="0" y="6920"/>
                </a:moveTo>
                <a:cubicBezTo>
                  <a:pt x="0" y="4020"/>
                  <a:pt x="881" y="1713"/>
                  <a:pt x="2642" y="0"/>
                </a:cubicBezTo>
                <a:lnTo>
                  <a:pt x="4878" y="0"/>
                </a:lnTo>
                <a:cubicBezTo>
                  <a:pt x="10570" y="395"/>
                  <a:pt x="17684" y="593"/>
                  <a:pt x="26221" y="593"/>
                </a:cubicBezTo>
                <a:cubicBezTo>
                  <a:pt x="42211" y="593"/>
                  <a:pt x="51628" y="395"/>
                  <a:pt x="54474" y="0"/>
                </a:cubicBezTo>
                <a:lnTo>
                  <a:pt x="56507" y="0"/>
                </a:lnTo>
                <a:cubicBezTo>
                  <a:pt x="57320" y="791"/>
                  <a:pt x="57726" y="1384"/>
                  <a:pt x="57726" y="1779"/>
                </a:cubicBezTo>
                <a:cubicBezTo>
                  <a:pt x="57726" y="2175"/>
                  <a:pt x="57591" y="3361"/>
                  <a:pt x="57320" y="5338"/>
                </a:cubicBezTo>
                <a:cubicBezTo>
                  <a:pt x="56642" y="7315"/>
                  <a:pt x="56032" y="8567"/>
                  <a:pt x="55490" y="9094"/>
                </a:cubicBezTo>
                <a:lnTo>
                  <a:pt x="51222" y="9094"/>
                </a:lnTo>
                <a:cubicBezTo>
                  <a:pt x="48241" y="9358"/>
                  <a:pt x="46208" y="9490"/>
                  <a:pt x="45124" y="9490"/>
                </a:cubicBezTo>
                <a:cubicBezTo>
                  <a:pt x="41194" y="10149"/>
                  <a:pt x="39026" y="11137"/>
                  <a:pt x="38620" y="12455"/>
                </a:cubicBezTo>
                <a:cubicBezTo>
                  <a:pt x="38620" y="12719"/>
                  <a:pt x="40585" y="29260"/>
                  <a:pt x="44514" y="62078"/>
                </a:cubicBezTo>
                <a:cubicBezTo>
                  <a:pt x="48444" y="94897"/>
                  <a:pt x="50477" y="111438"/>
                  <a:pt x="50612" y="111701"/>
                </a:cubicBezTo>
                <a:lnTo>
                  <a:pt x="65450" y="88570"/>
                </a:lnTo>
                <a:cubicBezTo>
                  <a:pt x="75342" y="73149"/>
                  <a:pt x="85234" y="57597"/>
                  <a:pt x="95126" y="41913"/>
                </a:cubicBezTo>
                <a:cubicBezTo>
                  <a:pt x="105019" y="26228"/>
                  <a:pt x="110100" y="18123"/>
                  <a:pt x="110371" y="17595"/>
                </a:cubicBezTo>
                <a:cubicBezTo>
                  <a:pt x="110913" y="16673"/>
                  <a:pt x="111184" y="15684"/>
                  <a:pt x="111184" y="14630"/>
                </a:cubicBezTo>
                <a:cubicBezTo>
                  <a:pt x="111184" y="11467"/>
                  <a:pt x="108203" y="9621"/>
                  <a:pt x="102241" y="9094"/>
                </a:cubicBezTo>
                <a:cubicBezTo>
                  <a:pt x="99801" y="9094"/>
                  <a:pt x="98582" y="8369"/>
                  <a:pt x="98582" y="6920"/>
                </a:cubicBezTo>
                <a:cubicBezTo>
                  <a:pt x="98582" y="6788"/>
                  <a:pt x="98717" y="5931"/>
                  <a:pt x="98988" y="4349"/>
                </a:cubicBezTo>
                <a:cubicBezTo>
                  <a:pt x="99395" y="2504"/>
                  <a:pt x="99801" y="1318"/>
                  <a:pt x="100208" y="791"/>
                </a:cubicBezTo>
                <a:cubicBezTo>
                  <a:pt x="100615" y="264"/>
                  <a:pt x="101495" y="0"/>
                  <a:pt x="102850" y="0"/>
                </a:cubicBezTo>
                <a:cubicBezTo>
                  <a:pt x="103121" y="0"/>
                  <a:pt x="103934" y="0"/>
                  <a:pt x="105290" y="0"/>
                </a:cubicBezTo>
                <a:cubicBezTo>
                  <a:pt x="106645" y="0"/>
                  <a:pt x="108948" y="66"/>
                  <a:pt x="112200" y="198"/>
                </a:cubicBezTo>
                <a:cubicBezTo>
                  <a:pt x="115453" y="330"/>
                  <a:pt x="119789" y="395"/>
                  <a:pt x="125209" y="395"/>
                </a:cubicBezTo>
                <a:cubicBezTo>
                  <a:pt x="134559" y="395"/>
                  <a:pt x="140454" y="264"/>
                  <a:pt x="142893" y="0"/>
                </a:cubicBezTo>
                <a:lnTo>
                  <a:pt x="144316" y="0"/>
                </a:lnTo>
                <a:cubicBezTo>
                  <a:pt x="145264" y="923"/>
                  <a:pt x="145739" y="1648"/>
                  <a:pt x="145739" y="2175"/>
                </a:cubicBezTo>
                <a:cubicBezTo>
                  <a:pt x="145739" y="4415"/>
                  <a:pt x="145129" y="6524"/>
                  <a:pt x="143909" y="8501"/>
                </a:cubicBezTo>
                <a:cubicBezTo>
                  <a:pt x="143503" y="8897"/>
                  <a:pt x="142351" y="9094"/>
                  <a:pt x="140454" y="9094"/>
                </a:cubicBezTo>
                <a:cubicBezTo>
                  <a:pt x="138692" y="9226"/>
                  <a:pt x="137066" y="9358"/>
                  <a:pt x="135576" y="9490"/>
                </a:cubicBezTo>
                <a:cubicBezTo>
                  <a:pt x="134085" y="9621"/>
                  <a:pt x="132662" y="9951"/>
                  <a:pt x="131307" y="10478"/>
                </a:cubicBezTo>
                <a:cubicBezTo>
                  <a:pt x="129952" y="11005"/>
                  <a:pt x="128868" y="11467"/>
                  <a:pt x="128055" y="11862"/>
                </a:cubicBezTo>
                <a:cubicBezTo>
                  <a:pt x="127242" y="12257"/>
                  <a:pt x="126429" y="12785"/>
                  <a:pt x="125616" y="13444"/>
                </a:cubicBezTo>
                <a:cubicBezTo>
                  <a:pt x="124803" y="14103"/>
                  <a:pt x="124125" y="14564"/>
                  <a:pt x="123583" y="14828"/>
                </a:cubicBezTo>
                <a:cubicBezTo>
                  <a:pt x="123041" y="15091"/>
                  <a:pt x="122499" y="15684"/>
                  <a:pt x="121957" y="16607"/>
                </a:cubicBezTo>
                <a:cubicBezTo>
                  <a:pt x="121415" y="17530"/>
                  <a:pt x="120941" y="17991"/>
                  <a:pt x="120534" y="17991"/>
                </a:cubicBezTo>
                <a:lnTo>
                  <a:pt x="81305" y="79278"/>
                </a:lnTo>
                <a:cubicBezTo>
                  <a:pt x="56913" y="117632"/>
                  <a:pt x="44311" y="137271"/>
                  <a:pt x="43498" y="138193"/>
                </a:cubicBezTo>
                <a:cubicBezTo>
                  <a:pt x="43091" y="138457"/>
                  <a:pt x="42617" y="138786"/>
                  <a:pt x="42075" y="139182"/>
                </a:cubicBezTo>
                <a:lnTo>
                  <a:pt x="38416" y="139379"/>
                </a:lnTo>
                <a:lnTo>
                  <a:pt x="36994" y="139379"/>
                </a:lnTo>
                <a:cubicBezTo>
                  <a:pt x="34554" y="139379"/>
                  <a:pt x="33335" y="138918"/>
                  <a:pt x="33335" y="137996"/>
                </a:cubicBezTo>
                <a:cubicBezTo>
                  <a:pt x="32928" y="137205"/>
                  <a:pt x="30286" y="116117"/>
                  <a:pt x="25408" y="74731"/>
                </a:cubicBezTo>
                <a:cubicBezTo>
                  <a:pt x="20258" y="32818"/>
                  <a:pt x="17616" y="11664"/>
                  <a:pt x="17481" y="11269"/>
                </a:cubicBezTo>
                <a:cubicBezTo>
                  <a:pt x="16803" y="9819"/>
                  <a:pt x="12602" y="9094"/>
                  <a:pt x="4878" y="9094"/>
                </a:cubicBezTo>
                <a:lnTo>
                  <a:pt x="1423" y="9094"/>
                </a:lnTo>
                <a:cubicBezTo>
                  <a:pt x="474" y="8435"/>
                  <a:pt x="0" y="7710"/>
                  <a:pt x="0" y="692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CD36B8-5F45-457E-B78C-95CBCE23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232" y="2355891"/>
            <a:ext cx="33340" cy="72264"/>
          </a:xfrm>
          <a:custGeom xmlns:a="http://schemas.openxmlformats.org/drawingml/2006/main">
            <a:pathLst>
              <a:path w="33340" h="72264">
                <a:moveTo>
                  <a:pt x="7042" y="72264"/>
                </a:moveTo>
                <a:cubicBezTo>
                  <a:pt x="6467" y="72264"/>
                  <a:pt x="5173" y="71984"/>
                  <a:pt x="3162" y="71425"/>
                </a:cubicBezTo>
                <a:cubicBezTo>
                  <a:pt x="1150" y="70866"/>
                  <a:pt x="96" y="70307"/>
                  <a:pt x="0" y="69748"/>
                </a:cubicBezTo>
                <a:cubicBezTo>
                  <a:pt x="0" y="69095"/>
                  <a:pt x="2635" y="58286"/>
                  <a:pt x="7904" y="37320"/>
                </a:cubicBezTo>
                <a:cubicBezTo>
                  <a:pt x="13173" y="16354"/>
                  <a:pt x="16095" y="5405"/>
                  <a:pt x="16670" y="4473"/>
                </a:cubicBezTo>
                <a:cubicBezTo>
                  <a:pt x="18107" y="1491"/>
                  <a:pt x="20598" y="0"/>
                  <a:pt x="24143" y="0"/>
                </a:cubicBezTo>
                <a:cubicBezTo>
                  <a:pt x="26059" y="0"/>
                  <a:pt x="28071" y="699"/>
                  <a:pt x="30178" y="2097"/>
                </a:cubicBezTo>
                <a:cubicBezTo>
                  <a:pt x="32286" y="3494"/>
                  <a:pt x="33340" y="5544"/>
                  <a:pt x="33340" y="8247"/>
                </a:cubicBezTo>
                <a:cubicBezTo>
                  <a:pt x="33340" y="8713"/>
                  <a:pt x="33244" y="9412"/>
                  <a:pt x="33052" y="10343"/>
                </a:cubicBezTo>
                <a:cubicBezTo>
                  <a:pt x="32957" y="10996"/>
                  <a:pt x="28789" y="21386"/>
                  <a:pt x="20550" y="41513"/>
                </a:cubicBezTo>
                <a:cubicBezTo>
                  <a:pt x="12311" y="61641"/>
                  <a:pt x="8048" y="71798"/>
                  <a:pt x="7760" y="71984"/>
                </a:cubicBezTo>
                <a:cubicBezTo>
                  <a:pt x="7473" y="72170"/>
                  <a:pt x="7233" y="72264"/>
                  <a:pt x="7042" y="72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C8F492-82FC-429F-BAFE-5A33A5BA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232" y="2355891"/>
            <a:ext cx="33340" cy="72264"/>
          </a:xfrm>
          <a:custGeom xmlns:a="http://schemas.openxmlformats.org/drawingml/2006/main">
            <a:pathLst>
              <a:path w="33340" h="72264" fill="none">
                <a:moveTo>
                  <a:pt x="7042" y="72264"/>
                </a:moveTo>
                <a:cubicBezTo>
                  <a:pt x="6467" y="72264"/>
                  <a:pt x="5173" y="71984"/>
                  <a:pt x="3162" y="71425"/>
                </a:cubicBezTo>
                <a:cubicBezTo>
                  <a:pt x="1150" y="70866"/>
                  <a:pt x="96" y="70307"/>
                  <a:pt x="0" y="69748"/>
                </a:cubicBezTo>
                <a:cubicBezTo>
                  <a:pt x="0" y="69095"/>
                  <a:pt x="2635" y="58286"/>
                  <a:pt x="7904" y="37320"/>
                </a:cubicBezTo>
                <a:cubicBezTo>
                  <a:pt x="13173" y="16354"/>
                  <a:pt x="16095" y="5405"/>
                  <a:pt x="16670" y="4473"/>
                </a:cubicBezTo>
                <a:cubicBezTo>
                  <a:pt x="18107" y="1491"/>
                  <a:pt x="20598" y="0"/>
                  <a:pt x="24143" y="0"/>
                </a:cubicBezTo>
                <a:cubicBezTo>
                  <a:pt x="26059" y="0"/>
                  <a:pt x="28071" y="699"/>
                  <a:pt x="30178" y="2097"/>
                </a:cubicBezTo>
                <a:cubicBezTo>
                  <a:pt x="32286" y="3494"/>
                  <a:pt x="33340" y="5544"/>
                  <a:pt x="33340" y="8247"/>
                </a:cubicBezTo>
                <a:cubicBezTo>
                  <a:pt x="33340" y="8713"/>
                  <a:pt x="33244" y="9412"/>
                  <a:pt x="33052" y="10343"/>
                </a:cubicBezTo>
                <a:cubicBezTo>
                  <a:pt x="32957" y="10996"/>
                  <a:pt x="28789" y="21386"/>
                  <a:pt x="20550" y="41513"/>
                </a:cubicBezTo>
                <a:cubicBezTo>
                  <a:pt x="12311" y="61641"/>
                  <a:pt x="8048" y="71798"/>
                  <a:pt x="7760" y="71984"/>
                </a:cubicBezTo>
                <a:cubicBezTo>
                  <a:pt x="7473" y="72170"/>
                  <a:pt x="7233" y="72264"/>
                  <a:pt x="7042" y="7226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" cap="flat">
            <a:solidFill>
              <a:srgbClr val="000000">
                <a:alpha val="8790"/>
              </a:srgbClr>
            </a:solidFill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A5A694-9942-4F78-ADDA-31709443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666" y="2471557"/>
            <a:ext cx="60500" cy="96165"/>
          </a:xfrm>
          <a:custGeom xmlns:a="http://schemas.openxmlformats.org/drawingml/2006/main">
            <a:pathLst>
              <a:path w="60500" h="96165">
                <a:moveTo>
                  <a:pt x="8191" y="11322"/>
                </a:moveTo>
                <a:cubicBezTo>
                  <a:pt x="13556" y="3774"/>
                  <a:pt x="20885" y="0"/>
                  <a:pt x="30178" y="0"/>
                </a:cubicBezTo>
                <a:cubicBezTo>
                  <a:pt x="34777" y="0"/>
                  <a:pt x="39375" y="1211"/>
                  <a:pt x="43974" y="3634"/>
                </a:cubicBezTo>
                <a:cubicBezTo>
                  <a:pt x="48573" y="6057"/>
                  <a:pt x="52309" y="10343"/>
                  <a:pt x="55183" y="16493"/>
                </a:cubicBezTo>
                <a:cubicBezTo>
                  <a:pt x="58728" y="24228"/>
                  <a:pt x="60500" y="34851"/>
                  <a:pt x="60500" y="48362"/>
                </a:cubicBezTo>
                <a:cubicBezTo>
                  <a:pt x="60500" y="62805"/>
                  <a:pt x="58440" y="73848"/>
                  <a:pt x="54321" y="81489"/>
                </a:cubicBezTo>
                <a:cubicBezTo>
                  <a:pt x="52405" y="85402"/>
                  <a:pt x="49770" y="88524"/>
                  <a:pt x="46417" y="90854"/>
                </a:cubicBezTo>
                <a:cubicBezTo>
                  <a:pt x="43064" y="93183"/>
                  <a:pt x="40142" y="94628"/>
                  <a:pt x="37651" y="95187"/>
                </a:cubicBezTo>
                <a:cubicBezTo>
                  <a:pt x="35160" y="95746"/>
                  <a:pt x="32717" y="96072"/>
                  <a:pt x="30322" y="96165"/>
                </a:cubicBezTo>
                <a:cubicBezTo>
                  <a:pt x="27831" y="96165"/>
                  <a:pt x="25340" y="95886"/>
                  <a:pt x="22849" y="95326"/>
                </a:cubicBezTo>
                <a:cubicBezTo>
                  <a:pt x="20358" y="94767"/>
                  <a:pt x="17436" y="93276"/>
                  <a:pt x="14083" y="90854"/>
                </a:cubicBezTo>
                <a:cubicBezTo>
                  <a:pt x="10730" y="88431"/>
                  <a:pt x="8095" y="85309"/>
                  <a:pt x="6179" y="81489"/>
                </a:cubicBezTo>
                <a:cubicBezTo>
                  <a:pt x="2060" y="73848"/>
                  <a:pt x="0" y="62805"/>
                  <a:pt x="0" y="48362"/>
                </a:cubicBezTo>
                <a:cubicBezTo>
                  <a:pt x="0" y="32148"/>
                  <a:pt x="2730" y="19801"/>
                  <a:pt x="8191" y="11322"/>
                </a:cubicBezTo>
                <a:close/>
                <a:moveTo>
                  <a:pt x="40525" y="9644"/>
                </a:moveTo>
                <a:cubicBezTo>
                  <a:pt x="37651" y="6663"/>
                  <a:pt x="34250" y="5172"/>
                  <a:pt x="30322" y="5172"/>
                </a:cubicBezTo>
                <a:cubicBezTo>
                  <a:pt x="26298" y="5172"/>
                  <a:pt x="22849" y="6663"/>
                  <a:pt x="19975" y="9644"/>
                </a:cubicBezTo>
                <a:cubicBezTo>
                  <a:pt x="17580" y="12067"/>
                  <a:pt x="15999" y="15422"/>
                  <a:pt x="15233" y="19708"/>
                </a:cubicBezTo>
                <a:cubicBezTo>
                  <a:pt x="14466" y="23995"/>
                  <a:pt x="14083" y="32940"/>
                  <a:pt x="14083" y="46545"/>
                </a:cubicBezTo>
                <a:cubicBezTo>
                  <a:pt x="14083" y="61268"/>
                  <a:pt x="14466" y="70959"/>
                  <a:pt x="15233" y="75618"/>
                </a:cubicBezTo>
                <a:cubicBezTo>
                  <a:pt x="15999" y="80277"/>
                  <a:pt x="17724" y="83958"/>
                  <a:pt x="20406" y="86660"/>
                </a:cubicBezTo>
                <a:cubicBezTo>
                  <a:pt x="23089" y="89456"/>
                  <a:pt x="26394" y="90854"/>
                  <a:pt x="30322" y="90854"/>
                </a:cubicBezTo>
                <a:cubicBezTo>
                  <a:pt x="34154" y="90854"/>
                  <a:pt x="37411" y="89456"/>
                  <a:pt x="40094" y="86660"/>
                </a:cubicBezTo>
                <a:cubicBezTo>
                  <a:pt x="42872" y="83865"/>
                  <a:pt x="44597" y="79951"/>
                  <a:pt x="45267" y="74919"/>
                </a:cubicBezTo>
                <a:cubicBezTo>
                  <a:pt x="45938" y="69887"/>
                  <a:pt x="46321" y="60429"/>
                  <a:pt x="46417" y="46545"/>
                </a:cubicBezTo>
                <a:cubicBezTo>
                  <a:pt x="46417" y="33033"/>
                  <a:pt x="46034" y="24134"/>
                  <a:pt x="45267" y="19848"/>
                </a:cubicBezTo>
                <a:cubicBezTo>
                  <a:pt x="44501" y="15562"/>
                  <a:pt x="42920" y="12160"/>
                  <a:pt x="40525" y="96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B19540-5F77-4A85-BFEF-7C05B1C1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666" y="2471557"/>
            <a:ext cx="60500" cy="96165"/>
          </a:xfrm>
          <a:custGeom xmlns:a="http://schemas.openxmlformats.org/drawingml/2006/main">
            <a:pathLst>
              <a:path w="60500" h="96165" fill="none">
                <a:moveTo>
                  <a:pt x="8191" y="11322"/>
                </a:moveTo>
                <a:cubicBezTo>
                  <a:pt x="13556" y="3774"/>
                  <a:pt x="20885" y="0"/>
                  <a:pt x="30178" y="0"/>
                </a:cubicBezTo>
                <a:cubicBezTo>
                  <a:pt x="34777" y="0"/>
                  <a:pt x="39375" y="1211"/>
                  <a:pt x="43974" y="3634"/>
                </a:cubicBezTo>
                <a:cubicBezTo>
                  <a:pt x="48573" y="6057"/>
                  <a:pt x="52309" y="10343"/>
                  <a:pt x="55183" y="16493"/>
                </a:cubicBezTo>
                <a:cubicBezTo>
                  <a:pt x="58728" y="24228"/>
                  <a:pt x="60500" y="34851"/>
                  <a:pt x="60500" y="48362"/>
                </a:cubicBezTo>
                <a:cubicBezTo>
                  <a:pt x="60500" y="62805"/>
                  <a:pt x="58440" y="73848"/>
                  <a:pt x="54321" y="81489"/>
                </a:cubicBezTo>
                <a:cubicBezTo>
                  <a:pt x="52405" y="85402"/>
                  <a:pt x="49770" y="88524"/>
                  <a:pt x="46417" y="90854"/>
                </a:cubicBezTo>
                <a:cubicBezTo>
                  <a:pt x="43064" y="93183"/>
                  <a:pt x="40142" y="94628"/>
                  <a:pt x="37651" y="95187"/>
                </a:cubicBezTo>
                <a:cubicBezTo>
                  <a:pt x="35160" y="95746"/>
                  <a:pt x="32717" y="96072"/>
                  <a:pt x="30322" y="96165"/>
                </a:cubicBezTo>
                <a:cubicBezTo>
                  <a:pt x="27831" y="96165"/>
                  <a:pt x="25340" y="95886"/>
                  <a:pt x="22849" y="95326"/>
                </a:cubicBezTo>
                <a:cubicBezTo>
                  <a:pt x="20358" y="94767"/>
                  <a:pt x="17436" y="93276"/>
                  <a:pt x="14083" y="90854"/>
                </a:cubicBezTo>
                <a:cubicBezTo>
                  <a:pt x="10730" y="88431"/>
                  <a:pt x="8095" y="85309"/>
                  <a:pt x="6179" y="81489"/>
                </a:cubicBezTo>
                <a:cubicBezTo>
                  <a:pt x="2060" y="73848"/>
                  <a:pt x="0" y="62805"/>
                  <a:pt x="0" y="48362"/>
                </a:cubicBezTo>
                <a:cubicBezTo>
                  <a:pt x="0" y="32148"/>
                  <a:pt x="2730" y="19801"/>
                  <a:pt x="8191" y="11322"/>
                </a:cubicBezTo>
                <a:close/>
                <a:moveTo>
                  <a:pt x="40525" y="9644"/>
                </a:moveTo>
                <a:cubicBezTo>
                  <a:pt x="37651" y="6663"/>
                  <a:pt x="34250" y="5172"/>
                  <a:pt x="30322" y="5172"/>
                </a:cubicBezTo>
                <a:cubicBezTo>
                  <a:pt x="26298" y="5172"/>
                  <a:pt x="22849" y="6663"/>
                  <a:pt x="19975" y="9644"/>
                </a:cubicBezTo>
                <a:cubicBezTo>
                  <a:pt x="17580" y="12067"/>
                  <a:pt x="15999" y="15422"/>
                  <a:pt x="15233" y="19708"/>
                </a:cubicBezTo>
                <a:cubicBezTo>
                  <a:pt x="14466" y="23995"/>
                  <a:pt x="14083" y="32940"/>
                  <a:pt x="14083" y="46545"/>
                </a:cubicBezTo>
                <a:cubicBezTo>
                  <a:pt x="14083" y="61268"/>
                  <a:pt x="14466" y="70959"/>
                  <a:pt x="15233" y="75618"/>
                </a:cubicBezTo>
                <a:cubicBezTo>
                  <a:pt x="15999" y="80277"/>
                  <a:pt x="17724" y="83958"/>
                  <a:pt x="20406" y="86660"/>
                </a:cubicBezTo>
                <a:cubicBezTo>
                  <a:pt x="23089" y="89456"/>
                  <a:pt x="26394" y="90854"/>
                  <a:pt x="30322" y="90854"/>
                </a:cubicBezTo>
                <a:cubicBezTo>
                  <a:pt x="34154" y="90854"/>
                  <a:pt x="37411" y="89456"/>
                  <a:pt x="40094" y="86660"/>
                </a:cubicBezTo>
                <a:cubicBezTo>
                  <a:pt x="42872" y="83865"/>
                  <a:pt x="44597" y="79951"/>
                  <a:pt x="45267" y="74919"/>
                </a:cubicBezTo>
                <a:cubicBezTo>
                  <a:pt x="45938" y="69887"/>
                  <a:pt x="46321" y="60429"/>
                  <a:pt x="46417" y="46545"/>
                </a:cubicBezTo>
                <a:cubicBezTo>
                  <a:pt x="46417" y="33033"/>
                  <a:pt x="46034" y="24134"/>
                  <a:pt x="45267" y="19848"/>
                </a:cubicBezTo>
                <a:cubicBezTo>
                  <a:pt x="44501" y="15562"/>
                  <a:pt x="42920" y="12160"/>
                  <a:pt x="40525" y="96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" cap="flat">
            <a:solidFill>
              <a:srgbClr val="000000">
                <a:alpha val="8790"/>
              </a:srgbClr>
            </a:solidFill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6C0950-0346-4181-92CF-14F8C28B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798" y="2367539"/>
            <a:ext cx="45463" cy="197701"/>
          </a:xfrm>
          <a:custGeom xmlns:a="http://schemas.openxmlformats.org/drawingml/2006/main">
            <a:pathLst>
              <a:path w="45463" h="197701">
                <a:moveTo>
                  <a:pt x="0" y="3559"/>
                </a:moveTo>
                <a:cubicBezTo>
                  <a:pt x="136" y="2636"/>
                  <a:pt x="542" y="1845"/>
                  <a:pt x="1220" y="1186"/>
                </a:cubicBezTo>
                <a:cubicBezTo>
                  <a:pt x="1897" y="527"/>
                  <a:pt x="2846" y="132"/>
                  <a:pt x="4065" y="0"/>
                </a:cubicBezTo>
                <a:cubicBezTo>
                  <a:pt x="5420" y="0"/>
                  <a:pt x="6572" y="659"/>
                  <a:pt x="7521" y="1977"/>
                </a:cubicBezTo>
                <a:cubicBezTo>
                  <a:pt x="7927" y="2900"/>
                  <a:pt x="14296" y="19111"/>
                  <a:pt x="26627" y="50612"/>
                </a:cubicBezTo>
                <a:cubicBezTo>
                  <a:pt x="38958" y="82112"/>
                  <a:pt x="45192" y="98192"/>
                  <a:pt x="45327" y="98851"/>
                </a:cubicBezTo>
                <a:cubicBezTo>
                  <a:pt x="45463" y="99510"/>
                  <a:pt x="39297" y="115589"/>
                  <a:pt x="26831" y="147090"/>
                </a:cubicBezTo>
                <a:cubicBezTo>
                  <a:pt x="14364" y="178590"/>
                  <a:pt x="7927" y="194802"/>
                  <a:pt x="7521" y="195724"/>
                </a:cubicBezTo>
                <a:cubicBezTo>
                  <a:pt x="6572" y="197042"/>
                  <a:pt x="5420" y="197701"/>
                  <a:pt x="4065" y="197701"/>
                </a:cubicBezTo>
                <a:cubicBezTo>
                  <a:pt x="2981" y="197701"/>
                  <a:pt x="2100" y="197372"/>
                  <a:pt x="1423" y="196713"/>
                </a:cubicBezTo>
                <a:cubicBezTo>
                  <a:pt x="745" y="196054"/>
                  <a:pt x="271" y="195197"/>
                  <a:pt x="0" y="194143"/>
                </a:cubicBezTo>
                <a:cubicBezTo>
                  <a:pt x="0" y="193484"/>
                  <a:pt x="6098" y="177470"/>
                  <a:pt x="18294" y="146101"/>
                </a:cubicBezTo>
                <a:cubicBezTo>
                  <a:pt x="30625" y="114864"/>
                  <a:pt x="36790" y="99114"/>
                  <a:pt x="36790" y="98851"/>
                </a:cubicBezTo>
                <a:cubicBezTo>
                  <a:pt x="36790" y="98587"/>
                  <a:pt x="30625" y="82837"/>
                  <a:pt x="18294" y="51600"/>
                </a:cubicBezTo>
                <a:cubicBezTo>
                  <a:pt x="6098" y="20231"/>
                  <a:pt x="0" y="4218"/>
                  <a:pt x="0" y="35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677B1C-B499-4CF7-9F75-715FCE5E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798" y="2367539"/>
            <a:ext cx="45463" cy="197701"/>
          </a:xfrm>
          <a:custGeom xmlns:a="http://schemas.openxmlformats.org/drawingml/2006/main">
            <a:pathLst>
              <a:path w="45463" h="197701" fill="none">
                <a:moveTo>
                  <a:pt x="0" y="3559"/>
                </a:moveTo>
                <a:cubicBezTo>
                  <a:pt x="136" y="2636"/>
                  <a:pt x="542" y="1845"/>
                  <a:pt x="1220" y="1186"/>
                </a:cubicBezTo>
                <a:cubicBezTo>
                  <a:pt x="1897" y="527"/>
                  <a:pt x="2846" y="132"/>
                  <a:pt x="4065" y="0"/>
                </a:cubicBezTo>
                <a:cubicBezTo>
                  <a:pt x="5420" y="0"/>
                  <a:pt x="6572" y="659"/>
                  <a:pt x="7521" y="1977"/>
                </a:cubicBezTo>
                <a:cubicBezTo>
                  <a:pt x="7927" y="2900"/>
                  <a:pt x="14296" y="19111"/>
                  <a:pt x="26627" y="50612"/>
                </a:cubicBezTo>
                <a:cubicBezTo>
                  <a:pt x="38958" y="82112"/>
                  <a:pt x="45192" y="98192"/>
                  <a:pt x="45327" y="98851"/>
                </a:cubicBezTo>
                <a:cubicBezTo>
                  <a:pt x="45463" y="99510"/>
                  <a:pt x="39297" y="115589"/>
                  <a:pt x="26831" y="147090"/>
                </a:cubicBezTo>
                <a:cubicBezTo>
                  <a:pt x="14364" y="178590"/>
                  <a:pt x="7927" y="194802"/>
                  <a:pt x="7521" y="195724"/>
                </a:cubicBezTo>
                <a:cubicBezTo>
                  <a:pt x="6572" y="197042"/>
                  <a:pt x="5420" y="197701"/>
                  <a:pt x="4065" y="197701"/>
                </a:cubicBezTo>
                <a:cubicBezTo>
                  <a:pt x="2981" y="197701"/>
                  <a:pt x="2100" y="197372"/>
                  <a:pt x="1423" y="196713"/>
                </a:cubicBezTo>
                <a:cubicBezTo>
                  <a:pt x="745" y="196054"/>
                  <a:pt x="271" y="195197"/>
                  <a:pt x="0" y="194143"/>
                </a:cubicBezTo>
                <a:cubicBezTo>
                  <a:pt x="0" y="193484"/>
                  <a:pt x="6098" y="177470"/>
                  <a:pt x="18294" y="146101"/>
                </a:cubicBezTo>
                <a:cubicBezTo>
                  <a:pt x="30625" y="114864"/>
                  <a:pt x="36790" y="99114"/>
                  <a:pt x="36790" y="98851"/>
                </a:cubicBezTo>
                <a:cubicBezTo>
                  <a:pt x="36790" y="98587"/>
                  <a:pt x="30625" y="82837"/>
                  <a:pt x="18294" y="51600"/>
                </a:cubicBezTo>
                <a:cubicBezTo>
                  <a:pt x="6098" y="20231"/>
                  <a:pt x="0" y="4218"/>
                  <a:pt x="0" y="355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D6D5A9-A47D-4513-93C8-1840168C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313" y="2414790"/>
            <a:ext cx="180700" cy="103200"/>
          </a:xfrm>
          <a:custGeom xmlns:a="http://schemas.openxmlformats.org/drawingml/2006/main">
            <a:pathLst>
              <a:path w="180700" h="103200">
                <a:moveTo>
                  <a:pt x="180700" y="49425"/>
                </a:moveTo>
                <a:cubicBezTo>
                  <a:pt x="180700" y="49425"/>
                  <a:pt x="180700" y="50150"/>
                  <a:pt x="180700" y="51600"/>
                </a:cubicBezTo>
                <a:cubicBezTo>
                  <a:pt x="180700" y="53050"/>
                  <a:pt x="179683" y="54368"/>
                  <a:pt x="177651" y="55554"/>
                </a:cubicBezTo>
                <a:lnTo>
                  <a:pt x="22359" y="55554"/>
                </a:lnTo>
                <a:cubicBezTo>
                  <a:pt x="22630" y="55818"/>
                  <a:pt x="23782" y="56740"/>
                  <a:pt x="25814" y="58322"/>
                </a:cubicBezTo>
                <a:cubicBezTo>
                  <a:pt x="27847" y="59903"/>
                  <a:pt x="29812" y="61683"/>
                  <a:pt x="31709" y="63660"/>
                </a:cubicBezTo>
                <a:cubicBezTo>
                  <a:pt x="33606" y="65637"/>
                  <a:pt x="35842" y="68075"/>
                  <a:pt x="38416" y="70975"/>
                </a:cubicBezTo>
                <a:cubicBezTo>
                  <a:pt x="40991" y="73874"/>
                  <a:pt x="43227" y="77565"/>
                  <a:pt x="45124" y="82046"/>
                </a:cubicBezTo>
                <a:cubicBezTo>
                  <a:pt x="47021" y="86527"/>
                  <a:pt x="48783" y="91206"/>
                  <a:pt x="50409" y="96083"/>
                </a:cubicBezTo>
                <a:cubicBezTo>
                  <a:pt x="51086" y="98455"/>
                  <a:pt x="51425" y="100103"/>
                  <a:pt x="51425" y="101025"/>
                </a:cubicBezTo>
                <a:cubicBezTo>
                  <a:pt x="51425" y="102475"/>
                  <a:pt x="50070" y="103200"/>
                  <a:pt x="47360" y="103200"/>
                </a:cubicBezTo>
                <a:cubicBezTo>
                  <a:pt x="46411" y="103200"/>
                  <a:pt x="45734" y="103200"/>
                  <a:pt x="45327" y="103200"/>
                </a:cubicBezTo>
                <a:cubicBezTo>
                  <a:pt x="44921" y="103200"/>
                  <a:pt x="44514" y="102936"/>
                  <a:pt x="44108" y="102409"/>
                </a:cubicBezTo>
                <a:cubicBezTo>
                  <a:pt x="43701" y="101882"/>
                  <a:pt x="43362" y="101289"/>
                  <a:pt x="43091" y="100630"/>
                </a:cubicBezTo>
                <a:cubicBezTo>
                  <a:pt x="42820" y="99971"/>
                  <a:pt x="42549" y="98719"/>
                  <a:pt x="42278" y="96874"/>
                </a:cubicBezTo>
                <a:cubicBezTo>
                  <a:pt x="39839" y="87252"/>
                  <a:pt x="35232" y="78685"/>
                  <a:pt x="28457" y="71172"/>
                </a:cubicBezTo>
                <a:cubicBezTo>
                  <a:pt x="21681" y="63660"/>
                  <a:pt x="13415" y="58058"/>
                  <a:pt x="3659" y="54368"/>
                </a:cubicBezTo>
                <a:cubicBezTo>
                  <a:pt x="1626" y="53577"/>
                  <a:pt x="407" y="52852"/>
                  <a:pt x="0" y="52193"/>
                </a:cubicBezTo>
                <a:cubicBezTo>
                  <a:pt x="0" y="51271"/>
                  <a:pt x="271" y="50612"/>
                  <a:pt x="813" y="50216"/>
                </a:cubicBezTo>
                <a:cubicBezTo>
                  <a:pt x="1355" y="49821"/>
                  <a:pt x="2304" y="49359"/>
                  <a:pt x="3659" y="48832"/>
                </a:cubicBezTo>
                <a:cubicBezTo>
                  <a:pt x="10163" y="46328"/>
                  <a:pt x="15922" y="43033"/>
                  <a:pt x="20936" y="38947"/>
                </a:cubicBezTo>
                <a:cubicBezTo>
                  <a:pt x="25950" y="34861"/>
                  <a:pt x="29812" y="30841"/>
                  <a:pt x="32522" y="26887"/>
                </a:cubicBezTo>
                <a:cubicBezTo>
                  <a:pt x="35232" y="22933"/>
                  <a:pt x="37400" y="19045"/>
                  <a:pt x="39026" y="15223"/>
                </a:cubicBezTo>
                <a:cubicBezTo>
                  <a:pt x="40652" y="11401"/>
                  <a:pt x="41804" y="8369"/>
                  <a:pt x="42482" y="6129"/>
                </a:cubicBezTo>
                <a:lnTo>
                  <a:pt x="43091" y="2768"/>
                </a:lnTo>
                <a:cubicBezTo>
                  <a:pt x="43362" y="1977"/>
                  <a:pt x="43566" y="1450"/>
                  <a:pt x="43701" y="1186"/>
                </a:cubicBezTo>
                <a:cubicBezTo>
                  <a:pt x="43837" y="923"/>
                  <a:pt x="44176" y="659"/>
                  <a:pt x="44718" y="395"/>
                </a:cubicBezTo>
                <a:cubicBezTo>
                  <a:pt x="45260" y="132"/>
                  <a:pt x="46140" y="0"/>
                  <a:pt x="47360" y="0"/>
                </a:cubicBezTo>
                <a:cubicBezTo>
                  <a:pt x="50070" y="0"/>
                  <a:pt x="51425" y="725"/>
                  <a:pt x="51425" y="2175"/>
                </a:cubicBezTo>
                <a:cubicBezTo>
                  <a:pt x="51425" y="3097"/>
                  <a:pt x="51086" y="4745"/>
                  <a:pt x="50409" y="7117"/>
                </a:cubicBezTo>
                <a:cubicBezTo>
                  <a:pt x="49054" y="11994"/>
                  <a:pt x="47360" y="16541"/>
                  <a:pt x="45327" y="20759"/>
                </a:cubicBezTo>
                <a:cubicBezTo>
                  <a:pt x="43295" y="24976"/>
                  <a:pt x="41127" y="28535"/>
                  <a:pt x="38823" y="31435"/>
                </a:cubicBezTo>
                <a:cubicBezTo>
                  <a:pt x="36519" y="34334"/>
                  <a:pt x="34419" y="36772"/>
                  <a:pt x="32522" y="38749"/>
                </a:cubicBezTo>
                <a:cubicBezTo>
                  <a:pt x="30625" y="40726"/>
                  <a:pt x="28592" y="42572"/>
                  <a:pt x="26424" y="44285"/>
                </a:cubicBezTo>
                <a:cubicBezTo>
                  <a:pt x="24256" y="45998"/>
                  <a:pt x="22901" y="47119"/>
                  <a:pt x="22359" y="47646"/>
                </a:cubicBezTo>
                <a:lnTo>
                  <a:pt x="177651" y="47646"/>
                </a:lnTo>
                <a:cubicBezTo>
                  <a:pt x="179683" y="48832"/>
                  <a:pt x="180700" y="50150"/>
                  <a:pt x="180700" y="51600"/>
                </a:cubicBezTo>
                <a:lnTo>
                  <a:pt x="180700" y="494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9A0869-DE2B-4F9A-A7D5-BD1ACDF9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313" y="2414790"/>
            <a:ext cx="180700" cy="103200"/>
          </a:xfrm>
          <a:custGeom xmlns:a="http://schemas.openxmlformats.org/drawingml/2006/main">
            <a:pathLst>
              <a:path w="180700" h="103200" fill="none">
                <a:moveTo>
                  <a:pt x="180700" y="49425"/>
                </a:moveTo>
                <a:cubicBezTo>
                  <a:pt x="180700" y="49425"/>
                  <a:pt x="180700" y="50150"/>
                  <a:pt x="180700" y="51600"/>
                </a:cubicBezTo>
                <a:cubicBezTo>
                  <a:pt x="180700" y="53050"/>
                  <a:pt x="179683" y="54368"/>
                  <a:pt x="177651" y="55554"/>
                </a:cubicBezTo>
                <a:lnTo>
                  <a:pt x="22359" y="55554"/>
                </a:lnTo>
                <a:cubicBezTo>
                  <a:pt x="22630" y="55818"/>
                  <a:pt x="23782" y="56740"/>
                  <a:pt x="25814" y="58322"/>
                </a:cubicBezTo>
                <a:cubicBezTo>
                  <a:pt x="27847" y="59903"/>
                  <a:pt x="29812" y="61683"/>
                  <a:pt x="31709" y="63660"/>
                </a:cubicBezTo>
                <a:cubicBezTo>
                  <a:pt x="33606" y="65637"/>
                  <a:pt x="35842" y="68075"/>
                  <a:pt x="38416" y="70975"/>
                </a:cubicBezTo>
                <a:cubicBezTo>
                  <a:pt x="40991" y="73874"/>
                  <a:pt x="43227" y="77565"/>
                  <a:pt x="45124" y="82046"/>
                </a:cubicBezTo>
                <a:cubicBezTo>
                  <a:pt x="47021" y="86527"/>
                  <a:pt x="48783" y="91206"/>
                  <a:pt x="50409" y="96083"/>
                </a:cubicBezTo>
                <a:cubicBezTo>
                  <a:pt x="51086" y="98455"/>
                  <a:pt x="51425" y="100103"/>
                  <a:pt x="51425" y="101025"/>
                </a:cubicBezTo>
                <a:cubicBezTo>
                  <a:pt x="51425" y="102475"/>
                  <a:pt x="50070" y="103200"/>
                  <a:pt x="47360" y="103200"/>
                </a:cubicBezTo>
                <a:cubicBezTo>
                  <a:pt x="46411" y="103200"/>
                  <a:pt x="45734" y="103200"/>
                  <a:pt x="45327" y="103200"/>
                </a:cubicBezTo>
                <a:cubicBezTo>
                  <a:pt x="44921" y="103200"/>
                  <a:pt x="44514" y="102936"/>
                  <a:pt x="44108" y="102409"/>
                </a:cubicBezTo>
                <a:cubicBezTo>
                  <a:pt x="43701" y="101882"/>
                  <a:pt x="43362" y="101289"/>
                  <a:pt x="43091" y="100630"/>
                </a:cubicBezTo>
                <a:cubicBezTo>
                  <a:pt x="42820" y="99971"/>
                  <a:pt x="42549" y="98719"/>
                  <a:pt x="42278" y="96874"/>
                </a:cubicBezTo>
                <a:cubicBezTo>
                  <a:pt x="39839" y="87252"/>
                  <a:pt x="35232" y="78685"/>
                  <a:pt x="28457" y="71172"/>
                </a:cubicBezTo>
                <a:cubicBezTo>
                  <a:pt x="21681" y="63660"/>
                  <a:pt x="13415" y="58058"/>
                  <a:pt x="3659" y="54368"/>
                </a:cubicBezTo>
                <a:cubicBezTo>
                  <a:pt x="1626" y="53577"/>
                  <a:pt x="407" y="52852"/>
                  <a:pt x="0" y="52193"/>
                </a:cubicBezTo>
                <a:cubicBezTo>
                  <a:pt x="0" y="51271"/>
                  <a:pt x="271" y="50612"/>
                  <a:pt x="813" y="50216"/>
                </a:cubicBezTo>
                <a:cubicBezTo>
                  <a:pt x="1355" y="49821"/>
                  <a:pt x="2304" y="49359"/>
                  <a:pt x="3659" y="48832"/>
                </a:cubicBezTo>
                <a:cubicBezTo>
                  <a:pt x="10163" y="46328"/>
                  <a:pt x="15922" y="43033"/>
                  <a:pt x="20936" y="38947"/>
                </a:cubicBezTo>
                <a:cubicBezTo>
                  <a:pt x="25950" y="34861"/>
                  <a:pt x="29812" y="30841"/>
                  <a:pt x="32522" y="26887"/>
                </a:cubicBezTo>
                <a:cubicBezTo>
                  <a:pt x="35232" y="22933"/>
                  <a:pt x="37400" y="19045"/>
                  <a:pt x="39026" y="15223"/>
                </a:cubicBezTo>
                <a:cubicBezTo>
                  <a:pt x="40652" y="11401"/>
                  <a:pt x="41804" y="8369"/>
                  <a:pt x="42482" y="6129"/>
                </a:cubicBezTo>
                <a:lnTo>
                  <a:pt x="43091" y="2768"/>
                </a:lnTo>
                <a:cubicBezTo>
                  <a:pt x="43362" y="1977"/>
                  <a:pt x="43566" y="1450"/>
                  <a:pt x="43701" y="1186"/>
                </a:cubicBezTo>
                <a:cubicBezTo>
                  <a:pt x="43837" y="923"/>
                  <a:pt x="44176" y="659"/>
                  <a:pt x="44718" y="395"/>
                </a:cubicBezTo>
                <a:cubicBezTo>
                  <a:pt x="45260" y="132"/>
                  <a:pt x="46140" y="0"/>
                  <a:pt x="47360" y="0"/>
                </a:cubicBezTo>
                <a:cubicBezTo>
                  <a:pt x="50070" y="0"/>
                  <a:pt x="51425" y="725"/>
                  <a:pt x="51425" y="2175"/>
                </a:cubicBezTo>
                <a:cubicBezTo>
                  <a:pt x="51425" y="3097"/>
                  <a:pt x="51086" y="4745"/>
                  <a:pt x="50409" y="7117"/>
                </a:cubicBezTo>
                <a:cubicBezTo>
                  <a:pt x="49054" y="11994"/>
                  <a:pt x="47360" y="16541"/>
                  <a:pt x="45327" y="20759"/>
                </a:cubicBezTo>
                <a:cubicBezTo>
                  <a:pt x="43295" y="24976"/>
                  <a:pt x="41127" y="28535"/>
                  <a:pt x="38823" y="31435"/>
                </a:cubicBezTo>
                <a:cubicBezTo>
                  <a:pt x="36519" y="34334"/>
                  <a:pt x="34419" y="36772"/>
                  <a:pt x="32522" y="38749"/>
                </a:cubicBezTo>
                <a:cubicBezTo>
                  <a:pt x="30625" y="40726"/>
                  <a:pt x="28592" y="42572"/>
                  <a:pt x="26424" y="44285"/>
                </a:cubicBezTo>
                <a:cubicBezTo>
                  <a:pt x="24256" y="45998"/>
                  <a:pt x="22901" y="47119"/>
                  <a:pt x="22359" y="47646"/>
                </a:cubicBezTo>
                <a:lnTo>
                  <a:pt x="177651" y="47646"/>
                </a:lnTo>
                <a:cubicBezTo>
                  <a:pt x="179683" y="48832"/>
                  <a:pt x="180700" y="50150"/>
                  <a:pt x="180700" y="51600"/>
                </a:cubicBezTo>
                <a:lnTo>
                  <a:pt x="180700" y="494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D66962-D4AC-482B-B963-4E451888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024" y="2376436"/>
            <a:ext cx="144316" cy="143729"/>
          </a:xfrm>
          <a:custGeom xmlns:a="http://schemas.openxmlformats.org/drawingml/2006/main">
            <a:pathLst>
              <a:path w="144316" h="143729">
                <a:moveTo>
                  <a:pt x="0" y="89559"/>
                </a:moveTo>
                <a:cubicBezTo>
                  <a:pt x="0" y="74402"/>
                  <a:pt x="4540" y="59838"/>
                  <a:pt x="13619" y="45867"/>
                </a:cubicBezTo>
                <a:cubicBezTo>
                  <a:pt x="22698" y="31896"/>
                  <a:pt x="34148" y="20825"/>
                  <a:pt x="47970" y="12653"/>
                </a:cubicBezTo>
                <a:cubicBezTo>
                  <a:pt x="61792" y="4481"/>
                  <a:pt x="75613" y="330"/>
                  <a:pt x="89435" y="198"/>
                </a:cubicBezTo>
                <a:cubicBezTo>
                  <a:pt x="101631" y="198"/>
                  <a:pt x="111320" y="3559"/>
                  <a:pt x="118502" y="10280"/>
                </a:cubicBezTo>
                <a:cubicBezTo>
                  <a:pt x="119721" y="11598"/>
                  <a:pt x="120737" y="12719"/>
                  <a:pt x="121550" y="13641"/>
                </a:cubicBezTo>
                <a:cubicBezTo>
                  <a:pt x="122364" y="14564"/>
                  <a:pt x="122906" y="15223"/>
                  <a:pt x="123177" y="15618"/>
                </a:cubicBezTo>
                <a:lnTo>
                  <a:pt x="123380" y="16212"/>
                </a:lnTo>
                <a:cubicBezTo>
                  <a:pt x="123786" y="16212"/>
                  <a:pt x="125616" y="14498"/>
                  <a:pt x="128868" y="11071"/>
                </a:cubicBezTo>
                <a:cubicBezTo>
                  <a:pt x="129816" y="10280"/>
                  <a:pt x="130833" y="9358"/>
                  <a:pt x="131917" y="8303"/>
                </a:cubicBezTo>
                <a:cubicBezTo>
                  <a:pt x="133001" y="7249"/>
                  <a:pt x="134085" y="6195"/>
                  <a:pt x="135169" y="5140"/>
                </a:cubicBezTo>
                <a:cubicBezTo>
                  <a:pt x="136253" y="4086"/>
                  <a:pt x="136931" y="3361"/>
                  <a:pt x="137202" y="2966"/>
                </a:cubicBezTo>
                <a:lnTo>
                  <a:pt x="140251" y="0"/>
                </a:lnTo>
                <a:lnTo>
                  <a:pt x="141470" y="0"/>
                </a:lnTo>
                <a:cubicBezTo>
                  <a:pt x="143367" y="0"/>
                  <a:pt x="144316" y="461"/>
                  <a:pt x="144316" y="1384"/>
                </a:cubicBezTo>
                <a:cubicBezTo>
                  <a:pt x="144316" y="1911"/>
                  <a:pt x="142148" y="10939"/>
                  <a:pt x="137811" y="28469"/>
                </a:cubicBezTo>
                <a:cubicBezTo>
                  <a:pt x="132933" y="46789"/>
                  <a:pt x="130494" y="56015"/>
                  <a:pt x="130494" y="56147"/>
                </a:cubicBezTo>
                <a:cubicBezTo>
                  <a:pt x="130223" y="56806"/>
                  <a:pt x="129884" y="57202"/>
                  <a:pt x="129478" y="57333"/>
                </a:cubicBezTo>
                <a:cubicBezTo>
                  <a:pt x="129071" y="57465"/>
                  <a:pt x="127852" y="57597"/>
                  <a:pt x="125819" y="57729"/>
                </a:cubicBezTo>
                <a:lnTo>
                  <a:pt x="122567" y="57729"/>
                </a:lnTo>
                <a:cubicBezTo>
                  <a:pt x="121754" y="56938"/>
                  <a:pt x="121347" y="56345"/>
                  <a:pt x="121347" y="55949"/>
                </a:cubicBezTo>
                <a:cubicBezTo>
                  <a:pt x="121347" y="55818"/>
                  <a:pt x="121415" y="55356"/>
                  <a:pt x="121550" y="54566"/>
                </a:cubicBezTo>
                <a:cubicBezTo>
                  <a:pt x="121686" y="53775"/>
                  <a:pt x="121821" y="52457"/>
                  <a:pt x="121957" y="50612"/>
                </a:cubicBezTo>
                <a:cubicBezTo>
                  <a:pt x="122093" y="48766"/>
                  <a:pt x="122160" y="46658"/>
                  <a:pt x="122160" y="44285"/>
                </a:cubicBezTo>
                <a:cubicBezTo>
                  <a:pt x="122160" y="34927"/>
                  <a:pt x="119992" y="26756"/>
                  <a:pt x="115656" y="19770"/>
                </a:cubicBezTo>
                <a:cubicBezTo>
                  <a:pt x="111320" y="12785"/>
                  <a:pt x="103934" y="9226"/>
                  <a:pt x="93500" y="9094"/>
                </a:cubicBezTo>
                <a:cubicBezTo>
                  <a:pt x="91061" y="9094"/>
                  <a:pt x="88419" y="9292"/>
                  <a:pt x="85573" y="9687"/>
                </a:cubicBezTo>
                <a:cubicBezTo>
                  <a:pt x="82727" y="10083"/>
                  <a:pt x="79137" y="10939"/>
                  <a:pt x="74800" y="12257"/>
                </a:cubicBezTo>
                <a:cubicBezTo>
                  <a:pt x="70464" y="13575"/>
                  <a:pt x="66331" y="15421"/>
                  <a:pt x="62401" y="17793"/>
                </a:cubicBezTo>
                <a:cubicBezTo>
                  <a:pt x="58472" y="20166"/>
                  <a:pt x="54203" y="23329"/>
                  <a:pt x="49596" y="27283"/>
                </a:cubicBezTo>
                <a:cubicBezTo>
                  <a:pt x="44989" y="31237"/>
                  <a:pt x="41059" y="35916"/>
                  <a:pt x="37807" y="41320"/>
                </a:cubicBezTo>
                <a:cubicBezTo>
                  <a:pt x="34554" y="46723"/>
                  <a:pt x="31370" y="53445"/>
                  <a:pt x="28253" y="61485"/>
                </a:cubicBezTo>
                <a:cubicBezTo>
                  <a:pt x="25137" y="69525"/>
                  <a:pt x="23036" y="78356"/>
                  <a:pt x="21952" y="87977"/>
                </a:cubicBezTo>
                <a:cubicBezTo>
                  <a:pt x="21681" y="90349"/>
                  <a:pt x="21546" y="92920"/>
                  <a:pt x="21546" y="95687"/>
                </a:cubicBezTo>
                <a:cubicBezTo>
                  <a:pt x="21546" y="102014"/>
                  <a:pt x="22494" y="107615"/>
                  <a:pt x="24391" y="112492"/>
                </a:cubicBezTo>
                <a:cubicBezTo>
                  <a:pt x="26289" y="117369"/>
                  <a:pt x="28728" y="121125"/>
                  <a:pt x="31709" y="123761"/>
                </a:cubicBezTo>
                <a:cubicBezTo>
                  <a:pt x="34690" y="126397"/>
                  <a:pt x="38078" y="128638"/>
                  <a:pt x="41872" y="130483"/>
                </a:cubicBezTo>
                <a:cubicBezTo>
                  <a:pt x="45666" y="132328"/>
                  <a:pt x="49189" y="133448"/>
                  <a:pt x="52442" y="133844"/>
                </a:cubicBezTo>
                <a:cubicBezTo>
                  <a:pt x="55694" y="134239"/>
                  <a:pt x="58743" y="134503"/>
                  <a:pt x="61588" y="134635"/>
                </a:cubicBezTo>
                <a:cubicBezTo>
                  <a:pt x="68906" y="134635"/>
                  <a:pt x="75613" y="133119"/>
                  <a:pt x="81711" y="130087"/>
                </a:cubicBezTo>
                <a:cubicBezTo>
                  <a:pt x="87809" y="127056"/>
                  <a:pt x="92010" y="123168"/>
                  <a:pt x="94313" y="118423"/>
                </a:cubicBezTo>
                <a:cubicBezTo>
                  <a:pt x="94720" y="117369"/>
                  <a:pt x="95736" y="113744"/>
                  <a:pt x="97362" y="107550"/>
                </a:cubicBezTo>
                <a:cubicBezTo>
                  <a:pt x="98988" y="101355"/>
                  <a:pt x="99801" y="97862"/>
                  <a:pt x="99801" y="97071"/>
                </a:cubicBezTo>
                <a:cubicBezTo>
                  <a:pt x="99801" y="96017"/>
                  <a:pt x="98921" y="95358"/>
                  <a:pt x="97159" y="95094"/>
                </a:cubicBezTo>
                <a:cubicBezTo>
                  <a:pt x="95397" y="94831"/>
                  <a:pt x="91332" y="94633"/>
                  <a:pt x="84963" y="94501"/>
                </a:cubicBezTo>
                <a:lnTo>
                  <a:pt x="77443" y="94501"/>
                </a:lnTo>
                <a:cubicBezTo>
                  <a:pt x="76630" y="93710"/>
                  <a:pt x="76223" y="93183"/>
                  <a:pt x="76223" y="92920"/>
                </a:cubicBezTo>
                <a:cubicBezTo>
                  <a:pt x="76223" y="92656"/>
                  <a:pt x="76359" y="91404"/>
                  <a:pt x="76630" y="89163"/>
                </a:cubicBezTo>
                <a:cubicBezTo>
                  <a:pt x="77172" y="87450"/>
                  <a:pt x="77849" y="86198"/>
                  <a:pt x="78662" y="85407"/>
                </a:cubicBezTo>
                <a:lnTo>
                  <a:pt x="82118" y="85407"/>
                </a:lnTo>
                <a:cubicBezTo>
                  <a:pt x="87538" y="85671"/>
                  <a:pt x="97024" y="85802"/>
                  <a:pt x="110574" y="85802"/>
                </a:cubicBezTo>
                <a:cubicBezTo>
                  <a:pt x="115995" y="85802"/>
                  <a:pt x="120399" y="85802"/>
                  <a:pt x="123786" y="85802"/>
                </a:cubicBezTo>
                <a:cubicBezTo>
                  <a:pt x="127174" y="85802"/>
                  <a:pt x="129613" y="85736"/>
                  <a:pt x="131104" y="85605"/>
                </a:cubicBezTo>
                <a:cubicBezTo>
                  <a:pt x="132594" y="85473"/>
                  <a:pt x="133407" y="85473"/>
                  <a:pt x="133543" y="85605"/>
                </a:cubicBezTo>
                <a:cubicBezTo>
                  <a:pt x="135440" y="85605"/>
                  <a:pt x="136389" y="86198"/>
                  <a:pt x="136389" y="87384"/>
                </a:cubicBezTo>
                <a:cubicBezTo>
                  <a:pt x="136389" y="87648"/>
                  <a:pt x="136253" y="88570"/>
                  <a:pt x="135982" y="90152"/>
                </a:cubicBezTo>
                <a:cubicBezTo>
                  <a:pt x="135305" y="92656"/>
                  <a:pt x="134627" y="94040"/>
                  <a:pt x="133949" y="94304"/>
                </a:cubicBezTo>
                <a:cubicBezTo>
                  <a:pt x="133543" y="94435"/>
                  <a:pt x="132527" y="94501"/>
                  <a:pt x="130901" y="94501"/>
                </a:cubicBezTo>
                <a:cubicBezTo>
                  <a:pt x="128190" y="94501"/>
                  <a:pt x="125412" y="94699"/>
                  <a:pt x="122567" y="95094"/>
                </a:cubicBezTo>
                <a:cubicBezTo>
                  <a:pt x="121618" y="95490"/>
                  <a:pt x="120941" y="96083"/>
                  <a:pt x="120534" y="96874"/>
                </a:cubicBezTo>
                <a:cubicBezTo>
                  <a:pt x="120128" y="97664"/>
                  <a:pt x="119179" y="101025"/>
                  <a:pt x="117688" y="106956"/>
                </a:cubicBezTo>
                <a:cubicBezTo>
                  <a:pt x="116469" y="111306"/>
                  <a:pt x="115453" y="114996"/>
                  <a:pt x="114640" y="118028"/>
                </a:cubicBezTo>
                <a:cubicBezTo>
                  <a:pt x="111252" y="131471"/>
                  <a:pt x="109355" y="138391"/>
                  <a:pt x="108948" y="138786"/>
                </a:cubicBezTo>
                <a:cubicBezTo>
                  <a:pt x="108677" y="139050"/>
                  <a:pt x="108338" y="139182"/>
                  <a:pt x="107932" y="139182"/>
                </a:cubicBezTo>
                <a:cubicBezTo>
                  <a:pt x="106577" y="139182"/>
                  <a:pt x="104680" y="137864"/>
                  <a:pt x="102241" y="135228"/>
                </a:cubicBezTo>
                <a:cubicBezTo>
                  <a:pt x="99801" y="132592"/>
                  <a:pt x="98243" y="130549"/>
                  <a:pt x="97566" y="129099"/>
                </a:cubicBezTo>
                <a:cubicBezTo>
                  <a:pt x="97566" y="128967"/>
                  <a:pt x="97430" y="128967"/>
                  <a:pt x="97159" y="129099"/>
                </a:cubicBezTo>
                <a:cubicBezTo>
                  <a:pt x="96888" y="129231"/>
                  <a:pt x="96482" y="129560"/>
                  <a:pt x="95940" y="130087"/>
                </a:cubicBezTo>
                <a:cubicBezTo>
                  <a:pt x="85912" y="139182"/>
                  <a:pt x="72361" y="143729"/>
                  <a:pt x="55287" y="143729"/>
                </a:cubicBezTo>
                <a:cubicBezTo>
                  <a:pt x="38891" y="143729"/>
                  <a:pt x="25611" y="138655"/>
                  <a:pt x="15448" y="128506"/>
                </a:cubicBezTo>
                <a:cubicBezTo>
                  <a:pt x="5285" y="118357"/>
                  <a:pt x="136" y="105375"/>
                  <a:pt x="0" y="895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EE85B4-262A-4EC9-B583-5AFF0613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024" y="2376436"/>
            <a:ext cx="144316" cy="143729"/>
          </a:xfrm>
          <a:custGeom xmlns:a="http://schemas.openxmlformats.org/drawingml/2006/main">
            <a:pathLst>
              <a:path w="144316" h="143729" fill="none">
                <a:moveTo>
                  <a:pt x="0" y="89559"/>
                </a:moveTo>
                <a:cubicBezTo>
                  <a:pt x="0" y="74402"/>
                  <a:pt x="4540" y="59838"/>
                  <a:pt x="13619" y="45867"/>
                </a:cubicBezTo>
                <a:cubicBezTo>
                  <a:pt x="22698" y="31896"/>
                  <a:pt x="34148" y="20825"/>
                  <a:pt x="47970" y="12653"/>
                </a:cubicBezTo>
                <a:cubicBezTo>
                  <a:pt x="61792" y="4481"/>
                  <a:pt x="75613" y="330"/>
                  <a:pt x="89435" y="198"/>
                </a:cubicBezTo>
                <a:cubicBezTo>
                  <a:pt x="101631" y="198"/>
                  <a:pt x="111320" y="3559"/>
                  <a:pt x="118502" y="10280"/>
                </a:cubicBezTo>
                <a:cubicBezTo>
                  <a:pt x="119721" y="11598"/>
                  <a:pt x="120737" y="12719"/>
                  <a:pt x="121550" y="13641"/>
                </a:cubicBezTo>
                <a:cubicBezTo>
                  <a:pt x="122364" y="14564"/>
                  <a:pt x="122906" y="15223"/>
                  <a:pt x="123177" y="15618"/>
                </a:cubicBezTo>
                <a:lnTo>
                  <a:pt x="123380" y="16212"/>
                </a:lnTo>
                <a:cubicBezTo>
                  <a:pt x="123786" y="16212"/>
                  <a:pt x="125616" y="14498"/>
                  <a:pt x="128868" y="11071"/>
                </a:cubicBezTo>
                <a:cubicBezTo>
                  <a:pt x="129816" y="10280"/>
                  <a:pt x="130833" y="9358"/>
                  <a:pt x="131917" y="8303"/>
                </a:cubicBezTo>
                <a:cubicBezTo>
                  <a:pt x="133001" y="7249"/>
                  <a:pt x="134085" y="6195"/>
                  <a:pt x="135169" y="5140"/>
                </a:cubicBezTo>
                <a:cubicBezTo>
                  <a:pt x="136253" y="4086"/>
                  <a:pt x="136931" y="3361"/>
                  <a:pt x="137202" y="2966"/>
                </a:cubicBezTo>
                <a:lnTo>
                  <a:pt x="140251" y="0"/>
                </a:lnTo>
                <a:lnTo>
                  <a:pt x="141470" y="0"/>
                </a:lnTo>
                <a:cubicBezTo>
                  <a:pt x="143367" y="0"/>
                  <a:pt x="144316" y="461"/>
                  <a:pt x="144316" y="1384"/>
                </a:cubicBezTo>
                <a:cubicBezTo>
                  <a:pt x="144316" y="1911"/>
                  <a:pt x="142148" y="10939"/>
                  <a:pt x="137811" y="28469"/>
                </a:cubicBezTo>
                <a:cubicBezTo>
                  <a:pt x="132933" y="46789"/>
                  <a:pt x="130494" y="56015"/>
                  <a:pt x="130494" y="56147"/>
                </a:cubicBezTo>
                <a:cubicBezTo>
                  <a:pt x="130223" y="56806"/>
                  <a:pt x="129884" y="57202"/>
                  <a:pt x="129478" y="57333"/>
                </a:cubicBezTo>
                <a:cubicBezTo>
                  <a:pt x="129071" y="57465"/>
                  <a:pt x="127852" y="57597"/>
                  <a:pt x="125819" y="57729"/>
                </a:cubicBezTo>
                <a:lnTo>
                  <a:pt x="122567" y="57729"/>
                </a:lnTo>
                <a:cubicBezTo>
                  <a:pt x="121754" y="56938"/>
                  <a:pt x="121347" y="56345"/>
                  <a:pt x="121347" y="55949"/>
                </a:cubicBezTo>
                <a:cubicBezTo>
                  <a:pt x="121347" y="55818"/>
                  <a:pt x="121415" y="55356"/>
                  <a:pt x="121550" y="54566"/>
                </a:cubicBezTo>
                <a:cubicBezTo>
                  <a:pt x="121686" y="53775"/>
                  <a:pt x="121821" y="52457"/>
                  <a:pt x="121957" y="50612"/>
                </a:cubicBezTo>
                <a:cubicBezTo>
                  <a:pt x="122093" y="48766"/>
                  <a:pt x="122160" y="46658"/>
                  <a:pt x="122160" y="44285"/>
                </a:cubicBezTo>
                <a:cubicBezTo>
                  <a:pt x="122160" y="34927"/>
                  <a:pt x="119992" y="26756"/>
                  <a:pt x="115656" y="19770"/>
                </a:cubicBezTo>
                <a:cubicBezTo>
                  <a:pt x="111320" y="12785"/>
                  <a:pt x="103934" y="9226"/>
                  <a:pt x="93500" y="9094"/>
                </a:cubicBezTo>
                <a:cubicBezTo>
                  <a:pt x="91061" y="9094"/>
                  <a:pt x="88419" y="9292"/>
                  <a:pt x="85573" y="9687"/>
                </a:cubicBezTo>
                <a:cubicBezTo>
                  <a:pt x="82727" y="10083"/>
                  <a:pt x="79137" y="10939"/>
                  <a:pt x="74800" y="12257"/>
                </a:cubicBezTo>
                <a:cubicBezTo>
                  <a:pt x="70464" y="13575"/>
                  <a:pt x="66331" y="15421"/>
                  <a:pt x="62401" y="17793"/>
                </a:cubicBezTo>
                <a:cubicBezTo>
                  <a:pt x="58472" y="20166"/>
                  <a:pt x="54203" y="23329"/>
                  <a:pt x="49596" y="27283"/>
                </a:cubicBezTo>
                <a:cubicBezTo>
                  <a:pt x="44989" y="31237"/>
                  <a:pt x="41059" y="35916"/>
                  <a:pt x="37807" y="41320"/>
                </a:cubicBezTo>
                <a:cubicBezTo>
                  <a:pt x="34554" y="46723"/>
                  <a:pt x="31370" y="53445"/>
                  <a:pt x="28253" y="61485"/>
                </a:cubicBezTo>
                <a:cubicBezTo>
                  <a:pt x="25137" y="69525"/>
                  <a:pt x="23036" y="78356"/>
                  <a:pt x="21952" y="87977"/>
                </a:cubicBezTo>
                <a:cubicBezTo>
                  <a:pt x="21681" y="90349"/>
                  <a:pt x="21546" y="92920"/>
                  <a:pt x="21546" y="95687"/>
                </a:cubicBezTo>
                <a:cubicBezTo>
                  <a:pt x="21546" y="102014"/>
                  <a:pt x="22494" y="107615"/>
                  <a:pt x="24391" y="112492"/>
                </a:cubicBezTo>
                <a:cubicBezTo>
                  <a:pt x="26289" y="117369"/>
                  <a:pt x="28728" y="121125"/>
                  <a:pt x="31709" y="123761"/>
                </a:cubicBezTo>
                <a:cubicBezTo>
                  <a:pt x="34690" y="126397"/>
                  <a:pt x="38078" y="128638"/>
                  <a:pt x="41872" y="130483"/>
                </a:cubicBezTo>
                <a:cubicBezTo>
                  <a:pt x="45666" y="132328"/>
                  <a:pt x="49189" y="133448"/>
                  <a:pt x="52442" y="133844"/>
                </a:cubicBezTo>
                <a:cubicBezTo>
                  <a:pt x="55694" y="134239"/>
                  <a:pt x="58743" y="134503"/>
                  <a:pt x="61588" y="134635"/>
                </a:cubicBezTo>
                <a:cubicBezTo>
                  <a:pt x="68906" y="134635"/>
                  <a:pt x="75613" y="133119"/>
                  <a:pt x="81711" y="130087"/>
                </a:cubicBezTo>
                <a:cubicBezTo>
                  <a:pt x="87809" y="127056"/>
                  <a:pt x="92010" y="123168"/>
                  <a:pt x="94313" y="118423"/>
                </a:cubicBezTo>
                <a:cubicBezTo>
                  <a:pt x="94720" y="117369"/>
                  <a:pt x="95736" y="113744"/>
                  <a:pt x="97362" y="107550"/>
                </a:cubicBezTo>
                <a:cubicBezTo>
                  <a:pt x="98988" y="101355"/>
                  <a:pt x="99801" y="97862"/>
                  <a:pt x="99801" y="97071"/>
                </a:cubicBezTo>
                <a:cubicBezTo>
                  <a:pt x="99801" y="96017"/>
                  <a:pt x="98921" y="95358"/>
                  <a:pt x="97159" y="95094"/>
                </a:cubicBezTo>
                <a:cubicBezTo>
                  <a:pt x="95397" y="94831"/>
                  <a:pt x="91332" y="94633"/>
                  <a:pt x="84963" y="94501"/>
                </a:cubicBezTo>
                <a:lnTo>
                  <a:pt x="77443" y="94501"/>
                </a:lnTo>
                <a:cubicBezTo>
                  <a:pt x="76630" y="93710"/>
                  <a:pt x="76223" y="93183"/>
                  <a:pt x="76223" y="92920"/>
                </a:cubicBezTo>
                <a:cubicBezTo>
                  <a:pt x="76223" y="92656"/>
                  <a:pt x="76359" y="91404"/>
                  <a:pt x="76630" y="89163"/>
                </a:cubicBezTo>
                <a:cubicBezTo>
                  <a:pt x="77172" y="87450"/>
                  <a:pt x="77849" y="86198"/>
                  <a:pt x="78662" y="85407"/>
                </a:cubicBezTo>
                <a:lnTo>
                  <a:pt x="82118" y="85407"/>
                </a:lnTo>
                <a:cubicBezTo>
                  <a:pt x="87538" y="85671"/>
                  <a:pt x="97024" y="85802"/>
                  <a:pt x="110574" y="85802"/>
                </a:cubicBezTo>
                <a:cubicBezTo>
                  <a:pt x="115995" y="85802"/>
                  <a:pt x="120399" y="85802"/>
                  <a:pt x="123786" y="85802"/>
                </a:cubicBezTo>
                <a:cubicBezTo>
                  <a:pt x="127174" y="85802"/>
                  <a:pt x="129613" y="85736"/>
                  <a:pt x="131104" y="85605"/>
                </a:cubicBezTo>
                <a:cubicBezTo>
                  <a:pt x="132594" y="85473"/>
                  <a:pt x="133407" y="85473"/>
                  <a:pt x="133543" y="85605"/>
                </a:cubicBezTo>
                <a:cubicBezTo>
                  <a:pt x="135440" y="85605"/>
                  <a:pt x="136389" y="86198"/>
                  <a:pt x="136389" y="87384"/>
                </a:cubicBezTo>
                <a:cubicBezTo>
                  <a:pt x="136389" y="87648"/>
                  <a:pt x="136253" y="88570"/>
                  <a:pt x="135982" y="90152"/>
                </a:cubicBezTo>
                <a:cubicBezTo>
                  <a:pt x="135305" y="92656"/>
                  <a:pt x="134627" y="94040"/>
                  <a:pt x="133949" y="94304"/>
                </a:cubicBezTo>
                <a:cubicBezTo>
                  <a:pt x="133543" y="94435"/>
                  <a:pt x="132527" y="94501"/>
                  <a:pt x="130901" y="94501"/>
                </a:cubicBezTo>
                <a:cubicBezTo>
                  <a:pt x="128190" y="94501"/>
                  <a:pt x="125412" y="94699"/>
                  <a:pt x="122567" y="95094"/>
                </a:cubicBezTo>
                <a:cubicBezTo>
                  <a:pt x="121618" y="95490"/>
                  <a:pt x="120941" y="96083"/>
                  <a:pt x="120534" y="96874"/>
                </a:cubicBezTo>
                <a:cubicBezTo>
                  <a:pt x="120128" y="97664"/>
                  <a:pt x="119179" y="101025"/>
                  <a:pt x="117688" y="106956"/>
                </a:cubicBezTo>
                <a:cubicBezTo>
                  <a:pt x="116469" y="111306"/>
                  <a:pt x="115453" y="114996"/>
                  <a:pt x="114640" y="118028"/>
                </a:cubicBezTo>
                <a:cubicBezTo>
                  <a:pt x="111252" y="131471"/>
                  <a:pt x="109355" y="138391"/>
                  <a:pt x="108948" y="138786"/>
                </a:cubicBezTo>
                <a:cubicBezTo>
                  <a:pt x="108677" y="139050"/>
                  <a:pt x="108338" y="139182"/>
                  <a:pt x="107932" y="139182"/>
                </a:cubicBezTo>
                <a:cubicBezTo>
                  <a:pt x="106577" y="139182"/>
                  <a:pt x="104680" y="137864"/>
                  <a:pt x="102241" y="135228"/>
                </a:cubicBezTo>
                <a:cubicBezTo>
                  <a:pt x="99801" y="132592"/>
                  <a:pt x="98243" y="130549"/>
                  <a:pt x="97566" y="129099"/>
                </a:cubicBezTo>
                <a:cubicBezTo>
                  <a:pt x="97566" y="128967"/>
                  <a:pt x="97430" y="128967"/>
                  <a:pt x="97159" y="129099"/>
                </a:cubicBezTo>
                <a:cubicBezTo>
                  <a:pt x="96888" y="129231"/>
                  <a:pt x="96482" y="129560"/>
                  <a:pt x="95940" y="130087"/>
                </a:cubicBezTo>
                <a:cubicBezTo>
                  <a:pt x="85912" y="139182"/>
                  <a:pt x="72361" y="143729"/>
                  <a:pt x="55287" y="143729"/>
                </a:cubicBezTo>
                <a:cubicBezTo>
                  <a:pt x="38891" y="143729"/>
                  <a:pt x="25611" y="138655"/>
                  <a:pt x="15448" y="128506"/>
                </a:cubicBezTo>
                <a:cubicBezTo>
                  <a:pt x="5285" y="118357"/>
                  <a:pt x="136" y="105375"/>
                  <a:pt x="0" y="8955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751091-D2C7-4F18-9DCC-C7B75FE4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332" y="2428629"/>
            <a:ext cx="96143" cy="89163"/>
          </a:xfrm>
          <a:custGeom xmlns:a="http://schemas.openxmlformats.org/drawingml/2006/main">
            <a:pathLst>
              <a:path w="96143" h="89163">
                <a:moveTo>
                  <a:pt x="0" y="56147"/>
                </a:moveTo>
                <a:cubicBezTo>
                  <a:pt x="0" y="42835"/>
                  <a:pt x="5149" y="30182"/>
                  <a:pt x="15448" y="18189"/>
                </a:cubicBezTo>
                <a:cubicBezTo>
                  <a:pt x="25746" y="6195"/>
                  <a:pt x="37332" y="132"/>
                  <a:pt x="50206" y="0"/>
                </a:cubicBezTo>
                <a:cubicBezTo>
                  <a:pt x="57117" y="0"/>
                  <a:pt x="63214" y="3229"/>
                  <a:pt x="68499" y="9687"/>
                </a:cubicBezTo>
                <a:cubicBezTo>
                  <a:pt x="70667" y="5733"/>
                  <a:pt x="73784" y="3756"/>
                  <a:pt x="77849" y="3756"/>
                </a:cubicBezTo>
                <a:cubicBezTo>
                  <a:pt x="79611" y="3756"/>
                  <a:pt x="81169" y="4284"/>
                  <a:pt x="82524" y="5338"/>
                </a:cubicBezTo>
                <a:cubicBezTo>
                  <a:pt x="83879" y="6392"/>
                  <a:pt x="84557" y="7710"/>
                  <a:pt x="84557" y="9292"/>
                </a:cubicBezTo>
                <a:cubicBezTo>
                  <a:pt x="84557" y="11005"/>
                  <a:pt x="82050" y="21549"/>
                  <a:pt x="77036" y="40924"/>
                </a:cubicBezTo>
                <a:cubicBezTo>
                  <a:pt x="72022" y="60299"/>
                  <a:pt x="69448" y="71238"/>
                  <a:pt x="69312" y="73743"/>
                </a:cubicBezTo>
                <a:cubicBezTo>
                  <a:pt x="69312" y="77038"/>
                  <a:pt x="69787" y="79212"/>
                  <a:pt x="70735" y="80267"/>
                </a:cubicBezTo>
                <a:cubicBezTo>
                  <a:pt x="71684" y="81321"/>
                  <a:pt x="73106" y="81914"/>
                  <a:pt x="75004" y="82046"/>
                </a:cubicBezTo>
                <a:cubicBezTo>
                  <a:pt x="76223" y="81914"/>
                  <a:pt x="77578" y="81321"/>
                  <a:pt x="79069" y="80267"/>
                </a:cubicBezTo>
                <a:cubicBezTo>
                  <a:pt x="81914" y="77631"/>
                  <a:pt x="84692" y="71304"/>
                  <a:pt x="87403" y="61287"/>
                </a:cubicBezTo>
                <a:cubicBezTo>
                  <a:pt x="88216" y="58651"/>
                  <a:pt x="88893" y="57267"/>
                  <a:pt x="89435" y="57136"/>
                </a:cubicBezTo>
                <a:cubicBezTo>
                  <a:pt x="89706" y="57004"/>
                  <a:pt x="90384" y="56938"/>
                  <a:pt x="91468" y="56938"/>
                </a:cubicBezTo>
                <a:lnTo>
                  <a:pt x="92281" y="56938"/>
                </a:lnTo>
                <a:cubicBezTo>
                  <a:pt x="94855" y="56938"/>
                  <a:pt x="96143" y="57531"/>
                  <a:pt x="96143" y="58717"/>
                </a:cubicBezTo>
                <a:cubicBezTo>
                  <a:pt x="96143" y="59508"/>
                  <a:pt x="95804" y="61287"/>
                  <a:pt x="95126" y="64055"/>
                </a:cubicBezTo>
                <a:cubicBezTo>
                  <a:pt x="94449" y="66823"/>
                  <a:pt x="93094" y="70382"/>
                  <a:pt x="91061" y="74731"/>
                </a:cubicBezTo>
                <a:cubicBezTo>
                  <a:pt x="89029" y="79081"/>
                  <a:pt x="86860" y="82376"/>
                  <a:pt x="84557" y="84616"/>
                </a:cubicBezTo>
                <a:cubicBezTo>
                  <a:pt x="82795" y="86330"/>
                  <a:pt x="80627" y="87713"/>
                  <a:pt x="78052" y="88768"/>
                </a:cubicBezTo>
                <a:cubicBezTo>
                  <a:pt x="76968" y="89031"/>
                  <a:pt x="75342" y="89163"/>
                  <a:pt x="73174" y="89163"/>
                </a:cubicBezTo>
                <a:cubicBezTo>
                  <a:pt x="68567" y="89163"/>
                  <a:pt x="64705" y="88175"/>
                  <a:pt x="61588" y="86198"/>
                </a:cubicBezTo>
                <a:cubicBezTo>
                  <a:pt x="58472" y="84221"/>
                  <a:pt x="56439" y="82178"/>
                  <a:pt x="55490" y="80069"/>
                </a:cubicBezTo>
                <a:lnTo>
                  <a:pt x="54271" y="77104"/>
                </a:lnTo>
                <a:cubicBezTo>
                  <a:pt x="54135" y="76972"/>
                  <a:pt x="53864" y="77038"/>
                  <a:pt x="53458" y="77301"/>
                </a:cubicBezTo>
                <a:cubicBezTo>
                  <a:pt x="53187" y="77565"/>
                  <a:pt x="52916" y="77828"/>
                  <a:pt x="52645" y="78092"/>
                </a:cubicBezTo>
                <a:cubicBezTo>
                  <a:pt x="44650" y="85473"/>
                  <a:pt x="36519" y="89163"/>
                  <a:pt x="28253" y="89163"/>
                </a:cubicBezTo>
                <a:cubicBezTo>
                  <a:pt x="20800" y="89163"/>
                  <a:pt x="14228" y="86527"/>
                  <a:pt x="8537" y="81255"/>
                </a:cubicBezTo>
                <a:cubicBezTo>
                  <a:pt x="2846" y="75983"/>
                  <a:pt x="0" y="67614"/>
                  <a:pt x="0" y="56147"/>
                </a:cubicBezTo>
                <a:close/>
                <a:moveTo>
                  <a:pt x="64637" y="22340"/>
                </a:moveTo>
                <a:cubicBezTo>
                  <a:pt x="64637" y="21549"/>
                  <a:pt x="64298" y="20100"/>
                  <a:pt x="63621" y="17991"/>
                </a:cubicBezTo>
                <a:cubicBezTo>
                  <a:pt x="62943" y="15882"/>
                  <a:pt x="61385" y="13575"/>
                  <a:pt x="58946" y="11071"/>
                </a:cubicBezTo>
                <a:cubicBezTo>
                  <a:pt x="56507" y="8567"/>
                  <a:pt x="53390" y="7249"/>
                  <a:pt x="49596" y="7117"/>
                </a:cubicBezTo>
                <a:cubicBezTo>
                  <a:pt x="44853" y="7117"/>
                  <a:pt x="40314" y="9160"/>
                  <a:pt x="35977" y="13246"/>
                </a:cubicBezTo>
                <a:cubicBezTo>
                  <a:pt x="31641" y="17332"/>
                  <a:pt x="28253" y="22670"/>
                  <a:pt x="25814" y="29260"/>
                </a:cubicBezTo>
                <a:cubicBezTo>
                  <a:pt x="21885" y="39672"/>
                  <a:pt x="19107" y="50480"/>
                  <a:pt x="17481" y="61683"/>
                </a:cubicBezTo>
                <a:cubicBezTo>
                  <a:pt x="17481" y="62078"/>
                  <a:pt x="17481" y="62803"/>
                  <a:pt x="17481" y="63858"/>
                </a:cubicBezTo>
                <a:cubicBezTo>
                  <a:pt x="17481" y="64912"/>
                  <a:pt x="17413" y="65703"/>
                  <a:pt x="17277" y="66230"/>
                </a:cubicBezTo>
                <a:cubicBezTo>
                  <a:pt x="17277" y="72161"/>
                  <a:pt x="18497" y="76247"/>
                  <a:pt x="20936" y="78487"/>
                </a:cubicBezTo>
                <a:cubicBezTo>
                  <a:pt x="23375" y="80728"/>
                  <a:pt x="26289" y="81914"/>
                  <a:pt x="29676" y="82046"/>
                </a:cubicBezTo>
                <a:cubicBezTo>
                  <a:pt x="34825" y="82046"/>
                  <a:pt x="39907" y="79871"/>
                  <a:pt x="44921" y="75522"/>
                </a:cubicBezTo>
                <a:cubicBezTo>
                  <a:pt x="49935" y="71172"/>
                  <a:pt x="52916" y="67812"/>
                  <a:pt x="53864" y="65439"/>
                </a:cubicBezTo>
                <a:cubicBezTo>
                  <a:pt x="54135" y="64912"/>
                  <a:pt x="55965" y="57861"/>
                  <a:pt x="59352" y="44285"/>
                </a:cubicBezTo>
                <a:cubicBezTo>
                  <a:pt x="62740" y="30710"/>
                  <a:pt x="64502" y="23395"/>
                  <a:pt x="64637" y="223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527BB9-25D5-4B37-A308-DB7EE338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332" y="2428629"/>
            <a:ext cx="96143" cy="89163"/>
          </a:xfrm>
          <a:custGeom xmlns:a="http://schemas.openxmlformats.org/drawingml/2006/main">
            <a:pathLst>
              <a:path w="96143" h="89163" fill="none">
                <a:moveTo>
                  <a:pt x="0" y="56147"/>
                </a:moveTo>
                <a:cubicBezTo>
                  <a:pt x="0" y="42835"/>
                  <a:pt x="5149" y="30182"/>
                  <a:pt x="15448" y="18189"/>
                </a:cubicBezTo>
                <a:cubicBezTo>
                  <a:pt x="25746" y="6195"/>
                  <a:pt x="37332" y="132"/>
                  <a:pt x="50206" y="0"/>
                </a:cubicBezTo>
                <a:cubicBezTo>
                  <a:pt x="57117" y="0"/>
                  <a:pt x="63214" y="3229"/>
                  <a:pt x="68499" y="9687"/>
                </a:cubicBezTo>
                <a:cubicBezTo>
                  <a:pt x="70667" y="5733"/>
                  <a:pt x="73784" y="3756"/>
                  <a:pt x="77849" y="3756"/>
                </a:cubicBezTo>
                <a:cubicBezTo>
                  <a:pt x="79611" y="3756"/>
                  <a:pt x="81169" y="4284"/>
                  <a:pt x="82524" y="5338"/>
                </a:cubicBezTo>
                <a:cubicBezTo>
                  <a:pt x="83879" y="6392"/>
                  <a:pt x="84557" y="7710"/>
                  <a:pt x="84557" y="9292"/>
                </a:cubicBezTo>
                <a:cubicBezTo>
                  <a:pt x="84557" y="11005"/>
                  <a:pt x="82050" y="21549"/>
                  <a:pt x="77036" y="40924"/>
                </a:cubicBezTo>
                <a:cubicBezTo>
                  <a:pt x="72022" y="60299"/>
                  <a:pt x="69448" y="71238"/>
                  <a:pt x="69312" y="73743"/>
                </a:cubicBezTo>
                <a:cubicBezTo>
                  <a:pt x="69312" y="77038"/>
                  <a:pt x="69787" y="79212"/>
                  <a:pt x="70735" y="80267"/>
                </a:cubicBezTo>
                <a:cubicBezTo>
                  <a:pt x="71684" y="81321"/>
                  <a:pt x="73106" y="81914"/>
                  <a:pt x="75004" y="82046"/>
                </a:cubicBezTo>
                <a:cubicBezTo>
                  <a:pt x="76223" y="81914"/>
                  <a:pt x="77578" y="81321"/>
                  <a:pt x="79069" y="80267"/>
                </a:cubicBezTo>
                <a:cubicBezTo>
                  <a:pt x="81914" y="77631"/>
                  <a:pt x="84692" y="71304"/>
                  <a:pt x="87403" y="61287"/>
                </a:cubicBezTo>
                <a:cubicBezTo>
                  <a:pt x="88216" y="58651"/>
                  <a:pt x="88893" y="57267"/>
                  <a:pt x="89435" y="57136"/>
                </a:cubicBezTo>
                <a:cubicBezTo>
                  <a:pt x="89706" y="57004"/>
                  <a:pt x="90384" y="56938"/>
                  <a:pt x="91468" y="56938"/>
                </a:cubicBezTo>
                <a:lnTo>
                  <a:pt x="92281" y="56938"/>
                </a:lnTo>
                <a:cubicBezTo>
                  <a:pt x="94855" y="56938"/>
                  <a:pt x="96143" y="57531"/>
                  <a:pt x="96143" y="58717"/>
                </a:cubicBezTo>
                <a:cubicBezTo>
                  <a:pt x="96143" y="59508"/>
                  <a:pt x="95804" y="61287"/>
                  <a:pt x="95126" y="64055"/>
                </a:cubicBezTo>
                <a:cubicBezTo>
                  <a:pt x="94449" y="66823"/>
                  <a:pt x="93094" y="70382"/>
                  <a:pt x="91061" y="74731"/>
                </a:cubicBezTo>
                <a:cubicBezTo>
                  <a:pt x="89029" y="79081"/>
                  <a:pt x="86860" y="82376"/>
                  <a:pt x="84557" y="84616"/>
                </a:cubicBezTo>
                <a:cubicBezTo>
                  <a:pt x="82795" y="86330"/>
                  <a:pt x="80627" y="87713"/>
                  <a:pt x="78052" y="88768"/>
                </a:cubicBezTo>
                <a:cubicBezTo>
                  <a:pt x="76968" y="89031"/>
                  <a:pt x="75342" y="89163"/>
                  <a:pt x="73174" y="89163"/>
                </a:cubicBezTo>
                <a:cubicBezTo>
                  <a:pt x="68567" y="89163"/>
                  <a:pt x="64705" y="88175"/>
                  <a:pt x="61588" y="86198"/>
                </a:cubicBezTo>
                <a:cubicBezTo>
                  <a:pt x="58472" y="84221"/>
                  <a:pt x="56439" y="82178"/>
                  <a:pt x="55490" y="80069"/>
                </a:cubicBezTo>
                <a:lnTo>
                  <a:pt x="54271" y="77104"/>
                </a:lnTo>
                <a:cubicBezTo>
                  <a:pt x="54135" y="76972"/>
                  <a:pt x="53864" y="77038"/>
                  <a:pt x="53458" y="77301"/>
                </a:cubicBezTo>
                <a:cubicBezTo>
                  <a:pt x="53187" y="77565"/>
                  <a:pt x="52916" y="77828"/>
                  <a:pt x="52645" y="78092"/>
                </a:cubicBezTo>
                <a:cubicBezTo>
                  <a:pt x="44650" y="85473"/>
                  <a:pt x="36519" y="89163"/>
                  <a:pt x="28253" y="89163"/>
                </a:cubicBezTo>
                <a:cubicBezTo>
                  <a:pt x="20800" y="89163"/>
                  <a:pt x="14228" y="86527"/>
                  <a:pt x="8537" y="81255"/>
                </a:cubicBezTo>
                <a:cubicBezTo>
                  <a:pt x="2846" y="75983"/>
                  <a:pt x="0" y="67614"/>
                  <a:pt x="0" y="56147"/>
                </a:cubicBezTo>
                <a:close/>
                <a:moveTo>
                  <a:pt x="64637" y="22340"/>
                </a:moveTo>
                <a:cubicBezTo>
                  <a:pt x="64637" y="21549"/>
                  <a:pt x="64298" y="20100"/>
                  <a:pt x="63621" y="17991"/>
                </a:cubicBezTo>
                <a:cubicBezTo>
                  <a:pt x="62943" y="15882"/>
                  <a:pt x="61385" y="13575"/>
                  <a:pt x="58946" y="11071"/>
                </a:cubicBezTo>
                <a:cubicBezTo>
                  <a:pt x="56507" y="8567"/>
                  <a:pt x="53390" y="7249"/>
                  <a:pt x="49596" y="7117"/>
                </a:cubicBezTo>
                <a:cubicBezTo>
                  <a:pt x="44853" y="7117"/>
                  <a:pt x="40314" y="9160"/>
                  <a:pt x="35977" y="13246"/>
                </a:cubicBezTo>
                <a:cubicBezTo>
                  <a:pt x="31641" y="17332"/>
                  <a:pt x="28253" y="22670"/>
                  <a:pt x="25814" y="29260"/>
                </a:cubicBezTo>
                <a:cubicBezTo>
                  <a:pt x="21885" y="39672"/>
                  <a:pt x="19107" y="50480"/>
                  <a:pt x="17481" y="61683"/>
                </a:cubicBezTo>
                <a:cubicBezTo>
                  <a:pt x="17481" y="62078"/>
                  <a:pt x="17481" y="62803"/>
                  <a:pt x="17481" y="63858"/>
                </a:cubicBezTo>
                <a:cubicBezTo>
                  <a:pt x="17481" y="64912"/>
                  <a:pt x="17413" y="65703"/>
                  <a:pt x="17277" y="66230"/>
                </a:cubicBezTo>
                <a:cubicBezTo>
                  <a:pt x="17277" y="72161"/>
                  <a:pt x="18497" y="76247"/>
                  <a:pt x="20936" y="78487"/>
                </a:cubicBezTo>
                <a:cubicBezTo>
                  <a:pt x="23375" y="80728"/>
                  <a:pt x="26289" y="81914"/>
                  <a:pt x="29676" y="82046"/>
                </a:cubicBezTo>
                <a:cubicBezTo>
                  <a:pt x="34825" y="82046"/>
                  <a:pt x="39907" y="79871"/>
                  <a:pt x="44921" y="75522"/>
                </a:cubicBezTo>
                <a:cubicBezTo>
                  <a:pt x="49935" y="71172"/>
                  <a:pt x="52916" y="67812"/>
                  <a:pt x="53864" y="65439"/>
                </a:cubicBezTo>
                <a:cubicBezTo>
                  <a:pt x="54135" y="64912"/>
                  <a:pt x="55965" y="57861"/>
                  <a:pt x="59352" y="44285"/>
                </a:cubicBezTo>
                <a:cubicBezTo>
                  <a:pt x="62740" y="30710"/>
                  <a:pt x="64502" y="23395"/>
                  <a:pt x="64637" y="2234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2D094A-63CC-4529-9257-F4DB0991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012" y="2392054"/>
            <a:ext cx="63214" cy="125936"/>
          </a:xfrm>
          <a:custGeom xmlns:a="http://schemas.openxmlformats.org/drawingml/2006/main">
            <a:pathLst>
              <a:path w="63214" h="125936">
                <a:moveTo>
                  <a:pt x="1423" y="47646"/>
                </a:moveTo>
                <a:cubicBezTo>
                  <a:pt x="474" y="46723"/>
                  <a:pt x="0" y="46064"/>
                  <a:pt x="0" y="45669"/>
                </a:cubicBezTo>
                <a:cubicBezTo>
                  <a:pt x="0" y="45142"/>
                  <a:pt x="203" y="44087"/>
                  <a:pt x="610" y="42506"/>
                </a:cubicBezTo>
                <a:cubicBezTo>
                  <a:pt x="1016" y="40924"/>
                  <a:pt x="1355" y="40002"/>
                  <a:pt x="1626" y="39738"/>
                </a:cubicBezTo>
                <a:cubicBezTo>
                  <a:pt x="1897" y="39079"/>
                  <a:pt x="2507" y="38749"/>
                  <a:pt x="3455" y="38749"/>
                </a:cubicBezTo>
                <a:cubicBezTo>
                  <a:pt x="4404" y="38749"/>
                  <a:pt x="7859" y="38684"/>
                  <a:pt x="13822" y="38552"/>
                </a:cubicBezTo>
                <a:lnTo>
                  <a:pt x="24595" y="38552"/>
                </a:lnTo>
                <a:lnTo>
                  <a:pt x="28457" y="22736"/>
                </a:lnTo>
                <a:cubicBezTo>
                  <a:pt x="28863" y="21286"/>
                  <a:pt x="29337" y="19375"/>
                  <a:pt x="29879" y="17002"/>
                </a:cubicBezTo>
                <a:cubicBezTo>
                  <a:pt x="30421" y="14630"/>
                  <a:pt x="30896" y="12916"/>
                  <a:pt x="31302" y="11862"/>
                </a:cubicBezTo>
                <a:cubicBezTo>
                  <a:pt x="31709" y="10808"/>
                  <a:pt x="32115" y="9490"/>
                  <a:pt x="32522" y="7908"/>
                </a:cubicBezTo>
                <a:cubicBezTo>
                  <a:pt x="32928" y="6326"/>
                  <a:pt x="33470" y="5206"/>
                  <a:pt x="34148" y="4547"/>
                </a:cubicBezTo>
                <a:cubicBezTo>
                  <a:pt x="34825" y="3888"/>
                  <a:pt x="35503" y="3097"/>
                  <a:pt x="36181" y="2175"/>
                </a:cubicBezTo>
                <a:cubicBezTo>
                  <a:pt x="36858" y="1252"/>
                  <a:pt x="37807" y="659"/>
                  <a:pt x="39026" y="395"/>
                </a:cubicBezTo>
                <a:cubicBezTo>
                  <a:pt x="40246" y="132"/>
                  <a:pt x="41465" y="0"/>
                  <a:pt x="42685" y="0"/>
                </a:cubicBezTo>
                <a:cubicBezTo>
                  <a:pt x="45124" y="132"/>
                  <a:pt x="46818" y="857"/>
                  <a:pt x="47766" y="2175"/>
                </a:cubicBezTo>
                <a:cubicBezTo>
                  <a:pt x="48715" y="3493"/>
                  <a:pt x="49189" y="4745"/>
                  <a:pt x="49189" y="5931"/>
                </a:cubicBezTo>
                <a:cubicBezTo>
                  <a:pt x="49189" y="6854"/>
                  <a:pt x="48580" y="9951"/>
                  <a:pt x="47360" y="15223"/>
                </a:cubicBezTo>
                <a:cubicBezTo>
                  <a:pt x="46140" y="20495"/>
                  <a:pt x="44785" y="25701"/>
                  <a:pt x="43295" y="30841"/>
                </a:cubicBezTo>
                <a:lnTo>
                  <a:pt x="41262" y="38156"/>
                </a:lnTo>
                <a:cubicBezTo>
                  <a:pt x="41262" y="38420"/>
                  <a:pt x="44650" y="38552"/>
                  <a:pt x="51425" y="38552"/>
                </a:cubicBezTo>
                <a:lnTo>
                  <a:pt x="61792" y="38552"/>
                </a:lnTo>
                <a:cubicBezTo>
                  <a:pt x="62740" y="39474"/>
                  <a:pt x="63214" y="40199"/>
                  <a:pt x="63214" y="40726"/>
                </a:cubicBezTo>
                <a:cubicBezTo>
                  <a:pt x="63214" y="43626"/>
                  <a:pt x="62334" y="45933"/>
                  <a:pt x="60572" y="47646"/>
                </a:cubicBezTo>
                <a:lnTo>
                  <a:pt x="38823" y="47646"/>
                </a:lnTo>
                <a:lnTo>
                  <a:pt x="31506" y="76313"/>
                </a:lnTo>
                <a:cubicBezTo>
                  <a:pt x="26221" y="97401"/>
                  <a:pt x="23578" y="108736"/>
                  <a:pt x="23578" y="110317"/>
                </a:cubicBezTo>
                <a:cubicBezTo>
                  <a:pt x="23578" y="115853"/>
                  <a:pt x="25408" y="118621"/>
                  <a:pt x="29066" y="118621"/>
                </a:cubicBezTo>
                <a:cubicBezTo>
                  <a:pt x="33809" y="118621"/>
                  <a:pt x="38416" y="116380"/>
                  <a:pt x="42888" y="111899"/>
                </a:cubicBezTo>
                <a:cubicBezTo>
                  <a:pt x="47360" y="107418"/>
                  <a:pt x="50951" y="101882"/>
                  <a:pt x="53661" y="95292"/>
                </a:cubicBezTo>
                <a:cubicBezTo>
                  <a:pt x="53932" y="94501"/>
                  <a:pt x="54271" y="94040"/>
                  <a:pt x="54677" y="93908"/>
                </a:cubicBezTo>
                <a:cubicBezTo>
                  <a:pt x="55084" y="93776"/>
                  <a:pt x="56100" y="93645"/>
                  <a:pt x="57726" y="93513"/>
                </a:cubicBezTo>
                <a:lnTo>
                  <a:pt x="58539" y="93513"/>
                </a:lnTo>
                <a:cubicBezTo>
                  <a:pt x="60572" y="93513"/>
                  <a:pt x="61588" y="94040"/>
                  <a:pt x="61588" y="95094"/>
                </a:cubicBezTo>
                <a:cubicBezTo>
                  <a:pt x="61588" y="95490"/>
                  <a:pt x="61385" y="96281"/>
                  <a:pt x="60978" y="97467"/>
                </a:cubicBezTo>
                <a:cubicBezTo>
                  <a:pt x="60301" y="99576"/>
                  <a:pt x="59081" y="102080"/>
                  <a:pt x="57320" y="104979"/>
                </a:cubicBezTo>
                <a:cubicBezTo>
                  <a:pt x="55558" y="107879"/>
                  <a:pt x="53255" y="110976"/>
                  <a:pt x="50409" y="114271"/>
                </a:cubicBezTo>
                <a:cubicBezTo>
                  <a:pt x="47563" y="117566"/>
                  <a:pt x="44108" y="120334"/>
                  <a:pt x="40043" y="122575"/>
                </a:cubicBezTo>
                <a:cubicBezTo>
                  <a:pt x="35977" y="124815"/>
                  <a:pt x="31844" y="125936"/>
                  <a:pt x="27644" y="125936"/>
                </a:cubicBezTo>
                <a:cubicBezTo>
                  <a:pt x="23578" y="125936"/>
                  <a:pt x="19716" y="124947"/>
                  <a:pt x="16058" y="122970"/>
                </a:cubicBezTo>
                <a:cubicBezTo>
                  <a:pt x="12399" y="120993"/>
                  <a:pt x="9757" y="117566"/>
                  <a:pt x="8130" y="112690"/>
                </a:cubicBezTo>
                <a:cubicBezTo>
                  <a:pt x="7859" y="111635"/>
                  <a:pt x="7724" y="109856"/>
                  <a:pt x="7724" y="107352"/>
                </a:cubicBezTo>
                <a:lnTo>
                  <a:pt x="7724" y="103793"/>
                </a:lnTo>
                <a:lnTo>
                  <a:pt x="14838" y="76115"/>
                </a:lnTo>
                <a:cubicBezTo>
                  <a:pt x="19581" y="57531"/>
                  <a:pt x="22020" y="48173"/>
                  <a:pt x="22156" y="48041"/>
                </a:cubicBezTo>
                <a:cubicBezTo>
                  <a:pt x="22156" y="47778"/>
                  <a:pt x="18700" y="47646"/>
                  <a:pt x="11789" y="47646"/>
                </a:cubicBezTo>
                <a:lnTo>
                  <a:pt x="1423" y="476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51BE07-F688-4E2F-8A96-303E3241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012" y="2392054"/>
            <a:ext cx="63214" cy="125936"/>
          </a:xfrm>
          <a:custGeom xmlns:a="http://schemas.openxmlformats.org/drawingml/2006/main">
            <a:pathLst>
              <a:path w="63214" h="125936" fill="none">
                <a:moveTo>
                  <a:pt x="1423" y="47646"/>
                </a:moveTo>
                <a:cubicBezTo>
                  <a:pt x="474" y="46723"/>
                  <a:pt x="0" y="46064"/>
                  <a:pt x="0" y="45669"/>
                </a:cubicBezTo>
                <a:cubicBezTo>
                  <a:pt x="0" y="45142"/>
                  <a:pt x="203" y="44087"/>
                  <a:pt x="610" y="42506"/>
                </a:cubicBezTo>
                <a:cubicBezTo>
                  <a:pt x="1016" y="40924"/>
                  <a:pt x="1355" y="40002"/>
                  <a:pt x="1626" y="39738"/>
                </a:cubicBezTo>
                <a:cubicBezTo>
                  <a:pt x="1897" y="39079"/>
                  <a:pt x="2507" y="38749"/>
                  <a:pt x="3455" y="38749"/>
                </a:cubicBezTo>
                <a:cubicBezTo>
                  <a:pt x="4404" y="38749"/>
                  <a:pt x="7859" y="38684"/>
                  <a:pt x="13822" y="38552"/>
                </a:cubicBezTo>
                <a:lnTo>
                  <a:pt x="24595" y="38552"/>
                </a:lnTo>
                <a:lnTo>
                  <a:pt x="28457" y="22736"/>
                </a:lnTo>
                <a:cubicBezTo>
                  <a:pt x="28863" y="21286"/>
                  <a:pt x="29337" y="19375"/>
                  <a:pt x="29879" y="17002"/>
                </a:cubicBezTo>
                <a:cubicBezTo>
                  <a:pt x="30421" y="14630"/>
                  <a:pt x="30896" y="12916"/>
                  <a:pt x="31302" y="11862"/>
                </a:cubicBezTo>
                <a:cubicBezTo>
                  <a:pt x="31709" y="10808"/>
                  <a:pt x="32115" y="9490"/>
                  <a:pt x="32522" y="7908"/>
                </a:cubicBezTo>
                <a:cubicBezTo>
                  <a:pt x="32928" y="6326"/>
                  <a:pt x="33470" y="5206"/>
                  <a:pt x="34148" y="4547"/>
                </a:cubicBezTo>
                <a:cubicBezTo>
                  <a:pt x="34825" y="3888"/>
                  <a:pt x="35503" y="3097"/>
                  <a:pt x="36181" y="2175"/>
                </a:cubicBezTo>
                <a:cubicBezTo>
                  <a:pt x="36858" y="1252"/>
                  <a:pt x="37807" y="659"/>
                  <a:pt x="39026" y="395"/>
                </a:cubicBezTo>
                <a:cubicBezTo>
                  <a:pt x="40246" y="132"/>
                  <a:pt x="41465" y="0"/>
                  <a:pt x="42685" y="0"/>
                </a:cubicBezTo>
                <a:cubicBezTo>
                  <a:pt x="45124" y="132"/>
                  <a:pt x="46818" y="857"/>
                  <a:pt x="47766" y="2175"/>
                </a:cubicBezTo>
                <a:cubicBezTo>
                  <a:pt x="48715" y="3493"/>
                  <a:pt x="49189" y="4745"/>
                  <a:pt x="49189" y="5931"/>
                </a:cubicBezTo>
                <a:cubicBezTo>
                  <a:pt x="49189" y="6854"/>
                  <a:pt x="48580" y="9951"/>
                  <a:pt x="47360" y="15223"/>
                </a:cubicBezTo>
                <a:cubicBezTo>
                  <a:pt x="46140" y="20495"/>
                  <a:pt x="44785" y="25701"/>
                  <a:pt x="43295" y="30841"/>
                </a:cubicBezTo>
                <a:lnTo>
                  <a:pt x="41262" y="38156"/>
                </a:lnTo>
                <a:cubicBezTo>
                  <a:pt x="41262" y="38420"/>
                  <a:pt x="44650" y="38552"/>
                  <a:pt x="51425" y="38552"/>
                </a:cubicBezTo>
                <a:lnTo>
                  <a:pt x="61792" y="38552"/>
                </a:lnTo>
                <a:cubicBezTo>
                  <a:pt x="62740" y="39474"/>
                  <a:pt x="63214" y="40199"/>
                  <a:pt x="63214" y="40726"/>
                </a:cubicBezTo>
                <a:cubicBezTo>
                  <a:pt x="63214" y="43626"/>
                  <a:pt x="62334" y="45933"/>
                  <a:pt x="60572" y="47646"/>
                </a:cubicBezTo>
                <a:lnTo>
                  <a:pt x="38823" y="47646"/>
                </a:lnTo>
                <a:lnTo>
                  <a:pt x="31506" y="76313"/>
                </a:lnTo>
                <a:cubicBezTo>
                  <a:pt x="26221" y="97401"/>
                  <a:pt x="23578" y="108736"/>
                  <a:pt x="23578" y="110317"/>
                </a:cubicBezTo>
                <a:cubicBezTo>
                  <a:pt x="23578" y="115853"/>
                  <a:pt x="25408" y="118621"/>
                  <a:pt x="29066" y="118621"/>
                </a:cubicBezTo>
                <a:cubicBezTo>
                  <a:pt x="33809" y="118621"/>
                  <a:pt x="38416" y="116380"/>
                  <a:pt x="42888" y="111899"/>
                </a:cubicBezTo>
                <a:cubicBezTo>
                  <a:pt x="47360" y="107418"/>
                  <a:pt x="50951" y="101882"/>
                  <a:pt x="53661" y="95292"/>
                </a:cubicBezTo>
                <a:cubicBezTo>
                  <a:pt x="53932" y="94501"/>
                  <a:pt x="54271" y="94040"/>
                  <a:pt x="54677" y="93908"/>
                </a:cubicBezTo>
                <a:cubicBezTo>
                  <a:pt x="55084" y="93776"/>
                  <a:pt x="56100" y="93645"/>
                  <a:pt x="57726" y="93513"/>
                </a:cubicBezTo>
                <a:lnTo>
                  <a:pt x="58539" y="93513"/>
                </a:lnTo>
                <a:cubicBezTo>
                  <a:pt x="60572" y="93513"/>
                  <a:pt x="61588" y="94040"/>
                  <a:pt x="61588" y="95094"/>
                </a:cubicBezTo>
                <a:cubicBezTo>
                  <a:pt x="61588" y="95490"/>
                  <a:pt x="61385" y="96281"/>
                  <a:pt x="60978" y="97467"/>
                </a:cubicBezTo>
                <a:cubicBezTo>
                  <a:pt x="60301" y="99576"/>
                  <a:pt x="59081" y="102080"/>
                  <a:pt x="57320" y="104979"/>
                </a:cubicBezTo>
                <a:cubicBezTo>
                  <a:pt x="55558" y="107879"/>
                  <a:pt x="53255" y="110976"/>
                  <a:pt x="50409" y="114271"/>
                </a:cubicBezTo>
                <a:cubicBezTo>
                  <a:pt x="47563" y="117566"/>
                  <a:pt x="44108" y="120334"/>
                  <a:pt x="40043" y="122575"/>
                </a:cubicBezTo>
                <a:cubicBezTo>
                  <a:pt x="35977" y="124815"/>
                  <a:pt x="31844" y="125936"/>
                  <a:pt x="27644" y="125936"/>
                </a:cubicBezTo>
                <a:cubicBezTo>
                  <a:pt x="23578" y="125936"/>
                  <a:pt x="19716" y="124947"/>
                  <a:pt x="16058" y="122970"/>
                </a:cubicBezTo>
                <a:cubicBezTo>
                  <a:pt x="12399" y="120993"/>
                  <a:pt x="9757" y="117566"/>
                  <a:pt x="8130" y="112690"/>
                </a:cubicBezTo>
                <a:cubicBezTo>
                  <a:pt x="7859" y="111635"/>
                  <a:pt x="7724" y="109856"/>
                  <a:pt x="7724" y="107352"/>
                </a:cubicBezTo>
                <a:lnTo>
                  <a:pt x="7724" y="103793"/>
                </a:lnTo>
                <a:lnTo>
                  <a:pt x="14838" y="76115"/>
                </a:lnTo>
                <a:cubicBezTo>
                  <a:pt x="19581" y="57531"/>
                  <a:pt x="22020" y="48173"/>
                  <a:pt x="22156" y="48041"/>
                </a:cubicBezTo>
                <a:cubicBezTo>
                  <a:pt x="22156" y="47778"/>
                  <a:pt x="18700" y="47646"/>
                  <a:pt x="11789" y="47646"/>
                </a:cubicBezTo>
                <a:lnTo>
                  <a:pt x="1423" y="476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AEDB96-B7E8-4B1D-892F-A762E690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284" y="2378611"/>
            <a:ext cx="103054" cy="139379"/>
          </a:xfrm>
          <a:custGeom xmlns:a="http://schemas.openxmlformats.org/drawingml/2006/main">
            <a:pathLst>
              <a:path w="103054" h="139379">
                <a:moveTo>
                  <a:pt x="18090" y="2175"/>
                </a:moveTo>
                <a:cubicBezTo>
                  <a:pt x="18226" y="2175"/>
                  <a:pt x="23104" y="1845"/>
                  <a:pt x="32725" y="1186"/>
                </a:cubicBezTo>
                <a:cubicBezTo>
                  <a:pt x="42346" y="527"/>
                  <a:pt x="47292" y="132"/>
                  <a:pt x="47563" y="0"/>
                </a:cubicBezTo>
                <a:cubicBezTo>
                  <a:pt x="49189" y="0"/>
                  <a:pt x="50002" y="593"/>
                  <a:pt x="50002" y="1779"/>
                </a:cubicBezTo>
                <a:cubicBezTo>
                  <a:pt x="50002" y="3229"/>
                  <a:pt x="47563" y="13180"/>
                  <a:pt x="42685" y="31632"/>
                </a:cubicBezTo>
                <a:cubicBezTo>
                  <a:pt x="37536" y="51139"/>
                  <a:pt x="34961" y="61090"/>
                  <a:pt x="34961" y="61485"/>
                </a:cubicBezTo>
                <a:cubicBezTo>
                  <a:pt x="34961" y="61749"/>
                  <a:pt x="35435" y="61419"/>
                  <a:pt x="36384" y="60497"/>
                </a:cubicBezTo>
                <a:cubicBezTo>
                  <a:pt x="44650" y="53379"/>
                  <a:pt x="53458" y="49821"/>
                  <a:pt x="62808" y="49821"/>
                </a:cubicBezTo>
                <a:cubicBezTo>
                  <a:pt x="70125" y="49821"/>
                  <a:pt x="76020" y="51600"/>
                  <a:pt x="80492" y="55159"/>
                </a:cubicBezTo>
                <a:cubicBezTo>
                  <a:pt x="84963" y="58717"/>
                  <a:pt x="87267" y="63923"/>
                  <a:pt x="87403" y="70777"/>
                </a:cubicBezTo>
                <a:cubicBezTo>
                  <a:pt x="87403" y="77499"/>
                  <a:pt x="84828" y="87911"/>
                  <a:pt x="79679" y="102014"/>
                </a:cubicBezTo>
                <a:cubicBezTo>
                  <a:pt x="74529" y="116117"/>
                  <a:pt x="71955" y="124552"/>
                  <a:pt x="71955" y="127320"/>
                </a:cubicBezTo>
                <a:cubicBezTo>
                  <a:pt x="72090" y="129165"/>
                  <a:pt x="72429" y="130417"/>
                  <a:pt x="72971" y="131076"/>
                </a:cubicBezTo>
                <a:cubicBezTo>
                  <a:pt x="73513" y="131735"/>
                  <a:pt x="74529" y="132064"/>
                  <a:pt x="76020" y="132064"/>
                </a:cubicBezTo>
                <a:cubicBezTo>
                  <a:pt x="79814" y="132064"/>
                  <a:pt x="83337" y="130087"/>
                  <a:pt x="86589" y="126133"/>
                </a:cubicBezTo>
                <a:cubicBezTo>
                  <a:pt x="89842" y="122179"/>
                  <a:pt x="92484" y="116776"/>
                  <a:pt x="94517" y="109922"/>
                </a:cubicBezTo>
                <a:cubicBezTo>
                  <a:pt x="94923" y="108472"/>
                  <a:pt x="95330" y="107615"/>
                  <a:pt x="95736" y="107352"/>
                </a:cubicBezTo>
                <a:cubicBezTo>
                  <a:pt x="96143" y="107088"/>
                  <a:pt x="97227" y="106956"/>
                  <a:pt x="98988" y="106956"/>
                </a:cubicBezTo>
                <a:cubicBezTo>
                  <a:pt x="101699" y="106956"/>
                  <a:pt x="103054" y="107484"/>
                  <a:pt x="103054" y="108538"/>
                </a:cubicBezTo>
                <a:cubicBezTo>
                  <a:pt x="103054" y="108670"/>
                  <a:pt x="102783" y="109658"/>
                  <a:pt x="102241" y="111504"/>
                </a:cubicBezTo>
                <a:cubicBezTo>
                  <a:pt x="100072" y="119280"/>
                  <a:pt x="96617" y="125672"/>
                  <a:pt x="91874" y="130681"/>
                </a:cubicBezTo>
                <a:cubicBezTo>
                  <a:pt x="87267" y="136348"/>
                  <a:pt x="81779" y="139182"/>
                  <a:pt x="75410" y="139182"/>
                </a:cubicBezTo>
                <a:lnTo>
                  <a:pt x="74394" y="139182"/>
                </a:lnTo>
                <a:cubicBezTo>
                  <a:pt x="68025" y="139182"/>
                  <a:pt x="63418" y="137402"/>
                  <a:pt x="60572" y="133844"/>
                </a:cubicBezTo>
                <a:cubicBezTo>
                  <a:pt x="57726" y="130285"/>
                  <a:pt x="56303" y="126529"/>
                  <a:pt x="56303" y="122575"/>
                </a:cubicBezTo>
                <a:cubicBezTo>
                  <a:pt x="56303" y="120466"/>
                  <a:pt x="58743" y="112690"/>
                  <a:pt x="63621" y="99246"/>
                </a:cubicBezTo>
                <a:cubicBezTo>
                  <a:pt x="68499" y="85802"/>
                  <a:pt x="71006" y="75720"/>
                  <a:pt x="71142" y="68998"/>
                </a:cubicBezTo>
                <a:cubicBezTo>
                  <a:pt x="71142" y="61221"/>
                  <a:pt x="68160" y="57333"/>
                  <a:pt x="62198" y="57333"/>
                </a:cubicBezTo>
                <a:lnTo>
                  <a:pt x="61182" y="57333"/>
                </a:lnTo>
                <a:cubicBezTo>
                  <a:pt x="49935" y="57333"/>
                  <a:pt x="40178" y="63792"/>
                  <a:pt x="31912" y="76708"/>
                </a:cubicBezTo>
                <a:lnTo>
                  <a:pt x="30489" y="79278"/>
                </a:lnTo>
                <a:lnTo>
                  <a:pt x="23578" y="105968"/>
                </a:lnTo>
                <a:cubicBezTo>
                  <a:pt x="19242" y="123102"/>
                  <a:pt x="16735" y="132460"/>
                  <a:pt x="16058" y="134041"/>
                </a:cubicBezTo>
                <a:cubicBezTo>
                  <a:pt x="14296" y="137600"/>
                  <a:pt x="11315" y="139379"/>
                  <a:pt x="7114" y="139379"/>
                </a:cubicBezTo>
                <a:cubicBezTo>
                  <a:pt x="5217" y="139379"/>
                  <a:pt x="3591" y="138786"/>
                  <a:pt x="2236" y="137600"/>
                </a:cubicBezTo>
                <a:cubicBezTo>
                  <a:pt x="881" y="136414"/>
                  <a:pt x="136" y="135228"/>
                  <a:pt x="0" y="134041"/>
                </a:cubicBezTo>
                <a:cubicBezTo>
                  <a:pt x="0" y="132196"/>
                  <a:pt x="4946" y="112163"/>
                  <a:pt x="14838" y="73940"/>
                </a:cubicBezTo>
                <a:lnTo>
                  <a:pt x="29879" y="15421"/>
                </a:lnTo>
                <a:cubicBezTo>
                  <a:pt x="29879" y="13707"/>
                  <a:pt x="29405" y="12653"/>
                  <a:pt x="28457" y="12257"/>
                </a:cubicBezTo>
                <a:cubicBezTo>
                  <a:pt x="27508" y="11862"/>
                  <a:pt x="24866" y="11533"/>
                  <a:pt x="20529" y="11269"/>
                </a:cubicBezTo>
                <a:lnTo>
                  <a:pt x="16261" y="11269"/>
                </a:lnTo>
                <a:cubicBezTo>
                  <a:pt x="15448" y="10478"/>
                  <a:pt x="15041" y="9951"/>
                  <a:pt x="15041" y="9687"/>
                </a:cubicBezTo>
                <a:cubicBezTo>
                  <a:pt x="15041" y="9424"/>
                  <a:pt x="15177" y="8172"/>
                  <a:pt x="15448" y="5931"/>
                </a:cubicBezTo>
                <a:cubicBezTo>
                  <a:pt x="16125" y="3427"/>
                  <a:pt x="17006" y="2175"/>
                  <a:pt x="18090" y="21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AFAB3A-36A2-4B60-91FA-AFCF5A39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284" y="2378611"/>
            <a:ext cx="103054" cy="139379"/>
          </a:xfrm>
          <a:custGeom xmlns:a="http://schemas.openxmlformats.org/drawingml/2006/main">
            <a:pathLst>
              <a:path w="103054" h="139379" fill="none">
                <a:moveTo>
                  <a:pt x="18090" y="2175"/>
                </a:moveTo>
                <a:cubicBezTo>
                  <a:pt x="18226" y="2175"/>
                  <a:pt x="23104" y="1845"/>
                  <a:pt x="32725" y="1186"/>
                </a:cubicBezTo>
                <a:cubicBezTo>
                  <a:pt x="42346" y="527"/>
                  <a:pt x="47292" y="132"/>
                  <a:pt x="47563" y="0"/>
                </a:cubicBezTo>
                <a:cubicBezTo>
                  <a:pt x="49189" y="0"/>
                  <a:pt x="50002" y="593"/>
                  <a:pt x="50002" y="1779"/>
                </a:cubicBezTo>
                <a:cubicBezTo>
                  <a:pt x="50002" y="3229"/>
                  <a:pt x="47563" y="13180"/>
                  <a:pt x="42685" y="31632"/>
                </a:cubicBezTo>
                <a:cubicBezTo>
                  <a:pt x="37536" y="51139"/>
                  <a:pt x="34961" y="61090"/>
                  <a:pt x="34961" y="61485"/>
                </a:cubicBezTo>
                <a:cubicBezTo>
                  <a:pt x="34961" y="61749"/>
                  <a:pt x="35435" y="61419"/>
                  <a:pt x="36384" y="60497"/>
                </a:cubicBezTo>
                <a:cubicBezTo>
                  <a:pt x="44650" y="53379"/>
                  <a:pt x="53458" y="49821"/>
                  <a:pt x="62808" y="49821"/>
                </a:cubicBezTo>
                <a:cubicBezTo>
                  <a:pt x="70125" y="49821"/>
                  <a:pt x="76020" y="51600"/>
                  <a:pt x="80492" y="55159"/>
                </a:cubicBezTo>
                <a:cubicBezTo>
                  <a:pt x="84963" y="58717"/>
                  <a:pt x="87267" y="63923"/>
                  <a:pt x="87403" y="70777"/>
                </a:cubicBezTo>
                <a:cubicBezTo>
                  <a:pt x="87403" y="77499"/>
                  <a:pt x="84828" y="87911"/>
                  <a:pt x="79679" y="102014"/>
                </a:cubicBezTo>
                <a:cubicBezTo>
                  <a:pt x="74529" y="116117"/>
                  <a:pt x="71955" y="124552"/>
                  <a:pt x="71955" y="127320"/>
                </a:cubicBezTo>
                <a:cubicBezTo>
                  <a:pt x="72090" y="129165"/>
                  <a:pt x="72429" y="130417"/>
                  <a:pt x="72971" y="131076"/>
                </a:cubicBezTo>
                <a:cubicBezTo>
                  <a:pt x="73513" y="131735"/>
                  <a:pt x="74529" y="132064"/>
                  <a:pt x="76020" y="132064"/>
                </a:cubicBezTo>
                <a:cubicBezTo>
                  <a:pt x="79814" y="132064"/>
                  <a:pt x="83337" y="130087"/>
                  <a:pt x="86589" y="126133"/>
                </a:cubicBezTo>
                <a:cubicBezTo>
                  <a:pt x="89842" y="122179"/>
                  <a:pt x="92484" y="116776"/>
                  <a:pt x="94517" y="109922"/>
                </a:cubicBezTo>
                <a:cubicBezTo>
                  <a:pt x="94923" y="108472"/>
                  <a:pt x="95330" y="107615"/>
                  <a:pt x="95736" y="107352"/>
                </a:cubicBezTo>
                <a:cubicBezTo>
                  <a:pt x="96143" y="107088"/>
                  <a:pt x="97227" y="106956"/>
                  <a:pt x="98988" y="106956"/>
                </a:cubicBezTo>
                <a:cubicBezTo>
                  <a:pt x="101699" y="106956"/>
                  <a:pt x="103054" y="107484"/>
                  <a:pt x="103054" y="108538"/>
                </a:cubicBezTo>
                <a:cubicBezTo>
                  <a:pt x="103054" y="108670"/>
                  <a:pt x="102783" y="109658"/>
                  <a:pt x="102241" y="111504"/>
                </a:cubicBezTo>
                <a:cubicBezTo>
                  <a:pt x="100072" y="119280"/>
                  <a:pt x="96617" y="125672"/>
                  <a:pt x="91874" y="130681"/>
                </a:cubicBezTo>
                <a:cubicBezTo>
                  <a:pt x="87267" y="136348"/>
                  <a:pt x="81779" y="139182"/>
                  <a:pt x="75410" y="139182"/>
                </a:cubicBezTo>
                <a:lnTo>
                  <a:pt x="74394" y="139182"/>
                </a:lnTo>
                <a:cubicBezTo>
                  <a:pt x="68025" y="139182"/>
                  <a:pt x="63418" y="137402"/>
                  <a:pt x="60572" y="133844"/>
                </a:cubicBezTo>
                <a:cubicBezTo>
                  <a:pt x="57726" y="130285"/>
                  <a:pt x="56303" y="126529"/>
                  <a:pt x="56303" y="122575"/>
                </a:cubicBezTo>
                <a:cubicBezTo>
                  <a:pt x="56303" y="120466"/>
                  <a:pt x="58743" y="112690"/>
                  <a:pt x="63621" y="99246"/>
                </a:cubicBezTo>
                <a:cubicBezTo>
                  <a:pt x="68499" y="85802"/>
                  <a:pt x="71006" y="75720"/>
                  <a:pt x="71142" y="68998"/>
                </a:cubicBezTo>
                <a:cubicBezTo>
                  <a:pt x="71142" y="61221"/>
                  <a:pt x="68160" y="57333"/>
                  <a:pt x="62198" y="57333"/>
                </a:cubicBezTo>
                <a:lnTo>
                  <a:pt x="61182" y="57333"/>
                </a:lnTo>
                <a:cubicBezTo>
                  <a:pt x="49935" y="57333"/>
                  <a:pt x="40178" y="63792"/>
                  <a:pt x="31912" y="76708"/>
                </a:cubicBezTo>
                <a:lnTo>
                  <a:pt x="30489" y="79278"/>
                </a:lnTo>
                <a:lnTo>
                  <a:pt x="23578" y="105968"/>
                </a:lnTo>
                <a:cubicBezTo>
                  <a:pt x="19242" y="123102"/>
                  <a:pt x="16735" y="132460"/>
                  <a:pt x="16058" y="134041"/>
                </a:cubicBezTo>
                <a:cubicBezTo>
                  <a:pt x="14296" y="137600"/>
                  <a:pt x="11315" y="139379"/>
                  <a:pt x="7114" y="139379"/>
                </a:cubicBezTo>
                <a:cubicBezTo>
                  <a:pt x="5217" y="139379"/>
                  <a:pt x="3591" y="138786"/>
                  <a:pt x="2236" y="137600"/>
                </a:cubicBezTo>
                <a:cubicBezTo>
                  <a:pt x="881" y="136414"/>
                  <a:pt x="136" y="135228"/>
                  <a:pt x="0" y="134041"/>
                </a:cubicBezTo>
                <a:cubicBezTo>
                  <a:pt x="0" y="132196"/>
                  <a:pt x="4946" y="112163"/>
                  <a:pt x="14838" y="73940"/>
                </a:cubicBezTo>
                <a:lnTo>
                  <a:pt x="29879" y="15421"/>
                </a:lnTo>
                <a:cubicBezTo>
                  <a:pt x="29879" y="13707"/>
                  <a:pt x="29405" y="12653"/>
                  <a:pt x="28457" y="12257"/>
                </a:cubicBezTo>
                <a:cubicBezTo>
                  <a:pt x="27508" y="11862"/>
                  <a:pt x="24866" y="11533"/>
                  <a:pt x="20529" y="11269"/>
                </a:cubicBezTo>
                <a:lnTo>
                  <a:pt x="16261" y="11269"/>
                </a:lnTo>
                <a:cubicBezTo>
                  <a:pt x="15448" y="10478"/>
                  <a:pt x="15041" y="9951"/>
                  <a:pt x="15041" y="9687"/>
                </a:cubicBezTo>
                <a:cubicBezTo>
                  <a:pt x="15041" y="9424"/>
                  <a:pt x="15177" y="8172"/>
                  <a:pt x="15448" y="5931"/>
                </a:cubicBezTo>
                <a:cubicBezTo>
                  <a:pt x="16125" y="3427"/>
                  <a:pt x="17006" y="2175"/>
                  <a:pt x="18090" y="21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F0A763-C716-477D-8A74-6217A6CD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533" y="2428300"/>
            <a:ext cx="79408" cy="89690"/>
          </a:xfrm>
          <a:custGeom xmlns:a="http://schemas.openxmlformats.org/drawingml/2006/main">
            <a:pathLst>
              <a:path w="79408" h="89690">
                <a:moveTo>
                  <a:pt x="0" y="54302"/>
                </a:moveTo>
                <a:cubicBezTo>
                  <a:pt x="0" y="46789"/>
                  <a:pt x="1287" y="39936"/>
                  <a:pt x="3862" y="33741"/>
                </a:cubicBezTo>
                <a:cubicBezTo>
                  <a:pt x="6437" y="27546"/>
                  <a:pt x="9757" y="22406"/>
                  <a:pt x="13822" y="18320"/>
                </a:cubicBezTo>
                <a:cubicBezTo>
                  <a:pt x="17887" y="14234"/>
                  <a:pt x="22427" y="10808"/>
                  <a:pt x="27440" y="8040"/>
                </a:cubicBezTo>
                <a:cubicBezTo>
                  <a:pt x="32454" y="5272"/>
                  <a:pt x="37197" y="3229"/>
                  <a:pt x="41669" y="1911"/>
                </a:cubicBezTo>
                <a:cubicBezTo>
                  <a:pt x="46140" y="593"/>
                  <a:pt x="50409" y="0"/>
                  <a:pt x="54474" y="132"/>
                </a:cubicBezTo>
                <a:lnTo>
                  <a:pt x="55084" y="132"/>
                </a:lnTo>
                <a:cubicBezTo>
                  <a:pt x="61182" y="132"/>
                  <a:pt x="66467" y="1582"/>
                  <a:pt x="70938" y="4481"/>
                </a:cubicBezTo>
                <a:cubicBezTo>
                  <a:pt x="75410" y="7381"/>
                  <a:pt x="77646" y="11664"/>
                  <a:pt x="77646" y="17332"/>
                </a:cubicBezTo>
                <a:cubicBezTo>
                  <a:pt x="77646" y="29194"/>
                  <a:pt x="70125" y="36970"/>
                  <a:pt x="55084" y="40661"/>
                </a:cubicBezTo>
                <a:cubicBezTo>
                  <a:pt x="48444" y="42374"/>
                  <a:pt x="39365" y="43297"/>
                  <a:pt x="27847" y="43428"/>
                </a:cubicBezTo>
                <a:cubicBezTo>
                  <a:pt x="22833" y="43428"/>
                  <a:pt x="20258" y="43560"/>
                  <a:pt x="20123" y="43824"/>
                </a:cubicBezTo>
                <a:cubicBezTo>
                  <a:pt x="20123" y="44087"/>
                  <a:pt x="19716" y="46394"/>
                  <a:pt x="18903" y="50743"/>
                </a:cubicBezTo>
                <a:cubicBezTo>
                  <a:pt x="18090" y="55093"/>
                  <a:pt x="17616" y="58915"/>
                  <a:pt x="17481" y="62210"/>
                </a:cubicBezTo>
                <a:cubicBezTo>
                  <a:pt x="17481" y="68405"/>
                  <a:pt x="18903" y="73281"/>
                  <a:pt x="21749" y="76840"/>
                </a:cubicBezTo>
                <a:cubicBezTo>
                  <a:pt x="24595" y="80399"/>
                  <a:pt x="28863" y="82244"/>
                  <a:pt x="34554" y="82376"/>
                </a:cubicBezTo>
                <a:cubicBezTo>
                  <a:pt x="40246" y="82507"/>
                  <a:pt x="46547" y="81255"/>
                  <a:pt x="53458" y="78619"/>
                </a:cubicBezTo>
                <a:cubicBezTo>
                  <a:pt x="60369" y="75983"/>
                  <a:pt x="66602" y="71634"/>
                  <a:pt x="72158" y="65571"/>
                </a:cubicBezTo>
                <a:cubicBezTo>
                  <a:pt x="73377" y="64253"/>
                  <a:pt x="74191" y="63594"/>
                  <a:pt x="74597" y="63594"/>
                </a:cubicBezTo>
                <a:cubicBezTo>
                  <a:pt x="75139" y="63594"/>
                  <a:pt x="76020" y="64187"/>
                  <a:pt x="77239" y="65373"/>
                </a:cubicBezTo>
                <a:cubicBezTo>
                  <a:pt x="78459" y="66559"/>
                  <a:pt x="79137" y="67482"/>
                  <a:pt x="79272" y="68141"/>
                </a:cubicBezTo>
                <a:cubicBezTo>
                  <a:pt x="79408" y="68800"/>
                  <a:pt x="78798" y="69854"/>
                  <a:pt x="77443" y="71304"/>
                </a:cubicBezTo>
                <a:cubicBezTo>
                  <a:pt x="76088" y="72754"/>
                  <a:pt x="74055" y="74533"/>
                  <a:pt x="71345" y="76642"/>
                </a:cubicBezTo>
                <a:cubicBezTo>
                  <a:pt x="68635" y="78751"/>
                  <a:pt x="65518" y="80794"/>
                  <a:pt x="61995" y="82771"/>
                </a:cubicBezTo>
                <a:cubicBezTo>
                  <a:pt x="58472" y="84748"/>
                  <a:pt x="54203" y="86395"/>
                  <a:pt x="49189" y="87713"/>
                </a:cubicBezTo>
                <a:cubicBezTo>
                  <a:pt x="44176" y="89031"/>
                  <a:pt x="39026" y="89690"/>
                  <a:pt x="33741" y="89690"/>
                </a:cubicBezTo>
                <a:cubicBezTo>
                  <a:pt x="23036" y="89690"/>
                  <a:pt x="14770" y="86198"/>
                  <a:pt x="8944" y="79212"/>
                </a:cubicBezTo>
                <a:cubicBezTo>
                  <a:pt x="3117" y="72227"/>
                  <a:pt x="136" y="63923"/>
                  <a:pt x="0" y="54302"/>
                </a:cubicBezTo>
                <a:close/>
                <a:moveTo>
                  <a:pt x="67889" y="17727"/>
                </a:moveTo>
                <a:cubicBezTo>
                  <a:pt x="67076" y="10874"/>
                  <a:pt x="62469" y="7447"/>
                  <a:pt x="54068" y="7447"/>
                </a:cubicBezTo>
                <a:cubicBezTo>
                  <a:pt x="49596" y="7447"/>
                  <a:pt x="45463" y="8369"/>
                  <a:pt x="41669" y="10215"/>
                </a:cubicBezTo>
                <a:cubicBezTo>
                  <a:pt x="37874" y="12060"/>
                  <a:pt x="34825" y="14300"/>
                  <a:pt x="32522" y="16936"/>
                </a:cubicBezTo>
                <a:cubicBezTo>
                  <a:pt x="30218" y="19572"/>
                  <a:pt x="28253" y="22274"/>
                  <a:pt x="26627" y="25042"/>
                </a:cubicBezTo>
                <a:cubicBezTo>
                  <a:pt x="25001" y="27810"/>
                  <a:pt x="23917" y="30182"/>
                  <a:pt x="23375" y="32159"/>
                </a:cubicBezTo>
                <a:cubicBezTo>
                  <a:pt x="22833" y="34136"/>
                  <a:pt x="22494" y="35389"/>
                  <a:pt x="22359" y="35916"/>
                </a:cubicBezTo>
                <a:cubicBezTo>
                  <a:pt x="22359" y="36048"/>
                  <a:pt x="23714" y="36113"/>
                  <a:pt x="26424" y="36113"/>
                </a:cubicBezTo>
                <a:cubicBezTo>
                  <a:pt x="41736" y="36113"/>
                  <a:pt x="52442" y="34532"/>
                  <a:pt x="58539" y="31369"/>
                </a:cubicBezTo>
                <a:cubicBezTo>
                  <a:pt x="64637" y="28205"/>
                  <a:pt x="67754" y="23658"/>
                  <a:pt x="67889" y="177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CDE4A7-6947-4030-82E9-FA4A2654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533" y="2428300"/>
            <a:ext cx="79408" cy="89690"/>
          </a:xfrm>
          <a:custGeom xmlns:a="http://schemas.openxmlformats.org/drawingml/2006/main">
            <a:pathLst>
              <a:path w="79408" h="89690" fill="none">
                <a:moveTo>
                  <a:pt x="0" y="54302"/>
                </a:moveTo>
                <a:cubicBezTo>
                  <a:pt x="0" y="46789"/>
                  <a:pt x="1287" y="39936"/>
                  <a:pt x="3862" y="33741"/>
                </a:cubicBezTo>
                <a:cubicBezTo>
                  <a:pt x="6437" y="27546"/>
                  <a:pt x="9757" y="22406"/>
                  <a:pt x="13822" y="18320"/>
                </a:cubicBezTo>
                <a:cubicBezTo>
                  <a:pt x="17887" y="14234"/>
                  <a:pt x="22427" y="10808"/>
                  <a:pt x="27440" y="8040"/>
                </a:cubicBezTo>
                <a:cubicBezTo>
                  <a:pt x="32454" y="5272"/>
                  <a:pt x="37197" y="3229"/>
                  <a:pt x="41669" y="1911"/>
                </a:cubicBezTo>
                <a:cubicBezTo>
                  <a:pt x="46140" y="593"/>
                  <a:pt x="50409" y="0"/>
                  <a:pt x="54474" y="132"/>
                </a:cubicBezTo>
                <a:lnTo>
                  <a:pt x="55084" y="132"/>
                </a:lnTo>
                <a:cubicBezTo>
                  <a:pt x="61182" y="132"/>
                  <a:pt x="66467" y="1582"/>
                  <a:pt x="70938" y="4481"/>
                </a:cubicBezTo>
                <a:cubicBezTo>
                  <a:pt x="75410" y="7381"/>
                  <a:pt x="77646" y="11664"/>
                  <a:pt x="77646" y="17332"/>
                </a:cubicBezTo>
                <a:cubicBezTo>
                  <a:pt x="77646" y="29194"/>
                  <a:pt x="70125" y="36970"/>
                  <a:pt x="55084" y="40661"/>
                </a:cubicBezTo>
                <a:cubicBezTo>
                  <a:pt x="48444" y="42374"/>
                  <a:pt x="39365" y="43297"/>
                  <a:pt x="27847" y="43428"/>
                </a:cubicBezTo>
                <a:cubicBezTo>
                  <a:pt x="22833" y="43428"/>
                  <a:pt x="20258" y="43560"/>
                  <a:pt x="20123" y="43824"/>
                </a:cubicBezTo>
                <a:cubicBezTo>
                  <a:pt x="20123" y="44087"/>
                  <a:pt x="19716" y="46394"/>
                  <a:pt x="18903" y="50743"/>
                </a:cubicBezTo>
                <a:cubicBezTo>
                  <a:pt x="18090" y="55093"/>
                  <a:pt x="17616" y="58915"/>
                  <a:pt x="17481" y="62210"/>
                </a:cubicBezTo>
                <a:cubicBezTo>
                  <a:pt x="17481" y="68405"/>
                  <a:pt x="18903" y="73281"/>
                  <a:pt x="21749" y="76840"/>
                </a:cubicBezTo>
                <a:cubicBezTo>
                  <a:pt x="24595" y="80399"/>
                  <a:pt x="28863" y="82244"/>
                  <a:pt x="34554" y="82376"/>
                </a:cubicBezTo>
                <a:cubicBezTo>
                  <a:pt x="40246" y="82507"/>
                  <a:pt x="46547" y="81255"/>
                  <a:pt x="53458" y="78619"/>
                </a:cubicBezTo>
                <a:cubicBezTo>
                  <a:pt x="60369" y="75983"/>
                  <a:pt x="66602" y="71634"/>
                  <a:pt x="72158" y="65571"/>
                </a:cubicBezTo>
                <a:cubicBezTo>
                  <a:pt x="73377" y="64253"/>
                  <a:pt x="74191" y="63594"/>
                  <a:pt x="74597" y="63594"/>
                </a:cubicBezTo>
                <a:cubicBezTo>
                  <a:pt x="75139" y="63594"/>
                  <a:pt x="76020" y="64187"/>
                  <a:pt x="77239" y="65373"/>
                </a:cubicBezTo>
                <a:cubicBezTo>
                  <a:pt x="78459" y="66559"/>
                  <a:pt x="79137" y="67482"/>
                  <a:pt x="79272" y="68141"/>
                </a:cubicBezTo>
                <a:cubicBezTo>
                  <a:pt x="79408" y="68800"/>
                  <a:pt x="78798" y="69854"/>
                  <a:pt x="77443" y="71304"/>
                </a:cubicBezTo>
                <a:cubicBezTo>
                  <a:pt x="76088" y="72754"/>
                  <a:pt x="74055" y="74533"/>
                  <a:pt x="71345" y="76642"/>
                </a:cubicBezTo>
                <a:cubicBezTo>
                  <a:pt x="68635" y="78751"/>
                  <a:pt x="65518" y="80794"/>
                  <a:pt x="61995" y="82771"/>
                </a:cubicBezTo>
                <a:cubicBezTo>
                  <a:pt x="58472" y="84748"/>
                  <a:pt x="54203" y="86395"/>
                  <a:pt x="49189" y="87713"/>
                </a:cubicBezTo>
                <a:cubicBezTo>
                  <a:pt x="44176" y="89031"/>
                  <a:pt x="39026" y="89690"/>
                  <a:pt x="33741" y="89690"/>
                </a:cubicBezTo>
                <a:cubicBezTo>
                  <a:pt x="23036" y="89690"/>
                  <a:pt x="14770" y="86198"/>
                  <a:pt x="8944" y="79212"/>
                </a:cubicBezTo>
                <a:cubicBezTo>
                  <a:pt x="3117" y="72227"/>
                  <a:pt x="136" y="63923"/>
                  <a:pt x="0" y="54302"/>
                </a:cubicBezTo>
                <a:close/>
                <a:moveTo>
                  <a:pt x="67889" y="17727"/>
                </a:moveTo>
                <a:cubicBezTo>
                  <a:pt x="67076" y="10874"/>
                  <a:pt x="62469" y="7447"/>
                  <a:pt x="54068" y="7447"/>
                </a:cubicBezTo>
                <a:cubicBezTo>
                  <a:pt x="49596" y="7447"/>
                  <a:pt x="45463" y="8369"/>
                  <a:pt x="41669" y="10215"/>
                </a:cubicBezTo>
                <a:cubicBezTo>
                  <a:pt x="37874" y="12060"/>
                  <a:pt x="34825" y="14300"/>
                  <a:pt x="32522" y="16936"/>
                </a:cubicBezTo>
                <a:cubicBezTo>
                  <a:pt x="30218" y="19572"/>
                  <a:pt x="28253" y="22274"/>
                  <a:pt x="26627" y="25042"/>
                </a:cubicBezTo>
                <a:cubicBezTo>
                  <a:pt x="25001" y="27810"/>
                  <a:pt x="23917" y="30182"/>
                  <a:pt x="23375" y="32159"/>
                </a:cubicBezTo>
                <a:cubicBezTo>
                  <a:pt x="22833" y="34136"/>
                  <a:pt x="22494" y="35389"/>
                  <a:pt x="22359" y="35916"/>
                </a:cubicBezTo>
                <a:cubicBezTo>
                  <a:pt x="22359" y="36048"/>
                  <a:pt x="23714" y="36113"/>
                  <a:pt x="26424" y="36113"/>
                </a:cubicBezTo>
                <a:cubicBezTo>
                  <a:pt x="41736" y="36113"/>
                  <a:pt x="52442" y="34532"/>
                  <a:pt x="58539" y="31369"/>
                </a:cubicBezTo>
                <a:cubicBezTo>
                  <a:pt x="64637" y="28205"/>
                  <a:pt x="67754" y="23658"/>
                  <a:pt x="67889" y="1772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CD419D-D478-40D5-9D04-36729DA0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595" y="2428168"/>
            <a:ext cx="83134" cy="89822"/>
          </a:xfrm>
          <a:custGeom xmlns:a="http://schemas.openxmlformats.org/drawingml/2006/main">
            <a:pathLst>
              <a:path w="83134" h="89822">
                <a:moveTo>
                  <a:pt x="0" y="30907"/>
                </a:moveTo>
                <a:cubicBezTo>
                  <a:pt x="136" y="30512"/>
                  <a:pt x="271" y="29985"/>
                  <a:pt x="407" y="29326"/>
                </a:cubicBezTo>
                <a:cubicBezTo>
                  <a:pt x="542" y="28667"/>
                  <a:pt x="881" y="27217"/>
                  <a:pt x="1423" y="24976"/>
                </a:cubicBezTo>
                <a:cubicBezTo>
                  <a:pt x="1965" y="22736"/>
                  <a:pt x="2642" y="20693"/>
                  <a:pt x="3455" y="18848"/>
                </a:cubicBezTo>
                <a:cubicBezTo>
                  <a:pt x="4268" y="17002"/>
                  <a:pt x="5285" y="14828"/>
                  <a:pt x="6504" y="12323"/>
                </a:cubicBezTo>
                <a:cubicBezTo>
                  <a:pt x="7724" y="9819"/>
                  <a:pt x="9079" y="7842"/>
                  <a:pt x="10570" y="6392"/>
                </a:cubicBezTo>
                <a:cubicBezTo>
                  <a:pt x="12060" y="4943"/>
                  <a:pt x="13822" y="3493"/>
                  <a:pt x="15854" y="2043"/>
                </a:cubicBezTo>
                <a:cubicBezTo>
                  <a:pt x="17887" y="593"/>
                  <a:pt x="20123" y="0"/>
                  <a:pt x="22562" y="264"/>
                </a:cubicBezTo>
                <a:cubicBezTo>
                  <a:pt x="26492" y="264"/>
                  <a:pt x="29947" y="1054"/>
                  <a:pt x="32928" y="2636"/>
                </a:cubicBezTo>
                <a:cubicBezTo>
                  <a:pt x="35910" y="4218"/>
                  <a:pt x="38010" y="5667"/>
                  <a:pt x="39229" y="6985"/>
                </a:cubicBezTo>
                <a:cubicBezTo>
                  <a:pt x="40449" y="8303"/>
                  <a:pt x="41194" y="9621"/>
                  <a:pt x="41465" y="10939"/>
                </a:cubicBezTo>
                <a:cubicBezTo>
                  <a:pt x="41736" y="11730"/>
                  <a:pt x="41940" y="12126"/>
                  <a:pt x="42075" y="12126"/>
                </a:cubicBezTo>
                <a:cubicBezTo>
                  <a:pt x="42211" y="12126"/>
                  <a:pt x="42753" y="11664"/>
                  <a:pt x="43701" y="10742"/>
                </a:cubicBezTo>
                <a:cubicBezTo>
                  <a:pt x="50206" y="3888"/>
                  <a:pt x="57726" y="461"/>
                  <a:pt x="66263" y="461"/>
                </a:cubicBezTo>
                <a:lnTo>
                  <a:pt x="66873" y="461"/>
                </a:lnTo>
                <a:cubicBezTo>
                  <a:pt x="73377" y="461"/>
                  <a:pt x="78256" y="3163"/>
                  <a:pt x="81508" y="8567"/>
                </a:cubicBezTo>
                <a:cubicBezTo>
                  <a:pt x="82592" y="11071"/>
                  <a:pt x="83134" y="13510"/>
                  <a:pt x="83134" y="15882"/>
                </a:cubicBezTo>
                <a:cubicBezTo>
                  <a:pt x="83134" y="19836"/>
                  <a:pt x="82253" y="22999"/>
                  <a:pt x="80492" y="25372"/>
                </a:cubicBezTo>
                <a:cubicBezTo>
                  <a:pt x="78730" y="27744"/>
                  <a:pt x="76968" y="29260"/>
                  <a:pt x="75207" y="29919"/>
                </a:cubicBezTo>
                <a:cubicBezTo>
                  <a:pt x="73445" y="30578"/>
                  <a:pt x="71751" y="30841"/>
                  <a:pt x="70125" y="30710"/>
                </a:cubicBezTo>
                <a:cubicBezTo>
                  <a:pt x="67415" y="30710"/>
                  <a:pt x="65247" y="29985"/>
                  <a:pt x="63621" y="28535"/>
                </a:cubicBezTo>
                <a:cubicBezTo>
                  <a:pt x="61995" y="27085"/>
                  <a:pt x="61182" y="25174"/>
                  <a:pt x="61182" y="22802"/>
                </a:cubicBezTo>
                <a:cubicBezTo>
                  <a:pt x="61182" y="16475"/>
                  <a:pt x="64976" y="12257"/>
                  <a:pt x="72564" y="10149"/>
                </a:cubicBezTo>
                <a:cubicBezTo>
                  <a:pt x="69583" y="8435"/>
                  <a:pt x="67144" y="7579"/>
                  <a:pt x="65247" y="7579"/>
                </a:cubicBezTo>
                <a:cubicBezTo>
                  <a:pt x="57659" y="7579"/>
                  <a:pt x="50680" y="12455"/>
                  <a:pt x="44311" y="22208"/>
                </a:cubicBezTo>
                <a:cubicBezTo>
                  <a:pt x="42956" y="24317"/>
                  <a:pt x="41940" y="26492"/>
                  <a:pt x="41262" y="28733"/>
                </a:cubicBezTo>
                <a:cubicBezTo>
                  <a:pt x="40585" y="30973"/>
                  <a:pt x="38281" y="39738"/>
                  <a:pt x="34351" y="55027"/>
                </a:cubicBezTo>
                <a:cubicBezTo>
                  <a:pt x="29744" y="73479"/>
                  <a:pt x="27102" y="83298"/>
                  <a:pt x="26424" y="84484"/>
                </a:cubicBezTo>
                <a:cubicBezTo>
                  <a:pt x="24662" y="88043"/>
                  <a:pt x="21749" y="89822"/>
                  <a:pt x="17684" y="89822"/>
                </a:cubicBezTo>
                <a:cubicBezTo>
                  <a:pt x="15922" y="89822"/>
                  <a:pt x="14499" y="89427"/>
                  <a:pt x="13415" y="88636"/>
                </a:cubicBezTo>
                <a:cubicBezTo>
                  <a:pt x="12331" y="87845"/>
                  <a:pt x="11586" y="87054"/>
                  <a:pt x="11179" y="86264"/>
                </a:cubicBezTo>
                <a:cubicBezTo>
                  <a:pt x="10773" y="85473"/>
                  <a:pt x="10637" y="84814"/>
                  <a:pt x="10773" y="84287"/>
                </a:cubicBezTo>
                <a:cubicBezTo>
                  <a:pt x="10773" y="82573"/>
                  <a:pt x="13483" y="71238"/>
                  <a:pt x="18903" y="50282"/>
                </a:cubicBezTo>
                <a:cubicBezTo>
                  <a:pt x="24324" y="29326"/>
                  <a:pt x="27034" y="17661"/>
                  <a:pt x="27034" y="15289"/>
                </a:cubicBezTo>
                <a:cubicBezTo>
                  <a:pt x="27034" y="10149"/>
                  <a:pt x="25272" y="7579"/>
                  <a:pt x="21749" y="7579"/>
                </a:cubicBezTo>
                <a:cubicBezTo>
                  <a:pt x="18903" y="7579"/>
                  <a:pt x="16464" y="9424"/>
                  <a:pt x="14432" y="13114"/>
                </a:cubicBezTo>
                <a:cubicBezTo>
                  <a:pt x="12399" y="16805"/>
                  <a:pt x="10773" y="20825"/>
                  <a:pt x="9553" y="25174"/>
                </a:cubicBezTo>
                <a:cubicBezTo>
                  <a:pt x="8334" y="29523"/>
                  <a:pt x="7588" y="31896"/>
                  <a:pt x="7317" y="32291"/>
                </a:cubicBezTo>
                <a:cubicBezTo>
                  <a:pt x="7046" y="32555"/>
                  <a:pt x="5962" y="32687"/>
                  <a:pt x="4065" y="32687"/>
                </a:cubicBezTo>
                <a:lnTo>
                  <a:pt x="1220" y="32687"/>
                </a:lnTo>
                <a:cubicBezTo>
                  <a:pt x="407" y="31896"/>
                  <a:pt x="0" y="31303"/>
                  <a:pt x="0" y="309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A11CDF-5DA5-4650-8AF2-31814494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595" y="2428168"/>
            <a:ext cx="83134" cy="89822"/>
          </a:xfrm>
          <a:custGeom xmlns:a="http://schemas.openxmlformats.org/drawingml/2006/main">
            <a:pathLst>
              <a:path w="83134" h="89822" fill="none">
                <a:moveTo>
                  <a:pt x="0" y="30907"/>
                </a:moveTo>
                <a:cubicBezTo>
                  <a:pt x="136" y="30512"/>
                  <a:pt x="271" y="29985"/>
                  <a:pt x="407" y="29326"/>
                </a:cubicBezTo>
                <a:cubicBezTo>
                  <a:pt x="542" y="28667"/>
                  <a:pt x="881" y="27217"/>
                  <a:pt x="1423" y="24976"/>
                </a:cubicBezTo>
                <a:cubicBezTo>
                  <a:pt x="1965" y="22736"/>
                  <a:pt x="2642" y="20693"/>
                  <a:pt x="3455" y="18848"/>
                </a:cubicBezTo>
                <a:cubicBezTo>
                  <a:pt x="4268" y="17002"/>
                  <a:pt x="5285" y="14828"/>
                  <a:pt x="6504" y="12323"/>
                </a:cubicBezTo>
                <a:cubicBezTo>
                  <a:pt x="7724" y="9819"/>
                  <a:pt x="9079" y="7842"/>
                  <a:pt x="10570" y="6392"/>
                </a:cubicBezTo>
                <a:cubicBezTo>
                  <a:pt x="12060" y="4943"/>
                  <a:pt x="13822" y="3493"/>
                  <a:pt x="15854" y="2043"/>
                </a:cubicBezTo>
                <a:cubicBezTo>
                  <a:pt x="17887" y="593"/>
                  <a:pt x="20123" y="0"/>
                  <a:pt x="22562" y="264"/>
                </a:cubicBezTo>
                <a:cubicBezTo>
                  <a:pt x="26492" y="264"/>
                  <a:pt x="29947" y="1054"/>
                  <a:pt x="32928" y="2636"/>
                </a:cubicBezTo>
                <a:cubicBezTo>
                  <a:pt x="35910" y="4218"/>
                  <a:pt x="38010" y="5667"/>
                  <a:pt x="39229" y="6985"/>
                </a:cubicBezTo>
                <a:cubicBezTo>
                  <a:pt x="40449" y="8303"/>
                  <a:pt x="41194" y="9621"/>
                  <a:pt x="41465" y="10939"/>
                </a:cubicBezTo>
                <a:cubicBezTo>
                  <a:pt x="41736" y="11730"/>
                  <a:pt x="41940" y="12126"/>
                  <a:pt x="42075" y="12126"/>
                </a:cubicBezTo>
                <a:cubicBezTo>
                  <a:pt x="42211" y="12126"/>
                  <a:pt x="42753" y="11664"/>
                  <a:pt x="43701" y="10742"/>
                </a:cubicBezTo>
                <a:cubicBezTo>
                  <a:pt x="50206" y="3888"/>
                  <a:pt x="57726" y="461"/>
                  <a:pt x="66263" y="461"/>
                </a:cubicBezTo>
                <a:lnTo>
                  <a:pt x="66873" y="461"/>
                </a:lnTo>
                <a:cubicBezTo>
                  <a:pt x="73377" y="461"/>
                  <a:pt x="78256" y="3163"/>
                  <a:pt x="81508" y="8567"/>
                </a:cubicBezTo>
                <a:cubicBezTo>
                  <a:pt x="82592" y="11071"/>
                  <a:pt x="83134" y="13510"/>
                  <a:pt x="83134" y="15882"/>
                </a:cubicBezTo>
                <a:cubicBezTo>
                  <a:pt x="83134" y="19836"/>
                  <a:pt x="82253" y="22999"/>
                  <a:pt x="80492" y="25372"/>
                </a:cubicBezTo>
                <a:cubicBezTo>
                  <a:pt x="78730" y="27744"/>
                  <a:pt x="76968" y="29260"/>
                  <a:pt x="75207" y="29919"/>
                </a:cubicBezTo>
                <a:cubicBezTo>
                  <a:pt x="73445" y="30578"/>
                  <a:pt x="71751" y="30841"/>
                  <a:pt x="70125" y="30710"/>
                </a:cubicBezTo>
                <a:cubicBezTo>
                  <a:pt x="67415" y="30710"/>
                  <a:pt x="65247" y="29985"/>
                  <a:pt x="63621" y="28535"/>
                </a:cubicBezTo>
                <a:cubicBezTo>
                  <a:pt x="61995" y="27085"/>
                  <a:pt x="61182" y="25174"/>
                  <a:pt x="61182" y="22802"/>
                </a:cubicBezTo>
                <a:cubicBezTo>
                  <a:pt x="61182" y="16475"/>
                  <a:pt x="64976" y="12257"/>
                  <a:pt x="72564" y="10149"/>
                </a:cubicBezTo>
                <a:cubicBezTo>
                  <a:pt x="69583" y="8435"/>
                  <a:pt x="67144" y="7579"/>
                  <a:pt x="65247" y="7579"/>
                </a:cubicBezTo>
                <a:cubicBezTo>
                  <a:pt x="57659" y="7579"/>
                  <a:pt x="50680" y="12455"/>
                  <a:pt x="44311" y="22208"/>
                </a:cubicBezTo>
                <a:cubicBezTo>
                  <a:pt x="42956" y="24317"/>
                  <a:pt x="41940" y="26492"/>
                  <a:pt x="41262" y="28733"/>
                </a:cubicBezTo>
                <a:cubicBezTo>
                  <a:pt x="40585" y="30973"/>
                  <a:pt x="38281" y="39738"/>
                  <a:pt x="34351" y="55027"/>
                </a:cubicBezTo>
                <a:cubicBezTo>
                  <a:pt x="29744" y="73479"/>
                  <a:pt x="27102" y="83298"/>
                  <a:pt x="26424" y="84484"/>
                </a:cubicBezTo>
                <a:cubicBezTo>
                  <a:pt x="24662" y="88043"/>
                  <a:pt x="21749" y="89822"/>
                  <a:pt x="17684" y="89822"/>
                </a:cubicBezTo>
                <a:cubicBezTo>
                  <a:pt x="15922" y="89822"/>
                  <a:pt x="14499" y="89427"/>
                  <a:pt x="13415" y="88636"/>
                </a:cubicBezTo>
                <a:cubicBezTo>
                  <a:pt x="12331" y="87845"/>
                  <a:pt x="11586" y="87054"/>
                  <a:pt x="11179" y="86264"/>
                </a:cubicBezTo>
                <a:cubicBezTo>
                  <a:pt x="10773" y="85473"/>
                  <a:pt x="10637" y="84814"/>
                  <a:pt x="10773" y="84287"/>
                </a:cubicBezTo>
                <a:cubicBezTo>
                  <a:pt x="10773" y="82573"/>
                  <a:pt x="13483" y="71238"/>
                  <a:pt x="18903" y="50282"/>
                </a:cubicBezTo>
                <a:cubicBezTo>
                  <a:pt x="24324" y="29326"/>
                  <a:pt x="27034" y="17661"/>
                  <a:pt x="27034" y="15289"/>
                </a:cubicBezTo>
                <a:cubicBezTo>
                  <a:pt x="27034" y="10149"/>
                  <a:pt x="25272" y="7579"/>
                  <a:pt x="21749" y="7579"/>
                </a:cubicBezTo>
                <a:cubicBezTo>
                  <a:pt x="18903" y="7579"/>
                  <a:pt x="16464" y="9424"/>
                  <a:pt x="14432" y="13114"/>
                </a:cubicBezTo>
                <a:cubicBezTo>
                  <a:pt x="12399" y="16805"/>
                  <a:pt x="10773" y="20825"/>
                  <a:pt x="9553" y="25174"/>
                </a:cubicBezTo>
                <a:cubicBezTo>
                  <a:pt x="8334" y="29523"/>
                  <a:pt x="7588" y="31896"/>
                  <a:pt x="7317" y="32291"/>
                </a:cubicBezTo>
                <a:cubicBezTo>
                  <a:pt x="7046" y="32555"/>
                  <a:pt x="5962" y="32687"/>
                  <a:pt x="4065" y="32687"/>
                </a:cubicBezTo>
                <a:lnTo>
                  <a:pt x="1220" y="32687"/>
                </a:lnTo>
                <a:cubicBezTo>
                  <a:pt x="407" y="31896"/>
                  <a:pt x="0" y="31303"/>
                  <a:pt x="0" y="3090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2EED8F-8893-4873-8955-993ABB86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0104" y="2367539"/>
            <a:ext cx="48580" cy="197701"/>
          </a:xfrm>
          <a:custGeom xmlns:a="http://schemas.openxmlformats.org/drawingml/2006/main">
            <a:pathLst>
              <a:path w="48580" h="197701">
                <a:moveTo>
                  <a:pt x="0" y="98851"/>
                </a:moveTo>
                <a:cubicBezTo>
                  <a:pt x="0" y="89756"/>
                  <a:pt x="678" y="81123"/>
                  <a:pt x="2033" y="72952"/>
                </a:cubicBezTo>
                <a:cubicBezTo>
                  <a:pt x="3388" y="64780"/>
                  <a:pt x="4946" y="57729"/>
                  <a:pt x="6708" y="51798"/>
                </a:cubicBezTo>
                <a:cubicBezTo>
                  <a:pt x="8469" y="45867"/>
                  <a:pt x="10976" y="40067"/>
                  <a:pt x="14228" y="34400"/>
                </a:cubicBezTo>
                <a:cubicBezTo>
                  <a:pt x="17481" y="28733"/>
                  <a:pt x="20055" y="24317"/>
                  <a:pt x="21952" y="21154"/>
                </a:cubicBezTo>
                <a:cubicBezTo>
                  <a:pt x="23849" y="17991"/>
                  <a:pt x="26695" y="14564"/>
                  <a:pt x="30489" y="10874"/>
                </a:cubicBezTo>
                <a:cubicBezTo>
                  <a:pt x="34283" y="7183"/>
                  <a:pt x="36519" y="4943"/>
                  <a:pt x="37197" y="4152"/>
                </a:cubicBezTo>
                <a:cubicBezTo>
                  <a:pt x="37874" y="3361"/>
                  <a:pt x="39568" y="1977"/>
                  <a:pt x="42278" y="0"/>
                </a:cubicBezTo>
                <a:lnTo>
                  <a:pt x="44921" y="0"/>
                </a:lnTo>
                <a:lnTo>
                  <a:pt x="45734" y="0"/>
                </a:lnTo>
                <a:cubicBezTo>
                  <a:pt x="47631" y="0"/>
                  <a:pt x="48580" y="593"/>
                  <a:pt x="48580" y="1779"/>
                </a:cubicBezTo>
                <a:cubicBezTo>
                  <a:pt x="48580" y="2175"/>
                  <a:pt x="47428" y="3559"/>
                  <a:pt x="45124" y="5931"/>
                </a:cubicBezTo>
                <a:cubicBezTo>
                  <a:pt x="42820" y="8303"/>
                  <a:pt x="40043" y="11796"/>
                  <a:pt x="36790" y="16409"/>
                </a:cubicBezTo>
                <a:cubicBezTo>
                  <a:pt x="33538" y="21022"/>
                  <a:pt x="30218" y="26690"/>
                  <a:pt x="26831" y="33412"/>
                </a:cubicBezTo>
                <a:cubicBezTo>
                  <a:pt x="23443" y="40133"/>
                  <a:pt x="20597" y="49228"/>
                  <a:pt x="18294" y="60694"/>
                </a:cubicBezTo>
                <a:cubicBezTo>
                  <a:pt x="15990" y="72161"/>
                  <a:pt x="14838" y="84880"/>
                  <a:pt x="14838" y="98851"/>
                </a:cubicBezTo>
                <a:cubicBezTo>
                  <a:pt x="14838" y="112822"/>
                  <a:pt x="15990" y="125474"/>
                  <a:pt x="18294" y="136809"/>
                </a:cubicBezTo>
                <a:cubicBezTo>
                  <a:pt x="20597" y="148144"/>
                  <a:pt x="23375" y="157304"/>
                  <a:pt x="26627" y="164290"/>
                </a:cubicBezTo>
                <a:cubicBezTo>
                  <a:pt x="29879" y="171275"/>
                  <a:pt x="33199" y="176943"/>
                  <a:pt x="36587" y="181292"/>
                </a:cubicBezTo>
                <a:cubicBezTo>
                  <a:pt x="39975" y="185642"/>
                  <a:pt x="42820" y="189134"/>
                  <a:pt x="45124" y="191770"/>
                </a:cubicBezTo>
                <a:cubicBezTo>
                  <a:pt x="47428" y="194406"/>
                  <a:pt x="48580" y="195790"/>
                  <a:pt x="48580" y="195922"/>
                </a:cubicBezTo>
                <a:cubicBezTo>
                  <a:pt x="48580" y="197108"/>
                  <a:pt x="47563" y="197701"/>
                  <a:pt x="45531" y="197701"/>
                </a:cubicBezTo>
                <a:lnTo>
                  <a:pt x="44921" y="197701"/>
                </a:lnTo>
                <a:lnTo>
                  <a:pt x="42278" y="197701"/>
                </a:lnTo>
                <a:lnTo>
                  <a:pt x="36587" y="192956"/>
                </a:lnTo>
                <a:cubicBezTo>
                  <a:pt x="23849" y="181753"/>
                  <a:pt x="14567" y="167783"/>
                  <a:pt x="8740" y="151044"/>
                </a:cubicBezTo>
                <a:cubicBezTo>
                  <a:pt x="2913" y="134305"/>
                  <a:pt x="0" y="116907"/>
                  <a:pt x="0" y="988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1EDE75-7754-4591-9737-22BE0418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0104" y="2367539"/>
            <a:ext cx="48580" cy="197701"/>
          </a:xfrm>
          <a:custGeom xmlns:a="http://schemas.openxmlformats.org/drawingml/2006/main">
            <a:pathLst>
              <a:path w="48580" h="197701" fill="none">
                <a:moveTo>
                  <a:pt x="0" y="98851"/>
                </a:moveTo>
                <a:cubicBezTo>
                  <a:pt x="0" y="89756"/>
                  <a:pt x="678" y="81123"/>
                  <a:pt x="2033" y="72952"/>
                </a:cubicBezTo>
                <a:cubicBezTo>
                  <a:pt x="3388" y="64780"/>
                  <a:pt x="4946" y="57729"/>
                  <a:pt x="6708" y="51798"/>
                </a:cubicBezTo>
                <a:cubicBezTo>
                  <a:pt x="8469" y="45867"/>
                  <a:pt x="10976" y="40067"/>
                  <a:pt x="14228" y="34400"/>
                </a:cubicBezTo>
                <a:cubicBezTo>
                  <a:pt x="17481" y="28733"/>
                  <a:pt x="20055" y="24317"/>
                  <a:pt x="21952" y="21154"/>
                </a:cubicBezTo>
                <a:cubicBezTo>
                  <a:pt x="23849" y="17991"/>
                  <a:pt x="26695" y="14564"/>
                  <a:pt x="30489" y="10874"/>
                </a:cubicBezTo>
                <a:cubicBezTo>
                  <a:pt x="34283" y="7183"/>
                  <a:pt x="36519" y="4943"/>
                  <a:pt x="37197" y="4152"/>
                </a:cubicBezTo>
                <a:cubicBezTo>
                  <a:pt x="37874" y="3361"/>
                  <a:pt x="39568" y="1977"/>
                  <a:pt x="42278" y="0"/>
                </a:cubicBezTo>
                <a:lnTo>
                  <a:pt x="44921" y="0"/>
                </a:lnTo>
                <a:lnTo>
                  <a:pt x="45734" y="0"/>
                </a:lnTo>
                <a:cubicBezTo>
                  <a:pt x="47631" y="0"/>
                  <a:pt x="48580" y="593"/>
                  <a:pt x="48580" y="1779"/>
                </a:cubicBezTo>
                <a:cubicBezTo>
                  <a:pt x="48580" y="2175"/>
                  <a:pt x="47428" y="3559"/>
                  <a:pt x="45124" y="5931"/>
                </a:cubicBezTo>
                <a:cubicBezTo>
                  <a:pt x="42820" y="8303"/>
                  <a:pt x="40043" y="11796"/>
                  <a:pt x="36790" y="16409"/>
                </a:cubicBezTo>
                <a:cubicBezTo>
                  <a:pt x="33538" y="21022"/>
                  <a:pt x="30218" y="26690"/>
                  <a:pt x="26831" y="33412"/>
                </a:cubicBezTo>
                <a:cubicBezTo>
                  <a:pt x="23443" y="40133"/>
                  <a:pt x="20597" y="49228"/>
                  <a:pt x="18294" y="60694"/>
                </a:cubicBezTo>
                <a:cubicBezTo>
                  <a:pt x="15990" y="72161"/>
                  <a:pt x="14838" y="84880"/>
                  <a:pt x="14838" y="98851"/>
                </a:cubicBezTo>
                <a:cubicBezTo>
                  <a:pt x="14838" y="112822"/>
                  <a:pt x="15990" y="125474"/>
                  <a:pt x="18294" y="136809"/>
                </a:cubicBezTo>
                <a:cubicBezTo>
                  <a:pt x="20597" y="148144"/>
                  <a:pt x="23375" y="157304"/>
                  <a:pt x="26627" y="164290"/>
                </a:cubicBezTo>
                <a:cubicBezTo>
                  <a:pt x="29879" y="171275"/>
                  <a:pt x="33199" y="176943"/>
                  <a:pt x="36587" y="181292"/>
                </a:cubicBezTo>
                <a:cubicBezTo>
                  <a:pt x="39975" y="185642"/>
                  <a:pt x="42820" y="189134"/>
                  <a:pt x="45124" y="191770"/>
                </a:cubicBezTo>
                <a:cubicBezTo>
                  <a:pt x="47428" y="194406"/>
                  <a:pt x="48580" y="195790"/>
                  <a:pt x="48580" y="195922"/>
                </a:cubicBezTo>
                <a:cubicBezTo>
                  <a:pt x="48580" y="197108"/>
                  <a:pt x="47563" y="197701"/>
                  <a:pt x="45531" y="197701"/>
                </a:cubicBezTo>
                <a:lnTo>
                  <a:pt x="44921" y="197701"/>
                </a:lnTo>
                <a:lnTo>
                  <a:pt x="42278" y="197701"/>
                </a:lnTo>
                <a:lnTo>
                  <a:pt x="36587" y="192956"/>
                </a:lnTo>
                <a:cubicBezTo>
                  <a:pt x="23849" y="181753"/>
                  <a:pt x="14567" y="167783"/>
                  <a:pt x="8740" y="151044"/>
                </a:cubicBezTo>
                <a:cubicBezTo>
                  <a:pt x="2913" y="134305"/>
                  <a:pt x="0" y="116907"/>
                  <a:pt x="0" y="9885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9E6EDB-A042-4E95-B649-488F4DB4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2289" y="2367539"/>
            <a:ext cx="45463" cy="197701"/>
          </a:xfrm>
          <a:custGeom xmlns:a="http://schemas.openxmlformats.org/drawingml/2006/main">
            <a:pathLst>
              <a:path w="45463" h="197701">
                <a:moveTo>
                  <a:pt x="45463" y="194143"/>
                </a:moveTo>
                <a:cubicBezTo>
                  <a:pt x="45327" y="195065"/>
                  <a:pt x="44921" y="195856"/>
                  <a:pt x="44243" y="196515"/>
                </a:cubicBezTo>
                <a:cubicBezTo>
                  <a:pt x="43566" y="197174"/>
                  <a:pt x="42617" y="197569"/>
                  <a:pt x="41398" y="197701"/>
                </a:cubicBezTo>
                <a:cubicBezTo>
                  <a:pt x="40043" y="197701"/>
                  <a:pt x="38891" y="197042"/>
                  <a:pt x="37942" y="195724"/>
                </a:cubicBezTo>
                <a:cubicBezTo>
                  <a:pt x="37536" y="194802"/>
                  <a:pt x="31167" y="178590"/>
                  <a:pt x="18836" y="147090"/>
                </a:cubicBezTo>
                <a:cubicBezTo>
                  <a:pt x="6504" y="115589"/>
                  <a:pt x="271" y="99510"/>
                  <a:pt x="136" y="98851"/>
                </a:cubicBezTo>
                <a:cubicBezTo>
                  <a:pt x="0" y="98192"/>
                  <a:pt x="6166" y="82112"/>
                  <a:pt x="18632" y="50612"/>
                </a:cubicBezTo>
                <a:cubicBezTo>
                  <a:pt x="31099" y="19111"/>
                  <a:pt x="37536" y="2900"/>
                  <a:pt x="37942" y="1977"/>
                </a:cubicBezTo>
                <a:cubicBezTo>
                  <a:pt x="38349" y="1318"/>
                  <a:pt x="39026" y="725"/>
                  <a:pt x="39975" y="198"/>
                </a:cubicBezTo>
                <a:lnTo>
                  <a:pt x="40585" y="0"/>
                </a:lnTo>
                <a:cubicBezTo>
                  <a:pt x="40991" y="0"/>
                  <a:pt x="41262" y="0"/>
                  <a:pt x="41398" y="0"/>
                </a:cubicBezTo>
                <a:cubicBezTo>
                  <a:pt x="43837" y="0"/>
                  <a:pt x="45192" y="1186"/>
                  <a:pt x="45463" y="3559"/>
                </a:cubicBezTo>
                <a:cubicBezTo>
                  <a:pt x="45463" y="4218"/>
                  <a:pt x="39365" y="20231"/>
                  <a:pt x="27169" y="51600"/>
                </a:cubicBezTo>
                <a:cubicBezTo>
                  <a:pt x="14838" y="82837"/>
                  <a:pt x="8672" y="98587"/>
                  <a:pt x="8672" y="98851"/>
                </a:cubicBezTo>
                <a:cubicBezTo>
                  <a:pt x="8672" y="99114"/>
                  <a:pt x="14838" y="114864"/>
                  <a:pt x="27169" y="146101"/>
                </a:cubicBezTo>
                <a:cubicBezTo>
                  <a:pt x="39365" y="177470"/>
                  <a:pt x="45463" y="193484"/>
                  <a:pt x="45463" y="1941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62ABB4-3043-409A-9F84-8A2D69DB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2289" y="2367539"/>
            <a:ext cx="45463" cy="197701"/>
          </a:xfrm>
          <a:custGeom xmlns:a="http://schemas.openxmlformats.org/drawingml/2006/main">
            <a:pathLst>
              <a:path w="45463" h="197701" fill="none">
                <a:moveTo>
                  <a:pt x="45463" y="194143"/>
                </a:moveTo>
                <a:cubicBezTo>
                  <a:pt x="45327" y="195065"/>
                  <a:pt x="44921" y="195856"/>
                  <a:pt x="44243" y="196515"/>
                </a:cubicBezTo>
                <a:cubicBezTo>
                  <a:pt x="43566" y="197174"/>
                  <a:pt x="42617" y="197569"/>
                  <a:pt x="41398" y="197701"/>
                </a:cubicBezTo>
                <a:cubicBezTo>
                  <a:pt x="40043" y="197701"/>
                  <a:pt x="38891" y="197042"/>
                  <a:pt x="37942" y="195724"/>
                </a:cubicBezTo>
                <a:cubicBezTo>
                  <a:pt x="37536" y="194802"/>
                  <a:pt x="31167" y="178590"/>
                  <a:pt x="18836" y="147090"/>
                </a:cubicBezTo>
                <a:cubicBezTo>
                  <a:pt x="6504" y="115589"/>
                  <a:pt x="271" y="99510"/>
                  <a:pt x="136" y="98851"/>
                </a:cubicBezTo>
                <a:cubicBezTo>
                  <a:pt x="0" y="98192"/>
                  <a:pt x="6166" y="82112"/>
                  <a:pt x="18632" y="50612"/>
                </a:cubicBezTo>
                <a:cubicBezTo>
                  <a:pt x="31099" y="19111"/>
                  <a:pt x="37536" y="2900"/>
                  <a:pt x="37942" y="1977"/>
                </a:cubicBezTo>
                <a:cubicBezTo>
                  <a:pt x="38349" y="1318"/>
                  <a:pt x="39026" y="725"/>
                  <a:pt x="39975" y="198"/>
                </a:cubicBezTo>
                <a:lnTo>
                  <a:pt x="40585" y="0"/>
                </a:lnTo>
                <a:cubicBezTo>
                  <a:pt x="40991" y="0"/>
                  <a:pt x="41262" y="0"/>
                  <a:pt x="41398" y="0"/>
                </a:cubicBezTo>
                <a:cubicBezTo>
                  <a:pt x="43837" y="0"/>
                  <a:pt x="45192" y="1186"/>
                  <a:pt x="45463" y="3559"/>
                </a:cubicBezTo>
                <a:cubicBezTo>
                  <a:pt x="45463" y="4218"/>
                  <a:pt x="39365" y="20231"/>
                  <a:pt x="27169" y="51600"/>
                </a:cubicBezTo>
                <a:cubicBezTo>
                  <a:pt x="14838" y="82837"/>
                  <a:pt x="8672" y="98587"/>
                  <a:pt x="8672" y="98851"/>
                </a:cubicBezTo>
                <a:cubicBezTo>
                  <a:pt x="8672" y="99114"/>
                  <a:pt x="14838" y="114864"/>
                  <a:pt x="27169" y="146101"/>
                </a:cubicBezTo>
                <a:cubicBezTo>
                  <a:pt x="39365" y="177470"/>
                  <a:pt x="45463" y="193484"/>
                  <a:pt x="45463" y="19414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2B62E6-F31C-4EC5-9401-3D5D47F6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9704" y="2380785"/>
            <a:ext cx="145739" cy="139379"/>
          </a:xfrm>
          <a:custGeom xmlns:a="http://schemas.openxmlformats.org/drawingml/2006/main">
            <a:pathLst>
              <a:path w="145739" h="139379">
                <a:moveTo>
                  <a:pt x="0" y="6920"/>
                </a:moveTo>
                <a:cubicBezTo>
                  <a:pt x="0" y="4020"/>
                  <a:pt x="881" y="1713"/>
                  <a:pt x="2642" y="0"/>
                </a:cubicBezTo>
                <a:lnTo>
                  <a:pt x="4878" y="0"/>
                </a:lnTo>
                <a:cubicBezTo>
                  <a:pt x="10570" y="395"/>
                  <a:pt x="17684" y="593"/>
                  <a:pt x="26221" y="593"/>
                </a:cubicBezTo>
                <a:cubicBezTo>
                  <a:pt x="42211" y="593"/>
                  <a:pt x="51628" y="395"/>
                  <a:pt x="54474" y="0"/>
                </a:cubicBezTo>
                <a:lnTo>
                  <a:pt x="56507" y="0"/>
                </a:lnTo>
                <a:cubicBezTo>
                  <a:pt x="57320" y="791"/>
                  <a:pt x="57726" y="1384"/>
                  <a:pt x="57726" y="1779"/>
                </a:cubicBezTo>
                <a:cubicBezTo>
                  <a:pt x="57726" y="2175"/>
                  <a:pt x="57591" y="3361"/>
                  <a:pt x="57320" y="5338"/>
                </a:cubicBezTo>
                <a:cubicBezTo>
                  <a:pt x="56642" y="7315"/>
                  <a:pt x="56032" y="8567"/>
                  <a:pt x="55490" y="9094"/>
                </a:cubicBezTo>
                <a:lnTo>
                  <a:pt x="51222" y="9094"/>
                </a:lnTo>
                <a:cubicBezTo>
                  <a:pt x="48241" y="9358"/>
                  <a:pt x="46208" y="9490"/>
                  <a:pt x="45124" y="9490"/>
                </a:cubicBezTo>
                <a:cubicBezTo>
                  <a:pt x="41194" y="10149"/>
                  <a:pt x="39026" y="11137"/>
                  <a:pt x="38620" y="12455"/>
                </a:cubicBezTo>
                <a:cubicBezTo>
                  <a:pt x="38620" y="12719"/>
                  <a:pt x="40585" y="29260"/>
                  <a:pt x="44514" y="62078"/>
                </a:cubicBezTo>
                <a:cubicBezTo>
                  <a:pt x="48444" y="94897"/>
                  <a:pt x="50477" y="111438"/>
                  <a:pt x="50612" y="111701"/>
                </a:cubicBezTo>
                <a:lnTo>
                  <a:pt x="65450" y="88570"/>
                </a:lnTo>
                <a:cubicBezTo>
                  <a:pt x="75342" y="73149"/>
                  <a:pt x="85234" y="57597"/>
                  <a:pt x="95126" y="41913"/>
                </a:cubicBezTo>
                <a:cubicBezTo>
                  <a:pt x="105019" y="26228"/>
                  <a:pt x="110100" y="18123"/>
                  <a:pt x="110371" y="17595"/>
                </a:cubicBezTo>
                <a:cubicBezTo>
                  <a:pt x="110913" y="16673"/>
                  <a:pt x="111184" y="15684"/>
                  <a:pt x="111184" y="14630"/>
                </a:cubicBezTo>
                <a:cubicBezTo>
                  <a:pt x="111184" y="11467"/>
                  <a:pt x="108203" y="9621"/>
                  <a:pt x="102241" y="9094"/>
                </a:cubicBezTo>
                <a:cubicBezTo>
                  <a:pt x="99801" y="9094"/>
                  <a:pt x="98582" y="8369"/>
                  <a:pt x="98582" y="6920"/>
                </a:cubicBezTo>
                <a:cubicBezTo>
                  <a:pt x="98582" y="6788"/>
                  <a:pt x="98717" y="5931"/>
                  <a:pt x="98988" y="4349"/>
                </a:cubicBezTo>
                <a:cubicBezTo>
                  <a:pt x="99395" y="2504"/>
                  <a:pt x="99801" y="1318"/>
                  <a:pt x="100208" y="791"/>
                </a:cubicBezTo>
                <a:cubicBezTo>
                  <a:pt x="100615" y="264"/>
                  <a:pt x="101495" y="0"/>
                  <a:pt x="102850" y="0"/>
                </a:cubicBezTo>
                <a:cubicBezTo>
                  <a:pt x="103121" y="0"/>
                  <a:pt x="103934" y="0"/>
                  <a:pt x="105290" y="0"/>
                </a:cubicBezTo>
                <a:cubicBezTo>
                  <a:pt x="106645" y="0"/>
                  <a:pt x="108948" y="66"/>
                  <a:pt x="112200" y="198"/>
                </a:cubicBezTo>
                <a:cubicBezTo>
                  <a:pt x="115453" y="330"/>
                  <a:pt x="119789" y="395"/>
                  <a:pt x="125209" y="395"/>
                </a:cubicBezTo>
                <a:cubicBezTo>
                  <a:pt x="134559" y="395"/>
                  <a:pt x="140454" y="264"/>
                  <a:pt x="142893" y="0"/>
                </a:cubicBezTo>
                <a:lnTo>
                  <a:pt x="144316" y="0"/>
                </a:lnTo>
                <a:cubicBezTo>
                  <a:pt x="145264" y="923"/>
                  <a:pt x="145739" y="1648"/>
                  <a:pt x="145739" y="2175"/>
                </a:cubicBezTo>
                <a:cubicBezTo>
                  <a:pt x="145739" y="4415"/>
                  <a:pt x="145129" y="6524"/>
                  <a:pt x="143909" y="8501"/>
                </a:cubicBezTo>
                <a:cubicBezTo>
                  <a:pt x="143503" y="8897"/>
                  <a:pt x="142351" y="9094"/>
                  <a:pt x="140454" y="9094"/>
                </a:cubicBezTo>
                <a:cubicBezTo>
                  <a:pt x="138692" y="9226"/>
                  <a:pt x="137066" y="9358"/>
                  <a:pt x="135576" y="9490"/>
                </a:cubicBezTo>
                <a:cubicBezTo>
                  <a:pt x="134085" y="9621"/>
                  <a:pt x="132662" y="9951"/>
                  <a:pt x="131307" y="10478"/>
                </a:cubicBezTo>
                <a:cubicBezTo>
                  <a:pt x="129952" y="11005"/>
                  <a:pt x="128868" y="11467"/>
                  <a:pt x="128055" y="11862"/>
                </a:cubicBezTo>
                <a:cubicBezTo>
                  <a:pt x="127242" y="12257"/>
                  <a:pt x="126429" y="12785"/>
                  <a:pt x="125616" y="13444"/>
                </a:cubicBezTo>
                <a:cubicBezTo>
                  <a:pt x="124803" y="14103"/>
                  <a:pt x="124125" y="14564"/>
                  <a:pt x="123583" y="14828"/>
                </a:cubicBezTo>
                <a:cubicBezTo>
                  <a:pt x="123041" y="15091"/>
                  <a:pt x="122499" y="15684"/>
                  <a:pt x="121957" y="16607"/>
                </a:cubicBezTo>
                <a:cubicBezTo>
                  <a:pt x="121415" y="17530"/>
                  <a:pt x="120941" y="17991"/>
                  <a:pt x="120534" y="17991"/>
                </a:cubicBezTo>
                <a:lnTo>
                  <a:pt x="81305" y="79278"/>
                </a:lnTo>
                <a:cubicBezTo>
                  <a:pt x="56913" y="117632"/>
                  <a:pt x="44311" y="137271"/>
                  <a:pt x="43498" y="138193"/>
                </a:cubicBezTo>
                <a:cubicBezTo>
                  <a:pt x="43091" y="138457"/>
                  <a:pt x="42617" y="138786"/>
                  <a:pt x="42075" y="139182"/>
                </a:cubicBezTo>
                <a:lnTo>
                  <a:pt x="38416" y="139379"/>
                </a:lnTo>
                <a:lnTo>
                  <a:pt x="36994" y="139379"/>
                </a:lnTo>
                <a:cubicBezTo>
                  <a:pt x="34554" y="139379"/>
                  <a:pt x="33335" y="138918"/>
                  <a:pt x="33335" y="137996"/>
                </a:cubicBezTo>
                <a:cubicBezTo>
                  <a:pt x="32928" y="137205"/>
                  <a:pt x="30286" y="116117"/>
                  <a:pt x="25408" y="74731"/>
                </a:cubicBezTo>
                <a:cubicBezTo>
                  <a:pt x="20258" y="32818"/>
                  <a:pt x="17616" y="11664"/>
                  <a:pt x="17481" y="11269"/>
                </a:cubicBezTo>
                <a:cubicBezTo>
                  <a:pt x="16803" y="9819"/>
                  <a:pt x="12602" y="9094"/>
                  <a:pt x="4878" y="9094"/>
                </a:cubicBezTo>
                <a:lnTo>
                  <a:pt x="1423" y="9094"/>
                </a:lnTo>
                <a:cubicBezTo>
                  <a:pt x="474" y="8435"/>
                  <a:pt x="0" y="7710"/>
                  <a:pt x="0" y="69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CAFA81-C67A-4E64-BDAE-D20010AC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9704" y="2380785"/>
            <a:ext cx="145739" cy="139379"/>
          </a:xfrm>
          <a:custGeom xmlns:a="http://schemas.openxmlformats.org/drawingml/2006/main">
            <a:pathLst>
              <a:path w="145739" h="139379" fill="none">
                <a:moveTo>
                  <a:pt x="0" y="6920"/>
                </a:moveTo>
                <a:cubicBezTo>
                  <a:pt x="0" y="4020"/>
                  <a:pt x="881" y="1713"/>
                  <a:pt x="2642" y="0"/>
                </a:cubicBezTo>
                <a:lnTo>
                  <a:pt x="4878" y="0"/>
                </a:lnTo>
                <a:cubicBezTo>
                  <a:pt x="10570" y="395"/>
                  <a:pt x="17684" y="593"/>
                  <a:pt x="26221" y="593"/>
                </a:cubicBezTo>
                <a:cubicBezTo>
                  <a:pt x="42211" y="593"/>
                  <a:pt x="51628" y="395"/>
                  <a:pt x="54474" y="0"/>
                </a:cubicBezTo>
                <a:lnTo>
                  <a:pt x="56507" y="0"/>
                </a:lnTo>
                <a:cubicBezTo>
                  <a:pt x="57320" y="791"/>
                  <a:pt x="57726" y="1384"/>
                  <a:pt x="57726" y="1779"/>
                </a:cubicBezTo>
                <a:cubicBezTo>
                  <a:pt x="57726" y="2175"/>
                  <a:pt x="57591" y="3361"/>
                  <a:pt x="57320" y="5338"/>
                </a:cubicBezTo>
                <a:cubicBezTo>
                  <a:pt x="56642" y="7315"/>
                  <a:pt x="56032" y="8567"/>
                  <a:pt x="55490" y="9094"/>
                </a:cubicBezTo>
                <a:lnTo>
                  <a:pt x="51222" y="9094"/>
                </a:lnTo>
                <a:cubicBezTo>
                  <a:pt x="48241" y="9358"/>
                  <a:pt x="46208" y="9490"/>
                  <a:pt x="45124" y="9490"/>
                </a:cubicBezTo>
                <a:cubicBezTo>
                  <a:pt x="41194" y="10149"/>
                  <a:pt x="39026" y="11137"/>
                  <a:pt x="38620" y="12455"/>
                </a:cubicBezTo>
                <a:cubicBezTo>
                  <a:pt x="38620" y="12719"/>
                  <a:pt x="40585" y="29260"/>
                  <a:pt x="44514" y="62078"/>
                </a:cubicBezTo>
                <a:cubicBezTo>
                  <a:pt x="48444" y="94897"/>
                  <a:pt x="50477" y="111438"/>
                  <a:pt x="50612" y="111701"/>
                </a:cubicBezTo>
                <a:lnTo>
                  <a:pt x="65450" y="88570"/>
                </a:lnTo>
                <a:cubicBezTo>
                  <a:pt x="75342" y="73149"/>
                  <a:pt x="85234" y="57597"/>
                  <a:pt x="95126" y="41913"/>
                </a:cubicBezTo>
                <a:cubicBezTo>
                  <a:pt x="105019" y="26228"/>
                  <a:pt x="110100" y="18123"/>
                  <a:pt x="110371" y="17595"/>
                </a:cubicBezTo>
                <a:cubicBezTo>
                  <a:pt x="110913" y="16673"/>
                  <a:pt x="111184" y="15684"/>
                  <a:pt x="111184" y="14630"/>
                </a:cubicBezTo>
                <a:cubicBezTo>
                  <a:pt x="111184" y="11467"/>
                  <a:pt x="108203" y="9621"/>
                  <a:pt x="102241" y="9094"/>
                </a:cubicBezTo>
                <a:cubicBezTo>
                  <a:pt x="99801" y="9094"/>
                  <a:pt x="98582" y="8369"/>
                  <a:pt x="98582" y="6920"/>
                </a:cubicBezTo>
                <a:cubicBezTo>
                  <a:pt x="98582" y="6788"/>
                  <a:pt x="98717" y="5931"/>
                  <a:pt x="98988" y="4349"/>
                </a:cubicBezTo>
                <a:cubicBezTo>
                  <a:pt x="99395" y="2504"/>
                  <a:pt x="99801" y="1318"/>
                  <a:pt x="100208" y="791"/>
                </a:cubicBezTo>
                <a:cubicBezTo>
                  <a:pt x="100615" y="264"/>
                  <a:pt x="101495" y="0"/>
                  <a:pt x="102850" y="0"/>
                </a:cubicBezTo>
                <a:cubicBezTo>
                  <a:pt x="103121" y="0"/>
                  <a:pt x="103934" y="0"/>
                  <a:pt x="105290" y="0"/>
                </a:cubicBezTo>
                <a:cubicBezTo>
                  <a:pt x="106645" y="0"/>
                  <a:pt x="108948" y="66"/>
                  <a:pt x="112200" y="198"/>
                </a:cubicBezTo>
                <a:cubicBezTo>
                  <a:pt x="115453" y="330"/>
                  <a:pt x="119789" y="395"/>
                  <a:pt x="125209" y="395"/>
                </a:cubicBezTo>
                <a:cubicBezTo>
                  <a:pt x="134559" y="395"/>
                  <a:pt x="140454" y="264"/>
                  <a:pt x="142893" y="0"/>
                </a:cubicBezTo>
                <a:lnTo>
                  <a:pt x="144316" y="0"/>
                </a:lnTo>
                <a:cubicBezTo>
                  <a:pt x="145264" y="923"/>
                  <a:pt x="145739" y="1648"/>
                  <a:pt x="145739" y="2175"/>
                </a:cubicBezTo>
                <a:cubicBezTo>
                  <a:pt x="145739" y="4415"/>
                  <a:pt x="145129" y="6524"/>
                  <a:pt x="143909" y="8501"/>
                </a:cubicBezTo>
                <a:cubicBezTo>
                  <a:pt x="143503" y="8897"/>
                  <a:pt x="142351" y="9094"/>
                  <a:pt x="140454" y="9094"/>
                </a:cubicBezTo>
                <a:cubicBezTo>
                  <a:pt x="138692" y="9226"/>
                  <a:pt x="137066" y="9358"/>
                  <a:pt x="135576" y="9490"/>
                </a:cubicBezTo>
                <a:cubicBezTo>
                  <a:pt x="134085" y="9621"/>
                  <a:pt x="132662" y="9951"/>
                  <a:pt x="131307" y="10478"/>
                </a:cubicBezTo>
                <a:cubicBezTo>
                  <a:pt x="129952" y="11005"/>
                  <a:pt x="128868" y="11467"/>
                  <a:pt x="128055" y="11862"/>
                </a:cubicBezTo>
                <a:cubicBezTo>
                  <a:pt x="127242" y="12257"/>
                  <a:pt x="126429" y="12785"/>
                  <a:pt x="125616" y="13444"/>
                </a:cubicBezTo>
                <a:cubicBezTo>
                  <a:pt x="124803" y="14103"/>
                  <a:pt x="124125" y="14564"/>
                  <a:pt x="123583" y="14828"/>
                </a:cubicBezTo>
                <a:cubicBezTo>
                  <a:pt x="123041" y="15091"/>
                  <a:pt x="122499" y="15684"/>
                  <a:pt x="121957" y="16607"/>
                </a:cubicBezTo>
                <a:cubicBezTo>
                  <a:pt x="121415" y="17530"/>
                  <a:pt x="120941" y="17991"/>
                  <a:pt x="120534" y="17991"/>
                </a:cubicBezTo>
                <a:lnTo>
                  <a:pt x="81305" y="79278"/>
                </a:lnTo>
                <a:cubicBezTo>
                  <a:pt x="56913" y="117632"/>
                  <a:pt x="44311" y="137271"/>
                  <a:pt x="43498" y="138193"/>
                </a:cubicBezTo>
                <a:cubicBezTo>
                  <a:pt x="43091" y="138457"/>
                  <a:pt x="42617" y="138786"/>
                  <a:pt x="42075" y="139182"/>
                </a:cubicBezTo>
                <a:lnTo>
                  <a:pt x="38416" y="139379"/>
                </a:lnTo>
                <a:lnTo>
                  <a:pt x="36994" y="139379"/>
                </a:lnTo>
                <a:cubicBezTo>
                  <a:pt x="34554" y="139379"/>
                  <a:pt x="33335" y="138918"/>
                  <a:pt x="33335" y="137996"/>
                </a:cubicBezTo>
                <a:cubicBezTo>
                  <a:pt x="32928" y="137205"/>
                  <a:pt x="30286" y="116117"/>
                  <a:pt x="25408" y="74731"/>
                </a:cubicBezTo>
                <a:cubicBezTo>
                  <a:pt x="20258" y="32818"/>
                  <a:pt x="17616" y="11664"/>
                  <a:pt x="17481" y="11269"/>
                </a:cubicBezTo>
                <a:cubicBezTo>
                  <a:pt x="16803" y="9819"/>
                  <a:pt x="12602" y="9094"/>
                  <a:pt x="4878" y="9094"/>
                </a:cubicBezTo>
                <a:lnTo>
                  <a:pt x="1423" y="9094"/>
                </a:lnTo>
                <a:cubicBezTo>
                  <a:pt x="474" y="8435"/>
                  <a:pt x="0" y="7710"/>
                  <a:pt x="0" y="692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6085DE-1C80-4B70-9350-2AD6DACE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949" y="2452380"/>
            <a:ext cx="60500" cy="96165"/>
          </a:xfrm>
          <a:custGeom xmlns:a="http://schemas.openxmlformats.org/drawingml/2006/main">
            <a:pathLst>
              <a:path w="60500" h="96165">
                <a:moveTo>
                  <a:pt x="8191" y="11322"/>
                </a:moveTo>
                <a:cubicBezTo>
                  <a:pt x="13556" y="3774"/>
                  <a:pt x="20885" y="0"/>
                  <a:pt x="30178" y="0"/>
                </a:cubicBezTo>
                <a:cubicBezTo>
                  <a:pt x="34777" y="0"/>
                  <a:pt x="39375" y="1211"/>
                  <a:pt x="43974" y="3634"/>
                </a:cubicBezTo>
                <a:cubicBezTo>
                  <a:pt x="48573" y="6057"/>
                  <a:pt x="52309" y="10343"/>
                  <a:pt x="55183" y="16493"/>
                </a:cubicBezTo>
                <a:cubicBezTo>
                  <a:pt x="58728" y="24228"/>
                  <a:pt x="60500" y="34851"/>
                  <a:pt x="60500" y="48362"/>
                </a:cubicBezTo>
                <a:cubicBezTo>
                  <a:pt x="60500" y="62805"/>
                  <a:pt x="58440" y="73848"/>
                  <a:pt x="54321" y="81489"/>
                </a:cubicBezTo>
                <a:cubicBezTo>
                  <a:pt x="52405" y="85402"/>
                  <a:pt x="49770" y="88524"/>
                  <a:pt x="46417" y="90854"/>
                </a:cubicBezTo>
                <a:cubicBezTo>
                  <a:pt x="43064" y="93183"/>
                  <a:pt x="40142" y="94628"/>
                  <a:pt x="37651" y="95187"/>
                </a:cubicBezTo>
                <a:cubicBezTo>
                  <a:pt x="35160" y="95746"/>
                  <a:pt x="32717" y="96072"/>
                  <a:pt x="30322" y="96165"/>
                </a:cubicBezTo>
                <a:cubicBezTo>
                  <a:pt x="27831" y="96165"/>
                  <a:pt x="25340" y="95886"/>
                  <a:pt x="22849" y="95326"/>
                </a:cubicBezTo>
                <a:cubicBezTo>
                  <a:pt x="20358" y="94767"/>
                  <a:pt x="17436" y="93276"/>
                  <a:pt x="14083" y="90854"/>
                </a:cubicBezTo>
                <a:cubicBezTo>
                  <a:pt x="10730" y="88431"/>
                  <a:pt x="8095" y="85309"/>
                  <a:pt x="6179" y="81489"/>
                </a:cubicBezTo>
                <a:cubicBezTo>
                  <a:pt x="2060" y="73848"/>
                  <a:pt x="0" y="62805"/>
                  <a:pt x="0" y="48362"/>
                </a:cubicBezTo>
                <a:cubicBezTo>
                  <a:pt x="0" y="32148"/>
                  <a:pt x="2730" y="19801"/>
                  <a:pt x="8191" y="11322"/>
                </a:cubicBezTo>
                <a:close/>
                <a:moveTo>
                  <a:pt x="40525" y="9644"/>
                </a:moveTo>
                <a:cubicBezTo>
                  <a:pt x="37651" y="6663"/>
                  <a:pt x="34250" y="5172"/>
                  <a:pt x="30322" y="5172"/>
                </a:cubicBezTo>
                <a:cubicBezTo>
                  <a:pt x="26298" y="5172"/>
                  <a:pt x="22849" y="6663"/>
                  <a:pt x="19975" y="9644"/>
                </a:cubicBezTo>
                <a:cubicBezTo>
                  <a:pt x="17580" y="12067"/>
                  <a:pt x="15999" y="15422"/>
                  <a:pt x="15233" y="19708"/>
                </a:cubicBezTo>
                <a:cubicBezTo>
                  <a:pt x="14466" y="23995"/>
                  <a:pt x="14083" y="32940"/>
                  <a:pt x="14083" y="46545"/>
                </a:cubicBezTo>
                <a:cubicBezTo>
                  <a:pt x="14083" y="61268"/>
                  <a:pt x="14466" y="70959"/>
                  <a:pt x="15233" y="75618"/>
                </a:cubicBezTo>
                <a:cubicBezTo>
                  <a:pt x="15999" y="80277"/>
                  <a:pt x="17724" y="83958"/>
                  <a:pt x="20406" y="86660"/>
                </a:cubicBezTo>
                <a:cubicBezTo>
                  <a:pt x="23089" y="89456"/>
                  <a:pt x="26394" y="90854"/>
                  <a:pt x="30322" y="90854"/>
                </a:cubicBezTo>
                <a:cubicBezTo>
                  <a:pt x="34154" y="90854"/>
                  <a:pt x="37411" y="89456"/>
                  <a:pt x="40094" y="86660"/>
                </a:cubicBezTo>
                <a:cubicBezTo>
                  <a:pt x="42872" y="83865"/>
                  <a:pt x="44597" y="79951"/>
                  <a:pt x="45267" y="74919"/>
                </a:cubicBezTo>
                <a:cubicBezTo>
                  <a:pt x="45938" y="69887"/>
                  <a:pt x="46321" y="60429"/>
                  <a:pt x="46417" y="46545"/>
                </a:cubicBezTo>
                <a:cubicBezTo>
                  <a:pt x="46417" y="33033"/>
                  <a:pt x="46034" y="24134"/>
                  <a:pt x="45267" y="19848"/>
                </a:cubicBezTo>
                <a:cubicBezTo>
                  <a:pt x="44501" y="15562"/>
                  <a:pt x="42920" y="12160"/>
                  <a:pt x="40525" y="96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465A14-4848-42C8-8190-79785DB3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949" y="2452380"/>
            <a:ext cx="60500" cy="96165"/>
          </a:xfrm>
          <a:custGeom xmlns:a="http://schemas.openxmlformats.org/drawingml/2006/main">
            <a:pathLst>
              <a:path w="60500" h="96165" fill="none">
                <a:moveTo>
                  <a:pt x="8191" y="11322"/>
                </a:moveTo>
                <a:cubicBezTo>
                  <a:pt x="13556" y="3774"/>
                  <a:pt x="20885" y="0"/>
                  <a:pt x="30178" y="0"/>
                </a:cubicBezTo>
                <a:cubicBezTo>
                  <a:pt x="34777" y="0"/>
                  <a:pt x="39375" y="1211"/>
                  <a:pt x="43974" y="3634"/>
                </a:cubicBezTo>
                <a:cubicBezTo>
                  <a:pt x="48573" y="6057"/>
                  <a:pt x="52309" y="10343"/>
                  <a:pt x="55183" y="16493"/>
                </a:cubicBezTo>
                <a:cubicBezTo>
                  <a:pt x="58728" y="24228"/>
                  <a:pt x="60500" y="34851"/>
                  <a:pt x="60500" y="48362"/>
                </a:cubicBezTo>
                <a:cubicBezTo>
                  <a:pt x="60500" y="62805"/>
                  <a:pt x="58440" y="73848"/>
                  <a:pt x="54321" y="81489"/>
                </a:cubicBezTo>
                <a:cubicBezTo>
                  <a:pt x="52405" y="85402"/>
                  <a:pt x="49770" y="88524"/>
                  <a:pt x="46417" y="90854"/>
                </a:cubicBezTo>
                <a:cubicBezTo>
                  <a:pt x="43064" y="93183"/>
                  <a:pt x="40142" y="94628"/>
                  <a:pt x="37651" y="95187"/>
                </a:cubicBezTo>
                <a:cubicBezTo>
                  <a:pt x="35160" y="95746"/>
                  <a:pt x="32717" y="96072"/>
                  <a:pt x="30322" y="96165"/>
                </a:cubicBezTo>
                <a:cubicBezTo>
                  <a:pt x="27831" y="96165"/>
                  <a:pt x="25340" y="95886"/>
                  <a:pt x="22849" y="95326"/>
                </a:cubicBezTo>
                <a:cubicBezTo>
                  <a:pt x="20358" y="94767"/>
                  <a:pt x="17436" y="93276"/>
                  <a:pt x="14083" y="90854"/>
                </a:cubicBezTo>
                <a:cubicBezTo>
                  <a:pt x="10730" y="88431"/>
                  <a:pt x="8095" y="85309"/>
                  <a:pt x="6179" y="81489"/>
                </a:cubicBezTo>
                <a:cubicBezTo>
                  <a:pt x="2060" y="73848"/>
                  <a:pt x="0" y="62805"/>
                  <a:pt x="0" y="48362"/>
                </a:cubicBezTo>
                <a:cubicBezTo>
                  <a:pt x="0" y="32148"/>
                  <a:pt x="2730" y="19801"/>
                  <a:pt x="8191" y="11322"/>
                </a:cubicBezTo>
                <a:close/>
                <a:moveTo>
                  <a:pt x="40525" y="9644"/>
                </a:moveTo>
                <a:cubicBezTo>
                  <a:pt x="37651" y="6663"/>
                  <a:pt x="34250" y="5172"/>
                  <a:pt x="30322" y="5172"/>
                </a:cubicBezTo>
                <a:cubicBezTo>
                  <a:pt x="26298" y="5172"/>
                  <a:pt x="22849" y="6663"/>
                  <a:pt x="19975" y="9644"/>
                </a:cubicBezTo>
                <a:cubicBezTo>
                  <a:pt x="17580" y="12067"/>
                  <a:pt x="15999" y="15422"/>
                  <a:pt x="15233" y="19708"/>
                </a:cubicBezTo>
                <a:cubicBezTo>
                  <a:pt x="14466" y="23995"/>
                  <a:pt x="14083" y="32940"/>
                  <a:pt x="14083" y="46545"/>
                </a:cubicBezTo>
                <a:cubicBezTo>
                  <a:pt x="14083" y="61268"/>
                  <a:pt x="14466" y="70959"/>
                  <a:pt x="15233" y="75618"/>
                </a:cubicBezTo>
                <a:cubicBezTo>
                  <a:pt x="15999" y="80277"/>
                  <a:pt x="17724" y="83958"/>
                  <a:pt x="20406" y="86660"/>
                </a:cubicBezTo>
                <a:cubicBezTo>
                  <a:pt x="23089" y="89456"/>
                  <a:pt x="26394" y="90854"/>
                  <a:pt x="30322" y="90854"/>
                </a:cubicBezTo>
                <a:cubicBezTo>
                  <a:pt x="34154" y="90854"/>
                  <a:pt x="37411" y="89456"/>
                  <a:pt x="40094" y="86660"/>
                </a:cubicBezTo>
                <a:cubicBezTo>
                  <a:pt x="42872" y="83865"/>
                  <a:pt x="44597" y="79951"/>
                  <a:pt x="45267" y="74919"/>
                </a:cubicBezTo>
                <a:cubicBezTo>
                  <a:pt x="45938" y="69887"/>
                  <a:pt x="46321" y="60429"/>
                  <a:pt x="46417" y="46545"/>
                </a:cubicBezTo>
                <a:cubicBezTo>
                  <a:pt x="46417" y="33033"/>
                  <a:pt x="46034" y="24134"/>
                  <a:pt x="45267" y="19848"/>
                </a:cubicBezTo>
                <a:cubicBezTo>
                  <a:pt x="44501" y="15562"/>
                  <a:pt x="42920" y="12160"/>
                  <a:pt x="40525" y="96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" cap="flat">
            <a:solidFill>
              <a:srgbClr val="000000">
                <a:alpha val="8790"/>
              </a:srgbClr>
            </a:solidFill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4D9E23-CFF8-45A2-8A04-A891C293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7560" y="2367539"/>
            <a:ext cx="45463" cy="197701"/>
          </a:xfrm>
          <a:custGeom xmlns:a="http://schemas.openxmlformats.org/drawingml/2006/main">
            <a:pathLst>
              <a:path w="45463" h="197701">
                <a:moveTo>
                  <a:pt x="0" y="3559"/>
                </a:moveTo>
                <a:cubicBezTo>
                  <a:pt x="136" y="2636"/>
                  <a:pt x="542" y="1845"/>
                  <a:pt x="1220" y="1186"/>
                </a:cubicBezTo>
                <a:cubicBezTo>
                  <a:pt x="1897" y="527"/>
                  <a:pt x="2846" y="132"/>
                  <a:pt x="4065" y="0"/>
                </a:cubicBezTo>
                <a:cubicBezTo>
                  <a:pt x="5420" y="0"/>
                  <a:pt x="6572" y="659"/>
                  <a:pt x="7521" y="1977"/>
                </a:cubicBezTo>
                <a:cubicBezTo>
                  <a:pt x="7927" y="2900"/>
                  <a:pt x="14296" y="19111"/>
                  <a:pt x="26627" y="50612"/>
                </a:cubicBezTo>
                <a:cubicBezTo>
                  <a:pt x="38958" y="82112"/>
                  <a:pt x="45192" y="98192"/>
                  <a:pt x="45327" y="98851"/>
                </a:cubicBezTo>
                <a:cubicBezTo>
                  <a:pt x="45463" y="99510"/>
                  <a:pt x="39297" y="115589"/>
                  <a:pt x="26831" y="147090"/>
                </a:cubicBezTo>
                <a:cubicBezTo>
                  <a:pt x="14364" y="178590"/>
                  <a:pt x="7927" y="194802"/>
                  <a:pt x="7521" y="195724"/>
                </a:cubicBezTo>
                <a:cubicBezTo>
                  <a:pt x="6572" y="197042"/>
                  <a:pt x="5420" y="197701"/>
                  <a:pt x="4065" y="197701"/>
                </a:cubicBezTo>
                <a:cubicBezTo>
                  <a:pt x="2981" y="197701"/>
                  <a:pt x="2100" y="197372"/>
                  <a:pt x="1423" y="196713"/>
                </a:cubicBezTo>
                <a:cubicBezTo>
                  <a:pt x="745" y="196054"/>
                  <a:pt x="271" y="195197"/>
                  <a:pt x="0" y="194143"/>
                </a:cubicBezTo>
                <a:cubicBezTo>
                  <a:pt x="0" y="193484"/>
                  <a:pt x="6098" y="177470"/>
                  <a:pt x="18294" y="146101"/>
                </a:cubicBezTo>
                <a:cubicBezTo>
                  <a:pt x="30625" y="114864"/>
                  <a:pt x="36790" y="99114"/>
                  <a:pt x="36790" y="98851"/>
                </a:cubicBezTo>
                <a:cubicBezTo>
                  <a:pt x="36790" y="98587"/>
                  <a:pt x="30625" y="82837"/>
                  <a:pt x="18294" y="51600"/>
                </a:cubicBezTo>
                <a:cubicBezTo>
                  <a:pt x="6098" y="20231"/>
                  <a:pt x="0" y="4218"/>
                  <a:pt x="0" y="35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D2E0F1-3F9F-4390-9187-B6889198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7560" y="2367539"/>
            <a:ext cx="45463" cy="197701"/>
          </a:xfrm>
          <a:custGeom xmlns:a="http://schemas.openxmlformats.org/drawingml/2006/main">
            <a:pathLst>
              <a:path w="45463" h="197701" fill="none">
                <a:moveTo>
                  <a:pt x="0" y="3559"/>
                </a:moveTo>
                <a:cubicBezTo>
                  <a:pt x="136" y="2636"/>
                  <a:pt x="542" y="1845"/>
                  <a:pt x="1220" y="1186"/>
                </a:cubicBezTo>
                <a:cubicBezTo>
                  <a:pt x="1897" y="527"/>
                  <a:pt x="2846" y="132"/>
                  <a:pt x="4065" y="0"/>
                </a:cubicBezTo>
                <a:cubicBezTo>
                  <a:pt x="5420" y="0"/>
                  <a:pt x="6572" y="659"/>
                  <a:pt x="7521" y="1977"/>
                </a:cubicBezTo>
                <a:cubicBezTo>
                  <a:pt x="7927" y="2900"/>
                  <a:pt x="14296" y="19111"/>
                  <a:pt x="26627" y="50612"/>
                </a:cubicBezTo>
                <a:cubicBezTo>
                  <a:pt x="38958" y="82112"/>
                  <a:pt x="45192" y="98192"/>
                  <a:pt x="45327" y="98851"/>
                </a:cubicBezTo>
                <a:cubicBezTo>
                  <a:pt x="45463" y="99510"/>
                  <a:pt x="39297" y="115589"/>
                  <a:pt x="26831" y="147090"/>
                </a:cubicBezTo>
                <a:cubicBezTo>
                  <a:pt x="14364" y="178590"/>
                  <a:pt x="7927" y="194802"/>
                  <a:pt x="7521" y="195724"/>
                </a:cubicBezTo>
                <a:cubicBezTo>
                  <a:pt x="6572" y="197042"/>
                  <a:pt x="5420" y="197701"/>
                  <a:pt x="4065" y="197701"/>
                </a:cubicBezTo>
                <a:cubicBezTo>
                  <a:pt x="2981" y="197701"/>
                  <a:pt x="2100" y="197372"/>
                  <a:pt x="1423" y="196713"/>
                </a:cubicBezTo>
                <a:cubicBezTo>
                  <a:pt x="745" y="196054"/>
                  <a:pt x="271" y="195197"/>
                  <a:pt x="0" y="194143"/>
                </a:cubicBezTo>
                <a:cubicBezTo>
                  <a:pt x="0" y="193484"/>
                  <a:pt x="6098" y="177470"/>
                  <a:pt x="18294" y="146101"/>
                </a:cubicBezTo>
                <a:cubicBezTo>
                  <a:pt x="30625" y="114864"/>
                  <a:pt x="36790" y="99114"/>
                  <a:pt x="36790" y="98851"/>
                </a:cubicBezTo>
                <a:cubicBezTo>
                  <a:pt x="36790" y="98587"/>
                  <a:pt x="30625" y="82837"/>
                  <a:pt x="18294" y="51600"/>
                </a:cubicBezTo>
                <a:cubicBezTo>
                  <a:pt x="6098" y="20231"/>
                  <a:pt x="0" y="4218"/>
                  <a:pt x="0" y="355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E17BC6-C1B1-4B72-BC52-C6CB1D39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1303" y="2491893"/>
            <a:ext cx="26831" cy="62408"/>
          </a:xfrm>
          <a:custGeom xmlns:a="http://schemas.openxmlformats.org/drawingml/2006/main">
            <a:pathLst>
              <a:path w="26831" h="62408">
                <a:moveTo>
                  <a:pt x="0" y="17002"/>
                </a:moveTo>
                <a:cubicBezTo>
                  <a:pt x="0" y="17002"/>
                  <a:pt x="0" y="15355"/>
                  <a:pt x="0" y="12060"/>
                </a:cubicBezTo>
                <a:cubicBezTo>
                  <a:pt x="0" y="8765"/>
                  <a:pt x="1084" y="5931"/>
                  <a:pt x="3252" y="3559"/>
                </a:cubicBezTo>
                <a:cubicBezTo>
                  <a:pt x="5420" y="1186"/>
                  <a:pt x="8334" y="0"/>
                  <a:pt x="11992" y="0"/>
                </a:cubicBezTo>
                <a:cubicBezTo>
                  <a:pt x="15787" y="0"/>
                  <a:pt x="19174" y="1648"/>
                  <a:pt x="22156" y="4943"/>
                </a:cubicBezTo>
                <a:cubicBezTo>
                  <a:pt x="25137" y="8238"/>
                  <a:pt x="26695" y="14037"/>
                  <a:pt x="26831" y="22340"/>
                </a:cubicBezTo>
                <a:cubicBezTo>
                  <a:pt x="26831" y="26953"/>
                  <a:pt x="26221" y="31435"/>
                  <a:pt x="25001" y="35784"/>
                </a:cubicBezTo>
                <a:cubicBezTo>
                  <a:pt x="23782" y="40133"/>
                  <a:pt x="22359" y="43890"/>
                  <a:pt x="20733" y="47053"/>
                </a:cubicBezTo>
                <a:cubicBezTo>
                  <a:pt x="19107" y="50216"/>
                  <a:pt x="17345" y="52918"/>
                  <a:pt x="15448" y="55159"/>
                </a:cubicBezTo>
                <a:cubicBezTo>
                  <a:pt x="13551" y="57399"/>
                  <a:pt x="11925" y="59179"/>
                  <a:pt x="10570" y="60497"/>
                </a:cubicBezTo>
                <a:cubicBezTo>
                  <a:pt x="9215" y="61815"/>
                  <a:pt x="8334" y="62408"/>
                  <a:pt x="7927" y="62276"/>
                </a:cubicBezTo>
                <a:cubicBezTo>
                  <a:pt x="7385" y="62276"/>
                  <a:pt x="6504" y="61683"/>
                  <a:pt x="5285" y="60497"/>
                </a:cubicBezTo>
                <a:cubicBezTo>
                  <a:pt x="4065" y="59310"/>
                  <a:pt x="3455" y="58454"/>
                  <a:pt x="3455" y="57926"/>
                </a:cubicBezTo>
                <a:cubicBezTo>
                  <a:pt x="3455" y="57399"/>
                  <a:pt x="4201" y="56345"/>
                  <a:pt x="5691" y="54763"/>
                </a:cubicBezTo>
                <a:cubicBezTo>
                  <a:pt x="7182" y="53182"/>
                  <a:pt x="8876" y="51205"/>
                  <a:pt x="10773" y="48832"/>
                </a:cubicBezTo>
                <a:cubicBezTo>
                  <a:pt x="12670" y="46460"/>
                  <a:pt x="14432" y="43165"/>
                  <a:pt x="16058" y="38947"/>
                </a:cubicBezTo>
                <a:cubicBezTo>
                  <a:pt x="17684" y="34730"/>
                  <a:pt x="18768" y="29919"/>
                  <a:pt x="19310" y="24515"/>
                </a:cubicBezTo>
                <a:lnTo>
                  <a:pt x="19310" y="22143"/>
                </a:lnTo>
                <a:lnTo>
                  <a:pt x="19107" y="22340"/>
                </a:lnTo>
                <a:cubicBezTo>
                  <a:pt x="18836" y="22472"/>
                  <a:pt x="18497" y="22604"/>
                  <a:pt x="18090" y="22736"/>
                </a:cubicBezTo>
                <a:cubicBezTo>
                  <a:pt x="17684" y="22867"/>
                  <a:pt x="17277" y="23065"/>
                  <a:pt x="16871" y="23329"/>
                </a:cubicBezTo>
                <a:cubicBezTo>
                  <a:pt x="16464" y="23592"/>
                  <a:pt x="15854" y="23724"/>
                  <a:pt x="15041" y="23724"/>
                </a:cubicBezTo>
                <a:cubicBezTo>
                  <a:pt x="14228" y="23724"/>
                  <a:pt x="13415" y="23790"/>
                  <a:pt x="12602" y="23922"/>
                </a:cubicBezTo>
                <a:cubicBezTo>
                  <a:pt x="8944" y="23922"/>
                  <a:pt x="5962" y="22802"/>
                  <a:pt x="3659" y="20561"/>
                </a:cubicBezTo>
                <a:lnTo>
                  <a:pt x="0" y="170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BE5FD8-2BAE-4079-AA26-27660CCB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1303" y="2491893"/>
            <a:ext cx="26831" cy="62408"/>
          </a:xfrm>
          <a:custGeom xmlns:a="http://schemas.openxmlformats.org/drawingml/2006/main">
            <a:pathLst>
              <a:path w="26831" h="62408" fill="none">
                <a:moveTo>
                  <a:pt x="0" y="17002"/>
                </a:moveTo>
                <a:cubicBezTo>
                  <a:pt x="0" y="17002"/>
                  <a:pt x="0" y="15355"/>
                  <a:pt x="0" y="12060"/>
                </a:cubicBezTo>
                <a:cubicBezTo>
                  <a:pt x="0" y="8765"/>
                  <a:pt x="1084" y="5931"/>
                  <a:pt x="3252" y="3559"/>
                </a:cubicBezTo>
                <a:cubicBezTo>
                  <a:pt x="5420" y="1186"/>
                  <a:pt x="8334" y="0"/>
                  <a:pt x="11992" y="0"/>
                </a:cubicBezTo>
                <a:cubicBezTo>
                  <a:pt x="15787" y="0"/>
                  <a:pt x="19174" y="1648"/>
                  <a:pt x="22156" y="4943"/>
                </a:cubicBezTo>
                <a:cubicBezTo>
                  <a:pt x="25137" y="8238"/>
                  <a:pt x="26695" y="14037"/>
                  <a:pt x="26831" y="22340"/>
                </a:cubicBezTo>
                <a:cubicBezTo>
                  <a:pt x="26831" y="26953"/>
                  <a:pt x="26221" y="31435"/>
                  <a:pt x="25001" y="35784"/>
                </a:cubicBezTo>
                <a:cubicBezTo>
                  <a:pt x="23782" y="40133"/>
                  <a:pt x="22359" y="43890"/>
                  <a:pt x="20733" y="47053"/>
                </a:cubicBezTo>
                <a:cubicBezTo>
                  <a:pt x="19107" y="50216"/>
                  <a:pt x="17345" y="52918"/>
                  <a:pt x="15448" y="55159"/>
                </a:cubicBezTo>
                <a:cubicBezTo>
                  <a:pt x="13551" y="57399"/>
                  <a:pt x="11925" y="59179"/>
                  <a:pt x="10570" y="60497"/>
                </a:cubicBezTo>
                <a:cubicBezTo>
                  <a:pt x="9215" y="61815"/>
                  <a:pt x="8334" y="62408"/>
                  <a:pt x="7927" y="62276"/>
                </a:cubicBezTo>
                <a:cubicBezTo>
                  <a:pt x="7385" y="62276"/>
                  <a:pt x="6504" y="61683"/>
                  <a:pt x="5285" y="60497"/>
                </a:cubicBezTo>
                <a:cubicBezTo>
                  <a:pt x="4065" y="59310"/>
                  <a:pt x="3455" y="58454"/>
                  <a:pt x="3455" y="57926"/>
                </a:cubicBezTo>
                <a:cubicBezTo>
                  <a:pt x="3455" y="57399"/>
                  <a:pt x="4201" y="56345"/>
                  <a:pt x="5691" y="54763"/>
                </a:cubicBezTo>
                <a:cubicBezTo>
                  <a:pt x="7182" y="53182"/>
                  <a:pt x="8876" y="51205"/>
                  <a:pt x="10773" y="48832"/>
                </a:cubicBezTo>
                <a:cubicBezTo>
                  <a:pt x="12670" y="46460"/>
                  <a:pt x="14432" y="43165"/>
                  <a:pt x="16058" y="38947"/>
                </a:cubicBezTo>
                <a:cubicBezTo>
                  <a:pt x="17684" y="34730"/>
                  <a:pt x="18768" y="29919"/>
                  <a:pt x="19310" y="24515"/>
                </a:cubicBezTo>
                <a:lnTo>
                  <a:pt x="19310" y="22143"/>
                </a:lnTo>
                <a:lnTo>
                  <a:pt x="19107" y="22340"/>
                </a:lnTo>
                <a:cubicBezTo>
                  <a:pt x="18836" y="22472"/>
                  <a:pt x="18497" y="22604"/>
                  <a:pt x="18090" y="22736"/>
                </a:cubicBezTo>
                <a:cubicBezTo>
                  <a:pt x="17684" y="22867"/>
                  <a:pt x="17277" y="23065"/>
                  <a:pt x="16871" y="23329"/>
                </a:cubicBezTo>
                <a:cubicBezTo>
                  <a:pt x="16464" y="23592"/>
                  <a:pt x="15854" y="23724"/>
                  <a:pt x="15041" y="23724"/>
                </a:cubicBezTo>
                <a:cubicBezTo>
                  <a:pt x="14228" y="23724"/>
                  <a:pt x="13415" y="23790"/>
                  <a:pt x="12602" y="23922"/>
                </a:cubicBezTo>
                <a:cubicBezTo>
                  <a:pt x="8944" y="23922"/>
                  <a:pt x="5962" y="22802"/>
                  <a:pt x="3659" y="20561"/>
                </a:cubicBezTo>
                <a:lnTo>
                  <a:pt x="0" y="1700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85F555-97FB-4C13-9DF3-9FDFA4F7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042" y="2367539"/>
            <a:ext cx="45463" cy="197701"/>
          </a:xfrm>
          <a:custGeom xmlns:a="http://schemas.openxmlformats.org/drawingml/2006/main">
            <a:pathLst>
              <a:path w="45463" h="197701">
                <a:moveTo>
                  <a:pt x="45463" y="194143"/>
                </a:moveTo>
                <a:cubicBezTo>
                  <a:pt x="45327" y="195065"/>
                  <a:pt x="44921" y="195856"/>
                  <a:pt x="44243" y="196515"/>
                </a:cubicBezTo>
                <a:cubicBezTo>
                  <a:pt x="43566" y="197174"/>
                  <a:pt x="42617" y="197569"/>
                  <a:pt x="41398" y="197701"/>
                </a:cubicBezTo>
                <a:cubicBezTo>
                  <a:pt x="40043" y="197701"/>
                  <a:pt x="38891" y="197042"/>
                  <a:pt x="37942" y="195724"/>
                </a:cubicBezTo>
                <a:cubicBezTo>
                  <a:pt x="37536" y="194802"/>
                  <a:pt x="31167" y="178590"/>
                  <a:pt x="18836" y="147090"/>
                </a:cubicBezTo>
                <a:cubicBezTo>
                  <a:pt x="6504" y="115589"/>
                  <a:pt x="271" y="99510"/>
                  <a:pt x="136" y="98851"/>
                </a:cubicBezTo>
                <a:cubicBezTo>
                  <a:pt x="0" y="98192"/>
                  <a:pt x="6166" y="82112"/>
                  <a:pt x="18632" y="50612"/>
                </a:cubicBezTo>
                <a:cubicBezTo>
                  <a:pt x="31099" y="19111"/>
                  <a:pt x="37536" y="2900"/>
                  <a:pt x="37942" y="1977"/>
                </a:cubicBezTo>
                <a:cubicBezTo>
                  <a:pt x="38349" y="1318"/>
                  <a:pt x="39026" y="725"/>
                  <a:pt x="39975" y="198"/>
                </a:cubicBezTo>
                <a:lnTo>
                  <a:pt x="40585" y="0"/>
                </a:lnTo>
                <a:cubicBezTo>
                  <a:pt x="40991" y="0"/>
                  <a:pt x="41262" y="0"/>
                  <a:pt x="41398" y="0"/>
                </a:cubicBezTo>
                <a:cubicBezTo>
                  <a:pt x="43837" y="0"/>
                  <a:pt x="45192" y="1186"/>
                  <a:pt x="45463" y="3559"/>
                </a:cubicBezTo>
                <a:cubicBezTo>
                  <a:pt x="45463" y="4218"/>
                  <a:pt x="39365" y="20231"/>
                  <a:pt x="27169" y="51600"/>
                </a:cubicBezTo>
                <a:cubicBezTo>
                  <a:pt x="14838" y="82837"/>
                  <a:pt x="8672" y="98587"/>
                  <a:pt x="8672" y="98851"/>
                </a:cubicBezTo>
                <a:cubicBezTo>
                  <a:pt x="8672" y="99114"/>
                  <a:pt x="14838" y="114864"/>
                  <a:pt x="27169" y="146101"/>
                </a:cubicBezTo>
                <a:cubicBezTo>
                  <a:pt x="39365" y="177470"/>
                  <a:pt x="45463" y="193484"/>
                  <a:pt x="45463" y="1941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A61247-C8B9-42F5-80B1-D7C9A16E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042" y="2367539"/>
            <a:ext cx="45463" cy="197701"/>
          </a:xfrm>
          <a:custGeom xmlns:a="http://schemas.openxmlformats.org/drawingml/2006/main">
            <a:pathLst>
              <a:path w="45463" h="197701" fill="none">
                <a:moveTo>
                  <a:pt x="45463" y="194143"/>
                </a:moveTo>
                <a:cubicBezTo>
                  <a:pt x="45327" y="195065"/>
                  <a:pt x="44921" y="195856"/>
                  <a:pt x="44243" y="196515"/>
                </a:cubicBezTo>
                <a:cubicBezTo>
                  <a:pt x="43566" y="197174"/>
                  <a:pt x="42617" y="197569"/>
                  <a:pt x="41398" y="197701"/>
                </a:cubicBezTo>
                <a:cubicBezTo>
                  <a:pt x="40043" y="197701"/>
                  <a:pt x="38891" y="197042"/>
                  <a:pt x="37942" y="195724"/>
                </a:cubicBezTo>
                <a:cubicBezTo>
                  <a:pt x="37536" y="194802"/>
                  <a:pt x="31167" y="178590"/>
                  <a:pt x="18836" y="147090"/>
                </a:cubicBezTo>
                <a:cubicBezTo>
                  <a:pt x="6504" y="115589"/>
                  <a:pt x="271" y="99510"/>
                  <a:pt x="136" y="98851"/>
                </a:cubicBezTo>
                <a:cubicBezTo>
                  <a:pt x="0" y="98192"/>
                  <a:pt x="6166" y="82112"/>
                  <a:pt x="18632" y="50612"/>
                </a:cubicBezTo>
                <a:cubicBezTo>
                  <a:pt x="31099" y="19111"/>
                  <a:pt x="37536" y="2900"/>
                  <a:pt x="37942" y="1977"/>
                </a:cubicBezTo>
                <a:cubicBezTo>
                  <a:pt x="38349" y="1318"/>
                  <a:pt x="39026" y="725"/>
                  <a:pt x="39975" y="198"/>
                </a:cubicBezTo>
                <a:lnTo>
                  <a:pt x="40585" y="0"/>
                </a:lnTo>
                <a:cubicBezTo>
                  <a:pt x="40991" y="0"/>
                  <a:pt x="41262" y="0"/>
                  <a:pt x="41398" y="0"/>
                </a:cubicBezTo>
                <a:cubicBezTo>
                  <a:pt x="43837" y="0"/>
                  <a:pt x="45192" y="1186"/>
                  <a:pt x="45463" y="3559"/>
                </a:cubicBezTo>
                <a:cubicBezTo>
                  <a:pt x="45463" y="4218"/>
                  <a:pt x="39365" y="20231"/>
                  <a:pt x="27169" y="51600"/>
                </a:cubicBezTo>
                <a:cubicBezTo>
                  <a:pt x="14838" y="82837"/>
                  <a:pt x="8672" y="98587"/>
                  <a:pt x="8672" y="98851"/>
                </a:cubicBezTo>
                <a:cubicBezTo>
                  <a:pt x="8672" y="99114"/>
                  <a:pt x="14838" y="114864"/>
                  <a:pt x="27169" y="146101"/>
                </a:cubicBezTo>
                <a:cubicBezTo>
                  <a:pt x="39365" y="177470"/>
                  <a:pt x="45463" y="193484"/>
                  <a:pt x="45463" y="19414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B840BB-2747-4D6E-8079-40A7F8EF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084" y="2380785"/>
            <a:ext cx="143706" cy="139379"/>
          </a:xfrm>
          <a:custGeom xmlns:a="http://schemas.openxmlformats.org/drawingml/2006/main">
            <a:pathLst>
              <a:path w="143706" h="139379">
                <a:moveTo>
                  <a:pt x="9553" y="9094"/>
                </a:moveTo>
                <a:cubicBezTo>
                  <a:pt x="4946" y="9094"/>
                  <a:pt x="2507" y="8831"/>
                  <a:pt x="2236" y="8303"/>
                </a:cubicBezTo>
                <a:cubicBezTo>
                  <a:pt x="2100" y="8040"/>
                  <a:pt x="2033" y="7513"/>
                  <a:pt x="2033" y="6722"/>
                </a:cubicBezTo>
                <a:cubicBezTo>
                  <a:pt x="2033" y="3559"/>
                  <a:pt x="2778" y="1384"/>
                  <a:pt x="4268" y="198"/>
                </a:cubicBezTo>
                <a:cubicBezTo>
                  <a:pt x="4540" y="66"/>
                  <a:pt x="5691" y="0"/>
                  <a:pt x="7724" y="0"/>
                </a:cubicBezTo>
                <a:cubicBezTo>
                  <a:pt x="13280" y="264"/>
                  <a:pt x="22494" y="395"/>
                  <a:pt x="35368" y="395"/>
                </a:cubicBezTo>
                <a:cubicBezTo>
                  <a:pt x="39975" y="395"/>
                  <a:pt x="44243" y="395"/>
                  <a:pt x="48173" y="395"/>
                </a:cubicBezTo>
                <a:cubicBezTo>
                  <a:pt x="52103" y="395"/>
                  <a:pt x="55152" y="330"/>
                  <a:pt x="57320" y="198"/>
                </a:cubicBezTo>
                <a:cubicBezTo>
                  <a:pt x="59488" y="66"/>
                  <a:pt x="60843" y="66"/>
                  <a:pt x="61385" y="198"/>
                </a:cubicBezTo>
                <a:cubicBezTo>
                  <a:pt x="63553" y="198"/>
                  <a:pt x="64637" y="857"/>
                  <a:pt x="64637" y="2175"/>
                </a:cubicBezTo>
                <a:cubicBezTo>
                  <a:pt x="64637" y="2438"/>
                  <a:pt x="64502" y="3361"/>
                  <a:pt x="64231" y="4943"/>
                </a:cubicBezTo>
                <a:cubicBezTo>
                  <a:pt x="63553" y="7183"/>
                  <a:pt x="62876" y="8501"/>
                  <a:pt x="62198" y="8897"/>
                </a:cubicBezTo>
                <a:lnTo>
                  <a:pt x="61792" y="8897"/>
                </a:lnTo>
                <a:cubicBezTo>
                  <a:pt x="61521" y="8897"/>
                  <a:pt x="61182" y="8897"/>
                  <a:pt x="60775" y="8897"/>
                </a:cubicBezTo>
                <a:cubicBezTo>
                  <a:pt x="60369" y="8897"/>
                  <a:pt x="59894" y="8897"/>
                  <a:pt x="59352" y="8897"/>
                </a:cubicBezTo>
                <a:cubicBezTo>
                  <a:pt x="58810" y="8897"/>
                  <a:pt x="58201" y="8962"/>
                  <a:pt x="57523" y="9094"/>
                </a:cubicBezTo>
                <a:cubicBezTo>
                  <a:pt x="56846" y="9226"/>
                  <a:pt x="56236" y="9226"/>
                  <a:pt x="55694" y="9094"/>
                </a:cubicBezTo>
                <a:cubicBezTo>
                  <a:pt x="50409" y="9226"/>
                  <a:pt x="47021" y="9424"/>
                  <a:pt x="45531" y="9687"/>
                </a:cubicBezTo>
                <a:cubicBezTo>
                  <a:pt x="44040" y="9951"/>
                  <a:pt x="42820" y="10676"/>
                  <a:pt x="41872" y="11862"/>
                </a:cubicBezTo>
                <a:cubicBezTo>
                  <a:pt x="41736" y="12126"/>
                  <a:pt x="39839" y="19045"/>
                  <a:pt x="36181" y="32621"/>
                </a:cubicBezTo>
                <a:cubicBezTo>
                  <a:pt x="32522" y="46196"/>
                  <a:pt x="28863" y="60431"/>
                  <a:pt x="25204" y="75324"/>
                </a:cubicBezTo>
                <a:cubicBezTo>
                  <a:pt x="21546" y="90218"/>
                  <a:pt x="19513" y="98982"/>
                  <a:pt x="19107" y="101618"/>
                </a:cubicBezTo>
                <a:cubicBezTo>
                  <a:pt x="18836" y="103464"/>
                  <a:pt x="18700" y="105375"/>
                  <a:pt x="18700" y="107352"/>
                </a:cubicBezTo>
                <a:cubicBezTo>
                  <a:pt x="18700" y="114469"/>
                  <a:pt x="20800" y="120071"/>
                  <a:pt x="25001" y="124156"/>
                </a:cubicBezTo>
                <a:cubicBezTo>
                  <a:pt x="29202" y="128242"/>
                  <a:pt x="35029" y="130285"/>
                  <a:pt x="42482" y="130285"/>
                </a:cubicBezTo>
                <a:cubicBezTo>
                  <a:pt x="51561" y="130285"/>
                  <a:pt x="60640" y="127320"/>
                  <a:pt x="69719" y="121389"/>
                </a:cubicBezTo>
                <a:cubicBezTo>
                  <a:pt x="78798" y="115458"/>
                  <a:pt x="85438" y="106495"/>
                  <a:pt x="89638" y="94501"/>
                </a:cubicBezTo>
                <a:lnTo>
                  <a:pt x="100005" y="54763"/>
                </a:lnTo>
                <a:cubicBezTo>
                  <a:pt x="106374" y="29457"/>
                  <a:pt x="109558" y="16277"/>
                  <a:pt x="109558" y="15223"/>
                </a:cubicBezTo>
                <a:cubicBezTo>
                  <a:pt x="109558" y="11664"/>
                  <a:pt x="105222" y="9621"/>
                  <a:pt x="96549" y="9094"/>
                </a:cubicBezTo>
                <a:cubicBezTo>
                  <a:pt x="93297" y="9094"/>
                  <a:pt x="91671" y="8369"/>
                  <a:pt x="91671" y="6920"/>
                </a:cubicBezTo>
                <a:cubicBezTo>
                  <a:pt x="91671" y="6656"/>
                  <a:pt x="91807" y="5865"/>
                  <a:pt x="92078" y="4547"/>
                </a:cubicBezTo>
                <a:cubicBezTo>
                  <a:pt x="92620" y="2438"/>
                  <a:pt x="93026" y="1186"/>
                  <a:pt x="93297" y="791"/>
                </a:cubicBezTo>
                <a:cubicBezTo>
                  <a:pt x="93568" y="395"/>
                  <a:pt x="94246" y="132"/>
                  <a:pt x="95330" y="0"/>
                </a:cubicBezTo>
                <a:cubicBezTo>
                  <a:pt x="95736" y="0"/>
                  <a:pt x="97904" y="66"/>
                  <a:pt x="101834" y="198"/>
                </a:cubicBezTo>
                <a:cubicBezTo>
                  <a:pt x="105764" y="330"/>
                  <a:pt x="111455" y="461"/>
                  <a:pt x="118908" y="593"/>
                </a:cubicBezTo>
                <a:cubicBezTo>
                  <a:pt x="125819" y="593"/>
                  <a:pt x="131104" y="527"/>
                  <a:pt x="134762" y="395"/>
                </a:cubicBezTo>
                <a:cubicBezTo>
                  <a:pt x="138421" y="264"/>
                  <a:pt x="140386" y="198"/>
                  <a:pt x="140657" y="198"/>
                </a:cubicBezTo>
                <a:cubicBezTo>
                  <a:pt x="142690" y="198"/>
                  <a:pt x="143706" y="857"/>
                  <a:pt x="143706" y="2175"/>
                </a:cubicBezTo>
                <a:cubicBezTo>
                  <a:pt x="143706" y="5074"/>
                  <a:pt x="143164" y="7051"/>
                  <a:pt x="142080" y="8106"/>
                </a:cubicBezTo>
                <a:cubicBezTo>
                  <a:pt x="141673" y="8765"/>
                  <a:pt x="140183" y="9094"/>
                  <a:pt x="137608" y="9094"/>
                </a:cubicBezTo>
                <a:cubicBezTo>
                  <a:pt x="127987" y="9621"/>
                  <a:pt x="121957" y="12257"/>
                  <a:pt x="119518" y="17002"/>
                </a:cubicBezTo>
                <a:cubicBezTo>
                  <a:pt x="119247" y="17661"/>
                  <a:pt x="115859" y="30380"/>
                  <a:pt x="109355" y="55159"/>
                </a:cubicBezTo>
                <a:cubicBezTo>
                  <a:pt x="103799" y="77433"/>
                  <a:pt x="100411" y="90547"/>
                  <a:pt x="99192" y="94501"/>
                </a:cubicBezTo>
                <a:cubicBezTo>
                  <a:pt x="94720" y="107681"/>
                  <a:pt x="86928" y="118423"/>
                  <a:pt x="75817" y="126727"/>
                </a:cubicBezTo>
                <a:cubicBezTo>
                  <a:pt x="64705" y="135030"/>
                  <a:pt x="53187" y="139248"/>
                  <a:pt x="41262" y="139379"/>
                </a:cubicBezTo>
                <a:cubicBezTo>
                  <a:pt x="28795" y="139379"/>
                  <a:pt x="18836" y="135689"/>
                  <a:pt x="11383" y="128308"/>
                </a:cubicBezTo>
                <a:cubicBezTo>
                  <a:pt x="3930" y="120927"/>
                  <a:pt x="136" y="112163"/>
                  <a:pt x="0" y="102014"/>
                </a:cubicBezTo>
                <a:lnTo>
                  <a:pt x="0" y="98851"/>
                </a:lnTo>
                <a:cubicBezTo>
                  <a:pt x="0" y="96478"/>
                  <a:pt x="3726" y="80794"/>
                  <a:pt x="11179" y="51798"/>
                </a:cubicBezTo>
                <a:cubicBezTo>
                  <a:pt x="17819" y="25306"/>
                  <a:pt x="21139" y="11664"/>
                  <a:pt x="21139" y="10874"/>
                </a:cubicBezTo>
                <a:cubicBezTo>
                  <a:pt x="21139" y="9951"/>
                  <a:pt x="17277" y="9358"/>
                  <a:pt x="9553" y="90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141AFE-710A-430A-8E33-159C0929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084" y="2380785"/>
            <a:ext cx="143706" cy="139379"/>
          </a:xfrm>
          <a:custGeom xmlns:a="http://schemas.openxmlformats.org/drawingml/2006/main">
            <a:pathLst>
              <a:path w="143706" h="139379" fill="none">
                <a:moveTo>
                  <a:pt x="9553" y="9094"/>
                </a:moveTo>
                <a:cubicBezTo>
                  <a:pt x="4946" y="9094"/>
                  <a:pt x="2507" y="8831"/>
                  <a:pt x="2236" y="8303"/>
                </a:cubicBezTo>
                <a:cubicBezTo>
                  <a:pt x="2100" y="8040"/>
                  <a:pt x="2033" y="7513"/>
                  <a:pt x="2033" y="6722"/>
                </a:cubicBezTo>
                <a:cubicBezTo>
                  <a:pt x="2033" y="3559"/>
                  <a:pt x="2778" y="1384"/>
                  <a:pt x="4268" y="198"/>
                </a:cubicBezTo>
                <a:cubicBezTo>
                  <a:pt x="4540" y="66"/>
                  <a:pt x="5691" y="0"/>
                  <a:pt x="7724" y="0"/>
                </a:cubicBezTo>
                <a:cubicBezTo>
                  <a:pt x="13280" y="264"/>
                  <a:pt x="22494" y="395"/>
                  <a:pt x="35368" y="395"/>
                </a:cubicBezTo>
                <a:cubicBezTo>
                  <a:pt x="39975" y="395"/>
                  <a:pt x="44243" y="395"/>
                  <a:pt x="48173" y="395"/>
                </a:cubicBezTo>
                <a:cubicBezTo>
                  <a:pt x="52103" y="395"/>
                  <a:pt x="55152" y="330"/>
                  <a:pt x="57320" y="198"/>
                </a:cubicBezTo>
                <a:cubicBezTo>
                  <a:pt x="59488" y="66"/>
                  <a:pt x="60843" y="66"/>
                  <a:pt x="61385" y="198"/>
                </a:cubicBezTo>
                <a:cubicBezTo>
                  <a:pt x="63553" y="198"/>
                  <a:pt x="64637" y="857"/>
                  <a:pt x="64637" y="2175"/>
                </a:cubicBezTo>
                <a:cubicBezTo>
                  <a:pt x="64637" y="2438"/>
                  <a:pt x="64502" y="3361"/>
                  <a:pt x="64231" y="4943"/>
                </a:cubicBezTo>
                <a:cubicBezTo>
                  <a:pt x="63553" y="7183"/>
                  <a:pt x="62876" y="8501"/>
                  <a:pt x="62198" y="8897"/>
                </a:cubicBezTo>
                <a:lnTo>
                  <a:pt x="61792" y="8897"/>
                </a:lnTo>
                <a:cubicBezTo>
                  <a:pt x="61521" y="8897"/>
                  <a:pt x="61182" y="8897"/>
                  <a:pt x="60775" y="8897"/>
                </a:cubicBezTo>
                <a:cubicBezTo>
                  <a:pt x="60369" y="8897"/>
                  <a:pt x="59894" y="8897"/>
                  <a:pt x="59352" y="8897"/>
                </a:cubicBezTo>
                <a:cubicBezTo>
                  <a:pt x="58810" y="8897"/>
                  <a:pt x="58201" y="8962"/>
                  <a:pt x="57523" y="9094"/>
                </a:cubicBezTo>
                <a:cubicBezTo>
                  <a:pt x="56846" y="9226"/>
                  <a:pt x="56236" y="9226"/>
                  <a:pt x="55694" y="9094"/>
                </a:cubicBezTo>
                <a:cubicBezTo>
                  <a:pt x="50409" y="9226"/>
                  <a:pt x="47021" y="9424"/>
                  <a:pt x="45531" y="9687"/>
                </a:cubicBezTo>
                <a:cubicBezTo>
                  <a:pt x="44040" y="9951"/>
                  <a:pt x="42820" y="10676"/>
                  <a:pt x="41872" y="11862"/>
                </a:cubicBezTo>
                <a:cubicBezTo>
                  <a:pt x="41736" y="12126"/>
                  <a:pt x="39839" y="19045"/>
                  <a:pt x="36181" y="32621"/>
                </a:cubicBezTo>
                <a:cubicBezTo>
                  <a:pt x="32522" y="46196"/>
                  <a:pt x="28863" y="60431"/>
                  <a:pt x="25204" y="75324"/>
                </a:cubicBezTo>
                <a:cubicBezTo>
                  <a:pt x="21546" y="90218"/>
                  <a:pt x="19513" y="98982"/>
                  <a:pt x="19107" y="101618"/>
                </a:cubicBezTo>
                <a:cubicBezTo>
                  <a:pt x="18836" y="103464"/>
                  <a:pt x="18700" y="105375"/>
                  <a:pt x="18700" y="107352"/>
                </a:cubicBezTo>
                <a:cubicBezTo>
                  <a:pt x="18700" y="114469"/>
                  <a:pt x="20800" y="120071"/>
                  <a:pt x="25001" y="124156"/>
                </a:cubicBezTo>
                <a:cubicBezTo>
                  <a:pt x="29202" y="128242"/>
                  <a:pt x="35029" y="130285"/>
                  <a:pt x="42482" y="130285"/>
                </a:cubicBezTo>
                <a:cubicBezTo>
                  <a:pt x="51561" y="130285"/>
                  <a:pt x="60640" y="127320"/>
                  <a:pt x="69719" y="121389"/>
                </a:cubicBezTo>
                <a:cubicBezTo>
                  <a:pt x="78798" y="115458"/>
                  <a:pt x="85438" y="106495"/>
                  <a:pt x="89638" y="94501"/>
                </a:cubicBezTo>
                <a:lnTo>
                  <a:pt x="100005" y="54763"/>
                </a:lnTo>
                <a:cubicBezTo>
                  <a:pt x="106374" y="29457"/>
                  <a:pt x="109558" y="16277"/>
                  <a:pt x="109558" y="15223"/>
                </a:cubicBezTo>
                <a:cubicBezTo>
                  <a:pt x="109558" y="11664"/>
                  <a:pt x="105222" y="9621"/>
                  <a:pt x="96549" y="9094"/>
                </a:cubicBezTo>
                <a:cubicBezTo>
                  <a:pt x="93297" y="9094"/>
                  <a:pt x="91671" y="8369"/>
                  <a:pt x="91671" y="6920"/>
                </a:cubicBezTo>
                <a:cubicBezTo>
                  <a:pt x="91671" y="6656"/>
                  <a:pt x="91807" y="5865"/>
                  <a:pt x="92078" y="4547"/>
                </a:cubicBezTo>
                <a:cubicBezTo>
                  <a:pt x="92620" y="2438"/>
                  <a:pt x="93026" y="1186"/>
                  <a:pt x="93297" y="791"/>
                </a:cubicBezTo>
                <a:cubicBezTo>
                  <a:pt x="93568" y="395"/>
                  <a:pt x="94246" y="132"/>
                  <a:pt x="95330" y="0"/>
                </a:cubicBezTo>
                <a:cubicBezTo>
                  <a:pt x="95736" y="0"/>
                  <a:pt x="97904" y="66"/>
                  <a:pt x="101834" y="198"/>
                </a:cubicBezTo>
                <a:cubicBezTo>
                  <a:pt x="105764" y="330"/>
                  <a:pt x="111455" y="461"/>
                  <a:pt x="118908" y="593"/>
                </a:cubicBezTo>
                <a:cubicBezTo>
                  <a:pt x="125819" y="593"/>
                  <a:pt x="131104" y="527"/>
                  <a:pt x="134762" y="395"/>
                </a:cubicBezTo>
                <a:cubicBezTo>
                  <a:pt x="138421" y="264"/>
                  <a:pt x="140386" y="198"/>
                  <a:pt x="140657" y="198"/>
                </a:cubicBezTo>
                <a:cubicBezTo>
                  <a:pt x="142690" y="198"/>
                  <a:pt x="143706" y="857"/>
                  <a:pt x="143706" y="2175"/>
                </a:cubicBezTo>
                <a:cubicBezTo>
                  <a:pt x="143706" y="5074"/>
                  <a:pt x="143164" y="7051"/>
                  <a:pt x="142080" y="8106"/>
                </a:cubicBezTo>
                <a:cubicBezTo>
                  <a:pt x="141673" y="8765"/>
                  <a:pt x="140183" y="9094"/>
                  <a:pt x="137608" y="9094"/>
                </a:cubicBezTo>
                <a:cubicBezTo>
                  <a:pt x="127987" y="9621"/>
                  <a:pt x="121957" y="12257"/>
                  <a:pt x="119518" y="17002"/>
                </a:cubicBezTo>
                <a:cubicBezTo>
                  <a:pt x="119247" y="17661"/>
                  <a:pt x="115859" y="30380"/>
                  <a:pt x="109355" y="55159"/>
                </a:cubicBezTo>
                <a:cubicBezTo>
                  <a:pt x="103799" y="77433"/>
                  <a:pt x="100411" y="90547"/>
                  <a:pt x="99192" y="94501"/>
                </a:cubicBezTo>
                <a:cubicBezTo>
                  <a:pt x="94720" y="107681"/>
                  <a:pt x="86928" y="118423"/>
                  <a:pt x="75817" y="126727"/>
                </a:cubicBezTo>
                <a:cubicBezTo>
                  <a:pt x="64705" y="135030"/>
                  <a:pt x="53187" y="139248"/>
                  <a:pt x="41262" y="139379"/>
                </a:cubicBezTo>
                <a:cubicBezTo>
                  <a:pt x="28795" y="139379"/>
                  <a:pt x="18836" y="135689"/>
                  <a:pt x="11383" y="128308"/>
                </a:cubicBezTo>
                <a:cubicBezTo>
                  <a:pt x="3930" y="120927"/>
                  <a:pt x="136" y="112163"/>
                  <a:pt x="0" y="102014"/>
                </a:cubicBezTo>
                <a:lnTo>
                  <a:pt x="0" y="98851"/>
                </a:lnTo>
                <a:cubicBezTo>
                  <a:pt x="0" y="96478"/>
                  <a:pt x="3726" y="80794"/>
                  <a:pt x="11179" y="51798"/>
                </a:cubicBezTo>
                <a:cubicBezTo>
                  <a:pt x="17819" y="25306"/>
                  <a:pt x="21139" y="11664"/>
                  <a:pt x="21139" y="10874"/>
                </a:cubicBezTo>
                <a:cubicBezTo>
                  <a:pt x="21139" y="9951"/>
                  <a:pt x="17277" y="9358"/>
                  <a:pt x="9553" y="909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290423-35A1-46FD-A138-4E24B766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6028" y="2452380"/>
            <a:ext cx="60500" cy="96165"/>
          </a:xfrm>
          <a:custGeom xmlns:a="http://schemas.openxmlformats.org/drawingml/2006/main">
            <a:pathLst>
              <a:path w="60500" h="96165">
                <a:moveTo>
                  <a:pt x="8191" y="11322"/>
                </a:moveTo>
                <a:cubicBezTo>
                  <a:pt x="13556" y="3774"/>
                  <a:pt x="20885" y="0"/>
                  <a:pt x="30178" y="0"/>
                </a:cubicBezTo>
                <a:cubicBezTo>
                  <a:pt x="34777" y="0"/>
                  <a:pt x="39375" y="1211"/>
                  <a:pt x="43974" y="3634"/>
                </a:cubicBezTo>
                <a:cubicBezTo>
                  <a:pt x="48573" y="6057"/>
                  <a:pt x="52309" y="10343"/>
                  <a:pt x="55183" y="16493"/>
                </a:cubicBezTo>
                <a:cubicBezTo>
                  <a:pt x="58728" y="24228"/>
                  <a:pt x="60500" y="34851"/>
                  <a:pt x="60500" y="48362"/>
                </a:cubicBezTo>
                <a:cubicBezTo>
                  <a:pt x="60500" y="62805"/>
                  <a:pt x="58440" y="73848"/>
                  <a:pt x="54321" y="81489"/>
                </a:cubicBezTo>
                <a:cubicBezTo>
                  <a:pt x="52405" y="85402"/>
                  <a:pt x="49770" y="88524"/>
                  <a:pt x="46417" y="90854"/>
                </a:cubicBezTo>
                <a:cubicBezTo>
                  <a:pt x="43064" y="93183"/>
                  <a:pt x="40142" y="94628"/>
                  <a:pt x="37651" y="95187"/>
                </a:cubicBezTo>
                <a:cubicBezTo>
                  <a:pt x="35160" y="95746"/>
                  <a:pt x="32717" y="96072"/>
                  <a:pt x="30322" y="96165"/>
                </a:cubicBezTo>
                <a:cubicBezTo>
                  <a:pt x="27831" y="96165"/>
                  <a:pt x="25340" y="95886"/>
                  <a:pt x="22849" y="95326"/>
                </a:cubicBezTo>
                <a:cubicBezTo>
                  <a:pt x="20358" y="94767"/>
                  <a:pt x="17436" y="93276"/>
                  <a:pt x="14083" y="90854"/>
                </a:cubicBezTo>
                <a:cubicBezTo>
                  <a:pt x="10730" y="88431"/>
                  <a:pt x="8095" y="85309"/>
                  <a:pt x="6179" y="81489"/>
                </a:cubicBezTo>
                <a:cubicBezTo>
                  <a:pt x="2060" y="73848"/>
                  <a:pt x="0" y="62805"/>
                  <a:pt x="0" y="48362"/>
                </a:cubicBezTo>
                <a:cubicBezTo>
                  <a:pt x="0" y="32148"/>
                  <a:pt x="2730" y="19801"/>
                  <a:pt x="8191" y="11322"/>
                </a:cubicBezTo>
                <a:close/>
                <a:moveTo>
                  <a:pt x="40525" y="9644"/>
                </a:moveTo>
                <a:cubicBezTo>
                  <a:pt x="37651" y="6663"/>
                  <a:pt x="34250" y="5172"/>
                  <a:pt x="30322" y="5172"/>
                </a:cubicBezTo>
                <a:cubicBezTo>
                  <a:pt x="26298" y="5172"/>
                  <a:pt x="22849" y="6663"/>
                  <a:pt x="19975" y="9644"/>
                </a:cubicBezTo>
                <a:cubicBezTo>
                  <a:pt x="17580" y="12067"/>
                  <a:pt x="15999" y="15422"/>
                  <a:pt x="15233" y="19708"/>
                </a:cubicBezTo>
                <a:cubicBezTo>
                  <a:pt x="14466" y="23995"/>
                  <a:pt x="14083" y="32940"/>
                  <a:pt x="14083" y="46545"/>
                </a:cubicBezTo>
                <a:cubicBezTo>
                  <a:pt x="14083" y="61268"/>
                  <a:pt x="14466" y="70959"/>
                  <a:pt x="15233" y="75618"/>
                </a:cubicBezTo>
                <a:cubicBezTo>
                  <a:pt x="15999" y="80277"/>
                  <a:pt x="17724" y="83958"/>
                  <a:pt x="20406" y="86660"/>
                </a:cubicBezTo>
                <a:cubicBezTo>
                  <a:pt x="23089" y="89456"/>
                  <a:pt x="26394" y="90854"/>
                  <a:pt x="30322" y="90854"/>
                </a:cubicBezTo>
                <a:cubicBezTo>
                  <a:pt x="34154" y="90854"/>
                  <a:pt x="37411" y="89456"/>
                  <a:pt x="40094" y="86660"/>
                </a:cubicBezTo>
                <a:cubicBezTo>
                  <a:pt x="42872" y="83865"/>
                  <a:pt x="44597" y="79951"/>
                  <a:pt x="45267" y="74919"/>
                </a:cubicBezTo>
                <a:cubicBezTo>
                  <a:pt x="45938" y="69887"/>
                  <a:pt x="46321" y="60429"/>
                  <a:pt x="46417" y="46545"/>
                </a:cubicBezTo>
                <a:cubicBezTo>
                  <a:pt x="46417" y="33033"/>
                  <a:pt x="46034" y="24134"/>
                  <a:pt x="45267" y="19848"/>
                </a:cubicBezTo>
                <a:cubicBezTo>
                  <a:pt x="44501" y="15562"/>
                  <a:pt x="42920" y="12160"/>
                  <a:pt x="40525" y="96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73761A-9E58-47A2-8A9C-0137FA66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6028" y="2452380"/>
            <a:ext cx="60500" cy="96165"/>
          </a:xfrm>
          <a:custGeom xmlns:a="http://schemas.openxmlformats.org/drawingml/2006/main">
            <a:pathLst>
              <a:path w="60500" h="96165" fill="none">
                <a:moveTo>
                  <a:pt x="8191" y="11322"/>
                </a:moveTo>
                <a:cubicBezTo>
                  <a:pt x="13556" y="3774"/>
                  <a:pt x="20885" y="0"/>
                  <a:pt x="30178" y="0"/>
                </a:cubicBezTo>
                <a:cubicBezTo>
                  <a:pt x="34777" y="0"/>
                  <a:pt x="39375" y="1211"/>
                  <a:pt x="43974" y="3634"/>
                </a:cubicBezTo>
                <a:cubicBezTo>
                  <a:pt x="48573" y="6057"/>
                  <a:pt x="52309" y="10343"/>
                  <a:pt x="55183" y="16493"/>
                </a:cubicBezTo>
                <a:cubicBezTo>
                  <a:pt x="58728" y="24228"/>
                  <a:pt x="60500" y="34851"/>
                  <a:pt x="60500" y="48362"/>
                </a:cubicBezTo>
                <a:cubicBezTo>
                  <a:pt x="60500" y="62805"/>
                  <a:pt x="58440" y="73848"/>
                  <a:pt x="54321" y="81489"/>
                </a:cubicBezTo>
                <a:cubicBezTo>
                  <a:pt x="52405" y="85402"/>
                  <a:pt x="49770" y="88524"/>
                  <a:pt x="46417" y="90854"/>
                </a:cubicBezTo>
                <a:cubicBezTo>
                  <a:pt x="43064" y="93183"/>
                  <a:pt x="40142" y="94628"/>
                  <a:pt x="37651" y="95187"/>
                </a:cubicBezTo>
                <a:cubicBezTo>
                  <a:pt x="35160" y="95746"/>
                  <a:pt x="32717" y="96072"/>
                  <a:pt x="30322" y="96165"/>
                </a:cubicBezTo>
                <a:cubicBezTo>
                  <a:pt x="27831" y="96165"/>
                  <a:pt x="25340" y="95886"/>
                  <a:pt x="22849" y="95326"/>
                </a:cubicBezTo>
                <a:cubicBezTo>
                  <a:pt x="20358" y="94767"/>
                  <a:pt x="17436" y="93276"/>
                  <a:pt x="14083" y="90854"/>
                </a:cubicBezTo>
                <a:cubicBezTo>
                  <a:pt x="10730" y="88431"/>
                  <a:pt x="8095" y="85309"/>
                  <a:pt x="6179" y="81489"/>
                </a:cubicBezTo>
                <a:cubicBezTo>
                  <a:pt x="2060" y="73848"/>
                  <a:pt x="0" y="62805"/>
                  <a:pt x="0" y="48362"/>
                </a:cubicBezTo>
                <a:cubicBezTo>
                  <a:pt x="0" y="32148"/>
                  <a:pt x="2730" y="19801"/>
                  <a:pt x="8191" y="11322"/>
                </a:cubicBezTo>
                <a:close/>
                <a:moveTo>
                  <a:pt x="40525" y="9644"/>
                </a:moveTo>
                <a:cubicBezTo>
                  <a:pt x="37651" y="6663"/>
                  <a:pt x="34250" y="5172"/>
                  <a:pt x="30322" y="5172"/>
                </a:cubicBezTo>
                <a:cubicBezTo>
                  <a:pt x="26298" y="5172"/>
                  <a:pt x="22849" y="6663"/>
                  <a:pt x="19975" y="9644"/>
                </a:cubicBezTo>
                <a:cubicBezTo>
                  <a:pt x="17580" y="12067"/>
                  <a:pt x="15999" y="15422"/>
                  <a:pt x="15233" y="19708"/>
                </a:cubicBezTo>
                <a:cubicBezTo>
                  <a:pt x="14466" y="23995"/>
                  <a:pt x="14083" y="32940"/>
                  <a:pt x="14083" y="46545"/>
                </a:cubicBezTo>
                <a:cubicBezTo>
                  <a:pt x="14083" y="61268"/>
                  <a:pt x="14466" y="70959"/>
                  <a:pt x="15233" y="75618"/>
                </a:cubicBezTo>
                <a:cubicBezTo>
                  <a:pt x="15999" y="80277"/>
                  <a:pt x="17724" y="83958"/>
                  <a:pt x="20406" y="86660"/>
                </a:cubicBezTo>
                <a:cubicBezTo>
                  <a:pt x="23089" y="89456"/>
                  <a:pt x="26394" y="90854"/>
                  <a:pt x="30322" y="90854"/>
                </a:cubicBezTo>
                <a:cubicBezTo>
                  <a:pt x="34154" y="90854"/>
                  <a:pt x="37411" y="89456"/>
                  <a:pt x="40094" y="86660"/>
                </a:cubicBezTo>
                <a:cubicBezTo>
                  <a:pt x="42872" y="83865"/>
                  <a:pt x="44597" y="79951"/>
                  <a:pt x="45267" y="74919"/>
                </a:cubicBezTo>
                <a:cubicBezTo>
                  <a:pt x="45938" y="69887"/>
                  <a:pt x="46321" y="60429"/>
                  <a:pt x="46417" y="46545"/>
                </a:cubicBezTo>
                <a:cubicBezTo>
                  <a:pt x="46417" y="33033"/>
                  <a:pt x="46034" y="24134"/>
                  <a:pt x="45267" y="19848"/>
                </a:cubicBezTo>
                <a:cubicBezTo>
                  <a:pt x="44501" y="15562"/>
                  <a:pt x="42920" y="12160"/>
                  <a:pt x="40525" y="96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" cap="flat">
            <a:solidFill>
              <a:srgbClr val="000000">
                <a:alpha val="8790"/>
              </a:srgbClr>
            </a:solidFill>
            <a:miter/>
          </a:ln>
        </p:spPr>
      </p:sp>
      <p:sp>
        <p:nvSpPr>
          <p:cNvPr id="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C20910-EFDA-4881-886D-5F228F18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485" y="2528558"/>
            <a:ext cx="18969" cy="44122"/>
          </a:xfrm>
          <a:custGeom xmlns:a="http://schemas.openxmlformats.org/drawingml/2006/main">
            <a:pathLst>
              <a:path w="18969" h="44122">
                <a:moveTo>
                  <a:pt x="0" y="12021"/>
                </a:moveTo>
                <a:cubicBezTo>
                  <a:pt x="0" y="12021"/>
                  <a:pt x="0" y="10856"/>
                  <a:pt x="0" y="8526"/>
                </a:cubicBezTo>
                <a:cubicBezTo>
                  <a:pt x="0" y="6197"/>
                  <a:pt x="766" y="4193"/>
                  <a:pt x="2299" y="2516"/>
                </a:cubicBezTo>
                <a:cubicBezTo>
                  <a:pt x="3832" y="839"/>
                  <a:pt x="5892" y="0"/>
                  <a:pt x="8479" y="0"/>
                </a:cubicBezTo>
                <a:cubicBezTo>
                  <a:pt x="11161" y="0"/>
                  <a:pt x="13556" y="1165"/>
                  <a:pt x="15664" y="3494"/>
                </a:cubicBezTo>
                <a:cubicBezTo>
                  <a:pt x="17772" y="5824"/>
                  <a:pt x="18873" y="9924"/>
                  <a:pt x="18969" y="15795"/>
                </a:cubicBezTo>
                <a:cubicBezTo>
                  <a:pt x="18969" y="19056"/>
                  <a:pt x="18538" y="22224"/>
                  <a:pt x="17676" y="25299"/>
                </a:cubicBezTo>
                <a:cubicBezTo>
                  <a:pt x="16814" y="28374"/>
                  <a:pt x="15808" y="31030"/>
                  <a:pt x="14658" y="33266"/>
                </a:cubicBezTo>
                <a:cubicBezTo>
                  <a:pt x="13508" y="35503"/>
                  <a:pt x="12263" y="37413"/>
                  <a:pt x="10922" y="38997"/>
                </a:cubicBezTo>
                <a:cubicBezTo>
                  <a:pt x="9580" y="40581"/>
                  <a:pt x="8431" y="41839"/>
                  <a:pt x="7473" y="42771"/>
                </a:cubicBezTo>
                <a:cubicBezTo>
                  <a:pt x="6515" y="43703"/>
                  <a:pt x="5892" y="44122"/>
                  <a:pt x="5605" y="44029"/>
                </a:cubicBezTo>
                <a:cubicBezTo>
                  <a:pt x="5221" y="44029"/>
                  <a:pt x="4599" y="43610"/>
                  <a:pt x="3736" y="42771"/>
                </a:cubicBezTo>
                <a:cubicBezTo>
                  <a:pt x="2874" y="41932"/>
                  <a:pt x="2443" y="41327"/>
                  <a:pt x="2443" y="40954"/>
                </a:cubicBezTo>
                <a:cubicBezTo>
                  <a:pt x="2443" y="40581"/>
                  <a:pt x="2970" y="39836"/>
                  <a:pt x="4024" y="38718"/>
                </a:cubicBezTo>
                <a:cubicBezTo>
                  <a:pt x="5078" y="37599"/>
                  <a:pt x="6275" y="36202"/>
                  <a:pt x="7616" y="34524"/>
                </a:cubicBezTo>
                <a:cubicBezTo>
                  <a:pt x="8958" y="32847"/>
                  <a:pt x="10203" y="30518"/>
                  <a:pt x="11353" y="27536"/>
                </a:cubicBezTo>
                <a:cubicBezTo>
                  <a:pt x="12502" y="24554"/>
                  <a:pt x="13269" y="21153"/>
                  <a:pt x="13652" y="17332"/>
                </a:cubicBezTo>
                <a:lnTo>
                  <a:pt x="13652" y="15655"/>
                </a:lnTo>
                <a:lnTo>
                  <a:pt x="13508" y="15795"/>
                </a:lnTo>
                <a:cubicBezTo>
                  <a:pt x="13317" y="15888"/>
                  <a:pt x="13077" y="15981"/>
                  <a:pt x="12790" y="16074"/>
                </a:cubicBezTo>
                <a:cubicBezTo>
                  <a:pt x="12502" y="16167"/>
                  <a:pt x="12215" y="16307"/>
                  <a:pt x="11928" y="16493"/>
                </a:cubicBezTo>
                <a:cubicBezTo>
                  <a:pt x="11640" y="16680"/>
                  <a:pt x="11209" y="16773"/>
                  <a:pt x="10634" y="16773"/>
                </a:cubicBezTo>
                <a:cubicBezTo>
                  <a:pt x="10059" y="16773"/>
                  <a:pt x="9485" y="16820"/>
                  <a:pt x="8910" y="16913"/>
                </a:cubicBezTo>
                <a:cubicBezTo>
                  <a:pt x="6323" y="16913"/>
                  <a:pt x="4215" y="16121"/>
                  <a:pt x="2587" y="14537"/>
                </a:cubicBezTo>
                <a:lnTo>
                  <a:pt x="0" y="120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A8BBDA-0AE1-45C8-A363-ED01B7FB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485" y="2528558"/>
            <a:ext cx="18969" cy="44122"/>
          </a:xfrm>
          <a:custGeom xmlns:a="http://schemas.openxmlformats.org/drawingml/2006/main">
            <a:pathLst>
              <a:path w="18969" h="44122" fill="none">
                <a:moveTo>
                  <a:pt x="0" y="12021"/>
                </a:moveTo>
                <a:cubicBezTo>
                  <a:pt x="0" y="12021"/>
                  <a:pt x="0" y="10856"/>
                  <a:pt x="0" y="8526"/>
                </a:cubicBezTo>
                <a:cubicBezTo>
                  <a:pt x="0" y="6197"/>
                  <a:pt x="766" y="4193"/>
                  <a:pt x="2299" y="2516"/>
                </a:cubicBezTo>
                <a:cubicBezTo>
                  <a:pt x="3832" y="839"/>
                  <a:pt x="5892" y="0"/>
                  <a:pt x="8479" y="0"/>
                </a:cubicBezTo>
                <a:cubicBezTo>
                  <a:pt x="11161" y="0"/>
                  <a:pt x="13556" y="1165"/>
                  <a:pt x="15664" y="3494"/>
                </a:cubicBezTo>
                <a:cubicBezTo>
                  <a:pt x="17772" y="5824"/>
                  <a:pt x="18873" y="9924"/>
                  <a:pt x="18969" y="15795"/>
                </a:cubicBezTo>
                <a:cubicBezTo>
                  <a:pt x="18969" y="19056"/>
                  <a:pt x="18538" y="22224"/>
                  <a:pt x="17676" y="25299"/>
                </a:cubicBezTo>
                <a:cubicBezTo>
                  <a:pt x="16814" y="28374"/>
                  <a:pt x="15808" y="31030"/>
                  <a:pt x="14658" y="33266"/>
                </a:cubicBezTo>
                <a:cubicBezTo>
                  <a:pt x="13508" y="35503"/>
                  <a:pt x="12263" y="37413"/>
                  <a:pt x="10922" y="38997"/>
                </a:cubicBezTo>
                <a:cubicBezTo>
                  <a:pt x="9580" y="40581"/>
                  <a:pt x="8431" y="41839"/>
                  <a:pt x="7473" y="42771"/>
                </a:cubicBezTo>
                <a:cubicBezTo>
                  <a:pt x="6515" y="43703"/>
                  <a:pt x="5892" y="44122"/>
                  <a:pt x="5605" y="44029"/>
                </a:cubicBezTo>
                <a:cubicBezTo>
                  <a:pt x="5221" y="44029"/>
                  <a:pt x="4599" y="43610"/>
                  <a:pt x="3736" y="42771"/>
                </a:cubicBezTo>
                <a:cubicBezTo>
                  <a:pt x="2874" y="41932"/>
                  <a:pt x="2443" y="41327"/>
                  <a:pt x="2443" y="40954"/>
                </a:cubicBezTo>
                <a:cubicBezTo>
                  <a:pt x="2443" y="40581"/>
                  <a:pt x="2970" y="39836"/>
                  <a:pt x="4024" y="38718"/>
                </a:cubicBezTo>
                <a:cubicBezTo>
                  <a:pt x="5078" y="37599"/>
                  <a:pt x="6275" y="36202"/>
                  <a:pt x="7616" y="34524"/>
                </a:cubicBezTo>
                <a:cubicBezTo>
                  <a:pt x="8958" y="32847"/>
                  <a:pt x="10203" y="30518"/>
                  <a:pt x="11353" y="27536"/>
                </a:cubicBezTo>
                <a:cubicBezTo>
                  <a:pt x="12502" y="24554"/>
                  <a:pt x="13269" y="21153"/>
                  <a:pt x="13652" y="17332"/>
                </a:cubicBezTo>
                <a:lnTo>
                  <a:pt x="13652" y="15655"/>
                </a:lnTo>
                <a:lnTo>
                  <a:pt x="13508" y="15795"/>
                </a:lnTo>
                <a:cubicBezTo>
                  <a:pt x="13317" y="15888"/>
                  <a:pt x="13077" y="15981"/>
                  <a:pt x="12790" y="16074"/>
                </a:cubicBezTo>
                <a:cubicBezTo>
                  <a:pt x="12502" y="16167"/>
                  <a:pt x="12215" y="16307"/>
                  <a:pt x="11928" y="16493"/>
                </a:cubicBezTo>
                <a:cubicBezTo>
                  <a:pt x="11640" y="16680"/>
                  <a:pt x="11209" y="16773"/>
                  <a:pt x="10634" y="16773"/>
                </a:cubicBezTo>
                <a:cubicBezTo>
                  <a:pt x="10059" y="16773"/>
                  <a:pt x="9485" y="16820"/>
                  <a:pt x="8910" y="16913"/>
                </a:cubicBezTo>
                <a:cubicBezTo>
                  <a:pt x="6323" y="16913"/>
                  <a:pt x="4215" y="16121"/>
                  <a:pt x="2587" y="14537"/>
                </a:cubicBezTo>
                <a:lnTo>
                  <a:pt x="0" y="1202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" cap="flat">
            <a:solidFill>
              <a:srgbClr val="000000">
                <a:alpha val="8790"/>
              </a:srgbClr>
            </a:solidFill>
            <a:miter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7D32B2-E0B4-40B3-948B-48EFDE14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831" y="2452380"/>
            <a:ext cx="60500" cy="96165"/>
          </a:xfrm>
          <a:custGeom xmlns:a="http://schemas.openxmlformats.org/drawingml/2006/main">
            <a:pathLst>
              <a:path w="60500" h="96165">
                <a:moveTo>
                  <a:pt x="8191" y="11322"/>
                </a:moveTo>
                <a:cubicBezTo>
                  <a:pt x="13556" y="3774"/>
                  <a:pt x="20885" y="0"/>
                  <a:pt x="30178" y="0"/>
                </a:cubicBezTo>
                <a:cubicBezTo>
                  <a:pt x="34777" y="0"/>
                  <a:pt x="39375" y="1211"/>
                  <a:pt x="43974" y="3634"/>
                </a:cubicBezTo>
                <a:cubicBezTo>
                  <a:pt x="48573" y="6057"/>
                  <a:pt x="52309" y="10343"/>
                  <a:pt x="55183" y="16493"/>
                </a:cubicBezTo>
                <a:cubicBezTo>
                  <a:pt x="58728" y="24228"/>
                  <a:pt x="60500" y="34851"/>
                  <a:pt x="60500" y="48362"/>
                </a:cubicBezTo>
                <a:cubicBezTo>
                  <a:pt x="60500" y="62805"/>
                  <a:pt x="58440" y="73848"/>
                  <a:pt x="54321" y="81489"/>
                </a:cubicBezTo>
                <a:cubicBezTo>
                  <a:pt x="52405" y="85402"/>
                  <a:pt x="49770" y="88524"/>
                  <a:pt x="46417" y="90854"/>
                </a:cubicBezTo>
                <a:cubicBezTo>
                  <a:pt x="43064" y="93183"/>
                  <a:pt x="40142" y="94628"/>
                  <a:pt x="37651" y="95187"/>
                </a:cubicBezTo>
                <a:cubicBezTo>
                  <a:pt x="35160" y="95746"/>
                  <a:pt x="32717" y="96072"/>
                  <a:pt x="30322" y="96165"/>
                </a:cubicBezTo>
                <a:cubicBezTo>
                  <a:pt x="27831" y="96165"/>
                  <a:pt x="25340" y="95886"/>
                  <a:pt x="22849" y="95326"/>
                </a:cubicBezTo>
                <a:cubicBezTo>
                  <a:pt x="20358" y="94767"/>
                  <a:pt x="17436" y="93276"/>
                  <a:pt x="14083" y="90854"/>
                </a:cubicBezTo>
                <a:cubicBezTo>
                  <a:pt x="10730" y="88431"/>
                  <a:pt x="8095" y="85309"/>
                  <a:pt x="6179" y="81489"/>
                </a:cubicBezTo>
                <a:cubicBezTo>
                  <a:pt x="2060" y="73848"/>
                  <a:pt x="0" y="62805"/>
                  <a:pt x="0" y="48362"/>
                </a:cubicBezTo>
                <a:cubicBezTo>
                  <a:pt x="0" y="32148"/>
                  <a:pt x="2730" y="19801"/>
                  <a:pt x="8191" y="11322"/>
                </a:cubicBezTo>
                <a:close/>
                <a:moveTo>
                  <a:pt x="40525" y="9644"/>
                </a:moveTo>
                <a:cubicBezTo>
                  <a:pt x="37651" y="6663"/>
                  <a:pt x="34250" y="5172"/>
                  <a:pt x="30322" y="5172"/>
                </a:cubicBezTo>
                <a:cubicBezTo>
                  <a:pt x="26298" y="5172"/>
                  <a:pt x="22849" y="6663"/>
                  <a:pt x="19975" y="9644"/>
                </a:cubicBezTo>
                <a:cubicBezTo>
                  <a:pt x="17580" y="12067"/>
                  <a:pt x="15999" y="15422"/>
                  <a:pt x="15233" y="19708"/>
                </a:cubicBezTo>
                <a:cubicBezTo>
                  <a:pt x="14466" y="23995"/>
                  <a:pt x="14083" y="32940"/>
                  <a:pt x="14083" y="46545"/>
                </a:cubicBezTo>
                <a:cubicBezTo>
                  <a:pt x="14083" y="61268"/>
                  <a:pt x="14466" y="70959"/>
                  <a:pt x="15233" y="75618"/>
                </a:cubicBezTo>
                <a:cubicBezTo>
                  <a:pt x="15999" y="80277"/>
                  <a:pt x="17724" y="83958"/>
                  <a:pt x="20406" y="86660"/>
                </a:cubicBezTo>
                <a:cubicBezTo>
                  <a:pt x="23089" y="89456"/>
                  <a:pt x="26394" y="90854"/>
                  <a:pt x="30322" y="90854"/>
                </a:cubicBezTo>
                <a:cubicBezTo>
                  <a:pt x="34154" y="90854"/>
                  <a:pt x="37411" y="89456"/>
                  <a:pt x="40094" y="86660"/>
                </a:cubicBezTo>
                <a:cubicBezTo>
                  <a:pt x="42872" y="83865"/>
                  <a:pt x="44597" y="79951"/>
                  <a:pt x="45267" y="74919"/>
                </a:cubicBezTo>
                <a:cubicBezTo>
                  <a:pt x="45938" y="69887"/>
                  <a:pt x="46321" y="60429"/>
                  <a:pt x="46417" y="46545"/>
                </a:cubicBezTo>
                <a:cubicBezTo>
                  <a:pt x="46417" y="33033"/>
                  <a:pt x="46034" y="24134"/>
                  <a:pt x="45267" y="19848"/>
                </a:cubicBezTo>
                <a:cubicBezTo>
                  <a:pt x="44501" y="15562"/>
                  <a:pt x="42920" y="12160"/>
                  <a:pt x="40525" y="96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FEE4BF-25BB-4CEA-AEB6-5919239E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831" y="2452380"/>
            <a:ext cx="60500" cy="96165"/>
          </a:xfrm>
          <a:custGeom xmlns:a="http://schemas.openxmlformats.org/drawingml/2006/main">
            <a:pathLst>
              <a:path w="60500" h="96165" fill="none">
                <a:moveTo>
                  <a:pt x="8191" y="11322"/>
                </a:moveTo>
                <a:cubicBezTo>
                  <a:pt x="13556" y="3774"/>
                  <a:pt x="20885" y="0"/>
                  <a:pt x="30178" y="0"/>
                </a:cubicBezTo>
                <a:cubicBezTo>
                  <a:pt x="34777" y="0"/>
                  <a:pt x="39375" y="1211"/>
                  <a:pt x="43974" y="3634"/>
                </a:cubicBezTo>
                <a:cubicBezTo>
                  <a:pt x="48573" y="6057"/>
                  <a:pt x="52309" y="10343"/>
                  <a:pt x="55183" y="16493"/>
                </a:cubicBezTo>
                <a:cubicBezTo>
                  <a:pt x="58728" y="24228"/>
                  <a:pt x="60500" y="34851"/>
                  <a:pt x="60500" y="48362"/>
                </a:cubicBezTo>
                <a:cubicBezTo>
                  <a:pt x="60500" y="62805"/>
                  <a:pt x="58440" y="73848"/>
                  <a:pt x="54321" y="81489"/>
                </a:cubicBezTo>
                <a:cubicBezTo>
                  <a:pt x="52405" y="85402"/>
                  <a:pt x="49770" y="88524"/>
                  <a:pt x="46417" y="90854"/>
                </a:cubicBezTo>
                <a:cubicBezTo>
                  <a:pt x="43064" y="93183"/>
                  <a:pt x="40142" y="94628"/>
                  <a:pt x="37651" y="95187"/>
                </a:cubicBezTo>
                <a:cubicBezTo>
                  <a:pt x="35160" y="95746"/>
                  <a:pt x="32717" y="96072"/>
                  <a:pt x="30322" y="96165"/>
                </a:cubicBezTo>
                <a:cubicBezTo>
                  <a:pt x="27831" y="96165"/>
                  <a:pt x="25340" y="95886"/>
                  <a:pt x="22849" y="95326"/>
                </a:cubicBezTo>
                <a:cubicBezTo>
                  <a:pt x="20358" y="94767"/>
                  <a:pt x="17436" y="93276"/>
                  <a:pt x="14083" y="90854"/>
                </a:cubicBezTo>
                <a:cubicBezTo>
                  <a:pt x="10730" y="88431"/>
                  <a:pt x="8095" y="85309"/>
                  <a:pt x="6179" y="81489"/>
                </a:cubicBezTo>
                <a:cubicBezTo>
                  <a:pt x="2060" y="73848"/>
                  <a:pt x="0" y="62805"/>
                  <a:pt x="0" y="48362"/>
                </a:cubicBezTo>
                <a:cubicBezTo>
                  <a:pt x="0" y="32148"/>
                  <a:pt x="2730" y="19801"/>
                  <a:pt x="8191" y="11322"/>
                </a:cubicBezTo>
                <a:close/>
                <a:moveTo>
                  <a:pt x="40525" y="9644"/>
                </a:moveTo>
                <a:cubicBezTo>
                  <a:pt x="37651" y="6663"/>
                  <a:pt x="34250" y="5172"/>
                  <a:pt x="30322" y="5172"/>
                </a:cubicBezTo>
                <a:cubicBezTo>
                  <a:pt x="26298" y="5172"/>
                  <a:pt x="22849" y="6663"/>
                  <a:pt x="19975" y="9644"/>
                </a:cubicBezTo>
                <a:cubicBezTo>
                  <a:pt x="17580" y="12067"/>
                  <a:pt x="15999" y="15422"/>
                  <a:pt x="15233" y="19708"/>
                </a:cubicBezTo>
                <a:cubicBezTo>
                  <a:pt x="14466" y="23995"/>
                  <a:pt x="14083" y="32940"/>
                  <a:pt x="14083" y="46545"/>
                </a:cubicBezTo>
                <a:cubicBezTo>
                  <a:pt x="14083" y="61268"/>
                  <a:pt x="14466" y="70959"/>
                  <a:pt x="15233" y="75618"/>
                </a:cubicBezTo>
                <a:cubicBezTo>
                  <a:pt x="15999" y="80277"/>
                  <a:pt x="17724" y="83958"/>
                  <a:pt x="20406" y="86660"/>
                </a:cubicBezTo>
                <a:cubicBezTo>
                  <a:pt x="23089" y="89456"/>
                  <a:pt x="26394" y="90854"/>
                  <a:pt x="30322" y="90854"/>
                </a:cubicBezTo>
                <a:cubicBezTo>
                  <a:pt x="34154" y="90854"/>
                  <a:pt x="37411" y="89456"/>
                  <a:pt x="40094" y="86660"/>
                </a:cubicBezTo>
                <a:cubicBezTo>
                  <a:pt x="42872" y="83865"/>
                  <a:pt x="44597" y="79951"/>
                  <a:pt x="45267" y="74919"/>
                </a:cubicBezTo>
                <a:cubicBezTo>
                  <a:pt x="45938" y="69887"/>
                  <a:pt x="46321" y="60429"/>
                  <a:pt x="46417" y="46545"/>
                </a:cubicBezTo>
                <a:cubicBezTo>
                  <a:pt x="46417" y="33033"/>
                  <a:pt x="46034" y="24134"/>
                  <a:pt x="45267" y="19848"/>
                </a:cubicBezTo>
                <a:cubicBezTo>
                  <a:pt x="44501" y="15562"/>
                  <a:pt x="42920" y="12160"/>
                  <a:pt x="40525" y="96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" cap="flat">
            <a:solidFill>
              <a:srgbClr val="000000">
                <a:alpha val="8790"/>
              </a:srgbClr>
            </a:solidFill>
            <a:miter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1B7170-66E8-46CB-91F9-4D54C19A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5454" y="2367539"/>
            <a:ext cx="45463" cy="197701"/>
          </a:xfrm>
          <a:custGeom xmlns:a="http://schemas.openxmlformats.org/drawingml/2006/main">
            <a:pathLst>
              <a:path w="45463" h="197701">
                <a:moveTo>
                  <a:pt x="0" y="3559"/>
                </a:moveTo>
                <a:cubicBezTo>
                  <a:pt x="136" y="2636"/>
                  <a:pt x="542" y="1845"/>
                  <a:pt x="1220" y="1186"/>
                </a:cubicBezTo>
                <a:cubicBezTo>
                  <a:pt x="1897" y="527"/>
                  <a:pt x="2846" y="132"/>
                  <a:pt x="4065" y="0"/>
                </a:cubicBezTo>
                <a:cubicBezTo>
                  <a:pt x="5420" y="0"/>
                  <a:pt x="6572" y="659"/>
                  <a:pt x="7521" y="1977"/>
                </a:cubicBezTo>
                <a:cubicBezTo>
                  <a:pt x="7927" y="2900"/>
                  <a:pt x="14296" y="19111"/>
                  <a:pt x="26627" y="50612"/>
                </a:cubicBezTo>
                <a:cubicBezTo>
                  <a:pt x="38958" y="82112"/>
                  <a:pt x="45192" y="98192"/>
                  <a:pt x="45327" y="98851"/>
                </a:cubicBezTo>
                <a:cubicBezTo>
                  <a:pt x="45463" y="99510"/>
                  <a:pt x="39297" y="115589"/>
                  <a:pt x="26831" y="147090"/>
                </a:cubicBezTo>
                <a:cubicBezTo>
                  <a:pt x="14364" y="178590"/>
                  <a:pt x="7927" y="194802"/>
                  <a:pt x="7521" y="195724"/>
                </a:cubicBezTo>
                <a:cubicBezTo>
                  <a:pt x="6572" y="197042"/>
                  <a:pt x="5420" y="197701"/>
                  <a:pt x="4065" y="197701"/>
                </a:cubicBezTo>
                <a:cubicBezTo>
                  <a:pt x="2981" y="197701"/>
                  <a:pt x="2100" y="197372"/>
                  <a:pt x="1423" y="196713"/>
                </a:cubicBezTo>
                <a:cubicBezTo>
                  <a:pt x="745" y="196054"/>
                  <a:pt x="271" y="195197"/>
                  <a:pt x="0" y="194143"/>
                </a:cubicBezTo>
                <a:cubicBezTo>
                  <a:pt x="0" y="193484"/>
                  <a:pt x="6098" y="177470"/>
                  <a:pt x="18294" y="146101"/>
                </a:cubicBezTo>
                <a:cubicBezTo>
                  <a:pt x="30625" y="114864"/>
                  <a:pt x="36790" y="99114"/>
                  <a:pt x="36790" y="98851"/>
                </a:cubicBezTo>
                <a:cubicBezTo>
                  <a:pt x="36790" y="98587"/>
                  <a:pt x="30625" y="82837"/>
                  <a:pt x="18294" y="51600"/>
                </a:cubicBezTo>
                <a:cubicBezTo>
                  <a:pt x="6098" y="20231"/>
                  <a:pt x="0" y="4218"/>
                  <a:pt x="0" y="35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D85747-A0BA-4760-93F1-8479EC44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5454" y="2367539"/>
            <a:ext cx="45463" cy="197701"/>
          </a:xfrm>
          <a:custGeom xmlns:a="http://schemas.openxmlformats.org/drawingml/2006/main">
            <a:pathLst>
              <a:path w="45463" h="197701" fill="none">
                <a:moveTo>
                  <a:pt x="0" y="3559"/>
                </a:moveTo>
                <a:cubicBezTo>
                  <a:pt x="136" y="2636"/>
                  <a:pt x="542" y="1845"/>
                  <a:pt x="1220" y="1186"/>
                </a:cubicBezTo>
                <a:cubicBezTo>
                  <a:pt x="1897" y="527"/>
                  <a:pt x="2846" y="132"/>
                  <a:pt x="4065" y="0"/>
                </a:cubicBezTo>
                <a:cubicBezTo>
                  <a:pt x="5420" y="0"/>
                  <a:pt x="6572" y="659"/>
                  <a:pt x="7521" y="1977"/>
                </a:cubicBezTo>
                <a:cubicBezTo>
                  <a:pt x="7927" y="2900"/>
                  <a:pt x="14296" y="19111"/>
                  <a:pt x="26627" y="50612"/>
                </a:cubicBezTo>
                <a:cubicBezTo>
                  <a:pt x="38958" y="82112"/>
                  <a:pt x="45192" y="98192"/>
                  <a:pt x="45327" y="98851"/>
                </a:cubicBezTo>
                <a:cubicBezTo>
                  <a:pt x="45463" y="99510"/>
                  <a:pt x="39297" y="115589"/>
                  <a:pt x="26831" y="147090"/>
                </a:cubicBezTo>
                <a:cubicBezTo>
                  <a:pt x="14364" y="178590"/>
                  <a:pt x="7927" y="194802"/>
                  <a:pt x="7521" y="195724"/>
                </a:cubicBezTo>
                <a:cubicBezTo>
                  <a:pt x="6572" y="197042"/>
                  <a:pt x="5420" y="197701"/>
                  <a:pt x="4065" y="197701"/>
                </a:cubicBezTo>
                <a:cubicBezTo>
                  <a:pt x="2981" y="197701"/>
                  <a:pt x="2100" y="197372"/>
                  <a:pt x="1423" y="196713"/>
                </a:cubicBezTo>
                <a:cubicBezTo>
                  <a:pt x="745" y="196054"/>
                  <a:pt x="271" y="195197"/>
                  <a:pt x="0" y="194143"/>
                </a:cubicBezTo>
                <a:cubicBezTo>
                  <a:pt x="0" y="193484"/>
                  <a:pt x="6098" y="177470"/>
                  <a:pt x="18294" y="146101"/>
                </a:cubicBezTo>
                <a:cubicBezTo>
                  <a:pt x="30625" y="114864"/>
                  <a:pt x="36790" y="99114"/>
                  <a:pt x="36790" y="98851"/>
                </a:cubicBezTo>
                <a:cubicBezTo>
                  <a:pt x="36790" y="98587"/>
                  <a:pt x="30625" y="82837"/>
                  <a:pt x="18294" y="51600"/>
                </a:cubicBezTo>
                <a:cubicBezTo>
                  <a:pt x="6098" y="20231"/>
                  <a:pt x="0" y="4218"/>
                  <a:pt x="0" y="355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28A767-B1C9-410F-A820-2EDD8CAA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4522" y="2367539"/>
            <a:ext cx="48580" cy="197701"/>
          </a:xfrm>
          <a:custGeom xmlns:a="http://schemas.openxmlformats.org/drawingml/2006/main">
            <a:pathLst>
              <a:path w="48580" h="197701">
                <a:moveTo>
                  <a:pt x="1016" y="198"/>
                </a:moveTo>
                <a:lnTo>
                  <a:pt x="1829" y="0"/>
                </a:lnTo>
                <a:cubicBezTo>
                  <a:pt x="2507" y="0"/>
                  <a:pt x="3184" y="0"/>
                  <a:pt x="3862" y="0"/>
                </a:cubicBezTo>
                <a:lnTo>
                  <a:pt x="6301" y="0"/>
                </a:lnTo>
                <a:lnTo>
                  <a:pt x="11992" y="4745"/>
                </a:lnTo>
                <a:cubicBezTo>
                  <a:pt x="24730" y="15948"/>
                  <a:pt x="34012" y="29919"/>
                  <a:pt x="39839" y="46658"/>
                </a:cubicBezTo>
                <a:cubicBezTo>
                  <a:pt x="45666" y="63396"/>
                  <a:pt x="48580" y="80794"/>
                  <a:pt x="48580" y="98851"/>
                </a:cubicBezTo>
                <a:cubicBezTo>
                  <a:pt x="48580" y="107813"/>
                  <a:pt x="47902" y="116446"/>
                  <a:pt x="46547" y="124750"/>
                </a:cubicBezTo>
                <a:cubicBezTo>
                  <a:pt x="45192" y="133053"/>
                  <a:pt x="43634" y="140104"/>
                  <a:pt x="41872" y="145904"/>
                </a:cubicBezTo>
                <a:cubicBezTo>
                  <a:pt x="40110" y="151703"/>
                  <a:pt x="37603" y="157502"/>
                  <a:pt x="34351" y="163301"/>
                </a:cubicBezTo>
                <a:cubicBezTo>
                  <a:pt x="31099" y="169101"/>
                  <a:pt x="28524" y="173516"/>
                  <a:pt x="26627" y="176547"/>
                </a:cubicBezTo>
                <a:cubicBezTo>
                  <a:pt x="24730" y="179579"/>
                  <a:pt x="21952" y="182940"/>
                  <a:pt x="18294" y="186630"/>
                </a:cubicBezTo>
                <a:cubicBezTo>
                  <a:pt x="14635" y="190320"/>
                  <a:pt x="12467" y="192495"/>
                  <a:pt x="11789" y="193154"/>
                </a:cubicBezTo>
                <a:cubicBezTo>
                  <a:pt x="11112" y="193813"/>
                  <a:pt x="9553" y="195065"/>
                  <a:pt x="7114" y="196910"/>
                </a:cubicBezTo>
                <a:cubicBezTo>
                  <a:pt x="6708" y="197306"/>
                  <a:pt x="6437" y="197569"/>
                  <a:pt x="6301" y="197701"/>
                </a:cubicBezTo>
                <a:lnTo>
                  <a:pt x="3862" y="197701"/>
                </a:lnTo>
                <a:cubicBezTo>
                  <a:pt x="2778" y="197701"/>
                  <a:pt x="2033" y="197701"/>
                  <a:pt x="1626" y="197701"/>
                </a:cubicBezTo>
                <a:cubicBezTo>
                  <a:pt x="1220" y="197701"/>
                  <a:pt x="881" y="197504"/>
                  <a:pt x="610" y="197108"/>
                </a:cubicBezTo>
                <a:cubicBezTo>
                  <a:pt x="339" y="196713"/>
                  <a:pt x="136" y="196120"/>
                  <a:pt x="0" y="195329"/>
                </a:cubicBezTo>
                <a:cubicBezTo>
                  <a:pt x="136" y="195197"/>
                  <a:pt x="881" y="194340"/>
                  <a:pt x="2236" y="192759"/>
                </a:cubicBezTo>
                <a:cubicBezTo>
                  <a:pt x="23240" y="171539"/>
                  <a:pt x="33741" y="140236"/>
                  <a:pt x="33741" y="98851"/>
                </a:cubicBezTo>
                <a:cubicBezTo>
                  <a:pt x="33741" y="57465"/>
                  <a:pt x="23240" y="26162"/>
                  <a:pt x="2236" y="4943"/>
                </a:cubicBezTo>
                <a:cubicBezTo>
                  <a:pt x="881" y="3361"/>
                  <a:pt x="136" y="2504"/>
                  <a:pt x="0" y="2372"/>
                </a:cubicBezTo>
                <a:cubicBezTo>
                  <a:pt x="0" y="1318"/>
                  <a:pt x="339" y="593"/>
                  <a:pt x="1016" y="1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941020-0680-42DB-A0D6-FC978CB4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4522" y="2367539"/>
            <a:ext cx="48580" cy="197701"/>
          </a:xfrm>
          <a:custGeom xmlns:a="http://schemas.openxmlformats.org/drawingml/2006/main">
            <a:pathLst>
              <a:path w="48580" h="197701" fill="none">
                <a:moveTo>
                  <a:pt x="1016" y="198"/>
                </a:moveTo>
                <a:lnTo>
                  <a:pt x="1829" y="0"/>
                </a:lnTo>
                <a:cubicBezTo>
                  <a:pt x="2507" y="0"/>
                  <a:pt x="3184" y="0"/>
                  <a:pt x="3862" y="0"/>
                </a:cubicBezTo>
                <a:lnTo>
                  <a:pt x="6301" y="0"/>
                </a:lnTo>
                <a:lnTo>
                  <a:pt x="11992" y="4745"/>
                </a:lnTo>
                <a:cubicBezTo>
                  <a:pt x="24730" y="15948"/>
                  <a:pt x="34012" y="29919"/>
                  <a:pt x="39839" y="46658"/>
                </a:cubicBezTo>
                <a:cubicBezTo>
                  <a:pt x="45666" y="63396"/>
                  <a:pt x="48580" y="80794"/>
                  <a:pt x="48580" y="98851"/>
                </a:cubicBezTo>
                <a:cubicBezTo>
                  <a:pt x="48580" y="107813"/>
                  <a:pt x="47902" y="116446"/>
                  <a:pt x="46547" y="124750"/>
                </a:cubicBezTo>
                <a:cubicBezTo>
                  <a:pt x="45192" y="133053"/>
                  <a:pt x="43634" y="140104"/>
                  <a:pt x="41872" y="145904"/>
                </a:cubicBezTo>
                <a:cubicBezTo>
                  <a:pt x="40110" y="151703"/>
                  <a:pt x="37603" y="157502"/>
                  <a:pt x="34351" y="163301"/>
                </a:cubicBezTo>
                <a:cubicBezTo>
                  <a:pt x="31099" y="169101"/>
                  <a:pt x="28524" y="173516"/>
                  <a:pt x="26627" y="176547"/>
                </a:cubicBezTo>
                <a:cubicBezTo>
                  <a:pt x="24730" y="179579"/>
                  <a:pt x="21952" y="182940"/>
                  <a:pt x="18294" y="186630"/>
                </a:cubicBezTo>
                <a:cubicBezTo>
                  <a:pt x="14635" y="190320"/>
                  <a:pt x="12467" y="192495"/>
                  <a:pt x="11789" y="193154"/>
                </a:cubicBezTo>
                <a:cubicBezTo>
                  <a:pt x="11112" y="193813"/>
                  <a:pt x="9553" y="195065"/>
                  <a:pt x="7114" y="196910"/>
                </a:cubicBezTo>
                <a:cubicBezTo>
                  <a:pt x="6708" y="197306"/>
                  <a:pt x="6437" y="197569"/>
                  <a:pt x="6301" y="197701"/>
                </a:cubicBezTo>
                <a:lnTo>
                  <a:pt x="3862" y="197701"/>
                </a:lnTo>
                <a:cubicBezTo>
                  <a:pt x="2778" y="197701"/>
                  <a:pt x="2033" y="197701"/>
                  <a:pt x="1626" y="197701"/>
                </a:cubicBezTo>
                <a:cubicBezTo>
                  <a:pt x="1220" y="197701"/>
                  <a:pt x="881" y="197504"/>
                  <a:pt x="610" y="197108"/>
                </a:cubicBezTo>
                <a:cubicBezTo>
                  <a:pt x="339" y="196713"/>
                  <a:pt x="136" y="196120"/>
                  <a:pt x="0" y="195329"/>
                </a:cubicBezTo>
                <a:cubicBezTo>
                  <a:pt x="136" y="195197"/>
                  <a:pt x="881" y="194340"/>
                  <a:pt x="2236" y="192759"/>
                </a:cubicBezTo>
                <a:cubicBezTo>
                  <a:pt x="23240" y="171539"/>
                  <a:pt x="33741" y="140236"/>
                  <a:pt x="33741" y="98851"/>
                </a:cubicBezTo>
                <a:cubicBezTo>
                  <a:pt x="33741" y="57465"/>
                  <a:pt x="23240" y="26162"/>
                  <a:pt x="2236" y="4943"/>
                </a:cubicBezTo>
                <a:cubicBezTo>
                  <a:pt x="881" y="3361"/>
                  <a:pt x="136" y="2504"/>
                  <a:pt x="0" y="2372"/>
                </a:cubicBezTo>
                <a:cubicBezTo>
                  <a:pt x="0" y="1318"/>
                  <a:pt x="339" y="593"/>
                  <a:pt x="1016" y="1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628508-8384-4DF0-A4FA-553A8BFE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1146" y="2670947"/>
            <a:ext cx="45475" cy="197701"/>
          </a:xfrm>
          <a:custGeom xmlns:a="http://schemas.openxmlformats.org/drawingml/2006/main">
            <a:pathLst>
              <a:path w="45475" h="197701">
                <a:moveTo>
                  <a:pt x="45475" y="194143"/>
                </a:moveTo>
                <a:cubicBezTo>
                  <a:pt x="45340" y="195065"/>
                  <a:pt x="44933" y="195856"/>
                  <a:pt x="44255" y="196515"/>
                </a:cubicBezTo>
                <a:cubicBezTo>
                  <a:pt x="43577" y="197174"/>
                  <a:pt x="42629" y="197569"/>
                  <a:pt x="41409" y="197701"/>
                </a:cubicBezTo>
                <a:cubicBezTo>
                  <a:pt x="40053" y="197701"/>
                  <a:pt x="38901" y="197042"/>
                  <a:pt x="37952" y="195724"/>
                </a:cubicBezTo>
                <a:cubicBezTo>
                  <a:pt x="37546" y="194802"/>
                  <a:pt x="31175" y="178590"/>
                  <a:pt x="18841" y="147090"/>
                </a:cubicBezTo>
                <a:cubicBezTo>
                  <a:pt x="6506" y="115589"/>
                  <a:pt x="271" y="99510"/>
                  <a:pt x="136" y="98851"/>
                </a:cubicBezTo>
                <a:cubicBezTo>
                  <a:pt x="0" y="98192"/>
                  <a:pt x="6167" y="82112"/>
                  <a:pt x="18637" y="50612"/>
                </a:cubicBezTo>
                <a:cubicBezTo>
                  <a:pt x="31107" y="19111"/>
                  <a:pt x="37546" y="2900"/>
                  <a:pt x="37952" y="1977"/>
                </a:cubicBezTo>
                <a:cubicBezTo>
                  <a:pt x="38359" y="1318"/>
                  <a:pt x="39037" y="725"/>
                  <a:pt x="39986" y="198"/>
                </a:cubicBezTo>
                <a:lnTo>
                  <a:pt x="40596" y="0"/>
                </a:lnTo>
                <a:cubicBezTo>
                  <a:pt x="41002" y="0"/>
                  <a:pt x="41273" y="0"/>
                  <a:pt x="41409" y="0"/>
                </a:cubicBezTo>
                <a:cubicBezTo>
                  <a:pt x="43849" y="0"/>
                  <a:pt x="45204" y="1186"/>
                  <a:pt x="45475" y="3559"/>
                </a:cubicBezTo>
                <a:cubicBezTo>
                  <a:pt x="45475" y="4218"/>
                  <a:pt x="39376" y="20231"/>
                  <a:pt x="27177" y="51600"/>
                </a:cubicBezTo>
                <a:cubicBezTo>
                  <a:pt x="14842" y="82837"/>
                  <a:pt x="8675" y="98587"/>
                  <a:pt x="8675" y="98851"/>
                </a:cubicBezTo>
                <a:cubicBezTo>
                  <a:pt x="8675" y="99114"/>
                  <a:pt x="14842" y="114864"/>
                  <a:pt x="27177" y="146101"/>
                </a:cubicBezTo>
                <a:cubicBezTo>
                  <a:pt x="39376" y="177470"/>
                  <a:pt x="45475" y="193484"/>
                  <a:pt x="45475" y="1941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A1F859-EFBA-4837-8C19-4EA7811B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1146" y="2670947"/>
            <a:ext cx="45475" cy="197701"/>
          </a:xfrm>
          <a:custGeom xmlns:a="http://schemas.openxmlformats.org/drawingml/2006/main">
            <a:pathLst>
              <a:path w="45475" h="197701" fill="none">
                <a:moveTo>
                  <a:pt x="45475" y="194143"/>
                </a:moveTo>
                <a:cubicBezTo>
                  <a:pt x="45340" y="195065"/>
                  <a:pt x="44933" y="195856"/>
                  <a:pt x="44255" y="196515"/>
                </a:cubicBezTo>
                <a:cubicBezTo>
                  <a:pt x="43577" y="197174"/>
                  <a:pt x="42629" y="197569"/>
                  <a:pt x="41409" y="197701"/>
                </a:cubicBezTo>
                <a:cubicBezTo>
                  <a:pt x="40053" y="197701"/>
                  <a:pt x="38901" y="197042"/>
                  <a:pt x="37952" y="195724"/>
                </a:cubicBezTo>
                <a:cubicBezTo>
                  <a:pt x="37546" y="194802"/>
                  <a:pt x="31175" y="178590"/>
                  <a:pt x="18841" y="147090"/>
                </a:cubicBezTo>
                <a:cubicBezTo>
                  <a:pt x="6506" y="115589"/>
                  <a:pt x="271" y="99510"/>
                  <a:pt x="136" y="98851"/>
                </a:cubicBezTo>
                <a:cubicBezTo>
                  <a:pt x="0" y="98192"/>
                  <a:pt x="6167" y="82112"/>
                  <a:pt x="18637" y="50612"/>
                </a:cubicBezTo>
                <a:cubicBezTo>
                  <a:pt x="31107" y="19111"/>
                  <a:pt x="37546" y="2900"/>
                  <a:pt x="37952" y="1977"/>
                </a:cubicBezTo>
                <a:cubicBezTo>
                  <a:pt x="38359" y="1318"/>
                  <a:pt x="39037" y="725"/>
                  <a:pt x="39986" y="198"/>
                </a:cubicBezTo>
                <a:lnTo>
                  <a:pt x="40596" y="0"/>
                </a:lnTo>
                <a:cubicBezTo>
                  <a:pt x="41002" y="0"/>
                  <a:pt x="41273" y="0"/>
                  <a:pt x="41409" y="0"/>
                </a:cubicBezTo>
                <a:cubicBezTo>
                  <a:pt x="43849" y="0"/>
                  <a:pt x="45204" y="1186"/>
                  <a:pt x="45475" y="3559"/>
                </a:cubicBezTo>
                <a:cubicBezTo>
                  <a:pt x="45475" y="4218"/>
                  <a:pt x="39376" y="20231"/>
                  <a:pt x="27177" y="51600"/>
                </a:cubicBezTo>
                <a:cubicBezTo>
                  <a:pt x="14842" y="82837"/>
                  <a:pt x="8675" y="98587"/>
                  <a:pt x="8675" y="98851"/>
                </a:cubicBezTo>
                <a:cubicBezTo>
                  <a:pt x="8675" y="99114"/>
                  <a:pt x="14842" y="114864"/>
                  <a:pt x="27177" y="146101"/>
                </a:cubicBezTo>
                <a:cubicBezTo>
                  <a:pt x="39376" y="177470"/>
                  <a:pt x="45475" y="193484"/>
                  <a:pt x="45475" y="19414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61FDA3-88B4-46D7-80E9-B828FAD6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579" y="2684193"/>
            <a:ext cx="145778" cy="139379"/>
          </a:xfrm>
          <a:custGeom xmlns:a="http://schemas.openxmlformats.org/drawingml/2006/main">
            <a:pathLst>
              <a:path w="145778" h="139379">
                <a:moveTo>
                  <a:pt x="0" y="6920"/>
                </a:moveTo>
                <a:cubicBezTo>
                  <a:pt x="0" y="4020"/>
                  <a:pt x="881" y="1713"/>
                  <a:pt x="2643" y="0"/>
                </a:cubicBezTo>
                <a:lnTo>
                  <a:pt x="4880" y="0"/>
                </a:lnTo>
                <a:cubicBezTo>
                  <a:pt x="10572" y="395"/>
                  <a:pt x="17689" y="593"/>
                  <a:pt x="26228" y="593"/>
                </a:cubicBezTo>
                <a:cubicBezTo>
                  <a:pt x="42222" y="593"/>
                  <a:pt x="51642" y="395"/>
                  <a:pt x="54489" y="0"/>
                </a:cubicBezTo>
                <a:lnTo>
                  <a:pt x="56522" y="0"/>
                </a:lnTo>
                <a:cubicBezTo>
                  <a:pt x="57335" y="791"/>
                  <a:pt x="57742" y="1384"/>
                  <a:pt x="57742" y="1779"/>
                </a:cubicBezTo>
                <a:cubicBezTo>
                  <a:pt x="57742" y="2175"/>
                  <a:pt x="57606" y="3361"/>
                  <a:pt x="57335" y="5338"/>
                </a:cubicBezTo>
                <a:cubicBezTo>
                  <a:pt x="56658" y="7315"/>
                  <a:pt x="56048" y="8567"/>
                  <a:pt x="55505" y="9094"/>
                </a:cubicBezTo>
                <a:lnTo>
                  <a:pt x="51236" y="9094"/>
                </a:lnTo>
                <a:cubicBezTo>
                  <a:pt x="48254" y="9358"/>
                  <a:pt x="46221" y="9490"/>
                  <a:pt x="45136" y="9490"/>
                </a:cubicBezTo>
                <a:cubicBezTo>
                  <a:pt x="41205" y="10149"/>
                  <a:pt x="39037" y="11137"/>
                  <a:pt x="38630" y="12455"/>
                </a:cubicBezTo>
                <a:cubicBezTo>
                  <a:pt x="38630" y="12719"/>
                  <a:pt x="40596" y="29260"/>
                  <a:pt x="44526" y="62078"/>
                </a:cubicBezTo>
                <a:cubicBezTo>
                  <a:pt x="48457" y="94897"/>
                  <a:pt x="50490" y="111438"/>
                  <a:pt x="50626" y="111701"/>
                </a:cubicBezTo>
                <a:lnTo>
                  <a:pt x="65468" y="88570"/>
                </a:lnTo>
                <a:cubicBezTo>
                  <a:pt x="75363" y="73149"/>
                  <a:pt x="85257" y="57597"/>
                  <a:pt x="95152" y="41913"/>
                </a:cubicBezTo>
                <a:cubicBezTo>
                  <a:pt x="105047" y="26228"/>
                  <a:pt x="110130" y="18123"/>
                  <a:pt x="110401" y="17595"/>
                </a:cubicBezTo>
                <a:cubicBezTo>
                  <a:pt x="110943" y="16673"/>
                  <a:pt x="111214" y="15684"/>
                  <a:pt x="111214" y="14630"/>
                </a:cubicBezTo>
                <a:cubicBezTo>
                  <a:pt x="111214" y="11467"/>
                  <a:pt x="108232" y="9621"/>
                  <a:pt x="102268" y="9094"/>
                </a:cubicBezTo>
                <a:cubicBezTo>
                  <a:pt x="99828" y="9094"/>
                  <a:pt x="98608" y="8369"/>
                  <a:pt x="98608" y="6920"/>
                </a:cubicBezTo>
                <a:cubicBezTo>
                  <a:pt x="98608" y="6788"/>
                  <a:pt x="98744" y="5931"/>
                  <a:pt x="99015" y="4349"/>
                </a:cubicBezTo>
                <a:cubicBezTo>
                  <a:pt x="99422" y="2504"/>
                  <a:pt x="99828" y="1318"/>
                  <a:pt x="100235" y="791"/>
                </a:cubicBezTo>
                <a:cubicBezTo>
                  <a:pt x="100642" y="264"/>
                  <a:pt x="101523" y="0"/>
                  <a:pt x="102878" y="0"/>
                </a:cubicBezTo>
                <a:cubicBezTo>
                  <a:pt x="103149" y="0"/>
                  <a:pt x="103962" y="0"/>
                  <a:pt x="105318" y="0"/>
                </a:cubicBezTo>
                <a:cubicBezTo>
                  <a:pt x="106673" y="0"/>
                  <a:pt x="108978" y="66"/>
                  <a:pt x="112231" y="198"/>
                </a:cubicBezTo>
                <a:cubicBezTo>
                  <a:pt x="115484" y="330"/>
                  <a:pt x="119821" y="395"/>
                  <a:pt x="125243" y="395"/>
                </a:cubicBezTo>
                <a:cubicBezTo>
                  <a:pt x="134595" y="395"/>
                  <a:pt x="140492" y="264"/>
                  <a:pt x="142931" y="0"/>
                </a:cubicBezTo>
                <a:lnTo>
                  <a:pt x="144355" y="0"/>
                </a:lnTo>
                <a:cubicBezTo>
                  <a:pt x="145303" y="923"/>
                  <a:pt x="145778" y="1648"/>
                  <a:pt x="145778" y="2175"/>
                </a:cubicBezTo>
                <a:cubicBezTo>
                  <a:pt x="145778" y="4415"/>
                  <a:pt x="145168" y="6524"/>
                  <a:pt x="143948" y="8501"/>
                </a:cubicBezTo>
                <a:cubicBezTo>
                  <a:pt x="143541" y="8897"/>
                  <a:pt x="142389" y="9094"/>
                  <a:pt x="140492" y="9094"/>
                </a:cubicBezTo>
                <a:cubicBezTo>
                  <a:pt x="138730" y="9226"/>
                  <a:pt x="137103" y="9358"/>
                  <a:pt x="135612" y="9490"/>
                </a:cubicBezTo>
                <a:cubicBezTo>
                  <a:pt x="134121" y="9621"/>
                  <a:pt x="132698" y="9951"/>
                  <a:pt x="131342" y="10478"/>
                </a:cubicBezTo>
                <a:cubicBezTo>
                  <a:pt x="129987" y="11005"/>
                  <a:pt x="128903" y="11467"/>
                  <a:pt x="128089" y="11862"/>
                </a:cubicBezTo>
                <a:cubicBezTo>
                  <a:pt x="127276" y="12257"/>
                  <a:pt x="126463" y="12785"/>
                  <a:pt x="125650" y="13444"/>
                </a:cubicBezTo>
                <a:cubicBezTo>
                  <a:pt x="124836" y="14103"/>
                  <a:pt x="124159" y="14564"/>
                  <a:pt x="123616" y="14828"/>
                </a:cubicBezTo>
                <a:cubicBezTo>
                  <a:pt x="123074" y="15091"/>
                  <a:pt x="122532" y="15684"/>
                  <a:pt x="121990" y="16607"/>
                </a:cubicBezTo>
                <a:cubicBezTo>
                  <a:pt x="121448" y="17530"/>
                  <a:pt x="120973" y="17991"/>
                  <a:pt x="120567" y="17991"/>
                </a:cubicBezTo>
                <a:lnTo>
                  <a:pt x="81327" y="79278"/>
                </a:lnTo>
                <a:cubicBezTo>
                  <a:pt x="56929" y="117632"/>
                  <a:pt x="44323" y="137271"/>
                  <a:pt x="43510" y="138193"/>
                </a:cubicBezTo>
                <a:cubicBezTo>
                  <a:pt x="43103" y="138457"/>
                  <a:pt x="42629" y="138786"/>
                  <a:pt x="42086" y="139182"/>
                </a:cubicBezTo>
                <a:lnTo>
                  <a:pt x="38427" y="139379"/>
                </a:lnTo>
                <a:lnTo>
                  <a:pt x="37004" y="139379"/>
                </a:lnTo>
                <a:cubicBezTo>
                  <a:pt x="34564" y="139379"/>
                  <a:pt x="33344" y="138918"/>
                  <a:pt x="33344" y="137996"/>
                </a:cubicBezTo>
                <a:cubicBezTo>
                  <a:pt x="32937" y="137205"/>
                  <a:pt x="30294" y="116117"/>
                  <a:pt x="25415" y="74731"/>
                </a:cubicBezTo>
                <a:cubicBezTo>
                  <a:pt x="20264" y="32818"/>
                  <a:pt x="17621" y="11664"/>
                  <a:pt x="17485" y="11269"/>
                </a:cubicBezTo>
                <a:cubicBezTo>
                  <a:pt x="16807" y="9819"/>
                  <a:pt x="12606" y="9094"/>
                  <a:pt x="4880" y="9094"/>
                </a:cubicBezTo>
                <a:lnTo>
                  <a:pt x="1423" y="9094"/>
                </a:lnTo>
                <a:cubicBezTo>
                  <a:pt x="474" y="8435"/>
                  <a:pt x="0" y="7710"/>
                  <a:pt x="0" y="69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638881-2A5F-4DE3-A1E7-8BFE011A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579" y="2684193"/>
            <a:ext cx="145778" cy="139379"/>
          </a:xfrm>
          <a:custGeom xmlns:a="http://schemas.openxmlformats.org/drawingml/2006/main">
            <a:pathLst>
              <a:path w="145778" h="139379" fill="none">
                <a:moveTo>
                  <a:pt x="0" y="6920"/>
                </a:moveTo>
                <a:cubicBezTo>
                  <a:pt x="0" y="4020"/>
                  <a:pt x="881" y="1713"/>
                  <a:pt x="2643" y="0"/>
                </a:cubicBezTo>
                <a:lnTo>
                  <a:pt x="4880" y="0"/>
                </a:lnTo>
                <a:cubicBezTo>
                  <a:pt x="10572" y="395"/>
                  <a:pt x="17689" y="593"/>
                  <a:pt x="26228" y="593"/>
                </a:cubicBezTo>
                <a:cubicBezTo>
                  <a:pt x="42222" y="593"/>
                  <a:pt x="51642" y="395"/>
                  <a:pt x="54489" y="0"/>
                </a:cubicBezTo>
                <a:lnTo>
                  <a:pt x="56522" y="0"/>
                </a:lnTo>
                <a:cubicBezTo>
                  <a:pt x="57335" y="791"/>
                  <a:pt x="57742" y="1384"/>
                  <a:pt x="57742" y="1779"/>
                </a:cubicBezTo>
                <a:cubicBezTo>
                  <a:pt x="57742" y="2175"/>
                  <a:pt x="57606" y="3361"/>
                  <a:pt x="57335" y="5338"/>
                </a:cubicBezTo>
                <a:cubicBezTo>
                  <a:pt x="56658" y="7315"/>
                  <a:pt x="56048" y="8567"/>
                  <a:pt x="55505" y="9094"/>
                </a:cubicBezTo>
                <a:lnTo>
                  <a:pt x="51236" y="9094"/>
                </a:lnTo>
                <a:cubicBezTo>
                  <a:pt x="48254" y="9358"/>
                  <a:pt x="46221" y="9490"/>
                  <a:pt x="45136" y="9490"/>
                </a:cubicBezTo>
                <a:cubicBezTo>
                  <a:pt x="41205" y="10149"/>
                  <a:pt x="39037" y="11137"/>
                  <a:pt x="38630" y="12455"/>
                </a:cubicBezTo>
                <a:cubicBezTo>
                  <a:pt x="38630" y="12719"/>
                  <a:pt x="40596" y="29260"/>
                  <a:pt x="44526" y="62078"/>
                </a:cubicBezTo>
                <a:cubicBezTo>
                  <a:pt x="48457" y="94897"/>
                  <a:pt x="50490" y="111438"/>
                  <a:pt x="50626" y="111701"/>
                </a:cubicBezTo>
                <a:lnTo>
                  <a:pt x="65468" y="88570"/>
                </a:lnTo>
                <a:cubicBezTo>
                  <a:pt x="75363" y="73149"/>
                  <a:pt x="85257" y="57597"/>
                  <a:pt x="95152" y="41913"/>
                </a:cubicBezTo>
                <a:cubicBezTo>
                  <a:pt x="105047" y="26228"/>
                  <a:pt x="110130" y="18123"/>
                  <a:pt x="110401" y="17595"/>
                </a:cubicBezTo>
                <a:cubicBezTo>
                  <a:pt x="110943" y="16673"/>
                  <a:pt x="111214" y="15684"/>
                  <a:pt x="111214" y="14630"/>
                </a:cubicBezTo>
                <a:cubicBezTo>
                  <a:pt x="111214" y="11467"/>
                  <a:pt x="108232" y="9621"/>
                  <a:pt x="102268" y="9094"/>
                </a:cubicBezTo>
                <a:cubicBezTo>
                  <a:pt x="99828" y="9094"/>
                  <a:pt x="98608" y="8369"/>
                  <a:pt x="98608" y="6920"/>
                </a:cubicBezTo>
                <a:cubicBezTo>
                  <a:pt x="98608" y="6788"/>
                  <a:pt x="98744" y="5931"/>
                  <a:pt x="99015" y="4349"/>
                </a:cubicBezTo>
                <a:cubicBezTo>
                  <a:pt x="99422" y="2504"/>
                  <a:pt x="99828" y="1318"/>
                  <a:pt x="100235" y="791"/>
                </a:cubicBezTo>
                <a:cubicBezTo>
                  <a:pt x="100642" y="264"/>
                  <a:pt x="101523" y="0"/>
                  <a:pt x="102878" y="0"/>
                </a:cubicBezTo>
                <a:cubicBezTo>
                  <a:pt x="103149" y="0"/>
                  <a:pt x="103962" y="0"/>
                  <a:pt x="105318" y="0"/>
                </a:cubicBezTo>
                <a:cubicBezTo>
                  <a:pt x="106673" y="0"/>
                  <a:pt x="108978" y="66"/>
                  <a:pt x="112231" y="198"/>
                </a:cubicBezTo>
                <a:cubicBezTo>
                  <a:pt x="115484" y="330"/>
                  <a:pt x="119821" y="395"/>
                  <a:pt x="125243" y="395"/>
                </a:cubicBezTo>
                <a:cubicBezTo>
                  <a:pt x="134595" y="395"/>
                  <a:pt x="140492" y="264"/>
                  <a:pt x="142931" y="0"/>
                </a:cubicBezTo>
                <a:lnTo>
                  <a:pt x="144355" y="0"/>
                </a:lnTo>
                <a:cubicBezTo>
                  <a:pt x="145303" y="923"/>
                  <a:pt x="145778" y="1648"/>
                  <a:pt x="145778" y="2175"/>
                </a:cubicBezTo>
                <a:cubicBezTo>
                  <a:pt x="145778" y="4415"/>
                  <a:pt x="145168" y="6524"/>
                  <a:pt x="143948" y="8501"/>
                </a:cubicBezTo>
                <a:cubicBezTo>
                  <a:pt x="143541" y="8897"/>
                  <a:pt x="142389" y="9094"/>
                  <a:pt x="140492" y="9094"/>
                </a:cubicBezTo>
                <a:cubicBezTo>
                  <a:pt x="138730" y="9226"/>
                  <a:pt x="137103" y="9358"/>
                  <a:pt x="135612" y="9490"/>
                </a:cubicBezTo>
                <a:cubicBezTo>
                  <a:pt x="134121" y="9621"/>
                  <a:pt x="132698" y="9951"/>
                  <a:pt x="131342" y="10478"/>
                </a:cubicBezTo>
                <a:cubicBezTo>
                  <a:pt x="129987" y="11005"/>
                  <a:pt x="128903" y="11467"/>
                  <a:pt x="128089" y="11862"/>
                </a:cubicBezTo>
                <a:cubicBezTo>
                  <a:pt x="127276" y="12257"/>
                  <a:pt x="126463" y="12785"/>
                  <a:pt x="125650" y="13444"/>
                </a:cubicBezTo>
                <a:cubicBezTo>
                  <a:pt x="124836" y="14103"/>
                  <a:pt x="124159" y="14564"/>
                  <a:pt x="123616" y="14828"/>
                </a:cubicBezTo>
                <a:cubicBezTo>
                  <a:pt x="123074" y="15091"/>
                  <a:pt x="122532" y="15684"/>
                  <a:pt x="121990" y="16607"/>
                </a:cubicBezTo>
                <a:cubicBezTo>
                  <a:pt x="121448" y="17530"/>
                  <a:pt x="120973" y="17991"/>
                  <a:pt x="120567" y="17991"/>
                </a:cubicBezTo>
                <a:lnTo>
                  <a:pt x="81327" y="79278"/>
                </a:lnTo>
                <a:cubicBezTo>
                  <a:pt x="56929" y="117632"/>
                  <a:pt x="44323" y="137271"/>
                  <a:pt x="43510" y="138193"/>
                </a:cubicBezTo>
                <a:cubicBezTo>
                  <a:pt x="43103" y="138457"/>
                  <a:pt x="42629" y="138786"/>
                  <a:pt x="42086" y="139182"/>
                </a:cubicBezTo>
                <a:lnTo>
                  <a:pt x="38427" y="139379"/>
                </a:lnTo>
                <a:lnTo>
                  <a:pt x="37004" y="139379"/>
                </a:lnTo>
                <a:cubicBezTo>
                  <a:pt x="34564" y="139379"/>
                  <a:pt x="33344" y="138918"/>
                  <a:pt x="33344" y="137996"/>
                </a:cubicBezTo>
                <a:cubicBezTo>
                  <a:pt x="32937" y="137205"/>
                  <a:pt x="30294" y="116117"/>
                  <a:pt x="25415" y="74731"/>
                </a:cubicBezTo>
                <a:cubicBezTo>
                  <a:pt x="20264" y="32818"/>
                  <a:pt x="17621" y="11664"/>
                  <a:pt x="17485" y="11269"/>
                </a:cubicBezTo>
                <a:cubicBezTo>
                  <a:pt x="16807" y="9819"/>
                  <a:pt x="12606" y="9094"/>
                  <a:pt x="4880" y="9094"/>
                </a:cubicBezTo>
                <a:lnTo>
                  <a:pt x="1423" y="9094"/>
                </a:lnTo>
                <a:cubicBezTo>
                  <a:pt x="474" y="8435"/>
                  <a:pt x="0" y="7710"/>
                  <a:pt x="0" y="692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78C89E-1C73-4D67-9F49-02E74D7F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7436" y="2659299"/>
            <a:ext cx="33349" cy="72264"/>
          </a:xfrm>
          <a:custGeom xmlns:a="http://schemas.openxmlformats.org/drawingml/2006/main">
            <a:pathLst>
              <a:path w="33349" h="72264">
                <a:moveTo>
                  <a:pt x="7043" y="72264"/>
                </a:moveTo>
                <a:cubicBezTo>
                  <a:pt x="6469" y="72264"/>
                  <a:pt x="5175" y="71984"/>
                  <a:pt x="3162" y="71425"/>
                </a:cubicBezTo>
                <a:cubicBezTo>
                  <a:pt x="1150" y="70866"/>
                  <a:pt x="96" y="70307"/>
                  <a:pt x="0" y="69748"/>
                </a:cubicBezTo>
                <a:cubicBezTo>
                  <a:pt x="0" y="69095"/>
                  <a:pt x="2635" y="58286"/>
                  <a:pt x="7906" y="37320"/>
                </a:cubicBezTo>
                <a:cubicBezTo>
                  <a:pt x="13177" y="16354"/>
                  <a:pt x="16099" y="5405"/>
                  <a:pt x="16674" y="4473"/>
                </a:cubicBezTo>
                <a:cubicBezTo>
                  <a:pt x="18112" y="1491"/>
                  <a:pt x="20603" y="0"/>
                  <a:pt x="24149" y="0"/>
                </a:cubicBezTo>
                <a:cubicBezTo>
                  <a:pt x="26066" y="0"/>
                  <a:pt x="28078" y="699"/>
                  <a:pt x="30186" y="2097"/>
                </a:cubicBezTo>
                <a:cubicBezTo>
                  <a:pt x="32295" y="3494"/>
                  <a:pt x="33349" y="5544"/>
                  <a:pt x="33349" y="8247"/>
                </a:cubicBezTo>
                <a:cubicBezTo>
                  <a:pt x="33349" y="8713"/>
                  <a:pt x="33253" y="9412"/>
                  <a:pt x="33061" y="10343"/>
                </a:cubicBezTo>
                <a:cubicBezTo>
                  <a:pt x="32965" y="10996"/>
                  <a:pt x="28797" y="21386"/>
                  <a:pt x="20555" y="41513"/>
                </a:cubicBezTo>
                <a:cubicBezTo>
                  <a:pt x="12314" y="61641"/>
                  <a:pt x="8050" y="71798"/>
                  <a:pt x="7762" y="71984"/>
                </a:cubicBezTo>
                <a:cubicBezTo>
                  <a:pt x="7475" y="72170"/>
                  <a:pt x="7235" y="72264"/>
                  <a:pt x="7043" y="72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465524-8110-4516-B613-B5154594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7436" y="2659299"/>
            <a:ext cx="33349" cy="72264"/>
          </a:xfrm>
          <a:custGeom xmlns:a="http://schemas.openxmlformats.org/drawingml/2006/main">
            <a:pathLst>
              <a:path w="33349" h="72264" fill="none">
                <a:moveTo>
                  <a:pt x="7043" y="72264"/>
                </a:moveTo>
                <a:cubicBezTo>
                  <a:pt x="6469" y="72264"/>
                  <a:pt x="5175" y="71984"/>
                  <a:pt x="3162" y="71425"/>
                </a:cubicBezTo>
                <a:cubicBezTo>
                  <a:pt x="1150" y="70866"/>
                  <a:pt x="96" y="70307"/>
                  <a:pt x="0" y="69748"/>
                </a:cubicBezTo>
                <a:cubicBezTo>
                  <a:pt x="0" y="69095"/>
                  <a:pt x="2635" y="58286"/>
                  <a:pt x="7906" y="37320"/>
                </a:cubicBezTo>
                <a:cubicBezTo>
                  <a:pt x="13177" y="16354"/>
                  <a:pt x="16099" y="5405"/>
                  <a:pt x="16674" y="4473"/>
                </a:cubicBezTo>
                <a:cubicBezTo>
                  <a:pt x="18112" y="1491"/>
                  <a:pt x="20603" y="0"/>
                  <a:pt x="24149" y="0"/>
                </a:cubicBezTo>
                <a:cubicBezTo>
                  <a:pt x="26066" y="0"/>
                  <a:pt x="28078" y="699"/>
                  <a:pt x="30186" y="2097"/>
                </a:cubicBezTo>
                <a:cubicBezTo>
                  <a:pt x="32295" y="3494"/>
                  <a:pt x="33349" y="5544"/>
                  <a:pt x="33349" y="8247"/>
                </a:cubicBezTo>
                <a:cubicBezTo>
                  <a:pt x="33349" y="8713"/>
                  <a:pt x="33253" y="9412"/>
                  <a:pt x="33061" y="10343"/>
                </a:cubicBezTo>
                <a:cubicBezTo>
                  <a:pt x="32965" y="10996"/>
                  <a:pt x="28797" y="21386"/>
                  <a:pt x="20555" y="41513"/>
                </a:cubicBezTo>
                <a:cubicBezTo>
                  <a:pt x="12314" y="61641"/>
                  <a:pt x="8050" y="71798"/>
                  <a:pt x="7762" y="71984"/>
                </a:cubicBezTo>
                <a:cubicBezTo>
                  <a:pt x="7475" y="72170"/>
                  <a:pt x="7235" y="72264"/>
                  <a:pt x="7043" y="7226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" cap="flat">
            <a:solidFill>
              <a:srgbClr val="000000">
                <a:alpha val="8790"/>
              </a:srgbClr>
            </a:solidFill>
            <a:miter/>
          </a:ln>
        </p:spPr>
      </p:sp>
      <p:sp>
        <p:nvSpPr>
          <p:cNvPr id="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D0802F-3314-4DA4-854B-8A6010EB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966" y="2659299"/>
            <a:ext cx="33349" cy="72264"/>
          </a:xfrm>
          <a:custGeom xmlns:a="http://schemas.openxmlformats.org/drawingml/2006/main">
            <a:pathLst>
              <a:path w="33349" h="72264">
                <a:moveTo>
                  <a:pt x="7043" y="72264"/>
                </a:moveTo>
                <a:cubicBezTo>
                  <a:pt x="6469" y="72264"/>
                  <a:pt x="5175" y="71984"/>
                  <a:pt x="3162" y="71425"/>
                </a:cubicBezTo>
                <a:cubicBezTo>
                  <a:pt x="1150" y="70866"/>
                  <a:pt x="96" y="70307"/>
                  <a:pt x="0" y="69748"/>
                </a:cubicBezTo>
                <a:cubicBezTo>
                  <a:pt x="0" y="69095"/>
                  <a:pt x="2635" y="58286"/>
                  <a:pt x="7906" y="37320"/>
                </a:cubicBezTo>
                <a:cubicBezTo>
                  <a:pt x="13177" y="16354"/>
                  <a:pt x="16099" y="5405"/>
                  <a:pt x="16674" y="4473"/>
                </a:cubicBezTo>
                <a:cubicBezTo>
                  <a:pt x="18112" y="1491"/>
                  <a:pt x="20603" y="0"/>
                  <a:pt x="24149" y="0"/>
                </a:cubicBezTo>
                <a:cubicBezTo>
                  <a:pt x="26066" y="0"/>
                  <a:pt x="28078" y="699"/>
                  <a:pt x="30186" y="2097"/>
                </a:cubicBezTo>
                <a:cubicBezTo>
                  <a:pt x="32295" y="3494"/>
                  <a:pt x="33349" y="5544"/>
                  <a:pt x="33349" y="8247"/>
                </a:cubicBezTo>
                <a:cubicBezTo>
                  <a:pt x="33349" y="8713"/>
                  <a:pt x="33253" y="9412"/>
                  <a:pt x="33061" y="10343"/>
                </a:cubicBezTo>
                <a:cubicBezTo>
                  <a:pt x="32965" y="10996"/>
                  <a:pt x="28797" y="21386"/>
                  <a:pt x="20555" y="41513"/>
                </a:cubicBezTo>
                <a:cubicBezTo>
                  <a:pt x="12314" y="61641"/>
                  <a:pt x="8050" y="71798"/>
                  <a:pt x="7762" y="71984"/>
                </a:cubicBezTo>
                <a:cubicBezTo>
                  <a:pt x="7475" y="72170"/>
                  <a:pt x="7235" y="72264"/>
                  <a:pt x="7043" y="72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1AF24B-8F81-4F9E-B05C-6DDA3383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966" y="2659299"/>
            <a:ext cx="33349" cy="72264"/>
          </a:xfrm>
          <a:custGeom xmlns:a="http://schemas.openxmlformats.org/drawingml/2006/main">
            <a:pathLst>
              <a:path w="33349" h="72264" fill="none">
                <a:moveTo>
                  <a:pt x="7043" y="72264"/>
                </a:moveTo>
                <a:cubicBezTo>
                  <a:pt x="6469" y="72264"/>
                  <a:pt x="5175" y="71984"/>
                  <a:pt x="3162" y="71425"/>
                </a:cubicBezTo>
                <a:cubicBezTo>
                  <a:pt x="1150" y="70866"/>
                  <a:pt x="96" y="70307"/>
                  <a:pt x="0" y="69748"/>
                </a:cubicBezTo>
                <a:cubicBezTo>
                  <a:pt x="0" y="69095"/>
                  <a:pt x="2635" y="58286"/>
                  <a:pt x="7906" y="37320"/>
                </a:cubicBezTo>
                <a:cubicBezTo>
                  <a:pt x="13177" y="16354"/>
                  <a:pt x="16099" y="5405"/>
                  <a:pt x="16674" y="4473"/>
                </a:cubicBezTo>
                <a:cubicBezTo>
                  <a:pt x="18112" y="1491"/>
                  <a:pt x="20603" y="0"/>
                  <a:pt x="24149" y="0"/>
                </a:cubicBezTo>
                <a:cubicBezTo>
                  <a:pt x="26066" y="0"/>
                  <a:pt x="28078" y="699"/>
                  <a:pt x="30186" y="2097"/>
                </a:cubicBezTo>
                <a:cubicBezTo>
                  <a:pt x="32295" y="3494"/>
                  <a:pt x="33349" y="5544"/>
                  <a:pt x="33349" y="8247"/>
                </a:cubicBezTo>
                <a:cubicBezTo>
                  <a:pt x="33349" y="8713"/>
                  <a:pt x="33253" y="9412"/>
                  <a:pt x="33061" y="10343"/>
                </a:cubicBezTo>
                <a:cubicBezTo>
                  <a:pt x="32965" y="10996"/>
                  <a:pt x="28797" y="21386"/>
                  <a:pt x="20555" y="41513"/>
                </a:cubicBezTo>
                <a:cubicBezTo>
                  <a:pt x="12314" y="61641"/>
                  <a:pt x="8050" y="71798"/>
                  <a:pt x="7762" y="71984"/>
                </a:cubicBezTo>
                <a:cubicBezTo>
                  <a:pt x="7475" y="72170"/>
                  <a:pt x="7235" y="72264"/>
                  <a:pt x="7043" y="7226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" cap="flat">
            <a:solidFill>
              <a:srgbClr val="000000">
                <a:alpha val="8790"/>
              </a:srgbClr>
            </a:solidFill>
            <a:miter/>
          </a:ln>
        </p:spPr>
      </p:sp>
      <p:sp>
        <p:nvSpPr>
          <p:cNvPr id="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3CE52A-735E-44E2-A45E-51B82AC2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855" y="2774966"/>
            <a:ext cx="60517" cy="96165"/>
          </a:xfrm>
          <a:custGeom xmlns:a="http://schemas.openxmlformats.org/drawingml/2006/main">
            <a:pathLst>
              <a:path w="60517" h="96165">
                <a:moveTo>
                  <a:pt x="8193" y="11322"/>
                </a:moveTo>
                <a:cubicBezTo>
                  <a:pt x="13560" y="3774"/>
                  <a:pt x="20891" y="0"/>
                  <a:pt x="30186" y="0"/>
                </a:cubicBezTo>
                <a:cubicBezTo>
                  <a:pt x="34786" y="0"/>
                  <a:pt x="39386" y="1211"/>
                  <a:pt x="43986" y="3634"/>
                </a:cubicBezTo>
                <a:cubicBezTo>
                  <a:pt x="48586" y="6057"/>
                  <a:pt x="52323" y="10343"/>
                  <a:pt x="55198" y="16493"/>
                </a:cubicBezTo>
                <a:cubicBezTo>
                  <a:pt x="58744" y="24228"/>
                  <a:pt x="60517" y="34851"/>
                  <a:pt x="60517" y="48362"/>
                </a:cubicBezTo>
                <a:cubicBezTo>
                  <a:pt x="60517" y="62805"/>
                  <a:pt x="58456" y="73848"/>
                  <a:pt x="54335" y="81489"/>
                </a:cubicBezTo>
                <a:cubicBezTo>
                  <a:pt x="52419" y="85402"/>
                  <a:pt x="49784" y="88524"/>
                  <a:pt x="46430" y="90854"/>
                </a:cubicBezTo>
                <a:cubicBezTo>
                  <a:pt x="43075" y="93183"/>
                  <a:pt x="40153" y="94628"/>
                  <a:pt x="37661" y="95187"/>
                </a:cubicBezTo>
                <a:cubicBezTo>
                  <a:pt x="35170" y="95746"/>
                  <a:pt x="32726" y="96072"/>
                  <a:pt x="30330" y="96165"/>
                </a:cubicBezTo>
                <a:cubicBezTo>
                  <a:pt x="27839" y="96165"/>
                  <a:pt x="25347" y="95886"/>
                  <a:pt x="22855" y="95326"/>
                </a:cubicBezTo>
                <a:cubicBezTo>
                  <a:pt x="20364" y="94767"/>
                  <a:pt x="17441" y="93276"/>
                  <a:pt x="14087" y="90854"/>
                </a:cubicBezTo>
                <a:cubicBezTo>
                  <a:pt x="10733" y="88431"/>
                  <a:pt x="8098" y="85309"/>
                  <a:pt x="6181" y="81489"/>
                </a:cubicBezTo>
                <a:cubicBezTo>
                  <a:pt x="2060" y="73848"/>
                  <a:pt x="0" y="62805"/>
                  <a:pt x="0" y="48362"/>
                </a:cubicBezTo>
                <a:cubicBezTo>
                  <a:pt x="0" y="32148"/>
                  <a:pt x="2731" y="19801"/>
                  <a:pt x="8193" y="11322"/>
                </a:cubicBezTo>
                <a:close/>
                <a:moveTo>
                  <a:pt x="40536" y="9644"/>
                </a:moveTo>
                <a:cubicBezTo>
                  <a:pt x="37661" y="6663"/>
                  <a:pt x="34259" y="5172"/>
                  <a:pt x="30330" y="5172"/>
                </a:cubicBezTo>
                <a:cubicBezTo>
                  <a:pt x="26305" y="5172"/>
                  <a:pt x="22855" y="6663"/>
                  <a:pt x="19981" y="9644"/>
                </a:cubicBezTo>
                <a:cubicBezTo>
                  <a:pt x="17585" y="12067"/>
                  <a:pt x="16004" y="15422"/>
                  <a:pt x="15237" y="19708"/>
                </a:cubicBezTo>
                <a:cubicBezTo>
                  <a:pt x="14470" y="23995"/>
                  <a:pt x="14087" y="32940"/>
                  <a:pt x="14087" y="46545"/>
                </a:cubicBezTo>
                <a:cubicBezTo>
                  <a:pt x="14087" y="61268"/>
                  <a:pt x="14470" y="70959"/>
                  <a:pt x="15237" y="75618"/>
                </a:cubicBezTo>
                <a:cubicBezTo>
                  <a:pt x="16004" y="80277"/>
                  <a:pt x="17729" y="83958"/>
                  <a:pt x="20412" y="86660"/>
                </a:cubicBezTo>
                <a:cubicBezTo>
                  <a:pt x="23095" y="89456"/>
                  <a:pt x="26401" y="90854"/>
                  <a:pt x="30330" y="90854"/>
                </a:cubicBezTo>
                <a:cubicBezTo>
                  <a:pt x="34163" y="90854"/>
                  <a:pt x="37422" y="89456"/>
                  <a:pt x="40105" y="86660"/>
                </a:cubicBezTo>
                <a:cubicBezTo>
                  <a:pt x="42884" y="83865"/>
                  <a:pt x="44609" y="79951"/>
                  <a:pt x="45280" y="74919"/>
                </a:cubicBezTo>
                <a:cubicBezTo>
                  <a:pt x="45950" y="69887"/>
                  <a:pt x="46334" y="60429"/>
                  <a:pt x="46430" y="46545"/>
                </a:cubicBezTo>
                <a:cubicBezTo>
                  <a:pt x="46430" y="33033"/>
                  <a:pt x="46046" y="24134"/>
                  <a:pt x="45280" y="19848"/>
                </a:cubicBezTo>
                <a:cubicBezTo>
                  <a:pt x="44513" y="15562"/>
                  <a:pt x="42932" y="12160"/>
                  <a:pt x="40536" y="96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198493-DAA2-4D55-84CF-D83BB88C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855" y="2774966"/>
            <a:ext cx="60517" cy="96165"/>
          </a:xfrm>
          <a:custGeom xmlns:a="http://schemas.openxmlformats.org/drawingml/2006/main">
            <a:pathLst>
              <a:path w="60517" h="96165" fill="none">
                <a:moveTo>
                  <a:pt x="8193" y="11322"/>
                </a:moveTo>
                <a:cubicBezTo>
                  <a:pt x="13560" y="3774"/>
                  <a:pt x="20891" y="0"/>
                  <a:pt x="30186" y="0"/>
                </a:cubicBezTo>
                <a:cubicBezTo>
                  <a:pt x="34786" y="0"/>
                  <a:pt x="39386" y="1211"/>
                  <a:pt x="43986" y="3634"/>
                </a:cubicBezTo>
                <a:cubicBezTo>
                  <a:pt x="48586" y="6057"/>
                  <a:pt x="52323" y="10343"/>
                  <a:pt x="55198" y="16493"/>
                </a:cubicBezTo>
                <a:cubicBezTo>
                  <a:pt x="58744" y="24228"/>
                  <a:pt x="60517" y="34851"/>
                  <a:pt x="60517" y="48362"/>
                </a:cubicBezTo>
                <a:cubicBezTo>
                  <a:pt x="60517" y="62805"/>
                  <a:pt x="58456" y="73848"/>
                  <a:pt x="54335" y="81489"/>
                </a:cubicBezTo>
                <a:cubicBezTo>
                  <a:pt x="52419" y="85402"/>
                  <a:pt x="49784" y="88524"/>
                  <a:pt x="46430" y="90854"/>
                </a:cubicBezTo>
                <a:cubicBezTo>
                  <a:pt x="43075" y="93183"/>
                  <a:pt x="40153" y="94628"/>
                  <a:pt x="37661" y="95187"/>
                </a:cubicBezTo>
                <a:cubicBezTo>
                  <a:pt x="35170" y="95746"/>
                  <a:pt x="32726" y="96072"/>
                  <a:pt x="30330" y="96165"/>
                </a:cubicBezTo>
                <a:cubicBezTo>
                  <a:pt x="27839" y="96165"/>
                  <a:pt x="25347" y="95886"/>
                  <a:pt x="22855" y="95326"/>
                </a:cubicBezTo>
                <a:cubicBezTo>
                  <a:pt x="20364" y="94767"/>
                  <a:pt x="17441" y="93276"/>
                  <a:pt x="14087" y="90854"/>
                </a:cubicBezTo>
                <a:cubicBezTo>
                  <a:pt x="10733" y="88431"/>
                  <a:pt x="8098" y="85309"/>
                  <a:pt x="6181" y="81489"/>
                </a:cubicBezTo>
                <a:cubicBezTo>
                  <a:pt x="2060" y="73848"/>
                  <a:pt x="0" y="62805"/>
                  <a:pt x="0" y="48362"/>
                </a:cubicBezTo>
                <a:cubicBezTo>
                  <a:pt x="0" y="32148"/>
                  <a:pt x="2731" y="19801"/>
                  <a:pt x="8193" y="11322"/>
                </a:cubicBezTo>
                <a:close/>
                <a:moveTo>
                  <a:pt x="40536" y="9644"/>
                </a:moveTo>
                <a:cubicBezTo>
                  <a:pt x="37661" y="6663"/>
                  <a:pt x="34259" y="5172"/>
                  <a:pt x="30330" y="5172"/>
                </a:cubicBezTo>
                <a:cubicBezTo>
                  <a:pt x="26305" y="5172"/>
                  <a:pt x="22855" y="6663"/>
                  <a:pt x="19981" y="9644"/>
                </a:cubicBezTo>
                <a:cubicBezTo>
                  <a:pt x="17585" y="12067"/>
                  <a:pt x="16004" y="15422"/>
                  <a:pt x="15237" y="19708"/>
                </a:cubicBezTo>
                <a:cubicBezTo>
                  <a:pt x="14470" y="23995"/>
                  <a:pt x="14087" y="32940"/>
                  <a:pt x="14087" y="46545"/>
                </a:cubicBezTo>
                <a:cubicBezTo>
                  <a:pt x="14087" y="61268"/>
                  <a:pt x="14470" y="70959"/>
                  <a:pt x="15237" y="75618"/>
                </a:cubicBezTo>
                <a:cubicBezTo>
                  <a:pt x="16004" y="80277"/>
                  <a:pt x="17729" y="83958"/>
                  <a:pt x="20412" y="86660"/>
                </a:cubicBezTo>
                <a:cubicBezTo>
                  <a:pt x="23095" y="89456"/>
                  <a:pt x="26401" y="90854"/>
                  <a:pt x="30330" y="90854"/>
                </a:cubicBezTo>
                <a:cubicBezTo>
                  <a:pt x="34163" y="90854"/>
                  <a:pt x="37422" y="89456"/>
                  <a:pt x="40105" y="86660"/>
                </a:cubicBezTo>
                <a:cubicBezTo>
                  <a:pt x="42884" y="83865"/>
                  <a:pt x="44609" y="79951"/>
                  <a:pt x="45280" y="74919"/>
                </a:cubicBezTo>
                <a:cubicBezTo>
                  <a:pt x="45950" y="69887"/>
                  <a:pt x="46334" y="60429"/>
                  <a:pt x="46430" y="46545"/>
                </a:cubicBezTo>
                <a:cubicBezTo>
                  <a:pt x="46430" y="33033"/>
                  <a:pt x="46046" y="24134"/>
                  <a:pt x="45280" y="19848"/>
                </a:cubicBezTo>
                <a:cubicBezTo>
                  <a:pt x="44513" y="15562"/>
                  <a:pt x="42932" y="12160"/>
                  <a:pt x="40536" y="96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" cap="flat">
            <a:solidFill>
              <a:srgbClr val="000000">
                <a:alpha val="8790"/>
              </a:srgbClr>
            </a:solidFill>
            <a:miter/>
          </a:ln>
        </p:spPr>
      </p:sp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3A95CB-030F-4421-A84F-C4C0C2A6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542" y="2670947"/>
            <a:ext cx="45475" cy="197701"/>
          </a:xfrm>
          <a:custGeom xmlns:a="http://schemas.openxmlformats.org/drawingml/2006/main">
            <a:pathLst>
              <a:path w="45475" h="197701">
                <a:moveTo>
                  <a:pt x="0" y="3559"/>
                </a:moveTo>
                <a:cubicBezTo>
                  <a:pt x="136" y="2636"/>
                  <a:pt x="542" y="1845"/>
                  <a:pt x="1220" y="1186"/>
                </a:cubicBezTo>
                <a:cubicBezTo>
                  <a:pt x="1898" y="527"/>
                  <a:pt x="2846" y="132"/>
                  <a:pt x="4066" y="0"/>
                </a:cubicBezTo>
                <a:cubicBezTo>
                  <a:pt x="5422" y="0"/>
                  <a:pt x="6574" y="659"/>
                  <a:pt x="7523" y="1977"/>
                </a:cubicBezTo>
                <a:cubicBezTo>
                  <a:pt x="7929" y="2900"/>
                  <a:pt x="14300" y="19111"/>
                  <a:pt x="26634" y="50612"/>
                </a:cubicBezTo>
                <a:cubicBezTo>
                  <a:pt x="38969" y="82112"/>
                  <a:pt x="45204" y="98192"/>
                  <a:pt x="45340" y="98851"/>
                </a:cubicBezTo>
                <a:cubicBezTo>
                  <a:pt x="45475" y="99510"/>
                  <a:pt x="39308" y="115589"/>
                  <a:pt x="26838" y="147090"/>
                </a:cubicBezTo>
                <a:cubicBezTo>
                  <a:pt x="14368" y="178590"/>
                  <a:pt x="7929" y="194802"/>
                  <a:pt x="7523" y="195724"/>
                </a:cubicBezTo>
                <a:cubicBezTo>
                  <a:pt x="6574" y="197042"/>
                  <a:pt x="5422" y="197701"/>
                  <a:pt x="4066" y="197701"/>
                </a:cubicBezTo>
                <a:cubicBezTo>
                  <a:pt x="2982" y="197701"/>
                  <a:pt x="2101" y="197372"/>
                  <a:pt x="1423" y="196713"/>
                </a:cubicBezTo>
                <a:cubicBezTo>
                  <a:pt x="745" y="196054"/>
                  <a:pt x="271" y="195197"/>
                  <a:pt x="0" y="194143"/>
                </a:cubicBezTo>
                <a:cubicBezTo>
                  <a:pt x="0" y="193484"/>
                  <a:pt x="6099" y="177470"/>
                  <a:pt x="18298" y="146101"/>
                </a:cubicBezTo>
                <a:cubicBezTo>
                  <a:pt x="30633" y="114864"/>
                  <a:pt x="36800" y="99114"/>
                  <a:pt x="36800" y="98851"/>
                </a:cubicBezTo>
                <a:cubicBezTo>
                  <a:pt x="36800" y="98587"/>
                  <a:pt x="30633" y="82837"/>
                  <a:pt x="18298" y="51600"/>
                </a:cubicBezTo>
                <a:cubicBezTo>
                  <a:pt x="6099" y="20231"/>
                  <a:pt x="0" y="4218"/>
                  <a:pt x="0" y="35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D7C165-3029-4163-B5BF-F8E06EFE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542" y="2670947"/>
            <a:ext cx="45475" cy="197701"/>
          </a:xfrm>
          <a:custGeom xmlns:a="http://schemas.openxmlformats.org/drawingml/2006/main">
            <a:pathLst>
              <a:path w="45475" h="197701" fill="none">
                <a:moveTo>
                  <a:pt x="0" y="3559"/>
                </a:moveTo>
                <a:cubicBezTo>
                  <a:pt x="136" y="2636"/>
                  <a:pt x="542" y="1845"/>
                  <a:pt x="1220" y="1186"/>
                </a:cubicBezTo>
                <a:cubicBezTo>
                  <a:pt x="1898" y="527"/>
                  <a:pt x="2846" y="132"/>
                  <a:pt x="4066" y="0"/>
                </a:cubicBezTo>
                <a:cubicBezTo>
                  <a:pt x="5422" y="0"/>
                  <a:pt x="6574" y="659"/>
                  <a:pt x="7523" y="1977"/>
                </a:cubicBezTo>
                <a:cubicBezTo>
                  <a:pt x="7929" y="2900"/>
                  <a:pt x="14300" y="19111"/>
                  <a:pt x="26634" y="50612"/>
                </a:cubicBezTo>
                <a:cubicBezTo>
                  <a:pt x="38969" y="82112"/>
                  <a:pt x="45204" y="98192"/>
                  <a:pt x="45340" y="98851"/>
                </a:cubicBezTo>
                <a:cubicBezTo>
                  <a:pt x="45475" y="99510"/>
                  <a:pt x="39308" y="115589"/>
                  <a:pt x="26838" y="147090"/>
                </a:cubicBezTo>
                <a:cubicBezTo>
                  <a:pt x="14368" y="178590"/>
                  <a:pt x="7929" y="194802"/>
                  <a:pt x="7523" y="195724"/>
                </a:cubicBezTo>
                <a:cubicBezTo>
                  <a:pt x="6574" y="197042"/>
                  <a:pt x="5422" y="197701"/>
                  <a:pt x="4066" y="197701"/>
                </a:cubicBezTo>
                <a:cubicBezTo>
                  <a:pt x="2982" y="197701"/>
                  <a:pt x="2101" y="197372"/>
                  <a:pt x="1423" y="196713"/>
                </a:cubicBezTo>
                <a:cubicBezTo>
                  <a:pt x="745" y="196054"/>
                  <a:pt x="271" y="195197"/>
                  <a:pt x="0" y="194143"/>
                </a:cubicBezTo>
                <a:cubicBezTo>
                  <a:pt x="0" y="193484"/>
                  <a:pt x="6099" y="177470"/>
                  <a:pt x="18298" y="146101"/>
                </a:cubicBezTo>
                <a:cubicBezTo>
                  <a:pt x="30633" y="114864"/>
                  <a:pt x="36800" y="99114"/>
                  <a:pt x="36800" y="98851"/>
                </a:cubicBezTo>
                <a:cubicBezTo>
                  <a:pt x="36800" y="98587"/>
                  <a:pt x="30633" y="82837"/>
                  <a:pt x="18298" y="51600"/>
                </a:cubicBezTo>
                <a:cubicBezTo>
                  <a:pt x="6099" y="20231"/>
                  <a:pt x="0" y="4218"/>
                  <a:pt x="0" y="355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75FFD9-3A35-4DDC-A31F-069F970F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113" y="2718198"/>
            <a:ext cx="180748" cy="103200"/>
          </a:xfrm>
          <a:custGeom xmlns:a="http://schemas.openxmlformats.org/drawingml/2006/main">
            <a:pathLst>
              <a:path w="180748" h="103200">
                <a:moveTo>
                  <a:pt x="180748" y="49425"/>
                </a:moveTo>
                <a:cubicBezTo>
                  <a:pt x="180748" y="49425"/>
                  <a:pt x="180748" y="50150"/>
                  <a:pt x="180748" y="51600"/>
                </a:cubicBezTo>
                <a:cubicBezTo>
                  <a:pt x="180748" y="53050"/>
                  <a:pt x="179732" y="54368"/>
                  <a:pt x="177699" y="55554"/>
                </a:cubicBezTo>
                <a:lnTo>
                  <a:pt x="22365" y="55554"/>
                </a:lnTo>
                <a:cubicBezTo>
                  <a:pt x="22636" y="55818"/>
                  <a:pt x="23788" y="56740"/>
                  <a:pt x="25821" y="58322"/>
                </a:cubicBezTo>
                <a:cubicBezTo>
                  <a:pt x="27854" y="59903"/>
                  <a:pt x="29820" y="61683"/>
                  <a:pt x="31717" y="63660"/>
                </a:cubicBezTo>
                <a:cubicBezTo>
                  <a:pt x="33615" y="65637"/>
                  <a:pt x="35851" y="68075"/>
                  <a:pt x="38427" y="70975"/>
                </a:cubicBezTo>
                <a:cubicBezTo>
                  <a:pt x="41002" y="73874"/>
                  <a:pt x="43239" y="77565"/>
                  <a:pt x="45136" y="82046"/>
                </a:cubicBezTo>
                <a:cubicBezTo>
                  <a:pt x="47034" y="86527"/>
                  <a:pt x="48796" y="91206"/>
                  <a:pt x="50422" y="96083"/>
                </a:cubicBezTo>
                <a:cubicBezTo>
                  <a:pt x="51100" y="98455"/>
                  <a:pt x="51439" y="100103"/>
                  <a:pt x="51439" y="101025"/>
                </a:cubicBezTo>
                <a:cubicBezTo>
                  <a:pt x="51439" y="102475"/>
                  <a:pt x="50084" y="103200"/>
                  <a:pt x="47373" y="103200"/>
                </a:cubicBezTo>
                <a:cubicBezTo>
                  <a:pt x="46424" y="103200"/>
                  <a:pt x="45746" y="103200"/>
                  <a:pt x="45340" y="103200"/>
                </a:cubicBezTo>
                <a:cubicBezTo>
                  <a:pt x="44933" y="103200"/>
                  <a:pt x="44526" y="102936"/>
                  <a:pt x="44120" y="102409"/>
                </a:cubicBezTo>
                <a:cubicBezTo>
                  <a:pt x="43713" y="101882"/>
                  <a:pt x="43374" y="101289"/>
                  <a:pt x="43103" y="100630"/>
                </a:cubicBezTo>
                <a:cubicBezTo>
                  <a:pt x="42832" y="99971"/>
                  <a:pt x="42561" y="98719"/>
                  <a:pt x="42290" y="96874"/>
                </a:cubicBezTo>
                <a:cubicBezTo>
                  <a:pt x="39850" y="87252"/>
                  <a:pt x="35242" y="78685"/>
                  <a:pt x="28464" y="71172"/>
                </a:cubicBezTo>
                <a:cubicBezTo>
                  <a:pt x="21687" y="63660"/>
                  <a:pt x="13419" y="58058"/>
                  <a:pt x="3660" y="54368"/>
                </a:cubicBezTo>
                <a:cubicBezTo>
                  <a:pt x="1627" y="53577"/>
                  <a:pt x="407" y="52852"/>
                  <a:pt x="0" y="52193"/>
                </a:cubicBezTo>
                <a:cubicBezTo>
                  <a:pt x="0" y="51271"/>
                  <a:pt x="271" y="50612"/>
                  <a:pt x="813" y="50216"/>
                </a:cubicBezTo>
                <a:cubicBezTo>
                  <a:pt x="1355" y="49821"/>
                  <a:pt x="2304" y="49359"/>
                  <a:pt x="3660" y="48832"/>
                </a:cubicBezTo>
                <a:cubicBezTo>
                  <a:pt x="10166" y="46328"/>
                  <a:pt x="15926" y="43033"/>
                  <a:pt x="20942" y="38947"/>
                </a:cubicBezTo>
                <a:cubicBezTo>
                  <a:pt x="25957" y="34861"/>
                  <a:pt x="29820" y="30841"/>
                  <a:pt x="32531" y="26887"/>
                </a:cubicBezTo>
                <a:cubicBezTo>
                  <a:pt x="35242" y="22933"/>
                  <a:pt x="37410" y="19045"/>
                  <a:pt x="39037" y="15223"/>
                </a:cubicBezTo>
                <a:cubicBezTo>
                  <a:pt x="40663" y="11401"/>
                  <a:pt x="41815" y="8369"/>
                  <a:pt x="42493" y="6129"/>
                </a:cubicBezTo>
                <a:lnTo>
                  <a:pt x="43103" y="2768"/>
                </a:lnTo>
                <a:cubicBezTo>
                  <a:pt x="43374" y="1977"/>
                  <a:pt x="43577" y="1450"/>
                  <a:pt x="43713" y="1186"/>
                </a:cubicBezTo>
                <a:cubicBezTo>
                  <a:pt x="43849" y="923"/>
                  <a:pt x="44187" y="659"/>
                  <a:pt x="44730" y="395"/>
                </a:cubicBezTo>
                <a:cubicBezTo>
                  <a:pt x="45272" y="132"/>
                  <a:pt x="46153" y="0"/>
                  <a:pt x="47373" y="0"/>
                </a:cubicBezTo>
                <a:cubicBezTo>
                  <a:pt x="50084" y="0"/>
                  <a:pt x="51439" y="725"/>
                  <a:pt x="51439" y="2175"/>
                </a:cubicBezTo>
                <a:cubicBezTo>
                  <a:pt x="51439" y="3097"/>
                  <a:pt x="51100" y="4745"/>
                  <a:pt x="50422" y="7117"/>
                </a:cubicBezTo>
                <a:cubicBezTo>
                  <a:pt x="49067" y="11994"/>
                  <a:pt x="47373" y="16541"/>
                  <a:pt x="45340" y="20759"/>
                </a:cubicBezTo>
                <a:cubicBezTo>
                  <a:pt x="43306" y="24976"/>
                  <a:pt x="41138" y="28535"/>
                  <a:pt x="38833" y="31435"/>
                </a:cubicBezTo>
                <a:cubicBezTo>
                  <a:pt x="36529" y="34334"/>
                  <a:pt x="34428" y="36772"/>
                  <a:pt x="32531" y="38749"/>
                </a:cubicBezTo>
                <a:cubicBezTo>
                  <a:pt x="30633" y="40726"/>
                  <a:pt x="28600" y="42572"/>
                  <a:pt x="26431" y="44285"/>
                </a:cubicBezTo>
                <a:cubicBezTo>
                  <a:pt x="24262" y="45998"/>
                  <a:pt x="22907" y="47119"/>
                  <a:pt x="22365" y="47646"/>
                </a:cubicBezTo>
                <a:lnTo>
                  <a:pt x="177699" y="47646"/>
                </a:lnTo>
                <a:cubicBezTo>
                  <a:pt x="179732" y="48832"/>
                  <a:pt x="180748" y="50150"/>
                  <a:pt x="180748" y="51600"/>
                </a:cubicBezTo>
                <a:lnTo>
                  <a:pt x="180748" y="494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5F1521-6D28-44FA-AD17-159997E0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113" y="2718198"/>
            <a:ext cx="180748" cy="103200"/>
          </a:xfrm>
          <a:custGeom xmlns:a="http://schemas.openxmlformats.org/drawingml/2006/main">
            <a:pathLst>
              <a:path w="180748" h="103200" fill="none">
                <a:moveTo>
                  <a:pt x="180748" y="49425"/>
                </a:moveTo>
                <a:cubicBezTo>
                  <a:pt x="180748" y="49425"/>
                  <a:pt x="180748" y="50150"/>
                  <a:pt x="180748" y="51600"/>
                </a:cubicBezTo>
                <a:cubicBezTo>
                  <a:pt x="180748" y="53050"/>
                  <a:pt x="179732" y="54368"/>
                  <a:pt x="177699" y="55554"/>
                </a:cubicBezTo>
                <a:lnTo>
                  <a:pt x="22365" y="55554"/>
                </a:lnTo>
                <a:cubicBezTo>
                  <a:pt x="22636" y="55818"/>
                  <a:pt x="23788" y="56740"/>
                  <a:pt x="25821" y="58322"/>
                </a:cubicBezTo>
                <a:cubicBezTo>
                  <a:pt x="27854" y="59903"/>
                  <a:pt x="29820" y="61683"/>
                  <a:pt x="31717" y="63660"/>
                </a:cubicBezTo>
                <a:cubicBezTo>
                  <a:pt x="33615" y="65637"/>
                  <a:pt x="35851" y="68075"/>
                  <a:pt x="38427" y="70975"/>
                </a:cubicBezTo>
                <a:cubicBezTo>
                  <a:pt x="41002" y="73874"/>
                  <a:pt x="43239" y="77565"/>
                  <a:pt x="45136" y="82046"/>
                </a:cubicBezTo>
                <a:cubicBezTo>
                  <a:pt x="47034" y="86527"/>
                  <a:pt x="48796" y="91206"/>
                  <a:pt x="50422" y="96083"/>
                </a:cubicBezTo>
                <a:cubicBezTo>
                  <a:pt x="51100" y="98455"/>
                  <a:pt x="51439" y="100103"/>
                  <a:pt x="51439" y="101025"/>
                </a:cubicBezTo>
                <a:cubicBezTo>
                  <a:pt x="51439" y="102475"/>
                  <a:pt x="50084" y="103200"/>
                  <a:pt x="47373" y="103200"/>
                </a:cubicBezTo>
                <a:cubicBezTo>
                  <a:pt x="46424" y="103200"/>
                  <a:pt x="45746" y="103200"/>
                  <a:pt x="45340" y="103200"/>
                </a:cubicBezTo>
                <a:cubicBezTo>
                  <a:pt x="44933" y="103200"/>
                  <a:pt x="44526" y="102936"/>
                  <a:pt x="44120" y="102409"/>
                </a:cubicBezTo>
                <a:cubicBezTo>
                  <a:pt x="43713" y="101882"/>
                  <a:pt x="43374" y="101289"/>
                  <a:pt x="43103" y="100630"/>
                </a:cubicBezTo>
                <a:cubicBezTo>
                  <a:pt x="42832" y="99971"/>
                  <a:pt x="42561" y="98719"/>
                  <a:pt x="42290" y="96874"/>
                </a:cubicBezTo>
                <a:cubicBezTo>
                  <a:pt x="39850" y="87252"/>
                  <a:pt x="35242" y="78685"/>
                  <a:pt x="28464" y="71172"/>
                </a:cubicBezTo>
                <a:cubicBezTo>
                  <a:pt x="21687" y="63660"/>
                  <a:pt x="13419" y="58058"/>
                  <a:pt x="3660" y="54368"/>
                </a:cubicBezTo>
                <a:cubicBezTo>
                  <a:pt x="1627" y="53577"/>
                  <a:pt x="407" y="52852"/>
                  <a:pt x="0" y="52193"/>
                </a:cubicBezTo>
                <a:cubicBezTo>
                  <a:pt x="0" y="51271"/>
                  <a:pt x="271" y="50612"/>
                  <a:pt x="813" y="50216"/>
                </a:cubicBezTo>
                <a:cubicBezTo>
                  <a:pt x="1355" y="49821"/>
                  <a:pt x="2304" y="49359"/>
                  <a:pt x="3660" y="48832"/>
                </a:cubicBezTo>
                <a:cubicBezTo>
                  <a:pt x="10166" y="46328"/>
                  <a:pt x="15926" y="43033"/>
                  <a:pt x="20942" y="38947"/>
                </a:cubicBezTo>
                <a:cubicBezTo>
                  <a:pt x="25957" y="34861"/>
                  <a:pt x="29820" y="30841"/>
                  <a:pt x="32531" y="26887"/>
                </a:cubicBezTo>
                <a:cubicBezTo>
                  <a:pt x="35242" y="22933"/>
                  <a:pt x="37410" y="19045"/>
                  <a:pt x="39037" y="15223"/>
                </a:cubicBezTo>
                <a:cubicBezTo>
                  <a:pt x="40663" y="11401"/>
                  <a:pt x="41815" y="8369"/>
                  <a:pt x="42493" y="6129"/>
                </a:cubicBezTo>
                <a:lnTo>
                  <a:pt x="43103" y="2768"/>
                </a:lnTo>
                <a:cubicBezTo>
                  <a:pt x="43374" y="1977"/>
                  <a:pt x="43577" y="1450"/>
                  <a:pt x="43713" y="1186"/>
                </a:cubicBezTo>
                <a:cubicBezTo>
                  <a:pt x="43849" y="923"/>
                  <a:pt x="44187" y="659"/>
                  <a:pt x="44730" y="395"/>
                </a:cubicBezTo>
                <a:cubicBezTo>
                  <a:pt x="45272" y="132"/>
                  <a:pt x="46153" y="0"/>
                  <a:pt x="47373" y="0"/>
                </a:cubicBezTo>
                <a:cubicBezTo>
                  <a:pt x="50084" y="0"/>
                  <a:pt x="51439" y="725"/>
                  <a:pt x="51439" y="2175"/>
                </a:cubicBezTo>
                <a:cubicBezTo>
                  <a:pt x="51439" y="3097"/>
                  <a:pt x="51100" y="4745"/>
                  <a:pt x="50422" y="7117"/>
                </a:cubicBezTo>
                <a:cubicBezTo>
                  <a:pt x="49067" y="11994"/>
                  <a:pt x="47373" y="16541"/>
                  <a:pt x="45340" y="20759"/>
                </a:cubicBezTo>
                <a:cubicBezTo>
                  <a:pt x="43306" y="24976"/>
                  <a:pt x="41138" y="28535"/>
                  <a:pt x="38833" y="31435"/>
                </a:cubicBezTo>
                <a:cubicBezTo>
                  <a:pt x="36529" y="34334"/>
                  <a:pt x="34428" y="36772"/>
                  <a:pt x="32531" y="38749"/>
                </a:cubicBezTo>
                <a:cubicBezTo>
                  <a:pt x="30633" y="40726"/>
                  <a:pt x="28600" y="42572"/>
                  <a:pt x="26431" y="44285"/>
                </a:cubicBezTo>
                <a:cubicBezTo>
                  <a:pt x="24262" y="45998"/>
                  <a:pt x="22907" y="47119"/>
                  <a:pt x="22365" y="47646"/>
                </a:cubicBezTo>
                <a:lnTo>
                  <a:pt x="177699" y="47646"/>
                </a:lnTo>
                <a:cubicBezTo>
                  <a:pt x="179732" y="48832"/>
                  <a:pt x="180748" y="50150"/>
                  <a:pt x="180748" y="51600"/>
                </a:cubicBezTo>
                <a:lnTo>
                  <a:pt x="180748" y="494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716F79-393D-4C2A-BDF2-1D24FDD6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7894" y="2679844"/>
            <a:ext cx="144355" cy="143729"/>
          </a:xfrm>
          <a:custGeom xmlns:a="http://schemas.openxmlformats.org/drawingml/2006/main">
            <a:pathLst>
              <a:path w="144355" h="143729">
                <a:moveTo>
                  <a:pt x="0" y="89559"/>
                </a:moveTo>
                <a:cubicBezTo>
                  <a:pt x="0" y="74402"/>
                  <a:pt x="4541" y="59838"/>
                  <a:pt x="13622" y="45867"/>
                </a:cubicBezTo>
                <a:cubicBezTo>
                  <a:pt x="22704" y="31896"/>
                  <a:pt x="34157" y="20825"/>
                  <a:pt x="47983" y="12653"/>
                </a:cubicBezTo>
                <a:cubicBezTo>
                  <a:pt x="61808" y="4481"/>
                  <a:pt x="75634" y="330"/>
                  <a:pt x="89459" y="198"/>
                </a:cubicBezTo>
                <a:cubicBezTo>
                  <a:pt x="101658" y="198"/>
                  <a:pt x="111350" y="3559"/>
                  <a:pt x="118533" y="10280"/>
                </a:cubicBezTo>
                <a:cubicBezTo>
                  <a:pt x="119753" y="11598"/>
                  <a:pt x="120770" y="12719"/>
                  <a:pt x="121583" y="13641"/>
                </a:cubicBezTo>
                <a:cubicBezTo>
                  <a:pt x="122396" y="14564"/>
                  <a:pt x="122939" y="15223"/>
                  <a:pt x="123210" y="15618"/>
                </a:cubicBezTo>
                <a:lnTo>
                  <a:pt x="123413" y="16212"/>
                </a:lnTo>
                <a:cubicBezTo>
                  <a:pt x="123820" y="16212"/>
                  <a:pt x="125650" y="14498"/>
                  <a:pt x="128903" y="11071"/>
                </a:cubicBezTo>
                <a:cubicBezTo>
                  <a:pt x="129851" y="10280"/>
                  <a:pt x="130868" y="9358"/>
                  <a:pt x="131952" y="8303"/>
                </a:cubicBezTo>
                <a:cubicBezTo>
                  <a:pt x="133037" y="7249"/>
                  <a:pt x="134121" y="6195"/>
                  <a:pt x="135205" y="5140"/>
                </a:cubicBezTo>
                <a:cubicBezTo>
                  <a:pt x="136290" y="4086"/>
                  <a:pt x="136967" y="3361"/>
                  <a:pt x="137239" y="2966"/>
                </a:cubicBezTo>
                <a:lnTo>
                  <a:pt x="140288" y="0"/>
                </a:lnTo>
                <a:lnTo>
                  <a:pt x="141508" y="0"/>
                </a:lnTo>
                <a:cubicBezTo>
                  <a:pt x="143406" y="0"/>
                  <a:pt x="144355" y="461"/>
                  <a:pt x="144355" y="1384"/>
                </a:cubicBezTo>
                <a:cubicBezTo>
                  <a:pt x="144355" y="1911"/>
                  <a:pt x="142186" y="10939"/>
                  <a:pt x="137849" y="28469"/>
                </a:cubicBezTo>
                <a:cubicBezTo>
                  <a:pt x="132969" y="46789"/>
                  <a:pt x="130529" y="56015"/>
                  <a:pt x="130529" y="56147"/>
                </a:cubicBezTo>
                <a:cubicBezTo>
                  <a:pt x="130258" y="56806"/>
                  <a:pt x="129919" y="57202"/>
                  <a:pt x="129513" y="57333"/>
                </a:cubicBezTo>
                <a:cubicBezTo>
                  <a:pt x="129106" y="57465"/>
                  <a:pt x="127886" y="57597"/>
                  <a:pt x="125853" y="57729"/>
                </a:cubicBezTo>
                <a:lnTo>
                  <a:pt x="122600" y="57729"/>
                </a:lnTo>
                <a:cubicBezTo>
                  <a:pt x="121787" y="56938"/>
                  <a:pt x="121380" y="56345"/>
                  <a:pt x="121380" y="55949"/>
                </a:cubicBezTo>
                <a:cubicBezTo>
                  <a:pt x="121380" y="55818"/>
                  <a:pt x="121448" y="55356"/>
                  <a:pt x="121583" y="54566"/>
                </a:cubicBezTo>
                <a:cubicBezTo>
                  <a:pt x="121719" y="53775"/>
                  <a:pt x="121854" y="52457"/>
                  <a:pt x="121990" y="50612"/>
                </a:cubicBezTo>
                <a:cubicBezTo>
                  <a:pt x="122125" y="48766"/>
                  <a:pt x="122193" y="46658"/>
                  <a:pt x="122193" y="44285"/>
                </a:cubicBezTo>
                <a:cubicBezTo>
                  <a:pt x="122193" y="34927"/>
                  <a:pt x="120024" y="26756"/>
                  <a:pt x="115687" y="19770"/>
                </a:cubicBezTo>
                <a:cubicBezTo>
                  <a:pt x="111350" y="12785"/>
                  <a:pt x="103962" y="9226"/>
                  <a:pt x="93526" y="9094"/>
                </a:cubicBezTo>
                <a:cubicBezTo>
                  <a:pt x="91086" y="9094"/>
                  <a:pt x="88443" y="9292"/>
                  <a:pt x="85596" y="9687"/>
                </a:cubicBezTo>
                <a:cubicBezTo>
                  <a:pt x="82750" y="10083"/>
                  <a:pt x="79158" y="10939"/>
                  <a:pt x="74820" y="12257"/>
                </a:cubicBezTo>
                <a:cubicBezTo>
                  <a:pt x="70483" y="13575"/>
                  <a:pt x="66349" y="15421"/>
                  <a:pt x="62418" y="17793"/>
                </a:cubicBezTo>
                <a:cubicBezTo>
                  <a:pt x="58487" y="20166"/>
                  <a:pt x="54218" y="23329"/>
                  <a:pt x="49609" y="27283"/>
                </a:cubicBezTo>
                <a:cubicBezTo>
                  <a:pt x="45001" y="31237"/>
                  <a:pt x="41070" y="35916"/>
                  <a:pt x="37817" y="41320"/>
                </a:cubicBezTo>
                <a:cubicBezTo>
                  <a:pt x="34564" y="46723"/>
                  <a:pt x="31378" y="53445"/>
                  <a:pt x="28261" y="61485"/>
                </a:cubicBezTo>
                <a:cubicBezTo>
                  <a:pt x="25143" y="69525"/>
                  <a:pt x="23043" y="78356"/>
                  <a:pt x="21958" y="87977"/>
                </a:cubicBezTo>
                <a:cubicBezTo>
                  <a:pt x="21687" y="90349"/>
                  <a:pt x="21552" y="92920"/>
                  <a:pt x="21552" y="95687"/>
                </a:cubicBezTo>
                <a:cubicBezTo>
                  <a:pt x="21552" y="102014"/>
                  <a:pt x="22500" y="107615"/>
                  <a:pt x="24398" y="112492"/>
                </a:cubicBezTo>
                <a:cubicBezTo>
                  <a:pt x="26296" y="117369"/>
                  <a:pt x="28735" y="121125"/>
                  <a:pt x="31717" y="123761"/>
                </a:cubicBezTo>
                <a:cubicBezTo>
                  <a:pt x="34699" y="126397"/>
                  <a:pt x="38088" y="128638"/>
                  <a:pt x="41883" y="130483"/>
                </a:cubicBezTo>
                <a:cubicBezTo>
                  <a:pt x="45678" y="132328"/>
                  <a:pt x="49203" y="133448"/>
                  <a:pt x="52456" y="133844"/>
                </a:cubicBezTo>
                <a:cubicBezTo>
                  <a:pt x="55709" y="134239"/>
                  <a:pt x="58758" y="134503"/>
                  <a:pt x="61605" y="134635"/>
                </a:cubicBezTo>
                <a:cubicBezTo>
                  <a:pt x="68924" y="134635"/>
                  <a:pt x="75634" y="133119"/>
                  <a:pt x="81733" y="130087"/>
                </a:cubicBezTo>
                <a:cubicBezTo>
                  <a:pt x="87833" y="127056"/>
                  <a:pt x="92035" y="123168"/>
                  <a:pt x="94339" y="118423"/>
                </a:cubicBezTo>
                <a:cubicBezTo>
                  <a:pt x="94745" y="117369"/>
                  <a:pt x="95762" y="113744"/>
                  <a:pt x="97389" y="107550"/>
                </a:cubicBezTo>
                <a:cubicBezTo>
                  <a:pt x="99015" y="101355"/>
                  <a:pt x="99828" y="97862"/>
                  <a:pt x="99828" y="97071"/>
                </a:cubicBezTo>
                <a:cubicBezTo>
                  <a:pt x="99828" y="96017"/>
                  <a:pt x="98947" y="95358"/>
                  <a:pt x="97185" y="95094"/>
                </a:cubicBezTo>
                <a:cubicBezTo>
                  <a:pt x="95423" y="94831"/>
                  <a:pt x="91357" y="94633"/>
                  <a:pt x="84986" y="94501"/>
                </a:cubicBezTo>
                <a:lnTo>
                  <a:pt x="77464" y="94501"/>
                </a:lnTo>
                <a:cubicBezTo>
                  <a:pt x="76650" y="93710"/>
                  <a:pt x="76244" y="93183"/>
                  <a:pt x="76244" y="92920"/>
                </a:cubicBezTo>
                <a:cubicBezTo>
                  <a:pt x="76244" y="92656"/>
                  <a:pt x="76379" y="91404"/>
                  <a:pt x="76650" y="89163"/>
                </a:cubicBezTo>
                <a:cubicBezTo>
                  <a:pt x="77192" y="87450"/>
                  <a:pt x="77870" y="86198"/>
                  <a:pt x="78683" y="85407"/>
                </a:cubicBezTo>
                <a:lnTo>
                  <a:pt x="82140" y="85407"/>
                </a:lnTo>
                <a:cubicBezTo>
                  <a:pt x="87562" y="85671"/>
                  <a:pt x="97050" y="85802"/>
                  <a:pt x="110604" y="85802"/>
                </a:cubicBezTo>
                <a:cubicBezTo>
                  <a:pt x="116026" y="85802"/>
                  <a:pt x="120431" y="85802"/>
                  <a:pt x="123820" y="85802"/>
                </a:cubicBezTo>
                <a:cubicBezTo>
                  <a:pt x="127208" y="85802"/>
                  <a:pt x="129648" y="85736"/>
                  <a:pt x="131139" y="85605"/>
                </a:cubicBezTo>
                <a:cubicBezTo>
                  <a:pt x="132630" y="85473"/>
                  <a:pt x="133443" y="85473"/>
                  <a:pt x="133579" y="85605"/>
                </a:cubicBezTo>
                <a:cubicBezTo>
                  <a:pt x="135476" y="85605"/>
                  <a:pt x="136425" y="86198"/>
                  <a:pt x="136425" y="87384"/>
                </a:cubicBezTo>
                <a:cubicBezTo>
                  <a:pt x="136425" y="87648"/>
                  <a:pt x="136290" y="88570"/>
                  <a:pt x="136019" y="90152"/>
                </a:cubicBezTo>
                <a:cubicBezTo>
                  <a:pt x="135341" y="92656"/>
                  <a:pt x="134663" y="94040"/>
                  <a:pt x="133986" y="94304"/>
                </a:cubicBezTo>
                <a:cubicBezTo>
                  <a:pt x="133579" y="94435"/>
                  <a:pt x="132562" y="94501"/>
                  <a:pt x="130936" y="94501"/>
                </a:cubicBezTo>
                <a:cubicBezTo>
                  <a:pt x="128225" y="94501"/>
                  <a:pt x="125446" y="94699"/>
                  <a:pt x="122600" y="95094"/>
                </a:cubicBezTo>
                <a:cubicBezTo>
                  <a:pt x="121651" y="95490"/>
                  <a:pt x="120973" y="96083"/>
                  <a:pt x="120567" y="96874"/>
                </a:cubicBezTo>
                <a:cubicBezTo>
                  <a:pt x="120160" y="97664"/>
                  <a:pt x="119211" y="101025"/>
                  <a:pt x="117720" y="106956"/>
                </a:cubicBezTo>
                <a:cubicBezTo>
                  <a:pt x="116500" y="111306"/>
                  <a:pt x="115484" y="114996"/>
                  <a:pt x="114670" y="118028"/>
                </a:cubicBezTo>
                <a:cubicBezTo>
                  <a:pt x="111282" y="131471"/>
                  <a:pt x="109384" y="138391"/>
                  <a:pt x="108978" y="138786"/>
                </a:cubicBezTo>
                <a:cubicBezTo>
                  <a:pt x="108707" y="139050"/>
                  <a:pt x="108368" y="139182"/>
                  <a:pt x="107961" y="139182"/>
                </a:cubicBezTo>
                <a:cubicBezTo>
                  <a:pt x="106606" y="139182"/>
                  <a:pt x="104708" y="137864"/>
                  <a:pt x="102268" y="135228"/>
                </a:cubicBezTo>
                <a:cubicBezTo>
                  <a:pt x="99828" y="132592"/>
                  <a:pt x="98270" y="130549"/>
                  <a:pt x="97592" y="129099"/>
                </a:cubicBezTo>
                <a:cubicBezTo>
                  <a:pt x="97592" y="128967"/>
                  <a:pt x="97456" y="128967"/>
                  <a:pt x="97185" y="129099"/>
                </a:cubicBezTo>
                <a:cubicBezTo>
                  <a:pt x="96914" y="129231"/>
                  <a:pt x="96508" y="129560"/>
                  <a:pt x="95965" y="130087"/>
                </a:cubicBezTo>
                <a:cubicBezTo>
                  <a:pt x="85935" y="139182"/>
                  <a:pt x="72381" y="143729"/>
                  <a:pt x="55302" y="143729"/>
                </a:cubicBezTo>
                <a:cubicBezTo>
                  <a:pt x="38901" y="143729"/>
                  <a:pt x="25618" y="138655"/>
                  <a:pt x="15452" y="128506"/>
                </a:cubicBezTo>
                <a:cubicBezTo>
                  <a:pt x="5286" y="118357"/>
                  <a:pt x="136" y="105375"/>
                  <a:pt x="0" y="895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A7CF42-A41E-4551-BBAF-A928191F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7894" y="2679844"/>
            <a:ext cx="144355" cy="143729"/>
          </a:xfrm>
          <a:custGeom xmlns:a="http://schemas.openxmlformats.org/drawingml/2006/main">
            <a:pathLst>
              <a:path w="144355" h="143729" fill="none">
                <a:moveTo>
                  <a:pt x="0" y="89559"/>
                </a:moveTo>
                <a:cubicBezTo>
                  <a:pt x="0" y="74402"/>
                  <a:pt x="4541" y="59838"/>
                  <a:pt x="13622" y="45867"/>
                </a:cubicBezTo>
                <a:cubicBezTo>
                  <a:pt x="22704" y="31896"/>
                  <a:pt x="34157" y="20825"/>
                  <a:pt x="47983" y="12653"/>
                </a:cubicBezTo>
                <a:cubicBezTo>
                  <a:pt x="61808" y="4481"/>
                  <a:pt x="75634" y="330"/>
                  <a:pt x="89459" y="198"/>
                </a:cubicBezTo>
                <a:cubicBezTo>
                  <a:pt x="101658" y="198"/>
                  <a:pt x="111350" y="3559"/>
                  <a:pt x="118533" y="10280"/>
                </a:cubicBezTo>
                <a:cubicBezTo>
                  <a:pt x="119753" y="11598"/>
                  <a:pt x="120770" y="12719"/>
                  <a:pt x="121583" y="13641"/>
                </a:cubicBezTo>
                <a:cubicBezTo>
                  <a:pt x="122396" y="14564"/>
                  <a:pt x="122939" y="15223"/>
                  <a:pt x="123210" y="15618"/>
                </a:cubicBezTo>
                <a:lnTo>
                  <a:pt x="123413" y="16212"/>
                </a:lnTo>
                <a:cubicBezTo>
                  <a:pt x="123820" y="16212"/>
                  <a:pt x="125650" y="14498"/>
                  <a:pt x="128903" y="11071"/>
                </a:cubicBezTo>
                <a:cubicBezTo>
                  <a:pt x="129851" y="10280"/>
                  <a:pt x="130868" y="9358"/>
                  <a:pt x="131952" y="8303"/>
                </a:cubicBezTo>
                <a:cubicBezTo>
                  <a:pt x="133037" y="7249"/>
                  <a:pt x="134121" y="6195"/>
                  <a:pt x="135205" y="5140"/>
                </a:cubicBezTo>
                <a:cubicBezTo>
                  <a:pt x="136290" y="4086"/>
                  <a:pt x="136967" y="3361"/>
                  <a:pt x="137239" y="2966"/>
                </a:cubicBezTo>
                <a:lnTo>
                  <a:pt x="140288" y="0"/>
                </a:lnTo>
                <a:lnTo>
                  <a:pt x="141508" y="0"/>
                </a:lnTo>
                <a:cubicBezTo>
                  <a:pt x="143406" y="0"/>
                  <a:pt x="144355" y="461"/>
                  <a:pt x="144355" y="1384"/>
                </a:cubicBezTo>
                <a:cubicBezTo>
                  <a:pt x="144355" y="1911"/>
                  <a:pt x="142186" y="10939"/>
                  <a:pt x="137849" y="28469"/>
                </a:cubicBezTo>
                <a:cubicBezTo>
                  <a:pt x="132969" y="46789"/>
                  <a:pt x="130529" y="56015"/>
                  <a:pt x="130529" y="56147"/>
                </a:cubicBezTo>
                <a:cubicBezTo>
                  <a:pt x="130258" y="56806"/>
                  <a:pt x="129919" y="57202"/>
                  <a:pt x="129513" y="57333"/>
                </a:cubicBezTo>
                <a:cubicBezTo>
                  <a:pt x="129106" y="57465"/>
                  <a:pt x="127886" y="57597"/>
                  <a:pt x="125853" y="57729"/>
                </a:cubicBezTo>
                <a:lnTo>
                  <a:pt x="122600" y="57729"/>
                </a:lnTo>
                <a:cubicBezTo>
                  <a:pt x="121787" y="56938"/>
                  <a:pt x="121380" y="56345"/>
                  <a:pt x="121380" y="55949"/>
                </a:cubicBezTo>
                <a:cubicBezTo>
                  <a:pt x="121380" y="55818"/>
                  <a:pt x="121448" y="55356"/>
                  <a:pt x="121583" y="54566"/>
                </a:cubicBezTo>
                <a:cubicBezTo>
                  <a:pt x="121719" y="53775"/>
                  <a:pt x="121854" y="52457"/>
                  <a:pt x="121990" y="50612"/>
                </a:cubicBezTo>
                <a:cubicBezTo>
                  <a:pt x="122125" y="48766"/>
                  <a:pt x="122193" y="46658"/>
                  <a:pt x="122193" y="44285"/>
                </a:cubicBezTo>
                <a:cubicBezTo>
                  <a:pt x="122193" y="34927"/>
                  <a:pt x="120024" y="26756"/>
                  <a:pt x="115687" y="19770"/>
                </a:cubicBezTo>
                <a:cubicBezTo>
                  <a:pt x="111350" y="12785"/>
                  <a:pt x="103962" y="9226"/>
                  <a:pt x="93526" y="9094"/>
                </a:cubicBezTo>
                <a:cubicBezTo>
                  <a:pt x="91086" y="9094"/>
                  <a:pt x="88443" y="9292"/>
                  <a:pt x="85596" y="9687"/>
                </a:cubicBezTo>
                <a:cubicBezTo>
                  <a:pt x="82750" y="10083"/>
                  <a:pt x="79158" y="10939"/>
                  <a:pt x="74820" y="12257"/>
                </a:cubicBezTo>
                <a:cubicBezTo>
                  <a:pt x="70483" y="13575"/>
                  <a:pt x="66349" y="15421"/>
                  <a:pt x="62418" y="17793"/>
                </a:cubicBezTo>
                <a:cubicBezTo>
                  <a:pt x="58487" y="20166"/>
                  <a:pt x="54218" y="23329"/>
                  <a:pt x="49609" y="27283"/>
                </a:cubicBezTo>
                <a:cubicBezTo>
                  <a:pt x="45001" y="31237"/>
                  <a:pt x="41070" y="35916"/>
                  <a:pt x="37817" y="41320"/>
                </a:cubicBezTo>
                <a:cubicBezTo>
                  <a:pt x="34564" y="46723"/>
                  <a:pt x="31378" y="53445"/>
                  <a:pt x="28261" y="61485"/>
                </a:cubicBezTo>
                <a:cubicBezTo>
                  <a:pt x="25143" y="69525"/>
                  <a:pt x="23043" y="78356"/>
                  <a:pt x="21958" y="87977"/>
                </a:cubicBezTo>
                <a:cubicBezTo>
                  <a:pt x="21687" y="90349"/>
                  <a:pt x="21552" y="92920"/>
                  <a:pt x="21552" y="95687"/>
                </a:cubicBezTo>
                <a:cubicBezTo>
                  <a:pt x="21552" y="102014"/>
                  <a:pt x="22500" y="107615"/>
                  <a:pt x="24398" y="112492"/>
                </a:cubicBezTo>
                <a:cubicBezTo>
                  <a:pt x="26296" y="117369"/>
                  <a:pt x="28735" y="121125"/>
                  <a:pt x="31717" y="123761"/>
                </a:cubicBezTo>
                <a:cubicBezTo>
                  <a:pt x="34699" y="126397"/>
                  <a:pt x="38088" y="128638"/>
                  <a:pt x="41883" y="130483"/>
                </a:cubicBezTo>
                <a:cubicBezTo>
                  <a:pt x="45678" y="132328"/>
                  <a:pt x="49203" y="133448"/>
                  <a:pt x="52456" y="133844"/>
                </a:cubicBezTo>
                <a:cubicBezTo>
                  <a:pt x="55709" y="134239"/>
                  <a:pt x="58758" y="134503"/>
                  <a:pt x="61605" y="134635"/>
                </a:cubicBezTo>
                <a:cubicBezTo>
                  <a:pt x="68924" y="134635"/>
                  <a:pt x="75634" y="133119"/>
                  <a:pt x="81733" y="130087"/>
                </a:cubicBezTo>
                <a:cubicBezTo>
                  <a:pt x="87833" y="127056"/>
                  <a:pt x="92035" y="123168"/>
                  <a:pt x="94339" y="118423"/>
                </a:cubicBezTo>
                <a:cubicBezTo>
                  <a:pt x="94745" y="117369"/>
                  <a:pt x="95762" y="113744"/>
                  <a:pt x="97389" y="107550"/>
                </a:cubicBezTo>
                <a:cubicBezTo>
                  <a:pt x="99015" y="101355"/>
                  <a:pt x="99828" y="97862"/>
                  <a:pt x="99828" y="97071"/>
                </a:cubicBezTo>
                <a:cubicBezTo>
                  <a:pt x="99828" y="96017"/>
                  <a:pt x="98947" y="95358"/>
                  <a:pt x="97185" y="95094"/>
                </a:cubicBezTo>
                <a:cubicBezTo>
                  <a:pt x="95423" y="94831"/>
                  <a:pt x="91357" y="94633"/>
                  <a:pt x="84986" y="94501"/>
                </a:cubicBezTo>
                <a:lnTo>
                  <a:pt x="77464" y="94501"/>
                </a:lnTo>
                <a:cubicBezTo>
                  <a:pt x="76650" y="93710"/>
                  <a:pt x="76244" y="93183"/>
                  <a:pt x="76244" y="92920"/>
                </a:cubicBezTo>
                <a:cubicBezTo>
                  <a:pt x="76244" y="92656"/>
                  <a:pt x="76379" y="91404"/>
                  <a:pt x="76650" y="89163"/>
                </a:cubicBezTo>
                <a:cubicBezTo>
                  <a:pt x="77192" y="87450"/>
                  <a:pt x="77870" y="86198"/>
                  <a:pt x="78683" y="85407"/>
                </a:cubicBezTo>
                <a:lnTo>
                  <a:pt x="82140" y="85407"/>
                </a:lnTo>
                <a:cubicBezTo>
                  <a:pt x="87562" y="85671"/>
                  <a:pt x="97050" y="85802"/>
                  <a:pt x="110604" y="85802"/>
                </a:cubicBezTo>
                <a:cubicBezTo>
                  <a:pt x="116026" y="85802"/>
                  <a:pt x="120431" y="85802"/>
                  <a:pt x="123820" y="85802"/>
                </a:cubicBezTo>
                <a:cubicBezTo>
                  <a:pt x="127208" y="85802"/>
                  <a:pt x="129648" y="85736"/>
                  <a:pt x="131139" y="85605"/>
                </a:cubicBezTo>
                <a:cubicBezTo>
                  <a:pt x="132630" y="85473"/>
                  <a:pt x="133443" y="85473"/>
                  <a:pt x="133579" y="85605"/>
                </a:cubicBezTo>
                <a:cubicBezTo>
                  <a:pt x="135476" y="85605"/>
                  <a:pt x="136425" y="86198"/>
                  <a:pt x="136425" y="87384"/>
                </a:cubicBezTo>
                <a:cubicBezTo>
                  <a:pt x="136425" y="87648"/>
                  <a:pt x="136290" y="88570"/>
                  <a:pt x="136019" y="90152"/>
                </a:cubicBezTo>
                <a:cubicBezTo>
                  <a:pt x="135341" y="92656"/>
                  <a:pt x="134663" y="94040"/>
                  <a:pt x="133986" y="94304"/>
                </a:cubicBezTo>
                <a:cubicBezTo>
                  <a:pt x="133579" y="94435"/>
                  <a:pt x="132562" y="94501"/>
                  <a:pt x="130936" y="94501"/>
                </a:cubicBezTo>
                <a:cubicBezTo>
                  <a:pt x="128225" y="94501"/>
                  <a:pt x="125446" y="94699"/>
                  <a:pt x="122600" y="95094"/>
                </a:cubicBezTo>
                <a:cubicBezTo>
                  <a:pt x="121651" y="95490"/>
                  <a:pt x="120973" y="96083"/>
                  <a:pt x="120567" y="96874"/>
                </a:cubicBezTo>
                <a:cubicBezTo>
                  <a:pt x="120160" y="97664"/>
                  <a:pt x="119211" y="101025"/>
                  <a:pt x="117720" y="106956"/>
                </a:cubicBezTo>
                <a:cubicBezTo>
                  <a:pt x="116500" y="111306"/>
                  <a:pt x="115484" y="114996"/>
                  <a:pt x="114670" y="118028"/>
                </a:cubicBezTo>
                <a:cubicBezTo>
                  <a:pt x="111282" y="131471"/>
                  <a:pt x="109384" y="138391"/>
                  <a:pt x="108978" y="138786"/>
                </a:cubicBezTo>
                <a:cubicBezTo>
                  <a:pt x="108707" y="139050"/>
                  <a:pt x="108368" y="139182"/>
                  <a:pt x="107961" y="139182"/>
                </a:cubicBezTo>
                <a:cubicBezTo>
                  <a:pt x="106606" y="139182"/>
                  <a:pt x="104708" y="137864"/>
                  <a:pt x="102268" y="135228"/>
                </a:cubicBezTo>
                <a:cubicBezTo>
                  <a:pt x="99828" y="132592"/>
                  <a:pt x="98270" y="130549"/>
                  <a:pt x="97592" y="129099"/>
                </a:cubicBezTo>
                <a:cubicBezTo>
                  <a:pt x="97592" y="128967"/>
                  <a:pt x="97456" y="128967"/>
                  <a:pt x="97185" y="129099"/>
                </a:cubicBezTo>
                <a:cubicBezTo>
                  <a:pt x="96914" y="129231"/>
                  <a:pt x="96508" y="129560"/>
                  <a:pt x="95965" y="130087"/>
                </a:cubicBezTo>
                <a:cubicBezTo>
                  <a:pt x="85935" y="139182"/>
                  <a:pt x="72381" y="143729"/>
                  <a:pt x="55302" y="143729"/>
                </a:cubicBezTo>
                <a:cubicBezTo>
                  <a:pt x="38901" y="143729"/>
                  <a:pt x="25618" y="138655"/>
                  <a:pt x="15452" y="128506"/>
                </a:cubicBezTo>
                <a:cubicBezTo>
                  <a:pt x="5286" y="118357"/>
                  <a:pt x="136" y="105375"/>
                  <a:pt x="0" y="8955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FDBBDB-1421-40CD-B327-B3F44A4B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244" y="2732037"/>
            <a:ext cx="96169" cy="89163"/>
          </a:xfrm>
          <a:custGeom xmlns:a="http://schemas.openxmlformats.org/drawingml/2006/main">
            <a:pathLst>
              <a:path w="96169" h="89163">
                <a:moveTo>
                  <a:pt x="0" y="56147"/>
                </a:moveTo>
                <a:cubicBezTo>
                  <a:pt x="0" y="42835"/>
                  <a:pt x="5151" y="30182"/>
                  <a:pt x="15452" y="18189"/>
                </a:cubicBezTo>
                <a:cubicBezTo>
                  <a:pt x="25753" y="6195"/>
                  <a:pt x="37342" y="132"/>
                  <a:pt x="50219" y="0"/>
                </a:cubicBezTo>
                <a:cubicBezTo>
                  <a:pt x="57132" y="0"/>
                  <a:pt x="63231" y="3229"/>
                  <a:pt x="68518" y="9687"/>
                </a:cubicBezTo>
                <a:cubicBezTo>
                  <a:pt x="70686" y="5733"/>
                  <a:pt x="73804" y="3756"/>
                  <a:pt x="77870" y="3756"/>
                </a:cubicBezTo>
                <a:cubicBezTo>
                  <a:pt x="79632" y="3756"/>
                  <a:pt x="81191" y="4284"/>
                  <a:pt x="82546" y="5338"/>
                </a:cubicBezTo>
                <a:cubicBezTo>
                  <a:pt x="83902" y="6392"/>
                  <a:pt x="84580" y="7710"/>
                  <a:pt x="84580" y="9292"/>
                </a:cubicBezTo>
                <a:cubicBezTo>
                  <a:pt x="84580" y="11005"/>
                  <a:pt x="82072" y="21549"/>
                  <a:pt x="77057" y="40924"/>
                </a:cubicBezTo>
                <a:cubicBezTo>
                  <a:pt x="72042" y="60299"/>
                  <a:pt x="69466" y="71238"/>
                  <a:pt x="69331" y="73743"/>
                </a:cubicBezTo>
                <a:cubicBezTo>
                  <a:pt x="69331" y="77038"/>
                  <a:pt x="69805" y="79212"/>
                  <a:pt x="70754" y="80267"/>
                </a:cubicBezTo>
                <a:cubicBezTo>
                  <a:pt x="71703" y="81321"/>
                  <a:pt x="73126" y="81914"/>
                  <a:pt x="75024" y="82046"/>
                </a:cubicBezTo>
                <a:cubicBezTo>
                  <a:pt x="76244" y="81914"/>
                  <a:pt x="77599" y="81321"/>
                  <a:pt x="79090" y="80267"/>
                </a:cubicBezTo>
                <a:cubicBezTo>
                  <a:pt x="81937" y="77631"/>
                  <a:pt x="84715" y="71304"/>
                  <a:pt x="87426" y="61287"/>
                </a:cubicBezTo>
                <a:cubicBezTo>
                  <a:pt x="88239" y="58651"/>
                  <a:pt x="88917" y="57267"/>
                  <a:pt x="89459" y="57136"/>
                </a:cubicBezTo>
                <a:cubicBezTo>
                  <a:pt x="89730" y="57004"/>
                  <a:pt x="90408" y="56938"/>
                  <a:pt x="91492" y="56938"/>
                </a:cubicBezTo>
                <a:lnTo>
                  <a:pt x="92306" y="56938"/>
                </a:lnTo>
                <a:cubicBezTo>
                  <a:pt x="94881" y="56938"/>
                  <a:pt x="96169" y="57531"/>
                  <a:pt x="96169" y="58717"/>
                </a:cubicBezTo>
                <a:cubicBezTo>
                  <a:pt x="96169" y="59508"/>
                  <a:pt x="95830" y="61287"/>
                  <a:pt x="95152" y="64055"/>
                </a:cubicBezTo>
                <a:cubicBezTo>
                  <a:pt x="94474" y="66823"/>
                  <a:pt x="93119" y="70382"/>
                  <a:pt x="91086" y="74731"/>
                </a:cubicBezTo>
                <a:cubicBezTo>
                  <a:pt x="89053" y="79081"/>
                  <a:pt x="86884" y="82376"/>
                  <a:pt x="84580" y="84616"/>
                </a:cubicBezTo>
                <a:cubicBezTo>
                  <a:pt x="82818" y="86330"/>
                  <a:pt x="80649" y="87713"/>
                  <a:pt x="78074" y="88768"/>
                </a:cubicBezTo>
                <a:cubicBezTo>
                  <a:pt x="76989" y="89031"/>
                  <a:pt x="75363" y="89163"/>
                  <a:pt x="73194" y="89163"/>
                </a:cubicBezTo>
                <a:cubicBezTo>
                  <a:pt x="68585" y="89163"/>
                  <a:pt x="64722" y="88175"/>
                  <a:pt x="61605" y="86198"/>
                </a:cubicBezTo>
                <a:cubicBezTo>
                  <a:pt x="58487" y="84221"/>
                  <a:pt x="56454" y="82178"/>
                  <a:pt x="55505" y="80069"/>
                </a:cubicBezTo>
                <a:lnTo>
                  <a:pt x="54285" y="77104"/>
                </a:lnTo>
                <a:cubicBezTo>
                  <a:pt x="54150" y="76972"/>
                  <a:pt x="53879" y="77038"/>
                  <a:pt x="53472" y="77301"/>
                </a:cubicBezTo>
                <a:cubicBezTo>
                  <a:pt x="53201" y="77565"/>
                  <a:pt x="52930" y="77828"/>
                  <a:pt x="52659" y="78092"/>
                </a:cubicBezTo>
                <a:cubicBezTo>
                  <a:pt x="44662" y="85473"/>
                  <a:pt x="36529" y="89163"/>
                  <a:pt x="28261" y="89163"/>
                </a:cubicBezTo>
                <a:cubicBezTo>
                  <a:pt x="20806" y="89163"/>
                  <a:pt x="14232" y="86527"/>
                  <a:pt x="8539" y="81255"/>
                </a:cubicBezTo>
                <a:cubicBezTo>
                  <a:pt x="2846" y="75983"/>
                  <a:pt x="0" y="67614"/>
                  <a:pt x="0" y="56147"/>
                </a:cubicBezTo>
                <a:close/>
                <a:moveTo>
                  <a:pt x="64655" y="22340"/>
                </a:moveTo>
                <a:cubicBezTo>
                  <a:pt x="64655" y="21549"/>
                  <a:pt x="64316" y="20100"/>
                  <a:pt x="63638" y="17991"/>
                </a:cubicBezTo>
                <a:cubicBezTo>
                  <a:pt x="62960" y="15882"/>
                  <a:pt x="61402" y="13575"/>
                  <a:pt x="58962" y="11071"/>
                </a:cubicBezTo>
                <a:cubicBezTo>
                  <a:pt x="56522" y="8567"/>
                  <a:pt x="53404" y="7249"/>
                  <a:pt x="49609" y="7117"/>
                </a:cubicBezTo>
                <a:cubicBezTo>
                  <a:pt x="44865" y="7117"/>
                  <a:pt x="40324" y="9160"/>
                  <a:pt x="35987" y="13246"/>
                </a:cubicBezTo>
                <a:cubicBezTo>
                  <a:pt x="31650" y="17332"/>
                  <a:pt x="28261" y="22670"/>
                  <a:pt x="25821" y="29260"/>
                </a:cubicBezTo>
                <a:cubicBezTo>
                  <a:pt x="21890" y="39672"/>
                  <a:pt x="19112" y="50480"/>
                  <a:pt x="17485" y="61683"/>
                </a:cubicBezTo>
                <a:cubicBezTo>
                  <a:pt x="17485" y="62078"/>
                  <a:pt x="17485" y="62803"/>
                  <a:pt x="17485" y="63858"/>
                </a:cubicBezTo>
                <a:cubicBezTo>
                  <a:pt x="17485" y="64912"/>
                  <a:pt x="17417" y="65703"/>
                  <a:pt x="17282" y="66230"/>
                </a:cubicBezTo>
                <a:cubicBezTo>
                  <a:pt x="17282" y="72161"/>
                  <a:pt x="18502" y="76247"/>
                  <a:pt x="20942" y="78487"/>
                </a:cubicBezTo>
                <a:cubicBezTo>
                  <a:pt x="23381" y="80728"/>
                  <a:pt x="26296" y="81914"/>
                  <a:pt x="29684" y="82046"/>
                </a:cubicBezTo>
                <a:cubicBezTo>
                  <a:pt x="34835" y="82046"/>
                  <a:pt x="39918" y="79871"/>
                  <a:pt x="44933" y="75522"/>
                </a:cubicBezTo>
                <a:cubicBezTo>
                  <a:pt x="49948" y="71172"/>
                  <a:pt x="52930" y="67812"/>
                  <a:pt x="53879" y="65439"/>
                </a:cubicBezTo>
                <a:cubicBezTo>
                  <a:pt x="54150" y="64912"/>
                  <a:pt x="55980" y="57861"/>
                  <a:pt x="59368" y="44285"/>
                </a:cubicBezTo>
                <a:cubicBezTo>
                  <a:pt x="62757" y="30710"/>
                  <a:pt x="64519" y="23395"/>
                  <a:pt x="64655" y="223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E702CD-A157-42BA-8CCC-84A0536F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244" y="2732037"/>
            <a:ext cx="96169" cy="89163"/>
          </a:xfrm>
          <a:custGeom xmlns:a="http://schemas.openxmlformats.org/drawingml/2006/main">
            <a:pathLst>
              <a:path w="96169" h="89163" fill="none">
                <a:moveTo>
                  <a:pt x="0" y="56147"/>
                </a:moveTo>
                <a:cubicBezTo>
                  <a:pt x="0" y="42835"/>
                  <a:pt x="5151" y="30182"/>
                  <a:pt x="15452" y="18189"/>
                </a:cubicBezTo>
                <a:cubicBezTo>
                  <a:pt x="25753" y="6195"/>
                  <a:pt x="37342" y="132"/>
                  <a:pt x="50219" y="0"/>
                </a:cubicBezTo>
                <a:cubicBezTo>
                  <a:pt x="57132" y="0"/>
                  <a:pt x="63231" y="3229"/>
                  <a:pt x="68518" y="9687"/>
                </a:cubicBezTo>
                <a:cubicBezTo>
                  <a:pt x="70686" y="5733"/>
                  <a:pt x="73804" y="3756"/>
                  <a:pt x="77870" y="3756"/>
                </a:cubicBezTo>
                <a:cubicBezTo>
                  <a:pt x="79632" y="3756"/>
                  <a:pt x="81191" y="4284"/>
                  <a:pt x="82546" y="5338"/>
                </a:cubicBezTo>
                <a:cubicBezTo>
                  <a:pt x="83902" y="6392"/>
                  <a:pt x="84580" y="7710"/>
                  <a:pt x="84580" y="9292"/>
                </a:cubicBezTo>
                <a:cubicBezTo>
                  <a:pt x="84580" y="11005"/>
                  <a:pt x="82072" y="21549"/>
                  <a:pt x="77057" y="40924"/>
                </a:cubicBezTo>
                <a:cubicBezTo>
                  <a:pt x="72042" y="60299"/>
                  <a:pt x="69466" y="71238"/>
                  <a:pt x="69331" y="73743"/>
                </a:cubicBezTo>
                <a:cubicBezTo>
                  <a:pt x="69331" y="77038"/>
                  <a:pt x="69805" y="79212"/>
                  <a:pt x="70754" y="80267"/>
                </a:cubicBezTo>
                <a:cubicBezTo>
                  <a:pt x="71703" y="81321"/>
                  <a:pt x="73126" y="81914"/>
                  <a:pt x="75024" y="82046"/>
                </a:cubicBezTo>
                <a:cubicBezTo>
                  <a:pt x="76244" y="81914"/>
                  <a:pt x="77599" y="81321"/>
                  <a:pt x="79090" y="80267"/>
                </a:cubicBezTo>
                <a:cubicBezTo>
                  <a:pt x="81937" y="77631"/>
                  <a:pt x="84715" y="71304"/>
                  <a:pt x="87426" y="61287"/>
                </a:cubicBezTo>
                <a:cubicBezTo>
                  <a:pt x="88239" y="58651"/>
                  <a:pt x="88917" y="57267"/>
                  <a:pt x="89459" y="57136"/>
                </a:cubicBezTo>
                <a:cubicBezTo>
                  <a:pt x="89730" y="57004"/>
                  <a:pt x="90408" y="56938"/>
                  <a:pt x="91492" y="56938"/>
                </a:cubicBezTo>
                <a:lnTo>
                  <a:pt x="92306" y="56938"/>
                </a:lnTo>
                <a:cubicBezTo>
                  <a:pt x="94881" y="56938"/>
                  <a:pt x="96169" y="57531"/>
                  <a:pt x="96169" y="58717"/>
                </a:cubicBezTo>
                <a:cubicBezTo>
                  <a:pt x="96169" y="59508"/>
                  <a:pt x="95830" y="61287"/>
                  <a:pt x="95152" y="64055"/>
                </a:cubicBezTo>
                <a:cubicBezTo>
                  <a:pt x="94474" y="66823"/>
                  <a:pt x="93119" y="70382"/>
                  <a:pt x="91086" y="74731"/>
                </a:cubicBezTo>
                <a:cubicBezTo>
                  <a:pt x="89053" y="79081"/>
                  <a:pt x="86884" y="82376"/>
                  <a:pt x="84580" y="84616"/>
                </a:cubicBezTo>
                <a:cubicBezTo>
                  <a:pt x="82818" y="86330"/>
                  <a:pt x="80649" y="87713"/>
                  <a:pt x="78074" y="88768"/>
                </a:cubicBezTo>
                <a:cubicBezTo>
                  <a:pt x="76989" y="89031"/>
                  <a:pt x="75363" y="89163"/>
                  <a:pt x="73194" y="89163"/>
                </a:cubicBezTo>
                <a:cubicBezTo>
                  <a:pt x="68585" y="89163"/>
                  <a:pt x="64722" y="88175"/>
                  <a:pt x="61605" y="86198"/>
                </a:cubicBezTo>
                <a:cubicBezTo>
                  <a:pt x="58487" y="84221"/>
                  <a:pt x="56454" y="82178"/>
                  <a:pt x="55505" y="80069"/>
                </a:cubicBezTo>
                <a:lnTo>
                  <a:pt x="54285" y="77104"/>
                </a:lnTo>
                <a:cubicBezTo>
                  <a:pt x="54150" y="76972"/>
                  <a:pt x="53879" y="77038"/>
                  <a:pt x="53472" y="77301"/>
                </a:cubicBezTo>
                <a:cubicBezTo>
                  <a:pt x="53201" y="77565"/>
                  <a:pt x="52930" y="77828"/>
                  <a:pt x="52659" y="78092"/>
                </a:cubicBezTo>
                <a:cubicBezTo>
                  <a:pt x="44662" y="85473"/>
                  <a:pt x="36529" y="89163"/>
                  <a:pt x="28261" y="89163"/>
                </a:cubicBezTo>
                <a:cubicBezTo>
                  <a:pt x="20806" y="89163"/>
                  <a:pt x="14232" y="86527"/>
                  <a:pt x="8539" y="81255"/>
                </a:cubicBezTo>
                <a:cubicBezTo>
                  <a:pt x="2846" y="75983"/>
                  <a:pt x="0" y="67614"/>
                  <a:pt x="0" y="56147"/>
                </a:cubicBezTo>
                <a:close/>
                <a:moveTo>
                  <a:pt x="64655" y="22340"/>
                </a:moveTo>
                <a:cubicBezTo>
                  <a:pt x="64655" y="21549"/>
                  <a:pt x="64316" y="20100"/>
                  <a:pt x="63638" y="17991"/>
                </a:cubicBezTo>
                <a:cubicBezTo>
                  <a:pt x="62960" y="15882"/>
                  <a:pt x="61402" y="13575"/>
                  <a:pt x="58962" y="11071"/>
                </a:cubicBezTo>
                <a:cubicBezTo>
                  <a:pt x="56522" y="8567"/>
                  <a:pt x="53404" y="7249"/>
                  <a:pt x="49609" y="7117"/>
                </a:cubicBezTo>
                <a:cubicBezTo>
                  <a:pt x="44865" y="7117"/>
                  <a:pt x="40324" y="9160"/>
                  <a:pt x="35987" y="13246"/>
                </a:cubicBezTo>
                <a:cubicBezTo>
                  <a:pt x="31650" y="17332"/>
                  <a:pt x="28261" y="22670"/>
                  <a:pt x="25821" y="29260"/>
                </a:cubicBezTo>
                <a:cubicBezTo>
                  <a:pt x="21890" y="39672"/>
                  <a:pt x="19112" y="50480"/>
                  <a:pt x="17485" y="61683"/>
                </a:cubicBezTo>
                <a:cubicBezTo>
                  <a:pt x="17485" y="62078"/>
                  <a:pt x="17485" y="62803"/>
                  <a:pt x="17485" y="63858"/>
                </a:cubicBezTo>
                <a:cubicBezTo>
                  <a:pt x="17485" y="64912"/>
                  <a:pt x="17417" y="65703"/>
                  <a:pt x="17282" y="66230"/>
                </a:cubicBezTo>
                <a:cubicBezTo>
                  <a:pt x="17282" y="72161"/>
                  <a:pt x="18502" y="76247"/>
                  <a:pt x="20942" y="78487"/>
                </a:cubicBezTo>
                <a:cubicBezTo>
                  <a:pt x="23381" y="80728"/>
                  <a:pt x="26296" y="81914"/>
                  <a:pt x="29684" y="82046"/>
                </a:cubicBezTo>
                <a:cubicBezTo>
                  <a:pt x="34835" y="82046"/>
                  <a:pt x="39918" y="79871"/>
                  <a:pt x="44933" y="75522"/>
                </a:cubicBezTo>
                <a:cubicBezTo>
                  <a:pt x="49948" y="71172"/>
                  <a:pt x="52930" y="67812"/>
                  <a:pt x="53879" y="65439"/>
                </a:cubicBezTo>
                <a:cubicBezTo>
                  <a:pt x="54150" y="64912"/>
                  <a:pt x="55980" y="57861"/>
                  <a:pt x="59368" y="44285"/>
                </a:cubicBezTo>
                <a:cubicBezTo>
                  <a:pt x="62757" y="30710"/>
                  <a:pt x="64519" y="23395"/>
                  <a:pt x="64655" y="2234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63B19B-F788-4228-92C9-63715C60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8952" y="2695462"/>
            <a:ext cx="63231" cy="125936"/>
          </a:xfrm>
          <a:custGeom xmlns:a="http://schemas.openxmlformats.org/drawingml/2006/main">
            <a:pathLst>
              <a:path w="63231" h="125936">
                <a:moveTo>
                  <a:pt x="1423" y="47646"/>
                </a:moveTo>
                <a:cubicBezTo>
                  <a:pt x="474" y="46723"/>
                  <a:pt x="0" y="46064"/>
                  <a:pt x="0" y="45669"/>
                </a:cubicBezTo>
                <a:cubicBezTo>
                  <a:pt x="0" y="45142"/>
                  <a:pt x="203" y="44087"/>
                  <a:pt x="610" y="42506"/>
                </a:cubicBezTo>
                <a:cubicBezTo>
                  <a:pt x="1017" y="40924"/>
                  <a:pt x="1355" y="40002"/>
                  <a:pt x="1627" y="39738"/>
                </a:cubicBezTo>
                <a:cubicBezTo>
                  <a:pt x="1898" y="39079"/>
                  <a:pt x="2508" y="38749"/>
                  <a:pt x="3456" y="38749"/>
                </a:cubicBezTo>
                <a:cubicBezTo>
                  <a:pt x="4405" y="38749"/>
                  <a:pt x="7862" y="38684"/>
                  <a:pt x="13826" y="38552"/>
                </a:cubicBezTo>
                <a:lnTo>
                  <a:pt x="24601" y="38552"/>
                </a:lnTo>
                <a:lnTo>
                  <a:pt x="28464" y="22736"/>
                </a:lnTo>
                <a:cubicBezTo>
                  <a:pt x="28871" y="21286"/>
                  <a:pt x="29345" y="19375"/>
                  <a:pt x="29888" y="17002"/>
                </a:cubicBezTo>
                <a:cubicBezTo>
                  <a:pt x="30430" y="14630"/>
                  <a:pt x="30904" y="12916"/>
                  <a:pt x="31311" y="11862"/>
                </a:cubicBezTo>
                <a:cubicBezTo>
                  <a:pt x="31717" y="10808"/>
                  <a:pt x="32124" y="9490"/>
                  <a:pt x="32531" y="7908"/>
                </a:cubicBezTo>
                <a:cubicBezTo>
                  <a:pt x="32937" y="6326"/>
                  <a:pt x="33479" y="5206"/>
                  <a:pt x="34157" y="4547"/>
                </a:cubicBezTo>
                <a:cubicBezTo>
                  <a:pt x="34835" y="3888"/>
                  <a:pt x="35513" y="3097"/>
                  <a:pt x="36190" y="2175"/>
                </a:cubicBezTo>
                <a:cubicBezTo>
                  <a:pt x="36868" y="1252"/>
                  <a:pt x="37817" y="659"/>
                  <a:pt x="39037" y="395"/>
                </a:cubicBezTo>
                <a:cubicBezTo>
                  <a:pt x="40257" y="132"/>
                  <a:pt x="41477" y="0"/>
                  <a:pt x="42696" y="0"/>
                </a:cubicBezTo>
                <a:cubicBezTo>
                  <a:pt x="45136" y="132"/>
                  <a:pt x="46831" y="857"/>
                  <a:pt x="47779" y="2175"/>
                </a:cubicBezTo>
                <a:cubicBezTo>
                  <a:pt x="48728" y="3493"/>
                  <a:pt x="49203" y="4745"/>
                  <a:pt x="49203" y="5931"/>
                </a:cubicBezTo>
                <a:cubicBezTo>
                  <a:pt x="49203" y="6854"/>
                  <a:pt x="48593" y="9951"/>
                  <a:pt x="47373" y="15223"/>
                </a:cubicBezTo>
                <a:cubicBezTo>
                  <a:pt x="46153" y="20495"/>
                  <a:pt x="44797" y="25701"/>
                  <a:pt x="43306" y="30841"/>
                </a:cubicBezTo>
                <a:lnTo>
                  <a:pt x="41273" y="38156"/>
                </a:lnTo>
                <a:cubicBezTo>
                  <a:pt x="41273" y="38420"/>
                  <a:pt x="44662" y="38552"/>
                  <a:pt x="51439" y="38552"/>
                </a:cubicBezTo>
                <a:lnTo>
                  <a:pt x="61808" y="38552"/>
                </a:lnTo>
                <a:cubicBezTo>
                  <a:pt x="62757" y="39474"/>
                  <a:pt x="63231" y="40199"/>
                  <a:pt x="63231" y="40726"/>
                </a:cubicBezTo>
                <a:cubicBezTo>
                  <a:pt x="63231" y="43626"/>
                  <a:pt x="62350" y="45933"/>
                  <a:pt x="60588" y="47646"/>
                </a:cubicBezTo>
                <a:lnTo>
                  <a:pt x="38833" y="47646"/>
                </a:lnTo>
                <a:lnTo>
                  <a:pt x="31514" y="76313"/>
                </a:lnTo>
                <a:cubicBezTo>
                  <a:pt x="26228" y="97401"/>
                  <a:pt x="23585" y="108736"/>
                  <a:pt x="23585" y="110317"/>
                </a:cubicBezTo>
                <a:cubicBezTo>
                  <a:pt x="23585" y="115853"/>
                  <a:pt x="25415" y="118621"/>
                  <a:pt x="29074" y="118621"/>
                </a:cubicBezTo>
                <a:cubicBezTo>
                  <a:pt x="33818" y="118621"/>
                  <a:pt x="38427" y="116380"/>
                  <a:pt x="42900" y="111899"/>
                </a:cubicBezTo>
                <a:cubicBezTo>
                  <a:pt x="47373" y="107418"/>
                  <a:pt x="50965" y="101882"/>
                  <a:pt x="53676" y="95292"/>
                </a:cubicBezTo>
                <a:cubicBezTo>
                  <a:pt x="53947" y="94501"/>
                  <a:pt x="54285" y="94040"/>
                  <a:pt x="54692" y="93908"/>
                </a:cubicBezTo>
                <a:cubicBezTo>
                  <a:pt x="55099" y="93776"/>
                  <a:pt x="56115" y="93645"/>
                  <a:pt x="57742" y="93513"/>
                </a:cubicBezTo>
                <a:lnTo>
                  <a:pt x="58555" y="93513"/>
                </a:lnTo>
                <a:cubicBezTo>
                  <a:pt x="60588" y="93513"/>
                  <a:pt x="61605" y="94040"/>
                  <a:pt x="61605" y="95094"/>
                </a:cubicBezTo>
                <a:cubicBezTo>
                  <a:pt x="61605" y="95490"/>
                  <a:pt x="61402" y="96281"/>
                  <a:pt x="60995" y="97467"/>
                </a:cubicBezTo>
                <a:cubicBezTo>
                  <a:pt x="60317" y="99576"/>
                  <a:pt x="59097" y="102080"/>
                  <a:pt x="57335" y="104979"/>
                </a:cubicBezTo>
                <a:cubicBezTo>
                  <a:pt x="55573" y="107879"/>
                  <a:pt x="53269" y="110976"/>
                  <a:pt x="50422" y="114271"/>
                </a:cubicBezTo>
                <a:cubicBezTo>
                  <a:pt x="47576" y="117566"/>
                  <a:pt x="44120" y="120334"/>
                  <a:pt x="40053" y="122575"/>
                </a:cubicBezTo>
                <a:cubicBezTo>
                  <a:pt x="35987" y="124815"/>
                  <a:pt x="31853" y="125936"/>
                  <a:pt x="27651" y="125936"/>
                </a:cubicBezTo>
                <a:cubicBezTo>
                  <a:pt x="23585" y="125936"/>
                  <a:pt x="19722" y="124947"/>
                  <a:pt x="16062" y="122970"/>
                </a:cubicBezTo>
                <a:cubicBezTo>
                  <a:pt x="12402" y="120993"/>
                  <a:pt x="9759" y="117566"/>
                  <a:pt x="8133" y="112690"/>
                </a:cubicBezTo>
                <a:cubicBezTo>
                  <a:pt x="7862" y="111635"/>
                  <a:pt x="7726" y="109856"/>
                  <a:pt x="7726" y="107352"/>
                </a:cubicBezTo>
                <a:lnTo>
                  <a:pt x="7726" y="103793"/>
                </a:lnTo>
                <a:lnTo>
                  <a:pt x="14842" y="76115"/>
                </a:lnTo>
                <a:cubicBezTo>
                  <a:pt x="19586" y="57531"/>
                  <a:pt x="22026" y="48173"/>
                  <a:pt x="22161" y="48041"/>
                </a:cubicBezTo>
                <a:cubicBezTo>
                  <a:pt x="22161" y="47778"/>
                  <a:pt x="18705" y="47646"/>
                  <a:pt x="11792" y="47646"/>
                </a:cubicBezTo>
                <a:lnTo>
                  <a:pt x="1423" y="476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C4F26D-5C02-4961-9F53-648E672F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8952" y="2695462"/>
            <a:ext cx="63231" cy="125936"/>
          </a:xfrm>
          <a:custGeom xmlns:a="http://schemas.openxmlformats.org/drawingml/2006/main">
            <a:pathLst>
              <a:path w="63231" h="125936" fill="none">
                <a:moveTo>
                  <a:pt x="1423" y="47646"/>
                </a:moveTo>
                <a:cubicBezTo>
                  <a:pt x="474" y="46723"/>
                  <a:pt x="0" y="46064"/>
                  <a:pt x="0" y="45669"/>
                </a:cubicBezTo>
                <a:cubicBezTo>
                  <a:pt x="0" y="45142"/>
                  <a:pt x="203" y="44087"/>
                  <a:pt x="610" y="42506"/>
                </a:cubicBezTo>
                <a:cubicBezTo>
                  <a:pt x="1017" y="40924"/>
                  <a:pt x="1355" y="40002"/>
                  <a:pt x="1627" y="39738"/>
                </a:cubicBezTo>
                <a:cubicBezTo>
                  <a:pt x="1898" y="39079"/>
                  <a:pt x="2508" y="38749"/>
                  <a:pt x="3456" y="38749"/>
                </a:cubicBezTo>
                <a:cubicBezTo>
                  <a:pt x="4405" y="38749"/>
                  <a:pt x="7862" y="38684"/>
                  <a:pt x="13826" y="38552"/>
                </a:cubicBezTo>
                <a:lnTo>
                  <a:pt x="24601" y="38552"/>
                </a:lnTo>
                <a:lnTo>
                  <a:pt x="28464" y="22736"/>
                </a:lnTo>
                <a:cubicBezTo>
                  <a:pt x="28871" y="21286"/>
                  <a:pt x="29345" y="19375"/>
                  <a:pt x="29888" y="17002"/>
                </a:cubicBezTo>
                <a:cubicBezTo>
                  <a:pt x="30430" y="14630"/>
                  <a:pt x="30904" y="12916"/>
                  <a:pt x="31311" y="11862"/>
                </a:cubicBezTo>
                <a:cubicBezTo>
                  <a:pt x="31717" y="10808"/>
                  <a:pt x="32124" y="9490"/>
                  <a:pt x="32531" y="7908"/>
                </a:cubicBezTo>
                <a:cubicBezTo>
                  <a:pt x="32937" y="6326"/>
                  <a:pt x="33479" y="5206"/>
                  <a:pt x="34157" y="4547"/>
                </a:cubicBezTo>
                <a:cubicBezTo>
                  <a:pt x="34835" y="3888"/>
                  <a:pt x="35513" y="3097"/>
                  <a:pt x="36190" y="2175"/>
                </a:cubicBezTo>
                <a:cubicBezTo>
                  <a:pt x="36868" y="1252"/>
                  <a:pt x="37817" y="659"/>
                  <a:pt x="39037" y="395"/>
                </a:cubicBezTo>
                <a:cubicBezTo>
                  <a:pt x="40257" y="132"/>
                  <a:pt x="41477" y="0"/>
                  <a:pt x="42696" y="0"/>
                </a:cubicBezTo>
                <a:cubicBezTo>
                  <a:pt x="45136" y="132"/>
                  <a:pt x="46831" y="857"/>
                  <a:pt x="47779" y="2175"/>
                </a:cubicBezTo>
                <a:cubicBezTo>
                  <a:pt x="48728" y="3493"/>
                  <a:pt x="49203" y="4745"/>
                  <a:pt x="49203" y="5931"/>
                </a:cubicBezTo>
                <a:cubicBezTo>
                  <a:pt x="49203" y="6854"/>
                  <a:pt x="48593" y="9951"/>
                  <a:pt x="47373" y="15223"/>
                </a:cubicBezTo>
                <a:cubicBezTo>
                  <a:pt x="46153" y="20495"/>
                  <a:pt x="44797" y="25701"/>
                  <a:pt x="43306" y="30841"/>
                </a:cubicBezTo>
                <a:lnTo>
                  <a:pt x="41273" y="38156"/>
                </a:lnTo>
                <a:cubicBezTo>
                  <a:pt x="41273" y="38420"/>
                  <a:pt x="44662" y="38552"/>
                  <a:pt x="51439" y="38552"/>
                </a:cubicBezTo>
                <a:lnTo>
                  <a:pt x="61808" y="38552"/>
                </a:lnTo>
                <a:cubicBezTo>
                  <a:pt x="62757" y="39474"/>
                  <a:pt x="63231" y="40199"/>
                  <a:pt x="63231" y="40726"/>
                </a:cubicBezTo>
                <a:cubicBezTo>
                  <a:pt x="63231" y="43626"/>
                  <a:pt x="62350" y="45933"/>
                  <a:pt x="60588" y="47646"/>
                </a:cubicBezTo>
                <a:lnTo>
                  <a:pt x="38833" y="47646"/>
                </a:lnTo>
                <a:lnTo>
                  <a:pt x="31514" y="76313"/>
                </a:lnTo>
                <a:cubicBezTo>
                  <a:pt x="26228" y="97401"/>
                  <a:pt x="23585" y="108736"/>
                  <a:pt x="23585" y="110317"/>
                </a:cubicBezTo>
                <a:cubicBezTo>
                  <a:pt x="23585" y="115853"/>
                  <a:pt x="25415" y="118621"/>
                  <a:pt x="29074" y="118621"/>
                </a:cubicBezTo>
                <a:cubicBezTo>
                  <a:pt x="33818" y="118621"/>
                  <a:pt x="38427" y="116380"/>
                  <a:pt x="42900" y="111899"/>
                </a:cubicBezTo>
                <a:cubicBezTo>
                  <a:pt x="47373" y="107418"/>
                  <a:pt x="50965" y="101882"/>
                  <a:pt x="53676" y="95292"/>
                </a:cubicBezTo>
                <a:cubicBezTo>
                  <a:pt x="53947" y="94501"/>
                  <a:pt x="54285" y="94040"/>
                  <a:pt x="54692" y="93908"/>
                </a:cubicBezTo>
                <a:cubicBezTo>
                  <a:pt x="55099" y="93776"/>
                  <a:pt x="56115" y="93645"/>
                  <a:pt x="57742" y="93513"/>
                </a:cubicBezTo>
                <a:lnTo>
                  <a:pt x="58555" y="93513"/>
                </a:lnTo>
                <a:cubicBezTo>
                  <a:pt x="60588" y="93513"/>
                  <a:pt x="61605" y="94040"/>
                  <a:pt x="61605" y="95094"/>
                </a:cubicBezTo>
                <a:cubicBezTo>
                  <a:pt x="61605" y="95490"/>
                  <a:pt x="61402" y="96281"/>
                  <a:pt x="60995" y="97467"/>
                </a:cubicBezTo>
                <a:cubicBezTo>
                  <a:pt x="60317" y="99576"/>
                  <a:pt x="59097" y="102080"/>
                  <a:pt x="57335" y="104979"/>
                </a:cubicBezTo>
                <a:cubicBezTo>
                  <a:pt x="55573" y="107879"/>
                  <a:pt x="53269" y="110976"/>
                  <a:pt x="50422" y="114271"/>
                </a:cubicBezTo>
                <a:cubicBezTo>
                  <a:pt x="47576" y="117566"/>
                  <a:pt x="44120" y="120334"/>
                  <a:pt x="40053" y="122575"/>
                </a:cubicBezTo>
                <a:cubicBezTo>
                  <a:pt x="35987" y="124815"/>
                  <a:pt x="31853" y="125936"/>
                  <a:pt x="27651" y="125936"/>
                </a:cubicBezTo>
                <a:cubicBezTo>
                  <a:pt x="23585" y="125936"/>
                  <a:pt x="19722" y="124947"/>
                  <a:pt x="16062" y="122970"/>
                </a:cubicBezTo>
                <a:cubicBezTo>
                  <a:pt x="12402" y="120993"/>
                  <a:pt x="9759" y="117566"/>
                  <a:pt x="8133" y="112690"/>
                </a:cubicBezTo>
                <a:cubicBezTo>
                  <a:pt x="7862" y="111635"/>
                  <a:pt x="7726" y="109856"/>
                  <a:pt x="7726" y="107352"/>
                </a:cubicBezTo>
                <a:lnTo>
                  <a:pt x="7726" y="103793"/>
                </a:lnTo>
                <a:lnTo>
                  <a:pt x="14842" y="76115"/>
                </a:lnTo>
                <a:cubicBezTo>
                  <a:pt x="19586" y="57531"/>
                  <a:pt x="22026" y="48173"/>
                  <a:pt x="22161" y="48041"/>
                </a:cubicBezTo>
                <a:cubicBezTo>
                  <a:pt x="22161" y="47778"/>
                  <a:pt x="18705" y="47646"/>
                  <a:pt x="11792" y="47646"/>
                </a:cubicBezTo>
                <a:lnTo>
                  <a:pt x="1423" y="476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E4824A-C145-4097-BFC3-56A6EF6E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245" y="2682019"/>
            <a:ext cx="103081" cy="139379"/>
          </a:xfrm>
          <a:custGeom xmlns:a="http://schemas.openxmlformats.org/drawingml/2006/main">
            <a:pathLst>
              <a:path w="103081" h="139379">
                <a:moveTo>
                  <a:pt x="18095" y="2175"/>
                </a:moveTo>
                <a:cubicBezTo>
                  <a:pt x="18231" y="2175"/>
                  <a:pt x="23110" y="1845"/>
                  <a:pt x="32734" y="1186"/>
                </a:cubicBezTo>
                <a:cubicBezTo>
                  <a:pt x="42358" y="527"/>
                  <a:pt x="47305" y="132"/>
                  <a:pt x="47576" y="0"/>
                </a:cubicBezTo>
                <a:cubicBezTo>
                  <a:pt x="49203" y="0"/>
                  <a:pt x="50016" y="593"/>
                  <a:pt x="50016" y="1779"/>
                </a:cubicBezTo>
                <a:cubicBezTo>
                  <a:pt x="50016" y="3229"/>
                  <a:pt x="47576" y="13180"/>
                  <a:pt x="42696" y="31632"/>
                </a:cubicBezTo>
                <a:cubicBezTo>
                  <a:pt x="37546" y="51139"/>
                  <a:pt x="34970" y="61090"/>
                  <a:pt x="34970" y="61485"/>
                </a:cubicBezTo>
                <a:cubicBezTo>
                  <a:pt x="34970" y="61749"/>
                  <a:pt x="35445" y="61419"/>
                  <a:pt x="36394" y="60497"/>
                </a:cubicBezTo>
                <a:cubicBezTo>
                  <a:pt x="44662" y="53379"/>
                  <a:pt x="53472" y="49821"/>
                  <a:pt x="62825" y="49821"/>
                </a:cubicBezTo>
                <a:cubicBezTo>
                  <a:pt x="70144" y="49821"/>
                  <a:pt x="76040" y="51600"/>
                  <a:pt x="80513" y="55159"/>
                </a:cubicBezTo>
                <a:cubicBezTo>
                  <a:pt x="84986" y="58717"/>
                  <a:pt x="87291" y="63923"/>
                  <a:pt x="87426" y="70777"/>
                </a:cubicBezTo>
                <a:cubicBezTo>
                  <a:pt x="87426" y="77499"/>
                  <a:pt x="84851" y="87911"/>
                  <a:pt x="79700" y="102014"/>
                </a:cubicBezTo>
                <a:cubicBezTo>
                  <a:pt x="74549" y="116117"/>
                  <a:pt x="71974" y="124552"/>
                  <a:pt x="71974" y="127320"/>
                </a:cubicBezTo>
                <a:cubicBezTo>
                  <a:pt x="72110" y="129165"/>
                  <a:pt x="72448" y="130417"/>
                  <a:pt x="72991" y="131076"/>
                </a:cubicBezTo>
                <a:cubicBezTo>
                  <a:pt x="73533" y="131735"/>
                  <a:pt x="74549" y="132064"/>
                  <a:pt x="76040" y="132064"/>
                </a:cubicBezTo>
                <a:cubicBezTo>
                  <a:pt x="79836" y="132064"/>
                  <a:pt x="83360" y="130087"/>
                  <a:pt x="86613" y="126133"/>
                </a:cubicBezTo>
                <a:cubicBezTo>
                  <a:pt x="89866" y="122179"/>
                  <a:pt x="92509" y="116776"/>
                  <a:pt x="94542" y="109922"/>
                </a:cubicBezTo>
                <a:cubicBezTo>
                  <a:pt x="94949" y="108472"/>
                  <a:pt x="95355" y="107615"/>
                  <a:pt x="95762" y="107352"/>
                </a:cubicBezTo>
                <a:cubicBezTo>
                  <a:pt x="96169" y="107088"/>
                  <a:pt x="97253" y="106956"/>
                  <a:pt x="99015" y="106956"/>
                </a:cubicBezTo>
                <a:cubicBezTo>
                  <a:pt x="101726" y="106956"/>
                  <a:pt x="103081" y="107484"/>
                  <a:pt x="103081" y="108538"/>
                </a:cubicBezTo>
                <a:cubicBezTo>
                  <a:pt x="103081" y="108670"/>
                  <a:pt x="102810" y="109658"/>
                  <a:pt x="102268" y="111504"/>
                </a:cubicBezTo>
                <a:cubicBezTo>
                  <a:pt x="100099" y="119280"/>
                  <a:pt x="96643" y="125672"/>
                  <a:pt x="91899" y="130681"/>
                </a:cubicBezTo>
                <a:cubicBezTo>
                  <a:pt x="87291" y="136348"/>
                  <a:pt x="81801" y="139182"/>
                  <a:pt x="75430" y="139182"/>
                </a:cubicBezTo>
                <a:lnTo>
                  <a:pt x="74414" y="139182"/>
                </a:lnTo>
                <a:cubicBezTo>
                  <a:pt x="68043" y="139182"/>
                  <a:pt x="63435" y="137402"/>
                  <a:pt x="60588" y="133844"/>
                </a:cubicBezTo>
                <a:cubicBezTo>
                  <a:pt x="57742" y="130285"/>
                  <a:pt x="56319" y="126529"/>
                  <a:pt x="56319" y="122575"/>
                </a:cubicBezTo>
                <a:cubicBezTo>
                  <a:pt x="56319" y="120466"/>
                  <a:pt x="58758" y="112690"/>
                  <a:pt x="63638" y="99246"/>
                </a:cubicBezTo>
                <a:cubicBezTo>
                  <a:pt x="68518" y="85802"/>
                  <a:pt x="71025" y="75720"/>
                  <a:pt x="71161" y="68998"/>
                </a:cubicBezTo>
                <a:cubicBezTo>
                  <a:pt x="71161" y="61221"/>
                  <a:pt x="68179" y="57333"/>
                  <a:pt x="62215" y="57333"/>
                </a:cubicBezTo>
                <a:lnTo>
                  <a:pt x="61198" y="57333"/>
                </a:lnTo>
                <a:cubicBezTo>
                  <a:pt x="49948" y="57333"/>
                  <a:pt x="40189" y="63792"/>
                  <a:pt x="31921" y="76708"/>
                </a:cubicBezTo>
                <a:lnTo>
                  <a:pt x="30497" y="79278"/>
                </a:lnTo>
                <a:lnTo>
                  <a:pt x="23585" y="105968"/>
                </a:lnTo>
                <a:cubicBezTo>
                  <a:pt x="19247" y="123102"/>
                  <a:pt x="16740" y="132460"/>
                  <a:pt x="16062" y="134041"/>
                </a:cubicBezTo>
                <a:cubicBezTo>
                  <a:pt x="14300" y="137600"/>
                  <a:pt x="11318" y="139379"/>
                  <a:pt x="7116" y="139379"/>
                </a:cubicBezTo>
                <a:cubicBezTo>
                  <a:pt x="5218" y="139379"/>
                  <a:pt x="3592" y="138786"/>
                  <a:pt x="2236" y="137600"/>
                </a:cubicBezTo>
                <a:cubicBezTo>
                  <a:pt x="881" y="136414"/>
                  <a:pt x="136" y="135228"/>
                  <a:pt x="0" y="134041"/>
                </a:cubicBezTo>
                <a:cubicBezTo>
                  <a:pt x="0" y="132196"/>
                  <a:pt x="4947" y="112163"/>
                  <a:pt x="14842" y="73940"/>
                </a:cubicBezTo>
                <a:lnTo>
                  <a:pt x="29888" y="15421"/>
                </a:lnTo>
                <a:cubicBezTo>
                  <a:pt x="29888" y="13707"/>
                  <a:pt x="29413" y="12653"/>
                  <a:pt x="28464" y="12257"/>
                </a:cubicBezTo>
                <a:cubicBezTo>
                  <a:pt x="27515" y="11862"/>
                  <a:pt x="24872" y="11533"/>
                  <a:pt x="20535" y="11269"/>
                </a:cubicBezTo>
                <a:lnTo>
                  <a:pt x="16265" y="11269"/>
                </a:lnTo>
                <a:cubicBezTo>
                  <a:pt x="15452" y="10478"/>
                  <a:pt x="15045" y="9951"/>
                  <a:pt x="15045" y="9687"/>
                </a:cubicBezTo>
                <a:cubicBezTo>
                  <a:pt x="15045" y="9424"/>
                  <a:pt x="15181" y="8172"/>
                  <a:pt x="15452" y="5931"/>
                </a:cubicBezTo>
                <a:cubicBezTo>
                  <a:pt x="16130" y="3427"/>
                  <a:pt x="17011" y="2175"/>
                  <a:pt x="18095" y="21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6D4BC4-5E90-4D80-A83D-44E07308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245" y="2682019"/>
            <a:ext cx="103081" cy="139379"/>
          </a:xfrm>
          <a:custGeom xmlns:a="http://schemas.openxmlformats.org/drawingml/2006/main">
            <a:pathLst>
              <a:path w="103081" h="139379" fill="none">
                <a:moveTo>
                  <a:pt x="18095" y="2175"/>
                </a:moveTo>
                <a:cubicBezTo>
                  <a:pt x="18231" y="2175"/>
                  <a:pt x="23110" y="1845"/>
                  <a:pt x="32734" y="1186"/>
                </a:cubicBezTo>
                <a:cubicBezTo>
                  <a:pt x="42358" y="527"/>
                  <a:pt x="47305" y="132"/>
                  <a:pt x="47576" y="0"/>
                </a:cubicBezTo>
                <a:cubicBezTo>
                  <a:pt x="49203" y="0"/>
                  <a:pt x="50016" y="593"/>
                  <a:pt x="50016" y="1779"/>
                </a:cubicBezTo>
                <a:cubicBezTo>
                  <a:pt x="50016" y="3229"/>
                  <a:pt x="47576" y="13180"/>
                  <a:pt x="42696" y="31632"/>
                </a:cubicBezTo>
                <a:cubicBezTo>
                  <a:pt x="37546" y="51139"/>
                  <a:pt x="34970" y="61090"/>
                  <a:pt x="34970" y="61485"/>
                </a:cubicBezTo>
                <a:cubicBezTo>
                  <a:pt x="34970" y="61749"/>
                  <a:pt x="35445" y="61419"/>
                  <a:pt x="36394" y="60497"/>
                </a:cubicBezTo>
                <a:cubicBezTo>
                  <a:pt x="44662" y="53379"/>
                  <a:pt x="53472" y="49821"/>
                  <a:pt x="62825" y="49821"/>
                </a:cubicBezTo>
                <a:cubicBezTo>
                  <a:pt x="70144" y="49821"/>
                  <a:pt x="76040" y="51600"/>
                  <a:pt x="80513" y="55159"/>
                </a:cubicBezTo>
                <a:cubicBezTo>
                  <a:pt x="84986" y="58717"/>
                  <a:pt x="87291" y="63923"/>
                  <a:pt x="87426" y="70777"/>
                </a:cubicBezTo>
                <a:cubicBezTo>
                  <a:pt x="87426" y="77499"/>
                  <a:pt x="84851" y="87911"/>
                  <a:pt x="79700" y="102014"/>
                </a:cubicBezTo>
                <a:cubicBezTo>
                  <a:pt x="74549" y="116117"/>
                  <a:pt x="71974" y="124552"/>
                  <a:pt x="71974" y="127320"/>
                </a:cubicBezTo>
                <a:cubicBezTo>
                  <a:pt x="72110" y="129165"/>
                  <a:pt x="72448" y="130417"/>
                  <a:pt x="72991" y="131076"/>
                </a:cubicBezTo>
                <a:cubicBezTo>
                  <a:pt x="73533" y="131735"/>
                  <a:pt x="74549" y="132064"/>
                  <a:pt x="76040" y="132064"/>
                </a:cubicBezTo>
                <a:cubicBezTo>
                  <a:pt x="79836" y="132064"/>
                  <a:pt x="83360" y="130087"/>
                  <a:pt x="86613" y="126133"/>
                </a:cubicBezTo>
                <a:cubicBezTo>
                  <a:pt x="89866" y="122179"/>
                  <a:pt x="92509" y="116776"/>
                  <a:pt x="94542" y="109922"/>
                </a:cubicBezTo>
                <a:cubicBezTo>
                  <a:pt x="94949" y="108472"/>
                  <a:pt x="95355" y="107615"/>
                  <a:pt x="95762" y="107352"/>
                </a:cubicBezTo>
                <a:cubicBezTo>
                  <a:pt x="96169" y="107088"/>
                  <a:pt x="97253" y="106956"/>
                  <a:pt x="99015" y="106956"/>
                </a:cubicBezTo>
                <a:cubicBezTo>
                  <a:pt x="101726" y="106956"/>
                  <a:pt x="103081" y="107484"/>
                  <a:pt x="103081" y="108538"/>
                </a:cubicBezTo>
                <a:cubicBezTo>
                  <a:pt x="103081" y="108670"/>
                  <a:pt x="102810" y="109658"/>
                  <a:pt x="102268" y="111504"/>
                </a:cubicBezTo>
                <a:cubicBezTo>
                  <a:pt x="100099" y="119280"/>
                  <a:pt x="96643" y="125672"/>
                  <a:pt x="91899" y="130681"/>
                </a:cubicBezTo>
                <a:cubicBezTo>
                  <a:pt x="87291" y="136348"/>
                  <a:pt x="81801" y="139182"/>
                  <a:pt x="75430" y="139182"/>
                </a:cubicBezTo>
                <a:lnTo>
                  <a:pt x="74414" y="139182"/>
                </a:lnTo>
                <a:cubicBezTo>
                  <a:pt x="68043" y="139182"/>
                  <a:pt x="63435" y="137402"/>
                  <a:pt x="60588" y="133844"/>
                </a:cubicBezTo>
                <a:cubicBezTo>
                  <a:pt x="57742" y="130285"/>
                  <a:pt x="56319" y="126529"/>
                  <a:pt x="56319" y="122575"/>
                </a:cubicBezTo>
                <a:cubicBezTo>
                  <a:pt x="56319" y="120466"/>
                  <a:pt x="58758" y="112690"/>
                  <a:pt x="63638" y="99246"/>
                </a:cubicBezTo>
                <a:cubicBezTo>
                  <a:pt x="68518" y="85802"/>
                  <a:pt x="71025" y="75720"/>
                  <a:pt x="71161" y="68998"/>
                </a:cubicBezTo>
                <a:cubicBezTo>
                  <a:pt x="71161" y="61221"/>
                  <a:pt x="68179" y="57333"/>
                  <a:pt x="62215" y="57333"/>
                </a:cubicBezTo>
                <a:lnTo>
                  <a:pt x="61198" y="57333"/>
                </a:lnTo>
                <a:cubicBezTo>
                  <a:pt x="49948" y="57333"/>
                  <a:pt x="40189" y="63792"/>
                  <a:pt x="31921" y="76708"/>
                </a:cubicBezTo>
                <a:lnTo>
                  <a:pt x="30497" y="79278"/>
                </a:lnTo>
                <a:lnTo>
                  <a:pt x="23585" y="105968"/>
                </a:lnTo>
                <a:cubicBezTo>
                  <a:pt x="19247" y="123102"/>
                  <a:pt x="16740" y="132460"/>
                  <a:pt x="16062" y="134041"/>
                </a:cubicBezTo>
                <a:cubicBezTo>
                  <a:pt x="14300" y="137600"/>
                  <a:pt x="11318" y="139379"/>
                  <a:pt x="7116" y="139379"/>
                </a:cubicBezTo>
                <a:cubicBezTo>
                  <a:pt x="5218" y="139379"/>
                  <a:pt x="3592" y="138786"/>
                  <a:pt x="2236" y="137600"/>
                </a:cubicBezTo>
                <a:cubicBezTo>
                  <a:pt x="881" y="136414"/>
                  <a:pt x="136" y="135228"/>
                  <a:pt x="0" y="134041"/>
                </a:cubicBezTo>
                <a:cubicBezTo>
                  <a:pt x="0" y="132196"/>
                  <a:pt x="4947" y="112163"/>
                  <a:pt x="14842" y="73940"/>
                </a:cubicBezTo>
                <a:lnTo>
                  <a:pt x="29888" y="15421"/>
                </a:lnTo>
                <a:cubicBezTo>
                  <a:pt x="29888" y="13707"/>
                  <a:pt x="29413" y="12653"/>
                  <a:pt x="28464" y="12257"/>
                </a:cubicBezTo>
                <a:cubicBezTo>
                  <a:pt x="27515" y="11862"/>
                  <a:pt x="24872" y="11533"/>
                  <a:pt x="20535" y="11269"/>
                </a:cubicBezTo>
                <a:lnTo>
                  <a:pt x="16265" y="11269"/>
                </a:lnTo>
                <a:cubicBezTo>
                  <a:pt x="15452" y="10478"/>
                  <a:pt x="15045" y="9951"/>
                  <a:pt x="15045" y="9687"/>
                </a:cubicBezTo>
                <a:cubicBezTo>
                  <a:pt x="15045" y="9424"/>
                  <a:pt x="15181" y="8172"/>
                  <a:pt x="15452" y="5931"/>
                </a:cubicBezTo>
                <a:cubicBezTo>
                  <a:pt x="16130" y="3427"/>
                  <a:pt x="17011" y="2175"/>
                  <a:pt x="18095" y="21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5A026E-2AE0-462E-9F17-BCEF5D49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3526" y="2731708"/>
            <a:ext cx="79429" cy="89690"/>
          </a:xfrm>
          <a:custGeom xmlns:a="http://schemas.openxmlformats.org/drawingml/2006/main">
            <a:pathLst>
              <a:path w="79429" h="89690">
                <a:moveTo>
                  <a:pt x="0" y="54302"/>
                </a:moveTo>
                <a:cubicBezTo>
                  <a:pt x="0" y="46789"/>
                  <a:pt x="1288" y="39936"/>
                  <a:pt x="3863" y="33741"/>
                </a:cubicBezTo>
                <a:cubicBezTo>
                  <a:pt x="6438" y="27546"/>
                  <a:pt x="9759" y="22406"/>
                  <a:pt x="13826" y="18320"/>
                </a:cubicBezTo>
                <a:cubicBezTo>
                  <a:pt x="17892" y="14234"/>
                  <a:pt x="22433" y="10808"/>
                  <a:pt x="27448" y="8040"/>
                </a:cubicBezTo>
                <a:cubicBezTo>
                  <a:pt x="32463" y="5272"/>
                  <a:pt x="37207" y="3229"/>
                  <a:pt x="41680" y="1911"/>
                </a:cubicBezTo>
                <a:cubicBezTo>
                  <a:pt x="46153" y="593"/>
                  <a:pt x="50422" y="0"/>
                  <a:pt x="54489" y="132"/>
                </a:cubicBezTo>
                <a:lnTo>
                  <a:pt x="55099" y="132"/>
                </a:lnTo>
                <a:cubicBezTo>
                  <a:pt x="61198" y="132"/>
                  <a:pt x="66484" y="1582"/>
                  <a:pt x="70957" y="4481"/>
                </a:cubicBezTo>
                <a:cubicBezTo>
                  <a:pt x="75430" y="7381"/>
                  <a:pt x="77667" y="11664"/>
                  <a:pt x="77667" y="17332"/>
                </a:cubicBezTo>
                <a:cubicBezTo>
                  <a:pt x="77667" y="29194"/>
                  <a:pt x="70144" y="36970"/>
                  <a:pt x="55099" y="40661"/>
                </a:cubicBezTo>
                <a:cubicBezTo>
                  <a:pt x="48457" y="42374"/>
                  <a:pt x="39376" y="43297"/>
                  <a:pt x="27854" y="43428"/>
                </a:cubicBezTo>
                <a:cubicBezTo>
                  <a:pt x="22839" y="43428"/>
                  <a:pt x="20264" y="43560"/>
                  <a:pt x="20128" y="43824"/>
                </a:cubicBezTo>
                <a:cubicBezTo>
                  <a:pt x="20128" y="44087"/>
                  <a:pt x="19722" y="46394"/>
                  <a:pt x="18908" y="50743"/>
                </a:cubicBezTo>
                <a:cubicBezTo>
                  <a:pt x="18095" y="55093"/>
                  <a:pt x="17621" y="58915"/>
                  <a:pt x="17485" y="62210"/>
                </a:cubicBezTo>
                <a:cubicBezTo>
                  <a:pt x="17485" y="68405"/>
                  <a:pt x="18908" y="73281"/>
                  <a:pt x="21755" y="76840"/>
                </a:cubicBezTo>
                <a:cubicBezTo>
                  <a:pt x="24601" y="80399"/>
                  <a:pt x="28871" y="82244"/>
                  <a:pt x="34564" y="82376"/>
                </a:cubicBezTo>
                <a:cubicBezTo>
                  <a:pt x="40257" y="82507"/>
                  <a:pt x="46559" y="81255"/>
                  <a:pt x="53472" y="78619"/>
                </a:cubicBezTo>
                <a:cubicBezTo>
                  <a:pt x="60385" y="75983"/>
                  <a:pt x="66620" y="71634"/>
                  <a:pt x="72177" y="65571"/>
                </a:cubicBezTo>
                <a:cubicBezTo>
                  <a:pt x="73397" y="64253"/>
                  <a:pt x="74210" y="63594"/>
                  <a:pt x="74617" y="63594"/>
                </a:cubicBezTo>
                <a:cubicBezTo>
                  <a:pt x="75159" y="63594"/>
                  <a:pt x="76040" y="64187"/>
                  <a:pt x="77260" y="65373"/>
                </a:cubicBezTo>
                <a:cubicBezTo>
                  <a:pt x="78480" y="66559"/>
                  <a:pt x="79158" y="67482"/>
                  <a:pt x="79293" y="68141"/>
                </a:cubicBezTo>
                <a:cubicBezTo>
                  <a:pt x="79429" y="68800"/>
                  <a:pt x="78819" y="69854"/>
                  <a:pt x="77464" y="71304"/>
                </a:cubicBezTo>
                <a:cubicBezTo>
                  <a:pt x="76108" y="72754"/>
                  <a:pt x="74075" y="74533"/>
                  <a:pt x="71364" y="76642"/>
                </a:cubicBezTo>
                <a:cubicBezTo>
                  <a:pt x="68653" y="78751"/>
                  <a:pt x="65536" y="80794"/>
                  <a:pt x="62012" y="82771"/>
                </a:cubicBezTo>
                <a:cubicBezTo>
                  <a:pt x="58487" y="84748"/>
                  <a:pt x="54218" y="86395"/>
                  <a:pt x="49203" y="87713"/>
                </a:cubicBezTo>
                <a:cubicBezTo>
                  <a:pt x="44187" y="89031"/>
                  <a:pt x="39037" y="89690"/>
                  <a:pt x="33751" y="89690"/>
                </a:cubicBezTo>
                <a:cubicBezTo>
                  <a:pt x="23043" y="89690"/>
                  <a:pt x="14774" y="86198"/>
                  <a:pt x="8946" y="79212"/>
                </a:cubicBezTo>
                <a:cubicBezTo>
                  <a:pt x="3118" y="72227"/>
                  <a:pt x="136" y="63923"/>
                  <a:pt x="0" y="54302"/>
                </a:cubicBezTo>
                <a:close/>
                <a:moveTo>
                  <a:pt x="67908" y="17727"/>
                </a:moveTo>
                <a:cubicBezTo>
                  <a:pt x="67094" y="10874"/>
                  <a:pt x="62486" y="7447"/>
                  <a:pt x="54082" y="7447"/>
                </a:cubicBezTo>
                <a:cubicBezTo>
                  <a:pt x="49609" y="7447"/>
                  <a:pt x="45475" y="8369"/>
                  <a:pt x="41680" y="10215"/>
                </a:cubicBezTo>
                <a:cubicBezTo>
                  <a:pt x="37885" y="12060"/>
                  <a:pt x="34835" y="14300"/>
                  <a:pt x="32531" y="16936"/>
                </a:cubicBezTo>
                <a:cubicBezTo>
                  <a:pt x="30226" y="19572"/>
                  <a:pt x="28261" y="22274"/>
                  <a:pt x="26634" y="25042"/>
                </a:cubicBezTo>
                <a:cubicBezTo>
                  <a:pt x="25008" y="27810"/>
                  <a:pt x="23924" y="30182"/>
                  <a:pt x="23381" y="32159"/>
                </a:cubicBezTo>
                <a:cubicBezTo>
                  <a:pt x="22839" y="34136"/>
                  <a:pt x="22500" y="35389"/>
                  <a:pt x="22365" y="35916"/>
                </a:cubicBezTo>
                <a:cubicBezTo>
                  <a:pt x="22365" y="36048"/>
                  <a:pt x="23720" y="36113"/>
                  <a:pt x="26431" y="36113"/>
                </a:cubicBezTo>
                <a:cubicBezTo>
                  <a:pt x="41748" y="36113"/>
                  <a:pt x="52456" y="34532"/>
                  <a:pt x="58555" y="31369"/>
                </a:cubicBezTo>
                <a:cubicBezTo>
                  <a:pt x="64655" y="28205"/>
                  <a:pt x="67772" y="23658"/>
                  <a:pt x="67908" y="177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2F0905-0AB9-4026-8093-B058FBE7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3526" y="2731708"/>
            <a:ext cx="79429" cy="89690"/>
          </a:xfrm>
          <a:custGeom xmlns:a="http://schemas.openxmlformats.org/drawingml/2006/main">
            <a:pathLst>
              <a:path w="79429" h="89690" fill="none">
                <a:moveTo>
                  <a:pt x="0" y="54302"/>
                </a:moveTo>
                <a:cubicBezTo>
                  <a:pt x="0" y="46789"/>
                  <a:pt x="1288" y="39936"/>
                  <a:pt x="3863" y="33741"/>
                </a:cubicBezTo>
                <a:cubicBezTo>
                  <a:pt x="6438" y="27546"/>
                  <a:pt x="9759" y="22406"/>
                  <a:pt x="13826" y="18320"/>
                </a:cubicBezTo>
                <a:cubicBezTo>
                  <a:pt x="17892" y="14234"/>
                  <a:pt x="22433" y="10808"/>
                  <a:pt x="27448" y="8040"/>
                </a:cubicBezTo>
                <a:cubicBezTo>
                  <a:pt x="32463" y="5272"/>
                  <a:pt x="37207" y="3229"/>
                  <a:pt x="41680" y="1911"/>
                </a:cubicBezTo>
                <a:cubicBezTo>
                  <a:pt x="46153" y="593"/>
                  <a:pt x="50422" y="0"/>
                  <a:pt x="54489" y="132"/>
                </a:cubicBezTo>
                <a:lnTo>
                  <a:pt x="55099" y="132"/>
                </a:lnTo>
                <a:cubicBezTo>
                  <a:pt x="61198" y="132"/>
                  <a:pt x="66484" y="1582"/>
                  <a:pt x="70957" y="4481"/>
                </a:cubicBezTo>
                <a:cubicBezTo>
                  <a:pt x="75430" y="7381"/>
                  <a:pt x="77667" y="11664"/>
                  <a:pt x="77667" y="17332"/>
                </a:cubicBezTo>
                <a:cubicBezTo>
                  <a:pt x="77667" y="29194"/>
                  <a:pt x="70144" y="36970"/>
                  <a:pt x="55099" y="40661"/>
                </a:cubicBezTo>
                <a:cubicBezTo>
                  <a:pt x="48457" y="42374"/>
                  <a:pt x="39376" y="43297"/>
                  <a:pt x="27854" y="43428"/>
                </a:cubicBezTo>
                <a:cubicBezTo>
                  <a:pt x="22839" y="43428"/>
                  <a:pt x="20264" y="43560"/>
                  <a:pt x="20128" y="43824"/>
                </a:cubicBezTo>
                <a:cubicBezTo>
                  <a:pt x="20128" y="44087"/>
                  <a:pt x="19722" y="46394"/>
                  <a:pt x="18908" y="50743"/>
                </a:cubicBezTo>
                <a:cubicBezTo>
                  <a:pt x="18095" y="55093"/>
                  <a:pt x="17621" y="58915"/>
                  <a:pt x="17485" y="62210"/>
                </a:cubicBezTo>
                <a:cubicBezTo>
                  <a:pt x="17485" y="68405"/>
                  <a:pt x="18908" y="73281"/>
                  <a:pt x="21755" y="76840"/>
                </a:cubicBezTo>
                <a:cubicBezTo>
                  <a:pt x="24601" y="80399"/>
                  <a:pt x="28871" y="82244"/>
                  <a:pt x="34564" y="82376"/>
                </a:cubicBezTo>
                <a:cubicBezTo>
                  <a:pt x="40257" y="82507"/>
                  <a:pt x="46559" y="81255"/>
                  <a:pt x="53472" y="78619"/>
                </a:cubicBezTo>
                <a:cubicBezTo>
                  <a:pt x="60385" y="75983"/>
                  <a:pt x="66620" y="71634"/>
                  <a:pt x="72177" y="65571"/>
                </a:cubicBezTo>
                <a:cubicBezTo>
                  <a:pt x="73397" y="64253"/>
                  <a:pt x="74210" y="63594"/>
                  <a:pt x="74617" y="63594"/>
                </a:cubicBezTo>
                <a:cubicBezTo>
                  <a:pt x="75159" y="63594"/>
                  <a:pt x="76040" y="64187"/>
                  <a:pt x="77260" y="65373"/>
                </a:cubicBezTo>
                <a:cubicBezTo>
                  <a:pt x="78480" y="66559"/>
                  <a:pt x="79158" y="67482"/>
                  <a:pt x="79293" y="68141"/>
                </a:cubicBezTo>
                <a:cubicBezTo>
                  <a:pt x="79429" y="68800"/>
                  <a:pt x="78819" y="69854"/>
                  <a:pt x="77464" y="71304"/>
                </a:cubicBezTo>
                <a:cubicBezTo>
                  <a:pt x="76108" y="72754"/>
                  <a:pt x="74075" y="74533"/>
                  <a:pt x="71364" y="76642"/>
                </a:cubicBezTo>
                <a:cubicBezTo>
                  <a:pt x="68653" y="78751"/>
                  <a:pt x="65536" y="80794"/>
                  <a:pt x="62012" y="82771"/>
                </a:cubicBezTo>
                <a:cubicBezTo>
                  <a:pt x="58487" y="84748"/>
                  <a:pt x="54218" y="86395"/>
                  <a:pt x="49203" y="87713"/>
                </a:cubicBezTo>
                <a:cubicBezTo>
                  <a:pt x="44187" y="89031"/>
                  <a:pt x="39037" y="89690"/>
                  <a:pt x="33751" y="89690"/>
                </a:cubicBezTo>
                <a:cubicBezTo>
                  <a:pt x="23043" y="89690"/>
                  <a:pt x="14774" y="86198"/>
                  <a:pt x="8946" y="79212"/>
                </a:cubicBezTo>
                <a:cubicBezTo>
                  <a:pt x="3118" y="72227"/>
                  <a:pt x="136" y="63923"/>
                  <a:pt x="0" y="54302"/>
                </a:cubicBezTo>
                <a:close/>
                <a:moveTo>
                  <a:pt x="67908" y="17727"/>
                </a:moveTo>
                <a:cubicBezTo>
                  <a:pt x="67094" y="10874"/>
                  <a:pt x="62486" y="7447"/>
                  <a:pt x="54082" y="7447"/>
                </a:cubicBezTo>
                <a:cubicBezTo>
                  <a:pt x="49609" y="7447"/>
                  <a:pt x="45475" y="8369"/>
                  <a:pt x="41680" y="10215"/>
                </a:cubicBezTo>
                <a:cubicBezTo>
                  <a:pt x="37885" y="12060"/>
                  <a:pt x="34835" y="14300"/>
                  <a:pt x="32531" y="16936"/>
                </a:cubicBezTo>
                <a:cubicBezTo>
                  <a:pt x="30226" y="19572"/>
                  <a:pt x="28261" y="22274"/>
                  <a:pt x="26634" y="25042"/>
                </a:cubicBezTo>
                <a:cubicBezTo>
                  <a:pt x="25008" y="27810"/>
                  <a:pt x="23924" y="30182"/>
                  <a:pt x="23381" y="32159"/>
                </a:cubicBezTo>
                <a:cubicBezTo>
                  <a:pt x="22839" y="34136"/>
                  <a:pt x="22500" y="35389"/>
                  <a:pt x="22365" y="35916"/>
                </a:cubicBezTo>
                <a:cubicBezTo>
                  <a:pt x="22365" y="36048"/>
                  <a:pt x="23720" y="36113"/>
                  <a:pt x="26431" y="36113"/>
                </a:cubicBezTo>
                <a:cubicBezTo>
                  <a:pt x="41748" y="36113"/>
                  <a:pt x="52456" y="34532"/>
                  <a:pt x="58555" y="31369"/>
                </a:cubicBezTo>
                <a:cubicBezTo>
                  <a:pt x="64655" y="28205"/>
                  <a:pt x="67772" y="23658"/>
                  <a:pt x="67908" y="1772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A5EBEE-C766-43DA-A6ED-6ED32811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4612" y="2731576"/>
            <a:ext cx="83156" cy="89822"/>
          </a:xfrm>
          <a:custGeom xmlns:a="http://schemas.openxmlformats.org/drawingml/2006/main">
            <a:pathLst>
              <a:path w="83156" h="89822">
                <a:moveTo>
                  <a:pt x="0" y="30907"/>
                </a:moveTo>
                <a:cubicBezTo>
                  <a:pt x="136" y="30512"/>
                  <a:pt x="271" y="29985"/>
                  <a:pt x="407" y="29326"/>
                </a:cubicBezTo>
                <a:cubicBezTo>
                  <a:pt x="542" y="28667"/>
                  <a:pt x="881" y="27217"/>
                  <a:pt x="1423" y="24976"/>
                </a:cubicBezTo>
                <a:cubicBezTo>
                  <a:pt x="1965" y="22736"/>
                  <a:pt x="2643" y="20693"/>
                  <a:pt x="3456" y="18848"/>
                </a:cubicBezTo>
                <a:cubicBezTo>
                  <a:pt x="4270" y="17002"/>
                  <a:pt x="5286" y="14828"/>
                  <a:pt x="6506" y="12323"/>
                </a:cubicBezTo>
                <a:cubicBezTo>
                  <a:pt x="7726" y="9819"/>
                  <a:pt x="9081" y="7842"/>
                  <a:pt x="10572" y="6392"/>
                </a:cubicBezTo>
                <a:cubicBezTo>
                  <a:pt x="12063" y="4943"/>
                  <a:pt x="13826" y="3493"/>
                  <a:pt x="15859" y="2043"/>
                </a:cubicBezTo>
                <a:cubicBezTo>
                  <a:pt x="17892" y="593"/>
                  <a:pt x="20128" y="0"/>
                  <a:pt x="22568" y="264"/>
                </a:cubicBezTo>
                <a:cubicBezTo>
                  <a:pt x="26499" y="264"/>
                  <a:pt x="29955" y="1054"/>
                  <a:pt x="32937" y="2636"/>
                </a:cubicBezTo>
                <a:cubicBezTo>
                  <a:pt x="35919" y="4218"/>
                  <a:pt x="38020" y="5667"/>
                  <a:pt x="39240" y="6985"/>
                </a:cubicBezTo>
                <a:cubicBezTo>
                  <a:pt x="40460" y="8303"/>
                  <a:pt x="41205" y="9621"/>
                  <a:pt x="41477" y="10939"/>
                </a:cubicBezTo>
                <a:cubicBezTo>
                  <a:pt x="41748" y="11730"/>
                  <a:pt x="41951" y="12126"/>
                  <a:pt x="42086" y="12126"/>
                </a:cubicBezTo>
                <a:cubicBezTo>
                  <a:pt x="42222" y="12126"/>
                  <a:pt x="42764" y="11664"/>
                  <a:pt x="43713" y="10742"/>
                </a:cubicBezTo>
                <a:cubicBezTo>
                  <a:pt x="50219" y="3888"/>
                  <a:pt x="57742" y="461"/>
                  <a:pt x="66281" y="461"/>
                </a:cubicBezTo>
                <a:lnTo>
                  <a:pt x="66891" y="461"/>
                </a:lnTo>
                <a:cubicBezTo>
                  <a:pt x="73397" y="461"/>
                  <a:pt x="78277" y="3163"/>
                  <a:pt x="81530" y="8567"/>
                </a:cubicBezTo>
                <a:cubicBezTo>
                  <a:pt x="82614" y="11071"/>
                  <a:pt x="83156" y="13510"/>
                  <a:pt x="83156" y="15882"/>
                </a:cubicBezTo>
                <a:cubicBezTo>
                  <a:pt x="83156" y="19836"/>
                  <a:pt x="82275" y="22999"/>
                  <a:pt x="80513" y="25372"/>
                </a:cubicBezTo>
                <a:cubicBezTo>
                  <a:pt x="78751" y="27744"/>
                  <a:pt x="76989" y="29260"/>
                  <a:pt x="75227" y="29919"/>
                </a:cubicBezTo>
                <a:cubicBezTo>
                  <a:pt x="73465" y="30578"/>
                  <a:pt x="71771" y="30841"/>
                  <a:pt x="70144" y="30710"/>
                </a:cubicBezTo>
                <a:cubicBezTo>
                  <a:pt x="67433" y="30710"/>
                  <a:pt x="65265" y="29985"/>
                  <a:pt x="63638" y="28535"/>
                </a:cubicBezTo>
                <a:cubicBezTo>
                  <a:pt x="62012" y="27085"/>
                  <a:pt x="61198" y="25174"/>
                  <a:pt x="61198" y="22802"/>
                </a:cubicBezTo>
                <a:cubicBezTo>
                  <a:pt x="61198" y="16475"/>
                  <a:pt x="64993" y="12257"/>
                  <a:pt x="72584" y="10149"/>
                </a:cubicBezTo>
                <a:cubicBezTo>
                  <a:pt x="69602" y="8435"/>
                  <a:pt x="67162" y="7579"/>
                  <a:pt x="65265" y="7579"/>
                </a:cubicBezTo>
                <a:cubicBezTo>
                  <a:pt x="57674" y="7579"/>
                  <a:pt x="50694" y="12455"/>
                  <a:pt x="44323" y="22208"/>
                </a:cubicBezTo>
                <a:cubicBezTo>
                  <a:pt x="42968" y="24317"/>
                  <a:pt x="41951" y="26492"/>
                  <a:pt x="41273" y="28733"/>
                </a:cubicBezTo>
                <a:cubicBezTo>
                  <a:pt x="40596" y="30973"/>
                  <a:pt x="38291" y="39738"/>
                  <a:pt x="34360" y="55027"/>
                </a:cubicBezTo>
                <a:cubicBezTo>
                  <a:pt x="29752" y="73479"/>
                  <a:pt x="27109" y="83298"/>
                  <a:pt x="26431" y="84484"/>
                </a:cubicBezTo>
                <a:cubicBezTo>
                  <a:pt x="24669" y="88043"/>
                  <a:pt x="21755" y="89822"/>
                  <a:pt x="17689" y="89822"/>
                </a:cubicBezTo>
                <a:cubicBezTo>
                  <a:pt x="15926" y="89822"/>
                  <a:pt x="14503" y="89427"/>
                  <a:pt x="13419" y="88636"/>
                </a:cubicBezTo>
                <a:cubicBezTo>
                  <a:pt x="12335" y="87845"/>
                  <a:pt x="11589" y="87054"/>
                  <a:pt x="11182" y="86264"/>
                </a:cubicBezTo>
                <a:cubicBezTo>
                  <a:pt x="10776" y="85473"/>
                  <a:pt x="10640" y="84814"/>
                  <a:pt x="10776" y="84287"/>
                </a:cubicBezTo>
                <a:cubicBezTo>
                  <a:pt x="10776" y="82573"/>
                  <a:pt x="13487" y="71238"/>
                  <a:pt x="18908" y="50282"/>
                </a:cubicBezTo>
                <a:cubicBezTo>
                  <a:pt x="24330" y="29326"/>
                  <a:pt x="27041" y="17661"/>
                  <a:pt x="27041" y="15289"/>
                </a:cubicBezTo>
                <a:cubicBezTo>
                  <a:pt x="27041" y="10149"/>
                  <a:pt x="25279" y="7579"/>
                  <a:pt x="21755" y="7579"/>
                </a:cubicBezTo>
                <a:cubicBezTo>
                  <a:pt x="18908" y="7579"/>
                  <a:pt x="16469" y="9424"/>
                  <a:pt x="14435" y="13114"/>
                </a:cubicBezTo>
                <a:cubicBezTo>
                  <a:pt x="12402" y="16805"/>
                  <a:pt x="10776" y="20825"/>
                  <a:pt x="9556" y="25174"/>
                </a:cubicBezTo>
                <a:cubicBezTo>
                  <a:pt x="8336" y="29523"/>
                  <a:pt x="7590" y="31896"/>
                  <a:pt x="7319" y="32291"/>
                </a:cubicBezTo>
                <a:cubicBezTo>
                  <a:pt x="7048" y="32555"/>
                  <a:pt x="5964" y="32687"/>
                  <a:pt x="4066" y="32687"/>
                </a:cubicBezTo>
                <a:lnTo>
                  <a:pt x="1220" y="32687"/>
                </a:lnTo>
                <a:cubicBezTo>
                  <a:pt x="407" y="31896"/>
                  <a:pt x="0" y="31303"/>
                  <a:pt x="0" y="309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B8A80C-6CCE-4E3E-A848-1630045B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4612" y="2731576"/>
            <a:ext cx="83156" cy="89822"/>
          </a:xfrm>
          <a:custGeom xmlns:a="http://schemas.openxmlformats.org/drawingml/2006/main">
            <a:pathLst>
              <a:path w="83156" h="89822" fill="none">
                <a:moveTo>
                  <a:pt x="0" y="30907"/>
                </a:moveTo>
                <a:cubicBezTo>
                  <a:pt x="136" y="30512"/>
                  <a:pt x="271" y="29985"/>
                  <a:pt x="407" y="29326"/>
                </a:cubicBezTo>
                <a:cubicBezTo>
                  <a:pt x="542" y="28667"/>
                  <a:pt x="881" y="27217"/>
                  <a:pt x="1423" y="24976"/>
                </a:cubicBezTo>
                <a:cubicBezTo>
                  <a:pt x="1965" y="22736"/>
                  <a:pt x="2643" y="20693"/>
                  <a:pt x="3456" y="18848"/>
                </a:cubicBezTo>
                <a:cubicBezTo>
                  <a:pt x="4270" y="17002"/>
                  <a:pt x="5286" y="14828"/>
                  <a:pt x="6506" y="12323"/>
                </a:cubicBezTo>
                <a:cubicBezTo>
                  <a:pt x="7726" y="9819"/>
                  <a:pt x="9081" y="7842"/>
                  <a:pt x="10572" y="6392"/>
                </a:cubicBezTo>
                <a:cubicBezTo>
                  <a:pt x="12063" y="4943"/>
                  <a:pt x="13826" y="3493"/>
                  <a:pt x="15859" y="2043"/>
                </a:cubicBezTo>
                <a:cubicBezTo>
                  <a:pt x="17892" y="593"/>
                  <a:pt x="20128" y="0"/>
                  <a:pt x="22568" y="264"/>
                </a:cubicBezTo>
                <a:cubicBezTo>
                  <a:pt x="26499" y="264"/>
                  <a:pt x="29955" y="1054"/>
                  <a:pt x="32937" y="2636"/>
                </a:cubicBezTo>
                <a:cubicBezTo>
                  <a:pt x="35919" y="4218"/>
                  <a:pt x="38020" y="5667"/>
                  <a:pt x="39240" y="6985"/>
                </a:cubicBezTo>
                <a:cubicBezTo>
                  <a:pt x="40460" y="8303"/>
                  <a:pt x="41205" y="9621"/>
                  <a:pt x="41477" y="10939"/>
                </a:cubicBezTo>
                <a:cubicBezTo>
                  <a:pt x="41748" y="11730"/>
                  <a:pt x="41951" y="12126"/>
                  <a:pt x="42086" y="12126"/>
                </a:cubicBezTo>
                <a:cubicBezTo>
                  <a:pt x="42222" y="12126"/>
                  <a:pt x="42764" y="11664"/>
                  <a:pt x="43713" y="10742"/>
                </a:cubicBezTo>
                <a:cubicBezTo>
                  <a:pt x="50219" y="3888"/>
                  <a:pt x="57742" y="461"/>
                  <a:pt x="66281" y="461"/>
                </a:cubicBezTo>
                <a:lnTo>
                  <a:pt x="66891" y="461"/>
                </a:lnTo>
                <a:cubicBezTo>
                  <a:pt x="73397" y="461"/>
                  <a:pt x="78277" y="3163"/>
                  <a:pt x="81530" y="8567"/>
                </a:cubicBezTo>
                <a:cubicBezTo>
                  <a:pt x="82614" y="11071"/>
                  <a:pt x="83156" y="13510"/>
                  <a:pt x="83156" y="15882"/>
                </a:cubicBezTo>
                <a:cubicBezTo>
                  <a:pt x="83156" y="19836"/>
                  <a:pt x="82275" y="22999"/>
                  <a:pt x="80513" y="25372"/>
                </a:cubicBezTo>
                <a:cubicBezTo>
                  <a:pt x="78751" y="27744"/>
                  <a:pt x="76989" y="29260"/>
                  <a:pt x="75227" y="29919"/>
                </a:cubicBezTo>
                <a:cubicBezTo>
                  <a:pt x="73465" y="30578"/>
                  <a:pt x="71771" y="30841"/>
                  <a:pt x="70144" y="30710"/>
                </a:cubicBezTo>
                <a:cubicBezTo>
                  <a:pt x="67433" y="30710"/>
                  <a:pt x="65265" y="29985"/>
                  <a:pt x="63638" y="28535"/>
                </a:cubicBezTo>
                <a:cubicBezTo>
                  <a:pt x="62012" y="27085"/>
                  <a:pt x="61198" y="25174"/>
                  <a:pt x="61198" y="22802"/>
                </a:cubicBezTo>
                <a:cubicBezTo>
                  <a:pt x="61198" y="16475"/>
                  <a:pt x="64993" y="12257"/>
                  <a:pt x="72584" y="10149"/>
                </a:cubicBezTo>
                <a:cubicBezTo>
                  <a:pt x="69602" y="8435"/>
                  <a:pt x="67162" y="7579"/>
                  <a:pt x="65265" y="7579"/>
                </a:cubicBezTo>
                <a:cubicBezTo>
                  <a:pt x="57674" y="7579"/>
                  <a:pt x="50694" y="12455"/>
                  <a:pt x="44323" y="22208"/>
                </a:cubicBezTo>
                <a:cubicBezTo>
                  <a:pt x="42968" y="24317"/>
                  <a:pt x="41951" y="26492"/>
                  <a:pt x="41273" y="28733"/>
                </a:cubicBezTo>
                <a:cubicBezTo>
                  <a:pt x="40596" y="30973"/>
                  <a:pt x="38291" y="39738"/>
                  <a:pt x="34360" y="55027"/>
                </a:cubicBezTo>
                <a:cubicBezTo>
                  <a:pt x="29752" y="73479"/>
                  <a:pt x="27109" y="83298"/>
                  <a:pt x="26431" y="84484"/>
                </a:cubicBezTo>
                <a:cubicBezTo>
                  <a:pt x="24669" y="88043"/>
                  <a:pt x="21755" y="89822"/>
                  <a:pt x="17689" y="89822"/>
                </a:cubicBezTo>
                <a:cubicBezTo>
                  <a:pt x="15926" y="89822"/>
                  <a:pt x="14503" y="89427"/>
                  <a:pt x="13419" y="88636"/>
                </a:cubicBezTo>
                <a:cubicBezTo>
                  <a:pt x="12335" y="87845"/>
                  <a:pt x="11589" y="87054"/>
                  <a:pt x="11182" y="86264"/>
                </a:cubicBezTo>
                <a:cubicBezTo>
                  <a:pt x="10776" y="85473"/>
                  <a:pt x="10640" y="84814"/>
                  <a:pt x="10776" y="84287"/>
                </a:cubicBezTo>
                <a:cubicBezTo>
                  <a:pt x="10776" y="82573"/>
                  <a:pt x="13487" y="71238"/>
                  <a:pt x="18908" y="50282"/>
                </a:cubicBezTo>
                <a:cubicBezTo>
                  <a:pt x="24330" y="29326"/>
                  <a:pt x="27041" y="17661"/>
                  <a:pt x="27041" y="15289"/>
                </a:cubicBezTo>
                <a:cubicBezTo>
                  <a:pt x="27041" y="10149"/>
                  <a:pt x="25279" y="7579"/>
                  <a:pt x="21755" y="7579"/>
                </a:cubicBezTo>
                <a:cubicBezTo>
                  <a:pt x="18908" y="7579"/>
                  <a:pt x="16469" y="9424"/>
                  <a:pt x="14435" y="13114"/>
                </a:cubicBezTo>
                <a:cubicBezTo>
                  <a:pt x="12402" y="16805"/>
                  <a:pt x="10776" y="20825"/>
                  <a:pt x="9556" y="25174"/>
                </a:cubicBezTo>
                <a:cubicBezTo>
                  <a:pt x="8336" y="29523"/>
                  <a:pt x="7590" y="31896"/>
                  <a:pt x="7319" y="32291"/>
                </a:cubicBezTo>
                <a:cubicBezTo>
                  <a:pt x="7048" y="32555"/>
                  <a:pt x="5964" y="32687"/>
                  <a:pt x="4066" y="32687"/>
                </a:cubicBezTo>
                <a:lnTo>
                  <a:pt x="1220" y="32687"/>
                </a:lnTo>
                <a:cubicBezTo>
                  <a:pt x="407" y="31896"/>
                  <a:pt x="0" y="31303"/>
                  <a:pt x="0" y="3090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5F2010-12D1-4662-8D39-39D46A03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149" y="2670947"/>
            <a:ext cx="48593" cy="197701"/>
          </a:xfrm>
          <a:custGeom xmlns:a="http://schemas.openxmlformats.org/drawingml/2006/main">
            <a:pathLst>
              <a:path w="48593" h="197701">
                <a:moveTo>
                  <a:pt x="0" y="98851"/>
                </a:moveTo>
                <a:cubicBezTo>
                  <a:pt x="0" y="89756"/>
                  <a:pt x="678" y="81123"/>
                  <a:pt x="2033" y="72952"/>
                </a:cubicBezTo>
                <a:cubicBezTo>
                  <a:pt x="3389" y="64780"/>
                  <a:pt x="4947" y="57729"/>
                  <a:pt x="6709" y="51798"/>
                </a:cubicBezTo>
                <a:cubicBezTo>
                  <a:pt x="8472" y="45867"/>
                  <a:pt x="10979" y="40067"/>
                  <a:pt x="14232" y="34400"/>
                </a:cubicBezTo>
                <a:cubicBezTo>
                  <a:pt x="17485" y="28733"/>
                  <a:pt x="20061" y="24317"/>
                  <a:pt x="21958" y="21154"/>
                </a:cubicBezTo>
                <a:cubicBezTo>
                  <a:pt x="23856" y="17991"/>
                  <a:pt x="26702" y="14564"/>
                  <a:pt x="30497" y="10874"/>
                </a:cubicBezTo>
                <a:cubicBezTo>
                  <a:pt x="34293" y="7183"/>
                  <a:pt x="36529" y="4943"/>
                  <a:pt x="37207" y="4152"/>
                </a:cubicBezTo>
                <a:cubicBezTo>
                  <a:pt x="37885" y="3361"/>
                  <a:pt x="39579" y="1977"/>
                  <a:pt x="42290" y="0"/>
                </a:cubicBezTo>
                <a:lnTo>
                  <a:pt x="44933" y="0"/>
                </a:lnTo>
                <a:lnTo>
                  <a:pt x="45746" y="0"/>
                </a:lnTo>
                <a:cubicBezTo>
                  <a:pt x="47644" y="0"/>
                  <a:pt x="48593" y="593"/>
                  <a:pt x="48593" y="1779"/>
                </a:cubicBezTo>
                <a:cubicBezTo>
                  <a:pt x="48593" y="2175"/>
                  <a:pt x="47440" y="3559"/>
                  <a:pt x="45136" y="5931"/>
                </a:cubicBezTo>
                <a:cubicBezTo>
                  <a:pt x="42832" y="8303"/>
                  <a:pt x="40053" y="11796"/>
                  <a:pt x="36800" y="16409"/>
                </a:cubicBezTo>
                <a:cubicBezTo>
                  <a:pt x="33547" y="21022"/>
                  <a:pt x="30226" y="26690"/>
                  <a:pt x="26838" y="33412"/>
                </a:cubicBezTo>
                <a:cubicBezTo>
                  <a:pt x="23449" y="40133"/>
                  <a:pt x="20603" y="49228"/>
                  <a:pt x="18298" y="60694"/>
                </a:cubicBezTo>
                <a:cubicBezTo>
                  <a:pt x="15994" y="72161"/>
                  <a:pt x="14842" y="84880"/>
                  <a:pt x="14842" y="98851"/>
                </a:cubicBezTo>
                <a:cubicBezTo>
                  <a:pt x="14842" y="112822"/>
                  <a:pt x="15994" y="125474"/>
                  <a:pt x="18298" y="136809"/>
                </a:cubicBezTo>
                <a:cubicBezTo>
                  <a:pt x="20603" y="148144"/>
                  <a:pt x="23381" y="157304"/>
                  <a:pt x="26634" y="164290"/>
                </a:cubicBezTo>
                <a:cubicBezTo>
                  <a:pt x="29888" y="171275"/>
                  <a:pt x="33208" y="176943"/>
                  <a:pt x="36597" y="181292"/>
                </a:cubicBezTo>
                <a:cubicBezTo>
                  <a:pt x="39986" y="185642"/>
                  <a:pt x="42832" y="189134"/>
                  <a:pt x="45136" y="191770"/>
                </a:cubicBezTo>
                <a:cubicBezTo>
                  <a:pt x="47440" y="194406"/>
                  <a:pt x="48593" y="195790"/>
                  <a:pt x="48593" y="195922"/>
                </a:cubicBezTo>
                <a:cubicBezTo>
                  <a:pt x="48593" y="197108"/>
                  <a:pt x="47576" y="197701"/>
                  <a:pt x="45543" y="197701"/>
                </a:cubicBezTo>
                <a:lnTo>
                  <a:pt x="44933" y="197701"/>
                </a:lnTo>
                <a:lnTo>
                  <a:pt x="42290" y="197701"/>
                </a:lnTo>
                <a:lnTo>
                  <a:pt x="36597" y="192956"/>
                </a:lnTo>
                <a:cubicBezTo>
                  <a:pt x="23856" y="181753"/>
                  <a:pt x="14571" y="167783"/>
                  <a:pt x="8743" y="151044"/>
                </a:cubicBezTo>
                <a:cubicBezTo>
                  <a:pt x="2914" y="134305"/>
                  <a:pt x="0" y="116907"/>
                  <a:pt x="0" y="988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CF275E-E93C-4955-B0B2-D8824420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149" y="2670947"/>
            <a:ext cx="48593" cy="197701"/>
          </a:xfrm>
          <a:custGeom xmlns:a="http://schemas.openxmlformats.org/drawingml/2006/main">
            <a:pathLst>
              <a:path w="48593" h="197701" fill="none">
                <a:moveTo>
                  <a:pt x="0" y="98851"/>
                </a:moveTo>
                <a:cubicBezTo>
                  <a:pt x="0" y="89756"/>
                  <a:pt x="678" y="81123"/>
                  <a:pt x="2033" y="72952"/>
                </a:cubicBezTo>
                <a:cubicBezTo>
                  <a:pt x="3389" y="64780"/>
                  <a:pt x="4947" y="57729"/>
                  <a:pt x="6709" y="51798"/>
                </a:cubicBezTo>
                <a:cubicBezTo>
                  <a:pt x="8472" y="45867"/>
                  <a:pt x="10979" y="40067"/>
                  <a:pt x="14232" y="34400"/>
                </a:cubicBezTo>
                <a:cubicBezTo>
                  <a:pt x="17485" y="28733"/>
                  <a:pt x="20061" y="24317"/>
                  <a:pt x="21958" y="21154"/>
                </a:cubicBezTo>
                <a:cubicBezTo>
                  <a:pt x="23856" y="17991"/>
                  <a:pt x="26702" y="14564"/>
                  <a:pt x="30497" y="10874"/>
                </a:cubicBezTo>
                <a:cubicBezTo>
                  <a:pt x="34293" y="7183"/>
                  <a:pt x="36529" y="4943"/>
                  <a:pt x="37207" y="4152"/>
                </a:cubicBezTo>
                <a:cubicBezTo>
                  <a:pt x="37885" y="3361"/>
                  <a:pt x="39579" y="1977"/>
                  <a:pt x="42290" y="0"/>
                </a:cubicBezTo>
                <a:lnTo>
                  <a:pt x="44933" y="0"/>
                </a:lnTo>
                <a:lnTo>
                  <a:pt x="45746" y="0"/>
                </a:lnTo>
                <a:cubicBezTo>
                  <a:pt x="47644" y="0"/>
                  <a:pt x="48593" y="593"/>
                  <a:pt x="48593" y="1779"/>
                </a:cubicBezTo>
                <a:cubicBezTo>
                  <a:pt x="48593" y="2175"/>
                  <a:pt x="47440" y="3559"/>
                  <a:pt x="45136" y="5931"/>
                </a:cubicBezTo>
                <a:cubicBezTo>
                  <a:pt x="42832" y="8303"/>
                  <a:pt x="40053" y="11796"/>
                  <a:pt x="36800" y="16409"/>
                </a:cubicBezTo>
                <a:cubicBezTo>
                  <a:pt x="33547" y="21022"/>
                  <a:pt x="30226" y="26690"/>
                  <a:pt x="26838" y="33412"/>
                </a:cubicBezTo>
                <a:cubicBezTo>
                  <a:pt x="23449" y="40133"/>
                  <a:pt x="20603" y="49228"/>
                  <a:pt x="18298" y="60694"/>
                </a:cubicBezTo>
                <a:cubicBezTo>
                  <a:pt x="15994" y="72161"/>
                  <a:pt x="14842" y="84880"/>
                  <a:pt x="14842" y="98851"/>
                </a:cubicBezTo>
                <a:cubicBezTo>
                  <a:pt x="14842" y="112822"/>
                  <a:pt x="15994" y="125474"/>
                  <a:pt x="18298" y="136809"/>
                </a:cubicBezTo>
                <a:cubicBezTo>
                  <a:pt x="20603" y="148144"/>
                  <a:pt x="23381" y="157304"/>
                  <a:pt x="26634" y="164290"/>
                </a:cubicBezTo>
                <a:cubicBezTo>
                  <a:pt x="29888" y="171275"/>
                  <a:pt x="33208" y="176943"/>
                  <a:pt x="36597" y="181292"/>
                </a:cubicBezTo>
                <a:cubicBezTo>
                  <a:pt x="39986" y="185642"/>
                  <a:pt x="42832" y="189134"/>
                  <a:pt x="45136" y="191770"/>
                </a:cubicBezTo>
                <a:cubicBezTo>
                  <a:pt x="47440" y="194406"/>
                  <a:pt x="48593" y="195790"/>
                  <a:pt x="48593" y="195922"/>
                </a:cubicBezTo>
                <a:cubicBezTo>
                  <a:pt x="48593" y="197108"/>
                  <a:pt x="47576" y="197701"/>
                  <a:pt x="45543" y="197701"/>
                </a:cubicBezTo>
                <a:lnTo>
                  <a:pt x="44933" y="197701"/>
                </a:lnTo>
                <a:lnTo>
                  <a:pt x="42290" y="197701"/>
                </a:lnTo>
                <a:lnTo>
                  <a:pt x="36597" y="192956"/>
                </a:lnTo>
                <a:cubicBezTo>
                  <a:pt x="23856" y="181753"/>
                  <a:pt x="14571" y="167783"/>
                  <a:pt x="8743" y="151044"/>
                </a:cubicBezTo>
                <a:cubicBezTo>
                  <a:pt x="2914" y="134305"/>
                  <a:pt x="0" y="116907"/>
                  <a:pt x="0" y="9885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21A57B-3E71-4BA9-8155-F486B452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3357" y="2670947"/>
            <a:ext cx="45475" cy="197701"/>
          </a:xfrm>
          <a:custGeom xmlns:a="http://schemas.openxmlformats.org/drawingml/2006/main">
            <a:pathLst>
              <a:path w="45475" h="197701">
                <a:moveTo>
                  <a:pt x="45475" y="194143"/>
                </a:moveTo>
                <a:cubicBezTo>
                  <a:pt x="45340" y="195065"/>
                  <a:pt x="44933" y="195856"/>
                  <a:pt x="44255" y="196515"/>
                </a:cubicBezTo>
                <a:cubicBezTo>
                  <a:pt x="43577" y="197174"/>
                  <a:pt x="42629" y="197569"/>
                  <a:pt x="41409" y="197701"/>
                </a:cubicBezTo>
                <a:cubicBezTo>
                  <a:pt x="40053" y="197701"/>
                  <a:pt x="38901" y="197042"/>
                  <a:pt x="37952" y="195724"/>
                </a:cubicBezTo>
                <a:cubicBezTo>
                  <a:pt x="37546" y="194802"/>
                  <a:pt x="31175" y="178590"/>
                  <a:pt x="18841" y="147090"/>
                </a:cubicBezTo>
                <a:cubicBezTo>
                  <a:pt x="6506" y="115589"/>
                  <a:pt x="271" y="99510"/>
                  <a:pt x="136" y="98851"/>
                </a:cubicBezTo>
                <a:cubicBezTo>
                  <a:pt x="0" y="98192"/>
                  <a:pt x="6167" y="82112"/>
                  <a:pt x="18637" y="50612"/>
                </a:cubicBezTo>
                <a:cubicBezTo>
                  <a:pt x="31107" y="19111"/>
                  <a:pt x="37546" y="2900"/>
                  <a:pt x="37952" y="1977"/>
                </a:cubicBezTo>
                <a:cubicBezTo>
                  <a:pt x="38359" y="1318"/>
                  <a:pt x="39037" y="725"/>
                  <a:pt x="39986" y="198"/>
                </a:cubicBezTo>
                <a:lnTo>
                  <a:pt x="40596" y="0"/>
                </a:lnTo>
                <a:cubicBezTo>
                  <a:pt x="41002" y="0"/>
                  <a:pt x="41273" y="0"/>
                  <a:pt x="41409" y="0"/>
                </a:cubicBezTo>
                <a:cubicBezTo>
                  <a:pt x="43849" y="0"/>
                  <a:pt x="45204" y="1186"/>
                  <a:pt x="45475" y="3559"/>
                </a:cubicBezTo>
                <a:cubicBezTo>
                  <a:pt x="45475" y="4218"/>
                  <a:pt x="39376" y="20231"/>
                  <a:pt x="27177" y="51600"/>
                </a:cubicBezTo>
                <a:cubicBezTo>
                  <a:pt x="14842" y="82837"/>
                  <a:pt x="8675" y="98587"/>
                  <a:pt x="8675" y="98851"/>
                </a:cubicBezTo>
                <a:cubicBezTo>
                  <a:pt x="8675" y="99114"/>
                  <a:pt x="14842" y="114864"/>
                  <a:pt x="27177" y="146101"/>
                </a:cubicBezTo>
                <a:cubicBezTo>
                  <a:pt x="39376" y="177470"/>
                  <a:pt x="45475" y="193484"/>
                  <a:pt x="45475" y="1941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44E3F0-C455-4A3C-9772-71DBD868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3357" y="2670947"/>
            <a:ext cx="45475" cy="197701"/>
          </a:xfrm>
          <a:custGeom xmlns:a="http://schemas.openxmlformats.org/drawingml/2006/main">
            <a:pathLst>
              <a:path w="45475" h="197701" fill="none">
                <a:moveTo>
                  <a:pt x="45475" y="194143"/>
                </a:moveTo>
                <a:cubicBezTo>
                  <a:pt x="45340" y="195065"/>
                  <a:pt x="44933" y="195856"/>
                  <a:pt x="44255" y="196515"/>
                </a:cubicBezTo>
                <a:cubicBezTo>
                  <a:pt x="43577" y="197174"/>
                  <a:pt x="42629" y="197569"/>
                  <a:pt x="41409" y="197701"/>
                </a:cubicBezTo>
                <a:cubicBezTo>
                  <a:pt x="40053" y="197701"/>
                  <a:pt x="38901" y="197042"/>
                  <a:pt x="37952" y="195724"/>
                </a:cubicBezTo>
                <a:cubicBezTo>
                  <a:pt x="37546" y="194802"/>
                  <a:pt x="31175" y="178590"/>
                  <a:pt x="18841" y="147090"/>
                </a:cubicBezTo>
                <a:cubicBezTo>
                  <a:pt x="6506" y="115589"/>
                  <a:pt x="271" y="99510"/>
                  <a:pt x="136" y="98851"/>
                </a:cubicBezTo>
                <a:cubicBezTo>
                  <a:pt x="0" y="98192"/>
                  <a:pt x="6167" y="82112"/>
                  <a:pt x="18637" y="50612"/>
                </a:cubicBezTo>
                <a:cubicBezTo>
                  <a:pt x="31107" y="19111"/>
                  <a:pt x="37546" y="2900"/>
                  <a:pt x="37952" y="1977"/>
                </a:cubicBezTo>
                <a:cubicBezTo>
                  <a:pt x="38359" y="1318"/>
                  <a:pt x="39037" y="725"/>
                  <a:pt x="39986" y="198"/>
                </a:cubicBezTo>
                <a:lnTo>
                  <a:pt x="40596" y="0"/>
                </a:lnTo>
                <a:cubicBezTo>
                  <a:pt x="41002" y="0"/>
                  <a:pt x="41273" y="0"/>
                  <a:pt x="41409" y="0"/>
                </a:cubicBezTo>
                <a:cubicBezTo>
                  <a:pt x="43849" y="0"/>
                  <a:pt x="45204" y="1186"/>
                  <a:pt x="45475" y="3559"/>
                </a:cubicBezTo>
                <a:cubicBezTo>
                  <a:pt x="45475" y="4218"/>
                  <a:pt x="39376" y="20231"/>
                  <a:pt x="27177" y="51600"/>
                </a:cubicBezTo>
                <a:cubicBezTo>
                  <a:pt x="14842" y="82837"/>
                  <a:pt x="8675" y="98587"/>
                  <a:pt x="8675" y="98851"/>
                </a:cubicBezTo>
                <a:cubicBezTo>
                  <a:pt x="8675" y="99114"/>
                  <a:pt x="14842" y="114864"/>
                  <a:pt x="27177" y="146101"/>
                </a:cubicBezTo>
                <a:cubicBezTo>
                  <a:pt x="39376" y="177470"/>
                  <a:pt x="45475" y="193484"/>
                  <a:pt x="45475" y="19414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449811-F5FE-4115-8A2D-ED2F97E6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790" y="2684193"/>
            <a:ext cx="145778" cy="139379"/>
          </a:xfrm>
          <a:custGeom xmlns:a="http://schemas.openxmlformats.org/drawingml/2006/main">
            <a:pathLst>
              <a:path w="145778" h="139379">
                <a:moveTo>
                  <a:pt x="0" y="6920"/>
                </a:moveTo>
                <a:cubicBezTo>
                  <a:pt x="0" y="4020"/>
                  <a:pt x="881" y="1713"/>
                  <a:pt x="2643" y="0"/>
                </a:cubicBezTo>
                <a:lnTo>
                  <a:pt x="4880" y="0"/>
                </a:lnTo>
                <a:cubicBezTo>
                  <a:pt x="10572" y="395"/>
                  <a:pt x="17689" y="593"/>
                  <a:pt x="26228" y="593"/>
                </a:cubicBezTo>
                <a:cubicBezTo>
                  <a:pt x="42222" y="593"/>
                  <a:pt x="51642" y="395"/>
                  <a:pt x="54489" y="0"/>
                </a:cubicBezTo>
                <a:lnTo>
                  <a:pt x="56522" y="0"/>
                </a:lnTo>
                <a:cubicBezTo>
                  <a:pt x="57335" y="791"/>
                  <a:pt x="57742" y="1384"/>
                  <a:pt x="57742" y="1779"/>
                </a:cubicBezTo>
                <a:cubicBezTo>
                  <a:pt x="57742" y="2175"/>
                  <a:pt x="57606" y="3361"/>
                  <a:pt x="57335" y="5338"/>
                </a:cubicBezTo>
                <a:cubicBezTo>
                  <a:pt x="56658" y="7315"/>
                  <a:pt x="56048" y="8567"/>
                  <a:pt x="55505" y="9094"/>
                </a:cubicBezTo>
                <a:lnTo>
                  <a:pt x="51236" y="9094"/>
                </a:lnTo>
                <a:cubicBezTo>
                  <a:pt x="48254" y="9358"/>
                  <a:pt x="46221" y="9490"/>
                  <a:pt x="45136" y="9490"/>
                </a:cubicBezTo>
                <a:cubicBezTo>
                  <a:pt x="41205" y="10149"/>
                  <a:pt x="39037" y="11137"/>
                  <a:pt x="38630" y="12455"/>
                </a:cubicBezTo>
                <a:cubicBezTo>
                  <a:pt x="38630" y="12719"/>
                  <a:pt x="40596" y="29260"/>
                  <a:pt x="44526" y="62078"/>
                </a:cubicBezTo>
                <a:cubicBezTo>
                  <a:pt x="48457" y="94897"/>
                  <a:pt x="50490" y="111438"/>
                  <a:pt x="50626" y="111701"/>
                </a:cubicBezTo>
                <a:lnTo>
                  <a:pt x="65468" y="88570"/>
                </a:lnTo>
                <a:cubicBezTo>
                  <a:pt x="75363" y="73149"/>
                  <a:pt x="85257" y="57597"/>
                  <a:pt x="95152" y="41913"/>
                </a:cubicBezTo>
                <a:cubicBezTo>
                  <a:pt x="105047" y="26228"/>
                  <a:pt x="110130" y="18123"/>
                  <a:pt x="110401" y="17595"/>
                </a:cubicBezTo>
                <a:cubicBezTo>
                  <a:pt x="110943" y="16673"/>
                  <a:pt x="111214" y="15684"/>
                  <a:pt x="111214" y="14630"/>
                </a:cubicBezTo>
                <a:cubicBezTo>
                  <a:pt x="111214" y="11467"/>
                  <a:pt x="108232" y="9621"/>
                  <a:pt x="102268" y="9094"/>
                </a:cubicBezTo>
                <a:cubicBezTo>
                  <a:pt x="99828" y="9094"/>
                  <a:pt x="98608" y="8369"/>
                  <a:pt x="98608" y="6920"/>
                </a:cubicBezTo>
                <a:cubicBezTo>
                  <a:pt x="98608" y="6788"/>
                  <a:pt x="98744" y="5931"/>
                  <a:pt x="99015" y="4349"/>
                </a:cubicBezTo>
                <a:cubicBezTo>
                  <a:pt x="99422" y="2504"/>
                  <a:pt x="99828" y="1318"/>
                  <a:pt x="100235" y="791"/>
                </a:cubicBezTo>
                <a:cubicBezTo>
                  <a:pt x="100642" y="264"/>
                  <a:pt x="101523" y="0"/>
                  <a:pt x="102878" y="0"/>
                </a:cubicBezTo>
                <a:cubicBezTo>
                  <a:pt x="103149" y="0"/>
                  <a:pt x="103962" y="0"/>
                  <a:pt x="105318" y="0"/>
                </a:cubicBezTo>
                <a:cubicBezTo>
                  <a:pt x="106673" y="0"/>
                  <a:pt x="108978" y="66"/>
                  <a:pt x="112231" y="198"/>
                </a:cubicBezTo>
                <a:cubicBezTo>
                  <a:pt x="115484" y="330"/>
                  <a:pt x="119821" y="395"/>
                  <a:pt x="125243" y="395"/>
                </a:cubicBezTo>
                <a:cubicBezTo>
                  <a:pt x="134595" y="395"/>
                  <a:pt x="140492" y="264"/>
                  <a:pt x="142931" y="0"/>
                </a:cubicBezTo>
                <a:lnTo>
                  <a:pt x="144355" y="0"/>
                </a:lnTo>
                <a:cubicBezTo>
                  <a:pt x="145303" y="923"/>
                  <a:pt x="145778" y="1648"/>
                  <a:pt x="145778" y="2175"/>
                </a:cubicBezTo>
                <a:cubicBezTo>
                  <a:pt x="145778" y="4415"/>
                  <a:pt x="145168" y="6524"/>
                  <a:pt x="143948" y="8501"/>
                </a:cubicBezTo>
                <a:cubicBezTo>
                  <a:pt x="143541" y="8897"/>
                  <a:pt x="142389" y="9094"/>
                  <a:pt x="140492" y="9094"/>
                </a:cubicBezTo>
                <a:cubicBezTo>
                  <a:pt x="138730" y="9226"/>
                  <a:pt x="137103" y="9358"/>
                  <a:pt x="135612" y="9490"/>
                </a:cubicBezTo>
                <a:cubicBezTo>
                  <a:pt x="134121" y="9621"/>
                  <a:pt x="132698" y="9951"/>
                  <a:pt x="131342" y="10478"/>
                </a:cubicBezTo>
                <a:cubicBezTo>
                  <a:pt x="129987" y="11005"/>
                  <a:pt x="128903" y="11467"/>
                  <a:pt x="128089" y="11862"/>
                </a:cubicBezTo>
                <a:cubicBezTo>
                  <a:pt x="127276" y="12257"/>
                  <a:pt x="126463" y="12785"/>
                  <a:pt x="125650" y="13444"/>
                </a:cubicBezTo>
                <a:cubicBezTo>
                  <a:pt x="124836" y="14103"/>
                  <a:pt x="124159" y="14564"/>
                  <a:pt x="123616" y="14828"/>
                </a:cubicBezTo>
                <a:cubicBezTo>
                  <a:pt x="123074" y="15091"/>
                  <a:pt x="122532" y="15684"/>
                  <a:pt x="121990" y="16607"/>
                </a:cubicBezTo>
                <a:cubicBezTo>
                  <a:pt x="121448" y="17530"/>
                  <a:pt x="120973" y="17991"/>
                  <a:pt x="120567" y="17991"/>
                </a:cubicBezTo>
                <a:lnTo>
                  <a:pt x="81327" y="79278"/>
                </a:lnTo>
                <a:cubicBezTo>
                  <a:pt x="56929" y="117632"/>
                  <a:pt x="44323" y="137271"/>
                  <a:pt x="43510" y="138193"/>
                </a:cubicBezTo>
                <a:cubicBezTo>
                  <a:pt x="43103" y="138457"/>
                  <a:pt x="42629" y="138786"/>
                  <a:pt x="42086" y="139182"/>
                </a:cubicBezTo>
                <a:lnTo>
                  <a:pt x="38427" y="139379"/>
                </a:lnTo>
                <a:lnTo>
                  <a:pt x="37004" y="139379"/>
                </a:lnTo>
                <a:cubicBezTo>
                  <a:pt x="34564" y="139379"/>
                  <a:pt x="33344" y="138918"/>
                  <a:pt x="33344" y="137996"/>
                </a:cubicBezTo>
                <a:cubicBezTo>
                  <a:pt x="32937" y="137205"/>
                  <a:pt x="30294" y="116117"/>
                  <a:pt x="25415" y="74731"/>
                </a:cubicBezTo>
                <a:cubicBezTo>
                  <a:pt x="20264" y="32818"/>
                  <a:pt x="17621" y="11664"/>
                  <a:pt x="17485" y="11269"/>
                </a:cubicBezTo>
                <a:cubicBezTo>
                  <a:pt x="16807" y="9819"/>
                  <a:pt x="12606" y="9094"/>
                  <a:pt x="4880" y="9094"/>
                </a:cubicBezTo>
                <a:lnTo>
                  <a:pt x="1423" y="9094"/>
                </a:lnTo>
                <a:cubicBezTo>
                  <a:pt x="474" y="8435"/>
                  <a:pt x="0" y="7710"/>
                  <a:pt x="0" y="69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150B4C-2890-4930-B08C-D2AC6271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790" y="2684193"/>
            <a:ext cx="145778" cy="139379"/>
          </a:xfrm>
          <a:custGeom xmlns:a="http://schemas.openxmlformats.org/drawingml/2006/main">
            <a:pathLst>
              <a:path w="145778" h="139379" fill="none">
                <a:moveTo>
                  <a:pt x="0" y="6920"/>
                </a:moveTo>
                <a:cubicBezTo>
                  <a:pt x="0" y="4020"/>
                  <a:pt x="881" y="1713"/>
                  <a:pt x="2643" y="0"/>
                </a:cubicBezTo>
                <a:lnTo>
                  <a:pt x="4880" y="0"/>
                </a:lnTo>
                <a:cubicBezTo>
                  <a:pt x="10572" y="395"/>
                  <a:pt x="17689" y="593"/>
                  <a:pt x="26228" y="593"/>
                </a:cubicBezTo>
                <a:cubicBezTo>
                  <a:pt x="42222" y="593"/>
                  <a:pt x="51642" y="395"/>
                  <a:pt x="54489" y="0"/>
                </a:cubicBezTo>
                <a:lnTo>
                  <a:pt x="56522" y="0"/>
                </a:lnTo>
                <a:cubicBezTo>
                  <a:pt x="57335" y="791"/>
                  <a:pt x="57742" y="1384"/>
                  <a:pt x="57742" y="1779"/>
                </a:cubicBezTo>
                <a:cubicBezTo>
                  <a:pt x="57742" y="2175"/>
                  <a:pt x="57606" y="3361"/>
                  <a:pt x="57335" y="5338"/>
                </a:cubicBezTo>
                <a:cubicBezTo>
                  <a:pt x="56658" y="7315"/>
                  <a:pt x="56048" y="8567"/>
                  <a:pt x="55505" y="9094"/>
                </a:cubicBezTo>
                <a:lnTo>
                  <a:pt x="51236" y="9094"/>
                </a:lnTo>
                <a:cubicBezTo>
                  <a:pt x="48254" y="9358"/>
                  <a:pt x="46221" y="9490"/>
                  <a:pt x="45136" y="9490"/>
                </a:cubicBezTo>
                <a:cubicBezTo>
                  <a:pt x="41205" y="10149"/>
                  <a:pt x="39037" y="11137"/>
                  <a:pt x="38630" y="12455"/>
                </a:cubicBezTo>
                <a:cubicBezTo>
                  <a:pt x="38630" y="12719"/>
                  <a:pt x="40596" y="29260"/>
                  <a:pt x="44526" y="62078"/>
                </a:cubicBezTo>
                <a:cubicBezTo>
                  <a:pt x="48457" y="94897"/>
                  <a:pt x="50490" y="111438"/>
                  <a:pt x="50626" y="111701"/>
                </a:cubicBezTo>
                <a:lnTo>
                  <a:pt x="65468" y="88570"/>
                </a:lnTo>
                <a:cubicBezTo>
                  <a:pt x="75363" y="73149"/>
                  <a:pt x="85257" y="57597"/>
                  <a:pt x="95152" y="41913"/>
                </a:cubicBezTo>
                <a:cubicBezTo>
                  <a:pt x="105047" y="26228"/>
                  <a:pt x="110130" y="18123"/>
                  <a:pt x="110401" y="17595"/>
                </a:cubicBezTo>
                <a:cubicBezTo>
                  <a:pt x="110943" y="16673"/>
                  <a:pt x="111214" y="15684"/>
                  <a:pt x="111214" y="14630"/>
                </a:cubicBezTo>
                <a:cubicBezTo>
                  <a:pt x="111214" y="11467"/>
                  <a:pt x="108232" y="9621"/>
                  <a:pt x="102268" y="9094"/>
                </a:cubicBezTo>
                <a:cubicBezTo>
                  <a:pt x="99828" y="9094"/>
                  <a:pt x="98608" y="8369"/>
                  <a:pt x="98608" y="6920"/>
                </a:cubicBezTo>
                <a:cubicBezTo>
                  <a:pt x="98608" y="6788"/>
                  <a:pt x="98744" y="5931"/>
                  <a:pt x="99015" y="4349"/>
                </a:cubicBezTo>
                <a:cubicBezTo>
                  <a:pt x="99422" y="2504"/>
                  <a:pt x="99828" y="1318"/>
                  <a:pt x="100235" y="791"/>
                </a:cubicBezTo>
                <a:cubicBezTo>
                  <a:pt x="100642" y="264"/>
                  <a:pt x="101523" y="0"/>
                  <a:pt x="102878" y="0"/>
                </a:cubicBezTo>
                <a:cubicBezTo>
                  <a:pt x="103149" y="0"/>
                  <a:pt x="103962" y="0"/>
                  <a:pt x="105318" y="0"/>
                </a:cubicBezTo>
                <a:cubicBezTo>
                  <a:pt x="106673" y="0"/>
                  <a:pt x="108978" y="66"/>
                  <a:pt x="112231" y="198"/>
                </a:cubicBezTo>
                <a:cubicBezTo>
                  <a:pt x="115484" y="330"/>
                  <a:pt x="119821" y="395"/>
                  <a:pt x="125243" y="395"/>
                </a:cubicBezTo>
                <a:cubicBezTo>
                  <a:pt x="134595" y="395"/>
                  <a:pt x="140492" y="264"/>
                  <a:pt x="142931" y="0"/>
                </a:cubicBezTo>
                <a:lnTo>
                  <a:pt x="144355" y="0"/>
                </a:lnTo>
                <a:cubicBezTo>
                  <a:pt x="145303" y="923"/>
                  <a:pt x="145778" y="1648"/>
                  <a:pt x="145778" y="2175"/>
                </a:cubicBezTo>
                <a:cubicBezTo>
                  <a:pt x="145778" y="4415"/>
                  <a:pt x="145168" y="6524"/>
                  <a:pt x="143948" y="8501"/>
                </a:cubicBezTo>
                <a:cubicBezTo>
                  <a:pt x="143541" y="8897"/>
                  <a:pt x="142389" y="9094"/>
                  <a:pt x="140492" y="9094"/>
                </a:cubicBezTo>
                <a:cubicBezTo>
                  <a:pt x="138730" y="9226"/>
                  <a:pt x="137103" y="9358"/>
                  <a:pt x="135612" y="9490"/>
                </a:cubicBezTo>
                <a:cubicBezTo>
                  <a:pt x="134121" y="9621"/>
                  <a:pt x="132698" y="9951"/>
                  <a:pt x="131342" y="10478"/>
                </a:cubicBezTo>
                <a:cubicBezTo>
                  <a:pt x="129987" y="11005"/>
                  <a:pt x="128903" y="11467"/>
                  <a:pt x="128089" y="11862"/>
                </a:cubicBezTo>
                <a:cubicBezTo>
                  <a:pt x="127276" y="12257"/>
                  <a:pt x="126463" y="12785"/>
                  <a:pt x="125650" y="13444"/>
                </a:cubicBezTo>
                <a:cubicBezTo>
                  <a:pt x="124836" y="14103"/>
                  <a:pt x="124159" y="14564"/>
                  <a:pt x="123616" y="14828"/>
                </a:cubicBezTo>
                <a:cubicBezTo>
                  <a:pt x="123074" y="15091"/>
                  <a:pt x="122532" y="15684"/>
                  <a:pt x="121990" y="16607"/>
                </a:cubicBezTo>
                <a:cubicBezTo>
                  <a:pt x="121448" y="17530"/>
                  <a:pt x="120973" y="17991"/>
                  <a:pt x="120567" y="17991"/>
                </a:cubicBezTo>
                <a:lnTo>
                  <a:pt x="81327" y="79278"/>
                </a:lnTo>
                <a:cubicBezTo>
                  <a:pt x="56929" y="117632"/>
                  <a:pt x="44323" y="137271"/>
                  <a:pt x="43510" y="138193"/>
                </a:cubicBezTo>
                <a:cubicBezTo>
                  <a:pt x="43103" y="138457"/>
                  <a:pt x="42629" y="138786"/>
                  <a:pt x="42086" y="139182"/>
                </a:cubicBezTo>
                <a:lnTo>
                  <a:pt x="38427" y="139379"/>
                </a:lnTo>
                <a:lnTo>
                  <a:pt x="37004" y="139379"/>
                </a:lnTo>
                <a:cubicBezTo>
                  <a:pt x="34564" y="139379"/>
                  <a:pt x="33344" y="138918"/>
                  <a:pt x="33344" y="137996"/>
                </a:cubicBezTo>
                <a:cubicBezTo>
                  <a:pt x="32937" y="137205"/>
                  <a:pt x="30294" y="116117"/>
                  <a:pt x="25415" y="74731"/>
                </a:cubicBezTo>
                <a:cubicBezTo>
                  <a:pt x="20264" y="32818"/>
                  <a:pt x="17621" y="11664"/>
                  <a:pt x="17485" y="11269"/>
                </a:cubicBezTo>
                <a:cubicBezTo>
                  <a:pt x="16807" y="9819"/>
                  <a:pt x="12606" y="9094"/>
                  <a:pt x="4880" y="9094"/>
                </a:cubicBezTo>
                <a:lnTo>
                  <a:pt x="1423" y="9094"/>
                </a:lnTo>
                <a:cubicBezTo>
                  <a:pt x="474" y="8435"/>
                  <a:pt x="0" y="7710"/>
                  <a:pt x="0" y="692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24C5AE-3103-4D24-B99C-D5D48FA5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9647" y="2659299"/>
            <a:ext cx="33349" cy="72264"/>
          </a:xfrm>
          <a:custGeom xmlns:a="http://schemas.openxmlformats.org/drawingml/2006/main">
            <a:pathLst>
              <a:path w="33349" h="72264">
                <a:moveTo>
                  <a:pt x="7043" y="72264"/>
                </a:moveTo>
                <a:cubicBezTo>
                  <a:pt x="6469" y="72264"/>
                  <a:pt x="5175" y="71984"/>
                  <a:pt x="3162" y="71425"/>
                </a:cubicBezTo>
                <a:cubicBezTo>
                  <a:pt x="1150" y="70866"/>
                  <a:pt x="96" y="70307"/>
                  <a:pt x="0" y="69748"/>
                </a:cubicBezTo>
                <a:cubicBezTo>
                  <a:pt x="0" y="69095"/>
                  <a:pt x="2635" y="58286"/>
                  <a:pt x="7906" y="37320"/>
                </a:cubicBezTo>
                <a:cubicBezTo>
                  <a:pt x="13177" y="16354"/>
                  <a:pt x="16099" y="5405"/>
                  <a:pt x="16674" y="4473"/>
                </a:cubicBezTo>
                <a:cubicBezTo>
                  <a:pt x="18112" y="1491"/>
                  <a:pt x="20603" y="0"/>
                  <a:pt x="24149" y="0"/>
                </a:cubicBezTo>
                <a:cubicBezTo>
                  <a:pt x="26066" y="0"/>
                  <a:pt x="28078" y="699"/>
                  <a:pt x="30186" y="2097"/>
                </a:cubicBezTo>
                <a:cubicBezTo>
                  <a:pt x="32295" y="3494"/>
                  <a:pt x="33349" y="5544"/>
                  <a:pt x="33349" y="8247"/>
                </a:cubicBezTo>
                <a:cubicBezTo>
                  <a:pt x="33349" y="8713"/>
                  <a:pt x="33253" y="9412"/>
                  <a:pt x="33061" y="10343"/>
                </a:cubicBezTo>
                <a:cubicBezTo>
                  <a:pt x="32965" y="10996"/>
                  <a:pt x="28797" y="21386"/>
                  <a:pt x="20555" y="41513"/>
                </a:cubicBezTo>
                <a:cubicBezTo>
                  <a:pt x="12314" y="61641"/>
                  <a:pt x="8050" y="71798"/>
                  <a:pt x="7762" y="71984"/>
                </a:cubicBezTo>
                <a:cubicBezTo>
                  <a:pt x="7475" y="72170"/>
                  <a:pt x="7235" y="72264"/>
                  <a:pt x="7043" y="72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C5AE3A-6A8F-49DD-9E31-1734DB7C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9647" y="2659299"/>
            <a:ext cx="33349" cy="72264"/>
          </a:xfrm>
          <a:custGeom xmlns:a="http://schemas.openxmlformats.org/drawingml/2006/main">
            <a:pathLst>
              <a:path w="33349" h="72264" fill="none">
                <a:moveTo>
                  <a:pt x="7043" y="72264"/>
                </a:moveTo>
                <a:cubicBezTo>
                  <a:pt x="6469" y="72264"/>
                  <a:pt x="5175" y="71984"/>
                  <a:pt x="3162" y="71425"/>
                </a:cubicBezTo>
                <a:cubicBezTo>
                  <a:pt x="1150" y="70866"/>
                  <a:pt x="96" y="70307"/>
                  <a:pt x="0" y="69748"/>
                </a:cubicBezTo>
                <a:cubicBezTo>
                  <a:pt x="0" y="69095"/>
                  <a:pt x="2635" y="58286"/>
                  <a:pt x="7906" y="37320"/>
                </a:cubicBezTo>
                <a:cubicBezTo>
                  <a:pt x="13177" y="16354"/>
                  <a:pt x="16099" y="5405"/>
                  <a:pt x="16674" y="4473"/>
                </a:cubicBezTo>
                <a:cubicBezTo>
                  <a:pt x="18112" y="1491"/>
                  <a:pt x="20603" y="0"/>
                  <a:pt x="24149" y="0"/>
                </a:cubicBezTo>
                <a:cubicBezTo>
                  <a:pt x="26066" y="0"/>
                  <a:pt x="28078" y="699"/>
                  <a:pt x="30186" y="2097"/>
                </a:cubicBezTo>
                <a:cubicBezTo>
                  <a:pt x="32295" y="3494"/>
                  <a:pt x="33349" y="5544"/>
                  <a:pt x="33349" y="8247"/>
                </a:cubicBezTo>
                <a:cubicBezTo>
                  <a:pt x="33349" y="8713"/>
                  <a:pt x="33253" y="9412"/>
                  <a:pt x="33061" y="10343"/>
                </a:cubicBezTo>
                <a:cubicBezTo>
                  <a:pt x="32965" y="10996"/>
                  <a:pt x="28797" y="21386"/>
                  <a:pt x="20555" y="41513"/>
                </a:cubicBezTo>
                <a:cubicBezTo>
                  <a:pt x="12314" y="61641"/>
                  <a:pt x="8050" y="71798"/>
                  <a:pt x="7762" y="71984"/>
                </a:cubicBezTo>
                <a:cubicBezTo>
                  <a:pt x="7475" y="72170"/>
                  <a:pt x="7235" y="72264"/>
                  <a:pt x="7043" y="7226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" cap="flat">
            <a:solidFill>
              <a:srgbClr val="000000">
                <a:alpha val="8790"/>
              </a:srgbClr>
            </a:solidFill>
            <a:miter/>
          </a:ln>
        </p:spPr>
      </p:sp>
      <p:sp>
        <p:nvSpPr>
          <p:cNvPr id="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9A95A0-219E-4E9B-B65C-0D14B512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067" y="2774966"/>
            <a:ext cx="60517" cy="96165"/>
          </a:xfrm>
          <a:custGeom xmlns:a="http://schemas.openxmlformats.org/drawingml/2006/main">
            <a:pathLst>
              <a:path w="60517" h="96165">
                <a:moveTo>
                  <a:pt x="8193" y="11322"/>
                </a:moveTo>
                <a:cubicBezTo>
                  <a:pt x="13560" y="3774"/>
                  <a:pt x="20891" y="0"/>
                  <a:pt x="30186" y="0"/>
                </a:cubicBezTo>
                <a:cubicBezTo>
                  <a:pt x="34786" y="0"/>
                  <a:pt x="39386" y="1211"/>
                  <a:pt x="43986" y="3634"/>
                </a:cubicBezTo>
                <a:cubicBezTo>
                  <a:pt x="48586" y="6057"/>
                  <a:pt x="52323" y="10343"/>
                  <a:pt x="55198" y="16493"/>
                </a:cubicBezTo>
                <a:cubicBezTo>
                  <a:pt x="58744" y="24228"/>
                  <a:pt x="60517" y="34851"/>
                  <a:pt x="60517" y="48362"/>
                </a:cubicBezTo>
                <a:cubicBezTo>
                  <a:pt x="60517" y="62805"/>
                  <a:pt x="58456" y="73848"/>
                  <a:pt x="54335" y="81489"/>
                </a:cubicBezTo>
                <a:cubicBezTo>
                  <a:pt x="52419" y="85402"/>
                  <a:pt x="49784" y="88524"/>
                  <a:pt x="46430" y="90854"/>
                </a:cubicBezTo>
                <a:cubicBezTo>
                  <a:pt x="43075" y="93183"/>
                  <a:pt x="40153" y="94628"/>
                  <a:pt x="37661" y="95187"/>
                </a:cubicBezTo>
                <a:cubicBezTo>
                  <a:pt x="35170" y="95746"/>
                  <a:pt x="32726" y="96072"/>
                  <a:pt x="30330" y="96165"/>
                </a:cubicBezTo>
                <a:cubicBezTo>
                  <a:pt x="27839" y="96165"/>
                  <a:pt x="25347" y="95886"/>
                  <a:pt x="22855" y="95326"/>
                </a:cubicBezTo>
                <a:cubicBezTo>
                  <a:pt x="20364" y="94767"/>
                  <a:pt x="17441" y="93276"/>
                  <a:pt x="14087" y="90854"/>
                </a:cubicBezTo>
                <a:cubicBezTo>
                  <a:pt x="10733" y="88431"/>
                  <a:pt x="8098" y="85309"/>
                  <a:pt x="6181" y="81489"/>
                </a:cubicBezTo>
                <a:cubicBezTo>
                  <a:pt x="2060" y="73848"/>
                  <a:pt x="0" y="62805"/>
                  <a:pt x="0" y="48362"/>
                </a:cubicBezTo>
                <a:cubicBezTo>
                  <a:pt x="0" y="32148"/>
                  <a:pt x="2731" y="19801"/>
                  <a:pt x="8193" y="11322"/>
                </a:cubicBezTo>
                <a:close/>
                <a:moveTo>
                  <a:pt x="40536" y="9644"/>
                </a:moveTo>
                <a:cubicBezTo>
                  <a:pt x="37661" y="6663"/>
                  <a:pt x="34259" y="5172"/>
                  <a:pt x="30330" y="5172"/>
                </a:cubicBezTo>
                <a:cubicBezTo>
                  <a:pt x="26305" y="5172"/>
                  <a:pt x="22855" y="6663"/>
                  <a:pt x="19981" y="9644"/>
                </a:cubicBezTo>
                <a:cubicBezTo>
                  <a:pt x="17585" y="12067"/>
                  <a:pt x="16004" y="15422"/>
                  <a:pt x="15237" y="19708"/>
                </a:cubicBezTo>
                <a:cubicBezTo>
                  <a:pt x="14470" y="23995"/>
                  <a:pt x="14087" y="32940"/>
                  <a:pt x="14087" y="46545"/>
                </a:cubicBezTo>
                <a:cubicBezTo>
                  <a:pt x="14087" y="61268"/>
                  <a:pt x="14470" y="70959"/>
                  <a:pt x="15237" y="75618"/>
                </a:cubicBezTo>
                <a:cubicBezTo>
                  <a:pt x="16004" y="80277"/>
                  <a:pt x="17729" y="83958"/>
                  <a:pt x="20412" y="86660"/>
                </a:cubicBezTo>
                <a:cubicBezTo>
                  <a:pt x="23095" y="89456"/>
                  <a:pt x="26401" y="90854"/>
                  <a:pt x="30330" y="90854"/>
                </a:cubicBezTo>
                <a:cubicBezTo>
                  <a:pt x="34163" y="90854"/>
                  <a:pt x="37422" y="89456"/>
                  <a:pt x="40105" y="86660"/>
                </a:cubicBezTo>
                <a:cubicBezTo>
                  <a:pt x="42884" y="83865"/>
                  <a:pt x="44609" y="79951"/>
                  <a:pt x="45280" y="74919"/>
                </a:cubicBezTo>
                <a:cubicBezTo>
                  <a:pt x="45950" y="69887"/>
                  <a:pt x="46334" y="60429"/>
                  <a:pt x="46430" y="46545"/>
                </a:cubicBezTo>
                <a:cubicBezTo>
                  <a:pt x="46430" y="33033"/>
                  <a:pt x="46046" y="24134"/>
                  <a:pt x="45280" y="19848"/>
                </a:cubicBezTo>
                <a:cubicBezTo>
                  <a:pt x="44513" y="15562"/>
                  <a:pt x="42932" y="12160"/>
                  <a:pt x="40536" y="96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E9D923-D9DC-4E86-8D32-5FCE486C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067" y="2774966"/>
            <a:ext cx="60517" cy="96165"/>
          </a:xfrm>
          <a:custGeom xmlns:a="http://schemas.openxmlformats.org/drawingml/2006/main">
            <a:pathLst>
              <a:path w="60517" h="96165" fill="none">
                <a:moveTo>
                  <a:pt x="8193" y="11322"/>
                </a:moveTo>
                <a:cubicBezTo>
                  <a:pt x="13560" y="3774"/>
                  <a:pt x="20891" y="0"/>
                  <a:pt x="30186" y="0"/>
                </a:cubicBezTo>
                <a:cubicBezTo>
                  <a:pt x="34786" y="0"/>
                  <a:pt x="39386" y="1211"/>
                  <a:pt x="43986" y="3634"/>
                </a:cubicBezTo>
                <a:cubicBezTo>
                  <a:pt x="48586" y="6057"/>
                  <a:pt x="52323" y="10343"/>
                  <a:pt x="55198" y="16493"/>
                </a:cubicBezTo>
                <a:cubicBezTo>
                  <a:pt x="58744" y="24228"/>
                  <a:pt x="60517" y="34851"/>
                  <a:pt x="60517" y="48362"/>
                </a:cubicBezTo>
                <a:cubicBezTo>
                  <a:pt x="60517" y="62805"/>
                  <a:pt x="58456" y="73848"/>
                  <a:pt x="54335" y="81489"/>
                </a:cubicBezTo>
                <a:cubicBezTo>
                  <a:pt x="52419" y="85402"/>
                  <a:pt x="49784" y="88524"/>
                  <a:pt x="46430" y="90854"/>
                </a:cubicBezTo>
                <a:cubicBezTo>
                  <a:pt x="43075" y="93183"/>
                  <a:pt x="40153" y="94628"/>
                  <a:pt x="37661" y="95187"/>
                </a:cubicBezTo>
                <a:cubicBezTo>
                  <a:pt x="35170" y="95746"/>
                  <a:pt x="32726" y="96072"/>
                  <a:pt x="30330" y="96165"/>
                </a:cubicBezTo>
                <a:cubicBezTo>
                  <a:pt x="27839" y="96165"/>
                  <a:pt x="25347" y="95886"/>
                  <a:pt x="22855" y="95326"/>
                </a:cubicBezTo>
                <a:cubicBezTo>
                  <a:pt x="20364" y="94767"/>
                  <a:pt x="17441" y="93276"/>
                  <a:pt x="14087" y="90854"/>
                </a:cubicBezTo>
                <a:cubicBezTo>
                  <a:pt x="10733" y="88431"/>
                  <a:pt x="8098" y="85309"/>
                  <a:pt x="6181" y="81489"/>
                </a:cubicBezTo>
                <a:cubicBezTo>
                  <a:pt x="2060" y="73848"/>
                  <a:pt x="0" y="62805"/>
                  <a:pt x="0" y="48362"/>
                </a:cubicBezTo>
                <a:cubicBezTo>
                  <a:pt x="0" y="32148"/>
                  <a:pt x="2731" y="19801"/>
                  <a:pt x="8193" y="11322"/>
                </a:cubicBezTo>
                <a:close/>
                <a:moveTo>
                  <a:pt x="40536" y="9644"/>
                </a:moveTo>
                <a:cubicBezTo>
                  <a:pt x="37661" y="6663"/>
                  <a:pt x="34259" y="5172"/>
                  <a:pt x="30330" y="5172"/>
                </a:cubicBezTo>
                <a:cubicBezTo>
                  <a:pt x="26305" y="5172"/>
                  <a:pt x="22855" y="6663"/>
                  <a:pt x="19981" y="9644"/>
                </a:cubicBezTo>
                <a:cubicBezTo>
                  <a:pt x="17585" y="12067"/>
                  <a:pt x="16004" y="15422"/>
                  <a:pt x="15237" y="19708"/>
                </a:cubicBezTo>
                <a:cubicBezTo>
                  <a:pt x="14470" y="23995"/>
                  <a:pt x="14087" y="32940"/>
                  <a:pt x="14087" y="46545"/>
                </a:cubicBezTo>
                <a:cubicBezTo>
                  <a:pt x="14087" y="61268"/>
                  <a:pt x="14470" y="70959"/>
                  <a:pt x="15237" y="75618"/>
                </a:cubicBezTo>
                <a:cubicBezTo>
                  <a:pt x="16004" y="80277"/>
                  <a:pt x="17729" y="83958"/>
                  <a:pt x="20412" y="86660"/>
                </a:cubicBezTo>
                <a:cubicBezTo>
                  <a:pt x="23095" y="89456"/>
                  <a:pt x="26401" y="90854"/>
                  <a:pt x="30330" y="90854"/>
                </a:cubicBezTo>
                <a:cubicBezTo>
                  <a:pt x="34163" y="90854"/>
                  <a:pt x="37422" y="89456"/>
                  <a:pt x="40105" y="86660"/>
                </a:cubicBezTo>
                <a:cubicBezTo>
                  <a:pt x="42884" y="83865"/>
                  <a:pt x="44609" y="79951"/>
                  <a:pt x="45280" y="74919"/>
                </a:cubicBezTo>
                <a:cubicBezTo>
                  <a:pt x="45950" y="69887"/>
                  <a:pt x="46334" y="60429"/>
                  <a:pt x="46430" y="46545"/>
                </a:cubicBezTo>
                <a:cubicBezTo>
                  <a:pt x="46430" y="33033"/>
                  <a:pt x="46046" y="24134"/>
                  <a:pt x="45280" y="19848"/>
                </a:cubicBezTo>
                <a:cubicBezTo>
                  <a:pt x="44513" y="15562"/>
                  <a:pt x="42932" y="12160"/>
                  <a:pt x="40536" y="96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" cap="flat">
            <a:solidFill>
              <a:srgbClr val="000000">
                <a:alpha val="8790"/>
              </a:srgbClr>
            </a:solidFill>
            <a:miter/>
          </a:ln>
        </p:spPr>
      </p:sp>
      <p:sp>
        <p:nvSpPr>
          <p:cNvPr id="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523C6F-549C-4F27-8C87-E566CB1E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6207" y="2670947"/>
            <a:ext cx="45475" cy="197701"/>
          </a:xfrm>
          <a:custGeom xmlns:a="http://schemas.openxmlformats.org/drawingml/2006/main">
            <a:pathLst>
              <a:path w="45475" h="197701">
                <a:moveTo>
                  <a:pt x="0" y="3559"/>
                </a:moveTo>
                <a:cubicBezTo>
                  <a:pt x="136" y="2636"/>
                  <a:pt x="542" y="1845"/>
                  <a:pt x="1220" y="1186"/>
                </a:cubicBezTo>
                <a:cubicBezTo>
                  <a:pt x="1898" y="527"/>
                  <a:pt x="2846" y="132"/>
                  <a:pt x="4066" y="0"/>
                </a:cubicBezTo>
                <a:cubicBezTo>
                  <a:pt x="5422" y="0"/>
                  <a:pt x="6574" y="659"/>
                  <a:pt x="7523" y="1977"/>
                </a:cubicBezTo>
                <a:cubicBezTo>
                  <a:pt x="7929" y="2900"/>
                  <a:pt x="14300" y="19111"/>
                  <a:pt x="26634" y="50612"/>
                </a:cubicBezTo>
                <a:cubicBezTo>
                  <a:pt x="38969" y="82112"/>
                  <a:pt x="45204" y="98192"/>
                  <a:pt x="45340" y="98851"/>
                </a:cubicBezTo>
                <a:cubicBezTo>
                  <a:pt x="45475" y="99510"/>
                  <a:pt x="39308" y="115589"/>
                  <a:pt x="26838" y="147090"/>
                </a:cubicBezTo>
                <a:cubicBezTo>
                  <a:pt x="14368" y="178590"/>
                  <a:pt x="7929" y="194802"/>
                  <a:pt x="7523" y="195724"/>
                </a:cubicBezTo>
                <a:cubicBezTo>
                  <a:pt x="6574" y="197042"/>
                  <a:pt x="5422" y="197701"/>
                  <a:pt x="4066" y="197701"/>
                </a:cubicBezTo>
                <a:cubicBezTo>
                  <a:pt x="2982" y="197701"/>
                  <a:pt x="2101" y="197372"/>
                  <a:pt x="1423" y="196713"/>
                </a:cubicBezTo>
                <a:cubicBezTo>
                  <a:pt x="745" y="196054"/>
                  <a:pt x="271" y="195197"/>
                  <a:pt x="0" y="194143"/>
                </a:cubicBezTo>
                <a:cubicBezTo>
                  <a:pt x="0" y="193484"/>
                  <a:pt x="6099" y="177470"/>
                  <a:pt x="18298" y="146101"/>
                </a:cubicBezTo>
                <a:cubicBezTo>
                  <a:pt x="30633" y="114864"/>
                  <a:pt x="36800" y="99114"/>
                  <a:pt x="36800" y="98851"/>
                </a:cubicBezTo>
                <a:cubicBezTo>
                  <a:pt x="36800" y="98587"/>
                  <a:pt x="30633" y="82837"/>
                  <a:pt x="18298" y="51600"/>
                </a:cubicBezTo>
                <a:cubicBezTo>
                  <a:pt x="6099" y="20231"/>
                  <a:pt x="0" y="4218"/>
                  <a:pt x="0" y="35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9C4428-1C23-4234-9AD8-5D52B010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6207" y="2670947"/>
            <a:ext cx="45475" cy="197701"/>
          </a:xfrm>
          <a:custGeom xmlns:a="http://schemas.openxmlformats.org/drawingml/2006/main">
            <a:pathLst>
              <a:path w="45475" h="197701" fill="none">
                <a:moveTo>
                  <a:pt x="0" y="3559"/>
                </a:moveTo>
                <a:cubicBezTo>
                  <a:pt x="136" y="2636"/>
                  <a:pt x="542" y="1845"/>
                  <a:pt x="1220" y="1186"/>
                </a:cubicBezTo>
                <a:cubicBezTo>
                  <a:pt x="1898" y="527"/>
                  <a:pt x="2846" y="132"/>
                  <a:pt x="4066" y="0"/>
                </a:cubicBezTo>
                <a:cubicBezTo>
                  <a:pt x="5422" y="0"/>
                  <a:pt x="6574" y="659"/>
                  <a:pt x="7523" y="1977"/>
                </a:cubicBezTo>
                <a:cubicBezTo>
                  <a:pt x="7929" y="2900"/>
                  <a:pt x="14300" y="19111"/>
                  <a:pt x="26634" y="50612"/>
                </a:cubicBezTo>
                <a:cubicBezTo>
                  <a:pt x="38969" y="82112"/>
                  <a:pt x="45204" y="98192"/>
                  <a:pt x="45340" y="98851"/>
                </a:cubicBezTo>
                <a:cubicBezTo>
                  <a:pt x="45475" y="99510"/>
                  <a:pt x="39308" y="115589"/>
                  <a:pt x="26838" y="147090"/>
                </a:cubicBezTo>
                <a:cubicBezTo>
                  <a:pt x="14368" y="178590"/>
                  <a:pt x="7929" y="194802"/>
                  <a:pt x="7523" y="195724"/>
                </a:cubicBezTo>
                <a:cubicBezTo>
                  <a:pt x="6574" y="197042"/>
                  <a:pt x="5422" y="197701"/>
                  <a:pt x="4066" y="197701"/>
                </a:cubicBezTo>
                <a:cubicBezTo>
                  <a:pt x="2982" y="197701"/>
                  <a:pt x="2101" y="197372"/>
                  <a:pt x="1423" y="196713"/>
                </a:cubicBezTo>
                <a:cubicBezTo>
                  <a:pt x="745" y="196054"/>
                  <a:pt x="271" y="195197"/>
                  <a:pt x="0" y="194143"/>
                </a:cubicBezTo>
                <a:cubicBezTo>
                  <a:pt x="0" y="193484"/>
                  <a:pt x="6099" y="177470"/>
                  <a:pt x="18298" y="146101"/>
                </a:cubicBezTo>
                <a:cubicBezTo>
                  <a:pt x="30633" y="114864"/>
                  <a:pt x="36800" y="99114"/>
                  <a:pt x="36800" y="98851"/>
                </a:cubicBezTo>
                <a:cubicBezTo>
                  <a:pt x="36800" y="98587"/>
                  <a:pt x="30633" y="82837"/>
                  <a:pt x="18298" y="51600"/>
                </a:cubicBezTo>
                <a:cubicBezTo>
                  <a:pt x="6099" y="20231"/>
                  <a:pt x="0" y="4218"/>
                  <a:pt x="0" y="355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FF1F39-DE42-4823-AEE2-F645F936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974" y="2795302"/>
            <a:ext cx="26838" cy="62408"/>
          </a:xfrm>
          <a:custGeom xmlns:a="http://schemas.openxmlformats.org/drawingml/2006/main">
            <a:pathLst>
              <a:path w="26838" h="62408">
                <a:moveTo>
                  <a:pt x="0" y="17002"/>
                </a:moveTo>
                <a:cubicBezTo>
                  <a:pt x="0" y="17002"/>
                  <a:pt x="0" y="15355"/>
                  <a:pt x="0" y="12060"/>
                </a:cubicBezTo>
                <a:cubicBezTo>
                  <a:pt x="0" y="8765"/>
                  <a:pt x="1084" y="5931"/>
                  <a:pt x="3253" y="3559"/>
                </a:cubicBezTo>
                <a:cubicBezTo>
                  <a:pt x="5422" y="1186"/>
                  <a:pt x="8336" y="0"/>
                  <a:pt x="11996" y="0"/>
                </a:cubicBezTo>
                <a:cubicBezTo>
                  <a:pt x="15791" y="0"/>
                  <a:pt x="19180" y="1648"/>
                  <a:pt x="22161" y="4943"/>
                </a:cubicBezTo>
                <a:cubicBezTo>
                  <a:pt x="25143" y="8238"/>
                  <a:pt x="26702" y="14037"/>
                  <a:pt x="26838" y="22340"/>
                </a:cubicBezTo>
                <a:cubicBezTo>
                  <a:pt x="26838" y="26953"/>
                  <a:pt x="26228" y="31435"/>
                  <a:pt x="25008" y="35784"/>
                </a:cubicBezTo>
                <a:cubicBezTo>
                  <a:pt x="23788" y="40133"/>
                  <a:pt x="22365" y="43890"/>
                  <a:pt x="20738" y="47053"/>
                </a:cubicBezTo>
                <a:cubicBezTo>
                  <a:pt x="19112" y="50216"/>
                  <a:pt x="17350" y="52918"/>
                  <a:pt x="15452" y="55159"/>
                </a:cubicBezTo>
                <a:cubicBezTo>
                  <a:pt x="13554" y="57399"/>
                  <a:pt x="11928" y="59179"/>
                  <a:pt x="10572" y="60497"/>
                </a:cubicBezTo>
                <a:cubicBezTo>
                  <a:pt x="9217" y="61815"/>
                  <a:pt x="8336" y="62408"/>
                  <a:pt x="7929" y="62276"/>
                </a:cubicBezTo>
                <a:cubicBezTo>
                  <a:pt x="7387" y="62276"/>
                  <a:pt x="6506" y="61683"/>
                  <a:pt x="5286" y="60497"/>
                </a:cubicBezTo>
                <a:cubicBezTo>
                  <a:pt x="4066" y="59310"/>
                  <a:pt x="3456" y="58454"/>
                  <a:pt x="3456" y="57926"/>
                </a:cubicBezTo>
                <a:cubicBezTo>
                  <a:pt x="3456" y="57399"/>
                  <a:pt x="4202" y="56345"/>
                  <a:pt x="5693" y="54763"/>
                </a:cubicBezTo>
                <a:cubicBezTo>
                  <a:pt x="7184" y="53182"/>
                  <a:pt x="8878" y="51205"/>
                  <a:pt x="10776" y="48832"/>
                </a:cubicBezTo>
                <a:cubicBezTo>
                  <a:pt x="12673" y="46460"/>
                  <a:pt x="14435" y="43165"/>
                  <a:pt x="16062" y="38947"/>
                </a:cubicBezTo>
                <a:cubicBezTo>
                  <a:pt x="17689" y="34730"/>
                  <a:pt x="18773" y="29919"/>
                  <a:pt x="19315" y="24515"/>
                </a:cubicBezTo>
                <a:lnTo>
                  <a:pt x="19315" y="22143"/>
                </a:lnTo>
                <a:lnTo>
                  <a:pt x="19112" y="22340"/>
                </a:lnTo>
                <a:cubicBezTo>
                  <a:pt x="18841" y="22472"/>
                  <a:pt x="18502" y="22604"/>
                  <a:pt x="18095" y="22736"/>
                </a:cubicBezTo>
                <a:cubicBezTo>
                  <a:pt x="17689" y="22867"/>
                  <a:pt x="17282" y="23065"/>
                  <a:pt x="16875" y="23329"/>
                </a:cubicBezTo>
                <a:cubicBezTo>
                  <a:pt x="16469" y="23592"/>
                  <a:pt x="15859" y="23724"/>
                  <a:pt x="15045" y="23724"/>
                </a:cubicBezTo>
                <a:cubicBezTo>
                  <a:pt x="14232" y="23724"/>
                  <a:pt x="13419" y="23790"/>
                  <a:pt x="12606" y="23922"/>
                </a:cubicBezTo>
                <a:cubicBezTo>
                  <a:pt x="8946" y="23922"/>
                  <a:pt x="5964" y="22802"/>
                  <a:pt x="3660" y="20561"/>
                </a:cubicBezTo>
                <a:lnTo>
                  <a:pt x="0" y="170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2658E5-7A46-470D-83EF-0F1AA2FF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974" y="2795302"/>
            <a:ext cx="26838" cy="62408"/>
          </a:xfrm>
          <a:custGeom xmlns:a="http://schemas.openxmlformats.org/drawingml/2006/main">
            <a:pathLst>
              <a:path w="26838" h="62408" fill="none">
                <a:moveTo>
                  <a:pt x="0" y="17002"/>
                </a:moveTo>
                <a:cubicBezTo>
                  <a:pt x="0" y="17002"/>
                  <a:pt x="0" y="15355"/>
                  <a:pt x="0" y="12060"/>
                </a:cubicBezTo>
                <a:cubicBezTo>
                  <a:pt x="0" y="8765"/>
                  <a:pt x="1084" y="5931"/>
                  <a:pt x="3253" y="3559"/>
                </a:cubicBezTo>
                <a:cubicBezTo>
                  <a:pt x="5422" y="1186"/>
                  <a:pt x="8336" y="0"/>
                  <a:pt x="11996" y="0"/>
                </a:cubicBezTo>
                <a:cubicBezTo>
                  <a:pt x="15791" y="0"/>
                  <a:pt x="19180" y="1648"/>
                  <a:pt x="22161" y="4943"/>
                </a:cubicBezTo>
                <a:cubicBezTo>
                  <a:pt x="25143" y="8238"/>
                  <a:pt x="26702" y="14037"/>
                  <a:pt x="26838" y="22340"/>
                </a:cubicBezTo>
                <a:cubicBezTo>
                  <a:pt x="26838" y="26953"/>
                  <a:pt x="26228" y="31435"/>
                  <a:pt x="25008" y="35784"/>
                </a:cubicBezTo>
                <a:cubicBezTo>
                  <a:pt x="23788" y="40133"/>
                  <a:pt x="22365" y="43890"/>
                  <a:pt x="20738" y="47053"/>
                </a:cubicBezTo>
                <a:cubicBezTo>
                  <a:pt x="19112" y="50216"/>
                  <a:pt x="17350" y="52918"/>
                  <a:pt x="15452" y="55159"/>
                </a:cubicBezTo>
                <a:cubicBezTo>
                  <a:pt x="13554" y="57399"/>
                  <a:pt x="11928" y="59179"/>
                  <a:pt x="10572" y="60497"/>
                </a:cubicBezTo>
                <a:cubicBezTo>
                  <a:pt x="9217" y="61815"/>
                  <a:pt x="8336" y="62408"/>
                  <a:pt x="7929" y="62276"/>
                </a:cubicBezTo>
                <a:cubicBezTo>
                  <a:pt x="7387" y="62276"/>
                  <a:pt x="6506" y="61683"/>
                  <a:pt x="5286" y="60497"/>
                </a:cubicBezTo>
                <a:cubicBezTo>
                  <a:pt x="4066" y="59310"/>
                  <a:pt x="3456" y="58454"/>
                  <a:pt x="3456" y="57926"/>
                </a:cubicBezTo>
                <a:cubicBezTo>
                  <a:pt x="3456" y="57399"/>
                  <a:pt x="4202" y="56345"/>
                  <a:pt x="5693" y="54763"/>
                </a:cubicBezTo>
                <a:cubicBezTo>
                  <a:pt x="7184" y="53182"/>
                  <a:pt x="8878" y="51205"/>
                  <a:pt x="10776" y="48832"/>
                </a:cubicBezTo>
                <a:cubicBezTo>
                  <a:pt x="12673" y="46460"/>
                  <a:pt x="14435" y="43165"/>
                  <a:pt x="16062" y="38947"/>
                </a:cubicBezTo>
                <a:cubicBezTo>
                  <a:pt x="17689" y="34730"/>
                  <a:pt x="18773" y="29919"/>
                  <a:pt x="19315" y="24515"/>
                </a:cubicBezTo>
                <a:lnTo>
                  <a:pt x="19315" y="22143"/>
                </a:lnTo>
                <a:lnTo>
                  <a:pt x="19112" y="22340"/>
                </a:lnTo>
                <a:cubicBezTo>
                  <a:pt x="18841" y="22472"/>
                  <a:pt x="18502" y="22604"/>
                  <a:pt x="18095" y="22736"/>
                </a:cubicBezTo>
                <a:cubicBezTo>
                  <a:pt x="17689" y="22867"/>
                  <a:pt x="17282" y="23065"/>
                  <a:pt x="16875" y="23329"/>
                </a:cubicBezTo>
                <a:cubicBezTo>
                  <a:pt x="16469" y="23592"/>
                  <a:pt x="15859" y="23724"/>
                  <a:pt x="15045" y="23724"/>
                </a:cubicBezTo>
                <a:cubicBezTo>
                  <a:pt x="14232" y="23724"/>
                  <a:pt x="13419" y="23790"/>
                  <a:pt x="12606" y="23922"/>
                </a:cubicBezTo>
                <a:cubicBezTo>
                  <a:pt x="8946" y="23922"/>
                  <a:pt x="5964" y="22802"/>
                  <a:pt x="3660" y="20561"/>
                </a:cubicBezTo>
                <a:lnTo>
                  <a:pt x="0" y="1700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4D59CE-2F44-41A7-AD9A-16E77DCB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759" y="2670947"/>
            <a:ext cx="45475" cy="197701"/>
          </a:xfrm>
          <a:custGeom xmlns:a="http://schemas.openxmlformats.org/drawingml/2006/main">
            <a:pathLst>
              <a:path w="45475" h="197701">
                <a:moveTo>
                  <a:pt x="45475" y="194143"/>
                </a:moveTo>
                <a:cubicBezTo>
                  <a:pt x="45340" y="195065"/>
                  <a:pt x="44933" y="195856"/>
                  <a:pt x="44255" y="196515"/>
                </a:cubicBezTo>
                <a:cubicBezTo>
                  <a:pt x="43577" y="197174"/>
                  <a:pt x="42629" y="197569"/>
                  <a:pt x="41409" y="197701"/>
                </a:cubicBezTo>
                <a:cubicBezTo>
                  <a:pt x="40053" y="197701"/>
                  <a:pt x="38901" y="197042"/>
                  <a:pt x="37952" y="195724"/>
                </a:cubicBezTo>
                <a:cubicBezTo>
                  <a:pt x="37546" y="194802"/>
                  <a:pt x="31175" y="178590"/>
                  <a:pt x="18841" y="147090"/>
                </a:cubicBezTo>
                <a:cubicBezTo>
                  <a:pt x="6506" y="115589"/>
                  <a:pt x="271" y="99510"/>
                  <a:pt x="136" y="98851"/>
                </a:cubicBezTo>
                <a:cubicBezTo>
                  <a:pt x="0" y="98192"/>
                  <a:pt x="6167" y="82112"/>
                  <a:pt x="18637" y="50612"/>
                </a:cubicBezTo>
                <a:cubicBezTo>
                  <a:pt x="31107" y="19111"/>
                  <a:pt x="37546" y="2900"/>
                  <a:pt x="37952" y="1977"/>
                </a:cubicBezTo>
                <a:cubicBezTo>
                  <a:pt x="38359" y="1318"/>
                  <a:pt x="39037" y="725"/>
                  <a:pt x="39986" y="198"/>
                </a:cubicBezTo>
                <a:lnTo>
                  <a:pt x="40596" y="0"/>
                </a:lnTo>
                <a:cubicBezTo>
                  <a:pt x="41002" y="0"/>
                  <a:pt x="41273" y="0"/>
                  <a:pt x="41409" y="0"/>
                </a:cubicBezTo>
                <a:cubicBezTo>
                  <a:pt x="43849" y="0"/>
                  <a:pt x="45204" y="1186"/>
                  <a:pt x="45475" y="3559"/>
                </a:cubicBezTo>
                <a:cubicBezTo>
                  <a:pt x="45475" y="4218"/>
                  <a:pt x="39376" y="20231"/>
                  <a:pt x="27177" y="51600"/>
                </a:cubicBezTo>
                <a:cubicBezTo>
                  <a:pt x="14842" y="82837"/>
                  <a:pt x="8675" y="98587"/>
                  <a:pt x="8675" y="98851"/>
                </a:cubicBezTo>
                <a:cubicBezTo>
                  <a:pt x="8675" y="99114"/>
                  <a:pt x="14842" y="114864"/>
                  <a:pt x="27177" y="146101"/>
                </a:cubicBezTo>
                <a:cubicBezTo>
                  <a:pt x="39376" y="177470"/>
                  <a:pt x="45475" y="193484"/>
                  <a:pt x="45475" y="1941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7F8AFA-13E1-4A62-B688-A24DF940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759" y="2670947"/>
            <a:ext cx="45475" cy="197701"/>
          </a:xfrm>
          <a:custGeom xmlns:a="http://schemas.openxmlformats.org/drawingml/2006/main">
            <a:pathLst>
              <a:path w="45475" h="197701" fill="none">
                <a:moveTo>
                  <a:pt x="45475" y="194143"/>
                </a:moveTo>
                <a:cubicBezTo>
                  <a:pt x="45340" y="195065"/>
                  <a:pt x="44933" y="195856"/>
                  <a:pt x="44255" y="196515"/>
                </a:cubicBezTo>
                <a:cubicBezTo>
                  <a:pt x="43577" y="197174"/>
                  <a:pt x="42629" y="197569"/>
                  <a:pt x="41409" y="197701"/>
                </a:cubicBezTo>
                <a:cubicBezTo>
                  <a:pt x="40053" y="197701"/>
                  <a:pt x="38901" y="197042"/>
                  <a:pt x="37952" y="195724"/>
                </a:cubicBezTo>
                <a:cubicBezTo>
                  <a:pt x="37546" y="194802"/>
                  <a:pt x="31175" y="178590"/>
                  <a:pt x="18841" y="147090"/>
                </a:cubicBezTo>
                <a:cubicBezTo>
                  <a:pt x="6506" y="115589"/>
                  <a:pt x="271" y="99510"/>
                  <a:pt x="136" y="98851"/>
                </a:cubicBezTo>
                <a:cubicBezTo>
                  <a:pt x="0" y="98192"/>
                  <a:pt x="6167" y="82112"/>
                  <a:pt x="18637" y="50612"/>
                </a:cubicBezTo>
                <a:cubicBezTo>
                  <a:pt x="31107" y="19111"/>
                  <a:pt x="37546" y="2900"/>
                  <a:pt x="37952" y="1977"/>
                </a:cubicBezTo>
                <a:cubicBezTo>
                  <a:pt x="38359" y="1318"/>
                  <a:pt x="39037" y="725"/>
                  <a:pt x="39986" y="198"/>
                </a:cubicBezTo>
                <a:lnTo>
                  <a:pt x="40596" y="0"/>
                </a:lnTo>
                <a:cubicBezTo>
                  <a:pt x="41002" y="0"/>
                  <a:pt x="41273" y="0"/>
                  <a:pt x="41409" y="0"/>
                </a:cubicBezTo>
                <a:cubicBezTo>
                  <a:pt x="43849" y="0"/>
                  <a:pt x="45204" y="1186"/>
                  <a:pt x="45475" y="3559"/>
                </a:cubicBezTo>
                <a:cubicBezTo>
                  <a:pt x="45475" y="4218"/>
                  <a:pt x="39376" y="20231"/>
                  <a:pt x="27177" y="51600"/>
                </a:cubicBezTo>
                <a:cubicBezTo>
                  <a:pt x="14842" y="82837"/>
                  <a:pt x="8675" y="98587"/>
                  <a:pt x="8675" y="98851"/>
                </a:cubicBezTo>
                <a:cubicBezTo>
                  <a:pt x="8675" y="99114"/>
                  <a:pt x="14842" y="114864"/>
                  <a:pt x="27177" y="146101"/>
                </a:cubicBezTo>
                <a:cubicBezTo>
                  <a:pt x="39376" y="177470"/>
                  <a:pt x="45475" y="193484"/>
                  <a:pt x="45475" y="19414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7FC3F7-F0EE-435A-A366-ABD242B6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819" y="2684193"/>
            <a:ext cx="143745" cy="139379"/>
          </a:xfrm>
          <a:custGeom xmlns:a="http://schemas.openxmlformats.org/drawingml/2006/main">
            <a:pathLst>
              <a:path w="143745" h="139379">
                <a:moveTo>
                  <a:pt x="9556" y="9094"/>
                </a:moveTo>
                <a:cubicBezTo>
                  <a:pt x="4947" y="9094"/>
                  <a:pt x="2508" y="8831"/>
                  <a:pt x="2236" y="8303"/>
                </a:cubicBezTo>
                <a:cubicBezTo>
                  <a:pt x="2101" y="8040"/>
                  <a:pt x="2033" y="7513"/>
                  <a:pt x="2033" y="6722"/>
                </a:cubicBezTo>
                <a:cubicBezTo>
                  <a:pt x="2033" y="3559"/>
                  <a:pt x="2779" y="1384"/>
                  <a:pt x="4270" y="198"/>
                </a:cubicBezTo>
                <a:cubicBezTo>
                  <a:pt x="4541" y="66"/>
                  <a:pt x="5693" y="0"/>
                  <a:pt x="7726" y="0"/>
                </a:cubicBezTo>
                <a:cubicBezTo>
                  <a:pt x="13283" y="264"/>
                  <a:pt x="22500" y="395"/>
                  <a:pt x="35377" y="395"/>
                </a:cubicBezTo>
                <a:cubicBezTo>
                  <a:pt x="39986" y="395"/>
                  <a:pt x="44255" y="395"/>
                  <a:pt x="48186" y="395"/>
                </a:cubicBezTo>
                <a:cubicBezTo>
                  <a:pt x="52117" y="395"/>
                  <a:pt x="55167" y="330"/>
                  <a:pt x="57335" y="198"/>
                </a:cubicBezTo>
                <a:cubicBezTo>
                  <a:pt x="59504" y="66"/>
                  <a:pt x="60859" y="66"/>
                  <a:pt x="61402" y="198"/>
                </a:cubicBezTo>
                <a:cubicBezTo>
                  <a:pt x="63570" y="198"/>
                  <a:pt x="64655" y="857"/>
                  <a:pt x="64655" y="2175"/>
                </a:cubicBezTo>
                <a:cubicBezTo>
                  <a:pt x="64655" y="2438"/>
                  <a:pt x="64519" y="3361"/>
                  <a:pt x="64248" y="4943"/>
                </a:cubicBezTo>
                <a:cubicBezTo>
                  <a:pt x="63570" y="7183"/>
                  <a:pt x="62893" y="8501"/>
                  <a:pt x="62215" y="8897"/>
                </a:cubicBezTo>
                <a:lnTo>
                  <a:pt x="61808" y="8897"/>
                </a:lnTo>
                <a:cubicBezTo>
                  <a:pt x="61537" y="8897"/>
                  <a:pt x="61198" y="8897"/>
                  <a:pt x="60792" y="8897"/>
                </a:cubicBezTo>
                <a:cubicBezTo>
                  <a:pt x="60385" y="8897"/>
                  <a:pt x="59911" y="8897"/>
                  <a:pt x="59368" y="8897"/>
                </a:cubicBezTo>
                <a:cubicBezTo>
                  <a:pt x="58826" y="8897"/>
                  <a:pt x="58216" y="8962"/>
                  <a:pt x="57539" y="9094"/>
                </a:cubicBezTo>
                <a:cubicBezTo>
                  <a:pt x="56861" y="9226"/>
                  <a:pt x="56251" y="9226"/>
                  <a:pt x="55709" y="9094"/>
                </a:cubicBezTo>
                <a:cubicBezTo>
                  <a:pt x="50422" y="9226"/>
                  <a:pt x="47034" y="9424"/>
                  <a:pt x="45543" y="9687"/>
                </a:cubicBezTo>
                <a:cubicBezTo>
                  <a:pt x="44052" y="9951"/>
                  <a:pt x="42832" y="10676"/>
                  <a:pt x="41883" y="11862"/>
                </a:cubicBezTo>
                <a:cubicBezTo>
                  <a:pt x="41748" y="12126"/>
                  <a:pt x="39850" y="19045"/>
                  <a:pt x="36190" y="32621"/>
                </a:cubicBezTo>
                <a:cubicBezTo>
                  <a:pt x="32531" y="46196"/>
                  <a:pt x="28871" y="60431"/>
                  <a:pt x="25211" y="75324"/>
                </a:cubicBezTo>
                <a:cubicBezTo>
                  <a:pt x="21552" y="90218"/>
                  <a:pt x="19518" y="98982"/>
                  <a:pt x="19112" y="101618"/>
                </a:cubicBezTo>
                <a:cubicBezTo>
                  <a:pt x="18841" y="103464"/>
                  <a:pt x="18705" y="105375"/>
                  <a:pt x="18705" y="107352"/>
                </a:cubicBezTo>
                <a:cubicBezTo>
                  <a:pt x="18705" y="114469"/>
                  <a:pt x="20806" y="120071"/>
                  <a:pt x="25008" y="124156"/>
                </a:cubicBezTo>
                <a:cubicBezTo>
                  <a:pt x="29210" y="128242"/>
                  <a:pt x="35038" y="130285"/>
                  <a:pt x="42493" y="130285"/>
                </a:cubicBezTo>
                <a:cubicBezTo>
                  <a:pt x="51575" y="130285"/>
                  <a:pt x="60656" y="127320"/>
                  <a:pt x="69738" y="121389"/>
                </a:cubicBezTo>
                <a:cubicBezTo>
                  <a:pt x="78819" y="115458"/>
                  <a:pt x="85461" y="106495"/>
                  <a:pt x="89663" y="94501"/>
                </a:cubicBezTo>
                <a:lnTo>
                  <a:pt x="100032" y="54763"/>
                </a:lnTo>
                <a:cubicBezTo>
                  <a:pt x="106402" y="29457"/>
                  <a:pt x="109588" y="16277"/>
                  <a:pt x="109588" y="15223"/>
                </a:cubicBezTo>
                <a:cubicBezTo>
                  <a:pt x="109588" y="11664"/>
                  <a:pt x="105250" y="9621"/>
                  <a:pt x="96575" y="9094"/>
                </a:cubicBezTo>
                <a:cubicBezTo>
                  <a:pt x="93322" y="9094"/>
                  <a:pt x="91696" y="8369"/>
                  <a:pt x="91696" y="6920"/>
                </a:cubicBezTo>
                <a:cubicBezTo>
                  <a:pt x="91696" y="6656"/>
                  <a:pt x="91831" y="5865"/>
                  <a:pt x="92102" y="4547"/>
                </a:cubicBezTo>
                <a:cubicBezTo>
                  <a:pt x="92645" y="2438"/>
                  <a:pt x="93051" y="1186"/>
                  <a:pt x="93322" y="791"/>
                </a:cubicBezTo>
                <a:cubicBezTo>
                  <a:pt x="93593" y="395"/>
                  <a:pt x="94271" y="132"/>
                  <a:pt x="95355" y="0"/>
                </a:cubicBezTo>
                <a:cubicBezTo>
                  <a:pt x="95762" y="0"/>
                  <a:pt x="97931" y="66"/>
                  <a:pt x="101862" y="198"/>
                </a:cubicBezTo>
                <a:cubicBezTo>
                  <a:pt x="105792" y="330"/>
                  <a:pt x="111485" y="461"/>
                  <a:pt x="118940" y="593"/>
                </a:cubicBezTo>
                <a:cubicBezTo>
                  <a:pt x="125853" y="593"/>
                  <a:pt x="131139" y="527"/>
                  <a:pt x="134799" y="395"/>
                </a:cubicBezTo>
                <a:cubicBezTo>
                  <a:pt x="138458" y="264"/>
                  <a:pt x="140424" y="198"/>
                  <a:pt x="140695" y="198"/>
                </a:cubicBezTo>
                <a:cubicBezTo>
                  <a:pt x="142728" y="198"/>
                  <a:pt x="143745" y="857"/>
                  <a:pt x="143745" y="2175"/>
                </a:cubicBezTo>
                <a:cubicBezTo>
                  <a:pt x="143745" y="5074"/>
                  <a:pt x="143203" y="7051"/>
                  <a:pt x="142118" y="8106"/>
                </a:cubicBezTo>
                <a:cubicBezTo>
                  <a:pt x="141712" y="8765"/>
                  <a:pt x="140221" y="9094"/>
                  <a:pt x="137645" y="9094"/>
                </a:cubicBezTo>
                <a:cubicBezTo>
                  <a:pt x="128022" y="9621"/>
                  <a:pt x="121990" y="12257"/>
                  <a:pt x="119550" y="17002"/>
                </a:cubicBezTo>
                <a:cubicBezTo>
                  <a:pt x="119279" y="17661"/>
                  <a:pt x="115890" y="30380"/>
                  <a:pt x="109384" y="55159"/>
                </a:cubicBezTo>
                <a:cubicBezTo>
                  <a:pt x="103827" y="77433"/>
                  <a:pt x="100438" y="90547"/>
                  <a:pt x="99218" y="94501"/>
                </a:cubicBezTo>
                <a:cubicBezTo>
                  <a:pt x="94745" y="107681"/>
                  <a:pt x="86952" y="118423"/>
                  <a:pt x="75837" y="126727"/>
                </a:cubicBezTo>
                <a:cubicBezTo>
                  <a:pt x="64722" y="135030"/>
                  <a:pt x="53201" y="139248"/>
                  <a:pt x="41273" y="139379"/>
                </a:cubicBezTo>
                <a:cubicBezTo>
                  <a:pt x="28803" y="139379"/>
                  <a:pt x="18841" y="135689"/>
                  <a:pt x="11386" y="128308"/>
                </a:cubicBezTo>
                <a:cubicBezTo>
                  <a:pt x="3931" y="120927"/>
                  <a:pt x="136" y="112163"/>
                  <a:pt x="0" y="102014"/>
                </a:cubicBezTo>
                <a:lnTo>
                  <a:pt x="0" y="98851"/>
                </a:lnTo>
                <a:cubicBezTo>
                  <a:pt x="0" y="96478"/>
                  <a:pt x="3727" y="80794"/>
                  <a:pt x="11182" y="51798"/>
                </a:cubicBezTo>
                <a:cubicBezTo>
                  <a:pt x="17824" y="25306"/>
                  <a:pt x="21145" y="11664"/>
                  <a:pt x="21145" y="10874"/>
                </a:cubicBezTo>
                <a:cubicBezTo>
                  <a:pt x="21145" y="9951"/>
                  <a:pt x="17282" y="9358"/>
                  <a:pt x="9556" y="90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2B1386-9089-44BA-976D-7AFCBC0F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819" y="2684193"/>
            <a:ext cx="143745" cy="139379"/>
          </a:xfrm>
          <a:custGeom xmlns:a="http://schemas.openxmlformats.org/drawingml/2006/main">
            <a:pathLst>
              <a:path w="143745" h="139379" fill="none">
                <a:moveTo>
                  <a:pt x="9556" y="9094"/>
                </a:moveTo>
                <a:cubicBezTo>
                  <a:pt x="4947" y="9094"/>
                  <a:pt x="2508" y="8831"/>
                  <a:pt x="2236" y="8303"/>
                </a:cubicBezTo>
                <a:cubicBezTo>
                  <a:pt x="2101" y="8040"/>
                  <a:pt x="2033" y="7513"/>
                  <a:pt x="2033" y="6722"/>
                </a:cubicBezTo>
                <a:cubicBezTo>
                  <a:pt x="2033" y="3559"/>
                  <a:pt x="2779" y="1384"/>
                  <a:pt x="4270" y="198"/>
                </a:cubicBezTo>
                <a:cubicBezTo>
                  <a:pt x="4541" y="66"/>
                  <a:pt x="5693" y="0"/>
                  <a:pt x="7726" y="0"/>
                </a:cubicBezTo>
                <a:cubicBezTo>
                  <a:pt x="13283" y="264"/>
                  <a:pt x="22500" y="395"/>
                  <a:pt x="35377" y="395"/>
                </a:cubicBezTo>
                <a:cubicBezTo>
                  <a:pt x="39986" y="395"/>
                  <a:pt x="44255" y="395"/>
                  <a:pt x="48186" y="395"/>
                </a:cubicBezTo>
                <a:cubicBezTo>
                  <a:pt x="52117" y="395"/>
                  <a:pt x="55167" y="330"/>
                  <a:pt x="57335" y="198"/>
                </a:cubicBezTo>
                <a:cubicBezTo>
                  <a:pt x="59504" y="66"/>
                  <a:pt x="60859" y="66"/>
                  <a:pt x="61402" y="198"/>
                </a:cubicBezTo>
                <a:cubicBezTo>
                  <a:pt x="63570" y="198"/>
                  <a:pt x="64655" y="857"/>
                  <a:pt x="64655" y="2175"/>
                </a:cubicBezTo>
                <a:cubicBezTo>
                  <a:pt x="64655" y="2438"/>
                  <a:pt x="64519" y="3361"/>
                  <a:pt x="64248" y="4943"/>
                </a:cubicBezTo>
                <a:cubicBezTo>
                  <a:pt x="63570" y="7183"/>
                  <a:pt x="62893" y="8501"/>
                  <a:pt x="62215" y="8897"/>
                </a:cubicBezTo>
                <a:lnTo>
                  <a:pt x="61808" y="8897"/>
                </a:lnTo>
                <a:cubicBezTo>
                  <a:pt x="61537" y="8897"/>
                  <a:pt x="61198" y="8897"/>
                  <a:pt x="60792" y="8897"/>
                </a:cubicBezTo>
                <a:cubicBezTo>
                  <a:pt x="60385" y="8897"/>
                  <a:pt x="59911" y="8897"/>
                  <a:pt x="59368" y="8897"/>
                </a:cubicBezTo>
                <a:cubicBezTo>
                  <a:pt x="58826" y="8897"/>
                  <a:pt x="58216" y="8962"/>
                  <a:pt x="57539" y="9094"/>
                </a:cubicBezTo>
                <a:cubicBezTo>
                  <a:pt x="56861" y="9226"/>
                  <a:pt x="56251" y="9226"/>
                  <a:pt x="55709" y="9094"/>
                </a:cubicBezTo>
                <a:cubicBezTo>
                  <a:pt x="50422" y="9226"/>
                  <a:pt x="47034" y="9424"/>
                  <a:pt x="45543" y="9687"/>
                </a:cubicBezTo>
                <a:cubicBezTo>
                  <a:pt x="44052" y="9951"/>
                  <a:pt x="42832" y="10676"/>
                  <a:pt x="41883" y="11862"/>
                </a:cubicBezTo>
                <a:cubicBezTo>
                  <a:pt x="41748" y="12126"/>
                  <a:pt x="39850" y="19045"/>
                  <a:pt x="36190" y="32621"/>
                </a:cubicBezTo>
                <a:cubicBezTo>
                  <a:pt x="32531" y="46196"/>
                  <a:pt x="28871" y="60431"/>
                  <a:pt x="25211" y="75324"/>
                </a:cubicBezTo>
                <a:cubicBezTo>
                  <a:pt x="21552" y="90218"/>
                  <a:pt x="19518" y="98982"/>
                  <a:pt x="19112" y="101618"/>
                </a:cubicBezTo>
                <a:cubicBezTo>
                  <a:pt x="18841" y="103464"/>
                  <a:pt x="18705" y="105375"/>
                  <a:pt x="18705" y="107352"/>
                </a:cubicBezTo>
                <a:cubicBezTo>
                  <a:pt x="18705" y="114469"/>
                  <a:pt x="20806" y="120071"/>
                  <a:pt x="25008" y="124156"/>
                </a:cubicBezTo>
                <a:cubicBezTo>
                  <a:pt x="29210" y="128242"/>
                  <a:pt x="35038" y="130285"/>
                  <a:pt x="42493" y="130285"/>
                </a:cubicBezTo>
                <a:cubicBezTo>
                  <a:pt x="51575" y="130285"/>
                  <a:pt x="60656" y="127320"/>
                  <a:pt x="69738" y="121389"/>
                </a:cubicBezTo>
                <a:cubicBezTo>
                  <a:pt x="78819" y="115458"/>
                  <a:pt x="85461" y="106495"/>
                  <a:pt x="89663" y="94501"/>
                </a:cubicBezTo>
                <a:lnTo>
                  <a:pt x="100032" y="54763"/>
                </a:lnTo>
                <a:cubicBezTo>
                  <a:pt x="106402" y="29457"/>
                  <a:pt x="109588" y="16277"/>
                  <a:pt x="109588" y="15223"/>
                </a:cubicBezTo>
                <a:cubicBezTo>
                  <a:pt x="109588" y="11664"/>
                  <a:pt x="105250" y="9621"/>
                  <a:pt x="96575" y="9094"/>
                </a:cubicBezTo>
                <a:cubicBezTo>
                  <a:pt x="93322" y="9094"/>
                  <a:pt x="91696" y="8369"/>
                  <a:pt x="91696" y="6920"/>
                </a:cubicBezTo>
                <a:cubicBezTo>
                  <a:pt x="91696" y="6656"/>
                  <a:pt x="91831" y="5865"/>
                  <a:pt x="92102" y="4547"/>
                </a:cubicBezTo>
                <a:cubicBezTo>
                  <a:pt x="92645" y="2438"/>
                  <a:pt x="93051" y="1186"/>
                  <a:pt x="93322" y="791"/>
                </a:cubicBezTo>
                <a:cubicBezTo>
                  <a:pt x="93593" y="395"/>
                  <a:pt x="94271" y="132"/>
                  <a:pt x="95355" y="0"/>
                </a:cubicBezTo>
                <a:cubicBezTo>
                  <a:pt x="95762" y="0"/>
                  <a:pt x="97931" y="66"/>
                  <a:pt x="101862" y="198"/>
                </a:cubicBezTo>
                <a:cubicBezTo>
                  <a:pt x="105792" y="330"/>
                  <a:pt x="111485" y="461"/>
                  <a:pt x="118940" y="593"/>
                </a:cubicBezTo>
                <a:cubicBezTo>
                  <a:pt x="125853" y="593"/>
                  <a:pt x="131139" y="527"/>
                  <a:pt x="134799" y="395"/>
                </a:cubicBezTo>
                <a:cubicBezTo>
                  <a:pt x="138458" y="264"/>
                  <a:pt x="140424" y="198"/>
                  <a:pt x="140695" y="198"/>
                </a:cubicBezTo>
                <a:cubicBezTo>
                  <a:pt x="142728" y="198"/>
                  <a:pt x="143745" y="857"/>
                  <a:pt x="143745" y="2175"/>
                </a:cubicBezTo>
                <a:cubicBezTo>
                  <a:pt x="143745" y="5074"/>
                  <a:pt x="143203" y="7051"/>
                  <a:pt x="142118" y="8106"/>
                </a:cubicBezTo>
                <a:cubicBezTo>
                  <a:pt x="141712" y="8765"/>
                  <a:pt x="140221" y="9094"/>
                  <a:pt x="137645" y="9094"/>
                </a:cubicBezTo>
                <a:cubicBezTo>
                  <a:pt x="128022" y="9621"/>
                  <a:pt x="121990" y="12257"/>
                  <a:pt x="119550" y="17002"/>
                </a:cubicBezTo>
                <a:cubicBezTo>
                  <a:pt x="119279" y="17661"/>
                  <a:pt x="115890" y="30380"/>
                  <a:pt x="109384" y="55159"/>
                </a:cubicBezTo>
                <a:cubicBezTo>
                  <a:pt x="103827" y="77433"/>
                  <a:pt x="100438" y="90547"/>
                  <a:pt x="99218" y="94501"/>
                </a:cubicBezTo>
                <a:cubicBezTo>
                  <a:pt x="94745" y="107681"/>
                  <a:pt x="86952" y="118423"/>
                  <a:pt x="75837" y="126727"/>
                </a:cubicBezTo>
                <a:cubicBezTo>
                  <a:pt x="64722" y="135030"/>
                  <a:pt x="53201" y="139248"/>
                  <a:pt x="41273" y="139379"/>
                </a:cubicBezTo>
                <a:cubicBezTo>
                  <a:pt x="28803" y="139379"/>
                  <a:pt x="18841" y="135689"/>
                  <a:pt x="11386" y="128308"/>
                </a:cubicBezTo>
                <a:cubicBezTo>
                  <a:pt x="3931" y="120927"/>
                  <a:pt x="136" y="112163"/>
                  <a:pt x="0" y="102014"/>
                </a:cubicBezTo>
                <a:lnTo>
                  <a:pt x="0" y="98851"/>
                </a:lnTo>
                <a:cubicBezTo>
                  <a:pt x="0" y="96478"/>
                  <a:pt x="3727" y="80794"/>
                  <a:pt x="11182" y="51798"/>
                </a:cubicBezTo>
                <a:cubicBezTo>
                  <a:pt x="17824" y="25306"/>
                  <a:pt x="21145" y="11664"/>
                  <a:pt x="21145" y="10874"/>
                </a:cubicBezTo>
                <a:cubicBezTo>
                  <a:pt x="21145" y="9951"/>
                  <a:pt x="17282" y="9358"/>
                  <a:pt x="9556" y="909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11E00F-56DC-4A83-8A7C-052BD9F3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125" y="2755789"/>
            <a:ext cx="49448" cy="93090"/>
          </a:xfrm>
          <a:custGeom xmlns:a="http://schemas.openxmlformats.org/drawingml/2006/main">
            <a:pathLst>
              <a:path w="49448" h="93090">
                <a:moveTo>
                  <a:pt x="18687" y="12300"/>
                </a:moveTo>
                <a:lnTo>
                  <a:pt x="16818" y="12999"/>
                </a:lnTo>
                <a:cubicBezTo>
                  <a:pt x="15477" y="13465"/>
                  <a:pt x="13560" y="13931"/>
                  <a:pt x="11068" y="14397"/>
                </a:cubicBezTo>
                <a:cubicBezTo>
                  <a:pt x="8577" y="14863"/>
                  <a:pt x="5798" y="15189"/>
                  <a:pt x="2731" y="15375"/>
                </a:cubicBezTo>
                <a:lnTo>
                  <a:pt x="0" y="15375"/>
                </a:lnTo>
                <a:lnTo>
                  <a:pt x="0" y="8946"/>
                </a:lnTo>
                <a:lnTo>
                  <a:pt x="2731" y="8946"/>
                </a:lnTo>
                <a:cubicBezTo>
                  <a:pt x="7235" y="8759"/>
                  <a:pt x="11404" y="8060"/>
                  <a:pt x="15237" y="6849"/>
                </a:cubicBezTo>
                <a:cubicBezTo>
                  <a:pt x="19070" y="5638"/>
                  <a:pt x="21753" y="4519"/>
                  <a:pt x="23287" y="3494"/>
                </a:cubicBezTo>
                <a:cubicBezTo>
                  <a:pt x="24820" y="2469"/>
                  <a:pt x="26162" y="1444"/>
                  <a:pt x="27311" y="419"/>
                </a:cubicBezTo>
                <a:cubicBezTo>
                  <a:pt x="27503" y="140"/>
                  <a:pt x="28078" y="0"/>
                  <a:pt x="29036" y="0"/>
                </a:cubicBezTo>
                <a:cubicBezTo>
                  <a:pt x="29899" y="0"/>
                  <a:pt x="30713" y="280"/>
                  <a:pt x="31480" y="839"/>
                </a:cubicBezTo>
                <a:lnTo>
                  <a:pt x="31480" y="42631"/>
                </a:lnTo>
                <a:lnTo>
                  <a:pt x="31624" y="84564"/>
                </a:lnTo>
                <a:cubicBezTo>
                  <a:pt x="32295" y="85216"/>
                  <a:pt x="32870" y="85635"/>
                  <a:pt x="33349" y="85822"/>
                </a:cubicBezTo>
                <a:cubicBezTo>
                  <a:pt x="33828" y="86008"/>
                  <a:pt x="34978" y="86194"/>
                  <a:pt x="36799" y="86381"/>
                </a:cubicBezTo>
                <a:cubicBezTo>
                  <a:pt x="38619" y="86567"/>
                  <a:pt x="41590" y="86660"/>
                  <a:pt x="45711" y="86660"/>
                </a:cubicBezTo>
                <a:lnTo>
                  <a:pt x="49448" y="86660"/>
                </a:lnTo>
                <a:lnTo>
                  <a:pt x="49448" y="93090"/>
                </a:lnTo>
                <a:lnTo>
                  <a:pt x="47867" y="93090"/>
                </a:lnTo>
                <a:cubicBezTo>
                  <a:pt x="45855" y="92810"/>
                  <a:pt x="38236" y="92671"/>
                  <a:pt x="25012" y="92671"/>
                </a:cubicBezTo>
                <a:cubicBezTo>
                  <a:pt x="11979" y="92671"/>
                  <a:pt x="4456" y="92810"/>
                  <a:pt x="2444" y="93090"/>
                </a:cubicBezTo>
                <a:lnTo>
                  <a:pt x="719" y="93090"/>
                </a:lnTo>
                <a:lnTo>
                  <a:pt x="719" y="86660"/>
                </a:lnTo>
                <a:lnTo>
                  <a:pt x="4456" y="86660"/>
                </a:lnTo>
                <a:cubicBezTo>
                  <a:pt x="6564" y="86660"/>
                  <a:pt x="8385" y="86660"/>
                  <a:pt x="9918" y="86660"/>
                </a:cubicBezTo>
                <a:cubicBezTo>
                  <a:pt x="11452" y="86660"/>
                  <a:pt x="12650" y="86614"/>
                  <a:pt x="13512" y="86521"/>
                </a:cubicBezTo>
                <a:cubicBezTo>
                  <a:pt x="14374" y="86427"/>
                  <a:pt x="15141" y="86288"/>
                  <a:pt x="15812" y="86101"/>
                </a:cubicBezTo>
                <a:cubicBezTo>
                  <a:pt x="16483" y="85915"/>
                  <a:pt x="16866" y="85822"/>
                  <a:pt x="16962" y="85822"/>
                </a:cubicBezTo>
                <a:cubicBezTo>
                  <a:pt x="17058" y="85822"/>
                  <a:pt x="17345" y="85589"/>
                  <a:pt x="17824" y="85123"/>
                </a:cubicBezTo>
                <a:cubicBezTo>
                  <a:pt x="18303" y="84657"/>
                  <a:pt x="18591" y="84471"/>
                  <a:pt x="18687" y="84564"/>
                </a:cubicBezTo>
                <a:lnTo>
                  <a:pt x="18687" y="123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09694E-700B-469D-B631-CD04AAC7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125" y="2755789"/>
            <a:ext cx="49448" cy="93090"/>
          </a:xfrm>
          <a:custGeom xmlns:a="http://schemas.openxmlformats.org/drawingml/2006/main">
            <a:pathLst>
              <a:path w="49448" h="93090" fill="none">
                <a:moveTo>
                  <a:pt x="18687" y="12300"/>
                </a:moveTo>
                <a:lnTo>
                  <a:pt x="16818" y="12999"/>
                </a:lnTo>
                <a:cubicBezTo>
                  <a:pt x="15477" y="13465"/>
                  <a:pt x="13560" y="13931"/>
                  <a:pt x="11068" y="14397"/>
                </a:cubicBezTo>
                <a:cubicBezTo>
                  <a:pt x="8577" y="14863"/>
                  <a:pt x="5798" y="15189"/>
                  <a:pt x="2731" y="15375"/>
                </a:cubicBezTo>
                <a:lnTo>
                  <a:pt x="0" y="15375"/>
                </a:lnTo>
                <a:lnTo>
                  <a:pt x="0" y="8946"/>
                </a:lnTo>
                <a:lnTo>
                  <a:pt x="2731" y="8946"/>
                </a:lnTo>
                <a:cubicBezTo>
                  <a:pt x="7235" y="8759"/>
                  <a:pt x="11404" y="8060"/>
                  <a:pt x="15237" y="6849"/>
                </a:cubicBezTo>
                <a:cubicBezTo>
                  <a:pt x="19070" y="5638"/>
                  <a:pt x="21753" y="4519"/>
                  <a:pt x="23287" y="3494"/>
                </a:cubicBezTo>
                <a:cubicBezTo>
                  <a:pt x="24820" y="2469"/>
                  <a:pt x="26162" y="1444"/>
                  <a:pt x="27311" y="419"/>
                </a:cubicBezTo>
                <a:cubicBezTo>
                  <a:pt x="27503" y="140"/>
                  <a:pt x="28078" y="0"/>
                  <a:pt x="29036" y="0"/>
                </a:cubicBezTo>
                <a:cubicBezTo>
                  <a:pt x="29899" y="0"/>
                  <a:pt x="30713" y="280"/>
                  <a:pt x="31480" y="839"/>
                </a:cubicBezTo>
                <a:lnTo>
                  <a:pt x="31480" y="42631"/>
                </a:lnTo>
                <a:lnTo>
                  <a:pt x="31624" y="84564"/>
                </a:lnTo>
                <a:cubicBezTo>
                  <a:pt x="32295" y="85216"/>
                  <a:pt x="32870" y="85635"/>
                  <a:pt x="33349" y="85822"/>
                </a:cubicBezTo>
                <a:cubicBezTo>
                  <a:pt x="33828" y="86008"/>
                  <a:pt x="34978" y="86194"/>
                  <a:pt x="36799" y="86381"/>
                </a:cubicBezTo>
                <a:cubicBezTo>
                  <a:pt x="38619" y="86567"/>
                  <a:pt x="41590" y="86660"/>
                  <a:pt x="45711" y="86660"/>
                </a:cubicBezTo>
                <a:lnTo>
                  <a:pt x="49448" y="86660"/>
                </a:lnTo>
                <a:lnTo>
                  <a:pt x="49448" y="93090"/>
                </a:lnTo>
                <a:lnTo>
                  <a:pt x="47867" y="93090"/>
                </a:lnTo>
                <a:cubicBezTo>
                  <a:pt x="45855" y="92810"/>
                  <a:pt x="38236" y="92671"/>
                  <a:pt x="25012" y="92671"/>
                </a:cubicBezTo>
                <a:cubicBezTo>
                  <a:pt x="11979" y="92671"/>
                  <a:pt x="4456" y="92810"/>
                  <a:pt x="2444" y="93090"/>
                </a:cubicBezTo>
                <a:lnTo>
                  <a:pt x="719" y="93090"/>
                </a:lnTo>
                <a:lnTo>
                  <a:pt x="719" y="86660"/>
                </a:lnTo>
                <a:lnTo>
                  <a:pt x="4456" y="86660"/>
                </a:lnTo>
                <a:cubicBezTo>
                  <a:pt x="6564" y="86660"/>
                  <a:pt x="8385" y="86660"/>
                  <a:pt x="9918" y="86660"/>
                </a:cubicBezTo>
                <a:cubicBezTo>
                  <a:pt x="11452" y="86660"/>
                  <a:pt x="12650" y="86614"/>
                  <a:pt x="13512" y="86521"/>
                </a:cubicBezTo>
                <a:cubicBezTo>
                  <a:pt x="14374" y="86427"/>
                  <a:pt x="15141" y="86288"/>
                  <a:pt x="15812" y="86101"/>
                </a:cubicBezTo>
                <a:cubicBezTo>
                  <a:pt x="16483" y="85915"/>
                  <a:pt x="16866" y="85822"/>
                  <a:pt x="16962" y="85822"/>
                </a:cubicBezTo>
                <a:cubicBezTo>
                  <a:pt x="17058" y="85822"/>
                  <a:pt x="17345" y="85589"/>
                  <a:pt x="17824" y="85123"/>
                </a:cubicBezTo>
                <a:cubicBezTo>
                  <a:pt x="18303" y="84657"/>
                  <a:pt x="18591" y="84471"/>
                  <a:pt x="18687" y="84564"/>
                </a:cubicBezTo>
                <a:lnTo>
                  <a:pt x="18687" y="12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" cap="flat">
            <a:solidFill>
              <a:srgbClr val="000000">
                <a:alpha val="8790"/>
              </a:srgbClr>
            </a:solidFill>
            <a:miter/>
          </a:ln>
        </p:spPr>
      </p:sp>
      <p:sp>
        <p:nvSpPr>
          <p:cNvPr id="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AAE6BD-A833-4602-ACF4-76DE8F9D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79" y="2831966"/>
            <a:ext cx="18974" cy="44122"/>
          </a:xfrm>
          <a:custGeom xmlns:a="http://schemas.openxmlformats.org/drawingml/2006/main">
            <a:pathLst>
              <a:path w="18974" h="44122">
                <a:moveTo>
                  <a:pt x="0" y="12021"/>
                </a:moveTo>
                <a:cubicBezTo>
                  <a:pt x="0" y="12021"/>
                  <a:pt x="0" y="10856"/>
                  <a:pt x="0" y="8526"/>
                </a:cubicBezTo>
                <a:cubicBezTo>
                  <a:pt x="0" y="6197"/>
                  <a:pt x="767" y="4193"/>
                  <a:pt x="2300" y="2516"/>
                </a:cubicBezTo>
                <a:cubicBezTo>
                  <a:pt x="3833" y="839"/>
                  <a:pt x="5894" y="0"/>
                  <a:pt x="8481" y="0"/>
                </a:cubicBezTo>
                <a:cubicBezTo>
                  <a:pt x="11164" y="0"/>
                  <a:pt x="13560" y="1165"/>
                  <a:pt x="15668" y="3494"/>
                </a:cubicBezTo>
                <a:cubicBezTo>
                  <a:pt x="17776" y="5824"/>
                  <a:pt x="18878" y="9924"/>
                  <a:pt x="18974" y="15795"/>
                </a:cubicBezTo>
                <a:cubicBezTo>
                  <a:pt x="18974" y="19056"/>
                  <a:pt x="18543" y="22224"/>
                  <a:pt x="17681" y="25299"/>
                </a:cubicBezTo>
                <a:cubicBezTo>
                  <a:pt x="16818" y="28374"/>
                  <a:pt x="15812" y="31030"/>
                  <a:pt x="14662" y="33266"/>
                </a:cubicBezTo>
                <a:cubicBezTo>
                  <a:pt x="13512" y="35503"/>
                  <a:pt x="12266" y="37413"/>
                  <a:pt x="10925" y="38997"/>
                </a:cubicBezTo>
                <a:cubicBezTo>
                  <a:pt x="9583" y="40581"/>
                  <a:pt x="8433" y="41839"/>
                  <a:pt x="7475" y="42771"/>
                </a:cubicBezTo>
                <a:cubicBezTo>
                  <a:pt x="6516" y="43703"/>
                  <a:pt x="5894" y="44122"/>
                  <a:pt x="5606" y="44029"/>
                </a:cubicBezTo>
                <a:cubicBezTo>
                  <a:pt x="5223" y="44029"/>
                  <a:pt x="4600" y="43610"/>
                  <a:pt x="3737" y="42771"/>
                </a:cubicBezTo>
                <a:cubicBezTo>
                  <a:pt x="2875" y="41932"/>
                  <a:pt x="2444" y="41327"/>
                  <a:pt x="2444" y="40954"/>
                </a:cubicBezTo>
                <a:cubicBezTo>
                  <a:pt x="2444" y="40581"/>
                  <a:pt x="2971" y="39836"/>
                  <a:pt x="4025" y="38718"/>
                </a:cubicBezTo>
                <a:cubicBezTo>
                  <a:pt x="5079" y="37599"/>
                  <a:pt x="6277" y="36202"/>
                  <a:pt x="7618" y="34524"/>
                </a:cubicBezTo>
                <a:cubicBezTo>
                  <a:pt x="8960" y="32847"/>
                  <a:pt x="10206" y="30518"/>
                  <a:pt x="11356" y="27536"/>
                </a:cubicBezTo>
                <a:cubicBezTo>
                  <a:pt x="12506" y="24554"/>
                  <a:pt x="13272" y="21153"/>
                  <a:pt x="13656" y="17332"/>
                </a:cubicBezTo>
                <a:lnTo>
                  <a:pt x="13656" y="15655"/>
                </a:lnTo>
                <a:lnTo>
                  <a:pt x="13512" y="15795"/>
                </a:lnTo>
                <a:cubicBezTo>
                  <a:pt x="13320" y="15888"/>
                  <a:pt x="13081" y="15981"/>
                  <a:pt x="12793" y="16074"/>
                </a:cubicBezTo>
                <a:cubicBezTo>
                  <a:pt x="12506" y="16167"/>
                  <a:pt x="12218" y="16307"/>
                  <a:pt x="11931" y="16493"/>
                </a:cubicBezTo>
                <a:cubicBezTo>
                  <a:pt x="11643" y="16680"/>
                  <a:pt x="11212" y="16773"/>
                  <a:pt x="10637" y="16773"/>
                </a:cubicBezTo>
                <a:cubicBezTo>
                  <a:pt x="10062" y="16773"/>
                  <a:pt x="9487" y="16820"/>
                  <a:pt x="8912" y="16913"/>
                </a:cubicBezTo>
                <a:cubicBezTo>
                  <a:pt x="6325" y="16913"/>
                  <a:pt x="4217" y="16121"/>
                  <a:pt x="2587" y="14537"/>
                </a:cubicBezTo>
                <a:lnTo>
                  <a:pt x="0" y="120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DE9254-E1A5-4357-A1F1-CF00426F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79" y="2831966"/>
            <a:ext cx="18974" cy="44122"/>
          </a:xfrm>
          <a:custGeom xmlns:a="http://schemas.openxmlformats.org/drawingml/2006/main">
            <a:pathLst>
              <a:path w="18974" h="44122" fill="none">
                <a:moveTo>
                  <a:pt x="0" y="12021"/>
                </a:moveTo>
                <a:cubicBezTo>
                  <a:pt x="0" y="12021"/>
                  <a:pt x="0" y="10856"/>
                  <a:pt x="0" y="8526"/>
                </a:cubicBezTo>
                <a:cubicBezTo>
                  <a:pt x="0" y="6197"/>
                  <a:pt x="767" y="4193"/>
                  <a:pt x="2300" y="2516"/>
                </a:cubicBezTo>
                <a:cubicBezTo>
                  <a:pt x="3833" y="839"/>
                  <a:pt x="5894" y="0"/>
                  <a:pt x="8481" y="0"/>
                </a:cubicBezTo>
                <a:cubicBezTo>
                  <a:pt x="11164" y="0"/>
                  <a:pt x="13560" y="1165"/>
                  <a:pt x="15668" y="3494"/>
                </a:cubicBezTo>
                <a:cubicBezTo>
                  <a:pt x="17776" y="5824"/>
                  <a:pt x="18878" y="9924"/>
                  <a:pt x="18974" y="15795"/>
                </a:cubicBezTo>
                <a:cubicBezTo>
                  <a:pt x="18974" y="19056"/>
                  <a:pt x="18543" y="22224"/>
                  <a:pt x="17681" y="25299"/>
                </a:cubicBezTo>
                <a:cubicBezTo>
                  <a:pt x="16818" y="28374"/>
                  <a:pt x="15812" y="31030"/>
                  <a:pt x="14662" y="33266"/>
                </a:cubicBezTo>
                <a:cubicBezTo>
                  <a:pt x="13512" y="35503"/>
                  <a:pt x="12266" y="37413"/>
                  <a:pt x="10925" y="38997"/>
                </a:cubicBezTo>
                <a:cubicBezTo>
                  <a:pt x="9583" y="40581"/>
                  <a:pt x="8433" y="41839"/>
                  <a:pt x="7475" y="42771"/>
                </a:cubicBezTo>
                <a:cubicBezTo>
                  <a:pt x="6516" y="43703"/>
                  <a:pt x="5894" y="44122"/>
                  <a:pt x="5606" y="44029"/>
                </a:cubicBezTo>
                <a:cubicBezTo>
                  <a:pt x="5223" y="44029"/>
                  <a:pt x="4600" y="43610"/>
                  <a:pt x="3737" y="42771"/>
                </a:cubicBezTo>
                <a:cubicBezTo>
                  <a:pt x="2875" y="41932"/>
                  <a:pt x="2444" y="41327"/>
                  <a:pt x="2444" y="40954"/>
                </a:cubicBezTo>
                <a:cubicBezTo>
                  <a:pt x="2444" y="40581"/>
                  <a:pt x="2971" y="39836"/>
                  <a:pt x="4025" y="38718"/>
                </a:cubicBezTo>
                <a:cubicBezTo>
                  <a:pt x="5079" y="37599"/>
                  <a:pt x="6277" y="36202"/>
                  <a:pt x="7618" y="34524"/>
                </a:cubicBezTo>
                <a:cubicBezTo>
                  <a:pt x="8960" y="32847"/>
                  <a:pt x="10206" y="30518"/>
                  <a:pt x="11356" y="27536"/>
                </a:cubicBezTo>
                <a:cubicBezTo>
                  <a:pt x="12506" y="24554"/>
                  <a:pt x="13272" y="21153"/>
                  <a:pt x="13656" y="17332"/>
                </a:cubicBezTo>
                <a:lnTo>
                  <a:pt x="13656" y="15655"/>
                </a:lnTo>
                <a:lnTo>
                  <a:pt x="13512" y="15795"/>
                </a:lnTo>
                <a:cubicBezTo>
                  <a:pt x="13320" y="15888"/>
                  <a:pt x="13081" y="15981"/>
                  <a:pt x="12793" y="16074"/>
                </a:cubicBezTo>
                <a:cubicBezTo>
                  <a:pt x="12506" y="16167"/>
                  <a:pt x="12218" y="16307"/>
                  <a:pt x="11931" y="16493"/>
                </a:cubicBezTo>
                <a:cubicBezTo>
                  <a:pt x="11643" y="16680"/>
                  <a:pt x="11212" y="16773"/>
                  <a:pt x="10637" y="16773"/>
                </a:cubicBezTo>
                <a:cubicBezTo>
                  <a:pt x="10062" y="16773"/>
                  <a:pt x="9487" y="16820"/>
                  <a:pt x="8912" y="16913"/>
                </a:cubicBezTo>
                <a:cubicBezTo>
                  <a:pt x="6325" y="16913"/>
                  <a:pt x="4217" y="16121"/>
                  <a:pt x="2587" y="14537"/>
                </a:cubicBezTo>
                <a:lnTo>
                  <a:pt x="0" y="1202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" cap="flat">
            <a:solidFill>
              <a:srgbClr val="000000">
                <a:alpha val="8790"/>
              </a:srgbClr>
            </a:solidFill>
            <a:miter/>
          </a:ln>
        </p:spPr>
      </p:sp>
      <p:sp>
        <p:nvSpPr>
          <p:cNvPr id="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93BD8F-99F5-4DFA-A972-71167306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6634" y="2755789"/>
            <a:ext cx="60517" cy="96165"/>
          </a:xfrm>
          <a:custGeom xmlns:a="http://schemas.openxmlformats.org/drawingml/2006/main">
            <a:pathLst>
              <a:path w="60517" h="96165">
                <a:moveTo>
                  <a:pt x="8193" y="11322"/>
                </a:moveTo>
                <a:cubicBezTo>
                  <a:pt x="13560" y="3774"/>
                  <a:pt x="20891" y="0"/>
                  <a:pt x="30186" y="0"/>
                </a:cubicBezTo>
                <a:cubicBezTo>
                  <a:pt x="34786" y="0"/>
                  <a:pt x="39386" y="1211"/>
                  <a:pt x="43986" y="3634"/>
                </a:cubicBezTo>
                <a:cubicBezTo>
                  <a:pt x="48586" y="6057"/>
                  <a:pt x="52323" y="10343"/>
                  <a:pt x="55198" y="16493"/>
                </a:cubicBezTo>
                <a:cubicBezTo>
                  <a:pt x="58744" y="24228"/>
                  <a:pt x="60517" y="34851"/>
                  <a:pt x="60517" y="48362"/>
                </a:cubicBezTo>
                <a:cubicBezTo>
                  <a:pt x="60517" y="62805"/>
                  <a:pt x="58456" y="73848"/>
                  <a:pt x="54335" y="81489"/>
                </a:cubicBezTo>
                <a:cubicBezTo>
                  <a:pt x="52419" y="85402"/>
                  <a:pt x="49784" y="88524"/>
                  <a:pt x="46430" y="90854"/>
                </a:cubicBezTo>
                <a:cubicBezTo>
                  <a:pt x="43075" y="93183"/>
                  <a:pt x="40153" y="94628"/>
                  <a:pt x="37661" y="95187"/>
                </a:cubicBezTo>
                <a:cubicBezTo>
                  <a:pt x="35170" y="95746"/>
                  <a:pt x="32726" y="96072"/>
                  <a:pt x="30330" y="96165"/>
                </a:cubicBezTo>
                <a:cubicBezTo>
                  <a:pt x="27839" y="96165"/>
                  <a:pt x="25347" y="95886"/>
                  <a:pt x="22855" y="95326"/>
                </a:cubicBezTo>
                <a:cubicBezTo>
                  <a:pt x="20364" y="94767"/>
                  <a:pt x="17441" y="93276"/>
                  <a:pt x="14087" y="90854"/>
                </a:cubicBezTo>
                <a:cubicBezTo>
                  <a:pt x="10733" y="88431"/>
                  <a:pt x="8098" y="85309"/>
                  <a:pt x="6181" y="81489"/>
                </a:cubicBezTo>
                <a:cubicBezTo>
                  <a:pt x="2060" y="73848"/>
                  <a:pt x="0" y="62805"/>
                  <a:pt x="0" y="48362"/>
                </a:cubicBezTo>
                <a:cubicBezTo>
                  <a:pt x="0" y="32148"/>
                  <a:pt x="2731" y="19801"/>
                  <a:pt x="8193" y="11322"/>
                </a:cubicBezTo>
                <a:close/>
                <a:moveTo>
                  <a:pt x="40536" y="9644"/>
                </a:moveTo>
                <a:cubicBezTo>
                  <a:pt x="37661" y="6663"/>
                  <a:pt x="34259" y="5172"/>
                  <a:pt x="30330" y="5172"/>
                </a:cubicBezTo>
                <a:cubicBezTo>
                  <a:pt x="26305" y="5172"/>
                  <a:pt x="22855" y="6663"/>
                  <a:pt x="19981" y="9644"/>
                </a:cubicBezTo>
                <a:cubicBezTo>
                  <a:pt x="17585" y="12067"/>
                  <a:pt x="16004" y="15422"/>
                  <a:pt x="15237" y="19708"/>
                </a:cubicBezTo>
                <a:cubicBezTo>
                  <a:pt x="14470" y="23995"/>
                  <a:pt x="14087" y="32940"/>
                  <a:pt x="14087" y="46545"/>
                </a:cubicBezTo>
                <a:cubicBezTo>
                  <a:pt x="14087" y="61268"/>
                  <a:pt x="14470" y="70959"/>
                  <a:pt x="15237" y="75618"/>
                </a:cubicBezTo>
                <a:cubicBezTo>
                  <a:pt x="16004" y="80277"/>
                  <a:pt x="17729" y="83958"/>
                  <a:pt x="20412" y="86660"/>
                </a:cubicBezTo>
                <a:cubicBezTo>
                  <a:pt x="23095" y="89456"/>
                  <a:pt x="26401" y="90854"/>
                  <a:pt x="30330" y="90854"/>
                </a:cubicBezTo>
                <a:cubicBezTo>
                  <a:pt x="34163" y="90854"/>
                  <a:pt x="37422" y="89456"/>
                  <a:pt x="40105" y="86660"/>
                </a:cubicBezTo>
                <a:cubicBezTo>
                  <a:pt x="42884" y="83865"/>
                  <a:pt x="44609" y="79951"/>
                  <a:pt x="45280" y="74919"/>
                </a:cubicBezTo>
                <a:cubicBezTo>
                  <a:pt x="45950" y="69887"/>
                  <a:pt x="46334" y="60429"/>
                  <a:pt x="46430" y="46545"/>
                </a:cubicBezTo>
                <a:cubicBezTo>
                  <a:pt x="46430" y="33033"/>
                  <a:pt x="46046" y="24134"/>
                  <a:pt x="45280" y="19848"/>
                </a:cubicBezTo>
                <a:cubicBezTo>
                  <a:pt x="44513" y="15562"/>
                  <a:pt x="42932" y="12160"/>
                  <a:pt x="40536" y="96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ED744A-7903-4042-B24D-894B4DB6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6634" y="2755789"/>
            <a:ext cx="60517" cy="96165"/>
          </a:xfrm>
          <a:custGeom xmlns:a="http://schemas.openxmlformats.org/drawingml/2006/main">
            <a:pathLst>
              <a:path w="60517" h="96165" fill="none">
                <a:moveTo>
                  <a:pt x="8193" y="11322"/>
                </a:moveTo>
                <a:cubicBezTo>
                  <a:pt x="13560" y="3774"/>
                  <a:pt x="20891" y="0"/>
                  <a:pt x="30186" y="0"/>
                </a:cubicBezTo>
                <a:cubicBezTo>
                  <a:pt x="34786" y="0"/>
                  <a:pt x="39386" y="1211"/>
                  <a:pt x="43986" y="3634"/>
                </a:cubicBezTo>
                <a:cubicBezTo>
                  <a:pt x="48586" y="6057"/>
                  <a:pt x="52323" y="10343"/>
                  <a:pt x="55198" y="16493"/>
                </a:cubicBezTo>
                <a:cubicBezTo>
                  <a:pt x="58744" y="24228"/>
                  <a:pt x="60517" y="34851"/>
                  <a:pt x="60517" y="48362"/>
                </a:cubicBezTo>
                <a:cubicBezTo>
                  <a:pt x="60517" y="62805"/>
                  <a:pt x="58456" y="73848"/>
                  <a:pt x="54335" y="81489"/>
                </a:cubicBezTo>
                <a:cubicBezTo>
                  <a:pt x="52419" y="85402"/>
                  <a:pt x="49784" y="88524"/>
                  <a:pt x="46430" y="90854"/>
                </a:cubicBezTo>
                <a:cubicBezTo>
                  <a:pt x="43075" y="93183"/>
                  <a:pt x="40153" y="94628"/>
                  <a:pt x="37661" y="95187"/>
                </a:cubicBezTo>
                <a:cubicBezTo>
                  <a:pt x="35170" y="95746"/>
                  <a:pt x="32726" y="96072"/>
                  <a:pt x="30330" y="96165"/>
                </a:cubicBezTo>
                <a:cubicBezTo>
                  <a:pt x="27839" y="96165"/>
                  <a:pt x="25347" y="95886"/>
                  <a:pt x="22855" y="95326"/>
                </a:cubicBezTo>
                <a:cubicBezTo>
                  <a:pt x="20364" y="94767"/>
                  <a:pt x="17441" y="93276"/>
                  <a:pt x="14087" y="90854"/>
                </a:cubicBezTo>
                <a:cubicBezTo>
                  <a:pt x="10733" y="88431"/>
                  <a:pt x="8098" y="85309"/>
                  <a:pt x="6181" y="81489"/>
                </a:cubicBezTo>
                <a:cubicBezTo>
                  <a:pt x="2060" y="73848"/>
                  <a:pt x="0" y="62805"/>
                  <a:pt x="0" y="48362"/>
                </a:cubicBezTo>
                <a:cubicBezTo>
                  <a:pt x="0" y="32148"/>
                  <a:pt x="2731" y="19801"/>
                  <a:pt x="8193" y="11322"/>
                </a:cubicBezTo>
                <a:close/>
                <a:moveTo>
                  <a:pt x="40536" y="9644"/>
                </a:moveTo>
                <a:cubicBezTo>
                  <a:pt x="37661" y="6663"/>
                  <a:pt x="34259" y="5172"/>
                  <a:pt x="30330" y="5172"/>
                </a:cubicBezTo>
                <a:cubicBezTo>
                  <a:pt x="26305" y="5172"/>
                  <a:pt x="22855" y="6663"/>
                  <a:pt x="19981" y="9644"/>
                </a:cubicBezTo>
                <a:cubicBezTo>
                  <a:pt x="17585" y="12067"/>
                  <a:pt x="16004" y="15422"/>
                  <a:pt x="15237" y="19708"/>
                </a:cubicBezTo>
                <a:cubicBezTo>
                  <a:pt x="14470" y="23995"/>
                  <a:pt x="14087" y="32940"/>
                  <a:pt x="14087" y="46545"/>
                </a:cubicBezTo>
                <a:cubicBezTo>
                  <a:pt x="14087" y="61268"/>
                  <a:pt x="14470" y="70959"/>
                  <a:pt x="15237" y="75618"/>
                </a:cubicBezTo>
                <a:cubicBezTo>
                  <a:pt x="16004" y="80277"/>
                  <a:pt x="17729" y="83958"/>
                  <a:pt x="20412" y="86660"/>
                </a:cubicBezTo>
                <a:cubicBezTo>
                  <a:pt x="23095" y="89456"/>
                  <a:pt x="26401" y="90854"/>
                  <a:pt x="30330" y="90854"/>
                </a:cubicBezTo>
                <a:cubicBezTo>
                  <a:pt x="34163" y="90854"/>
                  <a:pt x="37422" y="89456"/>
                  <a:pt x="40105" y="86660"/>
                </a:cubicBezTo>
                <a:cubicBezTo>
                  <a:pt x="42884" y="83865"/>
                  <a:pt x="44609" y="79951"/>
                  <a:pt x="45280" y="74919"/>
                </a:cubicBezTo>
                <a:cubicBezTo>
                  <a:pt x="45950" y="69887"/>
                  <a:pt x="46334" y="60429"/>
                  <a:pt x="46430" y="46545"/>
                </a:cubicBezTo>
                <a:cubicBezTo>
                  <a:pt x="46430" y="33033"/>
                  <a:pt x="46046" y="24134"/>
                  <a:pt x="45280" y="19848"/>
                </a:cubicBezTo>
                <a:cubicBezTo>
                  <a:pt x="44513" y="15562"/>
                  <a:pt x="42932" y="12160"/>
                  <a:pt x="40536" y="96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" cap="flat">
            <a:solidFill>
              <a:srgbClr val="000000">
                <a:alpha val="8790"/>
              </a:srgbClr>
            </a:solidFill>
            <a:miter/>
          </a:ln>
        </p:spPr>
      </p:sp>
      <p:sp>
        <p:nvSpPr>
          <p:cNvPr id="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002355-2087-40A7-941A-86F9AC9F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4280" y="2670947"/>
            <a:ext cx="45475" cy="197701"/>
          </a:xfrm>
          <a:custGeom xmlns:a="http://schemas.openxmlformats.org/drawingml/2006/main">
            <a:pathLst>
              <a:path w="45475" h="197701">
                <a:moveTo>
                  <a:pt x="0" y="3559"/>
                </a:moveTo>
                <a:cubicBezTo>
                  <a:pt x="136" y="2636"/>
                  <a:pt x="542" y="1845"/>
                  <a:pt x="1220" y="1186"/>
                </a:cubicBezTo>
                <a:cubicBezTo>
                  <a:pt x="1898" y="527"/>
                  <a:pt x="2846" y="132"/>
                  <a:pt x="4066" y="0"/>
                </a:cubicBezTo>
                <a:cubicBezTo>
                  <a:pt x="5422" y="0"/>
                  <a:pt x="6574" y="659"/>
                  <a:pt x="7523" y="1977"/>
                </a:cubicBezTo>
                <a:cubicBezTo>
                  <a:pt x="7929" y="2900"/>
                  <a:pt x="14300" y="19111"/>
                  <a:pt x="26634" y="50612"/>
                </a:cubicBezTo>
                <a:cubicBezTo>
                  <a:pt x="38969" y="82112"/>
                  <a:pt x="45204" y="98192"/>
                  <a:pt x="45340" y="98851"/>
                </a:cubicBezTo>
                <a:cubicBezTo>
                  <a:pt x="45475" y="99510"/>
                  <a:pt x="39308" y="115589"/>
                  <a:pt x="26838" y="147090"/>
                </a:cubicBezTo>
                <a:cubicBezTo>
                  <a:pt x="14368" y="178590"/>
                  <a:pt x="7929" y="194802"/>
                  <a:pt x="7523" y="195724"/>
                </a:cubicBezTo>
                <a:cubicBezTo>
                  <a:pt x="6574" y="197042"/>
                  <a:pt x="5422" y="197701"/>
                  <a:pt x="4066" y="197701"/>
                </a:cubicBezTo>
                <a:cubicBezTo>
                  <a:pt x="2982" y="197701"/>
                  <a:pt x="2101" y="197372"/>
                  <a:pt x="1423" y="196713"/>
                </a:cubicBezTo>
                <a:cubicBezTo>
                  <a:pt x="745" y="196054"/>
                  <a:pt x="271" y="195197"/>
                  <a:pt x="0" y="194143"/>
                </a:cubicBezTo>
                <a:cubicBezTo>
                  <a:pt x="0" y="193484"/>
                  <a:pt x="6099" y="177470"/>
                  <a:pt x="18298" y="146101"/>
                </a:cubicBezTo>
                <a:cubicBezTo>
                  <a:pt x="30633" y="114864"/>
                  <a:pt x="36800" y="99114"/>
                  <a:pt x="36800" y="98851"/>
                </a:cubicBezTo>
                <a:cubicBezTo>
                  <a:pt x="36800" y="98587"/>
                  <a:pt x="30633" y="82837"/>
                  <a:pt x="18298" y="51600"/>
                </a:cubicBezTo>
                <a:cubicBezTo>
                  <a:pt x="6099" y="20231"/>
                  <a:pt x="0" y="4218"/>
                  <a:pt x="0" y="35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587DAA-8886-4BD4-8C1D-D2A9642D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4280" y="2670947"/>
            <a:ext cx="45475" cy="197701"/>
          </a:xfrm>
          <a:custGeom xmlns:a="http://schemas.openxmlformats.org/drawingml/2006/main">
            <a:pathLst>
              <a:path w="45475" h="197701" fill="none">
                <a:moveTo>
                  <a:pt x="0" y="3559"/>
                </a:moveTo>
                <a:cubicBezTo>
                  <a:pt x="136" y="2636"/>
                  <a:pt x="542" y="1845"/>
                  <a:pt x="1220" y="1186"/>
                </a:cubicBezTo>
                <a:cubicBezTo>
                  <a:pt x="1898" y="527"/>
                  <a:pt x="2846" y="132"/>
                  <a:pt x="4066" y="0"/>
                </a:cubicBezTo>
                <a:cubicBezTo>
                  <a:pt x="5422" y="0"/>
                  <a:pt x="6574" y="659"/>
                  <a:pt x="7523" y="1977"/>
                </a:cubicBezTo>
                <a:cubicBezTo>
                  <a:pt x="7929" y="2900"/>
                  <a:pt x="14300" y="19111"/>
                  <a:pt x="26634" y="50612"/>
                </a:cubicBezTo>
                <a:cubicBezTo>
                  <a:pt x="38969" y="82112"/>
                  <a:pt x="45204" y="98192"/>
                  <a:pt x="45340" y="98851"/>
                </a:cubicBezTo>
                <a:cubicBezTo>
                  <a:pt x="45475" y="99510"/>
                  <a:pt x="39308" y="115589"/>
                  <a:pt x="26838" y="147090"/>
                </a:cubicBezTo>
                <a:cubicBezTo>
                  <a:pt x="14368" y="178590"/>
                  <a:pt x="7929" y="194802"/>
                  <a:pt x="7523" y="195724"/>
                </a:cubicBezTo>
                <a:cubicBezTo>
                  <a:pt x="6574" y="197042"/>
                  <a:pt x="5422" y="197701"/>
                  <a:pt x="4066" y="197701"/>
                </a:cubicBezTo>
                <a:cubicBezTo>
                  <a:pt x="2982" y="197701"/>
                  <a:pt x="2101" y="197372"/>
                  <a:pt x="1423" y="196713"/>
                </a:cubicBezTo>
                <a:cubicBezTo>
                  <a:pt x="745" y="196054"/>
                  <a:pt x="271" y="195197"/>
                  <a:pt x="0" y="194143"/>
                </a:cubicBezTo>
                <a:cubicBezTo>
                  <a:pt x="0" y="193484"/>
                  <a:pt x="6099" y="177470"/>
                  <a:pt x="18298" y="146101"/>
                </a:cubicBezTo>
                <a:cubicBezTo>
                  <a:pt x="30633" y="114864"/>
                  <a:pt x="36800" y="99114"/>
                  <a:pt x="36800" y="98851"/>
                </a:cubicBezTo>
                <a:cubicBezTo>
                  <a:pt x="36800" y="98587"/>
                  <a:pt x="30633" y="82837"/>
                  <a:pt x="18298" y="51600"/>
                </a:cubicBezTo>
                <a:cubicBezTo>
                  <a:pt x="6099" y="20231"/>
                  <a:pt x="0" y="4218"/>
                  <a:pt x="0" y="355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9858EA-86B6-4311-AFD7-4775F18A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370" y="2670947"/>
            <a:ext cx="48593" cy="197701"/>
          </a:xfrm>
          <a:custGeom xmlns:a="http://schemas.openxmlformats.org/drawingml/2006/main">
            <a:pathLst>
              <a:path w="48593" h="197701">
                <a:moveTo>
                  <a:pt x="1017" y="198"/>
                </a:moveTo>
                <a:lnTo>
                  <a:pt x="1830" y="0"/>
                </a:lnTo>
                <a:cubicBezTo>
                  <a:pt x="2508" y="0"/>
                  <a:pt x="3185" y="0"/>
                  <a:pt x="3863" y="0"/>
                </a:cubicBezTo>
                <a:lnTo>
                  <a:pt x="6303" y="0"/>
                </a:lnTo>
                <a:lnTo>
                  <a:pt x="11996" y="4745"/>
                </a:lnTo>
                <a:cubicBezTo>
                  <a:pt x="24737" y="15948"/>
                  <a:pt x="34022" y="29919"/>
                  <a:pt x="39850" y="46658"/>
                </a:cubicBezTo>
                <a:cubicBezTo>
                  <a:pt x="45678" y="63396"/>
                  <a:pt x="48593" y="80794"/>
                  <a:pt x="48593" y="98851"/>
                </a:cubicBezTo>
                <a:cubicBezTo>
                  <a:pt x="48593" y="107813"/>
                  <a:pt x="47915" y="116446"/>
                  <a:pt x="46559" y="124750"/>
                </a:cubicBezTo>
                <a:cubicBezTo>
                  <a:pt x="45204" y="133053"/>
                  <a:pt x="43645" y="140104"/>
                  <a:pt x="41883" y="145904"/>
                </a:cubicBezTo>
                <a:cubicBezTo>
                  <a:pt x="40121" y="151703"/>
                  <a:pt x="37614" y="157502"/>
                  <a:pt x="34360" y="163301"/>
                </a:cubicBezTo>
                <a:cubicBezTo>
                  <a:pt x="31107" y="169101"/>
                  <a:pt x="28532" y="173516"/>
                  <a:pt x="26634" y="176547"/>
                </a:cubicBezTo>
                <a:cubicBezTo>
                  <a:pt x="24737" y="179579"/>
                  <a:pt x="21958" y="182940"/>
                  <a:pt x="18298" y="186630"/>
                </a:cubicBezTo>
                <a:cubicBezTo>
                  <a:pt x="14639" y="190320"/>
                  <a:pt x="12470" y="192495"/>
                  <a:pt x="11792" y="193154"/>
                </a:cubicBezTo>
                <a:cubicBezTo>
                  <a:pt x="11115" y="193813"/>
                  <a:pt x="9556" y="195065"/>
                  <a:pt x="7116" y="196910"/>
                </a:cubicBezTo>
                <a:cubicBezTo>
                  <a:pt x="6709" y="197306"/>
                  <a:pt x="6438" y="197569"/>
                  <a:pt x="6303" y="197701"/>
                </a:cubicBezTo>
                <a:lnTo>
                  <a:pt x="3863" y="197701"/>
                </a:lnTo>
                <a:cubicBezTo>
                  <a:pt x="2779" y="197701"/>
                  <a:pt x="2033" y="197701"/>
                  <a:pt x="1627" y="197701"/>
                </a:cubicBezTo>
                <a:cubicBezTo>
                  <a:pt x="1220" y="197701"/>
                  <a:pt x="881" y="197504"/>
                  <a:pt x="610" y="197108"/>
                </a:cubicBezTo>
                <a:cubicBezTo>
                  <a:pt x="339" y="196713"/>
                  <a:pt x="136" y="196120"/>
                  <a:pt x="0" y="195329"/>
                </a:cubicBezTo>
                <a:cubicBezTo>
                  <a:pt x="136" y="195197"/>
                  <a:pt x="881" y="194340"/>
                  <a:pt x="2236" y="192759"/>
                </a:cubicBezTo>
                <a:cubicBezTo>
                  <a:pt x="23246" y="171539"/>
                  <a:pt x="33751" y="140236"/>
                  <a:pt x="33751" y="98851"/>
                </a:cubicBezTo>
                <a:cubicBezTo>
                  <a:pt x="33751" y="57465"/>
                  <a:pt x="23246" y="26162"/>
                  <a:pt x="2236" y="4943"/>
                </a:cubicBezTo>
                <a:cubicBezTo>
                  <a:pt x="881" y="3361"/>
                  <a:pt x="136" y="2504"/>
                  <a:pt x="0" y="2372"/>
                </a:cubicBezTo>
                <a:cubicBezTo>
                  <a:pt x="0" y="1318"/>
                  <a:pt x="339" y="593"/>
                  <a:pt x="1017" y="1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15C409-F789-4563-A9E7-05850CEE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370" y="2670947"/>
            <a:ext cx="48593" cy="197701"/>
          </a:xfrm>
          <a:custGeom xmlns:a="http://schemas.openxmlformats.org/drawingml/2006/main">
            <a:pathLst>
              <a:path w="48593" h="197701" fill="none">
                <a:moveTo>
                  <a:pt x="1017" y="198"/>
                </a:moveTo>
                <a:lnTo>
                  <a:pt x="1830" y="0"/>
                </a:lnTo>
                <a:cubicBezTo>
                  <a:pt x="2508" y="0"/>
                  <a:pt x="3185" y="0"/>
                  <a:pt x="3863" y="0"/>
                </a:cubicBezTo>
                <a:lnTo>
                  <a:pt x="6303" y="0"/>
                </a:lnTo>
                <a:lnTo>
                  <a:pt x="11996" y="4745"/>
                </a:lnTo>
                <a:cubicBezTo>
                  <a:pt x="24737" y="15948"/>
                  <a:pt x="34022" y="29919"/>
                  <a:pt x="39850" y="46658"/>
                </a:cubicBezTo>
                <a:cubicBezTo>
                  <a:pt x="45678" y="63396"/>
                  <a:pt x="48593" y="80794"/>
                  <a:pt x="48593" y="98851"/>
                </a:cubicBezTo>
                <a:cubicBezTo>
                  <a:pt x="48593" y="107813"/>
                  <a:pt x="47915" y="116446"/>
                  <a:pt x="46559" y="124750"/>
                </a:cubicBezTo>
                <a:cubicBezTo>
                  <a:pt x="45204" y="133053"/>
                  <a:pt x="43645" y="140104"/>
                  <a:pt x="41883" y="145904"/>
                </a:cubicBezTo>
                <a:cubicBezTo>
                  <a:pt x="40121" y="151703"/>
                  <a:pt x="37614" y="157502"/>
                  <a:pt x="34360" y="163301"/>
                </a:cubicBezTo>
                <a:cubicBezTo>
                  <a:pt x="31107" y="169101"/>
                  <a:pt x="28532" y="173516"/>
                  <a:pt x="26634" y="176547"/>
                </a:cubicBezTo>
                <a:cubicBezTo>
                  <a:pt x="24737" y="179579"/>
                  <a:pt x="21958" y="182940"/>
                  <a:pt x="18298" y="186630"/>
                </a:cubicBezTo>
                <a:cubicBezTo>
                  <a:pt x="14639" y="190320"/>
                  <a:pt x="12470" y="192495"/>
                  <a:pt x="11792" y="193154"/>
                </a:cubicBezTo>
                <a:cubicBezTo>
                  <a:pt x="11115" y="193813"/>
                  <a:pt x="9556" y="195065"/>
                  <a:pt x="7116" y="196910"/>
                </a:cubicBezTo>
                <a:cubicBezTo>
                  <a:pt x="6709" y="197306"/>
                  <a:pt x="6438" y="197569"/>
                  <a:pt x="6303" y="197701"/>
                </a:cubicBezTo>
                <a:lnTo>
                  <a:pt x="3863" y="197701"/>
                </a:lnTo>
                <a:cubicBezTo>
                  <a:pt x="2779" y="197701"/>
                  <a:pt x="2033" y="197701"/>
                  <a:pt x="1627" y="197701"/>
                </a:cubicBezTo>
                <a:cubicBezTo>
                  <a:pt x="1220" y="197701"/>
                  <a:pt x="881" y="197504"/>
                  <a:pt x="610" y="197108"/>
                </a:cubicBezTo>
                <a:cubicBezTo>
                  <a:pt x="339" y="196713"/>
                  <a:pt x="136" y="196120"/>
                  <a:pt x="0" y="195329"/>
                </a:cubicBezTo>
                <a:cubicBezTo>
                  <a:pt x="136" y="195197"/>
                  <a:pt x="881" y="194340"/>
                  <a:pt x="2236" y="192759"/>
                </a:cubicBezTo>
                <a:cubicBezTo>
                  <a:pt x="23246" y="171539"/>
                  <a:pt x="33751" y="140236"/>
                  <a:pt x="33751" y="98851"/>
                </a:cubicBezTo>
                <a:cubicBezTo>
                  <a:pt x="33751" y="57465"/>
                  <a:pt x="23246" y="26162"/>
                  <a:pt x="2236" y="4943"/>
                </a:cubicBezTo>
                <a:cubicBezTo>
                  <a:pt x="881" y="3361"/>
                  <a:pt x="136" y="2504"/>
                  <a:pt x="0" y="2372"/>
                </a:cubicBezTo>
                <a:cubicBezTo>
                  <a:pt x="0" y="1318"/>
                  <a:pt x="339" y="593"/>
                  <a:pt x="1017" y="1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30"/>
              </a:srgbClr>
            </a:solidFill>
            <a:miter/>
          </a:ln>
        </p:spPr>
      </p:sp>
      <p:sp>
        <p:nvSpPr>
          <p:cNvPr id="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168A90-90C7-46DA-B6B5-E100B646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412" y="2959908"/>
            <a:ext cx="45605" cy="197701"/>
          </a:xfrm>
          <a:custGeom xmlns:a="http://schemas.openxmlformats.org/drawingml/2006/main">
            <a:pathLst>
              <a:path w="45605" h="197701">
                <a:moveTo>
                  <a:pt x="45605" y="194143"/>
                </a:moveTo>
                <a:cubicBezTo>
                  <a:pt x="45469" y="195065"/>
                  <a:pt x="45062" y="195856"/>
                  <a:pt x="44382" y="196515"/>
                </a:cubicBezTo>
                <a:cubicBezTo>
                  <a:pt x="43702" y="197174"/>
                  <a:pt x="42751" y="197569"/>
                  <a:pt x="41527" y="197701"/>
                </a:cubicBezTo>
                <a:cubicBezTo>
                  <a:pt x="40168" y="197701"/>
                  <a:pt x="39013" y="197042"/>
                  <a:pt x="38061" y="195724"/>
                </a:cubicBezTo>
                <a:cubicBezTo>
                  <a:pt x="37653" y="194802"/>
                  <a:pt x="31264" y="178590"/>
                  <a:pt x="18895" y="147090"/>
                </a:cubicBezTo>
                <a:cubicBezTo>
                  <a:pt x="6525" y="115589"/>
                  <a:pt x="272" y="99510"/>
                  <a:pt x="136" y="98851"/>
                </a:cubicBezTo>
                <a:cubicBezTo>
                  <a:pt x="0" y="98192"/>
                  <a:pt x="6185" y="82112"/>
                  <a:pt x="18691" y="50612"/>
                </a:cubicBezTo>
                <a:cubicBezTo>
                  <a:pt x="31197" y="19111"/>
                  <a:pt x="37653" y="2900"/>
                  <a:pt x="38061" y="1977"/>
                </a:cubicBezTo>
                <a:cubicBezTo>
                  <a:pt x="38469" y="1318"/>
                  <a:pt x="39149" y="725"/>
                  <a:pt x="40100" y="198"/>
                </a:cubicBezTo>
                <a:lnTo>
                  <a:pt x="40712" y="0"/>
                </a:lnTo>
                <a:cubicBezTo>
                  <a:pt x="41120" y="0"/>
                  <a:pt x="41391" y="0"/>
                  <a:pt x="41527" y="0"/>
                </a:cubicBezTo>
                <a:cubicBezTo>
                  <a:pt x="43974" y="0"/>
                  <a:pt x="45334" y="1186"/>
                  <a:pt x="45605" y="3559"/>
                </a:cubicBezTo>
                <a:cubicBezTo>
                  <a:pt x="45605" y="4218"/>
                  <a:pt x="39488" y="20231"/>
                  <a:pt x="27254" y="51600"/>
                </a:cubicBezTo>
                <a:cubicBezTo>
                  <a:pt x="14885" y="82837"/>
                  <a:pt x="8700" y="98587"/>
                  <a:pt x="8700" y="98851"/>
                </a:cubicBezTo>
                <a:cubicBezTo>
                  <a:pt x="8700" y="99114"/>
                  <a:pt x="14885" y="114864"/>
                  <a:pt x="27254" y="146101"/>
                </a:cubicBezTo>
                <a:cubicBezTo>
                  <a:pt x="39488" y="177470"/>
                  <a:pt x="45605" y="193484"/>
                  <a:pt x="45605" y="1941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18C151-6180-4403-B2C1-27D3CFFB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412" y="2959908"/>
            <a:ext cx="45605" cy="197701"/>
          </a:xfrm>
          <a:custGeom xmlns:a="http://schemas.openxmlformats.org/drawingml/2006/main">
            <a:pathLst>
              <a:path w="45605" h="197701" fill="none">
                <a:moveTo>
                  <a:pt x="45605" y="194143"/>
                </a:moveTo>
                <a:cubicBezTo>
                  <a:pt x="45469" y="195065"/>
                  <a:pt x="45062" y="195856"/>
                  <a:pt x="44382" y="196515"/>
                </a:cubicBezTo>
                <a:cubicBezTo>
                  <a:pt x="43702" y="197174"/>
                  <a:pt x="42751" y="197569"/>
                  <a:pt x="41527" y="197701"/>
                </a:cubicBezTo>
                <a:cubicBezTo>
                  <a:pt x="40168" y="197701"/>
                  <a:pt x="39013" y="197042"/>
                  <a:pt x="38061" y="195724"/>
                </a:cubicBezTo>
                <a:cubicBezTo>
                  <a:pt x="37653" y="194802"/>
                  <a:pt x="31264" y="178590"/>
                  <a:pt x="18895" y="147090"/>
                </a:cubicBezTo>
                <a:cubicBezTo>
                  <a:pt x="6525" y="115589"/>
                  <a:pt x="272" y="99510"/>
                  <a:pt x="136" y="98851"/>
                </a:cubicBezTo>
                <a:cubicBezTo>
                  <a:pt x="0" y="98192"/>
                  <a:pt x="6185" y="82112"/>
                  <a:pt x="18691" y="50612"/>
                </a:cubicBezTo>
                <a:cubicBezTo>
                  <a:pt x="31197" y="19111"/>
                  <a:pt x="37653" y="2900"/>
                  <a:pt x="38061" y="1977"/>
                </a:cubicBezTo>
                <a:cubicBezTo>
                  <a:pt x="38469" y="1318"/>
                  <a:pt x="39149" y="725"/>
                  <a:pt x="40100" y="198"/>
                </a:cubicBezTo>
                <a:lnTo>
                  <a:pt x="40712" y="0"/>
                </a:lnTo>
                <a:cubicBezTo>
                  <a:pt x="41120" y="0"/>
                  <a:pt x="41391" y="0"/>
                  <a:pt x="41527" y="0"/>
                </a:cubicBezTo>
                <a:cubicBezTo>
                  <a:pt x="43974" y="0"/>
                  <a:pt x="45334" y="1186"/>
                  <a:pt x="45605" y="3559"/>
                </a:cubicBezTo>
                <a:cubicBezTo>
                  <a:pt x="45605" y="4218"/>
                  <a:pt x="39488" y="20231"/>
                  <a:pt x="27254" y="51600"/>
                </a:cubicBezTo>
                <a:cubicBezTo>
                  <a:pt x="14885" y="82837"/>
                  <a:pt x="8700" y="98587"/>
                  <a:pt x="8700" y="98851"/>
                </a:cubicBezTo>
                <a:cubicBezTo>
                  <a:pt x="8700" y="99114"/>
                  <a:pt x="14885" y="114864"/>
                  <a:pt x="27254" y="146101"/>
                </a:cubicBezTo>
                <a:cubicBezTo>
                  <a:pt x="39488" y="177470"/>
                  <a:pt x="45605" y="193484"/>
                  <a:pt x="45605" y="19414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1" cap="flat">
            <a:solidFill>
              <a:srgbClr val="000000">
                <a:alpha val="12450"/>
              </a:srgbClr>
            </a:solidFill>
            <a:miter/>
          </a:ln>
        </p:spPr>
      </p:sp>
      <p:sp>
        <p:nvSpPr>
          <p:cNvPr id="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0F3364-8787-447F-99F9-908AE418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038" y="2973154"/>
            <a:ext cx="146195" cy="139379"/>
          </a:xfrm>
          <a:custGeom xmlns:a="http://schemas.openxmlformats.org/drawingml/2006/main">
            <a:pathLst>
              <a:path w="146195" h="139379">
                <a:moveTo>
                  <a:pt x="0" y="6920"/>
                </a:moveTo>
                <a:cubicBezTo>
                  <a:pt x="0" y="4020"/>
                  <a:pt x="884" y="1713"/>
                  <a:pt x="2651" y="0"/>
                </a:cubicBezTo>
                <a:lnTo>
                  <a:pt x="4894" y="0"/>
                </a:lnTo>
                <a:cubicBezTo>
                  <a:pt x="10603" y="395"/>
                  <a:pt x="17739" y="593"/>
                  <a:pt x="26303" y="593"/>
                </a:cubicBezTo>
                <a:cubicBezTo>
                  <a:pt x="42343" y="593"/>
                  <a:pt x="51790" y="395"/>
                  <a:pt x="54645" y="0"/>
                </a:cubicBezTo>
                <a:lnTo>
                  <a:pt x="56684" y="0"/>
                </a:lnTo>
                <a:cubicBezTo>
                  <a:pt x="57499" y="791"/>
                  <a:pt x="57907" y="1384"/>
                  <a:pt x="57907" y="1779"/>
                </a:cubicBezTo>
                <a:cubicBezTo>
                  <a:pt x="57907" y="2175"/>
                  <a:pt x="57771" y="3361"/>
                  <a:pt x="57499" y="5338"/>
                </a:cubicBezTo>
                <a:cubicBezTo>
                  <a:pt x="56820" y="7315"/>
                  <a:pt x="56208" y="8567"/>
                  <a:pt x="55664" y="9094"/>
                </a:cubicBezTo>
                <a:lnTo>
                  <a:pt x="51383" y="9094"/>
                </a:lnTo>
                <a:cubicBezTo>
                  <a:pt x="48392" y="9358"/>
                  <a:pt x="46353" y="9490"/>
                  <a:pt x="45266" y="9490"/>
                </a:cubicBezTo>
                <a:cubicBezTo>
                  <a:pt x="41324" y="10149"/>
                  <a:pt x="39149" y="11137"/>
                  <a:pt x="38741" y="12455"/>
                </a:cubicBezTo>
                <a:cubicBezTo>
                  <a:pt x="38741" y="12719"/>
                  <a:pt x="40712" y="29260"/>
                  <a:pt x="44654" y="62078"/>
                </a:cubicBezTo>
                <a:cubicBezTo>
                  <a:pt x="48596" y="94897"/>
                  <a:pt x="50635" y="111438"/>
                  <a:pt x="50771" y="111701"/>
                </a:cubicBezTo>
                <a:lnTo>
                  <a:pt x="65655" y="88570"/>
                </a:lnTo>
                <a:cubicBezTo>
                  <a:pt x="75579" y="73149"/>
                  <a:pt x="85502" y="57597"/>
                  <a:pt x="95425" y="41913"/>
                </a:cubicBezTo>
                <a:cubicBezTo>
                  <a:pt x="105348" y="26228"/>
                  <a:pt x="110445" y="18123"/>
                  <a:pt x="110717" y="17595"/>
                </a:cubicBezTo>
                <a:cubicBezTo>
                  <a:pt x="111261" y="16673"/>
                  <a:pt x="111533" y="15684"/>
                  <a:pt x="111533" y="14630"/>
                </a:cubicBezTo>
                <a:cubicBezTo>
                  <a:pt x="111533" y="11467"/>
                  <a:pt x="108542" y="9621"/>
                  <a:pt x="102561" y="9094"/>
                </a:cubicBezTo>
                <a:cubicBezTo>
                  <a:pt x="100114" y="9094"/>
                  <a:pt x="98891" y="8369"/>
                  <a:pt x="98891" y="6920"/>
                </a:cubicBezTo>
                <a:cubicBezTo>
                  <a:pt x="98891" y="6788"/>
                  <a:pt x="99027" y="5931"/>
                  <a:pt x="99299" y="4349"/>
                </a:cubicBezTo>
                <a:cubicBezTo>
                  <a:pt x="99707" y="2504"/>
                  <a:pt x="100114" y="1318"/>
                  <a:pt x="100522" y="791"/>
                </a:cubicBezTo>
                <a:cubicBezTo>
                  <a:pt x="100930" y="264"/>
                  <a:pt x="101813" y="0"/>
                  <a:pt x="103173" y="0"/>
                </a:cubicBezTo>
                <a:cubicBezTo>
                  <a:pt x="103445" y="0"/>
                  <a:pt x="104260" y="0"/>
                  <a:pt x="105620" y="0"/>
                </a:cubicBezTo>
                <a:cubicBezTo>
                  <a:pt x="106979" y="0"/>
                  <a:pt x="109290" y="66"/>
                  <a:pt x="112552" y="198"/>
                </a:cubicBezTo>
                <a:cubicBezTo>
                  <a:pt x="115815" y="330"/>
                  <a:pt x="120164" y="395"/>
                  <a:pt x="125602" y="395"/>
                </a:cubicBezTo>
                <a:cubicBezTo>
                  <a:pt x="134981" y="395"/>
                  <a:pt x="140894" y="264"/>
                  <a:pt x="143341" y="0"/>
                </a:cubicBezTo>
                <a:lnTo>
                  <a:pt x="144768" y="0"/>
                </a:lnTo>
                <a:cubicBezTo>
                  <a:pt x="145720" y="923"/>
                  <a:pt x="146195" y="1648"/>
                  <a:pt x="146195" y="2175"/>
                </a:cubicBezTo>
                <a:cubicBezTo>
                  <a:pt x="146195" y="4415"/>
                  <a:pt x="145584" y="6524"/>
                  <a:pt x="144360" y="8501"/>
                </a:cubicBezTo>
                <a:cubicBezTo>
                  <a:pt x="143953" y="8897"/>
                  <a:pt x="142797" y="9094"/>
                  <a:pt x="140894" y="9094"/>
                </a:cubicBezTo>
                <a:cubicBezTo>
                  <a:pt x="139127" y="9226"/>
                  <a:pt x="137496" y="9358"/>
                  <a:pt x="136001" y="9490"/>
                </a:cubicBezTo>
                <a:cubicBezTo>
                  <a:pt x="134505" y="9621"/>
                  <a:pt x="133078" y="9951"/>
                  <a:pt x="131719" y="10478"/>
                </a:cubicBezTo>
                <a:cubicBezTo>
                  <a:pt x="130359" y="11005"/>
                  <a:pt x="129272" y="11467"/>
                  <a:pt x="128456" y="11862"/>
                </a:cubicBezTo>
                <a:cubicBezTo>
                  <a:pt x="127641" y="12257"/>
                  <a:pt x="126825" y="12785"/>
                  <a:pt x="126009" y="13444"/>
                </a:cubicBezTo>
                <a:cubicBezTo>
                  <a:pt x="125194" y="14103"/>
                  <a:pt x="124514" y="14564"/>
                  <a:pt x="123971" y="14828"/>
                </a:cubicBezTo>
                <a:cubicBezTo>
                  <a:pt x="123427" y="15091"/>
                  <a:pt x="122883" y="15684"/>
                  <a:pt x="122339" y="16607"/>
                </a:cubicBezTo>
                <a:cubicBezTo>
                  <a:pt x="121796" y="17530"/>
                  <a:pt x="121320" y="17991"/>
                  <a:pt x="120912" y="17991"/>
                </a:cubicBezTo>
                <a:lnTo>
                  <a:pt x="81560" y="79278"/>
                </a:lnTo>
                <a:cubicBezTo>
                  <a:pt x="57092" y="117632"/>
                  <a:pt x="44450" y="137271"/>
                  <a:pt x="43634" y="138193"/>
                </a:cubicBezTo>
                <a:cubicBezTo>
                  <a:pt x="43227" y="138457"/>
                  <a:pt x="42751" y="138786"/>
                  <a:pt x="42207" y="139182"/>
                </a:cubicBezTo>
                <a:lnTo>
                  <a:pt x="38537" y="139379"/>
                </a:lnTo>
                <a:lnTo>
                  <a:pt x="37110" y="139379"/>
                </a:lnTo>
                <a:cubicBezTo>
                  <a:pt x="34663" y="139379"/>
                  <a:pt x="33439" y="138918"/>
                  <a:pt x="33439" y="137996"/>
                </a:cubicBezTo>
                <a:cubicBezTo>
                  <a:pt x="33032" y="137205"/>
                  <a:pt x="30381" y="116117"/>
                  <a:pt x="25487" y="74731"/>
                </a:cubicBezTo>
                <a:cubicBezTo>
                  <a:pt x="20322" y="32818"/>
                  <a:pt x="17671" y="11664"/>
                  <a:pt x="17535" y="11269"/>
                </a:cubicBezTo>
                <a:cubicBezTo>
                  <a:pt x="16856" y="9819"/>
                  <a:pt x="12642" y="9094"/>
                  <a:pt x="4894" y="9094"/>
                </a:cubicBezTo>
                <a:lnTo>
                  <a:pt x="1427" y="9094"/>
                </a:lnTo>
                <a:cubicBezTo>
                  <a:pt x="476" y="8435"/>
                  <a:pt x="0" y="7710"/>
                  <a:pt x="0" y="69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E07D41-5850-439E-8BBC-14E471BA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038" y="2973154"/>
            <a:ext cx="146195" cy="139379"/>
          </a:xfrm>
          <a:custGeom xmlns:a="http://schemas.openxmlformats.org/drawingml/2006/main">
            <a:pathLst>
              <a:path w="146195" h="139379" fill="none">
                <a:moveTo>
                  <a:pt x="0" y="6920"/>
                </a:moveTo>
                <a:cubicBezTo>
                  <a:pt x="0" y="4020"/>
                  <a:pt x="884" y="1713"/>
                  <a:pt x="2651" y="0"/>
                </a:cubicBezTo>
                <a:lnTo>
                  <a:pt x="4894" y="0"/>
                </a:lnTo>
                <a:cubicBezTo>
                  <a:pt x="10603" y="395"/>
                  <a:pt x="17739" y="593"/>
                  <a:pt x="26303" y="593"/>
                </a:cubicBezTo>
                <a:cubicBezTo>
                  <a:pt x="42343" y="593"/>
                  <a:pt x="51790" y="395"/>
                  <a:pt x="54645" y="0"/>
                </a:cubicBezTo>
                <a:lnTo>
                  <a:pt x="56684" y="0"/>
                </a:lnTo>
                <a:cubicBezTo>
                  <a:pt x="57499" y="791"/>
                  <a:pt x="57907" y="1384"/>
                  <a:pt x="57907" y="1779"/>
                </a:cubicBezTo>
                <a:cubicBezTo>
                  <a:pt x="57907" y="2175"/>
                  <a:pt x="57771" y="3361"/>
                  <a:pt x="57499" y="5338"/>
                </a:cubicBezTo>
                <a:cubicBezTo>
                  <a:pt x="56820" y="7315"/>
                  <a:pt x="56208" y="8567"/>
                  <a:pt x="55664" y="9094"/>
                </a:cubicBezTo>
                <a:lnTo>
                  <a:pt x="51383" y="9094"/>
                </a:lnTo>
                <a:cubicBezTo>
                  <a:pt x="48392" y="9358"/>
                  <a:pt x="46353" y="9490"/>
                  <a:pt x="45266" y="9490"/>
                </a:cubicBezTo>
                <a:cubicBezTo>
                  <a:pt x="41324" y="10149"/>
                  <a:pt x="39149" y="11137"/>
                  <a:pt x="38741" y="12455"/>
                </a:cubicBezTo>
                <a:cubicBezTo>
                  <a:pt x="38741" y="12719"/>
                  <a:pt x="40712" y="29260"/>
                  <a:pt x="44654" y="62078"/>
                </a:cubicBezTo>
                <a:cubicBezTo>
                  <a:pt x="48596" y="94897"/>
                  <a:pt x="50635" y="111438"/>
                  <a:pt x="50771" y="111701"/>
                </a:cubicBezTo>
                <a:lnTo>
                  <a:pt x="65655" y="88570"/>
                </a:lnTo>
                <a:cubicBezTo>
                  <a:pt x="75579" y="73149"/>
                  <a:pt x="85502" y="57597"/>
                  <a:pt x="95425" y="41913"/>
                </a:cubicBezTo>
                <a:cubicBezTo>
                  <a:pt x="105348" y="26228"/>
                  <a:pt x="110445" y="18123"/>
                  <a:pt x="110717" y="17595"/>
                </a:cubicBezTo>
                <a:cubicBezTo>
                  <a:pt x="111261" y="16673"/>
                  <a:pt x="111533" y="15684"/>
                  <a:pt x="111533" y="14630"/>
                </a:cubicBezTo>
                <a:cubicBezTo>
                  <a:pt x="111533" y="11467"/>
                  <a:pt x="108542" y="9621"/>
                  <a:pt x="102561" y="9094"/>
                </a:cubicBezTo>
                <a:cubicBezTo>
                  <a:pt x="100114" y="9094"/>
                  <a:pt x="98891" y="8369"/>
                  <a:pt x="98891" y="6920"/>
                </a:cubicBezTo>
                <a:cubicBezTo>
                  <a:pt x="98891" y="6788"/>
                  <a:pt x="99027" y="5931"/>
                  <a:pt x="99299" y="4349"/>
                </a:cubicBezTo>
                <a:cubicBezTo>
                  <a:pt x="99707" y="2504"/>
                  <a:pt x="100114" y="1318"/>
                  <a:pt x="100522" y="791"/>
                </a:cubicBezTo>
                <a:cubicBezTo>
                  <a:pt x="100930" y="264"/>
                  <a:pt x="101813" y="0"/>
                  <a:pt x="103173" y="0"/>
                </a:cubicBezTo>
                <a:cubicBezTo>
                  <a:pt x="103445" y="0"/>
                  <a:pt x="104260" y="0"/>
                  <a:pt x="105620" y="0"/>
                </a:cubicBezTo>
                <a:cubicBezTo>
                  <a:pt x="106979" y="0"/>
                  <a:pt x="109290" y="66"/>
                  <a:pt x="112552" y="198"/>
                </a:cubicBezTo>
                <a:cubicBezTo>
                  <a:pt x="115815" y="330"/>
                  <a:pt x="120164" y="395"/>
                  <a:pt x="125602" y="395"/>
                </a:cubicBezTo>
                <a:cubicBezTo>
                  <a:pt x="134981" y="395"/>
                  <a:pt x="140894" y="264"/>
                  <a:pt x="143341" y="0"/>
                </a:cubicBezTo>
                <a:lnTo>
                  <a:pt x="144768" y="0"/>
                </a:lnTo>
                <a:cubicBezTo>
                  <a:pt x="145720" y="923"/>
                  <a:pt x="146195" y="1648"/>
                  <a:pt x="146195" y="2175"/>
                </a:cubicBezTo>
                <a:cubicBezTo>
                  <a:pt x="146195" y="4415"/>
                  <a:pt x="145584" y="6524"/>
                  <a:pt x="144360" y="8501"/>
                </a:cubicBezTo>
                <a:cubicBezTo>
                  <a:pt x="143953" y="8897"/>
                  <a:pt x="142797" y="9094"/>
                  <a:pt x="140894" y="9094"/>
                </a:cubicBezTo>
                <a:cubicBezTo>
                  <a:pt x="139127" y="9226"/>
                  <a:pt x="137496" y="9358"/>
                  <a:pt x="136001" y="9490"/>
                </a:cubicBezTo>
                <a:cubicBezTo>
                  <a:pt x="134505" y="9621"/>
                  <a:pt x="133078" y="9951"/>
                  <a:pt x="131719" y="10478"/>
                </a:cubicBezTo>
                <a:cubicBezTo>
                  <a:pt x="130359" y="11005"/>
                  <a:pt x="129272" y="11467"/>
                  <a:pt x="128456" y="11862"/>
                </a:cubicBezTo>
                <a:cubicBezTo>
                  <a:pt x="127641" y="12257"/>
                  <a:pt x="126825" y="12785"/>
                  <a:pt x="126009" y="13444"/>
                </a:cubicBezTo>
                <a:cubicBezTo>
                  <a:pt x="125194" y="14103"/>
                  <a:pt x="124514" y="14564"/>
                  <a:pt x="123971" y="14828"/>
                </a:cubicBezTo>
                <a:cubicBezTo>
                  <a:pt x="123427" y="15091"/>
                  <a:pt x="122883" y="15684"/>
                  <a:pt x="122339" y="16607"/>
                </a:cubicBezTo>
                <a:cubicBezTo>
                  <a:pt x="121796" y="17530"/>
                  <a:pt x="121320" y="17991"/>
                  <a:pt x="120912" y="17991"/>
                </a:cubicBezTo>
                <a:lnTo>
                  <a:pt x="81560" y="79278"/>
                </a:lnTo>
                <a:cubicBezTo>
                  <a:pt x="57092" y="117632"/>
                  <a:pt x="44450" y="137271"/>
                  <a:pt x="43634" y="138193"/>
                </a:cubicBezTo>
                <a:cubicBezTo>
                  <a:pt x="43227" y="138457"/>
                  <a:pt x="42751" y="138786"/>
                  <a:pt x="42207" y="139182"/>
                </a:cubicBezTo>
                <a:lnTo>
                  <a:pt x="38537" y="139379"/>
                </a:lnTo>
                <a:lnTo>
                  <a:pt x="37110" y="139379"/>
                </a:lnTo>
                <a:cubicBezTo>
                  <a:pt x="34663" y="139379"/>
                  <a:pt x="33439" y="138918"/>
                  <a:pt x="33439" y="137996"/>
                </a:cubicBezTo>
                <a:cubicBezTo>
                  <a:pt x="33032" y="137205"/>
                  <a:pt x="30381" y="116117"/>
                  <a:pt x="25487" y="74731"/>
                </a:cubicBezTo>
                <a:cubicBezTo>
                  <a:pt x="20322" y="32818"/>
                  <a:pt x="17671" y="11664"/>
                  <a:pt x="17535" y="11269"/>
                </a:cubicBezTo>
                <a:cubicBezTo>
                  <a:pt x="16856" y="9819"/>
                  <a:pt x="12642" y="9094"/>
                  <a:pt x="4894" y="9094"/>
                </a:cubicBezTo>
                <a:lnTo>
                  <a:pt x="1427" y="9094"/>
                </a:lnTo>
                <a:cubicBezTo>
                  <a:pt x="476" y="8435"/>
                  <a:pt x="0" y="7710"/>
                  <a:pt x="0" y="692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1" cap="flat">
            <a:solidFill>
              <a:srgbClr val="000000">
                <a:alpha val="12450"/>
              </a:srgbClr>
            </a:solidFill>
            <a:miter/>
          </a:ln>
        </p:spPr>
      </p:sp>
      <p:sp>
        <p:nvSpPr>
          <p:cNvPr id="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9A3E2A-7BE5-4217-B46B-A230F9AA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78" y="2948259"/>
            <a:ext cx="33444" cy="72264"/>
          </a:xfrm>
          <a:custGeom xmlns:a="http://schemas.openxmlformats.org/drawingml/2006/main">
            <a:pathLst>
              <a:path w="33444" h="72264">
                <a:moveTo>
                  <a:pt x="7064" y="72264"/>
                </a:moveTo>
                <a:cubicBezTo>
                  <a:pt x="6487" y="72264"/>
                  <a:pt x="5190" y="71984"/>
                  <a:pt x="3171" y="71425"/>
                </a:cubicBezTo>
                <a:cubicBezTo>
                  <a:pt x="1153" y="70866"/>
                  <a:pt x="96" y="70307"/>
                  <a:pt x="0" y="69748"/>
                </a:cubicBezTo>
                <a:cubicBezTo>
                  <a:pt x="0" y="69095"/>
                  <a:pt x="2643" y="58286"/>
                  <a:pt x="7929" y="37320"/>
                </a:cubicBezTo>
                <a:cubicBezTo>
                  <a:pt x="13214" y="16354"/>
                  <a:pt x="16146" y="5405"/>
                  <a:pt x="16722" y="4473"/>
                </a:cubicBezTo>
                <a:cubicBezTo>
                  <a:pt x="18164" y="1491"/>
                  <a:pt x="20662" y="0"/>
                  <a:pt x="24218" y="0"/>
                </a:cubicBezTo>
                <a:cubicBezTo>
                  <a:pt x="26140" y="0"/>
                  <a:pt x="28159" y="699"/>
                  <a:pt x="30273" y="2097"/>
                </a:cubicBezTo>
                <a:cubicBezTo>
                  <a:pt x="32387" y="3494"/>
                  <a:pt x="33444" y="5544"/>
                  <a:pt x="33444" y="8247"/>
                </a:cubicBezTo>
                <a:cubicBezTo>
                  <a:pt x="33444" y="8713"/>
                  <a:pt x="33348" y="9412"/>
                  <a:pt x="33156" y="10343"/>
                </a:cubicBezTo>
                <a:cubicBezTo>
                  <a:pt x="33060" y="10996"/>
                  <a:pt x="28879" y="21386"/>
                  <a:pt x="20614" y="41513"/>
                </a:cubicBezTo>
                <a:cubicBezTo>
                  <a:pt x="12349" y="61641"/>
                  <a:pt x="8073" y="71798"/>
                  <a:pt x="7784" y="71984"/>
                </a:cubicBezTo>
                <a:cubicBezTo>
                  <a:pt x="7496" y="72170"/>
                  <a:pt x="7256" y="72264"/>
                  <a:pt x="7064" y="72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F2CB5E-0DAD-4977-B516-2CB0410D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78" y="2948259"/>
            <a:ext cx="33444" cy="72264"/>
          </a:xfrm>
          <a:custGeom xmlns:a="http://schemas.openxmlformats.org/drawingml/2006/main">
            <a:pathLst>
              <a:path w="33444" h="72264" fill="none">
                <a:moveTo>
                  <a:pt x="7064" y="72264"/>
                </a:moveTo>
                <a:cubicBezTo>
                  <a:pt x="6487" y="72264"/>
                  <a:pt x="5190" y="71984"/>
                  <a:pt x="3171" y="71425"/>
                </a:cubicBezTo>
                <a:cubicBezTo>
                  <a:pt x="1153" y="70866"/>
                  <a:pt x="96" y="70307"/>
                  <a:pt x="0" y="69748"/>
                </a:cubicBezTo>
                <a:cubicBezTo>
                  <a:pt x="0" y="69095"/>
                  <a:pt x="2643" y="58286"/>
                  <a:pt x="7929" y="37320"/>
                </a:cubicBezTo>
                <a:cubicBezTo>
                  <a:pt x="13214" y="16354"/>
                  <a:pt x="16146" y="5405"/>
                  <a:pt x="16722" y="4473"/>
                </a:cubicBezTo>
                <a:cubicBezTo>
                  <a:pt x="18164" y="1491"/>
                  <a:pt x="20662" y="0"/>
                  <a:pt x="24218" y="0"/>
                </a:cubicBezTo>
                <a:cubicBezTo>
                  <a:pt x="26140" y="0"/>
                  <a:pt x="28159" y="699"/>
                  <a:pt x="30273" y="2097"/>
                </a:cubicBezTo>
                <a:cubicBezTo>
                  <a:pt x="32387" y="3494"/>
                  <a:pt x="33444" y="5544"/>
                  <a:pt x="33444" y="8247"/>
                </a:cubicBezTo>
                <a:cubicBezTo>
                  <a:pt x="33444" y="8713"/>
                  <a:pt x="33348" y="9412"/>
                  <a:pt x="33156" y="10343"/>
                </a:cubicBezTo>
                <a:cubicBezTo>
                  <a:pt x="33060" y="10996"/>
                  <a:pt x="28879" y="21386"/>
                  <a:pt x="20614" y="41513"/>
                </a:cubicBezTo>
                <a:cubicBezTo>
                  <a:pt x="12349" y="61641"/>
                  <a:pt x="8073" y="71798"/>
                  <a:pt x="7784" y="71984"/>
                </a:cubicBezTo>
                <a:cubicBezTo>
                  <a:pt x="7496" y="72170"/>
                  <a:pt x="7256" y="72264"/>
                  <a:pt x="7064" y="7226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" cap="flat">
            <a:solidFill>
              <a:srgbClr val="000000">
                <a:alpha val="8800"/>
              </a:srgbClr>
            </a:solidFill>
            <a:miter/>
          </a:ln>
        </p:spPr>
      </p:sp>
      <p:sp>
        <p:nvSpPr>
          <p:cNvPr id="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AD614E-946E-49D1-AFF7-0A8CF663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021" y="2948259"/>
            <a:ext cx="33444" cy="72264"/>
          </a:xfrm>
          <a:custGeom xmlns:a="http://schemas.openxmlformats.org/drawingml/2006/main">
            <a:pathLst>
              <a:path w="33444" h="72264">
                <a:moveTo>
                  <a:pt x="7064" y="72264"/>
                </a:moveTo>
                <a:cubicBezTo>
                  <a:pt x="6487" y="72264"/>
                  <a:pt x="5190" y="71984"/>
                  <a:pt x="3171" y="71425"/>
                </a:cubicBezTo>
                <a:cubicBezTo>
                  <a:pt x="1153" y="70866"/>
                  <a:pt x="96" y="70307"/>
                  <a:pt x="0" y="69748"/>
                </a:cubicBezTo>
                <a:cubicBezTo>
                  <a:pt x="0" y="69095"/>
                  <a:pt x="2643" y="58286"/>
                  <a:pt x="7929" y="37320"/>
                </a:cubicBezTo>
                <a:cubicBezTo>
                  <a:pt x="13214" y="16354"/>
                  <a:pt x="16146" y="5405"/>
                  <a:pt x="16722" y="4473"/>
                </a:cubicBezTo>
                <a:cubicBezTo>
                  <a:pt x="18164" y="1491"/>
                  <a:pt x="20662" y="0"/>
                  <a:pt x="24218" y="0"/>
                </a:cubicBezTo>
                <a:cubicBezTo>
                  <a:pt x="26140" y="0"/>
                  <a:pt x="28159" y="699"/>
                  <a:pt x="30273" y="2097"/>
                </a:cubicBezTo>
                <a:cubicBezTo>
                  <a:pt x="32387" y="3494"/>
                  <a:pt x="33444" y="5544"/>
                  <a:pt x="33444" y="8247"/>
                </a:cubicBezTo>
                <a:cubicBezTo>
                  <a:pt x="33444" y="8713"/>
                  <a:pt x="33348" y="9412"/>
                  <a:pt x="33156" y="10343"/>
                </a:cubicBezTo>
                <a:cubicBezTo>
                  <a:pt x="33060" y="10996"/>
                  <a:pt x="28879" y="21386"/>
                  <a:pt x="20614" y="41513"/>
                </a:cubicBezTo>
                <a:cubicBezTo>
                  <a:pt x="12349" y="61641"/>
                  <a:pt x="8073" y="71798"/>
                  <a:pt x="7784" y="71984"/>
                </a:cubicBezTo>
                <a:cubicBezTo>
                  <a:pt x="7496" y="72170"/>
                  <a:pt x="7256" y="72264"/>
                  <a:pt x="7064" y="72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912773-428D-4948-A5F4-0FCBC2B1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021" y="2948259"/>
            <a:ext cx="33444" cy="72264"/>
          </a:xfrm>
          <a:custGeom xmlns:a="http://schemas.openxmlformats.org/drawingml/2006/main">
            <a:pathLst>
              <a:path w="33444" h="72264" fill="none">
                <a:moveTo>
                  <a:pt x="7064" y="72264"/>
                </a:moveTo>
                <a:cubicBezTo>
                  <a:pt x="6487" y="72264"/>
                  <a:pt x="5190" y="71984"/>
                  <a:pt x="3171" y="71425"/>
                </a:cubicBezTo>
                <a:cubicBezTo>
                  <a:pt x="1153" y="70866"/>
                  <a:pt x="96" y="70307"/>
                  <a:pt x="0" y="69748"/>
                </a:cubicBezTo>
                <a:cubicBezTo>
                  <a:pt x="0" y="69095"/>
                  <a:pt x="2643" y="58286"/>
                  <a:pt x="7929" y="37320"/>
                </a:cubicBezTo>
                <a:cubicBezTo>
                  <a:pt x="13214" y="16354"/>
                  <a:pt x="16146" y="5405"/>
                  <a:pt x="16722" y="4473"/>
                </a:cubicBezTo>
                <a:cubicBezTo>
                  <a:pt x="18164" y="1491"/>
                  <a:pt x="20662" y="0"/>
                  <a:pt x="24218" y="0"/>
                </a:cubicBezTo>
                <a:cubicBezTo>
                  <a:pt x="26140" y="0"/>
                  <a:pt x="28159" y="699"/>
                  <a:pt x="30273" y="2097"/>
                </a:cubicBezTo>
                <a:cubicBezTo>
                  <a:pt x="32387" y="3494"/>
                  <a:pt x="33444" y="5544"/>
                  <a:pt x="33444" y="8247"/>
                </a:cubicBezTo>
                <a:cubicBezTo>
                  <a:pt x="33444" y="8713"/>
                  <a:pt x="33348" y="9412"/>
                  <a:pt x="33156" y="10343"/>
                </a:cubicBezTo>
                <a:cubicBezTo>
                  <a:pt x="33060" y="10996"/>
                  <a:pt x="28879" y="21386"/>
                  <a:pt x="20614" y="41513"/>
                </a:cubicBezTo>
                <a:cubicBezTo>
                  <a:pt x="12349" y="61641"/>
                  <a:pt x="8073" y="71798"/>
                  <a:pt x="7784" y="71984"/>
                </a:cubicBezTo>
                <a:cubicBezTo>
                  <a:pt x="7496" y="72170"/>
                  <a:pt x="7256" y="72264"/>
                  <a:pt x="7064" y="7226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" cap="flat">
            <a:solidFill>
              <a:srgbClr val="000000">
                <a:alpha val="8800"/>
              </a:srgbClr>
            </a:solidFill>
            <a:miter/>
          </a:ln>
        </p:spPr>
      </p:sp>
      <p:sp>
        <p:nvSpPr>
          <p:cNvPr id="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207744-0B18-4426-921C-24E826F8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64" y="2948259"/>
            <a:ext cx="33444" cy="72264"/>
          </a:xfrm>
          <a:custGeom xmlns:a="http://schemas.openxmlformats.org/drawingml/2006/main">
            <a:pathLst>
              <a:path w="33444" h="72264">
                <a:moveTo>
                  <a:pt x="7064" y="72264"/>
                </a:moveTo>
                <a:cubicBezTo>
                  <a:pt x="6487" y="72264"/>
                  <a:pt x="5190" y="71984"/>
                  <a:pt x="3171" y="71425"/>
                </a:cubicBezTo>
                <a:cubicBezTo>
                  <a:pt x="1153" y="70866"/>
                  <a:pt x="96" y="70307"/>
                  <a:pt x="0" y="69748"/>
                </a:cubicBezTo>
                <a:cubicBezTo>
                  <a:pt x="0" y="69095"/>
                  <a:pt x="2643" y="58286"/>
                  <a:pt x="7929" y="37320"/>
                </a:cubicBezTo>
                <a:cubicBezTo>
                  <a:pt x="13214" y="16354"/>
                  <a:pt x="16146" y="5405"/>
                  <a:pt x="16722" y="4473"/>
                </a:cubicBezTo>
                <a:cubicBezTo>
                  <a:pt x="18164" y="1491"/>
                  <a:pt x="20662" y="0"/>
                  <a:pt x="24218" y="0"/>
                </a:cubicBezTo>
                <a:cubicBezTo>
                  <a:pt x="26140" y="0"/>
                  <a:pt x="28159" y="699"/>
                  <a:pt x="30273" y="2097"/>
                </a:cubicBezTo>
                <a:cubicBezTo>
                  <a:pt x="32387" y="3494"/>
                  <a:pt x="33444" y="5544"/>
                  <a:pt x="33444" y="8247"/>
                </a:cubicBezTo>
                <a:cubicBezTo>
                  <a:pt x="33444" y="8713"/>
                  <a:pt x="33348" y="9412"/>
                  <a:pt x="33156" y="10343"/>
                </a:cubicBezTo>
                <a:cubicBezTo>
                  <a:pt x="33060" y="10996"/>
                  <a:pt x="28879" y="21386"/>
                  <a:pt x="20614" y="41513"/>
                </a:cubicBezTo>
                <a:cubicBezTo>
                  <a:pt x="12349" y="61641"/>
                  <a:pt x="8073" y="71798"/>
                  <a:pt x="7784" y="71984"/>
                </a:cubicBezTo>
                <a:cubicBezTo>
                  <a:pt x="7496" y="72170"/>
                  <a:pt x="7256" y="72264"/>
                  <a:pt x="7064" y="72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DB5EF5-DD28-4624-AB88-36157103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64" y="2948259"/>
            <a:ext cx="33444" cy="72264"/>
          </a:xfrm>
          <a:custGeom xmlns:a="http://schemas.openxmlformats.org/drawingml/2006/main">
            <a:pathLst>
              <a:path w="33444" h="72264" fill="none">
                <a:moveTo>
                  <a:pt x="7064" y="72264"/>
                </a:moveTo>
                <a:cubicBezTo>
                  <a:pt x="6487" y="72264"/>
                  <a:pt x="5190" y="71984"/>
                  <a:pt x="3171" y="71425"/>
                </a:cubicBezTo>
                <a:cubicBezTo>
                  <a:pt x="1153" y="70866"/>
                  <a:pt x="96" y="70307"/>
                  <a:pt x="0" y="69748"/>
                </a:cubicBezTo>
                <a:cubicBezTo>
                  <a:pt x="0" y="69095"/>
                  <a:pt x="2643" y="58286"/>
                  <a:pt x="7929" y="37320"/>
                </a:cubicBezTo>
                <a:cubicBezTo>
                  <a:pt x="13214" y="16354"/>
                  <a:pt x="16146" y="5405"/>
                  <a:pt x="16722" y="4473"/>
                </a:cubicBezTo>
                <a:cubicBezTo>
                  <a:pt x="18164" y="1491"/>
                  <a:pt x="20662" y="0"/>
                  <a:pt x="24218" y="0"/>
                </a:cubicBezTo>
                <a:cubicBezTo>
                  <a:pt x="26140" y="0"/>
                  <a:pt x="28159" y="699"/>
                  <a:pt x="30273" y="2097"/>
                </a:cubicBezTo>
                <a:cubicBezTo>
                  <a:pt x="32387" y="3494"/>
                  <a:pt x="33444" y="5544"/>
                  <a:pt x="33444" y="8247"/>
                </a:cubicBezTo>
                <a:cubicBezTo>
                  <a:pt x="33444" y="8713"/>
                  <a:pt x="33348" y="9412"/>
                  <a:pt x="33156" y="10343"/>
                </a:cubicBezTo>
                <a:cubicBezTo>
                  <a:pt x="33060" y="10996"/>
                  <a:pt x="28879" y="21386"/>
                  <a:pt x="20614" y="41513"/>
                </a:cubicBezTo>
                <a:cubicBezTo>
                  <a:pt x="12349" y="61641"/>
                  <a:pt x="8073" y="71798"/>
                  <a:pt x="7784" y="71984"/>
                </a:cubicBezTo>
                <a:cubicBezTo>
                  <a:pt x="7496" y="72170"/>
                  <a:pt x="7256" y="72264"/>
                  <a:pt x="7064" y="7226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" cap="flat">
            <a:solidFill>
              <a:srgbClr val="000000">
                <a:alpha val="8800"/>
              </a:srgbClr>
            </a:solidFill>
            <a:miter/>
          </a:ln>
        </p:spPr>
      </p:sp>
      <p:sp>
        <p:nvSpPr>
          <p:cNvPr id="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2231CA-29F1-47B2-8515-3C9D9C48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659" y="3063926"/>
            <a:ext cx="60690" cy="96165"/>
          </a:xfrm>
          <a:custGeom xmlns:a="http://schemas.openxmlformats.org/drawingml/2006/main">
            <a:pathLst>
              <a:path w="60690" h="96165">
                <a:moveTo>
                  <a:pt x="8217" y="11322"/>
                </a:moveTo>
                <a:cubicBezTo>
                  <a:pt x="13599" y="3774"/>
                  <a:pt x="20951" y="0"/>
                  <a:pt x="30273" y="0"/>
                </a:cubicBezTo>
                <a:cubicBezTo>
                  <a:pt x="34886" y="0"/>
                  <a:pt x="39499" y="1211"/>
                  <a:pt x="44112" y="3634"/>
                </a:cubicBezTo>
                <a:cubicBezTo>
                  <a:pt x="48725" y="6057"/>
                  <a:pt x="52473" y="10343"/>
                  <a:pt x="55356" y="16493"/>
                </a:cubicBezTo>
                <a:cubicBezTo>
                  <a:pt x="58912" y="24228"/>
                  <a:pt x="60690" y="34851"/>
                  <a:pt x="60690" y="48362"/>
                </a:cubicBezTo>
                <a:cubicBezTo>
                  <a:pt x="60690" y="62805"/>
                  <a:pt x="58624" y="73848"/>
                  <a:pt x="54491" y="81489"/>
                </a:cubicBezTo>
                <a:cubicBezTo>
                  <a:pt x="52569" y="85402"/>
                  <a:pt x="49926" y="88524"/>
                  <a:pt x="46563" y="90854"/>
                </a:cubicBezTo>
                <a:cubicBezTo>
                  <a:pt x="43199" y="93183"/>
                  <a:pt x="40268" y="94628"/>
                  <a:pt x="37769" y="95187"/>
                </a:cubicBezTo>
                <a:cubicBezTo>
                  <a:pt x="35270" y="95746"/>
                  <a:pt x="32820" y="96072"/>
                  <a:pt x="30417" y="96165"/>
                </a:cubicBezTo>
                <a:cubicBezTo>
                  <a:pt x="27918" y="96165"/>
                  <a:pt x="25420" y="95886"/>
                  <a:pt x="22921" y="95326"/>
                </a:cubicBezTo>
                <a:cubicBezTo>
                  <a:pt x="20422" y="94767"/>
                  <a:pt x="17491" y="93276"/>
                  <a:pt x="14127" y="90854"/>
                </a:cubicBezTo>
                <a:cubicBezTo>
                  <a:pt x="10764" y="88431"/>
                  <a:pt x="8121" y="85309"/>
                  <a:pt x="6199" y="81489"/>
                </a:cubicBezTo>
                <a:cubicBezTo>
                  <a:pt x="2066" y="73848"/>
                  <a:pt x="0" y="62805"/>
                  <a:pt x="0" y="48362"/>
                </a:cubicBezTo>
                <a:cubicBezTo>
                  <a:pt x="0" y="32148"/>
                  <a:pt x="2739" y="19801"/>
                  <a:pt x="8217" y="11322"/>
                </a:cubicBezTo>
                <a:close/>
                <a:moveTo>
                  <a:pt x="40652" y="9644"/>
                </a:moveTo>
                <a:cubicBezTo>
                  <a:pt x="37769" y="6663"/>
                  <a:pt x="34357" y="5172"/>
                  <a:pt x="30417" y="5172"/>
                </a:cubicBezTo>
                <a:cubicBezTo>
                  <a:pt x="26381" y="5172"/>
                  <a:pt x="22921" y="6663"/>
                  <a:pt x="20038" y="9644"/>
                </a:cubicBezTo>
                <a:cubicBezTo>
                  <a:pt x="17635" y="12067"/>
                  <a:pt x="16049" y="15422"/>
                  <a:pt x="15281" y="19708"/>
                </a:cubicBezTo>
                <a:cubicBezTo>
                  <a:pt x="14512" y="23995"/>
                  <a:pt x="14127" y="32940"/>
                  <a:pt x="14127" y="46545"/>
                </a:cubicBezTo>
                <a:cubicBezTo>
                  <a:pt x="14127" y="61268"/>
                  <a:pt x="14512" y="70959"/>
                  <a:pt x="15281" y="75618"/>
                </a:cubicBezTo>
                <a:cubicBezTo>
                  <a:pt x="16049" y="80277"/>
                  <a:pt x="17779" y="83958"/>
                  <a:pt x="20470" y="86660"/>
                </a:cubicBezTo>
                <a:cubicBezTo>
                  <a:pt x="23161" y="89456"/>
                  <a:pt x="26477" y="90854"/>
                  <a:pt x="30417" y="90854"/>
                </a:cubicBezTo>
                <a:cubicBezTo>
                  <a:pt x="34261" y="90854"/>
                  <a:pt x="37529" y="89456"/>
                  <a:pt x="40220" y="86660"/>
                </a:cubicBezTo>
                <a:cubicBezTo>
                  <a:pt x="43007" y="83865"/>
                  <a:pt x="44737" y="79951"/>
                  <a:pt x="45409" y="74919"/>
                </a:cubicBezTo>
                <a:cubicBezTo>
                  <a:pt x="46082" y="69887"/>
                  <a:pt x="46466" y="60429"/>
                  <a:pt x="46563" y="46545"/>
                </a:cubicBezTo>
                <a:cubicBezTo>
                  <a:pt x="46563" y="33033"/>
                  <a:pt x="46178" y="24134"/>
                  <a:pt x="45409" y="19848"/>
                </a:cubicBezTo>
                <a:cubicBezTo>
                  <a:pt x="44640" y="15562"/>
                  <a:pt x="43055" y="12160"/>
                  <a:pt x="40652" y="96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3F3AF1-72EC-4320-93E0-0E22C958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659" y="3063926"/>
            <a:ext cx="60690" cy="96165"/>
          </a:xfrm>
          <a:custGeom xmlns:a="http://schemas.openxmlformats.org/drawingml/2006/main">
            <a:pathLst>
              <a:path w="60690" h="96165" fill="none">
                <a:moveTo>
                  <a:pt x="8217" y="11322"/>
                </a:moveTo>
                <a:cubicBezTo>
                  <a:pt x="13599" y="3774"/>
                  <a:pt x="20951" y="0"/>
                  <a:pt x="30273" y="0"/>
                </a:cubicBezTo>
                <a:cubicBezTo>
                  <a:pt x="34886" y="0"/>
                  <a:pt x="39499" y="1211"/>
                  <a:pt x="44112" y="3634"/>
                </a:cubicBezTo>
                <a:cubicBezTo>
                  <a:pt x="48725" y="6057"/>
                  <a:pt x="52473" y="10343"/>
                  <a:pt x="55356" y="16493"/>
                </a:cubicBezTo>
                <a:cubicBezTo>
                  <a:pt x="58912" y="24228"/>
                  <a:pt x="60690" y="34851"/>
                  <a:pt x="60690" y="48362"/>
                </a:cubicBezTo>
                <a:cubicBezTo>
                  <a:pt x="60690" y="62805"/>
                  <a:pt x="58624" y="73848"/>
                  <a:pt x="54491" y="81489"/>
                </a:cubicBezTo>
                <a:cubicBezTo>
                  <a:pt x="52569" y="85402"/>
                  <a:pt x="49926" y="88524"/>
                  <a:pt x="46563" y="90854"/>
                </a:cubicBezTo>
                <a:cubicBezTo>
                  <a:pt x="43199" y="93183"/>
                  <a:pt x="40268" y="94628"/>
                  <a:pt x="37769" y="95187"/>
                </a:cubicBezTo>
                <a:cubicBezTo>
                  <a:pt x="35270" y="95746"/>
                  <a:pt x="32820" y="96072"/>
                  <a:pt x="30417" y="96165"/>
                </a:cubicBezTo>
                <a:cubicBezTo>
                  <a:pt x="27918" y="96165"/>
                  <a:pt x="25420" y="95886"/>
                  <a:pt x="22921" y="95326"/>
                </a:cubicBezTo>
                <a:cubicBezTo>
                  <a:pt x="20422" y="94767"/>
                  <a:pt x="17491" y="93276"/>
                  <a:pt x="14127" y="90854"/>
                </a:cubicBezTo>
                <a:cubicBezTo>
                  <a:pt x="10764" y="88431"/>
                  <a:pt x="8121" y="85309"/>
                  <a:pt x="6199" y="81489"/>
                </a:cubicBezTo>
                <a:cubicBezTo>
                  <a:pt x="2066" y="73848"/>
                  <a:pt x="0" y="62805"/>
                  <a:pt x="0" y="48362"/>
                </a:cubicBezTo>
                <a:cubicBezTo>
                  <a:pt x="0" y="32148"/>
                  <a:pt x="2739" y="19801"/>
                  <a:pt x="8217" y="11322"/>
                </a:cubicBezTo>
                <a:close/>
                <a:moveTo>
                  <a:pt x="40652" y="9644"/>
                </a:moveTo>
                <a:cubicBezTo>
                  <a:pt x="37769" y="6663"/>
                  <a:pt x="34357" y="5172"/>
                  <a:pt x="30417" y="5172"/>
                </a:cubicBezTo>
                <a:cubicBezTo>
                  <a:pt x="26381" y="5172"/>
                  <a:pt x="22921" y="6663"/>
                  <a:pt x="20038" y="9644"/>
                </a:cubicBezTo>
                <a:cubicBezTo>
                  <a:pt x="17635" y="12067"/>
                  <a:pt x="16049" y="15422"/>
                  <a:pt x="15281" y="19708"/>
                </a:cubicBezTo>
                <a:cubicBezTo>
                  <a:pt x="14512" y="23995"/>
                  <a:pt x="14127" y="32940"/>
                  <a:pt x="14127" y="46545"/>
                </a:cubicBezTo>
                <a:cubicBezTo>
                  <a:pt x="14127" y="61268"/>
                  <a:pt x="14512" y="70959"/>
                  <a:pt x="15281" y="75618"/>
                </a:cubicBezTo>
                <a:cubicBezTo>
                  <a:pt x="16049" y="80277"/>
                  <a:pt x="17779" y="83958"/>
                  <a:pt x="20470" y="86660"/>
                </a:cubicBezTo>
                <a:cubicBezTo>
                  <a:pt x="23161" y="89456"/>
                  <a:pt x="26477" y="90854"/>
                  <a:pt x="30417" y="90854"/>
                </a:cubicBezTo>
                <a:cubicBezTo>
                  <a:pt x="34261" y="90854"/>
                  <a:pt x="37529" y="89456"/>
                  <a:pt x="40220" y="86660"/>
                </a:cubicBezTo>
                <a:cubicBezTo>
                  <a:pt x="43007" y="83865"/>
                  <a:pt x="44737" y="79951"/>
                  <a:pt x="45409" y="74919"/>
                </a:cubicBezTo>
                <a:cubicBezTo>
                  <a:pt x="46082" y="69887"/>
                  <a:pt x="46466" y="60429"/>
                  <a:pt x="46563" y="46545"/>
                </a:cubicBezTo>
                <a:cubicBezTo>
                  <a:pt x="46563" y="33033"/>
                  <a:pt x="46178" y="24134"/>
                  <a:pt x="45409" y="19848"/>
                </a:cubicBezTo>
                <a:cubicBezTo>
                  <a:pt x="44640" y="15562"/>
                  <a:pt x="43055" y="12160"/>
                  <a:pt x="40652" y="96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" cap="flat">
            <a:solidFill>
              <a:srgbClr val="000000">
                <a:alpha val="8800"/>
              </a:srgbClr>
            </a:solidFill>
            <a:miter/>
          </a:ln>
        </p:spPr>
      </p:sp>
      <p:sp>
        <p:nvSpPr>
          <p:cNvPr id="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D7B2B6-3834-4DBB-8F70-9C99A4BA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417" y="2959908"/>
            <a:ext cx="45605" cy="197701"/>
          </a:xfrm>
          <a:custGeom xmlns:a="http://schemas.openxmlformats.org/drawingml/2006/main">
            <a:pathLst>
              <a:path w="45605" h="197701">
                <a:moveTo>
                  <a:pt x="0" y="3559"/>
                </a:moveTo>
                <a:cubicBezTo>
                  <a:pt x="136" y="2636"/>
                  <a:pt x="544" y="1845"/>
                  <a:pt x="1223" y="1186"/>
                </a:cubicBezTo>
                <a:cubicBezTo>
                  <a:pt x="1903" y="527"/>
                  <a:pt x="2855" y="132"/>
                  <a:pt x="4078" y="0"/>
                </a:cubicBezTo>
                <a:cubicBezTo>
                  <a:pt x="5437" y="0"/>
                  <a:pt x="6593" y="659"/>
                  <a:pt x="7544" y="1977"/>
                </a:cubicBezTo>
                <a:cubicBezTo>
                  <a:pt x="7952" y="2900"/>
                  <a:pt x="14341" y="19111"/>
                  <a:pt x="26711" y="50612"/>
                </a:cubicBezTo>
                <a:cubicBezTo>
                  <a:pt x="39081" y="82112"/>
                  <a:pt x="45334" y="98192"/>
                  <a:pt x="45469" y="98851"/>
                </a:cubicBezTo>
                <a:cubicBezTo>
                  <a:pt x="45605" y="99510"/>
                  <a:pt x="39420" y="115589"/>
                  <a:pt x="26915" y="147090"/>
                </a:cubicBezTo>
                <a:cubicBezTo>
                  <a:pt x="14409" y="178590"/>
                  <a:pt x="7952" y="194802"/>
                  <a:pt x="7544" y="195724"/>
                </a:cubicBezTo>
                <a:cubicBezTo>
                  <a:pt x="6593" y="197042"/>
                  <a:pt x="5437" y="197701"/>
                  <a:pt x="4078" y="197701"/>
                </a:cubicBezTo>
                <a:cubicBezTo>
                  <a:pt x="2991" y="197701"/>
                  <a:pt x="2107" y="197372"/>
                  <a:pt x="1427" y="196713"/>
                </a:cubicBezTo>
                <a:cubicBezTo>
                  <a:pt x="748" y="196054"/>
                  <a:pt x="272" y="195197"/>
                  <a:pt x="0" y="194143"/>
                </a:cubicBezTo>
                <a:cubicBezTo>
                  <a:pt x="0" y="193484"/>
                  <a:pt x="6117" y="177470"/>
                  <a:pt x="18351" y="146101"/>
                </a:cubicBezTo>
                <a:cubicBezTo>
                  <a:pt x="30721" y="114864"/>
                  <a:pt x="36906" y="99114"/>
                  <a:pt x="36906" y="98851"/>
                </a:cubicBezTo>
                <a:cubicBezTo>
                  <a:pt x="36906" y="98587"/>
                  <a:pt x="30721" y="82837"/>
                  <a:pt x="18351" y="51600"/>
                </a:cubicBezTo>
                <a:cubicBezTo>
                  <a:pt x="6117" y="20231"/>
                  <a:pt x="0" y="4218"/>
                  <a:pt x="0" y="35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70460E-3EDA-48D2-B773-B80D4E47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417" y="2959908"/>
            <a:ext cx="45605" cy="197701"/>
          </a:xfrm>
          <a:custGeom xmlns:a="http://schemas.openxmlformats.org/drawingml/2006/main">
            <a:pathLst>
              <a:path w="45605" h="197701" fill="none">
                <a:moveTo>
                  <a:pt x="0" y="3559"/>
                </a:moveTo>
                <a:cubicBezTo>
                  <a:pt x="136" y="2636"/>
                  <a:pt x="544" y="1845"/>
                  <a:pt x="1223" y="1186"/>
                </a:cubicBezTo>
                <a:cubicBezTo>
                  <a:pt x="1903" y="527"/>
                  <a:pt x="2855" y="132"/>
                  <a:pt x="4078" y="0"/>
                </a:cubicBezTo>
                <a:cubicBezTo>
                  <a:pt x="5437" y="0"/>
                  <a:pt x="6593" y="659"/>
                  <a:pt x="7544" y="1977"/>
                </a:cubicBezTo>
                <a:cubicBezTo>
                  <a:pt x="7952" y="2900"/>
                  <a:pt x="14341" y="19111"/>
                  <a:pt x="26711" y="50612"/>
                </a:cubicBezTo>
                <a:cubicBezTo>
                  <a:pt x="39081" y="82112"/>
                  <a:pt x="45334" y="98192"/>
                  <a:pt x="45469" y="98851"/>
                </a:cubicBezTo>
                <a:cubicBezTo>
                  <a:pt x="45605" y="99510"/>
                  <a:pt x="39420" y="115589"/>
                  <a:pt x="26915" y="147090"/>
                </a:cubicBezTo>
                <a:cubicBezTo>
                  <a:pt x="14409" y="178590"/>
                  <a:pt x="7952" y="194802"/>
                  <a:pt x="7544" y="195724"/>
                </a:cubicBezTo>
                <a:cubicBezTo>
                  <a:pt x="6593" y="197042"/>
                  <a:pt x="5437" y="197701"/>
                  <a:pt x="4078" y="197701"/>
                </a:cubicBezTo>
                <a:cubicBezTo>
                  <a:pt x="2991" y="197701"/>
                  <a:pt x="2107" y="197372"/>
                  <a:pt x="1427" y="196713"/>
                </a:cubicBezTo>
                <a:cubicBezTo>
                  <a:pt x="748" y="196054"/>
                  <a:pt x="272" y="195197"/>
                  <a:pt x="0" y="194143"/>
                </a:cubicBezTo>
                <a:cubicBezTo>
                  <a:pt x="0" y="193484"/>
                  <a:pt x="6117" y="177470"/>
                  <a:pt x="18351" y="146101"/>
                </a:cubicBezTo>
                <a:cubicBezTo>
                  <a:pt x="30721" y="114864"/>
                  <a:pt x="36906" y="99114"/>
                  <a:pt x="36906" y="98851"/>
                </a:cubicBezTo>
                <a:cubicBezTo>
                  <a:pt x="36906" y="98587"/>
                  <a:pt x="30721" y="82837"/>
                  <a:pt x="18351" y="51600"/>
                </a:cubicBezTo>
                <a:cubicBezTo>
                  <a:pt x="6117" y="20231"/>
                  <a:pt x="0" y="4218"/>
                  <a:pt x="0" y="355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1" cap="flat">
            <a:solidFill>
              <a:srgbClr val="000000">
                <a:alpha val="12450"/>
              </a:srgbClr>
            </a:solidFill>
            <a:miter/>
          </a:ln>
        </p:spPr>
      </p:sp>
      <p:sp>
        <p:nvSpPr>
          <p:cNvPr id="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9E8AD5-81F4-4FD2-AB8E-D90F6854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1357" y="3007158"/>
            <a:ext cx="181266" cy="103200"/>
          </a:xfrm>
          <a:custGeom xmlns:a="http://schemas.openxmlformats.org/drawingml/2006/main">
            <a:pathLst>
              <a:path w="181266" h="103200">
                <a:moveTo>
                  <a:pt x="181266" y="49425"/>
                </a:moveTo>
                <a:cubicBezTo>
                  <a:pt x="181266" y="49425"/>
                  <a:pt x="181266" y="50150"/>
                  <a:pt x="181266" y="51600"/>
                </a:cubicBezTo>
                <a:cubicBezTo>
                  <a:pt x="181266" y="53050"/>
                  <a:pt x="180247" y="54368"/>
                  <a:pt x="178208" y="55554"/>
                </a:cubicBezTo>
                <a:lnTo>
                  <a:pt x="22429" y="55554"/>
                </a:lnTo>
                <a:cubicBezTo>
                  <a:pt x="22701" y="55818"/>
                  <a:pt x="23856" y="56740"/>
                  <a:pt x="25895" y="58322"/>
                </a:cubicBezTo>
                <a:cubicBezTo>
                  <a:pt x="27934" y="59903"/>
                  <a:pt x="29905" y="61683"/>
                  <a:pt x="31808" y="63660"/>
                </a:cubicBezTo>
                <a:cubicBezTo>
                  <a:pt x="33711" y="65637"/>
                  <a:pt x="35954" y="68075"/>
                  <a:pt x="38537" y="70975"/>
                </a:cubicBezTo>
                <a:cubicBezTo>
                  <a:pt x="41120" y="73874"/>
                  <a:pt x="43362" y="77565"/>
                  <a:pt x="45266" y="82046"/>
                </a:cubicBezTo>
                <a:cubicBezTo>
                  <a:pt x="47169" y="86527"/>
                  <a:pt x="48936" y="91206"/>
                  <a:pt x="50567" y="96083"/>
                </a:cubicBezTo>
                <a:cubicBezTo>
                  <a:pt x="51247" y="98455"/>
                  <a:pt x="51586" y="100103"/>
                  <a:pt x="51586" y="101025"/>
                </a:cubicBezTo>
                <a:cubicBezTo>
                  <a:pt x="51586" y="102475"/>
                  <a:pt x="50227" y="103200"/>
                  <a:pt x="47508" y="103200"/>
                </a:cubicBezTo>
                <a:cubicBezTo>
                  <a:pt x="46557" y="103200"/>
                  <a:pt x="45877" y="103200"/>
                  <a:pt x="45469" y="103200"/>
                </a:cubicBezTo>
                <a:cubicBezTo>
                  <a:pt x="45062" y="103200"/>
                  <a:pt x="44654" y="102936"/>
                  <a:pt x="44246" y="102409"/>
                </a:cubicBezTo>
                <a:cubicBezTo>
                  <a:pt x="43838" y="101882"/>
                  <a:pt x="43498" y="101289"/>
                  <a:pt x="43227" y="100630"/>
                </a:cubicBezTo>
                <a:cubicBezTo>
                  <a:pt x="42955" y="99971"/>
                  <a:pt x="42683" y="98719"/>
                  <a:pt x="42411" y="96874"/>
                </a:cubicBezTo>
                <a:cubicBezTo>
                  <a:pt x="39964" y="87252"/>
                  <a:pt x="35342" y="78685"/>
                  <a:pt x="28546" y="71172"/>
                </a:cubicBezTo>
                <a:cubicBezTo>
                  <a:pt x="21749" y="63660"/>
                  <a:pt x="13457" y="58058"/>
                  <a:pt x="3670" y="54368"/>
                </a:cubicBezTo>
                <a:cubicBezTo>
                  <a:pt x="1631" y="53577"/>
                  <a:pt x="408" y="52852"/>
                  <a:pt x="0" y="52193"/>
                </a:cubicBezTo>
                <a:cubicBezTo>
                  <a:pt x="0" y="51271"/>
                  <a:pt x="272" y="50612"/>
                  <a:pt x="816" y="50216"/>
                </a:cubicBezTo>
                <a:cubicBezTo>
                  <a:pt x="1359" y="49821"/>
                  <a:pt x="2311" y="49359"/>
                  <a:pt x="3670" y="48832"/>
                </a:cubicBezTo>
                <a:cubicBezTo>
                  <a:pt x="10195" y="46328"/>
                  <a:pt x="15972" y="43033"/>
                  <a:pt x="21002" y="38947"/>
                </a:cubicBezTo>
                <a:cubicBezTo>
                  <a:pt x="26031" y="34861"/>
                  <a:pt x="29905" y="30841"/>
                  <a:pt x="32624" y="26887"/>
                </a:cubicBezTo>
                <a:cubicBezTo>
                  <a:pt x="35342" y="22933"/>
                  <a:pt x="37517" y="19045"/>
                  <a:pt x="39149" y="15223"/>
                </a:cubicBezTo>
                <a:cubicBezTo>
                  <a:pt x="40780" y="11401"/>
                  <a:pt x="41935" y="8369"/>
                  <a:pt x="42615" y="6129"/>
                </a:cubicBezTo>
                <a:lnTo>
                  <a:pt x="43227" y="2768"/>
                </a:lnTo>
                <a:cubicBezTo>
                  <a:pt x="43498" y="1977"/>
                  <a:pt x="43702" y="1450"/>
                  <a:pt x="43838" y="1186"/>
                </a:cubicBezTo>
                <a:cubicBezTo>
                  <a:pt x="43974" y="923"/>
                  <a:pt x="44314" y="659"/>
                  <a:pt x="44858" y="395"/>
                </a:cubicBezTo>
                <a:cubicBezTo>
                  <a:pt x="45401" y="132"/>
                  <a:pt x="46285" y="0"/>
                  <a:pt x="47508" y="0"/>
                </a:cubicBezTo>
                <a:cubicBezTo>
                  <a:pt x="50227" y="0"/>
                  <a:pt x="51586" y="725"/>
                  <a:pt x="51586" y="2175"/>
                </a:cubicBezTo>
                <a:cubicBezTo>
                  <a:pt x="51586" y="3097"/>
                  <a:pt x="51247" y="4745"/>
                  <a:pt x="50567" y="7117"/>
                </a:cubicBezTo>
                <a:cubicBezTo>
                  <a:pt x="49208" y="11994"/>
                  <a:pt x="47508" y="16541"/>
                  <a:pt x="45469" y="20759"/>
                </a:cubicBezTo>
                <a:cubicBezTo>
                  <a:pt x="43430" y="24976"/>
                  <a:pt x="41256" y="28535"/>
                  <a:pt x="38945" y="31435"/>
                </a:cubicBezTo>
                <a:cubicBezTo>
                  <a:pt x="36634" y="34334"/>
                  <a:pt x="34527" y="36772"/>
                  <a:pt x="32624" y="38749"/>
                </a:cubicBezTo>
                <a:cubicBezTo>
                  <a:pt x="30721" y="40726"/>
                  <a:pt x="28682" y="42572"/>
                  <a:pt x="26507" y="44285"/>
                </a:cubicBezTo>
                <a:cubicBezTo>
                  <a:pt x="24332" y="45998"/>
                  <a:pt x="22973" y="47119"/>
                  <a:pt x="22429" y="47646"/>
                </a:cubicBezTo>
                <a:lnTo>
                  <a:pt x="178208" y="47646"/>
                </a:lnTo>
                <a:cubicBezTo>
                  <a:pt x="180247" y="48832"/>
                  <a:pt x="181266" y="50150"/>
                  <a:pt x="181266" y="51600"/>
                </a:cubicBezTo>
                <a:lnTo>
                  <a:pt x="181266" y="494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875D52-14EC-4E4B-80D2-03280101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1357" y="3007158"/>
            <a:ext cx="181266" cy="103200"/>
          </a:xfrm>
          <a:custGeom xmlns:a="http://schemas.openxmlformats.org/drawingml/2006/main">
            <a:pathLst>
              <a:path w="181266" h="103200" fill="none">
                <a:moveTo>
                  <a:pt x="181266" y="49425"/>
                </a:moveTo>
                <a:cubicBezTo>
                  <a:pt x="181266" y="49425"/>
                  <a:pt x="181266" y="50150"/>
                  <a:pt x="181266" y="51600"/>
                </a:cubicBezTo>
                <a:cubicBezTo>
                  <a:pt x="181266" y="53050"/>
                  <a:pt x="180247" y="54368"/>
                  <a:pt x="178208" y="55554"/>
                </a:cubicBezTo>
                <a:lnTo>
                  <a:pt x="22429" y="55554"/>
                </a:lnTo>
                <a:cubicBezTo>
                  <a:pt x="22701" y="55818"/>
                  <a:pt x="23856" y="56740"/>
                  <a:pt x="25895" y="58322"/>
                </a:cubicBezTo>
                <a:cubicBezTo>
                  <a:pt x="27934" y="59903"/>
                  <a:pt x="29905" y="61683"/>
                  <a:pt x="31808" y="63660"/>
                </a:cubicBezTo>
                <a:cubicBezTo>
                  <a:pt x="33711" y="65637"/>
                  <a:pt x="35954" y="68075"/>
                  <a:pt x="38537" y="70975"/>
                </a:cubicBezTo>
                <a:cubicBezTo>
                  <a:pt x="41120" y="73874"/>
                  <a:pt x="43362" y="77565"/>
                  <a:pt x="45266" y="82046"/>
                </a:cubicBezTo>
                <a:cubicBezTo>
                  <a:pt x="47169" y="86527"/>
                  <a:pt x="48936" y="91206"/>
                  <a:pt x="50567" y="96083"/>
                </a:cubicBezTo>
                <a:cubicBezTo>
                  <a:pt x="51247" y="98455"/>
                  <a:pt x="51586" y="100103"/>
                  <a:pt x="51586" y="101025"/>
                </a:cubicBezTo>
                <a:cubicBezTo>
                  <a:pt x="51586" y="102475"/>
                  <a:pt x="50227" y="103200"/>
                  <a:pt x="47508" y="103200"/>
                </a:cubicBezTo>
                <a:cubicBezTo>
                  <a:pt x="46557" y="103200"/>
                  <a:pt x="45877" y="103200"/>
                  <a:pt x="45469" y="103200"/>
                </a:cubicBezTo>
                <a:cubicBezTo>
                  <a:pt x="45062" y="103200"/>
                  <a:pt x="44654" y="102936"/>
                  <a:pt x="44246" y="102409"/>
                </a:cubicBezTo>
                <a:cubicBezTo>
                  <a:pt x="43838" y="101882"/>
                  <a:pt x="43498" y="101289"/>
                  <a:pt x="43227" y="100630"/>
                </a:cubicBezTo>
                <a:cubicBezTo>
                  <a:pt x="42955" y="99971"/>
                  <a:pt x="42683" y="98719"/>
                  <a:pt x="42411" y="96874"/>
                </a:cubicBezTo>
                <a:cubicBezTo>
                  <a:pt x="39964" y="87252"/>
                  <a:pt x="35342" y="78685"/>
                  <a:pt x="28546" y="71172"/>
                </a:cubicBezTo>
                <a:cubicBezTo>
                  <a:pt x="21749" y="63660"/>
                  <a:pt x="13457" y="58058"/>
                  <a:pt x="3670" y="54368"/>
                </a:cubicBezTo>
                <a:cubicBezTo>
                  <a:pt x="1631" y="53577"/>
                  <a:pt x="408" y="52852"/>
                  <a:pt x="0" y="52193"/>
                </a:cubicBezTo>
                <a:cubicBezTo>
                  <a:pt x="0" y="51271"/>
                  <a:pt x="272" y="50612"/>
                  <a:pt x="816" y="50216"/>
                </a:cubicBezTo>
                <a:cubicBezTo>
                  <a:pt x="1359" y="49821"/>
                  <a:pt x="2311" y="49359"/>
                  <a:pt x="3670" y="48832"/>
                </a:cubicBezTo>
                <a:cubicBezTo>
                  <a:pt x="10195" y="46328"/>
                  <a:pt x="15972" y="43033"/>
                  <a:pt x="21002" y="38947"/>
                </a:cubicBezTo>
                <a:cubicBezTo>
                  <a:pt x="26031" y="34861"/>
                  <a:pt x="29905" y="30841"/>
                  <a:pt x="32624" y="26887"/>
                </a:cubicBezTo>
                <a:cubicBezTo>
                  <a:pt x="35342" y="22933"/>
                  <a:pt x="37517" y="19045"/>
                  <a:pt x="39149" y="15223"/>
                </a:cubicBezTo>
                <a:cubicBezTo>
                  <a:pt x="40780" y="11401"/>
                  <a:pt x="41935" y="8369"/>
                  <a:pt x="42615" y="6129"/>
                </a:cubicBezTo>
                <a:lnTo>
                  <a:pt x="43227" y="2768"/>
                </a:lnTo>
                <a:cubicBezTo>
                  <a:pt x="43498" y="1977"/>
                  <a:pt x="43702" y="1450"/>
                  <a:pt x="43838" y="1186"/>
                </a:cubicBezTo>
                <a:cubicBezTo>
                  <a:pt x="43974" y="923"/>
                  <a:pt x="44314" y="659"/>
                  <a:pt x="44858" y="395"/>
                </a:cubicBezTo>
                <a:cubicBezTo>
                  <a:pt x="45401" y="132"/>
                  <a:pt x="46285" y="0"/>
                  <a:pt x="47508" y="0"/>
                </a:cubicBezTo>
                <a:cubicBezTo>
                  <a:pt x="50227" y="0"/>
                  <a:pt x="51586" y="725"/>
                  <a:pt x="51586" y="2175"/>
                </a:cubicBezTo>
                <a:cubicBezTo>
                  <a:pt x="51586" y="3097"/>
                  <a:pt x="51247" y="4745"/>
                  <a:pt x="50567" y="7117"/>
                </a:cubicBezTo>
                <a:cubicBezTo>
                  <a:pt x="49208" y="11994"/>
                  <a:pt x="47508" y="16541"/>
                  <a:pt x="45469" y="20759"/>
                </a:cubicBezTo>
                <a:cubicBezTo>
                  <a:pt x="43430" y="24976"/>
                  <a:pt x="41256" y="28535"/>
                  <a:pt x="38945" y="31435"/>
                </a:cubicBezTo>
                <a:cubicBezTo>
                  <a:pt x="36634" y="34334"/>
                  <a:pt x="34527" y="36772"/>
                  <a:pt x="32624" y="38749"/>
                </a:cubicBezTo>
                <a:cubicBezTo>
                  <a:pt x="30721" y="40726"/>
                  <a:pt x="28682" y="42572"/>
                  <a:pt x="26507" y="44285"/>
                </a:cubicBezTo>
                <a:cubicBezTo>
                  <a:pt x="24332" y="45998"/>
                  <a:pt x="22973" y="47119"/>
                  <a:pt x="22429" y="47646"/>
                </a:cubicBezTo>
                <a:lnTo>
                  <a:pt x="178208" y="47646"/>
                </a:lnTo>
                <a:cubicBezTo>
                  <a:pt x="180247" y="48832"/>
                  <a:pt x="181266" y="50150"/>
                  <a:pt x="181266" y="51600"/>
                </a:cubicBezTo>
                <a:lnTo>
                  <a:pt x="181266" y="494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1" cap="flat">
            <a:solidFill>
              <a:srgbClr val="000000">
                <a:alpha val="12450"/>
              </a:srgbClr>
            </a:solidFill>
            <a:miter/>
          </a:ln>
        </p:spPr>
      </p:sp>
      <p:sp>
        <p:nvSpPr>
          <p:cNvPr id="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B21CA2-1BAD-476D-8956-D4BD40EF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879" y="2968804"/>
            <a:ext cx="144768" cy="143729"/>
          </a:xfrm>
          <a:custGeom xmlns:a="http://schemas.openxmlformats.org/drawingml/2006/main">
            <a:pathLst>
              <a:path w="144768" h="143729">
                <a:moveTo>
                  <a:pt x="0" y="89559"/>
                </a:moveTo>
                <a:cubicBezTo>
                  <a:pt x="0" y="74402"/>
                  <a:pt x="4554" y="59838"/>
                  <a:pt x="13661" y="45867"/>
                </a:cubicBezTo>
                <a:cubicBezTo>
                  <a:pt x="22769" y="31896"/>
                  <a:pt x="34255" y="20825"/>
                  <a:pt x="48120" y="12653"/>
                </a:cubicBezTo>
                <a:cubicBezTo>
                  <a:pt x="61985" y="4481"/>
                  <a:pt x="75850" y="330"/>
                  <a:pt x="89715" y="198"/>
                </a:cubicBezTo>
                <a:cubicBezTo>
                  <a:pt x="101949" y="198"/>
                  <a:pt x="111669" y="3559"/>
                  <a:pt x="118873" y="10280"/>
                </a:cubicBezTo>
                <a:cubicBezTo>
                  <a:pt x="120096" y="11598"/>
                  <a:pt x="121116" y="12719"/>
                  <a:pt x="121932" y="13641"/>
                </a:cubicBezTo>
                <a:cubicBezTo>
                  <a:pt x="122747" y="14564"/>
                  <a:pt x="123291" y="15223"/>
                  <a:pt x="123563" y="15618"/>
                </a:cubicBezTo>
                <a:lnTo>
                  <a:pt x="123767" y="16212"/>
                </a:lnTo>
                <a:cubicBezTo>
                  <a:pt x="124174" y="16212"/>
                  <a:pt x="126009" y="14498"/>
                  <a:pt x="129272" y="11071"/>
                </a:cubicBezTo>
                <a:cubicBezTo>
                  <a:pt x="130223" y="10280"/>
                  <a:pt x="131243" y="9358"/>
                  <a:pt x="132330" y="8303"/>
                </a:cubicBezTo>
                <a:cubicBezTo>
                  <a:pt x="133418" y="7249"/>
                  <a:pt x="134505" y="6195"/>
                  <a:pt x="135593" y="5140"/>
                </a:cubicBezTo>
                <a:cubicBezTo>
                  <a:pt x="136680" y="4086"/>
                  <a:pt x="137360" y="3361"/>
                  <a:pt x="137632" y="2966"/>
                </a:cubicBezTo>
                <a:lnTo>
                  <a:pt x="140690" y="0"/>
                </a:lnTo>
                <a:lnTo>
                  <a:pt x="141914" y="0"/>
                </a:lnTo>
                <a:cubicBezTo>
                  <a:pt x="143817" y="0"/>
                  <a:pt x="144768" y="461"/>
                  <a:pt x="144768" y="1384"/>
                </a:cubicBezTo>
                <a:cubicBezTo>
                  <a:pt x="144768" y="1911"/>
                  <a:pt x="142593" y="10939"/>
                  <a:pt x="138243" y="28469"/>
                </a:cubicBezTo>
                <a:cubicBezTo>
                  <a:pt x="133350" y="46789"/>
                  <a:pt x="130903" y="56015"/>
                  <a:pt x="130903" y="56147"/>
                </a:cubicBezTo>
                <a:cubicBezTo>
                  <a:pt x="130631" y="56806"/>
                  <a:pt x="130291" y="57202"/>
                  <a:pt x="129884" y="57333"/>
                </a:cubicBezTo>
                <a:cubicBezTo>
                  <a:pt x="129476" y="57465"/>
                  <a:pt x="128252" y="57597"/>
                  <a:pt x="126213" y="57729"/>
                </a:cubicBezTo>
                <a:lnTo>
                  <a:pt x="122951" y="57729"/>
                </a:lnTo>
                <a:cubicBezTo>
                  <a:pt x="122135" y="56938"/>
                  <a:pt x="121728" y="56345"/>
                  <a:pt x="121728" y="55949"/>
                </a:cubicBezTo>
                <a:cubicBezTo>
                  <a:pt x="121728" y="55818"/>
                  <a:pt x="121796" y="55356"/>
                  <a:pt x="121932" y="54566"/>
                </a:cubicBezTo>
                <a:cubicBezTo>
                  <a:pt x="122067" y="53775"/>
                  <a:pt x="122203" y="52457"/>
                  <a:pt x="122339" y="50612"/>
                </a:cubicBezTo>
                <a:cubicBezTo>
                  <a:pt x="122475" y="48766"/>
                  <a:pt x="122543" y="46658"/>
                  <a:pt x="122543" y="44285"/>
                </a:cubicBezTo>
                <a:cubicBezTo>
                  <a:pt x="122543" y="34927"/>
                  <a:pt x="120368" y="26756"/>
                  <a:pt x="116018" y="19770"/>
                </a:cubicBezTo>
                <a:cubicBezTo>
                  <a:pt x="111669" y="12785"/>
                  <a:pt x="104260" y="9226"/>
                  <a:pt x="93793" y="9094"/>
                </a:cubicBezTo>
                <a:cubicBezTo>
                  <a:pt x="91347" y="9094"/>
                  <a:pt x="88696" y="9292"/>
                  <a:pt x="85841" y="9687"/>
                </a:cubicBezTo>
                <a:cubicBezTo>
                  <a:pt x="82987" y="10083"/>
                  <a:pt x="79385" y="10939"/>
                  <a:pt x="75035" y="12257"/>
                </a:cubicBezTo>
                <a:cubicBezTo>
                  <a:pt x="70685" y="13575"/>
                  <a:pt x="66539" y="15421"/>
                  <a:pt x="62597" y="17793"/>
                </a:cubicBezTo>
                <a:cubicBezTo>
                  <a:pt x="58655" y="20166"/>
                  <a:pt x="54373" y="23329"/>
                  <a:pt x="49751" y="27283"/>
                </a:cubicBezTo>
                <a:cubicBezTo>
                  <a:pt x="45130" y="31237"/>
                  <a:pt x="41188" y="35916"/>
                  <a:pt x="37925" y="41320"/>
                </a:cubicBezTo>
                <a:cubicBezTo>
                  <a:pt x="34663" y="46723"/>
                  <a:pt x="31468" y="53445"/>
                  <a:pt x="28342" y="61485"/>
                </a:cubicBezTo>
                <a:cubicBezTo>
                  <a:pt x="25215" y="69525"/>
                  <a:pt x="23109" y="78356"/>
                  <a:pt x="22021" y="87977"/>
                </a:cubicBezTo>
                <a:cubicBezTo>
                  <a:pt x="21749" y="90349"/>
                  <a:pt x="21613" y="92920"/>
                  <a:pt x="21613" y="95687"/>
                </a:cubicBezTo>
                <a:cubicBezTo>
                  <a:pt x="21613" y="102014"/>
                  <a:pt x="22565" y="107615"/>
                  <a:pt x="24468" y="112492"/>
                </a:cubicBezTo>
                <a:cubicBezTo>
                  <a:pt x="26371" y="117369"/>
                  <a:pt x="28818" y="121125"/>
                  <a:pt x="31808" y="123761"/>
                </a:cubicBezTo>
                <a:cubicBezTo>
                  <a:pt x="34799" y="126397"/>
                  <a:pt x="38197" y="128638"/>
                  <a:pt x="42003" y="130483"/>
                </a:cubicBezTo>
                <a:cubicBezTo>
                  <a:pt x="45809" y="132328"/>
                  <a:pt x="49344" y="133448"/>
                  <a:pt x="52606" y="133844"/>
                </a:cubicBezTo>
                <a:cubicBezTo>
                  <a:pt x="55868" y="134239"/>
                  <a:pt x="58927" y="134503"/>
                  <a:pt x="61781" y="134635"/>
                </a:cubicBezTo>
                <a:cubicBezTo>
                  <a:pt x="69122" y="134635"/>
                  <a:pt x="75850" y="133119"/>
                  <a:pt x="81967" y="130087"/>
                </a:cubicBezTo>
                <a:cubicBezTo>
                  <a:pt x="88084" y="127056"/>
                  <a:pt x="92298" y="123168"/>
                  <a:pt x="94609" y="118423"/>
                </a:cubicBezTo>
                <a:cubicBezTo>
                  <a:pt x="95017" y="117369"/>
                  <a:pt x="96036" y="113744"/>
                  <a:pt x="97668" y="107550"/>
                </a:cubicBezTo>
                <a:cubicBezTo>
                  <a:pt x="99299" y="101355"/>
                  <a:pt x="100114" y="97862"/>
                  <a:pt x="100114" y="97071"/>
                </a:cubicBezTo>
                <a:cubicBezTo>
                  <a:pt x="100114" y="96017"/>
                  <a:pt x="99231" y="95358"/>
                  <a:pt x="97464" y="95094"/>
                </a:cubicBezTo>
                <a:cubicBezTo>
                  <a:pt x="95697" y="94831"/>
                  <a:pt x="91619" y="94633"/>
                  <a:pt x="85230" y="94501"/>
                </a:cubicBezTo>
                <a:lnTo>
                  <a:pt x="77685" y="94501"/>
                </a:lnTo>
                <a:cubicBezTo>
                  <a:pt x="76870" y="93710"/>
                  <a:pt x="76462" y="93183"/>
                  <a:pt x="76462" y="92920"/>
                </a:cubicBezTo>
                <a:cubicBezTo>
                  <a:pt x="76462" y="92656"/>
                  <a:pt x="76598" y="91404"/>
                  <a:pt x="76870" y="89163"/>
                </a:cubicBezTo>
                <a:cubicBezTo>
                  <a:pt x="77414" y="87450"/>
                  <a:pt x="78093" y="86198"/>
                  <a:pt x="78909" y="85407"/>
                </a:cubicBezTo>
                <a:lnTo>
                  <a:pt x="82375" y="85407"/>
                </a:lnTo>
                <a:cubicBezTo>
                  <a:pt x="87812" y="85671"/>
                  <a:pt x="97328" y="85802"/>
                  <a:pt x="110921" y="85802"/>
                </a:cubicBezTo>
                <a:cubicBezTo>
                  <a:pt x="116358" y="85802"/>
                  <a:pt x="120776" y="85802"/>
                  <a:pt x="124174" y="85802"/>
                </a:cubicBezTo>
                <a:cubicBezTo>
                  <a:pt x="127573" y="85802"/>
                  <a:pt x="130020" y="85736"/>
                  <a:pt x="131515" y="85605"/>
                </a:cubicBezTo>
                <a:cubicBezTo>
                  <a:pt x="133010" y="85473"/>
                  <a:pt x="133826" y="85473"/>
                  <a:pt x="133962" y="85605"/>
                </a:cubicBezTo>
                <a:cubicBezTo>
                  <a:pt x="135865" y="85605"/>
                  <a:pt x="136816" y="86198"/>
                  <a:pt x="136816" y="87384"/>
                </a:cubicBezTo>
                <a:cubicBezTo>
                  <a:pt x="136816" y="87648"/>
                  <a:pt x="136680" y="88570"/>
                  <a:pt x="136408" y="90152"/>
                </a:cubicBezTo>
                <a:cubicBezTo>
                  <a:pt x="135729" y="92656"/>
                  <a:pt x="135049" y="94040"/>
                  <a:pt x="134369" y="94304"/>
                </a:cubicBezTo>
                <a:cubicBezTo>
                  <a:pt x="133962" y="94435"/>
                  <a:pt x="132942" y="94501"/>
                  <a:pt x="131311" y="94501"/>
                </a:cubicBezTo>
                <a:cubicBezTo>
                  <a:pt x="128592" y="94501"/>
                  <a:pt x="125806" y="94699"/>
                  <a:pt x="122951" y="95094"/>
                </a:cubicBezTo>
                <a:cubicBezTo>
                  <a:pt x="121999" y="95490"/>
                  <a:pt x="121320" y="96083"/>
                  <a:pt x="120912" y="96874"/>
                </a:cubicBezTo>
                <a:cubicBezTo>
                  <a:pt x="120504" y="97664"/>
                  <a:pt x="119553" y="101025"/>
                  <a:pt x="118057" y="106956"/>
                </a:cubicBezTo>
                <a:cubicBezTo>
                  <a:pt x="116834" y="111306"/>
                  <a:pt x="115815" y="114996"/>
                  <a:pt x="114999" y="118028"/>
                </a:cubicBezTo>
                <a:cubicBezTo>
                  <a:pt x="111601" y="131471"/>
                  <a:pt x="109698" y="138391"/>
                  <a:pt x="109290" y="138786"/>
                </a:cubicBezTo>
                <a:cubicBezTo>
                  <a:pt x="109018" y="139050"/>
                  <a:pt x="108678" y="139182"/>
                  <a:pt x="108270" y="139182"/>
                </a:cubicBezTo>
                <a:cubicBezTo>
                  <a:pt x="106911" y="139182"/>
                  <a:pt x="105008" y="137864"/>
                  <a:pt x="102561" y="135228"/>
                </a:cubicBezTo>
                <a:cubicBezTo>
                  <a:pt x="100114" y="132592"/>
                  <a:pt x="98551" y="130549"/>
                  <a:pt x="97871" y="129099"/>
                </a:cubicBezTo>
                <a:cubicBezTo>
                  <a:pt x="97871" y="128967"/>
                  <a:pt x="97736" y="128967"/>
                  <a:pt x="97464" y="129099"/>
                </a:cubicBezTo>
                <a:cubicBezTo>
                  <a:pt x="97192" y="129231"/>
                  <a:pt x="96784" y="129560"/>
                  <a:pt x="96240" y="130087"/>
                </a:cubicBezTo>
                <a:cubicBezTo>
                  <a:pt x="86181" y="139182"/>
                  <a:pt x="72588" y="143729"/>
                  <a:pt x="55460" y="143729"/>
                </a:cubicBezTo>
                <a:cubicBezTo>
                  <a:pt x="39013" y="143729"/>
                  <a:pt x="25691" y="138655"/>
                  <a:pt x="15496" y="128506"/>
                </a:cubicBezTo>
                <a:cubicBezTo>
                  <a:pt x="5301" y="118357"/>
                  <a:pt x="136" y="105375"/>
                  <a:pt x="0" y="895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99F2C0-AB32-4163-AB03-4F075A0F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879" y="2968804"/>
            <a:ext cx="144768" cy="143729"/>
          </a:xfrm>
          <a:custGeom xmlns:a="http://schemas.openxmlformats.org/drawingml/2006/main">
            <a:pathLst>
              <a:path w="144768" h="143729" fill="none">
                <a:moveTo>
                  <a:pt x="0" y="89559"/>
                </a:moveTo>
                <a:cubicBezTo>
                  <a:pt x="0" y="74402"/>
                  <a:pt x="4554" y="59838"/>
                  <a:pt x="13661" y="45867"/>
                </a:cubicBezTo>
                <a:cubicBezTo>
                  <a:pt x="22769" y="31896"/>
                  <a:pt x="34255" y="20825"/>
                  <a:pt x="48120" y="12653"/>
                </a:cubicBezTo>
                <a:cubicBezTo>
                  <a:pt x="61985" y="4481"/>
                  <a:pt x="75850" y="330"/>
                  <a:pt x="89715" y="198"/>
                </a:cubicBezTo>
                <a:cubicBezTo>
                  <a:pt x="101949" y="198"/>
                  <a:pt x="111669" y="3559"/>
                  <a:pt x="118873" y="10280"/>
                </a:cubicBezTo>
                <a:cubicBezTo>
                  <a:pt x="120096" y="11598"/>
                  <a:pt x="121116" y="12719"/>
                  <a:pt x="121932" y="13641"/>
                </a:cubicBezTo>
                <a:cubicBezTo>
                  <a:pt x="122747" y="14564"/>
                  <a:pt x="123291" y="15223"/>
                  <a:pt x="123563" y="15618"/>
                </a:cubicBezTo>
                <a:lnTo>
                  <a:pt x="123767" y="16212"/>
                </a:lnTo>
                <a:cubicBezTo>
                  <a:pt x="124174" y="16212"/>
                  <a:pt x="126009" y="14498"/>
                  <a:pt x="129272" y="11071"/>
                </a:cubicBezTo>
                <a:cubicBezTo>
                  <a:pt x="130223" y="10280"/>
                  <a:pt x="131243" y="9358"/>
                  <a:pt x="132330" y="8303"/>
                </a:cubicBezTo>
                <a:cubicBezTo>
                  <a:pt x="133418" y="7249"/>
                  <a:pt x="134505" y="6195"/>
                  <a:pt x="135593" y="5140"/>
                </a:cubicBezTo>
                <a:cubicBezTo>
                  <a:pt x="136680" y="4086"/>
                  <a:pt x="137360" y="3361"/>
                  <a:pt x="137632" y="2966"/>
                </a:cubicBezTo>
                <a:lnTo>
                  <a:pt x="140690" y="0"/>
                </a:lnTo>
                <a:lnTo>
                  <a:pt x="141914" y="0"/>
                </a:lnTo>
                <a:cubicBezTo>
                  <a:pt x="143817" y="0"/>
                  <a:pt x="144768" y="461"/>
                  <a:pt x="144768" y="1384"/>
                </a:cubicBezTo>
                <a:cubicBezTo>
                  <a:pt x="144768" y="1911"/>
                  <a:pt x="142593" y="10939"/>
                  <a:pt x="138243" y="28469"/>
                </a:cubicBezTo>
                <a:cubicBezTo>
                  <a:pt x="133350" y="46789"/>
                  <a:pt x="130903" y="56015"/>
                  <a:pt x="130903" y="56147"/>
                </a:cubicBezTo>
                <a:cubicBezTo>
                  <a:pt x="130631" y="56806"/>
                  <a:pt x="130291" y="57202"/>
                  <a:pt x="129884" y="57333"/>
                </a:cubicBezTo>
                <a:cubicBezTo>
                  <a:pt x="129476" y="57465"/>
                  <a:pt x="128252" y="57597"/>
                  <a:pt x="126213" y="57729"/>
                </a:cubicBezTo>
                <a:lnTo>
                  <a:pt x="122951" y="57729"/>
                </a:lnTo>
                <a:cubicBezTo>
                  <a:pt x="122135" y="56938"/>
                  <a:pt x="121728" y="56345"/>
                  <a:pt x="121728" y="55949"/>
                </a:cubicBezTo>
                <a:cubicBezTo>
                  <a:pt x="121728" y="55818"/>
                  <a:pt x="121796" y="55356"/>
                  <a:pt x="121932" y="54566"/>
                </a:cubicBezTo>
                <a:cubicBezTo>
                  <a:pt x="122067" y="53775"/>
                  <a:pt x="122203" y="52457"/>
                  <a:pt x="122339" y="50612"/>
                </a:cubicBezTo>
                <a:cubicBezTo>
                  <a:pt x="122475" y="48766"/>
                  <a:pt x="122543" y="46658"/>
                  <a:pt x="122543" y="44285"/>
                </a:cubicBezTo>
                <a:cubicBezTo>
                  <a:pt x="122543" y="34927"/>
                  <a:pt x="120368" y="26756"/>
                  <a:pt x="116018" y="19770"/>
                </a:cubicBezTo>
                <a:cubicBezTo>
                  <a:pt x="111669" y="12785"/>
                  <a:pt x="104260" y="9226"/>
                  <a:pt x="93793" y="9094"/>
                </a:cubicBezTo>
                <a:cubicBezTo>
                  <a:pt x="91347" y="9094"/>
                  <a:pt x="88696" y="9292"/>
                  <a:pt x="85841" y="9687"/>
                </a:cubicBezTo>
                <a:cubicBezTo>
                  <a:pt x="82987" y="10083"/>
                  <a:pt x="79385" y="10939"/>
                  <a:pt x="75035" y="12257"/>
                </a:cubicBezTo>
                <a:cubicBezTo>
                  <a:pt x="70685" y="13575"/>
                  <a:pt x="66539" y="15421"/>
                  <a:pt x="62597" y="17793"/>
                </a:cubicBezTo>
                <a:cubicBezTo>
                  <a:pt x="58655" y="20166"/>
                  <a:pt x="54373" y="23329"/>
                  <a:pt x="49751" y="27283"/>
                </a:cubicBezTo>
                <a:cubicBezTo>
                  <a:pt x="45130" y="31237"/>
                  <a:pt x="41188" y="35916"/>
                  <a:pt x="37925" y="41320"/>
                </a:cubicBezTo>
                <a:cubicBezTo>
                  <a:pt x="34663" y="46723"/>
                  <a:pt x="31468" y="53445"/>
                  <a:pt x="28342" y="61485"/>
                </a:cubicBezTo>
                <a:cubicBezTo>
                  <a:pt x="25215" y="69525"/>
                  <a:pt x="23109" y="78356"/>
                  <a:pt x="22021" y="87977"/>
                </a:cubicBezTo>
                <a:cubicBezTo>
                  <a:pt x="21749" y="90349"/>
                  <a:pt x="21613" y="92920"/>
                  <a:pt x="21613" y="95687"/>
                </a:cubicBezTo>
                <a:cubicBezTo>
                  <a:pt x="21613" y="102014"/>
                  <a:pt x="22565" y="107615"/>
                  <a:pt x="24468" y="112492"/>
                </a:cubicBezTo>
                <a:cubicBezTo>
                  <a:pt x="26371" y="117369"/>
                  <a:pt x="28818" y="121125"/>
                  <a:pt x="31808" y="123761"/>
                </a:cubicBezTo>
                <a:cubicBezTo>
                  <a:pt x="34799" y="126397"/>
                  <a:pt x="38197" y="128638"/>
                  <a:pt x="42003" y="130483"/>
                </a:cubicBezTo>
                <a:cubicBezTo>
                  <a:pt x="45809" y="132328"/>
                  <a:pt x="49344" y="133448"/>
                  <a:pt x="52606" y="133844"/>
                </a:cubicBezTo>
                <a:cubicBezTo>
                  <a:pt x="55868" y="134239"/>
                  <a:pt x="58927" y="134503"/>
                  <a:pt x="61781" y="134635"/>
                </a:cubicBezTo>
                <a:cubicBezTo>
                  <a:pt x="69122" y="134635"/>
                  <a:pt x="75850" y="133119"/>
                  <a:pt x="81967" y="130087"/>
                </a:cubicBezTo>
                <a:cubicBezTo>
                  <a:pt x="88084" y="127056"/>
                  <a:pt x="92298" y="123168"/>
                  <a:pt x="94609" y="118423"/>
                </a:cubicBezTo>
                <a:cubicBezTo>
                  <a:pt x="95017" y="117369"/>
                  <a:pt x="96036" y="113744"/>
                  <a:pt x="97668" y="107550"/>
                </a:cubicBezTo>
                <a:cubicBezTo>
                  <a:pt x="99299" y="101355"/>
                  <a:pt x="100114" y="97862"/>
                  <a:pt x="100114" y="97071"/>
                </a:cubicBezTo>
                <a:cubicBezTo>
                  <a:pt x="100114" y="96017"/>
                  <a:pt x="99231" y="95358"/>
                  <a:pt x="97464" y="95094"/>
                </a:cubicBezTo>
                <a:cubicBezTo>
                  <a:pt x="95697" y="94831"/>
                  <a:pt x="91619" y="94633"/>
                  <a:pt x="85230" y="94501"/>
                </a:cubicBezTo>
                <a:lnTo>
                  <a:pt x="77685" y="94501"/>
                </a:lnTo>
                <a:cubicBezTo>
                  <a:pt x="76870" y="93710"/>
                  <a:pt x="76462" y="93183"/>
                  <a:pt x="76462" y="92920"/>
                </a:cubicBezTo>
                <a:cubicBezTo>
                  <a:pt x="76462" y="92656"/>
                  <a:pt x="76598" y="91404"/>
                  <a:pt x="76870" y="89163"/>
                </a:cubicBezTo>
                <a:cubicBezTo>
                  <a:pt x="77414" y="87450"/>
                  <a:pt x="78093" y="86198"/>
                  <a:pt x="78909" y="85407"/>
                </a:cubicBezTo>
                <a:lnTo>
                  <a:pt x="82375" y="85407"/>
                </a:lnTo>
                <a:cubicBezTo>
                  <a:pt x="87812" y="85671"/>
                  <a:pt x="97328" y="85802"/>
                  <a:pt x="110921" y="85802"/>
                </a:cubicBezTo>
                <a:cubicBezTo>
                  <a:pt x="116358" y="85802"/>
                  <a:pt x="120776" y="85802"/>
                  <a:pt x="124174" y="85802"/>
                </a:cubicBezTo>
                <a:cubicBezTo>
                  <a:pt x="127573" y="85802"/>
                  <a:pt x="130020" y="85736"/>
                  <a:pt x="131515" y="85605"/>
                </a:cubicBezTo>
                <a:cubicBezTo>
                  <a:pt x="133010" y="85473"/>
                  <a:pt x="133826" y="85473"/>
                  <a:pt x="133962" y="85605"/>
                </a:cubicBezTo>
                <a:cubicBezTo>
                  <a:pt x="135865" y="85605"/>
                  <a:pt x="136816" y="86198"/>
                  <a:pt x="136816" y="87384"/>
                </a:cubicBezTo>
                <a:cubicBezTo>
                  <a:pt x="136816" y="87648"/>
                  <a:pt x="136680" y="88570"/>
                  <a:pt x="136408" y="90152"/>
                </a:cubicBezTo>
                <a:cubicBezTo>
                  <a:pt x="135729" y="92656"/>
                  <a:pt x="135049" y="94040"/>
                  <a:pt x="134369" y="94304"/>
                </a:cubicBezTo>
                <a:cubicBezTo>
                  <a:pt x="133962" y="94435"/>
                  <a:pt x="132942" y="94501"/>
                  <a:pt x="131311" y="94501"/>
                </a:cubicBezTo>
                <a:cubicBezTo>
                  <a:pt x="128592" y="94501"/>
                  <a:pt x="125806" y="94699"/>
                  <a:pt x="122951" y="95094"/>
                </a:cubicBezTo>
                <a:cubicBezTo>
                  <a:pt x="121999" y="95490"/>
                  <a:pt x="121320" y="96083"/>
                  <a:pt x="120912" y="96874"/>
                </a:cubicBezTo>
                <a:cubicBezTo>
                  <a:pt x="120504" y="97664"/>
                  <a:pt x="119553" y="101025"/>
                  <a:pt x="118057" y="106956"/>
                </a:cubicBezTo>
                <a:cubicBezTo>
                  <a:pt x="116834" y="111306"/>
                  <a:pt x="115815" y="114996"/>
                  <a:pt x="114999" y="118028"/>
                </a:cubicBezTo>
                <a:cubicBezTo>
                  <a:pt x="111601" y="131471"/>
                  <a:pt x="109698" y="138391"/>
                  <a:pt x="109290" y="138786"/>
                </a:cubicBezTo>
                <a:cubicBezTo>
                  <a:pt x="109018" y="139050"/>
                  <a:pt x="108678" y="139182"/>
                  <a:pt x="108270" y="139182"/>
                </a:cubicBezTo>
                <a:cubicBezTo>
                  <a:pt x="106911" y="139182"/>
                  <a:pt x="105008" y="137864"/>
                  <a:pt x="102561" y="135228"/>
                </a:cubicBezTo>
                <a:cubicBezTo>
                  <a:pt x="100114" y="132592"/>
                  <a:pt x="98551" y="130549"/>
                  <a:pt x="97871" y="129099"/>
                </a:cubicBezTo>
                <a:cubicBezTo>
                  <a:pt x="97871" y="128967"/>
                  <a:pt x="97736" y="128967"/>
                  <a:pt x="97464" y="129099"/>
                </a:cubicBezTo>
                <a:cubicBezTo>
                  <a:pt x="97192" y="129231"/>
                  <a:pt x="96784" y="129560"/>
                  <a:pt x="96240" y="130087"/>
                </a:cubicBezTo>
                <a:cubicBezTo>
                  <a:pt x="86181" y="139182"/>
                  <a:pt x="72588" y="143729"/>
                  <a:pt x="55460" y="143729"/>
                </a:cubicBezTo>
                <a:cubicBezTo>
                  <a:pt x="39013" y="143729"/>
                  <a:pt x="25691" y="138655"/>
                  <a:pt x="15496" y="128506"/>
                </a:cubicBezTo>
                <a:cubicBezTo>
                  <a:pt x="5301" y="118357"/>
                  <a:pt x="136" y="105375"/>
                  <a:pt x="0" y="8955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1" cap="flat">
            <a:solidFill>
              <a:srgbClr val="000000">
                <a:alpha val="12450"/>
              </a:srgbClr>
            </a:solidFill>
            <a:miter/>
          </a:ln>
        </p:spPr>
      </p:sp>
      <p:sp>
        <p:nvSpPr>
          <p:cNvPr id="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2AC006-24BA-4046-9765-4759EE8B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7677" y="3020998"/>
            <a:ext cx="96444" cy="89163"/>
          </a:xfrm>
          <a:custGeom xmlns:a="http://schemas.openxmlformats.org/drawingml/2006/main">
            <a:pathLst>
              <a:path w="96444" h="89163">
                <a:moveTo>
                  <a:pt x="0" y="56147"/>
                </a:moveTo>
                <a:cubicBezTo>
                  <a:pt x="0" y="42835"/>
                  <a:pt x="5165" y="30182"/>
                  <a:pt x="15496" y="18189"/>
                </a:cubicBezTo>
                <a:cubicBezTo>
                  <a:pt x="25827" y="6195"/>
                  <a:pt x="37449" y="132"/>
                  <a:pt x="50363" y="0"/>
                </a:cubicBezTo>
                <a:cubicBezTo>
                  <a:pt x="57296" y="0"/>
                  <a:pt x="63413" y="3229"/>
                  <a:pt x="68714" y="9687"/>
                </a:cubicBezTo>
                <a:cubicBezTo>
                  <a:pt x="70889" y="5733"/>
                  <a:pt x="74015" y="3756"/>
                  <a:pt x="78093" y="3756"/>
                </a:cubicBezTo>
                <a:cubicBezTo>
                  <a:pt x="79860" y="3756"/>
                  <a:pt x="81424" y="4284"/>
                  <a:pt x="82783" y="5338"/>
                </a:cubicBezTo>
                <a:cubicBezTo>
                  <a:pt x="84142" y="6392"/>
                  <a:pt x="84822" y="7710"/>
                  <a:pt x="84822" y="9292"/>
                </a:cubicBezTo>
                <a:cubicBezTo>
                  <a:pt x="84822" y="11005"/>
                  <a:pt x="82307" y="21549"/>
                  <a:pt x="77278" y="40924"/>
                </a:cubicBezTo>
                <a:cubicBezTo>
                  <a:pt x="72248" y="60299"/>
                  <a:pt x="69665" y="71238"/>
                  <a:pt x="69530" y="73743"/>
                </a:cubicBezTo>
                <a:cubicBezTo>
                  <a:pt x="69530" y="77038"/>
                  <a:pt x="70005" y="79212"/>
                  <a:pt x="70957" y="80267"/>
                </a:cubicBezTo>
                <a:cubicBezTo>
                  <a:pt x="71908" y="81321"/>
                  <a:pt x="73336" y="81914"/>
                  <a:pt x="75239" y="82046"/>
                </a:cubicBezTo>
                <a:cubicBezTo>
                  <a:pt x="76462" y="81914"/>
                  <a:pt x="77821" y="81321"/>
                  <a:pt x="79317" y="80267"/>
                </a:cubicBezTo>
                <a:cubicBezTo>
                  <a:pt x="82171" y="77631"/>
                  <a:pt x="84958" y="71304"/>
                  <a:pt x="87677" y="61287"/>
                </a:cubicBezTo>
                <a:cubicBezTo>
                  <a:pt x="88492" y="58651"/>
                  <a:pt x="89172" y="57267"/>
                  <a:pt x="89715" y="57136"/>
                </a:cubicBezTo>
                <a:cubicBezTo>
                  <a:pt x="89987" y="57004"/>
                  <a:pt x="90667" y="56938"/>
                  <a:pt x="91754" y="56938"/>
                </a:cubicBezTo>
                <a:lnTo>
                  <a:pt x="92570" y="56938"/>
                </a:lnTo>
                <a:cubicBezTo>
                  <a:pt x="95153" y="56938"/>
                  <a:pt x="96444" y="57531"/>
                  <a:pt x="96444" y="58717"/>
                </a:cubicBezTo>
                <a:cubicBezTo>
                  <a:pt x="96444" y="59508"/>
                  <a:pt x="96104" y="61287"/>
                  <a:pt x="95425" y="64055"/>
                </a:cubicBezTo>
                <a:cubicBezTo>
                  <a:pt x="94745" y="66823"/>
                  <a:pt x="93386" y="70382"/>
                  <a:pt x="91347" y="74731"/>
                </a:cubicBezTo>
                <a:cubicBezTo>
                  <a:pt x="89308" y="79081"/>
                  <a:pt x="87133" y="82376"/>
                  <a:pt x="84822" y="84616"/>
                </a:cubicBezTo>
                <a:cubicBezTo>
                  <a:pt x="83055" y="86330"/>
                  <a:pt x="80880" y="87713"/>
                  <a:pt x="78297" y="88768"/>
                </a:cubicBezTo>
                <a:cubicBezTo>
                  <a:pt x="77210" y="89031"/>
                  <a:pt x="75579" y="89163"/>
                  <a:pt x="73404" y="89163"/>
                </a:cubicBezTo>
                <a:cubicBezTo>
                  <a:pt x="68782" y="89163"/>
                  <a:pt x="64908" y="88175"/>
                  <a:pt x="61781" y="86198"/>
                </a:cubicBezTo>
                <a:cubicBezTo>
                  <a:pt x="58655" y="84221"/>
                  <a:pt x="56616" y="82178"/>
                  <a:pt x="55664" y="80069"/>
                </a:cubicBezTo>
                <a:lnTo>
                  <a:pt x="54441" y="77104"/>
                </a:lnTo>
                <a:cubicBezTo>
                  <a:pt x="54305" y="76972"/>
                  <a:pt x="54033" y="77038"/>
                  <a:pt x="53625" y="77301"/>
                </a:cubicBezTo>
                <a:cubicBezTo>
                  <a:pt x="53354" y="77565"/>
                  <a:pt x="53082" y="77828"/>
                  <a:pt x="52810" y="78092"/>
                </a:cubicBezTo>
                <a:cubicBezTo>
                  <a:pt x="44790" y="85473"/>
                  <a:pt x="36634" y="89163"/>
                  <a:pt x="28342" y="89163"/>
                </a:cubicBezTo>
                <a:cubicBezTo>
                  <a:pt x="20866" y="89163"/>
                  <a:pt x="14273" y="86527"/>
                  <a:pt x="8564" y="81255"/>
                </a:cubicBezTo>
                <a:cubicBezTo>
                  <a:pt x="2855" y="75983"/>
                  <a:pt x="0" y="67614"/>
                  <a:pt x="0" y="56147"/>
                </a:cubicBezTo>
                <a:close/>
                <a:moveTo>
                  <a:pt x="64840" y="22340"/>
                </a:moveTo>
                <a:cubicBezTo>
                  <a:pt x="64840" y="21549"/>
                  <a:pt x="64500" y="20100"/>
                  <a:pt x="63820" y="17991"/>
                </a:cubicBezTo>
                <a:cubicBezTo>
                  <a:pt x="63141" y="15882"/>
                  <a:pt x="61577" y="13575"/>
                  <a:pt x="59131" y="11071"/>
                </a:cubicBezTo>
                <a:cubicBezTo>
                  <a:pt x="56684" y="8567"/>
                  <a:pt x="53557" y="7249"/>
                  <a:pt x="49751" y="7117"/>
                </a:cubicBezTo>
                <a:cubicBezTo>
                  <a:pt x="44994" y="7117"/>
                  <a:pt x="40440" y="9160"/>
                  <a:pt x="36090" y="13246"/>
                </a:cubicBezTo>
                <a:cubicBezTo>
                  <a:pt x="31740" y="17332"/>
                  <a:pt x="28342" y="22670"/>
                  <a:pt x="25895" y="29260"/>
                </a:cubicBezTo>
                <a:cubicBezTo>
                  <a:pt x="21953" y="39672"/>
                  <a:pt x="19166" y="50480"/>
                  <a:pt x="17535" y="61683"/>
                </a:cubicBezTo>
                <a:cubicBezTo>
                  <a:pt x="17535" y="62078"/>
                  <a:pt x="17535" y="62803"/>
                  <a:pt x="17535" y="63858"/>
                </a:cubicBezTo>
                <a:cubicBezTo>
                  <a:pt x="17535" y="64912"/>
                  <a:pt x="17467" y="65703"/>
                  <a:pt x="17331" y="66230"/>
                </a:cubicBezTo>
                <a:cubicBezTo>
                  <a:pt x="17331" y="72161"/>
                  <a:pt x="18555" y="76247"/>
                  <a:pt x="21002" y="78487"/>
                </a:cubicBezTo>
                <a:cubicBezTo>
                  <a:pt x="23448" y="80728"/>
                  <a:pt x="26371" y="81914"/>
                  <a:pt x="29769" y="82046"/>
                </a:cubicBezTo>
                <a:cubicBezTo>
                  <a:pt x="34935" y="82046"/>
                  <a:pt x="40032" y="79871"/>
                  <a:pt x="45062" y="75522"/>
                </a:cubicBezTo>
                <a:cubicBezTo>
                  <a:pt x="50091" y="71172"/>
                  <a:pt x="53082" y="67812"/>
                  <a:pt x="54033" y="65439"/>
                </a:cubicBezTo>
                <a:cubicBezTo>
                  <a:pt x="54305" y="64912"/>
                  <a:pt x="56140" y="57861"/>
                  <a:pt x="59538" y="44285"/>
                </a:cubicBezTo>
                <a:cubicBezTo>
                  <a:pt x="62937" y="30710"/>
                  <a:pt x="64704" y="23395"/>
                  <a:pt x="64840" y="223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30998F-373A-4415-AEA9-C8BDF7F2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7677" y="3020998"/>
            <a:ext cx="96444" cy="89163"/>
          </a:xfrm>
          <a:custGeom xmlns:a="http://schemas.openxmlformats.org/drawingml/2006/main">
            <a:pathLst>
              <a:path w="96444" h="89163" fill="none">
                <a:moveTo>
                  <a:pt x="0" y="56147"/>
                </a:moveTo>
                <a:cubicBezTo>
                  <a:pt x="0" y="42835"/>
                  <a:pt x="5165" y="30182"/>
                  <a:pt x="15496" y="18189"/>
                </a:cubicBezTo>
                <a:cubicBezTo>
                  <a:pt x="25827" y="6195"/>
                  <a:pt x="37449" y="132"/>
                  <a:pt x="50363" y="0"/>
                </a:cubicBezTo>
                <a:cubicBezTo>
                  <a:pt x="57296" y="0"/>
                  <a:pt x="63413" y="3229"/>
                  <a:pt x="68714" y="9687"/>
                </a:cubicBezTo>
                <a:cubicBezTo>
                  <a:pt x="70889" y="5733"/>
                  <a:pt x="74015" y="3756"/>
                  <a:pt x="78093" y="3756"/>
                </a:cubicBezTo>
                <a:cubicBezTo>
                  <a:pt x="79860" y="3756"/>
                  <a:pt x="81424" y="4284"/>
                  <a:pt x="82783" y="5338"/>
                </a:cubicBezTo>
                <a:cubicBezTo>
                  <a:pt x="84142" y="6392"/>
                  <a:pt x="84822" y="7710"/>
                  <a:pt x="84822" y="9292"/>
                </a:cubicBezTo>
                <a:cubicBezTo>
                  <a:pt x="84822" y="11005"/>
                  <a:pt x="82307" y="21549"/>
                  <a:pt x="77278" y="40924"/>
                </a:cubicBezTo>
                <a:cubicBezTo>
                  <a:pt x="72248" y="60299"/>
                  <a:pt x="69665" y="71238"/>
                  <a:pt x="69530" y="73743"/>
                </a:cubicBezTo>
                <a:cubicBezTo>
                  <a:pt x="69530" y="77038"/>
                  <a:pt x="70005" y="79212"/>
                  <a:pt x="70957" y="80267"/>
                </a:cubicBezTo>
                <a:cubicBezTo>
                  <a:pt x="71908" y="81321"/>
                  <a:pt x="73336" y="81914"/>
                  <a:pt x="75239" y="82046"/>
                </a:cubicBezTo>
                <a:cubicBezTo>
                  <a:pt x="76462" y="81914"/>
                  <a:pt x="77821" y="81321"/>
                  <a:pt x="79317" y="80267"/>
                </a:cubicBezTo>
                <a:cubicBezTo>
                  <a:pt x="82171" y="77631"/>
                  <a:pt x="84958" y="71304"/>
                  <a:pt x="87677" y="61287"/>
                </a:cubicBezTo>
                <a:cubicBezTo>
                  <a:pt x="88492" y="58651"/>
                  <a:pt x="89172" y="57267"/>
                  <a:pt x="89715" y="57136"/>
                </a:cubicBezTo>
                <a:cubicBezTo>
                  <a:pt x="89987" y="57004"/>
                  <a:pt x="90667" y="56938"/>
                  <a:pt x="91754" y="56938"/>
                </a:cubicBezTo>
                <a:lnTo>
                  <a:pt x="92570" y="56938"/>
                </a:lnTo>
                <a:cubicBezTo>
                  <a:pt x="95153" y="56938"/>
                  <a:pt x="96444" y="57531"/>
                  <a:pt x="96444" y="58717"/>
                </a:cubicBezTo>
                <a:cubicBezTo>
                  <a:pt x="96444" y="59508"/>
                  <a:pt x="96104" y="61287"/>
                  <a:pt x="95425" y="64055"/>
                </a:cubicBezTo>
                <a:cubicBezTo>
                  <a:pt x="94745" y="66823"/>
                  <a:pt x="93386" y="70382"/>
                  <a:pt x="91347" y="74731"/>
                </a:cubicBezTo>
                <a:cubicBezTo>
                  <a:pt x="89308" y="79081"/>
                  <a:pt x="87133" y="82376"/>
                  <a:pt x="84822" y="84616"/>
                </a:cubicBezTo>
                <a:cubicBezTo>
                  <a:pt x="83055" y="86330"/>
                  <a:pt x="80880" y="87713"/>
                  <a:pt x="78297" y="88768"/>
                </a:cubicBezTo>
                <a:cubicBezTo>
                  <a:pt x="77210" y="89031"/>
                  <a:pt x="75579" y="89163"/>
                  <a:pt x="73404" y="89163"/>
                </a:cubicBezTo>
                <a:cubicBezTo>
                  <a:pt x="68782" y="89163"/>
                  <a:pt x="64908" y="88175"/>
                  <a:pt x="61781" y="86198"/>
                </a:cubicBezTo>
                <a:cubicBezTo>
                  <a:pt x="58655" y="84221"/>
                  <a:pt x="56616" y="82178"/>
                  <a:pt x="55664" y="80069"/>
                </a:cubicBezTo>
                <a:lnTo>
                  <a:pt x="54441" y="77104"/>
                </a:lnTo>
                <a:cubicBezTo>
                  <a:pt x="54305" y="76972"/>
                  <a:pt x="54033" y="77038"/>
                  <a:pt x="53625" y="77301"/>
                </a:cubicBezTo>
                <a:cubicBezTo>
                  <a:pt x="53354" y="77565"/>
                  <a:pt x="53082" y="77828"/>
                  <a:pt x="52810" y="78092"/>
                </a:cubicBezTo>
                <a:cubicBezTo>
                  <a:pt x="44790" y="85473"/>
                  <a:pt x="36634" y="89163"/>
                  <a:pt x="28342" y="89163"/>
                </a:cubicBezTo>
                <a:cubicBezTo>
                  <a:pt x="20866" y="89163"/>
                  <a:pt x="14273" y="86527"/>
                  <a:pt x="8564" y="81255"/>
                </a:cubicBezTo>
                <a:cubicBezTo>
                  <a:pt x="2855" y="75983"/>
                  <a:pt x="0" y="67614"/>
                  <a:pt x="0" y="56147"/>
                </a:cubicBezTo>
                <a:close/>
                <a:moveTo>
                  <a:pt x="64840" y="22340"/>
                </a:moveTo>
                <a:cubicBezTo>
                  <a:pt x="64840" y="21549"/>
                  <a:pt x="64500" y="20100"/>
                  <a:pt x="63820" y="17991"/>
                </a:cubicBezTo>
                <a:cubicBezTo>
                  <a:pt x="63141" y="15882"/>
                  <a:pt x="61577" y="13575"/>
                  <a:pt x="59131" y="11071"/>
                </a:cubicBezTo>
                <a:cubicBezTo>
                  <a:pt x="56684" y="8567"/>
                  <a:pt x="53557" y="7249"/>
                  <a:pt x="49751" y="7117"/>
                </a:cubicBezTo>
                <a:cubicBezTo>
                  <a:pt x="44994" y="7117"/>
                  <a:pt x="40440" y="9160"/>
                  <a:pt x="36090" y="13246"/>
                </a:cubicBezTo>
                <a:cubicBezTo>
                  <a:pt x="31740" y="17332"/>
                  <a:pt x="28342" y="22670"/>
                  <a:pt x="25895" y="29260"/>
                </a:cubicBezTo>
                <a:cubicBezTo>
                  <a:pt x="21953" y="39672"/>
                  <a:pt x="19166" y="50480"/>
                  <a:pt x="17535" y="61683"/>
                </a:cubicBezTo>
                <a:cubicBezTo>
                  <a:pt x="17535" y="62078"/>
                  <a:pt x="17535" y="62803"/>
                  <a:pt x="17535" y="63858"/>
                </a:cubicBezTo>
                <a:cubicBezTo>
                  <a:pt x="17535" y="64912"/>
                  <a:pt x="17467" y="65703"/>
                  <a:pt x="17331" y="66230"/>
                </a:cubicBezTo>
                <a:cubicBezTo>
                  <a:pt x="17331" y="72161"/>
                  <a:pt x="18555" y="76247"/>
                  <a:pt x="21002" y="78487"/>
                </a:cubicBezTo>
                <a:cubicBezTo>
                  <a:pt x="23448" y="80728"/>
                  <a:pt x="26371" y="81914"/>
                  <a:pt x="29769" y="82046"/>
                </a:cubicBezTo>
                <a:cubicBezTo>
                  <a:pt x="34935" y="82046"/>
                  <a:pt x="40032" y="79871"/>
                  <a:pt x="45062" y="75522"/>
                </a:cubicBezTo>
                <a:cubicBezTo>
                  <a:pt x="50091" y="71172"/>
                  <a:pt x="53082" y="67812"/>
                  <a:pt x="54033" y="65439"/>
                </a:cubicBezTo>
                <a:cubicBezTo>
                  <a:pt x="54305" y="64912"/>
                  <a:pt x="56140" y="57861"/>
                  <a:pt x="59538" y="44285"/>
                </a:cubicBezTo>
                <a:cubicBezTo>
                  <a:pt x="62937" y="30710"/>
                  <a:pt x="64704" y="23395"/>
                  <a:pt x="64840" y="2234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1" cap="flat">
            <a:solidFill>
              <a:srgbClr val="000000">
                <a:alpha val="12450"/>
              </a:srgbClr>
            </a:solidFill>
            <a:miter/>
          </a:ln>
        </p:spPr>
      </p:sp>
      <p:sp>
        <p:nvSpPr>
          <p:cNvPr id="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AD6556-41BD-4FFE-A3D7-3CF1C3C3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2685" y="2984423"/>
            <a:ext cx="63413" cy="125936"/>
          </a:xfrm>
          <a:custGeom xmlns:a="http://schemas.openxmlformats.org/drawingml/2006/main">
            <a:pathLst>
              <a:path w="63413" h="125936">
                <a:moveTo>
                  <a:pt x="1427" y="47646"/>
                </a:moveTo>
                <a:cubicBezTo>
                  <a:pt x="476" y="46723"/>
                  <a:pt x="0" y="46064"/>
                  <a:pt x="0" y="45669"/>
                </a:cubicBezTo>
                <a:cubicBezTo>
                  <a:pt x="0" y="45142"/>
                  <a:pt x="204" y="44087"/>
                  <a:pt x="612" y="42506"/>
                </a:cubicBezTo>
                <a:cubicBezTo>
                  <a:pt x="1019" y="40924"/>
                  <a:pt x="1359" y="40002"/>
                  <a:pt x="1631" y="39738"/>
                </a:cubicBezTo>
                <a:cubicBezTo>
                  <a:pt x="1903" y="39079"/>
                  <a:pt x="2515" y="38749"/>
                  <a:pt x="3466" y="38749"/>
                </a:cubicBezTo>
                <a:cubicBezTo>
                  <a:pt x="4418" y="38749"/>
                  <a:pt x="7884" y="38684"/>
                  <a:pt x="13865" y="38552"/>
                </a:cubicBezTo>
                <a:lnTo>
                  <a:pt x="24672" y="38552"/>
                </a:lnTo>
                <a:lnTo>
                  <a:pt x="28546" y="22736"/>
                </a:lnTo>
                <a:cubicBezTo>
                  <a:pt x="28954" y="21286"/>
                  <a:pt x="29429" y="19375"/>
                  <a:pt x="29973" y="17002"/>
                </a:cubicBezTo>
                <a:cubicBezTo>
                  <a:pt x="30517" y="14630"/>
                  <a:pt x="30993" y="12916"/>
                  <a:pt x="31400" y="11862"/>
                </a:cubicBezTo>
                <a:cubicBezTo>
                  <a:pt x="31808" y="10808"/>
                  <a:pt x="32216" y="9490"/>
                  <a:pt x="32624" y="7908"/>
                </a:cubicBezTo>
                <a:cubicBezTo>
                  <a:pt x="33032" y="6326"/>
                  <a:pt x="33575" y="5206"/>
                  <a:pt x="34255" y="4547"/>
                </a:cubicBezTo>
                <a:cubicBezTo>
                  <a:pt x="34935" y="3888"/>
                  <a:pt x="35614" y="3097"/>
                  <a:pt x="36294" y="2175"/>
                </a:cubicBezTo>
                <a:cubicBezTo>
                  <a:pt x="36974" y="1252"/>
                  <a:pt x="37925" y="659"/>
                  <a:pt x="39149" y="395"/>
                </a:cubicBezTo>
                <a:cubicBezTo>
                  <a:pt x="40372" y="132"/>
                  <a:pt x="41595" y="0"/>
                  <a:pt x="42819" y="0"/>
                </a:cubicBezTo>
                <a:cubicBezTo>
                  <a:pt x="45266" y="132"/>
                  <a:pt x="46965" y="857"/>
                  <a:pt x="47916" y="2175"/>
                </a:cubicBezTo>
                <a:cubicBezTo>
                  <a:pt x="48868" y="3493"/>
                  <a:pt x="49344" y="4745"/>
                  <a:pt x="49344" y="5931"/>
                </a:cubicBezTo>
                <a:cubicBezTo>
                  <a:pt x="49344" y="6854"/>
                  <a:pt x="48732" y="9951"/>
                  <a:pt x="47508" y="15223"/>
                </a:cubicBezTo>
                <a:cubicBezTo>
                  <a:pt x="46285" y="20495"/>
                  <a:pt x="44926" y="25701"/>
                  <a:pt x="43430" y="30841"/>
                </a:cubicBezTo>
                <a:lnTo>
                  <a:pt x="41391" y="38156"/>
                </a:lnTo>
                <a:cubicBezTo>
                  <a:pt x="41391" y="38420"/>
                  <a:pt x="44790" y="38552"/>
                  <a:pt x="51586" y="38552"/>
                </a:cubicBezTo>
                <a:lnTo>
                  <a:pt x="61985" y="38552"/>
                </a:lnTo>
                <a:cubicBezTo>
                  <a:pt x="62937" y="39474"/>
                  <a:pt x="63413" y="40199"/>
                  <a:pt x="63413" y="40726"/>
                </a:cubicBezTo>
                <a:cubicBezTo>
                  <a:pt x="63413" y="43626"/>
                  <a:pt x="62529" y="45933"/>
                  <a:pt x="60762" y="47646"/>
                </a:cubicBezTo>
                <a:lnTo>
                  <a:pt x="38945" y="47646"/>
                </a:lnTo>
                <a:lnTo>
                  <a:pt x="31604" y="76313"/>
                </a:lnTo>
                <a:cubicBezTo>
                  <a:pt x="26303" y="97401"/>
                  <a:pt x="23652" y="108736"/>
                  <a:pt x="23652" y="110317"/>
                </a:cubicBezTo>
                <a:cubicBezTo>
                  <a:pt x="23652" y="115853"/>
                  <a:pt x="25487" y="118621"/>
                  <a:pt x="29158" y="118621"/>
                </a:cubicBezTo>
                <a:cubicBezTo>
                  <a:pt x="33915" y="118621"/>
                  <a:pt x="38537" y="116380"/>
                  <a:pt x="43023" y="111899"/>
                </a:cubicBezTo>
                <a:cubicBezTo>
                  <a:pt x="47508" y="107418"/>
                  <a:pt x="51111" y="101882"/>
                  <a:pt x="53829" y="95292"/>
                </a:cubicBezTo>
                <a:cubicBezTo>
                  <a:pt x="54101" y="94501"/>
                  <a:pt x="54441" y="94040"/>
                  <a:pt x="54849" y="93908"/>
                </a:cubicBezTo>
                <a:cubicBezTo>
                  <a:pt x="55257" y="93776"/>
                  <a:pt x="56276" y="93645"/>
                  <a:pt x="57907" y="93513"/>
                </a:cubicBezTo>
                <a:lnTo>
                  <a:pt x="58723" y="93513"/>
                </a:lnTo>
                <a:cubicBezTo>
                  <a:pt x="60762" y="93513"/>
                  <a:pt x="61781" y="94040"/>
                  <a:pt x="61781" y="95094"/>
                </a:cubicBezTo>
                <a:cubicBezTo>
                  <a:pt x="61781" y="95490"/>
                  <a:pt x="61577" y="96281"/>
                  <a:pt x="61170" y="97467"/>
                </a:cubicBezTo>
                <a:cubicBezTo>
                  <a:pt x="60490" y="99576"/>
                  <a:pt x="59267" y="102080"/>
                  <a:pt x="57499" y="104979"/>
                </a:cubicBezTo>
                <a:cubicBezTo>
                  <a:pt x="55732" y="107879"/>
                  <a:pt x="53421" y="110976"/>
                  <a:pt x="50567" y="114271"/>
                </a:cubicBezTo>
                <a:cubicBezTo>
                  <a:pt x="47712" y="117566"/>
                  <a:pt x="44246" y="120334"/>
                  <a:pt x="40168" y="122575"/>
                </a:cubicBezTo>
                <a:cubicBezTo>
                  <a:pt x="36090" y="124815"/>
                  <a:pt x="31944" y="125936"/>
                  <a:pt x="27730" y="125936"/>
                </a:cubicBezTo>
                <a:cubicBezTo>
                  <a:pt x="23652" y="125936"/>
                  <a:pt x="19778" y="124947"/>
                  <a:pt x="16108" y="122970"/>
                </a:cubicBezTo>
                <a:cubicBezTo>
                  <a:pt x="12438" y="120993"/>
                  <a:pt x="9787" y="117566"/>
                  <a:pt x="8156" y="112690"/>
                </a:cubicBezTo>
                <a:cubicBezTo>
                  <a:pt x="7884" y="111635"/>
                  <a:pt x="7748" y="109856"/>
                  <a:pt x="7748" y="107352"/>
                </a:cubicBezTo>
                <a:lnTo>
                  <a:pt x="7748" y="103793"/>
                </a:lnTo>
                <a:lnTo>
                  <a:pt x="14885" y="76115"/>
                </a:lnTo>
                <a:cubicBezTo>
                  <a:pt x="19642" y="57531"/>
                  <a:pt x="22089" y="48173"/>
                  <a:pt x="22225" y="48041"/>
                </a:cubicBezTo>
                <a:cubicBezTo>
                  <a:pt x="22225" y="47778"/>
                  <a:pt x="18759" y="47646"/>
                  <a:pt x="11826" y="47646"/>
                </a:cubicBezTo>
                <a:lnTo>
                  <a:pt x="1427" y="476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5DE3BD-2E53-48F2-B5C5-12180402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2685" y="2984423"/>
            <a:ext cx="63413" cy="125936"/>
          </a:xfrm>
          <a:custGeom xmlns:a="http://schemas.openxmlformats.org/drawingml/2006/main">
            <a:pathLst>
              <a:path w="63413" h="125936" fill="none">
                <a:moveTo>
                  <a:pt x="1427" y="47646"/>
                </a:moveTo>
                <a:cubicBezTo>
                  <a:pt x="476" y="46723"/>
                  <a:pt x="0" y="46064"/>
                  <a:pt x="0" y="45669"/>
                </a:cubicBezTo>
                <a:cubicBezTo>
                  <a:pt x="0" y="45142"/>
                  <a:pt x="204" y="44087"/>
                  <a:pt x="612" y="42506"/>
                </a:cubicBezTo>
                <a:cubicBezTo>
                  <a:pt x="1019" y="40924"/>
                  <a:pt x="1359" y="40002"/>
                  <a:pt x="1631" y="39738"/>
                </a:cubicBezTo>
                <a:cubicBezTo>
                  <a:pt x="1903" y="39079"/>
                  <a:pt x="2515" y="38749"/>
                  <a:pt x="3466" y="38749"/>
                </a:cubicBezTo>
                <a:cubicBezTo>
                  <a:pt x="4418" y="38749"/>
                  <a:pt x="7884" y="38684"/>
                  <a:pt x="13865" y="38552"/>
                </a:cubicBezTo>
                <a:lnTo>
                  <a:pt x="24672" y="38552"/>
                </a:lnTo>
                <a:lnTo>
                  <a:pt x="28546" y="22736"/>
                </a:lnTo>
                <a:cubicBezTo>
                  <a:pt x="28954" y="21286"/>
                  <a:pt x="29429" y="19375"/>
                  <a:pt x="29973" y="17002"/>
                </a:cubicBezTo>
                <a:cubicBezTo>
                  <a:pt x="30517" y="14630"/>
                  <a:pt x="30993" y="12916"/>
                  <a:pt x="31400" y="11862"/>
                </a:cubicBezTo>
                <a:cubicBezTo>
                  <a:pt x="31808" y="10808"/>
                  <a:pt x="32216" y="9490"/>
                  <a:pt x="32624" y="7908"/>
                </a:cubicBezTo>
                <a:cubicBezTo>
                  <a:pt x="33032" y="6326"/>
                  <a:pt x="33575" y="5206"/>
                  <a:pt x="34255" y="4547"/>
                </a:cubicBezTo>
                <a:cubicBezTo>
                  <a:pt x="34935" y="3888"/>
                  <a:pt x="35614" y="3097"/>
                  <a:pt x="36294" y="2175"/>
                </a:cubicBezTo>
                <a:cubicBezTo>
                  <a:pt x="36974" y="1252"/>
                  <a:pt x="37925" y="659"/>
                  <a:pt x="39149" y="395"/>
                </a:cubicBezTo>
                <a:cubicBezTo>
                  <a:pt x="40372" y="132"/>
                  <a:pt x="41595" y="0"/>
                  <a:pt x="42819" y="0"/>
                </a:cubicBezTo>
                <a:cubicBezTo>
                  <a:pt x="45266" y="132"/>
                  <a:pt x="46965" y="857"/>
                  <a:pt x="47916" y="2175"/>
                </a:cubicBezTo>
                <a:cubicBezTo>
                  <a:pt x="48868" y="3493"/>
                  <a:pt x="49344" y="4745"/>
                  <a:pt x="49344" y="5931"/>
                </a:cubicBezTo>
                <a:cubicBezTo>
                  <a:pt x="49344" y="6854"/>
                  <a:pt x="48732" y="9951"/>
                  <a:pt x="47508" y="15223"/>
                </a:cubicBezTo>
                <a:cubicBezTo>
                  <a:pt x="46285" y="20495"/>
                  <a:pt x="44926" y="25701"/>
                  <a:pt x="43430" y="30841"/>
                </a:cubicBezTo>
                <a:lnTo>
                  <a:pt x="41391" y="38156"/>
                </a:lnTo>
                <a:cubicBezTo>
                  <a:pt x="41391" y="38420"/>
                  <a:pt x="44790" y="38552"/>
                  <a:pt x="51586" y="38552"/>
                </a:cubicBezTo>
                <a:lnTo>
                  <a:pt x="61985" y="38552"/>
                </a:lnTo>
                <a:cubicBezTo>
                  <a:pt x="62937" y="39474"/>
                  <a:pt x="63413" y="40199"/>
                  <a:pt x="63413" y="40726"/>
                </a:cubicBezTo>
                <a:cubicBezTo>
                  <a:pt x="63413" y="43626"/>
                  <a:pt x="62529" y="45933"/>
                  <a:pt x="60762" y="47646"/>
                </a:cubicBezTo>
                <a:lnTo>
                  <a:pt x="38945" y="47646"/>
                </a:lnTo>
                <a:lnTo>
                  <a:pt x="31604" y="76313"/>
                </a:lnTo>
                <a:cubicBezTo>
                  <a:pt x="26303" y="97401"/>
                  <a:pt x="23652" y="108736"/>
                  <a:pt x="23652" y="110317"/>
                </a:cubicBezTo>
                <a:cubicBezTo>
                  <a:pt x="23652" y="115853"/>
                  <a:pt x="25487" y="118621"/>
                  <a:pt x="29158" y="118621"/>
                </a:cubicBezTo>
                <a:cubicBezTo>
                  <a:pt x="33915" y="118621"/>
                  <a:pt x="38537" y="116380"/>
                  <a:pt x="43023" y="111899"/>
                </a:cubicBezTo>
                <a:cubicBezTo>
                  <a:pt x="47508" y="107418"/>
                  <a:pt x="51111" y="101882"/>
                  <a:pt x="53829" y="95292"/>
                </a:cubicBezTo>
                <a:cubicBezTo>
                  <a:pt x="54101" y="94501"/>
                  <a:pt x="54441" y="94040"/>
                  <a:pt x="54849" y="93908"/>
                </a:cubicBezTo>
                <a:cubicBezTo>
                  <a:pt x="55257" y="93776"/>
                  <a:pt x="56276" y="93645"/>
                  <a:pt x="57907" y="93513"/>
                </a:cubicBezTo>
                <a:lnTo>
                  <a:pt x="58723" y="93513"/>
                </a:lnTo>
                <a:cubicBezTo>
                  <a:pt x="60762" y="93513"/>
                  <a:pt x="61781" y="94040"/>
                  <a:pt x="61781" y="95094"/>
                </a:cubicBezTo>
                <a:cubicBezTo>
                  <a:pt x="61781" y="95490"/>
                  <a:pt x="61577" y="96281"/>
                  <a:pt x="61170" y="97467"/>
                </a:cubicBezTo>
                <a:cubicBezTo>
                  <a:pt x="60490" y="99576"/>
                  <a:pt x="59267" y="102080"/>
                  <a:pt x="57499" y="104979"/>
                </a:cubicBezTo>
                <a:cubicBezTo>
                  <a:pt x="55732" y="107879"/>
                  <a:pt x="53421" y="110976"/>
                  <a:pt x="50567" y="114271"/>
                </a:cubicBezTo>
                <a:cubicBezTo>
                  <a:pt x="47712" y="117566"/>
                  <a:pt x="44246" y="120334"/>
                  <a:pt x="40168" y="122575"/>
                </a:cubicBezTo>
                <a:cubicBezTo>
                  <a:pt x="36090" y="124815"/>
                  <a:pt x="31944" y="125936"/>
                  <a:pt x="27730" y="125936"/>
                </a:cubicBezTo>
                <a:cubicBezTo>
                  <a:pt x="23652" y="125936"/>
                  <a:pt x="19778" y="124947"/>
                  <a:pt x="16108" y="122970"/>
                </a:cubicBezTo>
                <a:cubicBezTo>
                  <a:pt x="12438" y="120993"/>
                  <a:pt x="9787" y="117566"/>
                  <a:pt x="8156" y="112690"/>
                </a:cubicBezTo>
                <a:cubicBezTo>
                  <a:pt x="7884" y="111635"/>
                  <a:pt x="7748" y="109856"/>
                  <a:pt x="7748" y="107352"/>
                </a:cubicBezTo>
                <a:lnTo>
                  <a:pt x="7748" y="103793"/>
                </a:lnTo>
                <a:lnTo>
                  <a:pt x="14885" y="76115"/>
                </a:lnTo>
                <a:cubicBezTo>
                  <a:pt x="19642" y="57531"/>
                  <a:pt x="22089" y="48173"/>
                  <a:pt x="22225" y="48041"/>
                </a:cubicBezTo>
                <a:cubicBezTo>
                  <a:pt x="22225" y="47778"/>
                  <a:pt x="18759" y="47646"/>
                  <a:pt x="11826" y="47646"/>
                </a:cubicBezTo>
                <a:lnTo>
                  <a:pt x="1427" y="476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1" cap="flat">
            <a:solidFill>
              <a:srgbClr val="000000">
                <a:alpha val="12450"/>
              </a:srgbClr>
            </a:solidFill>
            <a:miter/>
          </a:ln>
        </p:spPr>
      </p:sp>
      <p:sp>
        <p:nvSpPr>
          <p:cNvPr id="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370E44-4399-4744-9671-EB1AC89D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206" y="2970979"/>
            <a:ext cx="103377" cy="139379"/>
          </a:xfrm>
          <a:custGeom xmlns:a="http://schemas.openxmlformats.org/drawingml/2006/main">
            <a:pathLst>
              <a:path w="103377" h="139379">
                <a:moveTo>
                  <a:pt x="18147" y="2175"/>
                </a:moveTo>
                <a:cubicBezTo>
                  <a:pt x="18283" y="2175"/>
                  <a:pt x="23177" y="1845"/>
                  <a:pt x="32828" y="1186"/>
                </a:cubicBezTo>
                <a:cubicBezTo>
                  <a:pt x="42479" y="527"/>
                  <a:pt x="47440" y="132"/>
                  <a:pt x="47712" y="0"/>
                </a:cubicBezTo>
                <a:cubicBezTo>
                  <a:pt x="49344" y="0"/>
                  <a:pt x="50159" y="593"/>
                  <a:pt x="50159" y="1779"/>
                </a:cubicBezTo>
                <a:cubicBezTo>
                  <a:pt x="50159" y="3229"/>
                  <a:pt x="47712" y="13180"/>
                  <a:pt x="42819" y="31632"/>
                </a:cubicBezTo>
                <a:cubicBezTo>
                  <a:pt x="37653" y="51139"/>
                  <a:pt x="35071" y="61090"/>
                  <a:pt x="35071" y="61485"/>
                </a:cubicBezTo>
                <a:cubicBezTo>
                  <a:pt x="35071" y="61749"/>
                  <a:pt x="35546" y="61419"/>
                  <a:pt x="36498" y="60497"/>
                </a:cubicBezTo>
                <a:cubicBezTo>
                  <a:pt x="44790" y="53379"/>
                  <a:pt x="53625" y="49821"/>
                  <a:pt x="63005" y="49821"/>
                </a:cubicBezTo>
                <a:cubicBezTo>
                  <a:pt x="70345" y="49821"/>
                  <a:pt x="76258" y="51600"/>
                  <a:pt x="80744" y="55159"/>
                </a:cubicBezTo>
                <a:cubicBezTo>
                  <a:pt x="85230" y="58717"/>
                  <a:pt x="87541" y="63923"/>
                  <a:pt x="87677" y="70777"/>
                </a:cubicBezTo>
                <a:cubicBezTo>
                  <a:pt x="87677" y="77499"/>
                  <a:pt x="85094" y="87911"/>
                  <a:pt x="79928" y="102014"/>
                </a:cubicBezTo>
                <a:cubicBezTo>
                  <a:pt x="74763" y="116117"/>
                  <a:pt x="72180" y="124552"/>
                  <a:pt x="72180" y="127320"/>
                </a:cubicBezTo>
                <a:cubicBezTo>
                  <a:pt x="72316" y="129165"/>
                  <a:pt x="72656" y="130417"/>
                  <a:pt x="73200" y="131076"/>
                </a:cubicBezTo>
                <a:cubicBezTo>
                  <a:pt x="73743" y="131735"/>
                  <a:pt x="74763" y="132064"/>
                  <a:pt x="76258" y="132064"/>
                </a:cubicBezTo>
                <a:cubicBezTo>
                  <a:pt x="80064" y="132064"/>
                  <a:pt x="83599" y="130087"/>
                  <a:pt x="86861" y="126133"/>
                </a:cubicBezTo>
                <a:cubicBezTo>
                  <a:pt x="90123" y="122179"/>
                  <a:pt x="92774" y="116776"/>
                  <a:pt x="94813" y="109922"/>
                </a:cubicBezTo>
                <a:cubicBezTo>
                  <a:pt x="95221" y="108472"/>
                  <a:pt x="95629" y="107615"/>
                  <a:pt x="96036" y="107352"/>
                </a:cubicBezTo>
                <a:cubicBezTo>
                  <a:pt x="96444" y="107088"/>
                  <a:pt x="97532" y="106956"/>
                  <a:pt x="99299" y="106956"/>
                </a:cubicBezTo>
                <a:cubicBezTo>
                  <a:pt x="102017" y="106956"/>
                  <a:pt x="103377" y="107484"/>
                  <a:pt x="103377" y="108538"/>
                </a:cubicBezTo>
                <a:cubicBezTo>
                  <a:pt x="103377" y="108670"/>
                  <a:pt x="103105" y="109658"/>
                  <a:pt x="102561" y="111504"/>
                </a:cubicBezTo>
                <a:cubicBezTo>
                  <a:pt x="100386" y="119280"/>
                  <a:pt x="96920" y="125672"/>
                  <a:pt x="92162" y="130681"/>
                </a:cubicBezTo>
                <a:cubicBezTo>
                  <a:pt x="87541" y="136348"/>
                  <a:pt x="82035" y="139182"/>
                  <a:pt x="75646" y="139182"/>
                </a:cubicBezTo>
                <a:lnTo>
                  <a:pt x="74627" y="139182"/>
                </a:lnTo>
                <a:cubicBezTo>
                  <a:pt x="68238" y="139182"/>
                  <a:pt x="63616" y="137402"/>
                  <a:pt x="60762" y="133844"/>
                </a:cubicBezTo>
                <a:cubicBezTo>
                  <a:pt x="57907" y="130285"/>
                  <a:pt x="56480" y="126529"/>
                  <a:pt x="56480" y="122575"/>
                </a:cubicBezTo>
                <a:cubicBezTo>
                  <a:pt x="56480" y="120466"/>
                  <a:pt x="58927" y="112690"/>
                  <a:pt x="63820" y="99246"/>
                </a:cubicBezTo>
                <a:cubicBezTo>
                  <a:pt x="68714" y="85802"/>
                  <a:pt x="71229" y="75720"/>
                  <a:pt x="71365" y="68998"/>
                </a:cubicBezTo>
                <a:cubicBezTo>
                  <a:pt x="71365" y="61221"/>
                  <a:pt x="68374" y="57333"/>
                  <a:pt x="62393" y="57333"/>
                </a:cubicBezTo>
                <a:lnTo>
                  <a:pt x="61374" y="57333"/>
                </a:lnTo>
                <a:cubicBezTo>
                  <a:pt x="50091" y="57333"/>
                  <a:pt x="40304" y="63792"/>
                  <a:pt x="32012" y="76708"/>
                </a:cubicBezTo>
                <a:lnTo>
                  <a:pt x="30585" y="79278"/>
                </a:lnTo>
                <a:lnTo>
                  <a:pt x="23652" y="105968"/>
                </a:lnTo>
                <a:cubicBezTo>
                  <a:pt x="19302" y="123102"/>
                  <a:pt x="16788" y="132460"/>
                  <a:pt x="16108" y="134041"/>
                </a:cubicBezTo>
                <a:cubicBezTo>
                  <a:pt x="14341" y="137600"/>
                  <a:pt x="11350" y="139379"/>
                  <a:pt x="7136" y="139379"/>
                </a:cubicBezTo>
                <a:cubicBezTo>
                  <a:pt x="5233" y="139379"/>
                  <a:pt x="3602" y="138786"/>
                  <a:pt x="2243" y="137600"/>
                </a:cubicBezTo>
                <a:cubicBezTo>
                  <a:pt x="884" y="136414"/>
                  <a:pt x="136" y="135228"/>
                  <a:pt x="0" y="134041"/>
                </a:cubicBezTo>
                <a:cubicBezTo>
                  <a:pt x="0" y="132196"/>
                  <a:pt x="4962" y="112163"/>
                  <a:pt x="14885" y="73940"/>
                </a:cubicBezTo>
                <a:lnTo>
                  <a:pt x="29973" y="15421"/>
                </a:lnTo>
                <a:cubicBezTo>
                  <a:pt x="29973" y="13707"/>
                  <a:pt x="29497" y="12653"/>
                  <a:pt x="28546" y="12257"/>
                </a:cubicBezTo>
                <a:cubicBezTo>
                  <a:pt x="27594" y="11862"/>
                  <a:pt x="24944" y="11533"/>
                  <a:pt x="20594" y="11269"/>
                </a:cubicBezTo>
                <a:lnTo>
                  <a:pt x="16312" y="11269"/>
                </a:lnTo>
                <a:cubicBezTo>
                  <a:pt x="15496" y="10478"/>
                  <a:pt x="15089" y="9951"/>
                  <a:pt x="15089" y="9687"/>
                </a:cubicBezTo>
                <a:cubicBezTo>
                  <a:pt x="15089" y="9424"/>
                  <a:pt x="15224" y="8172"/>
                  <a:pt x="15496" y="5931"/>
                </a:cubicBezTo>
                <a:cubicBezTo>
                  <a:pt x="16176" y="3427"/>
                  <a:pt x="17060" y="2175"/>
                  <a:pt x="18147" y="21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7BA093-6872-4128-996A-04242874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206" y="2970979"/>
            <a:ext cx="103377" cy="139379"/>
          </a:xfrm>
          <a:custGeom xmlns:a="http://schemas.openxmlformats.org/drawingml/2006/main">
            <a:pathLst>
              <a:path w="103377" h="139379" fill="none">
                <a:moveTo>
                  <a:pt x="18147" y="2175"/>
                </a:moveTo>
                <a:cubicBezTo>
                  <a:pt x="18283" y="2175"/>
                  <a:pt x="23177" y="1845"/>
                  <a:pt x="32828" y="1186"/>
                </a:cubicBezTo>
                <a:cubicBezTo>
                  <a:pt x="42479" y="527"/>
                  <a:pt x="47440" y="132"/>
                  <a:pt x="47712" y="0"/>
                </a:cubicBezTo>
                <a:cubicBezTo>
                  <a:pt x="49344" y="0"/>
                  <a:pt x="50159" y="593"/>
                  <a:pt x="50159" y="1779"/>
                </a:cubicBezTo>
                <a:cubicBezTo>
                  <a:pt x="50159" y="3229"/>
                  <a:pt x="47712" y="13180"/>
                  <a:pt x="42819" y="31632"/>
                </a:cubicBezTo>
                <a:cubicBezTo>
                  <a:pt x="37653" y="51139"/>
                  <a:pt x="35071" y="61090"/>
                  <a:pt x="35071" y="61485"/>
                </a:cubicBezTo>
                <a:cubicBezTo>
                  <a:pt x="35071" y="61749"/>
                  <a:pt x="35546" y="61419"/>
                  <a:pt x="36498" y="60497"/>
                </a:cubicBezTo>
                <a:cubicBezTo>
                  <a:pt x="44790" y="53379"/>
                  <a:pt x="53625" y="49821"/>
                  <a:pt x="63005" y="49821"/>
                </a:cubicBezTo>
                <a:cubicBezTo>
                  <a:pt x="70345" y="49821"/>
                  <a:pt x="76258" y="51600"/>
                  <a:pt x="80744" y="55159"/>
                </a:cubicBezTo>
                <a:cubicBezTo>
                  <a:pt x="85230" y="58717"/>
                  <a:pt x="87541" y="63923"/>
                  <a:pt x="87677" y="70777"/>
                </a:cubicBezTo>
                <a:cubicBezTo>
                  <a:pt x="87677" y="77499"/>
                  <a:pt x="85094" y="87911"/>
                  <a:pt x="79928" y="102014"/>
                </a:cubicBezTo>
                <a:cubicBezTo>
                  <a:pt x="74763" y="116117"/>
                  <a:pt x="72180" y="124552"/>
                  <a:pt x="72180" y="127320"/>
                </a:cubicBezTo>
                <a:cubicBezTo>
                  <a:pt x="72316" y="129165"/>
                  <a:pt x="72656" y="130417"/>
                  <a:pt x="73200" y="131076"/>
                </a:cubicBezTo>
                <a:cubicBezTo>
                  <a:pt x="73743" y="131735"/>
                  <a:pt x="74763" y="132064"/>
                  <a:pt x="76258" y="132064"/>
                </a:cubicBezTo>
                <a:cubicBezTo>
                  <a:pt x="80064" y="132064"/>
                  <a:pt x="83599" y="130087"/>
                  <a:pt x="86861" y="126133"/>
                </a:cubicBezTo>
                <a:cubicBezTo>
                  <a:pt x="90123" y="122179"/>
                  <a:pt x="92774" y="116776"/>
                  <a:pt x="94813" y="109922"/>
                </a:cubicBezTo>
                <a:cubicBezTo>
                  <a:pt x="95221" y="108472"/>
                  <a:pt x="95629" y="107615"/>
                  <a:pt x="96036" y="107352"/>
                </a:cubicBezTo>
                <a:cubicBezTo>
                  <a:pt x="96444" y="107088"/>
                  <a:pt x="97532" y="106956"/>
                  <a:pt x="99299" y="106956"/>
                </a:cubicBezTo>
                <a:cubicBezTo>
                  <a:pt x="102017" y="106956"/>
                  <a:pt x="103377" y="107484"/>
                  <a:pt x="103377" y="108538"/>
                </a:cubicBezTo>
                <a:cubicBezTo>
                  <a:pt x="103377" y="108670"/>
                  <a:pt x="103105" y="109658"/>
                  <a:pt x="102561" y="111504"/>
                </a:cubicBezTo>
                <a:cubicBezTo>
                  <a:pt x="100386" y="119280"/>
                  <a:pt x="96920" y="125672"/>
                  <a:pt x="92162" y="130681"/>
                </a:cubicBezTo>
                <a:cubicBezTo>
                  <a:pt x="87541" y="136348"/>
                  <a:pt x="82035" y="139182"/>
                  <a:pt x="75646" y="139182"/>
                </a:cubicBezTo>
                <a:lnTo>
                  <a:pt x="74627" y="139182"/>
                </a:lnTo>
                <a:cubicBezTo>
                  <a:pt x="68238" y="139182"/>
                  <a:pt x="63616" y="137402"/>
                  <a:pt x="60762" y="133844"/>
                </a:cubicBezTo>
                <a:cubicBezTo>
                  <a:pt x="57907" y="130285"/>
                  <a:pt x="56480" y="126529"/>
                  <a:pt x="56480" y="122575"/>
                </a:cubicBezTo>
                <a:cubicBezTo>
                  <a:pt x="56480" y="120466"/>
                  <a:pt x="58927" y="112690"/>
                  <a:pt x="63820" y="99246"/>
                </a:cubicBezTo>
                <a:cubicBezTo>
                  <a:pt x="68714" y="85802"/>
                  <a:pt x="71229" y="75720"/>
                  <a:pt x="71365" y="68998"/>
                </a:cubicBezTo>
                <a:cubicBezTo>
                  <a:pt x="71365" y="61221"/>
                  <a:pt x="68374" y="57333"/>
                  <a:pt x="62393" y="57333"/>
                </a:cubicBezTo>
                <a:lnTo>
                  <a:pt x="61374" y="57333"/>
                </a:lnTo>
                <a:cubicBezTo>
                  <a:pt x="50091" y="57333"/>
                  <a:pt x="40304" y="63792"/>
                  <a:pt x="32012" y="76708"/>
                </a:cubicBezTo>
                <a:lnTo>
                  <a:pt x="30585" y="79278"/>
                </a:lnTo>
                <a:lnTo>
                  <a:pt x="23652" y="105968"/>
                </a:lnTo>
                <a:cubicBezTo>
                  <a:pt x="19302" y="123102"/>
                  <a:pt x="16788" y="132460"/>
                  <a:pt x="16108" y="134041"/>
                </a:cubicBezTo>
                <a:cubicBezTo>
                  <a:pt x="14341" y="137600"/>
                  <a:pt x="11350" y="139379"/>
                  <a:pt x="7136" y="139379"/>
                </a:cubicBezTo>
                <a:cubicBezTo>
                  <a:pt x="5233" y="139379"/>
                  <a:pt x="3602" y="138786"/>
                  <a:pt x="2243" y="137600"/>
                </a:cubicBezTo>
                <a:cubicBezTo>
                  <a:pt x="884" y="136414"/>
                  <a:pt x="136" y="135228"/>
                  <a:pt x="0" y="134041"/>
                </a:cubicBezTo>
                <a:cubicBezTo>
                  <a:pt x="0" y="132196"/>
                  <a:pt x="4962" y="112163"/>
                  <a:pt x="14885" y="73940"/>
                </a:cubicBezTo>
                <a:lnTo>
                  <a:pt x="29973" y="15421"/>
                </a:lnTo>
                <a:cubicBezTo>
                  <a:pt x="29973" y="13707"/>
                  <a:pt x="29497" y="12653"/>
                  <a:pt x="28546" y="12257"/>
                </a:cubicBezTo>
                <a:cubicBezTo>
                  <a:pt x="27594" y="11862"/>
                  <a:pt x="24944" y="11533"/>
                  <a:pt x="20594" y="11269"/>
                </a:cubicBezTo>
                <a:lnTo>
                  <a:pt x="16312" y="11269"/>
                </a:lnTo>
                <a:cubicBezTo>
                  <a:pt x="15496" y="10478"/>
                  <a:pt x="15089" y="9951"/>
                  <a:pt x="15089" y="9687"/>
                </a:cubicBezTo>
                <a:cubicBezTo>
                  <a:pt x="15089" y="9424"/>
                  <a:pt x="15224" y="8172"/>
                  <a:pt x="15496" y="5931"/>
                </a:cubicBezTo>
                <a:cubicBezTo>
                  <a:pt x="16176" y="3427"/>
                  <a:pt x="17060" y="2175"/>
                  <a:pt x="18147" y="21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1" cap="flat">
            <a:solidFill>
              <a:srgbClr val="000000">
                <a:alpha val="12450"/>
              </a:srgbClr>
            </a:solidFill>
            <a:miter/>
          </a:ln>
        </p:spPr>
      </p:sp>
      <p:sp>
        <p:nvSpPr>
          <p:cNvPr id="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339B7B-43F9-4C3B-9EC5-4F6957FE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7816" y="3020668"/>
            <a:ext cx="79656" cy="89690"/>
          </a:xfrm>
          <a:custGeom xmlns:a="http://schemas.openxmlformats.org/drawingml/2006/main">
            <a:pathLst>
              <a:path w="79656" h="89690">
                <a:moveTo>
                  <a:pt x="0" y="54302"/>
                </a:moveTo>
                <a:cubicBezTo>
                  <a:pt x="0" y="46789"/>
                  <a:pt x="1291" y="39936"/>
                  <a:pt x="3874" y="33741"/>
                </a:cubicBezTo>
                <a:cubicBezTo>
                  <a:pt x="6457" y="27546"/>
                  <a:pt x="9787" y="22406"/>
                  <a:pt x="13865" y="18320"/>
                </a:cubicBezTo>
                <a:cubicBezTo>
                  <a:pt x="17943" y="14234"/>
                  <a:pt x="22497" y="10808"/>
                  <a:pt x="27526" y="8040"/>
                </a:cubicBezTo>
                <a:cubicBezTo>
                  <a:pt x="32556" y="5272"/>
                  <a:pt x="37313" y="3229"/>
                  <a:pt x="41799" y="1911"/>
                </a:cubicBezTo>
                <a:cubicBezTo>
                  <a:pt x="46285" y="593"/>
                  <a:pt x="50567" y="0"/>
                  <a:pt x="54645" y="132"/>
                </a:cubicBezTo>
                <a:lnTo>
                  <a:pt x="55257" y="132"/>
                </a:lnTo>
                <a:cubicBezTo>
                  <a:pt x="61374" y="132"/>
                  <a:pt x="66675" y="1582"/>
                  <a:pt x="71161" y="4481"/>
                </a:cubicBezTo>
                <a:cubicBezTo>
                  <a:pt x="75646" y="7381"/>
                  <a:pt x="77889" y="11664"/>
                  <a:pt x="77889" y="17332"/>
                </a:cubicBezTo>
                <a:cubicBezTo>
                  <a:pt x="77889" y="29194"/>
                  <a:pt x="70345" y="36970"/>
                  <a:pt x="55257" y="40661"/>
                </a:cubicBezTo>
                <a:cubicBezTo>
                  <a:pt x="48596" y="42374"/>
                  <a:pt x="39488" y="43297"/>
                  <a:pt x="27934" y="43428"/>
                </a:cubicBezTo>
                <a:cubicBezTo>
                  <a:pt x="22905" y="43428"/>
                  <a:pt x="20322" y="43560"/>
                  <a:pt x="20186" y="43824"/>
                </a:cubicBezTo>
                <a:cubicBezTo>
                  <a:pt x="20186" y="44087"/>
                  <a:pt x="19778" y="46394"/>
                  <a:pt x="18963" y="50743"/>
                </a:cubicBezTo>
                <a:cubicBezTo>
                  <a:pt x="18147" y="55093"/>
                  <a:pt x="17671" y="58915"/>
                  <a:pt x="17535" y="62210"/>
                </a:cubicBezTo>
                <a:cubicBezTo>
                  <a:pt x="17535" y="68405"/>
                  <a:pt x="18963" y="73281"/>
                  <a:pt x="21817" y="76840"/>
                </a:cubicBezTo>
                <a:cubicBezTo>
                  <a:pt x="24672" y="80399"/>
                  <a:pt x="28954" y="82244"/>
                  <a:pt x="34663" y="82376"/>
                </a:cubicBezTo>
                <a:cubicBezTo>
                  <a:pt x="40372" y="82507"/>
                  <a:pt x="46693" y="81255"/>
                  <a:pt x="53625" y="78619"/>
                </a:cubicBezTo>
                <a:cubicBezTo>
                  <a:pt x="60558" y="75983"/>
                  <a:pt x="66811" y="71634"/>
                  <a:pt x="72384" y="65571"/>
                </a:cubicBezTo>
                <a:cubicBezTo>
                  <a:pt x="73607" y="64253"/>
                  <a:pt x="74423" y="63594"/>
                  <a:pt x="74831" y="63594"/>
                </a:cubicBezTo>
                <a:cubicBezTo>
                  <a:pt x="75375" y="63594"/>
                  <a:pt x="76258" y="64187"/>
                  <a:pt x="77482" y="65373"/>
                </a:cubicBezTo>
                <a:cubicBezTo>
                  <a:pt x="78705" y="66559"/>
                  <a:pt x="79385" y="67482"/>
                  <a:pt x="79521" y="68141"/>
                </a:cubicBezTo>
                <a:cubicBezTo>
                  <a:pt x="79656" y="68800"/>
                  <a:pt x="79045" y="69854"/>
                  <a:pt x="77685" y="71304"/>
                </a:cubicBezTo>
                <a:cubicBezTo>
                  <a:pt x="76326" y="72754"/>
                  <a:pt x="74287" y="74533"/>
                  <a:pt x="71568" y="76642"/>
                </a:cubicBezTo>
                <a:cubicBezTo>
                  <a:pt x="68850" y="78751"/>
                  <a:pt x="65723" y="80794"/>
                  <a:pt x="62189" y="82771"/>
                </a:cubicBezTo>
                <a:cubicBezTo>
                  <a:pt x="58655" y="84748"/>
                  <a:pt x="54373" y="86395"/>
                  <a:pt x="49344" y="87713"/>
                </a:cubicBezTo>
                <a:cubicBezTo>
                  <a:pt x="44314" y="89031"/>
                  <a:pt x="39149" y="89690"/>
                  <a:pt x="33847" y="89690"/>
                </a:cubicBezTo>
                <a:cubicBezTo>
                  <a:pt x="23109" y="89690"/>
                  <a:pt x="14817" y="86198"/>
                  <a:pt x="8972" y="79212"/>
                </a:cubicBezTo>
                <a:cubicBezTo>
                  <a:pt x="3126" y="72227"/>
                  <a:pt x="136" y="63923"/>
                  <a:pt x="0" y="54302"/>
                </a:cubicBezTo>
                <a:close/>
                <a:moveTo>
                  <a:pt x="68102" y="17727"/>
                </a:moveTo>
                <a:cubicBezTo>
                  <a:pt x="67287" y="10874"/>
                  <a:pt x="62665" y="7447"/>
                  <a:pt x="54237" y="7447"/>
                </a:cubicBezTo>
                <a:cubicBezTo>
                  <a:pt x="49751" y="7447"/>
                  <a:pt x="45605" y="8369"/>
                  <a:pt x="41799" y="10215"/>
                </a:cubicBezTo>
                <a:cubicBezTo>
                  <a:pt x="37993" y="12060"/>
                  <a:pt x="34935" y="14300"/>
                  <a:pt x="32624" y="16936"/>
                </a:cubicBezTo>
                <a:cubicBezTo>
                  <a:pt x="30313" y="19572"/>
                  <a:pt x="28342" y="22274"/>
                  <a:pt x="26711" y="25042"/>
                </a:cubicBezTo>
                <a:cubicBezTo>
                  <a:pt x="25080" y="27810"/>
                  <a:pt x="23992" y="30182"/>
                  <a:pt x="23448" y="32159"/>
                </a:cubicBezTo>
                <a:cubicBezTo>
                  <a:pt x="22905" y="34136"/>
                  <a:pt x="22565" y="35389"/>
                  <a:pt x="22429" y="35916"/>
                </a:cubicBezTo>
                <a:cubicBezTo>
                  <a:pt x="22429" y="36048"/>
                  <a:pt x="23788" y="36113"/>
                  <a:pt x="26507" y="36113"/>
                </a:cubicBezTo>
                <a:cubicBezTo>
                  <a:pt x="41867" y="36113"/>
                  <a:pt x="52606" y="34532"/>
                  <a:pt x="58723" y="31369"/>
                </a:cubicBezTo>
                <a:cubicBezTo>
                  <a:pt x="64840" y="28205"/>
                  <a:pt x="67966" y="23658"/>
                  <a:pt x="68102" y="177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D407C7-8DEF-466B-8840-D166347E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7816" y="3020668"/>
            <a:ext cx="79656" cy="89690"/>
          </a:xfrm>
          <a:custGeom xmlns:a="http://schemas.openxmlformats.org/drawingml/2006/main">
            <a:pathLst>
              <a:path w="79656" h="89690" fill="none">
                <a:moveTo>
                  <a:pt x="0" y="54302"/>
                </a:moveTo>
                <a:cubicBezTo>
                  <a:pt x="0" y="46789"/>
                  <a:pt x="1291" y="39936"/>
                  <a:pt x="3874" y="33741"/>
                </a:cubicBezTo>
                <a:cubicBezTo>
                  <a:pt x="6457" y="27546"/>
                  <a:pt x="9787" y="22406"/>
                  <a:pt x="13865" y="18320"/>
                </a:cubicBezTo>
                <a:cubicBezTo>
                  <a:pt x="17943" y="14234"/>
                  <a:pt x="22497" y="10808"/>
                  <a:pt x="27526" y="8040"/>
                </a:cubicBezTo>
                <a:cubicBezTo>
                  <a:pt x="32556" y="5272"/>
                  <a:pt x="37313" y="3229"/>
                  <a:pt x="41799" y="1911"/>
                </a:cubicBezTo>
                <a:cubicBezTo>
                  <a:pt x="46285" y="593"/>
                  <a:pt x="50567" y="0"/>
                  <a:pt x="54645" y="132"/>
                </a:cubicBezTo>
                <a:lnTo>
                  <a:pt x="55257" y="132"/>
                </a:lnTo>
                <a:cubicBezTo>
                  <a:pt x="61374" y="132"/>
                  <a:pt x="66675" y="1582"/>
                  <a:pt x="71161" y="4481"/>
                </a:cubicBezTo>
                <a:cubicBezTo>
                  <a:pt x="75646" y="7381"/>
                  <a:pt x="77889" y="11664"/>
                  <a:pt x="77889" y="17332"/>
                </a:cubicBezTo>
                <a:cubicBezTo>
                  <a:pt x="77889" y="29194"/>
                  <a:pt x="70345" y="36970"/>
                  <a:pt x="55257" y="40661"/>
                </a:cubicBezTo>
                <a:cubicBezTo>
                  <a:pt x="48596" y="42374"/>
                  <a:pt x="39488" y="43297"/>
                  <a:pt x="27934" y="43428"/>
                </a:cubicBezTo>
                <a:cubicBezTo>
                  <a:pt x="22905" y="43428"/>
                  <a:pt x="20322" y="43560"/>
                  <a:pt x="20186" y="43824"/>
                </a:cubicBezTo>
                <a:cubicBezTo>
                  <a:pt x="20186" y="44087"/>
                  <a:pt x="19778" y="46394"/>
                  <a:pt x="18963" y="50743"/>
                </a:cubicBezTo>
                <a:cubicBezTo>
                  <a:pt x="18147" y="55093"/>
                  <a:pt x="17671" y="58915"/>
                  <a:pt x="17535" y="62210"/>
                </a:cubicBezTo>
                <a:cubicBezTo>
                  <a:pt x="17535" y="68405"/>
                  <a:pt x="18963" y="73281"/>
                  <a:pt x="21817" y="76840"/>
                </a:cubicBezTo>
                <a:cubicBezTo>
                  <a:pt x="24672" y="80399"/>
                  <a:pt x="28954" y="82244"/>
                  <a:pt x="34663" y="82376"/>
                </a:cubicBezTo>
                <a:cubicBezTo>
                  <a:pt x="40372" y="82507"/>
                  <a:pt x="46693" y="81255"/>
                  <a:pt x="53625" y="78619"/>
                </a:cubicBezTo>
                <a:cubicBezTo>
                  <a:pt x="60558" y="75983"/>
                  <a:pt x="66811" y="71634"/>
                  <a:pt x="72384" y="65571"/>
                </a:cubicBezTo>
                <a:cubicBezTo>
                  <a:pt x="73607" y="64253"/>
                  <a:pt x="74423" y="63594"/>
                  <a:pt x="74831" y="63594"/>
                </a:cubicBezTo>
                <a:cubicBezTo>
                  <a:pt x="75375" y="63594"/>
                  <a:pt x="76258" y="64187"/>
                  <a:pt x="77482" y="65373"/>
                </a:cubicBezTo>
                <a:cubicBezTo>
                  <a:pt x="78705" y="66559"/>
                  <a:pt x="79385" y="67482"/>
                  <a:pt x="79521" y="68141"/>
                </a:cubicBezTo>
                <a:cubicBezTo>
                  <a:pt x="79656" y="68800"/>
                  <a:pt x="79045" y="69854"/>
                  <a:pt x="77685" y="71304"/>
                </a:cubicBezTo>
                <a:cubicBezTo>
                  <a:pt x="76326" y="72754"/>
                  <a:pt x="74287" y="74533"/>
                  <a:pt x="71568" y="76642"/>
                </a:cubicBezTo>
                <a:cubicBezTo>
                  <a:pt x="68850" y="78751"/>
                  <a:pt x="65723" y="80794"/>
                  <a:pt x="62189" y="82771"/>
                </a:cubicBezTo>
                <a:cubicBezTo>
                  <a:pt x="58655" y="84748"/>
                  <a:pt x="54373" y="86395"/>
                  <a:pt x="49344" y="87713"/>
                </a:cubicBezTo>
                <a:cubicBezTo>
                  <a:pt x="44314" y="89031"/>
                  <a:pt x="39149" y="89690"/>
                  <a:pt x="33847" y="89690"/>
                </a:cubicBezTo>
                <a:cubicBezTo>
                  <a:pt x="23109" y="89690"/>
                  <a:pt x="14817" y="86198"/>
                  <a:pt x="8972" y="79212"/>
                </a:cubicBezTo>
                <a:cubicBezTo>
                  <a:pt x="3126" y="72227"/>
                  <a:pt x="136" y="63923"/>
                  <a:pt x="0" y="54302"/>
                </a:cubicBezTo>
                <a:close/>
                <a:moveTo>
                  <a:pt x="68102" y="17727"/>
                </a:moveTo>
                <a:cubicBezTo>
                  <a:pt x="67287" y="10874"/>
                  <a:pt x="62665" y="7447"/>
                  <a:pt x="54237" y="7447"/>
                </a:cubicBezTo>
                <a:cubicBezTo>
                  <a:pt x="49751" y="7447"/>
                  <a:pt x="45605" y="8369"/>
                  <a:pt x="41799" y="10215"/>
                </a:cubicBezTo>
                <a:cubicBezTo>
                  <a:pt x="37993" y="12060"/>
                  <a:pt x="34935" y="14300"/>
                  <a:pt x="32624" y="16936"/>
                </a:cubicBezTo>
                <a:cubicBezTo>
                  <a:pt x="30313" y="19572"/>
                  <a:pt x="28342" y="22274"/>
                  <a:pt x="26711" y="25042"/>
                </a:cubicBezTo>
                <a:cubicBezTo>
                  <a:pt x="25080" y="27810"/>
                  <a:pt x="23992" y="30182"/>
                  <a:pt x="23448" y="32159"/>
                </a:cubicBezTo>
                <a:cubicBezTo>
                  <a:pt x="22905" y="34136"/>
                  <a:pt x="22565" y="35389"/>
                  <a:pt x="22429" y="35916"/>
                </a:cubicBezTo>
                <a:cubicBezTo>
                  <a:pt x="22429" y="36048"/>
                  <a:pt x="23788" y="36113"/>
                  <a:pt x="26507" y="36113"/>
                </a:cubicBezTo>
                <a:cubicBezTo>
                  <a:pt x="41867" y="36113"/>
                  <a:pt x="52606" y="34532"/>
                  <a:pt x="58723" y="31369"/>
                </a:cubicBezTo>
                <a:cubicBezTo>
                  <a:pt x="64840" y="28205"/>
                  <a:pt x="67966" y="23658"/>
                  <a:pt x="68102" y="1772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1" cap="flat">
            <a:solidFill>
              <a:srgbClr val="000000">
                <a:alpha val="12450"/>
              </a:srgbClr>
            </a:solidFill>
            <a:miter/>
          </a:ln>
        </p:spPr>
      </p:sp>
      <p:sp>
        <p:nvSpPr>
          <p:cNvPr id="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FDC76B-913F-489F-A7AC-92665248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9162" y="3020536"/>
            <a:ext cx="83395" cy="89822"/>
          </a:xfrm>
          <a:custGeom xmlns:a="http://schemas.openxmlformats.org/drawingml/2006/main">
            <a:pathLst>
              <a:path w="83395" h="89822">
                <a:moveTo>
                  <a:pt x="0" y="30907"/>
                </a:moveTo>
                <a:cubicBezTo>
                  <a:pt x="136" y="30512"/>
                  <a:pt x="272" y="29985"/>
                  <a:pt x="408" y="29326"/>
                </a:cubicBezTo>
                <a:cubicBezTo>
                  <a:pt x="544" y="28667"/>
                  <a:pt x="884" y="27217"/>
                  <a:pt x="1427" y="24976"/>
                </a:cubicBezTo>
                <a:cubicBezTo>
                  <a:pt x="1971" y="22736"/>
                  <a:pt x="2651" y="20693"/>
                  <a:pt x="3466" y="18848"/>
                </a:cubicBezTo>
                <a:cubicBezTo>
                  <a:pt x="4282" y="17002"/>
                  <a:pt x="5301" y="14828"/>
                  <a:pt x="6525" y="12323"/>
                </a:cubicBezTo>
                <a:cubicBezTo>
                  <a:pt x="7748" y="9819"/>
                  <a:pt x="9107" y="7842"/>
                  <a:pt x="10603" y="6392"/>
                </a:cubicBezTo>
                <a:cubicBezTo>
                  <a:pt x="12098" y="4943"/>
                  <a:pt x="13865" y="3493"/>
                  <a:pt x="15904" y="2043"/>
                </a:cubicBezTo>
                <a:cubicBezTo>
                  <a:pt x="17943" y="593"/>
                  <a:pt x="20186" y="0"/>
                  <a:pt x="22633" y="264"/>
                </a:cubicBezTo>
                <a:cubicBezTo>
                  <a:pt x="26575" y="264"/>
                  <a:pt x="30041" y="1054"/>
                  <a:pt x="33032" y="2636"/>
                </a:cubicBezTo>
                <a:cubicBezTo>
                  <a:pt x="36022" y="4218"/>
                  <a:pt x="38129" y="5667"/>
                  <a:pt x="39352" y="6985"/>
                </a:cubicBezTo>
                <a:cubicBezTo>
                  <a:pt x="40576" y="8303"/>
                  <a:pt x="41324" y="9621"/>
                  <a:pt x="41595" y="10939"/>
                </a:cubicBezTo>
                <a:cubicBezTo>
                  <a:pt x="41867" y="11730"/>
                  <a:pt x="42071" y="12126"/>
                  <a:pt x="42207" y="12126"/>
                </a:cubicBezTo>
                <a:cubicBezTo>
                  <a:pt x="42343" y="12126"/>
                  <a:pt x="42887" y="11664"/>
                  <a:pt x="43838" y="10742"/>
                </a:cubicBezTo>
                <a:cubicBezTo>
                  <a:pt x="50363" y="3888"/>
                  <a:pt x="57907" y="461"/>
                  <a:pt x="66471" y="461"/>
                </a:cubicBezTo>
                <a:lnTo>
                  <a:pt x="67083" y="461"/>
                </a:lnTo>
                <a:cubicBezTo>
                  <a:pt x="73607" y="461"/>
                  <a:pt x="78501" y="3163"/>
                  <a:pt x="81763" y="8567"/>
                </a:cubicBezTo>
                <a:cubicBezTo>
                  <a:pt x="82851" y="11071"/>
                  <a:pt x="83395" y="13510"/>
                  <a:pt x="83395" y="15882"/>
                </a:cubicBezTo>
                <a:cubicBezTo>
                  <a:pt x="83395" y="19836"/>
                  <a:pt x="82511" y="22999"/>
                  <a:pt x="80744" y="25372"/>
                </a:cubicBezTo>
                <a:cubicBezTo>
                  <a:pt x="78977" y="27744"/>
                  <a:pt x="77210" y="29260"/>
                  <a:pt x="75443" y="29919"/>
                </a:cubicBezTo>
                <a:cubicBezTo>
                  <a:pt x="73675" y="30578"/>
                  <a:pt x="71976" y="30841"/>
                  <a:pt x="70345" y="30710"/>
                </a:cubicBezTo>
                <a:cubicBezTo>
                  <a:pt x="67626" y="30710"/>
                  <a:pt x="65452" y="29985"/>
                  <a:pt x="63820" y="28535"/>
                </a:cubicBezTo>
                <a:cubicBezTo>
                  <a:pt x="62189" y="27085"/>
                  <a:pt x="61374" y="25174"/>
                  <a:pt x="61374" y="22802"/>
                </a:cubicBezTo>
                <a:cubicBezTo>
                  <a:pt x="61374" y="16475"/>
                  <a:pt x="65180" y="12257"/>
                  <a:pt x="72792" y="10149"/>
                </a:cubicBezTo>
                <a:cubicBezTo>
                  <a:pt x="69801" y="8435"/>
                  <a:pt x="67355" y="7579"/>
                  <a:pt x="65452" y="7579"/>
                </a:cubicBezTo>
                <a:cubicBezTo>
                  <a:pt x="57839" y="7579"/>
                  <a:pt x="50839" y="12455"/>
                  <a:pt x="44450" y="22208"/>
                </a:cubicBezTo>
                <a:cubicBezTo>
                  <a:pt x="43091" y="24317"/>
                  <a:pt x="42071" y="26492"/>
                  <a:pt x="41391" y="28733"/>
                </a:cubicBezTo>
                <a:cubicBezTo>
                  <a:pt x="40712" y="30973"/>
                  <a:pt x="38401" y="39738"/>
                  <a:pt x="34459" y="55027"/>
                </a:cubicBezTo>
                <a:cubicBezTo>
                  <a:pt x="29837" y="73479"/>
                  <a:pt x="27187" y="83298"/>
                  <a:pt x="26507" y="84484"/>
                </a:cubicBezTo>
                <a:cubicBezTo>
                  <a:pt x="24740" y="88043"/>
                  <a:pt x="21817" y="89822"/>
                  <a:pt x="17739" y="89822"/>
                </a:cubicBezTo>
                <a:cubicBezTo>
                  <a:pt x="15972" y="89822"/>
                  <a:pt x="14545" y="89427"/>
                  <a:pt x="13457" y="88636"/>
                </a:cubicBezTo>
                <a:cubicBezTo>
                  <a:pt x="12370" y="87845"/>
                  <a:pt x="11622" y="87054"/>
                  <a:pt x="11214" y="86264"/>
                </a:cubicBezTo>
                <a:cubicBezTo>
                  <a:pt x="10807" y="85473"/>
                  <a:pt x="10671" y="84814"/>
                  <a:pt x="10807" y="84287"/>
                </a:cubicBezTo>
                <a:cubicBezTo>
                  <a:pt x="10807" y="82573"/>
                  <a:pt x="13525" y="71238"/>
                  <a:pt x="18963" y="50282"/>
                </a:cubicBezTo>
                <a:cubicBezTo>
                  <a:pt x="24400" y="29326"/>
                  <a:pt x="27119" y="17661"/>
                  <a:pt x="27119" y="15289"/>
                </a:cubicBezTo>
                <a:cubicBezTo>
                  <a:pt x="27119" y="10149"/>
                  <a:pt x="25351" y="7579"/>
                  <a:pt x="21817" y="7579"/>
                </a:cubicBezTo>
                <a:cubicBezTo>
                  <a:pt x="18963" y="7579"/>
                  <a:pt x="16516" y="9424"/>
                  <a:pt x="14477" y="13114"/>
                </a:cubicBezTo>
                <a:cubicBezTo>
                  <a:pt x="12438" y="16805"/>
                  <a:pt x="10807" y="20825"/>
                  <a:pt x="9583" y="25174"/>
                </a:cubicBezTo>
                <a:cubicBezTo>
                  <a:pt x="8360" y="29523"/>
                  <a:pt x="7612" y="31896"/>
                  <a:pt x="7340" y="32291"/>
                </a:cubicBezTo>
                <a:cubicBezTo>
                  <a:pt x="7068" y="32555"/>
                  <a:pt x="5981" y="32687"/>
                  <a:pt x="4078" y="32687"/>
                </a:cubicBezTo>
                <a:lnTo>
                  <a:pt x="1223" y="32687"/>
                </a:lnTo>
                <a:cubicBezTo>
                  <a:pt x="408" y="31896"/>
                  <a:pt x="0" y="31303"/>
                  <a:pt x="0" y="309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9E4FA9-BDCF-4B2F-86A5-7A80B5C6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9162" y="3020536"/>
            <a:ext cx="83395" cy="89822"/>
          </a:xfrm>
          <a:custGeom xmlns:a="http://schemas.openxmlformats.org/drawingml/2006/main">
            <a:pathLst>
              <a:path w="83395" h="89822" fill="none">
                <a:moveTo>
                  <a:pt x="0" y="30907"/>
                </a:moveTo>
                <a:cubicBezTo>
                  <a:pt x="136" y="30512"/>
                  <a:pt x="272" y="29985"/>
                  <a:pt x="408" y="29326"/>
                </a:cubicBezTo>
                <a:cubicBezTo>
                  <a:pt x="544" y="28667"/>
                  <a:pt x="884" y="27217"/>
                  <a:pt x="1427" y="24976"/>
                </a:cubicBezTo>
                <a:cubicBezTo>
                  <a:pt x="1971" y="22736"/>
                  <a:pt x="2651" y="20693"/>
                  <a:pt x="3466" y="18848"/>
                </a:cubicBezTo>
                <a:cubicBezTo>
                  <a:pt x="4282" y="17002"/>
                  <a:pt x="5301" y="14828"/>
                  <a:pt x="6525" y="12323"/>
                </a:cubicBezTo>
                <a:cubicBezTo>
                  <a:pt x="7748" y="9819"/>
                  <a:pt x="9107" y="7842"/>
                  <a:pt x="10603" y="6392"/>
                </a:cubicBezTo>
                <a:cubicBezTo>
                  <a:pt x="12098" y="4943"/>
                  <a:pt x="13865" y="3493"/>
                  <a:pt x="15904" y="2043"/>
                </a:cubicBezTo>
                <a:cubicBezTo>
                  <a:pt x="17943" y="593"/>
                  <a:pt x="20186" y="0"/>
                  <a:pt x="22633" y="264"/>
                </a:cubicBezTo>
                <a:cubicBezTo>
                  <a:pt x="26575" y="264"/>
                  <a:pt x="30041" y="1054"/>
                  <a:pt x="33032" y="2636"/>
                </a:cubicBezTo>
                <a:cubicBezTo>
                  <a:pt x="36022" y="4218"/>
                  <a:pt x="38129" y="5667"/>
                  <a:pt x="39352" y="6985"/>
                </a:cubicBezTo>
                <a:cubicBezTo>
                  <a:pt x="40576" y="8303"/>
                  <a:pt x="41324" y="9621"/>
                  <a:pt x="41595" y="10939"/>
                </a:cubicBezTo>
                <a:cubicBezTo>
                  <a:pt x="41867" y="11730"/>
                  <a:pt x="42071" y="12126"/>
                  <a:pt x="42207" y="12126"/>
                </a:cubicBezTo>
                <a:cubicBezTo>
                  <a:pt x="42343" y="12126"/>
                  <a:pt x="42887" y="11664"/>
                  <a:pt x="43838" y="10742"/>
                </a:cubicBezTo>
                <a:cubicBezTo>
                  <a:pt x="50363" y="3888"/>
                  <a:pt x="57907" y="461"/>
                  <a:pt x="66471" y="461"/>
                </a:cubicBezTo>
                <a:lnTo>
                  <a:pt x="67083" y="461"/>
                </a:lnTo>
                <a:cubicBezTo>
                  <a:pt x="73607" y="461"/>
                  <a:pt x="78501" y="3163"/>
                  <a:pt x="81763" y="8567"/>
                </a:cubicBezTo>
                <a:cubicBezTo>
                  <a:pt x="82851" y="11071"/>
                  <a:pt x="83395" y="13510"/>
                  <a:pt x="83395" y="15882"/>
                </a:cubicBezTo>
                <a:cubicBezTo>
                  <a:pt x="83395" y="19836"/>
                  <a:pt x="82511" y="22999"/>
                  <a:pt x="80744" y="25372"/>
                </a:cubicBezTo>
                <a:cubicBezTo>
                  <a:pt x="78977" y="27744"/>
                  <a:pt x="77210" y="29260"/>
                  <a:pt x="75443" y="29919"/>
                </a:cubicBezTo>
                <a:cubicBezTo>
                  <a:pt x="73675" y="30578"/>
                  <a:pt x="71976" y="30841"/>
                  <a:pt x="70345" y="30710"/>
                </a:cubicBezTo>
                <a:cubicBezTo>
                  <a:pt x="67626" y="30710"/>
                  <a:pt x="65452" y="29985"/>
                  <a:pt x="63820" y="28535"/>
                </a:cubicBezTo>
                <a:cubicBezTo>
                  <a:pt x="62189" y="27085"/>
                  <a:pt x="61374" y="25174"/>
                  <a:pt x="61374" y="22802"/>
                </a:cubicBezTo>
                <a:cubicBezTo>
                  <a:pt x="61374" y="16475"/>
                  <a:pt x="65180" y="12257"/>
                  <a:pt x="72792" y="10149"/>
                </a:cubicBezTo>
                <a:cubicBezTo>
                  <a:pt x="69801" y="8435"/>
                  <a:pt x="67355" y="7579"/>
                  <a:pt x="65452" y="7579"/>
                </a:cubicBezTo>
                <a:cubicBezTo>
                  <a:pt x="57839" y="7579"/>
                  <a:pt x="50839" y="12455"/>
                  <a:pt x="44450" y="22208"/>
                </a:cubicBezTo>
                <a:cubicBezTo>
                  <a:pt x="43091" y="24317"/>
                  <a:pt x="42071" y="26492"/>
                  <a:pt x="41391" y="28733"/>
                </a:cubicBezTo>
                <a:cubicBezTo>
                  <a:pt x="40712" y="30973"/>
                  <a:pt x="38401" y="39738"/>
                  <a:pt x="34459" y="55027"/>
                </a:cubicBezTo>
                <a:cubicBezTo>
                  <a:pt x="29837" y="73479"/>
                  <a:pt x="27187" y="83298"/>
                  <a:pt x="26507" y="84484"/>
                </a:cubicBezTo>
                <a:cubicBezTo>
                  <a:pt x="24740" y="88043"/>
                  <a:pt x="21817" y="89822"/>
                  <a:pt x="17739" y="89822"/>
                </a:cubicBezTo>
                <a:cubicBezTo>
                  <a:pt x="15972" y="89822"/>
                  <a:pt x="14545" y="89427"/>
                  <a:pt x="13457" y="88636"/>
                </a:cubicBezTo>
                <a:cubicBezTo>
                  <a:pt x="12370" y="87845"/>
                  <a:pt x="11622" y="87054"/>
                  <a:pt x="11214" y="86264"/>
                </a:cubicBezTo>
                <a:cubicBezTo>
                  <a:pt x="10807" y="85473"/>
                  <a:pt x="10671" y="84814"/>
                  <a:pt x="10807" y="84287"/>
                </a:cubicBezTo>
                <a:cubicBezTo>
                  <a:pt x="10807" y="82573"/>
                  <a:pt x="13525" y="71238"/>
                  <a:pt x="18963" y="50282"/>
                </a:cubicBezTo>
                <a:cubicBezTo>
                  <a:pt x="24400" y="29326"/>
                  <a:pt x="27119" y="17661"/>
                  <a:pt x="27119" y="15289"/>
                </a:cubicBezTo>
                <a:cubicBezTo>
                  <a:pt x="27119" y="10149"/>
                  <a:pt x="25351" y="7579"/>
                  <a:pt x="21817" y="7579"/>
                </a:cubicBezTo>
                <a:cubicBezTo>
                  <a:pt x="18963" y="7579"/>
                  <a:pt x="16516" y="9424"/>
                  <a:pt x="14477" y="13114"/>
                </a:cubicBezTo>
                <a:cubicBezTo>
                  <a:pt x="12438" y="16805"/>
                  <a:pt x="10807" y="20825"/>
                  <a:pt x="9583" y="25174"/>
                </a:cubicBezTo>
                <a:cubicBezTo>
                  <a:pt x="8360" y="29523"/>
                  <a:pt x="7612" y="31896"/>
                  <a:pt x="7340" y="32291"/>
                </a:cubicBezTo>
                <a:cubicBezTo>
                  <a:pt x="7068" y="32555"/>
                  <a:pt x="5981" y="32687"/>
                  <a:pt x="4078" y="32687"/>
                </a:cubicBezTo>
                <a:lnTo>
                  <a:pt x="1223" y="32687"/>
                </a:lnTo>
                <a:cubicBezTo>
                  <a:pt x="408" y="31896"/>
                  <a:pt x="0" y="31303"/>
                  <a:pt x="0" y="3090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1" cap="flat">
            <a:solidFill>
              <a:srgbClr val="000000">
                <a:alpha val="12450"/>
              </a:srgbClr>
            </a:solidFill>
            <a:miter/>
          </a:ln>
        </p:spPr>
      </p:sp>
      <p:sp>
        <p:nvSpPr>
          <p:cNvPr id="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F4E32F-EB21-404E-8756-314840F4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006" y="2959908"/>
            <a:ext cx="48732" cy="197701"/>
          </a:xfrm>
          <a:custGeom xmlns:a="http://schemas.openxmlformats.org/drawingml/2006/main">
            <a:pathLst>
              <a:path w="48732" h="197701">
                <a:moveTo>
                  <a:pt x="0" y="98851"/>
                </a:moveTo>
                <a:cubicBezTo>
                  <a:pt x="0" y="89756"/>
                  <a:pt x="680" y="81123"/>
                  <a:pt x="2039" y="72952"/>
                </a:cubicBezTo>
                <a:cubicBezTo>
                  <a:pt x="3398" y="64780"/>
                  <a:pt x="4962" y="57729"/>
                  <a:pt x="6729" y="51798"/>
                </a:cubicBezTo>
                <a:cubicBezTo>
                  <a:pt x="8496" y="45867"/>
                  <a:pt x="11011" y="40067"/>
                  <a:pt x="14273" y="34400"/>
                </a:cubicBezTo>
                <a:cubicBezTo>
                  <a:pt x="17535" y="28733"/>
                  <a:pt x="20118" y="24317"/>
                  <a:pt x="22021" y="21154"/>
                </a:cubicBezTo>
                <a:cubicBezTo>
                  <a:pt x="23924" y="17991"/>
                  <a:pt x="26779" y="14564"/>
                  <a:pt x="30585" y="10874"/>
                </a:cubicBezTo>
                <a:cubicBezTo>
                  <a:pt x="34391" y="7183"/>
                  <a:pt x="36634" y="4943"/>
                  <a:pt x="37313" y="4152"/>
                </a:cubicBezTo>
                <a:cubicBezTo>
                  <a:pt x="37993" y="3361"/>
                  <a:pt x="39692" y="1977"/>
                  <a:pt x="42411" y="0"/>
                </a:cubicBezTo>
                <a:lnTo>
                  <a:pt x="45062" y="0"/>
                </a:lnTo>
                <a:lnTo>
                  <a:pt x="45877" y="0"/>
                </a:lnTo>
                <a:cubicBezTo>
                  <a:pt x="47780" y="0"/>
                  <a:pt x="48732" y="593"/>
                  <a:pt x="48732" y="1779"/>
                </a:cubicBezTo>
                <a:cubicBezTo>
                  <a:pt x="48732" y="2175"/>
                  <a:pt x="47576" y="3559"/>
                  <a:pt x="45266" y="5931"/>
                </a:cubicBezTo>
                <a:cubicBezTo>
                  <a:pt x="42955" y="8303"/>
                  <a:pt x="40168" y="11796"/>
                  <a:pt x="36906" y="16409"/>
                </a:cubicBezTo>
                <a:cubicBezTo>
                  <a:pt x="33643" y="21022"/>
                  <a:pt x="30313" y="26690"/>
                  <a:pt x="26915" y="33412"/>
                </a:cubicBezTo>
                <a:cubicBezTo>
                  <a:pt x="23516" y="40133"/>
                  <a:pt x="20662" y="49228"/>
                  <a:pt x="18351" y="60694"/>
                </a:cubicBezTo>
                <a:cubicBezTo>
                  <a:pt x="16040" y="72161"/>
                  <a:pt x="14885" y="84880"/>
                  <a:pt x="14885" y="98851"/>
                </a:cubicBezTo>
                <a:cubicBezTo>
                  <a:pt x="14885" y="112822"/>
                  <a:pt x="16040" y="125474"/>
                  <a:pt x="18351" y="136809"/>
                </a:cubicBezTo>
                <a:cubicBezTo>
                  <a:pt x="20662" y="148144"/>
                  <a:pt x="23448" y="157304"/>
                  <a:pt x="26711" y="164290"/>
                </a:cubicBezTo>
                <a:cubicBezTo>
                  <a:pt x="29973" y="171275"/>
                  <a:pt x="33303" y="176943"/>
                  <a:pt x="36702" y="181292"/>
                </a:cubicBezTo>
                <a:cubicBezTo>
                  <a:pt x="40100" y="185642"/>
                  <a:pt x="42955" y="189134"/>
                  <a:pt x="45266" y="191770"/>
                </a:cubicBezTo>
                <a:cubicBezTo>
                  <a:pt x="47576" y="194406"/>
                  <a:pt x="48732" y="195790"/>
                  <a:pt x="48732" y="195922"/>
                </a:cubicBezTo>
                <a:cubicBezTo>
                  <a:pt x="48732" y="197108"/>
                  <a:pt x="47712" y="197701"/>
                  <a:pt x="45673" y="197701"/>
                </a:cubicBezTo>
                <a:lnTo>
                  <a:pt x="45062" y="197701"/>
                </a:lnTo>
                <a:lnTo>
                  <a:pt x="42411" y="197701"/>
                </a:lnTo>
                <a:lnTo>
                  <a:pt x="36702" y="192956"/>
                </a:lnTo>
                <a:cubicBezTo>
                  <a:pt x="23924" y="181753"/>
                  <a:pt x="14613" y="167783"/>
                  <a:pt x="8768" y="151044"/>
                </a:cubicBezTo>
                <a:cubicBezTo>
                  <a:pt x="2923" y="134305"/>
                  <a:pt x="0" y="116907"/>
                  <a:pt x="0" y="988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6AEF76-02EE-411A-AF6A-C3A0EB5E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006" y="2959908"/>
            <a:ext cx="48732" cy="197701"/>
          </a:xfrm>
          <a:custGeom xmlns:a="http://schemas.openxmlformats.org/drawingml/2006/main">
            <a:pathLst>
              <a:path w="48732" h="197701" fill="none">
                <a:moveTo>
                  <a:pt x="0" y="98851"/>
                </a:moveTo>
                <a:cubicBezTo>
                  <a:pt x="0" y="89756"/>
                  <a:pt x="680" y="81123"/>
                  <a:pt x="2039" y="72952"/>
                </a:cubicBezTo>
                <a:cubicBezTo>
                  <a:pt x="3398" y="64780"/>
                  <a:pt x="4962" y="57729"/>
                  <a:pt x="6729" y="51798"/>
                </a:cubicBezTo>
                <a:cubicBezTo>
                  <a:pt x="8496" y="45867"/>
                  <a:pt x="11011" y="40067"/>
                  <a:pt x="14273" y="34400"/>
                </a:cubicBezTo>
                <a:cubicBezTo>
                  <a:pt x="17535" y="28733"/>
                  <a:pt x="20118" y="24317"/>
                  <a:pt x="22021" y="21154"/>
                </a:cubicBezTo>
                <a:cubicBezTo>
                  <a:pt x="23924" y="17991"/>
                  <a:pt x="26779" y="14564"/>
                  <a:pt x="30585" y="10874"/>
                </a:cubicBezTo>
                <a:cubicBezTo>
                  <a:pt x="34391" y="7183"/>
                  <a:pt x="36634" y="4943"/>
                  <a:pt x="37313" y="4152"/>
                </a:cubicBezTo>
                <a:cubicBezTo>
                  <a:pt x="37993" y="3361"/>
                  <a:pt x="39692" y="1977"/>
                  <a:pt x="42411" y="0"/>
                </a:cubicBezTo>
                <a:lnTo>
                  <a:pt x="45062" y="0"/>
                </a:lnTo>
                <a:lnTo>
                  <a:pt x="45877" y="0"/>
                </a:lnTo>
                <a:cubicBezTo>
                  <a:pt x="47780" y="0"/>
                  <a:pt x="48732" y="593"/>
                  <a:pt x="48732" y="1779"/>
                </a:cubicBezTo>
                <a:cubicBezTo>
                  <a:pt x="48732" y="2175"/>
                  <a:pt x="47576" y="3559"/>
                  <a:pt x="45266" y="5931"/>
                </a:cubicBezTo>
                <a:cubicBezTo>
                  <a:pt x="42955" y="8303"/>
                  <a:pt x="40168" y="11796"/>
                  <a:pt x="36906" y="16409"/>
                </a:cubicBezTo>
                <a:cubicBezTo>
                  <a:pt x="33643" y="21022"/>
                  <a:pt x="30313" y="26690"/>
                  <a:pt x="26915" y="33412"/>
                </a:cubicBezTo>
                <a:cubicBezTo>
                  <a:pt x="23516" y="40133"/>
                  <a:pt x="20662" y="49228"/>
                  <a:pt x="18351" y="60694"/>
                </a:cubicBezTo>
                <a:cubicBezTo>
                  <a:pt x="16040" y="72161"/>
                  <a:pt x="14885" y="84880"/>
                  <a:pt x="14885" y="98851"/>
                </a:cubicBezTo>
                <a:cubicBezTo>
                  <a:pt x="14885" y="112822"/>
                  <a:pt x="16040" y="125474"/>
                  <a:pt x="18351" y="136809"/>
                </a:cubicBezTo>
                <a:cubicBezTo>
                  <a:pt x="20662" y="148144"/>
                  <a:pt x="23448" y="157304"/>
                  <a:pt x="26711" y="164290"/>
                </a:cubicBezTo>
                <a:cubicBezTo>
                  <a:pt x="29973" y="171275"/>
                  <a:pt x="33303" y="176943"/>
                  <a:pt x="36702" y="181292"/>
                </a:cubicBezTo>
                <a:cubicBezTo>
                  <a:pt x="40100" y="185642"/>
                  <a:pt x="42955" y="189134"/>
                  <a:pt x="45266" y="191770"/>
                </a:cubicBezTo>
                <a:cubicBezTo>
                  <a:pt x="47576" y="194406"/>
                  <a:pt x="48732" y="195790"/>
                  <a:pt x="48732" y="195922"/>
                </a:cubicBezTo>
                <a:cubicBezTo>
                  <a:pt x="48732" y="197108"/>
                  <a:pt x="47712" y="197701"/>
                  <a:pt x="45673" y="197701"/>
                </a:cubicBezTo>
                <a:lnTo>
                  <a:pt x="45062" y="197701"/>
                </a:lnTo>
                <a:lnTo>
                  <a:pt x="42411" y="197701"/>
                </a:lnTo>
                <a:lnTo>
                  <a:pt x="36702" y="192956"/>
                </a:lnTo>
                <a:cubicBezTo>
                  <a:pt x="23924" y="181753"/>
                  <a:pt x="14613" y="167783"/>
                  <a:pt x="8768" y="151044"/>
                </a:cubicBezTo>
                <a:cubicBezTo>
                  <a:pt x="2923" y="134305"/>
                  <a:pt x="0" y="116907"/>
                  <a:pt x="0" y="9885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1" cap="flat">
            <a:solidFill>
              <a:srgbClr val="000000">
                <a:alpha val="12450"/>
              </a:srgbClr>
            </a:solidFill>
            <a:miter/>
          </a:ln>
        </p:spPr>
      </p:sp>
      <p:sp>
        <p:nvSpPr>
          <p:cNvPr id="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89DB96-7CA1-44E4-96BA-A4279D73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8449" y="2959908"/>
            <a:ext cx="45605" cy="197701"/>
          </a:xfrm>
          <a:custGeom xmlns:a="http://schemas.openxmlformats.org/drawingml/2006/main">
            <a:pathLst>
              <a:path w="45605" h="197701">
                <a:moveTo>
                  <a:pt x="45605" y="194143"/>
                </a:moveTo>
                <a:cubicBezTo>
                  <a:pt x="45469" y="195065"/>
                  <a:pt x="45062" y="195856"/>
                  <a:pt x="44382" y="196515"/>
                </a:cubicBezTo>
                <a:cubicBezTo>
                  <a:pt x="43702" y="197174"/>
                  <a:pt x="42751" y="197569"/>
                  <a:pt x="41527" y="197701"/>
                </a:cubicBezTo>
                <a:cubicBezTo>
                  <a:pt x="40168" y="197701"/>
                  <a:pt x="39013" y="197042"/>
                  <a:pt x="38061" y="195724"/>
                </a:cubicBezTo>
                <a:cubicBezTo>
                  <a:pt x="37653" y="194802"/>
                  <a:pt x="31264" y="178590"/>
                  <a:pt x="18895" y="147090"/>
                </a:cubicBezTo>
                <a:cubicBezTo>
                  <a:pt x="6525" y="115589"/>
                  <a:pt x="272" y="99510"/>
                  <a:pt x="136" y="98851"/>
                </a:cubicBezTo>
                <a:cubicBezTo>
                  <a:pt x="0" y="98192"/>
                  <a:pt x="6185" y="82112"/>
                  <a:pt x="18691" y="50612"/>
                </a:cubicBezTo>
                <a:cubicBezTo>
                  <a:pt x="31197" y="19111"/>
                  <a:pt x="37653" y="2900"/>
                  <a:pt x="38061" y="1977"/>
                </a:cubicBezTo>
                <a:cubicBezTo>
                  <a:pt x="38469" y="1318"/>
                  <a:pt x="39149" y="725"/>
                  <a:pt x="40100" y="198"/>
                </a:cubicBezTo>
                <a:lnTo>
                  <a:pt x="40712" y="0"/>
                </a:lnTo>
                <a:cubicBezTo>
                  <a:pt x="41120" y="0"/>
                  <a:pt x="41391" y="0"/>
                  <a:pt x="41527" y="0"/>
                </a:cubicBezTo>
                <a:cubicBezTo>
                  <a:pt x="43974" y="0"/>
                  <a:pt x="45334" y="1186"/>
                  <a:pt x="45605" y="3559"/>
                </a:cubicBezTo>
                <a:cubicBezTo>
                  <a:pt x="45605" y="4218"/>
                  <a:pt x="39488" y="20231"/>
                  <a:pt x="27254" y="51600"/>
                </a:cubicBezTo>
                <a:cubicBezTo>
                  <a:pt x="14885" y="82837"/>
                  <a:pt x="8700" y="98587"/>
                  <a:pt x="8700" y="98851"/>
                </a:cubicBezTo>
                <a:cubicBezTo>
                  <a:pt x="8700" y="99114"/>
                  <a:pt x="14885" y="114864"/>
                  <a:pt x="27254" y="146101"/>
                </a:cubicBezTo>
                <a:cubicBezTo>
                  <a:pt x="39488" y="177470"/>
                  <a:pt x="45605" y="193484"/>
                  <a:pt x="45605" y="1941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C8C00C-FE1D-4E63-BFFE-1682BE1D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8449" y="2959908"/>
            <a:ext cx="45605" cy="197701"/>
          </a:xfrm>
          <a:custGeom xmlns:a="http://schemas.openxmlformats.org/drawingml/2006/main">
            <a:pathLst>
              <a:path w="45605" h="197701" fill="none">
                <a:moveTo>
                  <a:pt x="45605" y="194143"/>
                </a:moveTo>
                <a:cubicBezTo>
                  <a:pt x="45469" y="195065"/>
                  <a:pt x="45062" y="195856"/>
                  <a:pt x="44382" y="196515"/>
                </a:cubicBezTo>
                <a:cubicBezTo>
                  <a:pt x="43702" y="197174"/>
                  <a:pt x="42751" y="197569"/>
                  <a:pt x="41527" y="197701"/>
                </a:cubicBezTo>
                <a:cubicBezTo>
                  <a:pt x="40168" y="197701"/>
                  <a:pt x="39013" y="197042"/>
                  <a:pt x="38061" y="195724"/>
                </a:cubicBezTo>
                <a:cubicBezTo>
                  <a:pt x="37653" y="194802"/>
                  <a:pt x="31264" y="178590"/>
                  <a:pt x="18895" y="147090"/>
                </a:cubicBezTo>
                <a:cubicBezTo>
                  <a:pt x="6525" y="115589"/>
                  <a:pt x="272" y="99510"/>
                  <a:pt x="136" y="98851"/>
                </a:cubicBezTo>
                <a:cubicBezTo>
                  <a:pt x="0" y="98192"/>
                  <a:pt x="6185" y="82112"/>
                  <a:pt x="18691" y="50612"/>
                </a:cubicBezTo>
                <a:cubicBezTo>
                  <a:pt x="31197" y="19111"/>
                  <a:pt x="37653" y="2900"/>
                  <a:pt x="38061" y="1977"/>
                </a:cubicBezTo>
                <a:cubicBezTo>
                  <a:pt x="38469" y="1318"/>
                  <a:pt x="39149" y="725"/>
                  <a:pt x="40100" y="198"/>
                </a:cubicBezTo>
                <a:lnTo>
                  <a:pt x="40712" y="0"/>
                </a:lnTo>
                <a:cubicBezTo>
                  <a:pt x="41120" y="0"/>
                  <a:pt x="41391" y="0"/>
                  <a:pt x="41527" y="0"/>
                </a:cubicBezTo>
                <a:cubicBezTo>
                  <a:pt x="43974" y="0"/>
                  <a:pt x="45334" y="1186"/>
                  <a:pt x="45605" y="3559"/>
                </a:cubicBezTo>
                <a:cubicBezTo>
                  <a:pt x="45605" y="4218"/>
                  <a:pt x="39488" y="20231"/>
                  <a:pt x="27254" y="51600"/>
                </a:cubicBezTo>
                <a:cubicBezTo>
                  <a:pt x="14885" y="82837"/>
                  <a:pt x="8700" y="98587"/>
                  <a:pt x="8700" y="98851"/>
                </a:cubicBezTo>
                <a:cubicBezTo>
                  <a:pt x="8700" y="99114"/>
                  <a:pt x="14885" y="114864"/>
                  <a:pt x="27254" y="146101"/>
                </a:cubicBezTo>
                <a:cubicBezTo>
                  <a:pt x="39488" y="177470"/>
                  <a:pt x="45605" y="193484"/>
                  <a:pt x="45605" y="19414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1" cap="flat">
            <a:solidFill>
              <a:srgbClr val="000000">
                <a:alpha val="12450"/>
              </a:srgbClr>
            </a:solidFill>
            <a:miter/>
          </a:ln>
        </p:spPr>
      </p:sp>
      <p:sp>
        <p:nvSpPr>
          <p:cNvPr id="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CB8103-D95F-4C9A-99CB-B262BC3A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075" y="2973154"/>
            <a:ext cx="146195" cy="139379"/>
          </a:xfrm>
          <a:custGeom xmlns:a="http://schemas.openxmlformats.org/drawingml/2006/main">
            <a:pathLst>
              <a:path w="146195" h="139379">
                <a:moveTo>
                  <a:pt x="0" y="6920"/>
                </a:moveTo>
                <a:cubicBezTo>
                  <a:pt x="0" y="4020"/>
                  <a:pt x="884" y="1713"/>
                  <a:pt x="2651" y="0"/>
                </a:cubicBezTo>
                <a:lnTo>
                  <a:pt x="4894" y="0"/>
                </a:lnTo>
                <a:cubicBezTo>
                  <a:pt x="10603" y="395"/>
                  <a:pt x="17739" y="593"/>
                  <a:pt x="26303" y="593"/>
                </a:cubicBezTo>
                <a:cubicBezTo>
                  <a:pt x="42343" y="593"/>
                  <a:pt x="51790" y="395"/>
                  <a:pt x="54645" y="0"/>
                </a:cubicBezTo>
                <a:lnTo>
                  <a:pt x="56684" y="0"/>
                </a:lnTo>
                <a:cubicBezTo>
                  <a:pt x="57499" y="791"/>
                  <a:pt x="57907" y="1384"/>
                  <a:pt x="57907" y="1779"/>
                </a:cubicBezTo>
                <a:cubicBezTo>
                  <a:pt x="57907" y="2175"/>
                  <a:pt x="57771" y="3361"/>
                  <a:pt x="57499" y="5338"/>
                </a:cubicBezTo>
                <a:cubicBezTo>
                  <a:pt x="56820" y="7315"/>
                  <a:pt x="56208" y="8567"/>
                  <a:pt x="55664" y="9094"/>
                </a:cubicBezTo>
                <a:lnTo>
                  <a:pt x="51383" y="9094"/>
                </a:lnTo>
                <a:cubicBezTo>
                  <a:pt x="48392" y="9358"/>
                  <a:pt x="46353" y="9490"/>
                  <a:pt x="45266" y="9490"/>
                </a:cubicBezTo>
                <a:cubicBezTo>
                  <a:pt x="41324" y="10149"/>
                  <a:pt x="39149" y="11137"/>
                  <a:pt x="38741" y="12455"/>
                </a:cubicBezTo>
                <a:cubicBezTo>
                  <a:pt x="38741" y="12719"/>
                  <a:pt x="40712" y="29260"/>
                  <a:pt x="44654" y="62078"/>
                </a:cubicBezTo>
                <a:cubicBezTo>
                  <a:pt x="48596" y="94897"/>
                  <a:pt x="50635" y="111438"/>
                  <a:pt x="50771" y="111701"/>
                </a:cubicBezTo>
                <a:lnTo>
                  <a:pt x="65655" y="88570"/>
                </a:lnTo>
                <a:cubicBezTo>
                  <a:pt x="75579" y="73149"/>
                  <a:pt x="85502" y="57597"/>
                  <a:pt x="95425" y="41913"/>
                </a:cubicBezTo>
                <a:cubicBezTo>
                  <a:pt x="105348" y="26228"/>
                  <a:pt x="110445" y="18123"/>
                  <a:pt x="110717" y="17595"/>
                </a:cubicBezTo>
                <a:cubicBezTo>
                  <a:pt x="111261" y="16673"/>
                  <a:pt x="111533" y="15684"/>
                  <a:pt x="111533" y="14630"/>
                </a:cubicBezTo>
                <a:cubicBezTo>
                  <a:pt x="111533" y="11467"/>
                  <a:pt x="108542" y="9621"/>
                  <a:pt x="102561" y="9094"/>
                </a:cubicBezTo>
                <a:cubicBezTo>
                  <a:pt x="100114" y="9094"/>
                  <a:pt x="98891" y="8369"/>
                  <a:pt x="98891" y="6920"/>
                </a:cubicBezTo>
                <a:cubicBezTo>
                  <a:pt x="98891" y="6788"/>
                  <a:pt x="99027" y="5931"/>
                  <a:pt x="99299" y="4349"/>
                </a:cubicBezTo>
                <a:cubicBezTo>
                  <a:pt x="99707" y="2504"/>
                  <a:pt x="100114" y="1318"/>
                  <a:pt x="100522" y="791"/>
                </a:cubicBezTo>
                <a:cubicBezTo>
                  <a:pt x="100930" y="264"/>
                  <a:pt x="101813" y="0"/>
                  <a:pt x="103173" y="0"/>
                </a:cubicBezTo>
                <a:cubicBezTo>
                  <a:pt x="103445" y="0"/>
                  <a:pt x="104260" y="0"/>
                  <a:pt x="105620" y="0"/>
                </a:cubicBezTo>
                <a:cubicBezTo>
                  <a:pt x="106979" y="0"/>
                  <a:pt x="109290" y="66"/>
                  <a:pt x="112552" y="198"/>
                </a:cubicBezTo>
                <a:cubicBezTo>
                  <a:pt x="115815" y="330"/>
                  <a:pt x="120164" y="395"/>
                  <a:pt x="125602" y="395"/>
                </a:cubicBezTo>
                <a:cubicBezTo>
                  <a:pt x="134981" y="395"/>
                  <a:pt x="140894" y="264"/>
                  <a:pt x="143341" y="0"/>
                </a:cubicBezTo>
                <a:lnTo>
                  <a:pt x="144768" y="0"/>
                </a:lnTo>
                <a:cubicBezTo>
                  <a:pt x="145720" y="923"/>
                  <a:pt x="146195" y="1648"/>
                  <a:pt x="146195" y="2175"/>
                </a:cubicBezTo>
                <a:cubicBezTo>
                  <a:pt x="146195" y="4415"/>
                  <a:pt x="145584" y="6524"/>
                  <a:pt x="144360" y="8501"/>
                </a:cubicBezTo>
                <a:cubicBezTo>
                  <a:pt x="143953" y="8897"/>
                  <a:pt x="142797" y="9094"/>
                  <a:pt x="140894" y="9094"/>
                </a:cubicBezTo>
                <a:cubicBezTo>
                  <a:pt x="139127" y="9226"/>
                  <a:pt x="137496" y="9358"/>
                  <a:pt x="136001" y="9490"/>
                </a:cubicBezTo>
                <a:cubicBezTo>
                  <a:pt x="134505" y="9621"/>
                  <a:pt x="133078" y="9951"/>
                  <a:pt x="131719" y="10478"/>
                </a:cubicBezTo>
                <a:cubicBezTo>
                  <a:pt x="130359" y="11005"/>
                  <a:pt x="129272" y="11467"/>
                  <a:pt x="128456" y="11862"/>
                </a:cubicBezTo>
                <a:cubicBezTo>
                  <a:pt x="127641" y="12257"/>
                  <a:pt x="126825" y="12785"/>
                  <a:pt x="126009" y="13444"/>
                </a:cubicBezTo>
                <a:cubicBezTo>
                  <a:pt x="125194" y="14103"/>
                  <a:pt x="124514" y="14564"/>
                  <a:pt x="123971" y="14828"/>
                </a:cubicBezTo>
                <a:cubicBezTo>
                  <a:pt x="123427" y="15091"/>
                  <a:pt x="122883" y="15684"/>
                  <a:pt x="122339" y="16607"/>
                </a:cubicBezTo>
                <a:cubicBezTo>
                  <a:pt x="121796" y="17530"/>
                  <a:pt x="121320" y="17991"/>
                  <a:pt x="120912" y="17991"/>
                </a:cubicBezTo>
                <a:lnTo>
                  <a:pt x="81560" y="79278"/>
                </a:lnTo>
                <a:cubicBezTo>
                  <a:pt x="57092" y="117632"/>
                  <a:pt x="44450" y="137271"/>
                  <a:pt x="43634" y="138193"/>
                </a:cubicBezTo>
                <a:cubicBezTo>
                  <a:pt x="43227" y="138457"/>
                  <a:pt x="42751" y="138786"/>
                  <a:pt x="42207" y="139182"/>
                </a:cubicBezTo>
                <a:lnTo>
                  <a:pt x="38537" y="139379"/>
                </a:lnTo>
                <a:lnTo>
                  <a:pt x="37110" y="139379"/>
                </a:lnTo>
                <a:cubicBezTo>
                  <a:pt x="34663" y="139379"/>
                  <a:pt x="33439" y="138918"/>
                  <a:pt x="33439" y="137996"/>
                </a:cubicBezTo>
                <a:cubicBezTo>
                  <a:pt x="33032" y="137205"/>
                  <a:pt x="30381" y="116117"/>
                  <a:pt x="25487" y="74731"/>
                </a:cubicBezTo>
                <a:cubicBezTo>
                  <a:pt x="20322" y="32818"/>
                  <a:pt x="17671" y="11664"/>
                  <a:pt x="17535" y="11269"/>
                </a:cubicBezTo>
                <a:cubicBezTo>
                  <a:pt x="16856" y="9819"/>
                  <a:pt x="12642" y="9094"/>
                  <a:pt x="4894" y="9094"/>
                </a:cubicBezTo>
                <a:lnTo>
                  <a:pt x="1427" y="9094"/>
                </a:lnTo>
                <a:cubicBezTo>
                  <a:pt x="476" y="8435"/>
                  <a:pt x="0" y="7710"/>
                  <a:pt x="0" y="69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B37D14-F1C8-4A23-90DD-4023B2D2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075" y="2973154"/>
            <a:ext cx="146195" cy="139379"/>
          </a:xfrm>
          <a:custGeom xmlns:a="http://schemas.openxmlformats.org/drawingml/2006/main">
            <a:pathLst>
              <a:path w="146195" h="139379" fill="none">
                <a:moveTo>
                  <a:pt x="0" y="6920"/>
                </a:moveTo>
                <a:cubicBezTo>
                  <a:pt x="0" y="4020"/>
                  <a:pt x="884" y="1713"/>
                  <a:pt x="2651" y="0"/>
                </a:cubicBezTo>
                <a:lnTo>
                  <a:pt x="4894" y="0"/>
                </a:lnTo>
                <a:cubicBezTo>
                  <a:pt x="10603" y="395"/>
                  <a:pt x="17739" y="593"/>
                  <a:pt x="26303" y="593"/>
                </a:cubicBezTo>
                <a:cubicBezTo>
                  <a:pt x="42343" y="593"/>
                  <a:pt x="51790" y="395"/>
                  <a:pt x="54645" y="0"/>
                </a:cubicBezTo>
                <a:lnTo>
                  <a:pt x="56684" y="0"/>
                </a:lnTo>
                <a:cubicBezTo>
                  <a:pt x="57499" y="791"/>
                  <a:pt x="57907" y="1384"/>
                  <a:pt x="57907" y="1779"/>
                </a:cubicBezTo>
                <a:cubicBezTo>
                  <a:pt x="57907" y="2175"/>
                  <a:pt x="57771" y="3361"/>
                  <a:pt x="57499" y="5338"/>
                </a:cubicBezTo>
                <a:cubicBezTo>
                  <a:pt x="56820" y="7315"/>
                  <a:pt x="56208" y="8567"/>
                  <a:pt x="55664" y="9094"/>
                </a:cubicBezTo>
                <a:lnTo>
                  <a:pt x="51383" y="9094"/>
                </a:lnTo>
                <a:cubicBezTo>
                  <a:pt x="48392" y="9358"/>
                  <a:pt x="46353" y="9490"/>
                  <a:pt x="45266" y="9490"/>
                </a:cubicBezTo>
                <a:cubicBezTo>
                  <a:pt x="41324" y="10149"/>
                  <a:pt x="39149" y="11137"/>
                  <a:pt x="38741" y="12455"/>
                </a:cubicBezTo>
                <a:cubicBezTo>
                  <a:pt x="38741" y="12719"/>
                  <a:pt x="40712" y="29260"/>
                  <a:pt x="44654" y="62078"/>
                </a:cubicBezTo>
                <a:cubicBezTo>
                  <a:pt x="48596" y="94897"/>
                  <a:pt x="50635" y="111438"/>
                  <a:pt x="50771" y="111701"/>
                </a:cubicBezTo>
                <a:lnTo>
                  <a:pt x="65655" y="88570"/>
                </a:lnTo>
                <a:cubicBezTo>
                  <a:pt x="75579" y="73149"/>
                  <a:pt x="85502" y="57597"/>
                  <a:pt x="95425" y="41913"/>
                </a:cubicBezTo>
                <a:cubicBezTo>
                  <a:pt x="105348" y="26228"/>
                  <a:pt x="110445" y="18123"/>
                  <a:pt x="110717" y="17595"/>
                </a:cubicBezTo>
                <a:cubicBezTo>
                  <a:pt x="111261" y="16673"/>
                  <a:pt x="111533" y="15684"/>
                  <a:pt x="111533" y="14630"/>
                </a:cubicBezTo>
                <a:cubicBezTo>
                  <a:pt x="111533" y="11467"/>
                  <a:pt x="108542" y="9621"/>
                  <a:pt x="102561" y="9094"/>
                </a:cubicBezTo>
                <a:cubicBezTo>
                  <a:pt x="100114" y="9094"/>
                  <a:pt x="98891" y="8369"/>
                  <a:pt x="98891" y="6920"/>
                </a:cubicBezTo>
                <a:cubicBezTo>
                  <a:pt x="98891" y="6788"/>
                  <a:pt x="99027" y="5931"/>
                  <a:pt x="99299" y="4349"/>
                </a:cubicBezTo>
                <a:cubicBezTo>
                  <a:pt x="99707" y="2504"/>
                  <a:pt x="100114" y="1318"/>
                  <a:pt x="100522" y="791"/>
                </a:cubicBezTo>
                <a:cubicBezTo>
                  <a:pt x="100930" y="264"/>
                  <a:pt x="101813" y="0"/>
                  <a:pt x="103173" y="0"/>
                </a:cubicBezTo>
                <a:cubicBezTo>
                  <a:pt x="103445" y="0"/>
                  <a:pt x="104260" y="0"/>
                  <a:pt x="105620" y="0"/>
                </a:cubicBezTo>
                <a:cubicBezTo>
                  <a:pt x="106979" y="0"/>
                  <a:pt x="109290" y="66"/>
                  <a:pt x="112552" y="198"/>
                </a:cubicBezTo>
                <a:cubicBezTo>
                  <a:pt x="115815" y="330"/>
                  <a:pt x="120164" y="395"/>
                  <a:pt x="125602" y="395"/>
                </a:cubicBezTo>
                <a:cubicBezTo>
                  <a:pt x="134981" y="395"/>
                  <a:pt x="140894" y="264"/>
                  <a:pt x="143341" y="0"/>
                </a:cubicBezTo>
                <a:lnTo>
                  <a:pt x="144768" y="0"/>
                </a:lnTo>
                <a:cubicBezTo>
                  <a:pt x="145720" y="923"/>
                  <a:pt x="146195" y="1648"/>
                  <a:pt x="146195" y="2175"/>
                </a:cubicBezTo>
                <a:cubicBezTo>
                  <a:pt x="146195" y="4415"/>
                  <a:pt x="145584" y="6524"/>
                  <a:pt x="144360" y="8501"/>
                </a:cubicBezTo>
                <a:cubicBezTo>
                  <a:pt x="143953" y="8897"/>
                  <a:pt x="142797" y="9094"/>
                  <a:pt x="140894" y="9094"/>
                </a:cubicBezTo>
                <a:cubicBezTo>
                  <a:pt x="139127" y="9226"/>
                  <a:pt x="137496" y="9358"/>
                  <a:pt x="136001" y="9490"/>
                </a:cubicBezTo>
                <a:cubicBezTo>
                  <a:pt x="134505" y="9621"/>
                  <a:pt x="133078" y="9951"/>
                  <a:pt x="131719" y="10478"/>
                </a:cubicBezTo>
                <a:cubicBezTo>
                  <a:pt x="130359" y="11005"/>
                  <a:pt x="129272" y="11467"/>
                  <a:pt x="128456" y="11862"/>
                </a:cubicBezTo>
                <a:cubicBezTo>
                  <a:pt x="127641" y="12257"/>
                  <a:pt x="126825" y="12785"/>
                  <a:pt x="126009" y="13444"/>
                </a:cubicBezTo>
                <a:cubicBezTo>
                  <a:pt x="125194" y="14103"/>
                  <a:pt x="124514" y="14564"/>
                  <a:pt x="123971" y="14828"/>
                </a:cubicBezTo>
                <a:cubicBezTo>
                  <a:pt x="123427" y="15091"/>
                  <a:pt x="122883" y="15684"/>
                  <a:pt x="122339" y="16607"/>
                </a:cubicBezTo>
                <a:cubicBezTo>
                  <a:pt x="121796" y="17530"/>
                  <a:pt x="121320" y="17991"/>
                  <a:pt x="120912" y="17991"/>
                </a:cubicBezTo>
                <a:lnTo>
                  <a:pt x="81560" y="79278"/>
                </a:lnTo>
                <a:cubicBezTo>
                  <a:pt x="57092" y="117632"/>
                  <a:pt x="44450" y="137271"/>
                  <a:pt x="43634" y="138193"/>
                </a:cubicBezTo>
                <a:cubicBezTo>
                  <a:pt x="43227" y="138457"/>
                  <a:pt x="42751" y="138786"/>
                  <a:pt x="42207" y="139182"/>
                </a:cubicBezTo>
                <a:lnTo>
                  <a:pt x="38537" y="139379"/>
                </a:lnTo>
                <a:lnTo>
                  <a:pt x="37110" y="139379"/>
                </a:lnTo>
                <a:cubicBezTo>
                  <a:pt x="34663" y="139379"/>
                  <a:pt x="33439" y="138918"/>
                  <a:pt x="33439" y="137996"/>
                </a:cubicBezTo>
                <a:cubicBezTo>
                  <a:pt x="33032" y="137205"/>
                  <a:pt x="30381" y="116117"/>
                  <a:pt x="25487" y="74731"/>
                </a:cubicBezTo>
                <a:cubicBezTo>
                  <a:pt x="20322" y="32818"/>
                  <a:pt x="17671" y="11664"/>
                  <a:pt x="17535" y="11269"/>
                </a:cubicBezTo>
                <a:cubicBezTo>
                  <a:pt x="16856" y="9819"/>
                  <a:pt x="12642" y="9094"/>
                  <a:pt x="4894" y="9094"/>
                </a:cubicBezTo>
                <a:lnTo>
                  <a:pt x="1427" y="9094"/>
                </a:lnTo>
                <a:cubicBezTo>
                  <a:pt x="476" y="8435"/>
                  <a:pt x="0" y="7710"/>
                  <a:pt x="0" y="692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1" cap="flat">
            <a:solidFill>
              <a:srgbClr val="000000">
                <a:alpha val="12450"/>
              </a:srgbClr>
            </a:solidFill>
            <a:miter/>
          </a:ln>
        </p:spPr>
      </p:sp>
      <p:sp>
        <p:nvSpPr>
          <p:cNvPr id="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0C148D-5B9F-482B-AA02-90B1C086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416" y="2948259"/>
            <a:ext cx="33444" cy="72264"/>
          </a:xfrm>
          <a:custGeom xmlns:a="http://schemas.openxmlformats.org/drawingml/2006/main">
            <a:pathLst>
              <a:path w="33444" h="72264">
                <a:moveTo>
                  <a:pt x="7064" y="72264"/>
                </a:moveTo>
                <a:cubicBezTo>
                  <a:pt x="6487" y="72264"/>
                  <a:pt x="5190" y="71984"/>
                  <a:pt x="3171" y="71425"/>
                </a:cubicBezTo>
                <a:cubicBezTo>
                  <a:pt x="1153" y="70866"/>
                  <a:pt x="96" y="70307"/>
                  <a:pt x="0" y="69748"/>
                </a:cubicBezTo>
                <a:cubicBezTo>
                  <a:pt x="0" y="69095"/>
                  <a:pt x="2643" y="58286"/>
                  <a:pt x="7929" y="37320"/>
                </a:cubicBezTo>
                <a:cubicBezTo>
                  <a:pt x="13214" y="16354"/>
                  <a:pt x="16146" y="5405"/>
                  <a:pt x="16722" y="4473"/>
                </a:cubicBezTo>
                <a:cubicBezTo>
                  <a:pt x="18164" y="1491"/>
                  <a:pt x="20662" y="0"/>
                  <a:pt x="24218" y="0"/>
                </a:cubicBezTo>
                <a:cubicBezTo>
                  <a:pt x="26140" y="0"/>
                  <a:pt x="28159" y="699"/>
                  <a:pt x="30273" y="2097"/>
                </a:cubicBezTo>
                <a:cubicBezTo>
                  <a:pt x="32387" y="3494"/>
                  <a:pt x="33444" y="5544"/>
                  <a:pt x="33444" y="8247"/>
                </a:cubicBezTo>
                <a:cubicBezTo>
                  <a:pt x="33444" y="8713"/>
                  <a:pt x="33348" y="9412"/>
                  <a:pt x="33156" y="10343"/>
                </a:cubicBezTo>
                <a:cubicBezTo>
                  <a:pt x="33060" y="10996"/>
                  <a:pt x="28879" y="21386"/>
                  <a:pt x="20614" y="41513"/>
                </a:cubicBezTo>
                <a:cubicBezTo>
                  <a:pt x="12349" y="61641"/>
                  <a:pt x="8073" y="71798"/>
                  <a:pt x="7784" y="71984"/>
                </a:cubicBezTo>
                <a:cubicBezTo>
                  <a:pt x="7496" y="72170"/>
                  <a:pt x="7256" y="72264"/>
                  <a:pt x="7064" y="72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DEF2C3-7A88-4CAD-8644-F4D07E71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416" y="2948259"/>
            <a:ext cx="33444" cy="72264"/>
          </a:xfrm>
          <a:custGeom xmlns:a="http://schemas.openxmlformats.org/drawingml/2006/main">
            <a:pathLst>
              <a:path w="33444" h="72264" fill="none">
                <a:moveTo>
                  <a:pt x="7064" y="72264"/>
                </a:moveTo>
                <a:cubicBezTo>
                  <a:pt x="6487" y="72264"/>
                  <a:pt x="5190" y="71984"/>
                  <a:pt x="3171" y="71425"/>
                </a:cubicBezTo>
                <a:cubicBezTo>
                  <a:pt x="1153" y="70866"/>
                  <a:pt x="96" y="70307"/>
                  <a:pt x="0" y="69748"/>
                </a:cubicBezTo>
                <a:cubicBezTo>
                  <a:pt x="0" y="69095"/>
                  <a:pt x="2643" y="58286"/>
                  <a:pt x="7929" y="37320"/>
                </a:cubicBezTo>
                <a:cubicBezTo>
                  <a:pt x="13214" y="16354"/>
                  <a:pt x="16146" y="5405"/>
                  <a:pt x="16722" y="4473"/>
                </a:cubicBezTo>
                <a:cubicBezTo>
                  <a:pt x="18164" y="1491"/>
                  <a:pt x="20662" y="0"/>
                  <a:pt x="24218" y="0"/>
                </a:cubicBezTo>
                <a:cubicBezTo>
                  <a:pt x="26140" y="0"/>
                  <a:pt x="28159" y="699"/>
                  <a:pt x="30273" y="2097"/>
                </a:cubicBezTo>
                <a:cubicBezTo>
                  <a:pt x="32387" y="3494"/>
                  <a:pt x="33444" y="5544"/>
                  <a:pt x="33444" y="8247"/>
                </a:cubicBezTo>
                <a:cubicBezTo>
                  <a:pt x="33444" y="8713"/>
                  <a:pt x="33348" y="9412"/>
                  <a:pt x="33156" y="10343"/>
                </a:cubicBezTo>
                <a:cubicBezTo>
                  <a:pt x="33060" y="10996"/>
                  <a:pt x="28879" y="21386"/>
                  <a:pt x="20614" y="41513"/>
                </a:cubicBezTo>
                <a:cubicBezTo>
                  <a:pt x="12349" y="61641"/>
                  <a:pt x="8073" y="71798"/>
                  <a:pt x="7784" y="71984"/>
                </a:cubicBezTo>
                <a:cubicBezTo>
                  <a:pt x="7496" y="72170"/>
                  <a:pt x="7256" y="72264"/>
                  <a:pt x="7064" y="7226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" cap="flat">
            <a:solidFill>
              <a:srgbClr val="000000">
                <a:alpha val="8800"/>
              </a:srgbClr>
            </a:solidFill>
            <a:miter/>
          </a:ln>
        </p:spPr>
      </p:sp>
      <p:sp>
        <p:nvSpPr>
          <p:cNvPr id="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EC2AE5-D4D7-483F-998F-AC4313DE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059" y="2948259"/>
            <a:ext cx="33444" cy="72264"/>
          </a:xfrm>
          <a:custGeom xmlns:a="http://schemas.openxmlformats.org/drawingml/2006/main">
            <a:pathLst>
              <a:path w="33444" h="72264">
                <a:moveTo>
                  <a:pt x="7064" y="72264"/>
                </a:moveTo>
                <a:cubicBezTo>
                  <a:pt x="6487" y="72264"/>
                  <a:pt x="5190" y="71984"/>
                  <a:pt x="3171" y="71425"/>
                </a:cubicBezTo>
                <a:cubicBezTo>
                  <a:pt x="1153" y="70866"/>
                  <a:pt x="96" y="70307"/>
                  <a:pt x="0" y="69748"/>
                </a:cubicBezTo>
                <a:cubicBezTo>
                  <a:pt x="0" y="69095"/>
                  <a:pt x="2643" y="58286"/>
                  <a:pt x="7929" y="37320"/>
                </a:cubicBezTo>
                <a:cubicBezTo>
                  <a:pt x="13214" y="16354"/>
                  <a:pt x="16146" y="5405"/>
                  <a:pt x="16722" y="4473"/>
                </a:cubicBezTo>
                <a:cubicBezTo>
                  <a:pt x="18164" y="1491"/>
                  <a:pt x="20662" y="0"/>
                  <a:pt x="24218" y="0"/>
                </a:cubicBezTo>
                <a:cubicBezTo>
                  <a:pt x="26140" y="0"/>
                  <a:pt x="28159" y="699"/>
                  <a:pt x="30273" y="2097"/>
                </a:cubicBezTo>
                <a:cubicBezTo>
                  <a:pt x="32387" y="3494"/>
                  <a:pt x="33444" y="5544"/>
                  <a:pt x="33444" y="8247"/>
                </a:cubicBezTo>
                <a:cubicBezTo>
                  <a:pt x="33444" y="8713"/>
                  <a:pt x="33348" y="9412"/>
                  <a:pt x="33156" y="10343"/>
                </a:cubicBezTo>
                <a:cubicBezTo>
                  <a:pt x="33060" y="10996"/>
                  <a:pt x="28879" y="21386"/>
                  <a:pt x="20614" y="41513"/>
                </a:cubicBezTo>
                <a:cubicBezTo>
                  <a:pt x="12349" y="61641"/>
                  <a:pt x="8073" y="71798"/>
                  <a:pt x="7784" y="71984"/>
                </a:cubicBezTo>
                <a:cubicBezTo>
                  <a:pt x="7496" y="72170"/>
                  <a:pt x="7256" y="72264"/>
                  <a:pt x="7064" y="72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EC28AF-0DAE-4287-8B1D-0742F1CE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059" y="2948259"/>
            <a:ext cx="33444" cy="72264"/>
          </a:xfrm>
          <a:custGeom xmlns:a="http://schemas.openxmlformats.org/drawingml/2006/main">
            <a:pathLst>
              <a:path w="33444" h="72264" fill="none">
                <a:moveTo>
                  <a:pt x="7064" y="72264"/>
                </a:moveTo>
                <a:cubicBezTo>
                  <a:pt x="6487" y="72264"/>
                  <a:pt x="5190" y="71984"/>
                  <a:pt x="3171" y="71425"/>
                </a:cubicBezTo>
                <a:cubicBezTo>
                  <a:pt x="1153" y="70866"/>
                  <a:pt x="96" y="70307"/>
                  <a:pt x="0" y="69748"/>
                </a:cubicBezTo>
                <a:cubicBezTo>
                  <a:pt x="0" y="69095"/>
                  <a:pt x="2643" y="58286"/>
                  <a:pt x="7929" y="37320"/>
                </a:cubicBezTo>
                <a:cubicBezTo>
                  <a:pt x="13214" y="16354"/>
                  <a:pt x="16146" y="5405"/>
                  <a:pt x="16722" y="4473"/>
                </a:cubicBezTo>
                <a:cubicBezTo>
                  <a:pt x="18164" y="1491"/>
                  <a:pt x="20662" y="0"/>
                  <a:pt x="24218" y="0"/>
                </a:cubicBezTo>
                <a:cubicBezTo>
                  <a:pt x="26140" y="0"/>
                  <a:pt x="28159" y="699"/>
                  <a:pt x="30273" y="2097"/>
                </a:cubicBezTo>
                <a:cubicBezTo>
                  <a:pt x="32387" y="3494"/>
                  <a:pt x="33444" y="5544"/>
                  <a:pt x="33444" y="8247"/>
                </a:cubicBezTo>
                <a:cubicBezTo>
                  <a:pt x="33444" y="8713"/>
                  <a:pt x="33348" y="9412"/>
                  <a:pt x="33156" y="10343"/>
                </a:cubicBezTo>
                <a:cubicBezTo>
                  <a:pt x="33060" y="10996"/>
                  <a:pt x="28879" y="21386"/>
                  <a:pt x="20614" y="41513"/>
                </a:cubicBezTo>
                <a:cubicBezTo>
                  <a:pt x="12349" y="61641"/>
                  <a:pt x="8073" y="71798"/>
                  <a:pt x="7784" y="71984"/>
                </a:cubicBezTo>
                <a:cubicBezTo>
                  <a:pt x="7496" y="72170"/>
                  <a:pt x="7256" y="72264"/>
                  <a:pt x="7064" y="7226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" cap="flat">
            <a:solidFill>
              <a:srgbClr val="000000">
                <a:alpha val="8800"/>
              </a:srgbClr>
            </a:solidFill>
            <a:miter/>
          </a:ln>
        </p:spPr>
      </p:sp>
      <p:sp>
        <p:nvSpPr>
          <p:cNvPr id="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F0091B-69AC-4707-8E6D-DEB6D231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697" y="3063926"/>
            <a:ext cx="60690" cy="96165"/>
          </a:xfrm>
          <a:custGeom xmlns:a="http://schemas.openxmlformats.org/drawingml/2006/main">
            <a:pathLst>
              <a:path w="60690" h="96165">
                <a:moveTo>
                  <a:pt x="8217" y="11322"/>
                </a:moveTo>
                <a:cubicBezTo>
                  <a:pt x="13599" y="3774"/>
                  <a:pt x="20951" y="0"/>
                  <a:pt x="30273" y="0"/>
                </a:cubicBezTo>
                <a:cubicBezTo>
                  <a:pt x="34886" y="0"/>
                  <a:pt x="39499" y="1211"/>
                  <a:pt x="44112" y="3634"/>
                </a:cubicBezTo>
                <a:cubicBezTo>
                  <a:pt x="48725" y="6057"/>
                  <a:pt x="52473" y="10343"/>
                  <a:pt x="55356" y="16493"/>
                </a:cubicBezTo>
                <a:cubicBezTo>
                  <a:pt x="58912" y="24228"/>
                  <a:pt x="60690" y="34851"/>
                  <a:pt x="60690" y="48362"/>
                </a:cubicBezTo>
                <a:cubicBezTo>
                  <a:pt x="60690" y="62805"/>
                  <a:pt x="58624" y="73848"/>
                  <a:pt x="54491" y="81489"/>
                </a:cubicBezTo>
                <a:cubicBezTo>
                  <a:pt x="52569" y="85402"/>
                  <a:pt x="49926" y="88524"/>
                  <a:pt x="46563" y="90854"/>
                </a:cubicBezTo>
                <a:cubicBezTo>
                  <a:pt x="43199" y="93183"/>
                  <a:pt x="40268" y="94628"/>
                  <a:pt x="37769" y="95187"/>
                </a:cubicBezTo>
                <a:cubicBezTo>
                  <a:pt x="35270" y="95746"/>
                  <a:pt x="32820" y="96072"/>
                  <a:pt x="30417" y="96165"/>
                </a:cubicBezTo>
                <a:cubicBezTo>
                  <a:pt x="27918" y="96165"/>
                  <a:pt x="25420" y="95886"/>
                  <a:pt x="22921" y="95326"/>
                </a:cubicBezTo>
                <a:cubicBezTo>
                  <a:pt x="20422" y="94767"/>
                  <a:pt x="17491" y="93276"/>
                  <a:pt x="14127" y="90854"/>
                </a:cubicBezTo>
                <a:cubicBezTo>
                  <a:pt x="10764" y="88431"/>
                  <a:pt x="8121" y="85309"/>
                  <a:pt x="6199" y="81489"/>
                </a:cubicBezTo>
                <a:cubicBezTo>
                  <a:pt x="2066" y="73848"/>
                  <a:pt x="0" y="62805"/>
                  <a:pt x="0" y="48362"/>
                </a:cubicBezTo>
                <a:cubicBezTo>
                  <a:pt x="0" y="32148"/>
                  <a:pt x="2739" y="19801"/>
                  <a:pt x="8217" y="11322"/>
                </a:cubicBezTo>
                <a:close/>
                <a:moveTo>
                  <a:pt x="40652" y="9644"/>
                </a:moveTo>
                <a:cubicBezTo>
                  <a:pt x="37769" y="6663"/>
                  <a:pt x="34357" y="5172"/>
                  <a:pt x="30417" y="5172"/>
                </a:cubicBezTo>
                <a:cubicBezTo>
                  <a:pt x="26381" y="5172"/>
                  <a:pt x="22921" y="6663"/>
                  <a:pt x="20038" y="9644"/>
                </a:cubicBezTo>
                <a:cubicBezTo>
                  <a:pt x="17635" y="12067"/>
                  <a:pt x="16049" y="15422"/>
                  <a:pt x="15281" y="19708"/>
                </a:cubicBezTo>
                <a:cubicBezTo>
                  <a:pt x="14512" y="23995"/>
                  <a:pt x="14127" y="32940"/>
                  <a:pt x="14127" y="46545"/>
                </a:cubicBezTo>
                <a:cubicBezTo>
                  <a:pt x="14127" y="61268"/>
                  <a:pt x="14512" y="70959"/>
                  <a:pt x="15281" y="75618"/>
                </a:cubicBezTo>
                <a:cubicBezTo>
                  <a:pt x="16049" y="80277"/>
                  <a:pt x="17779" y="83958"/>
                  <a:pt x="20470" y="86660"/>
                </a:cubicBezTo>
                <a:cubicBezTo>
                  <a:pt x="23161" y="89456"/>
                  <a:pt x="26477" y="90854"/>
                  <a:pt x="30417" y="90854"/>
                </a:cubicBezTo>
                <a:cubicBezTo>
                  <a:pt x="34261" y="90854"/>
                  <a:pt x="37529" y="89456"/>
                  <a:pt x="40220" y="86660"/>
                </a:cubicBezTo>
                <a:cubicBezTo>
                  <a:pt x="43007" y="83865"/>
                  <a:pt x="44737" y="79951"/>
                  <a:pt x="45409" y="74919"/>
                </a:cubicBezTo>
                <a:cubicBezTo>
                  <a:pt x="46082" y="69887"/>
                  <a:pt x="46466" y="60429"/>
                  <a:pt x="46563" y="46545"/>
                </a:cubicBezTo>
                <a:cubicBezTo>
                  <a:pt x="46563" y="33033"/>
                  <a:pt x="46178" y="24134"/>
                  <a:pt x="45409" y="19848"/>
                </a:cubicBezTo>
                <a:cubicBezTo>
                  <a:pt x="44640" y="15562"/>
                  <a:pt x="43055" y="12160"/>
                  <a:pt x="40652" y="96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812A93-28C4-4FA0-9985-D4783246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697" y="3063926"/>
            <a:ext cx="60690" cy="96165"/>
          </a:xfrm>
          <a:custGeom xmlns:a="http://schemas.openxmlformats.org/drawingml/2006/main">
            <a:pathLst>
              <a:path w="60690" h="96165" fill="none">
                <a:moveTo>
                  <a:pt x="8217" y="11322"/>
                </a:moveTo>
                <a:cubicBezTo>
                  <a:pt x="13599" y="3774"/>
                  <a:pt x="20951" y="0"/>
                  <a:pt x="30273" y="0"/>
                </a:cubicBezTo>
                <a:cubicBezTo>
                  <a:pt x="34886" y="0"/>
                  <a:pt x="39499" y="1211"/>
                  <a:pt x="44112" y="3634"/>
                </a:cubicBezTo>
                <a:cubicBezTo>
                  <a:pt x="48725" y="6057"/>
                  <a:pt x="52473" y="10343"/>
                  <a:pt x="55356" y="16493"/>
                </a:cubicBezTo>
                <a:cubicBezTo>
                  <a:pt x="58912" y="24228"/>
                  <a:pt x="60690" y="34851"/>
                  <a:pt x="60690" y="48362"/>
                </a:cubicBezTo>
                <a:cubicBezTo>
                  <a:pt x="60690" y="62805"/>
                  <a:pt x="58624" y="73848"/>
                  <a:pt x="54491" y="81489"/>
                </a:cubicBezTo>
                <a:cubicBezTo>
                  <a:pt x="52569" y="85402"/>
                  <a:pt x="49926" y="88524"/>
                  <a:pt x="46563" y="90854"/>
                </a:cubicBezTo>
                <a:cubicBezTo>
                  <a:pt x="43199" y="93183"/>
                  <a:pt x="40268" y="94628"/>
                  <a:pt x="37769" y="95187"/>
                </a:cubicBezTo>
                <a:cubicBezTo>
                  <a:pt x="35270" y="95746"/>
                  <a:pt x="32820" y="96072"/>
                  <a:pt x="30417" y="96165"/>
                </a:cubicBezTo>
                <a:cubicBezTo>
                  <a:pt x="27918" y="96165"/>
                  <a:pt x="25420" y="95886"/>
                  <a:pt x="22921" y="95326"/>
                </a:cubicBezTo>
                <a:cubicBezTo>
                  <a:pt x="20422" y="94767"/>
                  <a:pt x="17491" y="93276"/>
                  <a:pt x="14127" y="90854"/>
                </a:cubicBezTo>
                <a:cubicBezTo>
                  <a:pt x="10764" y="88431"/>
                  <a:pt x="8121" y="85309"/>
                  <a:pt x="6199" y="81489"/>
                </a:cubicBezTo>
                <a:cubicBezTo>
                  <a:pt x="2066" y="73848"/>
                  <a:pt x="0" y="62805"/>
                  <a:pt x="0" y="48362"/>
                </a:cubicBezTo>
                <a:cubicBezTo>
                  <a:pt x="0" y="32148"/>
                  <a:pt x="2739" y="19801"/>
                  <a:pt x="8217" y="11322"/>
                </a:cubicBezTo>
                <a:close/>
                <a:moveTo>
                  <a:pt x="40652" y="9644"/>
                </a:moveTo>
                <a:cubicBezTo>
                  <a:pt x="37769" y="6663"/>
                  <a:pt x="34357" y="5172"/>
                  <a:pt x="30417" y="5172"/>
                </a:cubicBezTo>
                <a:cubicBezTo>
                  <a:pt x="26381" y="5172"/>
                  <a:pt x="22921" y="6663"/>
                  <a:pt x="20038" y="9644"/>
                </a:cubicBezTo>
                <a:cubicBezTo>
                  <a:pt x="17635" y="12067"/>
                  <a:pt x="16049" y="15422"/>
                  <a:pt x="15281" y="19708"/>
                </a:cubicBezTo>
                <a:cubicBezTo>
                  <a:pt x="14512" y="23995"/>
                  <a:pt x="14127" y="32940"/>
                  <a:pt x="14127" y="46545"/>
                </a:cubicBezTo>
                <a:cubicBezTo>
                  <a:pt x="14127" y="61268"/>
                  <a:pt x="14512" y="70959"/>
                  <a:pt x="15281" y="75618"/>
                </a:cubicBezTo>
                <a:cubicBezTo>
                  <a:pt x="16049" y="80277"/>
                  <a:pt x="17779" y="83958"/>
                  <a:pt x="20470" y="86660"/>
                </a:cubicBezTo>
                <a:cubicBezTo>
                  <a:pt x="23161" y="89456"/>
                  <a:pt x="26477" y="90854"/>
                  <a:pt x="30417" y="90854"/>
                </a:cubicBezTo>
                <a:cubicBezTo>
                  <a:pt x="34261" y="90854"/>
                  <a:pt x="37529" y="89456"/>
                  <a:pt x="40220" y="86660"/>
                </a:cubicBezTo>
                <a:cubicBezTo>
                  <a:pt x="43007" y="83865"/>
                  <a:pt x="44737" y="79951"/>
                  <a:pt x="45409" y="74919"/>
                </a:cubicBezTo>
                <a:cubicBezTo>
                  <a:pt x="46082" y="69887"/>
                  <a:pt x="46466" y="60429"/>
                  <a:pt x="46563" y="46545"/>
                </a:cubicBezTo>
                <a:cubicBezTo>
                  <a:pt x="46563" y="33033"/>
                  <a:pt x="46178" y="24134"/>
                  <a:pt x="45409" y="19848"/>
                </a:cubicBezTo>
                <a:cubicBezTo>
                  <a:pt x="44640" y="15562"/>
                  <a:pt x="43055" y="12160"/>
                  <a:pt x="40652" y="96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" cap="flat">
            <a:solidFill>
              <a:srgbClr val="000000">
                <a:alpha val="8800"/>
              </a:srgbClr>
            </a:solidFill>
            <a:miter/>
          </a:ln>
        </p:spPr>
      </p:sp>
      <p:sp>
        <p:nvSpPr>
          <p:cNvPr id="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8FA444-4DEE-4F03-ACD3-02F1D132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1796" y="2959908"/>
            <a:ext cx="45605" cy="197701"/>
          </a:xfrm>
          <a:custGeom xmlns:a="http://schemas.openxmlformats.org/drawingml/2006/main">
            <a:pathLst>
              <a:path w="45605" h="197701">
                <a:moveTo>
                  <a:pt x="0" y="3559"/>
                </a:moveTo>
                <a:cubicBezTo>
                  <a:pt x="136" y="2636"/>
                  <a:pt x="544" y="1845"/>
                  <a:pt x="1223" y="1186"/>
                </a:cubicBezTo>
                <a:cubicBezTo>
                  <a:pt x="1903" y="527"/>
                  <a:pt x="2855" y="132"/>
                  <a:pt x="4078" y="0"/>
                </a:cubicBezTo>
                <a:cubicBezTo>
                  <a:pt x="5437" y="0"/>
                  <a:pt x="6593" y="659"/>
                  <a:pt x="7544" y="1977"/>
                </a:cubicBezTo>
                <a:cubicBezTo>
                  <a:pt x="7952" y="2900"/>
                  <a:pt x="14341" y="19111"/>
                  <a:pt x="26711" y="50612"/>
                </a:cubicBezTo>
                <a:cubicBezTo>
                  <a:pt x="39081" y="82112"/>
                  <a:pt x="45334" y="98192"/>
                  <a:pt x="45469" y="98851"/>
                </a:cubicBezTo>
                <a:cubicBezTo>
                  <a:pt x="45605" y="99510"/>
                  <a:pt x="39420" y="115589"/>
                  <a:pt x="26915" y="147090"/>
                </a:cubicBezTo>
                <a:cubicBezTo>
                  <a:pt x="14409" y="178590"/>
                  <a:pt x="7952" y="194802"/>
                  <a:pt x="7544" y="195724"/>
                </a:cubicBezTo>
                <a:cubicBezTo>
                  <a:pt x="6593" y="197042"/>
                  <a:pt x="5437" y="197701"/>
                  <a:pt x="4078" y="197701"/>
                </a:cubicBezTo>
                <a:cubicBezTo>
                  <a:pt x="2991" y="197701"/>
                  <a:pt x="2107" y="197372"/>
                  <a:pt x="1427" y="196713"/>
                </a:cubicBezTo>
                <a:cubicBezTo>
                  <a:pt x="748" y="196054"/>
                  <a:pt x="272" y="195197"/>
                  <a:pt x="0" y="194143"/>
                </a:cubicBezTo>
                <a:cubicBezTo>
                  <a:pt x="0" y="193484"/>
                  <a:pt x="6117" y="177470"/>
                  <a:pt x="18351" y="146101"/>
                </a:cubicBezTo>
                <a:cubicBezTo>
                  <a:pt x="30721" y="114864"/>
                  <a:pt x="36906" y="99114"/>
                  <a:pt x="36906" y="98851"/>
                </a:cubicBezTo>
                <a:cubicBezTo>
                  <a:pt x="36906" y="98587"/>
                  <a:pt x="30721" y="82837"/>
                  <a:pt x="18351" y="51600"/>
                </a:cubicBezTo>
                <a:cubicBezTo>
                  <a:pt x="6117" y="20231"/>
                  <a:pt x="0" y="4218"/>
                  <a:pt x="0" y="35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952CA0-CB30-41BD-B9B5-517ADA12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1796" y="2959908"/>
            <a:ext cx="45605" cy="197701"/>
          </a:xfrm>
          <a:custGeom xmlns:a="http://schemas.openxmlformats.org/drawingml/2006/main">
            <a:pathLst>
              <a:path w="45605" h="197701" fill="none">
                <a:moveTo>
                  <a:pt x="0" y="3559"/>
                </a:moveTo>
                <a:cubicBezTo>
                  <a:pt x="136" y="2636"/>
                  <a:pt x="544" y="1845"/>
                  <a:pt x="1223" y="1186"/>
                </a:cubicBezTo>
                <a:cubicBezTo>
                  <a:pt x="1903" y="527"/>
                  <a:pt x="2855" y="132"/>
                  <a:pt x="4078" y="0"/>
                </a:cubicBezTo>
                <a:cubicBezTo>
                  <a:pt x="5437" y="0"/>
                  <a:pt x="6593" y="659"/>
                  <a:pt x="7544" y="1977"/>
                </a:cubicBezTo>
                <a:cubicBezTo>
                  <a:pt x="7952" y="2900"/>
                  <a:pt x="14341" y="19111"/>
                  <a:pt x="26711" y="50612"/>
                </a:cubicBezTo>
                <a:cubicBezTo>
                  <a:pt x="39081" y="82112"/>
                  <a:pt x="45334" y="98192"/>
                  <a:pt x="45469" y="98851"/>
                </a:cubicBezTo>
                <a:cubicBezTo>
                  <a:pt x="45605" y="99510"/>
                  <a:pt x="39420" y="115589"/>
                  <a:pt x="26915" y="147090"/>
                </a:cubicBezTo>
                <a:cubicBezTo>
                  <a:pt x="14409" y="178590"/>
                  <a:pt x="7952" y="194802"/>
                  <a:pt x="7544" y="195724"/>
                </a:cubicBezTo>
                <a:cubicBezTo>
                  <a:pt x="6593" y="197042"/>
                  <a:pt x="5437" y="197701"/>
                  <a:pt x="4078" y="197701"/>
                </a:cubicBezTo>
                <a:cubicBezTo>
                  <a:pt x="2991" y="197701"/>
                  <a:pt x="2107" y="197372"/>
                  <a:pt x="1427" y="196713"/>
                </a:cubicBezTo>
                <a:cubicBezTo>
                  <a:pt x="748" y="196054"/>
                  <a:pt x="272" y="195197"/>
                  <a:pt x="0" y="194143"/>
                </a:cubicBezTo>
                <a:cubicBezTo>
                  <a:pt x="0" y="193484"/>
                  <a:pt x="6117" y="177470"/>
                  <a:pt x="18351" y="146101"/>
                </a:cubicBezTo>
                <a:cubicBezTo>
                  <a:pt x="30721" y="114864"/>
                  <a:pt x="36906" y="99114"/>
                  <a:pt x="36906" y="98851"/>
                </a:cubicBezTo>
                <a:cubicBezTo>
                  <a:pt x="36906" y="98587"/>
                  <a:pt x="30721" y="82837"/>
                  <a:pt x="18351" y="51600"/>
                </a:cubicBezTo>
                <a:cubicBezTo>
                  <a:pt x="6117" y="20231"/>
                  <a:pt x="0" y="4218"/>
                  <a:pt x="0" y="355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1" cap="flat">
            <a:solidFill>
              <a:srgbClr val="000000">
                <a:alpha val="12450"/>
              </a:srgbClr>
            </a:solidFill>
            <a:miter/>
          </a:ln>
        </p:spPr>
      </p:sp>
      <p:sp>
        <p:nvSpPr>
          <p:cNvPr id="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D4DA3F-85F3-4CFC-9093-38C3E6AB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803" y="3084262"/>
            <a:ext cx="26915" cy="62408"/>
          </a:xfrm>
          <a:custGeom xmlns:a="http://schemas.openxmlformats.org/drawingml/2006/main">
            <a:pathLst>
              <a:path w="26915" h="62408">
                <a:moveTo>
                  <a:pt x="0" y="17002"/>
                </a:moveTo>
                <a:cubicBezTo>
                  <a:pt x="0" y="17002"/>
                  <a:pt x="0" y="15355"/>
                  <a:pt x="0" y="12060"/>
                </a:cubicBezTo>
                <a:cubicBezTo>
                  <a:pt x="0" y="8765"/>
                  <a:pt x="1087" y="5931"/>
                  <a:pt x="3262" y="3559"/>
                </a:cubicBezTo>
                <a:cubicBezTo>
                  <a:pt x="5437" y="1186"/>
                  <a:pt x="8360" y="0"/>
                  <a:pt x="12030" y="0"/>
                </a:cubicBezTo>
                <a:cubicBezTo>
                  <a:pt x="15836" y="0"/>
                  <a:pt x="19234" y="1648"/>
                  <a:pt x="22225" y="4943"/>
                </a:cubicBezTo>
                <a:cubicBezTo>
                  <a:pt x="25215" y="8238"/>
                  <a:pt x="26779" y="14037"/>
                  <a:pt x="26915" y="22340"/>
                </a:cubicBezTo>
                <a:cubicBezTo>
                  <a:pt x="26915" y="26953"/>
                  <a:pt x="26303" y="31435"/>
                  <a:pt x="25080" y="35784"/>
                </a:cubicBezTo>
                <a:cubicBezTo>
                  <a:pt x="23856" y="40133"/>
                  <a:pt x="22429" y="43890"/>
                  <a:pt x="20798" y="47053"/>
                </a:cubicBezTo>
                <a:cubicBezTo>
                  <a:pt x="19166" y="50216"/>
                  <a:pt x="17399" y="52918"/>
                  <a:pt x="15496" y="55159"/>
                </a:cubicBezTo>
                <a:cubicBezTo>
                  <a:pt x="13593" y="57399"/>
                  <a:pt x="11962" y="59179"/>
                  <a:pt x="10603" y="60497"/>
                </a:cubicBezTo>
                <a:cubicBezTo>
                  <a:pt x="9243" y="61815"/>
                  <a:pt x="8360" y="62408"/>
                  <a:pt x="7952" y="62276"/>
                </a:cubicBezTo>
                <a:cubicBezTo>
                  <a:pt x="7408" y="62276"/>
                  <a:pt x="6525" y="61683"/>
                  <a:pt x="5301" y="60497"/>
                </a:cubicBezTo>
                <a:cubicBezTo>
                  <a:pt x="4078" y="59310"/>
                  <a:pt x="3466" y="58454"/>
                  <a:pt x="3466" y="57926"/>
                </a:cubicBezTo>
                <a:cubicBezTo>
                  <a:pt x="3466" y="57399"/>
                  <a:pt x="4214" y="56345"/>
                  <a:pt x="5709" y="54763"/>
                </a:cubicBezTo>
                <a:cubicBezTo>
                  <a:pt x="7204" y="53182"/>
                  <a:pt x="8904" y="51205"/>
                  <a:pt x="10807" y="48832"/>
                </a:cubicBezTo>
                <a:cubicBezTo>
                  <a:pt x="12710" y="46460"/>
                  <a:pt x="14477" y="43165"/>
                  <a:pt x="16108" y="38947"/>
                </a:cubicBezTo>
                <a:cubicBezTo>
                  <a:pt x="17739" y="34730"/>
                  <a:pt x="18827" y="29919"/>
                  <a:pt x="19370" y="24515"/>
                </a:cubicBezTo>
                <a:lnTo>
                  <a:pt x="19370" y="22143"/>
                </a:lnTo>
                <a:lnTo>
                  <a:pt x="19166" y="22340"/>
                </a:lnTo>
                <a:cubicBezTo>
                  <a:pt x="18895" y="22472"/>
                  <a:pt x="18555" y="22604"/>
                  <a:pt x="18147" y="22736"/>
                </a:cubicBezTo>
                <a:cubicBezTo>
                  <a:pt x="17739" y="22867"/>
                  <a:pt x="17331" y="23065"/>
                  <a:pt x="16924" y="23329"/>
                </a:cubicBezTo>
                <a:cubicBezTo>
                  <a:pt x="16516" y="23592"/>
                  <a:pt x="15904" y="23724"/>
                  <a:pt x="15089" y="23724"/>
                </a:cubicBezTo>
                <a:cubicBezTo>
                  <a:pt x="14273" y="23724"/>
                  <a:pt x="13457" y="23790"/>
                  <a:pt x="12642" y="23922"/>
                </a:cubicBezTo>
                <a:cubicBezTo>
                  <a:pt x="8972" y="23922"/>
                  <a:pt x="5981" y="22802"/>
                  <a:pt x="3670" y="20561"/>
                </a:cubicBezTo>
                <a:lnTo>
                  <a:pt x="0" y="170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F02C71-92D0-4627-B769-D9258AB9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803" y="3084262"/>
            <a:ext cx="26915" cy="62408"/>
          </a:xfrm>
          <a:custGeom xmlns:a="http://schemas.openxmlformats.org/drawingml/2006/main">
            <a:pathLst>
              <a:path w="26915" h="62408" fill="none">
                <a:moveTo>
                  <a:pt x="0" y="17002"/>
                </a:moveTo>
                <a:cubicBezTo>
                  <a:pt x="0" y="17002"/>
                  <a:pt x="0" y="15355"/>
                  <a:pt x="0" y="12060"/>
                </a:cubicBezTo>
                <a:cubicBezTo>
                  <a:pt x="0" y="8765"/>
                  <a:pt x="1087" y="5931"/>
                  <a:pt x="3262" y="3559"/>
                </a:cubicBezTo>
                <a:cubicBezTo>
                  <a:pt x="5437" y="1186"/>
                  <a:pt x="8360" y="0"/>
                  <a:pt x="12030" y="0"/>
                </a:cubicBezTo>
                <a:cubicBezTo>
                  <a:pt x="15836" y="0"/>
                  <a:pt x="19234" y="1648"/>
                  <a:pt x="22225" y="4943"/>
                </a:cubicBezTo>
                <a:cubicBezTo>
                  <a:pt x="25215" y="8238"/>
                  <a:pt x="26779" y="14037"/>
                  <a:pt x="26915" y="22340"/>
                </a:cubicBezTo>
                <a:cubicBezTo>
                  <a:pt x="26915" y="26953"/>
                  <a:pt x="26303" y="31435"/>
                  <a:pt x="25080" y="35784"/>
                </a:cubicBezTo>
                <a:cubicBezTo>
                  <a:pt x="23856" y="40133"/>
                  <a:pt x="22429" y="43890"/>
                  <a:pt x="20798" y="47053"/>
                </a:cubicBezTo>
                <a:cubicBezTo>
                  <a:pt x="19166" y="50216"/>
                  <a:pt x="17399" y="52918"/>
                  <a:pt x="15496" y="55159"/>
                </a:cubicBezTo>
                <a:cubicBezTo>
                  <a:pt x="13593" y="57399"/>
                  <a:pt x="11962" y="59179"/>
                  <a:pt x="10603" y="60497"/>
                </a:cubicBezTo>
                <a:cubicBezTo>
                  <a:pt x="9243" y="61815"/>
                  <a:pt x="8360" y="62408"/>
                  <a:pt x="7952" y="62276"/>
                </a:cubicBezTo>
                <a:cubicBezTo>
                  <a:pt x="7408" y="62276"/>
                  <a:pt x="6525" y="61683"/>
                  <a:pt x="5301" y="60497"/>
                </a:cubicBezTo>
                <a:cubicBezTo>
                  <a:pt x="4078" y="59310"/>
                  <a:pt x="3466" y="58454"/>
                  <a:pt x="3466" y="57926"/>
                </a:cubicBezTo>
                <a:cubicBezTo>
                  <a:pt x="3466" y="57399"/>
                  <a:pt x="4214" y="56345"/>
                  <a:pt x="5709" y="54763"/>
                </a:cubicBezTo>
                <a:cubicBezTo>
                  <a:pt x="7204" y="53182"/>
                  <a:pt x="8904" y="51205"/>
                  <a:pt x="10807" y="48832"/>
                </a:cubicBezTo>
                <a:cubicBezTo>
                  <a:pt x="12710" y="46460"/>
                  <a:pt x="14477" y="43165"/>
                  <a:pt x="16108" y="38947"/>
                </a:cubicBezTo>
                <a:cubicBezTo>
                  <a:pt x="17739" y="34730"/>
                  <a:pt x="18827" y="29919"/>
                  <a:pt x="19370" y="24515"/>
                </a:cubicBezTo>
                <a:lnTo>
                  <a:pt x="19370" y="22143"/>
                </a:lnTo>
                <a:lnTo>
                  <a:pt x="19166" y="22340"/>
                </a:lnTo>
                <a:cubicBezTo>
                  <a:pt x="18895" y="22472"/>
                  <a:pt x="18555" y="22604"/>
                  <a:pt x="18147" y="22736"/>
                </a:cubicBezTo>
                <a:cubicBezTo>
                  <a:pt x="17739" y="22867"/>
                  <a:pt x="17331" y="23065"/>
                  <a:pt x="16924" y="23329"/>
                </a:cubicBezTo>
                <a:cubicBezTo>
                  <a:pt x="16516" y="23592"/>
                  <a:pt x="15904" y="23724"/>
                  <a:pt x="15089" y="23724"/>
                </a:cubicBezTo>
                <a:cubicBezTo>
                  <a:pt x="14273" y="23724"/>
                  <a:pt x="13457" y="23790"/>
                  <a:pt x="12642" y="23922"/>
                </a:cubicBezTo>
                <a:cubicBezTo>
                  <a:pt x="8972" y="23922"/>
                  <a:pt x="5981" y="22802"/>
                  <a:pt x="3670" y="20561"/>
                </a:cubicBezTo>
                <a:lnTo>
                  <a:pt x="0" y="1700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1" cap="flat">
            <a:solidFill>
              <a:srgbClr val="000000">
                <a:alpha val="12450"/>
              </a:srgbClr>
            </a:solidFill>
            <a:miter/>
          </a:ln>
        </p:spPr>
      </p:sp>
      <p:sp>
        <p:nvSpPr>
          <p:cNvPr id="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9CDAE8-3132-43C4-BAF7-43A6FA5B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2865" y="2959908"/>
            <a:ext cx="45605" cy="197701"/>
          </a:xfrm>
          <a:custGeom xmlns:a="http://schemas.openxmlformats.org/drawingml/2006/main">
            <a:pathLst>
              <a:path w="45605" h="197701">
                <a:moveTo>
                  <a:pt x="45605" y="194143"/>
                </a:moveTo>
                <a:cubicBezTo>
                  <a:pt x="45469" y="195065"/>
                  <a:pt x="45062" y="195856"/>
                  <a:pt x="44382" y="196515"/>
                </a:cubicBezTo>
                <a:cubicBezTo>
                  <a:pt x="43702" y="197174"/>
                  <a:pt x="42751" y="197569"/>
                  <a:pt x="41527" y="197701"/>
                </a:cubicBezTo>
                <a:cubicBezTo>
                  <a:pt x="40168" y="197701"/>
                  <a:pt x="39013" y="197042"/>
                  <a:pt x="38061" y="195724"/>
                </a:cubicBezTo>
                <a:cubicBezTo>
                  <a:pt x="37653" y="194802"/>
                  <a:pt x="31264" y="178590"/>
                  <a:pt x="18895" y="147090"/>
                </a:cubicBezTo>
                <a:cubicBezTo>
                  <a:pt x="6525" y="115589"/>
                  <a:pt x="272" y="99510"/>
                  <a:pt x="136" y="98851"/>
                </a:cubicBezTo>
                <a:cubicBezTo>
                  <a:pt x="0" y="98192"/>
                  <a:pt x="6185" y="82112"/>
                  <a:pt x="18691" y="50612"/>
                </a:cubicBezTo>
                <a:cubicBezTo>
                  <a:pt x="31197" y="19111"/>
                  <a:pt x="37653" y="2900"/>
                  <a:pt x="38061" y="1977"/>
                </a:cubicBezTo>
                <a:cubicBezTo>
                  <a:pt x="38469" y="1318"/>
                  <a:pt x="39149" y="725"/>
                  <a:pt x="40100" y="198"/>
                </a:cubicBezTo>
                <a:lnTo>
                  <a:pt x="40712" y="0"/>
                </a:lnTo>
                <a:cubicBezTo>
                  <a:pt x="41120" y="0"/>
                  <a:pt x="41391" y="0"/>
                  <a:pt x="41527" y="0"/>
                </a:cubicBezTo>
                <a:cubicBezTo>
                  <a:pt x="43974" y="0"/>
                  <a:pt x="45334" y="1186"/>
                  <a:pt x="45605" y="3559"/>
                </a:cubicBezTo>
                <a:cubicBezTo>
                  <a:pt x="45605" y="4218"/>
                  <a:pt x="39488" y="20231"/>
                  <a:pt x="27254" y="51600"/>
                </a:cubicBezTo>
                <a:cubicBezTo>
                  <a:pt x="14885" y="82837"/>
                  <a:pt x="8700" y="98587"/>
                  <a:pt x="8700" y="98851"/>
                </a:cubicBezTo>
                <a:cubicBezTo>
                  <a:pt x="8700" y="99114"/>
                  <a:pt x="14885" y="114864"/>
                  <a:pt x="27254" y="146101"/>
                </a:cubicBezTo>
                <a:cubicBezTo>
                  <a:pt x="39488" y="177470"/>
                  <a:pt x="45605" y="193484"/>
                  <a:pt x="45605" y="1941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6CF6E0-BB3E-4CD5-BC8A-C7AAED58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2865" y="2959908"/>
            <a:ext cx="45605" cy="197701"/>
          </a:xfrm>
          <a:custGeom xmlns:a="http://schemas.openxmlformats.org/drawingml/2006/main">
            <a:pathLst>
              <a:path w="45605" h="197701" fill="none">
                <a:moveTo>
                  <a:pt x="45605" y="194143"/>
                </a:moveTo>
                <a:cubicBezTo>
                  <a:pt x="45469" y="195065"/>
                  <a:pt x="45062" y="195856"/>
                  <a:pt x="44382" y="196515"/>
                </a:cubicBezTo>
                <a:cubicBezTo>
                  <a:pt x="43702" y="197174"/>
                  <a:pt x="42751" y="197569"/>
                  <a:pt x="41527" y="197701"/>
                </a:cubicBezTo>
                <a:cubicBezTo>
                  <a:pt x="40168" y="197701"/>
                  <a:pt x="39013" y="197042"/>
                  <a:pt x="38061" y="195724"/>
                </a:cubicBezTo>
                <a:cubicBezTo>
                  <a:pt x="37653" y="194802"/>
                  <a:pt x="31264" y="178590"/>
                  <a:pt x="18895" y="147090"/>
                </a:cubicBezTo>
                <a:cubicBezTo>
                  <a:pt x="6525" y="115589"/>
                  <a:pt x="272" y="99510"/>
                  <a:pt x="136" y="98851"/>
                </a:cubicBezTo>
                <a:cubicBezTo>
                  <a:pt x="0" y="98192"/>
                  <a:pt x="6185" y="82112"/>
                  <a:pt x="18691" y="50612"/>
                </a:cubicBezTo>
                <a:cubicBezTo>
                  <a:pt x="31197" y="19111"/>
                  <a:pt x="37653" y="2900"/>
                  <a:pt x="38061" y="1977"/>
                </a:cubicBezTo>
                <a:cubicBezTo>
                  <a:pt x="38469" y="1318"/>
                  <a:pt x="39149" y="725"/>
                  <a:pt x="40100" y="198"/>
                </a:cubicBezTo>
                <a:lnTo>
                  <a:pt x="40712" y="0"/>
                </a:lnTo>
                <a:cubicBezTo>
                  <a:pt x="41120" y="0"/>
                  <a:pt x="41391" y="0"/>
                  <a:pt x="41527" y="0"/>
                </a:cubicBezTo>
                <a:cubicBezTo>
                  <a:pt x="43974" y="0"/>
                  <a:pt x="45334" y="1186"/>
                  <a:pt x="45605" y="3559"/>
                </a:cubicBezTo>
                <a:cubicBezTo>
                  <a:pt x="45605" y="4218"/>
                  <a:pt x="39488" y="20231"/>
                  <a:pt x="27254" y="51600"/>
                </a:cubicBezTo>
                <a:cubicBezTo>
                  <a:pt x="14885" y="82837"/>
                  <a:pt x="8700" y="98587"/>
                  <a:pt x="8700" y="98851"/>
                </a:cubicBezTo>
                <a:cubicBezTo>
                  <a:pt x="8700" y="99114"/>
                  <a:pt x="14885" y="114864"/>
                  <a:pt x="27254" y="146101"/>
                </a:cubicBezTo>
                <a:cubicBezTo>
                  <a:pt x="39488" y="177470"/>
                  <a:pt x="45605" y="193484"/>
                  <a:pt x="45605" y="19414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1" cap="flat">
            <a:solidFill>
              <a:srgbClr val="000000">
                <a:alpha val="12450"/>
              </a:srgbClr>
            </a:solidFill>
            <a:miter/>
          </a:ln>
        </p:spPr>
      </p:sp>
      <p:sp>
        <p:nvSpPr>
          <p:cNvPr id="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3F2C68-3C3B-4A6F-A2DE-1C6C4995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2123" y="2973154"/>
            <a:ext cx="144156" cy="139379"/>
          </a:xfrm>
          <a:custGeom xmlns:a="http://schemas.openxmlformats.org/drawingml/2006/main">
            <a:pathLst>
              <a:path w="144156" h="139379">
                <a:moveTo>
                  <a:pt x="9583" y="9094"/>
                </a:moveTo>
                <a:cubicBezTo>
                  <a:pt x="4962" y="9094"/>
                  <a:pt x="2515" y="8831"/>
                  <a:pt x="2243" y="8303"/>
                </a:cubicBezTo>
                <a:cubicBezTo>
                  <a:pt x="2107" y="8040"/>
                  <a:pt x="2039" y="7513"/>
                  <a:pt x="2039" y="6722"/>
                </a:cubicBezTo>
                <a:cubicBezTo>
                  <a:pt x="2039" y="3559"/>
                  <a:pt x="2787" y="1384"/>
                  <a:pt x="4282" y="198"/>
                </a:cubicBezTo>
                <a:cubicBezTo>
                  <a:pt x="4554" y="66"/>
                  <a:pt x="5709" y="0"/>
                  <a:pt x="7748" y="0"/>
                </a:cubicBezTo>
                <a:cubicBezTo>
                  <a:pt x="13321" y="264"/>
                  <a:pt x="22565" y="395"/>
                  <a:pt x="35478" y="395"/>
                </a:cubicBezTo>
                <a:cubicBezTo>
                  <a:pt x="40100" y="395"/>
                  <a:pt x="44382" y="395"/>
                  <a:pt x="48324" y="395"/>
                </a:cubicBezTo>
                <a:cubicBezTo>
                  <a:pt x="52266" y="395"/>
                  <a:pt x="55325" y="330"/>
                  <a:pt x="57499" y="198"/>
                </a:cubicBezTo>
                <a:cubicBezTo>
                  <a:pt x="59674" y="66"/>
                  <a:pt x="61034" y="66"/>
                  <a:pt x="61577" y="198"/>
                </a:cubicBezTo>
                <a:cubicBezTo>
                  <a:pt x="63752" y="198"/>
                  <a:pt x="64840" y="857"/>
                  <a:pt x="64840" y="2175"/>
                </a:cubicBezTo>
                <a:cubicBezTo>
                  <a:pt x="64840" y="2438"/>
                  <a:pt x="64704" y="3361"/>
                  <a:pt x="64432" y="4943"/>
                </a:cubicBezTo>
                <a:cubicBezTo>
                  <a:pt x="63752" y="7183"/>
                  <a:pt x="63073" y="8501"/>
                  <a:pt x="62393" y="8897"/>
                </a:cubicBezTo>
                <a:lnTo>
                  <a:pt x="61985" y="8897"/>
                </a:lnTo>
                <a:cubicBezTo>
                  <a:pt x="61713" y="8897"/>
                  <a:pt x="61374" y="8897"/>
                  <a:pt x="60966" y="8897"/>
                </a:cubicBezTo>
                <a:cubicBezTo>
                  <a:pt x="60558" y="8897"/>
                  <a:pt x="60082" y="8897"/>
                  <a:pt x="59538" y="8897"/>
                </a:cubicBezTo>
                <a:cubicBezTo>
                  <a:pt x="58995" y="8897"/>
                  <a:pt x="58383" y="8962"/>
                  <a:pt x="57703" y="9094"/>
                </a:cubicBezTo>
                <a:cubicBezTo>
                  <a:pt x="57024" y="9226"/>
                  <a:pt x="56412" y="9226"/>
                  <a:pt x="55868" y="9094"/>
                </a:cubicBezTo>
                <a:cubicBezTo>
                  <a:pt x="50567" y="9226"/>
                  <a:pt x="47169" y="9424"/>
                  <a:pt x="45673" y="9687"/>
                </a:cubicBezTo>
                <a:cubicBezTo>
                  <a:pt x="44178" y="9951"/>
                  <a:pt x="42955" y="10676"/>
                  <a:pt x="42003" y="11862"/>
                </a:cubicBezTo>
                <a:cubicBezTo>
                  <a:pt x="41867" y="12126"/>
                  <a:pt x="39964" y="19045"/>
                  <a:pt x="36294" y="32621"/>
                </a:cubicBezTo>
                <a:cubicBezTo>
                  <a:pt x="32624" y="46196"/>
                  <a:pt x="28954" y="60431"/>
                  <a:pt x="25283" y="75324"/>
                </a:cubicBezTo>
                <a:cubicBezTo>
                  <a:pt x="21613" y="90218"/>
                  <a:pt x="19574" y="98982"/>
                  <a:pt x="19166" y="101618"/>
                </a:cubicBezTo>
                <a:cubicBezTo>
                  <a:pt x="18895" y="103464"/>
                  <a:pt x="18759" y="105375"/>
                  <a:pt x="18759" y="107352"/>
                </a:cubicBezTo>
                <a:cubicBezTo>
                  <a:pt x="18759" y="114469"/>
                  <a:pt x="20866" y="120071"/>
                  <a:pt x="25080" y="124156"/>
                </a:cubicBezTo>
                <a:cubicBezTo>
                  <a:pt x="29293" y="128242"/>
                  <a:pt x="35139" y="130285"/>
                  <a:pt x="42615" y="130285"/>
                </a:cubicBezTo>
                <a:cubicBezTo>
                  <a:pt x="51722" y="130285"/>
                  <a:pt x="60830" y="127320"/>
                  <a:pt x="69937" y="121389"/>
                </a:cubicBezTo>
                <a:cubicBezTo>
                  <a:pt x="79045" y="115458"/>
                  <a:pt x="85705" y="106495"/>
                  <a:pt x="89919" y="94501"/>
                </a:cubicBezTo>
                <a:lnTo>
                  <a:pt x="100318" y="54763"/>
                </a:lnTo>
                <a:cubicBezTo>
                  <a:pt x="106707" y="29457"/>
                  <a:pt x="109901" y="16277"/>
                  <a:pt x="109901" y="15223"/>
                </a:cubicBezTo>
                <a:cubicBezTo>
                  <a:pt x="109901" y="11664"/>
                  <a:pt x="105552" y="9621"/>
                  <a:pt x="96852" y="9094"/>
                </a:cubicBezTo>
                <a:cubicBezTo>
                  <a:pt x="93590" y="9094"/>
                  <a:pt x="91958" y="8369"/>
                  <a:pt x="91958" y="6920"/>
                </a:cubicBezTo>
                <a:cubicBezTo>
                  <a:pt x="91958" y="6656"/>
                  <a:pt x="92094" y="5865"/>
                  <a:pt x="92366" y="4547"/>
                </a:cubicBezTo>
                <a:cubicBezTo>
                  <a:pt x="92910" y="2438"/>
                  <a:pt x="93318" y="1186"/>
                  <a:pt x="93590" y="791"/>
                </a:cubicBezTo>
                <a:cubicBezTo>
                  <a:pt x="93861" y="395"/>
                  <a:pt x="94541" y="132"/>
                  <a:pt x="95629" y="0"/>
                </a:cubicBezTo>
                <a:cubicBezTo>
                  <a:pt x="96036" y="0"/>
                  <a:pt x="98211" y="66"/>
                  <a:pt x="102153" y="198"/>
                </a:cubicBezTo>
                <a:cubicBezTo>
                  <a:pt x="106095" y="330"/>
                  <a:pt x="111805" y="461"/>
                  <a:pt x="119281" y="593"/>
                </a:cubicBezTo>
                <a:cubicBezTo>
                  <a:pt x="126213" y="593"/>
                  <a:pt x="131515" y="527"/>
                  <a:pt x="135185" y="395"/>
                </a:cubicBezTo>
                <a:cubicBezTo>
                  <a:pt x="138855" y="264"/>
                  <a:pt x="140826" y="198"/>
                  <a:pt x="141098" y="198"/>
                </a:cubicBezTo>
                <a:cubicBezTo>
                  <a:pt x="143137" y="198"/>
                  <a:pt x="144156" y="857"/>
                  <a:pt x="144156" y="2175"/>
                </a:cubicBezTo>
                <a:cubicBezTo>
                  <a:pt x="144156" y="5074"/>
                  <a:pt x="143613" y="7051"/>
                  <a:pt x="142525" y="8106"/>
                </a:cubicBezTo>
                <a:cubicBezTo>
                  <a:pt x="142118" y="8765"/>
                  <a:pt x="140622" y="9094"/>
                  <a:pt x="138040" y="9094"/>
                </a:cubicBezTo>
                <a:cubicBezTo>
                  <a:pt x="128388" y="9621"/>
                  <a:pt x="122339" y="12257"/>
                  <a:pt x="119893" y="17002"/>
                </a:cubicBezTo>
                <a:cubicBezTo>
                  <a:pt x="119621" y="17661"/>
                  <a:pt x="116222" y="30380"/>
                  <a:pt x="109698" y="55159"/>
                </a:cubicBezTo>
                <a:cubicBezTo>
                  <a:pt x="104124" y="77433"/>
                  <a:pt x="100726" y="90547"/>
                  <a:pt x="99503" y="94501"/>
                </a:cubicBezTo>
                <a:cubicBezTo>
                  <a:pt x="95017" y="107681"/>
                  <a:pt x="87201" y="118423"/>
                  <a:pt x="76054" y="126727"/>
                </a:cubicBezTo>
                <a:cubicBezTo>
                  <a:pt x="64908" y="135030"/>
                  <a:pt x="53354" y="139248"/>
                  <a:pt x="41391" y="139379"/>
                </a:cubicBezTo>
                <a:cubicBezTo>
                  <a:pt x="28886" y="139379"/>
                  <a:pt x="18895" y="135689"/>
                  <a:pt x="11418" y="128308"/>
                </a:cubicBezTo>
                <a:cubicBezTo>
                  <a:pt x="3942" y="120927"/>
                  <a:pt x="136" y="112163"/>
                  <a:pt x="0" y="102014"/>
                </a:cubicBezTo>
                <a:lnTo>
                  <a:pt x="0" y="98851"/>
                </a:lnTo>
                <a:cubicBezTo>
                  <a:pt x="0" y="96478"/>
                  <a:pt x="3738" y="80794"/>
                  <a:pt x="11214" y="51798"/>
                </a:cubicBezTo>
                <a:cubicBezTo>
                  <a:pt x="17875" y="25306"/>
                  <a:pt x="21205" y="11664"/>
                  <a:pt x="21205" y="10874"/>
                </a:cubicBezTo>
                <a:cubicBezTo>
                  <a:pt x="21205" y="9951"/>
                  <a:pt x="17331" y="9358"/>
                  <a:pt x="9583" y="90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2BB09A-D61E-468F-A6AE-37B636FD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2123" y="2973154"/>
            <a:ext cx="144156" cy="139379"/>
          </a:xfrm>
          <a:custGeom xmlns:a="http://schemas.openxmlformats.org/drawingml/2006/main">
            <a:pathLst>
              <a:path w="144156" h="139379" fill="none">
                <a:moveTo>
                  <a:pt x="9583" y="9094"/>
                </a:moveTo>
                <a:cubicBezTo>
                  <a:pt x="4962" y="9094"/>
                  <a:pt x="2515" y="8831"/>
                  <a:pt x="2243" y="8303"/>
                </a:cubicBezTo>
                <a:cubicBezTo>
                  <a:pt x="2107" y="8040"/>
                  <a:pt x="2039" y="7513"/>
                  <a:pt x="2039" y="6722"/>
                </a:cubicBezTo>
                <a:cubicBezTo>
                  <a:pt x="2039" y="3559"/>
                  <a:pt x="2787" y="1384"/>
                  <a:pt x="4282" y="198"/>
                </a:cubicBezTo>
                <a:cubicBezTo>
                  <a:pt x="4554" y="66"/>
                  <a:pt x="5709" y="0"/>
                  <a:pt x="7748" y="0"/>
                </a:cubicBezTo>
                <a:cubicBezTo>
                  <a:pt x="13321" y="264"/>
                  <a:pt x="22565" y="395"/>
                  <a:pt x="35478" y="395"/>
                </a:cubicBezTo>
                <a:cubicBezTo>
                  <a:pt x="40100" y="395"/>
                  <a:pt x="44382" y="395"/>
                  <a:pt x="48324" y="395"/>
                </a:cubicBezTo>
                <a:cubicBezTo>
                  <a:pt x="52266" y="395"/>
                  <a:pt x="55325" y="330"/>
                  <a:pt x="57499" y="198"/>
                </a:cubicBezTo>
                <a:cubicBezTo>
                  <a:pt x="59674" y="66"/>
                  <a:pt x="61034" y="66"/>
                  <a:pt x="61577" y="198"/>
                </a:cubicBezTo>
                <a:cubicBezTo>
                  <a:pt x="63752" y="198"/>
                  <a:pt x="64840" y="857"/>
                  <a:pt x="64840" y="2175"/>
                </a:cubicBezTo>
                <a:cubicBezTo>
                  <a:pt x="64840" y="2438"/>
                  <a:pt x="64704" y="3361"/>
                  <a:pt x="64432" y="4943"/>
                </a:cubicBezTo>
                <a:cubicBezTo>
                  <a:pt x="63752" y="7183"/>
                  <a:pt x="63073" y="8501"/>
                  <a:pt x="62393" y="8897"/>
                </a:cubicBezTo>
                <a:lnTo>
                  <a:pt x="61985" y="8897"/>
                </a:lnTo>
                <a:cubicBezTo>
                  <a:pt x="61713" y="8897"/>
                  <a:pt x="61374" y="8897"/>
                  <a:pt x="60966" y="8897"/>
                </a:cubicBezTo>
                <a:cubicBezTo>
                  <a:pt x="60558" y="8897"/>
                  <a:pt x="60082" y="8897"/>
                  <a:pt x="59538" y="8897"/>
                </a:cubicBezTo>
                <a:cubicBezTo>
                  <a:pt x="58995" y="8897"/>
                  <a:pt x="58383" y="8962"/>
                  <a:pt x="57703" y="9094"/>
                </a:cubicBezTo>
                <a:cubicBezTo>
                  <a:pt x="57024" y="9226"/>
                  <a:pt x="56412" y="9226"/>
                  <a:pt x="55868" y="9094"/>
                </a:cubicBezTo>
                <a:cubicBezTo>
                  <a:pt x="50567" y="9226"/>
                  <a:pt x="47169" y="9424"/>
                  <a:pt x="45673" y="9687"/>
                </a:cubicBezTo>
                <a:cubicBezTo>
                  <a:pt x="44178" y="9951"/>
                  <a:pt x="42955" y="10676"/>
                  <a:pt x="42003" y="11862"/>
                </a:cubicBezTo>
                <a:cubicBezTo>
                  <a:pt x="41867" y="12126"/>
                  <a:pt x="39964" y="19045"/>
                  <a:pt x="36294" y="32621"/>
                </a:cubicBezTo>
                <a:cubicBezTo>
                  <a:pt x="32624" y="46196"/>
                  <a:pt x="28954" y="60431"/>
                  <a:pt x="25283" y="75324"/>
                </a:cubicBezTo>
                <a:cubicBezTo>
                  <a:pt x="21613" y="90218"/>
                  <a:pt x="19574" y="98982"/>
                  <a:pt x="19166" y="101618"/>
                </a:cubicBezTo>
                <a:cubicBezTo>
                  <a:pt x="18895" y="103464"/>
                  <a:pt x="18759" y="105375"/>
                  <a:pt x="18759" y="107352"/>
                </a:cubicBezTo>
                <a:cubicBezTo>
                  <a:pt x="18759" y="114469"/>
                  <a:pt x="20866" y="120071"/>
                  <a:pt x="25080" y="124156"/>
                </a:cubicBezTo>
                <a:cubicBezTo>
                  <a:pt x="29293" y="128242"/>
                  <a:pt x="35139" y="130285"/>
                  <a:pt x="42615" y="130285"/>
                </a:cubicBezTo>
                <a:cubicBezTo>
                  <a:pt x="51722" y="130285"/>
                  <a:pt x="60830" y="127320"/>
                  <a:pt x="69937" y="121389"/>
                </a:cubicBezTo>
                <a:cubicBezTo>
                  <a:pt x="79045" y="115458"/>
                  <a:pt x="85705" y="106495"/>
                  <a:pt x="89919" y="94501"/>
                </a:cubicBezTo>
                <a:lnTo>
                  <a:pt x="100318" y="54763"/>
                </a:lnTo>
                <a:cubicBezTo>
                  <a:pt x="106707" y="29457"/>
                  <a:pt x="109901" y="16277"/>
                  <a:pt x="109901" y="15223"/>
                </a:cubicBezTo>
                <a:cubicBezTo>
                  <a:pt x="109901" y="11664"/>
                  <a:pt x="105552" y="9621"/>
                  <a:pt x="96852" y="9094"/>
                </a:cubicBezTo>
                <a:cubicBezTo>
                  <a:pt x="93590" y="9094"/>
                  <a:pt x="91958" y="8369"/>
                  <a:pt x="91958" y="6920"/>
                </a:cubicBezTo>
                <a:cubicBezTo>
                  <a:pt x="91958" y="6656"/>
                  <a:pt x="92094" y="5865"/>
                  <a:pt x="92366" y="4547"/>
                </a:cubicBezTo>
                <a:cubicBezTo>
                  <a:pt x="92910" y="2438"/>
                  <a:pt x="93318" y="1186"/>
                  <a:pt x="93590" y="791"/>
                </a:cubicBezTo>
                <a:cubicBezTo>
                  <a:pt x="93861" y="395"/>
                  <a:pt x="94541" y="132"/>
                  <a:pt x="95629" y="0"/>
                </a:cubicBezTo>
                <a:cubicBezTo>
                  <a:pt x="96036" y="0"/>
                  <a:pt x="98211" y="66"/>
                  <a:pt x="102153" y="198"/>
                </a:cubicBezTo>
                <a:cubicBezTo>
                  <a:pt x="106095" y="330"/>
                  <a:pt x="111805" y="461"/>
                  <a:pt x="119281" y="593"/>
                </a:cubicBezTo>
                <a:cubicBezTo>
                  <a:pt x="126213" y="593"/>
                  <a:pt x="131515" y="527"/>
                  <a:pt x="135185" y="395"/>
                </a:cubicBezTo>
                <a:cubicBezTo>
                  <a:pt x="138855" y="264"/>
                  <a:pt x="140826" y="198"/>
                  <a:pt x="141098" y="198"/>
                </a:cubicBezTo>
                <a:cubicBezTo>
                  <a:pt x="143137" y="198"/>
                  <a:pt x="144156" y="857"/>
                  <a:pt x="144156" y="2175"/>
                </a:cubicBezTo>
                <a:cubicBezTo>
                  <a:pt x="144156" y="5074"/>
                  <a:pt x="143613" y="7051"/>
                  <a:pt x="142525" y="8106"/>
                </a:cubicBezTo>
                <a:cubicBezTo>
                  <a:pt x="142118" y="8765"/>
                  <a:pt x="140622" y="9094"/>
                  <a:pt x="138040" y="9094"/>
                </a:cubicBezTo>
                <a:cubicBezTo>
                  <a:pt x="128388" y="9621"/>
                  <a:pt x="122339" y="12257"/>
                  <a:pt x="119893" y="17002"/>
                </a:cubicBezTo>
                <a:cubicBezTo>
                  <a:pt x="119621" y="17661"/>
                  <a:pt x="116222" y="30380"/>
                  <a:pt x="109698" y="55159"/>
                </a:cubicBezTo>
                <a:cubicBezTo>
                  <a:pt x="104124" y="77433"/>
                  <a:pt x="100726" y="90547"/>
                  <a:pt x="99503" y="94501"/>
                </a:cubicBezTo>
                <a:cubicBezTo>
                  <a:pt x="95017" y="107681"/>
                  <a:pt x="87201" y="118423"/>
                  <a:pt x="76054" y="126727"/>
                </a:cubicBezTo>
                <a:cubicBezTo>
                  <a:pt x="64908" y="135030"/>
                  <a:pt x="53354" y="139248"/>
                  <a:pt x="41391" y="139379"/>
                </a:cubicBezTo>
                <a:cubicBezTo>
                  <a:pt x="28886" y="139379"/>
                  <a:pt x="18895" y="135689"/>
                  <a:pt x="11418" y="128308"/>
                </a:cubicBezTo>
                <a:cubicBezTo>
                  <a:pt x="3942" y="120927"/>
                  <a:pt x="136" y="112163"/>
                  <a:pt x="0" y="102014"/>
                </a:cubicBezTo>
                <a:lnTo>
                  <a:pt x="0" y="98851"/>
                </a:lnTo>
                <a:cubicBezTo>
                  <a:pt x="0" y="96478"/>
                  <a:pt x="3738" y="80794"/>
                  <a:pt x="11214" y="51798"/>
                </a:cubicBezTo>
                <a:cubicBezTo>
                  <a:pt x="17875" y="25306"/>
                  <a:pt x="21205" y="11664"/>
                  <a:pt x="21205" y="10874"/>
                </a:cubicBezTo>
                <a:cubicBezTo>
                  <a:pt x="21205" y="9951"/>
                  <a:pt x="17331" y="9358"/>
                  <a:pt x="9583" y="909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1" cap="flat">
            <a:solidFill>
              <a:srgbClr val="000000">
                <a:alpha val="12450"/>
              </a:srgbClr>
            </a:solidFill>
            <a:miter/>
          </a:ln>
        </p:spPr>
      </p:sp>
      <p:sp>
        <p:nvSpPr>
          <p:cNvPr id="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A2B91E-3041-4D46-BE23-452F6607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089" y="3044749"/>
            <a:ext cx="57518" cy="93090"/>
          </a:xfrm>
          <a:custGeom xmlns:a="http://schemas.openxmlformats.org/drawingml/2006/main">
            <a:pathLst>
              <a:path w="57518" h="93090">
                <a:moveTo>
                  <a:pt x="8505" y="33127"/>
                </a:moveTo>
                <a:cubicBezTo>
                  <a:pt x="5910" y="33127"/>
                  <a:pt x="3844" y="32288"/>
                  <a:pt x="2307" y="30611"/>
                </a:cubicBezTo>
                <a:cubicBezTo>
                  <a:pt x="769" y="28933"/>
                  <a:pt x="0" y="26883"/>
                  <a:pt x="0" y="24461"/>
                </a:cubicBezTo>
                <a:cubicBezTo>
                  <a:pt x="0" y="17845"/>
                  <a:pt x="2547" y="12114"/>
                  <a:pt x="7640" y="7268"/>
                </a:cubicBezTo>
                <a:cubicBezTo>
                  <a:pt x="12734" y="2423"/>
                  <a:pt x="19077" y="0"/>
                  <a:pt x="26669" y="0"/>
                </a:cubicBezTo>
                <a:cubicBezTo>
                  <a:pt x="35414" y="0"/>
                  <a:pt x="42718" y="2609"/>
                  <a:pt x="48581" y="7827"/>
                </a:cubicBezTo>
                <a:cubicBezTo>
                  <a:pt x="54443" y="13046"/>
                  <a:pt x="57422" y="19801"/>
                  <a:pt x="57518" y="28095"/>
                </a:cubicBezTo>
                <a:cubicBezTo>
                  <a:pt x="57518" y="32102"/>
                  <a:pt x="56557" y="35922"/>
                  <a:pt x="54635" y="39556"/>
                </a:cubicBezTo>
                <a:cubicBezTo>
                  <a:pt x="52713" y="43190"/>
                  <a:pt x="50407" y="46359"/>
                  <a:pt x="47716" y="49061"/>
                </a:cubicBezTo>
                <a:cubicBezTo>
                  <a:pt x="45025" y="51763"/>
                  <a:pt x="41181" y="55211"/>
                  <a:pt x="36183" y="59404"/>
                </a:cubicBezTo>
                <a:cubicBezTo>
                  <a:pt x="32724" y="62293"/>
                  <a:pt x="27918" y="66579"/>
                  <a:pt x="21768" y="72264"/>
                </a:cubicBezTo>
                <a:lnTo>
                  <a:pt x="13262" y="80091"/>
                </a:lnTo>
                <a:lnTo>
                  <a:pt x="24218" y="80231"/>
                </a:lnTo>
                <a:cubicBezTo>
                  <a:pt x="39307" y="80231"/>
                  <a:pt x="47331" y="79998"/>
                  <a:pt x="48292" y="79532"/>
                </a:cubicBezTo>
                <a:cubicBezTo>
                  <a:pt x="48965" y="79346"/>
                  <a:pt x="50118" y="75199"/>
                  <a:pt x="51752" y="67092"/>
                </a:cubicBezTo>
                <a:lnTo>
                  <a:pt x="51752" y="66673"/>
                </a:lnTo>
                <a:lnTo>
                  <a:pt x="57518" y="66673"/>
                </a:lnTo>
                <a:lnTo>
                  <a:pt x="57518" y="67092"/>
                </a:lnTo>
                <a:cubicBezTo>
                  <a:pt x="57422" y="67371"/>
                  <a:pt x="56798" y="71611"/>
                  <a:pt x="55644" y="79811"/>
                </a:cubicBezTo>
                <a:cubicBezTo>
                  <a:pt x="54491" y="88012"/>
                  <a:pt x="53770" y="92298"/>
                  <a:pt x="53482" y="92671"/>
                </a:cubicBezTo>
                <a:lnTo>
                  <a:pt x="53482" y="93090"/>
                </a:lnTo>
                <a:lnTo>
                  <a:pt x="0" y="93090"/>
                </a:lnTo>
                <a:lnTo>
                  <a:pt x="0" y="90434"/>
                </a:lnTo>
                <a:lnTo>
                  <a:pt x="0" y="88757"/>
                </a:lnTo>
                <a:cubicBezTo>
                  <a:pt x="0" y="88105"/>
                  <a:pt x="288" y="87406"/>
                  <a:pt x="865" y="86660"/>
                </a:cubicBezTo>
                <a:cubicBezTo>
                  <a:pt x="1442" y="85915"/>
                  <a:pt x="2883" y="84284"/>
                  <a:pt x="5190" y="81768"/>
                </a:cubicBezTo>
                <a:cubicBezTo>
                  <a:pt x="7977" y="78786"/>
                  <a:pt x="10379" y="76177"/>
                  <a:pt x="12397" y="73941"/>
                </a:cubicBezTo>
                <a:cubicBezTo>
                  <a:pt x="13262" y="73009"/>
                  <a:pt x="14896" y="71285"/>
                  <a:pt x="17299" y="68769"/>
                </a:cubicBezTo>
                <a:cubicBezTo>
                  <a:pt x="19701" y="66253"/>
                  <a:pt x="21335" y="64529"/>
                  <a:pt x="22200" y="63598"/>
                </a:cubicBezTo>
                <a:cubicBezTo>
                  <a:pt x="23065" y="62666"/>
                  <a:pt x="24459" y="61128"/>
                  <a:pt x="26381" y="58985"/>
                </a:cubicBezTo>
                <a:cubicBezTo>
                  <a:pt x="28303" y="56842"/>
                  <a:pt x="29648" y="55258"/>
                  <a:pt x="30417" y="54233"/>
                </a:cubicBezTo>
                <a:cubicBezTo>
                  <a:pt x="31186" y="53208"/>
                  <a:pt x="32291" y="51810"/>
                  <a:pt x="33733" y="50039"/>
                </a:cubicBezTo>
                <a:cubicBezTo>
                  <a:pt x="35174" y="48269"/>
                  <a:pt x="36183" y="46778"/>
                  <a:pt x="36760" y="45567"/>
                </a:cubicBezTo>
                <a:cubicBezTo>
                  <a:pt x="37337" y="44355"/>
                  <a:pt x="38057" y="43004"/>
                  <a:pt x="38922" y="41513"/>
                </a:cubicBezTo>
                <a:cubicBezTo>
                  <a:pt x="39787" y="40022"/>
                  <a:pt x="40412" y="38531"/>
                  <a:pt x="40796" y="37040"/>
                </a:cubicBezTo>
                <a:cubicBezTo>
                  <a:pt x="41181" y="35549"/>
                  <a:pt x="41517" y="34152"/>
                  <a:pt x="41805" y="32847"/>
                </a:cubicBezTo>
                <a:cubicBezTo>
                  <a:pt x="42094" y="31543"/>
                  <a:pt x="42238" y="30005"/>
                  <a:pt x="42238" y="28235"/>
                </a:cubicBezTo>
                <a:cubicBezTo>
                  <a:pt x="42238" y="22364"/>
                  <a:pt x="40604" y="17285"/>
                  <a:pt x="37337" y="12999"/>
                </a:cubicBezTo>
                <a:cubicBezTo>
                  <a:pt x="34069" y="8713"/>
                  <a:pt x="29408" y="6569"/>
                  <a:pt x="23353" y="6569"/>
                </a:cubicBezTo>
                <a:cubicBezTo>
                  <a:pt x="20182" y="6569"/>
                  <a:pt x="17395" y="7361"/>
                  <a:pt x="14992" y="8946"/>
                </a:cubicBezTo>
                <a:cubicBezTo>
                  <a:pt x="12590" y="10530"/>
                  <a:pt x="10908" y="12067"/>
                  <a:pt x="9947" y="13558"/>
                </a:cubicBezTo>
                <a:cubicBezTo>
                  <a:pt x="8986" y="15049"/>
                  <a:pt x="8505" y="15934"/>
                  <a:pt x="8505" y="16214"/>
                </a:cubicBezTo>
                <a:cubicBezTo>
                  <a:pt x="8505" y="16307"/>
                  <a:pt x="8745" y="16354"/>
                  <a:pt x="9226" y="16354"/>
                </a:cubicBezTo>
                <a:cubicBezTo>
                  <a:pt x="10956" y="16354"/>
                  <a:pt x="12734" y="17006"/>
                  <a:pt x="14560" y="18311"/>
                </a:cubicBezTo>
                <a:cubicBezTo>
                  <a:pt x="16386" y="19615"/>
                  <a:pt x="17299" y="21758"/>
                  <a:pt x="17299" y="24740"/>
                </a:cubicBezTo>
                <a:cubicBezTo>
                  <a:pt x="17299" y="27070"/>
                  <a:pt x="16530" y="29027"/>
                  <a:pt x="14992" y="30611"/>
                </a:cubicBezTo>
                <a:cubicBezTo>
                  <a:pt x="13455" y="32195"/>
                  <a:pt x="11292" y="33033"/>
                  <a:pt x="8505" y="331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0D3A2F-D368-4F97-86A9-1B0B547D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089" y="3044749"/>
            <a:ext cx="57518" cy="93090"/>
          </a:xfrm>
          <a:custGeom xmlns:a="http://schemas.openxmlformats.org/drawingml/2006/main">
            <a:pathLst>
              <a:path w="57518" h="93090" fill="none">
                <a:moveTo>
                  <a:pt x="8505" y="33127"/>
                </a:moveTo>
                <a:cubicBezTo>
                  <a:pt x="5910" y="33127"/>
                  <a:pt x="3844" y="32288"/>
                  <a:pt x="2307" y="30611"/>
                </a:cubicBezTo>
                <a:cubicBezTo>
                  <a:pt x="769" y="28933"/>
                  <a:pt x="0" y="26883"/>
                  <a:pt x="0" y="24461"/>
                </a:cubicBezTo>
                <a:cubicBezTo>
                  <a:pt x="0" y="17845"/>
                  <a:pt x="2547" y="12114"/>
                  <a:pt x="7640" y="7268"/>
                </a:cubicBezTo>
                <a:cubicBezTo>
                  <a:pt x="12734" y="2423"/>
                  <a:pt x="19077" y="0"/>
                  <a:pt x="26669" y="0"/>
                </a:cubicBezTo>
                <a:cubicBezTo>
                  <a:pt x="35414" y="0"/>
                  <a:pt x="42718" y="2609"/>
                  <a:pt x="48581" y="7827"/>
                </a:cubicBezTo>
                <a:cubicBezTo>
                  <a:pt x="54443" y="13046"/>
                  <a:pt x="57422" y="19801"/>
                  <a:pt x="57518" y="28095"/>
                </a:cubicBezTo>
                <a:cubicBezTo>
                  <a:pt x="57518" y="32102"/>
                  <a:pt x="56557" y="35922"/>
                  <a:pt x="54635" y="39556"/>
                </a:cubicBezTo>
                <a:cubicBezTo>
                  <a:pt x="52713" y="43190"/>
                  <a:pt x="50407" y="46359"/>
                  <a:pt x="47716" y="49061"/>
                </a:cubicBezTo>
                <a:cubicBezTo>
                  <a:pt x="45025" y="51763"/>
                  <a:pt x="41181" y="55211"/>
                  <a:pt x="36183" y="59404"/>
                </a:cubicBezTo>
                <a:cubicBezTo>
                  <a:pt x="32724" y="62293"/>
                  <a:pt x="27918" y="66579"/>
                  <a:pt x="21768" y="72264"/>
                </a:cubicBezTo>
                <a:lnTo>
                  <a:pt x="13262" y="80091"/>
                </a:lnTo>
                <a:lnTo>
                  <a:pt x="24218" y="80231"/>
                </a:lnTo>
                <a:cubicBezTo>
                  <a:pt x="39307" y="80231"/>
                  <a:pt x="47331" y="79998"/>
                  <a:pt x="48292" y="79532"/>
                </a:cubicBezTo>
                <a:cubicBezTo>
                  <a:pt x="48965" y="79346"/>
                  <a:pt x="50118" y="75199"/>
                  <a:pt x="51752" y="67092"/>
                </a:cubicBezTo>
                <a:lnTo>
                  <a:pt x="51752" y="66673"/>
                </a:lnTo>
                <a:lnTo>
                  <a:pt x="57518" y="66673"/>
                </a:lnTo>
                <a:lnTo>
                  <a:pt x="57518" y="67092"/>
                </a:lnTo>
                <a:cubicBezTo>
                  <a:pt x="57422" y="67371"/>
                  <a:pt x="56798" y="71611"/>
                  <a:pt x="55644" y="79811"/>
                </a:cubicBezTo>
                <a:cubicBezTo>
                  <a:pt x="54491" y="88012"/>
                  <a:pt x="53770" y="92298"/>
                  <a:pt x="53482" y="92671"/>
                </a:cubicBezTo>
                <a:lnTo>
                  <a:pt x="53482" y="93090"/>
                </a:lnTo>
                <a:lnTo>
                  <a:pt x="0" y="93090"/>
                </a:lnTo>
                <a:lnTo>
                  <a:pt x="0" y="90434"/>
                </a:lnTo>
                <a:lnTo>
                  <a:pt x="0" y="88757"/>
                </a:lnTo>
                <a:cubicBezTo>
                  <a:pt x="0" y="88105"/>
                  <a:pt x="288" y="87406"/>
                  <a:pt x="865" y="86660"/>
                </a:cubicBezTo>
                <a:cubicBezTo>
                  <a:pt x="1442" y="85915"/>
                  <a:pt x="2883" y="84284"/>
                  <a:pt x="5190" y="81768"/>
                </a:cubicBezTo>
                <a:cubicBezTo>
                  <a:pt x="7977" y="78786"/>
                  <a:pt x="10379" y="76177"/>
                  <a:pt x="12397" y="73941"/>
                </a:cubicBezTo>
                <a:cubicBezTo>
                  <a:pt x="13262" y="73009"/>
                  <a:pt x="14896" y="71285"/>
                  <a:pt x="17299" y="68769"/>
                </a:cubicBezTo>
                <a:cubicBezTo>
                  <a:pt x="19701" y="66253"/>
                  <a:pt x="21335" y="64529"/>
                  <a:pt x="22200" y="63598"/>
                </a:cubicBezTo>
                <a:cubicBezTo>
                  <a:pt x="23065" y="62666"/>
                  <a:pt x="24459" y="61128"/>
                  <a:pt x="26381" y="58985"/>
                </a:cubicBezTo>
                <a:cubicBezTo>
                  <a:pt x="28303" y="56842"/>
                  <a:pt x="29648" y="55258"/>
                  <a:pt x="30417" y="54233"/>
                </a:cubicBezTo>
                <a:cubicBezTo>
                  <a:pt x="31186" y="53208"/>
                  <a:pt x="32291" y="51810"/>
                  <a:pt x="33733" y="50039"/>
                </a:cubicBezTo>
                <a:cubicBezTo>
                  <a:pt x="35174" y="48269"/>
                  <a:pt x="36183" y="46778"/>
                  <a:pt x="36760" y="45567"/>
                </a:cubicBezTo>
                <a:cubicBezTo>
                  <a:pt x="37337" y="44355"/>
                  <a:pt x="38057" y="43004"/>
                  <a:pt x="38922" y="41513"/>
                </a:cubicBezTo>
                <a:cubicBezTo>
                  <a:pt x="39787" y="40022"/>
                  <a:pt x="40412" y="38531"/>
                  <a:pt x="40796" y="37040"/>
                </a:cubicBezTo>
                <a:cubicBezTo>
                  <a:pt x="41181" y="35549"/>
                  <a:pt x="41517" y="34152"/>
                  <a:pt x="41805" y="32847"/>
                </a:cubicBezTo>
                <a:cubicBezTo>
                  <a:pt x="42094" y="31543"/>
                  <a:pt x="42238" y="30005"/>
                  <a:pt x="42238" y="28235"/>
                </a:cubicBezTo>
                <a:cubicBezTo>
                  <a:pt x="42238" y="22364"/>
                  <a:pt x="40604" y="17285"/>
                  <a:pt x="37337" y="12999"/>
                </a:cubicBezTo>
                <a:cubicBezTo>
                  <a:pt x="34069" y="8713"/>
                  <a:pt x="29408" y="6569"/>
                  <a:pt x="23353" y="6569"/>
                </a:cubicBezTo>
                <a:cubicBezTo>
                  <a:pt x="20182" y="6569"/>
                  <a:pt x="17395" y="7361"/>
                  <a:pt x="14992" y="8946"/>
                </a:cubicBezTo>
                <a:cubicBezTo>
                  <a:pt x="12590" y="10530"/>
                  <a:pt x="10908" y="12067"/>
                  <a:pt x="9947" y="13558"/>
                </a:cubicBezTo>
                <a:cubicBezTo>
                  <a:pt x="8986" y="15049"/>
                  <a:pt x="8505" y="15934"/>
                  <a:pt x="8505" y="16214"/>
                </a:cubicBezTo>
                <a:cubicBezTo>
                  <a:pt x="8505" y="16307"/>
                  <a:pt x="8745" y="16354"/>
                  <a:pt x="9226" y="16354"/>
                </a:cubicBezTo>
                <a:cubicBezTo>
                  <a:pt x="10956" y="16354"/>
                  <a:pt x="12734" y="17006"/>
                  <a:pt x="14560" y="18311"/>
                </a:cubicBezTo>
                <a:cubicBezTo>
                  <a:pt x="16386" y="19615"/>
                  <a:pt x="17299" y="21758"/>
                  <a:pt x="17299" y="24740"/>
                </a:cubicBezTo>
                <a:cubicBezTo>
                  <a:pt x="17299" y="27070"/>
                  <a:pt x="16530" y="29027"/>
                  <a:pt x="14992" y="30611"/>
                </a:cubicBezTo>
                <a:cubicBezTo>
                  <a:pt x="13455" y="32195"/>
                  <a:pt x="11292" y="33033"/>
                  <a:pt x="8505" y="3312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" cap="flat">
            <a:solidFill>
              <a:srgbClr val="000000">
                <a:alpha val="8800"/>
              </a:srgbClr>
            </a:solidFill>
            <a:miter/>
          </a:ln>
        </p:spPr>
      </p:sp>
      <p:sp>
        <p:nvSpPr>
          <p:cNvPr id="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C28C0A-2305-47EC-8DB6-455C17BA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203" y="3120926"/>
            <a:ext cx="19029" cy="44122"/>
          </a:xfrm>
          <a:custGeom xmlns:a="http://schemas.openxmlformats.org/drawingml/2006/main">
            <a:pathLst>
              <a:path w="19029" h="44122">
                <a:moveTo>
                  <a:pt x="0" y="12021"/>
                </a:moveTo>
                <a:cubicBezTo>
                  <a:pt x="0" y="12021"/>
                  <a:pt x="0" y="10856"/>
                  <a:pt x="0" y="8526"/>
                </a:cubicBezTo>
                <a:cubicBezTo>
                  <a:pt x="0" y="6197"/>
                  <a:pt x="769" y="4193"/>
                  <a:pt x="2307" y="2516"/>
                </a:cubicBezTo>
                <a:cubicBezTo>
                  <a:pt x="3844" y="839"/>
                  <a:pt x="5910" y="0"/>
                  <a:pt x="8505" y="0"/>
                </a:cubicBezTo>
                <a:cubicBezTo>
                  <a:pt x="11196" y="0"/>
                  <a:pt x="13599" y="1165"/>
                  <a:pt x="15713" y="3494"/>
                </a:cubicBezTo>
                <a:cubicBezTo>
                  <a:pt x="17827" y="5824"/>
                  <a:pt x="18933" y="9924"/>
                  <a:pt x="19029" y="15795"/>
                </a:cubicBezTo>
                <a:cubicBezTo>
                  <a:pt x="19029" y="19056"/>
                  <a:pt x="18596" y="22224"/>
                  <a:pt x="17731" y="25299"/>
                </a:cubicBezTo>
                <a:cubicBezTo>
                  <a:pt x="16866" y="28374"/>
                  <a:pt x="15857" y="31030"/>
                  <a:pt x="14704" y="33266"/>
                </a:cubicBezTo>
                <a:cubicBezTo>
                  <a:pt x="13551" y="35503"/>
                  <a:pt x="12301" y="37413"/>
                  <a:pt x="10956" y="38997"/>
                </a:cubicBezTo>
                <a:cubicBezTo>
                  <a:pt x="9610" y="40581"/>
                  <a:pt x="8457" y="41839"/>
                  <a:pt x="7496" y="42771"/>
                </a:cubicBezTo>
                <a:cubicBezTo>
                  <a:pt x="6535" y="43703"/>
                  <a:pt x="5910" y="44122"/>
                  <a:pt x="5622" y="44029"/>
                </a:cubicBezTo>
                <a:cubicBezTo>
                  <a:pt x="5238" y="44029"/>
                  <a:pt x="4613" y="43610"/>
                  <a:pt x="3748" y="42771"/>
                </a:cubicBezTo>
                <a:cubicBezTo>
                  <a:pt x="2883" y="41932"/>
                  <a:pt x="2451" y="41327"/>
                  <a:pt x="2451" y="40954"/>
                </a:cubicBezTo>
                <a:cubicBezTo>
                  <a:pt x="2451" y="40581"/>
                  <a:pt x="2979" y="39836"/>
                  <a:pt x="4036" y="38718"/>
                </a:cubicBezTo>
                <a:cubicBezTo>
                  <a:pt x="5094" y="37599"/>
                  <a:pt x="6295" y="36202"/>
                  <a:pt x="7640" y="34524"/>
                </a:cubicBezTo>
                <a:cubicBezTo>
                  <a:pt x="8986" y="32847"/>
                  <a:pt x="10235" y="30518"/>
                  <a:pt x="11388" y="27536"/>
                </a:cubicBezTo>
                <a:cubicBezTo>
                  <a:pt x="12542" y="24554"/>
                  <a:pt x="13310" y="21153"/>
                  <a:pt x="13695" y="17332"/>
                </a:cubicBezTo>
                <a:lnTo>
                  <a:pt x="13695" y="15655"/>
                </a:lnTo>
                <a:lnTo>
                  <a:pt x="13551" y="15795"/>
                </a:lnTo>
                <a:cubicBezTo>
                  <a:pt x="13359" y="15888"/>
                  <a:pt x="13118" y="15981"/>
                  <a:pt x="12830" y="16074"/>
                </a:cubicBezTo>
                <a:cubicBezTo>
                  <a:pt x="12542" y="16167"/>
                  <a:pt x="12253" y="16307"/>
                  <a:pt x="11965" y="16493"/>
                </a:cubicBezTo>
                <a:cubicBezTo>
                  <a:pt x="11677" y="16680"/>
                  <a:pt x="11244" y="16773"/>
                  <a:pt x="10668" y="16773"/>
                </a:cubicBezTo>
                <a:cubicBezTo>
                  <a:pt x="10091" y="16773"/>
                  <a:pt x="9514" y="16820"/>
                  <a:pt x="8938" y="16913"/>
                </a:cubicBezTo>
                <a:cubicBezTo>
                  <a:pt x="6343" y="16913"/>
                  <a:pt x="4229" y="16121"/>
                  <a:pt x="2595" y="14537"/>
                </a:cubicBezTo>
                <a:lnTo>
                  <a:pt x="0" y="120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E847B7-9F4F-499B-A545-11C20F14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203" y="3120926"/>
            <a:ext cx="19029" cy="44122"/>
          </a:xfrm>
          <a:custGeom xmlns:a="http://schemas.openxmlformats.org/drawingml/2006/main">
            <a:pathLst>
              <a:path w="19029" h="44122" fill="none">
                <a:moveTo>
                  <a:pt x="0" y="12021"/>
                </a:moveTo>
                <a:cubicBezTo>
                  <a:pt x="0" y="12021"/>
                  <a:pt x="0" y="10856"/>
                  <a:pt x="0" y="8526"/>
                </a:cubicBezTo>
                <a:cubicBezTo>
                  <a:pt x="0" y="6197"/>
                  <a:pt x="769" y="4193"/>
                  <a:pt x="2307" y="2516"/>
                </a:cubicBezTo>
                <a:cubicBezTo>
                  <a:pt x="3844" y="839"/>
                  <a:pt x="5910" y="0"/>
                  <a:pt x="8505" y="0"/>
                </a:cubicBezTo>
                <a:cubicBezTo>
                  <a:pt x="11196" y="0"/>
                  <a:pt x="13599" y="1165"/>
                  <a:pt x="15713" y="3494"/>
                </a:cubicBezTo>
                <a:cubicBezTo>
                  <a:pt x="17827" y="5824"/>
                  <a:pt x="18933" y="9924"/>
                  <a:pt x="19029" y="15795"/>
                </a:cubicBezTo>
                <a:cubicBezTo>
                  <a:pt x="19029" y="19056"/>
                  <a:pt x="18596" y="22224"/>
                  <a:pt x="17731" y="25299"/>
                </a:cubicBezTo>
                <a:cubicBezTo>
                  <a:pt x="16866" y="28374"/>
                  <a:pt x="15857" y="31030"/>
                  <a:pt x="14704" y="33266"/>
                </a:cubicBezTo>
                <a:cubicBezTo>
                  <a:pt x="13551" y="35503"/>
                  <a:pt x="12301" y="37413"/>
                  <a:pt x="10956" y="38997"/>
                </a:cubicBezTo>
                <a:cubicBezTo>
                  <a:pt x="9610" y="40581"/>
                  <a:pt x="8457" y="41839"/>
                  <a:pt x="7496" y="42771"/>
                </a:cubicBezTo>
                <a:cubicBezTo>
                  <a:pt x="6535" y="43703"/>
                  <a:pt x="5910" y="44122"/>
                  <a:pt x="5622" y="44029"/>
                </a:cubicBezTo>
                <a:cubicBezTo>
                  <a:pt x="5238" y="44029"/>
                  <a:pt x="4613" y="43610"/>
                  <a:pt x="3748" y="42771"/>
                </a:cubicBezTo>
                <a:cubicBezTo>
                  <a:pt x="2883" y="41932"/>
                  <a:pt x="2451" y="41327"/>
                  <a:pt x="2451" y="40954"/>
                </a:cubicBezTo>
                <a:cubicBezTo>
                  <a:pt x="2451" y="40581"/>
                  <a:pt x="2979" y="39836"/>
                  <a:pt x="4036" y="38718"/>
                </a:cubicBezTo>
                <a:cubicBezTo>
                  <a:pt x="5094" y="37599"/>
                  <a:pt x="6295" y="36202"/>
                  <a:pt x="7640" y="34524"/>
                </a:cubicBezTo>
                <a:cubicBezTo>
                  <a:pt x="8986" y="32847"/>
                  <a:pt x="10235" y="30518"/>
                  <a:pt x="11388" y="27536"/>
                </a:cubicBezTo>
                <a:cubicBezTo>
                  <a:pt x="12542" y="24554"/>
                  <a:pt x="13310" y="21153"/>
                  <a:pt x="13695" y="17332"/>
                </a:cubicBezTo>
                <a:lnTo>
                  <a:pt x="13695" y="15655"/>
                </a:lnTo>
                <a:lnTo>
                  <a:pt x="13551" y="15795"/>
                </a:lnTo>
                <a:cubicBezTo>
                  <a:pt x="13359" y="15888"/>
                  <a:pt x="13118" y="15981"/>
                  <a:pt x="12830" y="16074"/>
                </a:cubicBezTo>
                <a:cubicBezTo>
                  <a:pt x="12542" y="16167"/>
                  <a:pt x="12253" y="16307"/>
                  <a:pt x="11965" y="16493"/>
                </a:cubicBezTo>
                <a:cubicBezTo>
                  <a:pt x="11677" y="16680"/>
                  <a:pt x="11244" y="16773"/>
                  <a:pt x="10668" y="16773"/>
                </a:cubicBezTo>
                <a:cubicBezTo>
                  <a:pt x="10091" y="16773"/>
                  <a:pt x="9514" y="16820"/>
                  <a:pt x="8938" y="16913"/>
                </a:cubicBezTo>
                <a:cubicBezTo>
                  <a:pt x="6343" y="16913"/>
                  <a:pt x="4229" y="16121"/>
                  <a:pt x="2595" y="14537"/>
                </a:cubicBezTo>
                <a:lnTo>
                  <a:pt x="0" y="1202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" cap="flat">
            <a:solidFill>
              <a:srgbClr val="000000">
                <a:alpha val="8800"/>
              </a:srgbClr>
            </a:solidFill>
            <a:miter/>
          </a:ln>
        </p:spPr>
      </p:sp>
      <p:sp>
        <p:nvSpPr>
          <p:cNvPr id="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B194DD-FAFA-42E9-8C29-FF8CED5C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3657" y="3044749"/>
            <a:ext cx="60690" cy="96165"/>
          </a:xfrm>
          <a:custGeom xmlns:a="http://schemas.openxmlformats.org/drawingml/2006/main">
            <a:pathLst>
              <a:path w="60690" h="96165">
                <a:moveTo>
                  <a:pt x="8217" y="11322"/>
                </a:moveTo>
                <a:cubicBezTo>
                  <a:pt x="13599" y="3774"/>
                  <a:pt x="20951" y="0"/>
                  <a:pt x="30273" y="0"/>
                </a:cubicBezTo>
                <a:cubicBezTo>
                  <a:pt x="34886" y="0"/>
                  <a:pt x="39499" y="1211"/>
                  <a:pt x="44112" y="3634"/>
                </a:cubicBezTo>
                <a:cubicBezTo>
                  <a:pt x="48725" y="6057"/>
                  <a:pt x="52473" y="10343"/>
                  <a:pt x="55356" y="16493"/>
                </a:cubicBezTo>
                <a:cubicBezTo>
                  <a:pt x="58912" y="24228"/>
                  <a:pt x="60690" y="34851"/>
                  <a:pt x="60690" y="48362"/>
                </a:cubicBezTo>
                <a:cubicBezTo>
                  <a:pt x="60690" y="62805"/>
                  <a:pt x="58624" y="73848"/>
                  <a:pt x="54491" y="81489"/>
                </a:cubicBezTo>
                <a:cubicBezTo>
                  <a:pt x="52569" y="85402"/>
                  <a:pt x="49926" y="88524"/>
                  <a:pt x="46563" y="90854"/>
                </a:cubicBezTo>
                <a:cubicBezTo>
                  <a:pt x="43199" y="93183"/>
                  <a:pt x="40268" y="94628"/>
                  <a:pt x="37769" y="95187"/>
                </a:cubicBezTo>
                <a:cubicBezTo>
                  <a:pt x="35270" y="95746"/>
                  <a:pt x="32820" y="96072"/>
                  <a:pt x="30417" y="96165"/>
                </a:cubicBezTo>
                <a:cubicBezTo>
                  <a:pt x="27918" y="96165"/>
                  <a:pt x="25420" y="95886"/>
                  <a:pt x="22921" y="95326"/>
                </a:cubicBezTo>
                <a:cubicBezTo>
                  <a:pt x="20422" y="94767"/>
                  <a:pt x="17491" y="93276"/>
                  <a:pt x="14127" y="90854"/>
                </a:cubicBezTo>
                <a:cubicBezTo>
                  <a:pt x="10764" y="88431"/>
                  <a:pt x="8121" y="85309"/>
                  <a:pt x="6199" y="81489"/>
                </a:cubicBezTo>
                <a:cubicBezTo>
                  <a:pt x="2066" y="73848"/>
                  <a:pt x="0" y="62805"/>
                  <a:pt x="0" y="48362"/>
                </a:cubicBezTo>
                <a:cubicBezTo>
                  <a:pt x="0" y="32148"/>
                  <a:pt x="2739" y="19801"/>
                  <a:pt x="8217" y="11322"/>
                </a:cubicBezTo>
                <a:close/>
                <a:moveTo>
                  <a:pt x="40652" y="9644"/>
                </a:moveTo>
                <a:cubicBezTo>
                  <a:pt x="37769" y="6663"/>
                  <a:pt x="34357" y="5172"/>
                  <a:pt x="30417" y="5172"/>
                </a:cubicBezTo>
                <a:cubicBezTo>
                  <a:pt x="26381" y="5172"/>
                  <a:pt x="22921" y="6663"/>
                  <a:pt x="20038" y="9644"/>
                </a:cubicBezTo>
                <a:cubicBezTo>
                  <a:pt x="17635" y="12067"/>
                  <a:pt x="16049" y="15422"/>
                  <a:pt x="15281" y="19708"/>
                </a:cubicBezTo>
                <a:cubicBezTo>
                  <a:pt x="14512" y="23995"/>
                  <a:pt x="14127" y="32940"/>
                  <a:pt x="14127" y="46545"/>
                </a:cubicBezTo>
                <a:cubicBezTo>
                  <a:pt x="14127" y="61268"/>
                  <a:pt x="14512" y="70959"/>
                  <a:pt x="15281" y="75618"/>
                </a:cubicBezTo>
                <a:cubicBezTo>
                  <a:pt x="16049" y="80277"/>
                  <a:pt x="17779" y="83958"/>
                  <a:pt x="20470" y="86660"/>
                </a:cubicBezTo>
                <a:cubicBezTo>
                  <a:pt x="23161" y="89456"/>
                  <a:pt x="26477" y="90854"/>
                  <a:pt x="30417" y="90854"/>
                </a:cubicBezTo>
                <a:cubicBezTo>
                  <a:pt x="34261" y="90854"/>
                  <a:pt x="37529" y="89456"/>
                  <a:pt x="40220" y="86660"/>
                </a:cubicBezTo>
                <a:cubicBezTo>
                  <a:pt x="43007" y="83865"/>
                  <a:pt x="44737" y="79951"/>
                  <a:pt x="45409" y="74919"/>
                </a:cubicBezTo>
                <a:cubicBezTo>
                  <a:pt x="46082" y="69887"/>
                  <a:pt x="46466" y="60429"/>
                  <a:pt x="46563" y="46545"/>
                </a:cubicBezTo>
                <a:cubicBezTo>
                  <a:pt x="46563" y="33033"/>
                  <a:pt x="46178" y="24134"/>
                  <a:pt x="45409" y="19848"/>
                </a:cubicBezTo>
                <a:cubicBezTo>
                  <a:pt x="44640" y="15562"/>
                  <a:pt x="43055" y="12160"/>
                  <a:pt x="40652" y="96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BA4E13-F7B2-4E18-B1E6-308DE76A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3657" y="3044749"/>
            <a:ext cx="60690" cy="96165"/>
          </a:xfrm>
          <a:custGeom xmlns:a="http://schemas.openxmlformats.org/drawingml/2006/main">
            <a:pathLst>
              <a:path w="60690" h="96165" fill="none">
                <a:moveTo>
                  <a:pt x="8217" y="11322"/>
                </a:moveTo>
                <a:cubicBezTo>
                  <a:pt x="13599" y="3774"/>
                  <a:pt x="20951" y="0"/>
                  <a:pt x="30273" y="0"/>
                </a:cubicBezTo>
                <a:cubicBezTo>
                  <a:pt x="34886" y="0"/>
                  <a:pt x="39499" y="1211"/>
                  <a:pt x="44112" y="3634"/>
                </a:cubicBezTo>
                <a:cubicBezTo>
                  <a:pt x="48725" y="6057"/>
                  <a:pt x="52473" y="10343"/>
                  <a:pt x="55356" y="16493"/>
                </a:cubicBezTo>
                <a:cubicBezTo>
                  <a:pt x="58912" y="24228"/>
                  <a:pt x="60690" y="34851"/>
                  <a:pt x="60690" y="48362"/>
                </a:cubicBezTo>
                <a:cubicBezTo>
                  <a:pt x="60690" y="62805"/>
                  <a:pt x="58624" y="73848"/>
                  <a:pt x="54491" y="81489"/>
                </a:cubicBezTo>
                <a:cubicBezTo>
                  <a:pt x="52569" y="85402"/>
                  <a:pt x="49926" y="88524"/>
                  <a:pt x="46563" y="90854"/>
                </a:cubicBezTo>
                <a:cubicBezTo>
                  <a:pt x="43199" y="93183"/>
                  <a:pt x="40268" y="94628"/>
                  <a:pt x="37769" y="95187"/>
                </a:cubicBezTo>
                <a:cubicBezTo>
                  <a:pt x="35270" y="95746"/>
                  <a:pt x="32820" y="96072"/>
                  <a:pt x="30417" y="96165"/>
                </a:cubicBezTo>
                <a:cubicBezTo>
                  <a:pt x="27918" y="96165"/>
                  <a:pt x="25420" y="95886"/>
                  <a:pt x="22921" y="95326"/>
                </a:cubicBezTo>
                <a:cubicBezTo>
                  <a:pt x="20422" y="94767"/>
                  <a:pt x="17491" y="93276"/>
                  <a:pt x="14127" y="90854"/>
                </a:cubicBezTo>
                <a:cubicBezTo>
                  <a:pt x="10764" y="88431"/>
                  <a:pt x="8121" y="85309"/>
                  <a:pt x="6199" y="81489"/>
                </a:cubicBezTo>
                <a:cubicBezTo>
                  <a:pt x="2066" y="73848"/>
                  <a:pt x="0" y="62805"/>
                  <a:pt x="0" y="48362"/>
                </a:cubicBezTo>
                <a:cubicBezTo>
                  <a:pt x="0" y="32148"/>
                  <a:pt x="2739" y="19801"/>
                  <a:pt x="8217" y="11322"/>
                </a:cubicBezTo>
                <a:close/>
                <a:moveTo>
                  <a:pt x="40652" y="9644"/>
                </a:moveTo>
                <a:cubicBezTo>
                  <a:pt x="37769" y="6663"/>
                  <a:pt x="34357" y="5172"/>
                  <a:pt x="30417" y="5172"/>
                </a:cubicBezTo>
                <a:cubicBezTo>
                  <a:pt x="26381" y="5172"/>
                  <a:pt x="22921" y="6663"/>
                  <a:pt x="20038" y="9644"/>
                </a:cubicBezTo>
                <a:cubicBezTo>
                  <a:pt x="17635" y="12067"/>
                  <a:pt x="16049" y="15422"/>
                  <a:pt x="15281" y="19708"/>
                </a:cubicBezTo>
                <a:cubicBezTo>
                  <a:pt x="14512" y="23995"/>
                  <a:pt x="14127" y="32940"/>
                  <a:pt x="14127" y="46545"/>
                </a:cubicBezTo>
                <a:cubicBezTo>
                  <a:pt x="14127" y="61268"/>
                  <a:pt x="14512" y="70959"/>
                  <a:pt x="15281" y="75618"/>
                </a:cubicBezTo>
                <a:cubicBezTo>
                  <a:pt x="16049" y="80277"/>
                  <a:pt x="17779" y="83958"/>
                  <a:pt x="20470" y="86660"/>
                </a:cubicBezTo>
                <a:cubicBezTo>
                  <a:pt x="23161" y="89456"/>
                  <a:pt x="26477" y="90854"/>
                  <a:pt x="30417" y="90854"/>
                </a:cubicBezTo>
                <a:cubicBezTo>
                  <a:pt x="34261" y="90854"/>
                  <a:pt x="37529" y="89456"/>
                  <a:pt x="40220" y="86660"/>
                </a:cubicBezTo>
                <a:cubicBezTo>
                  <a:pt x="43007" y="83865"/>
                  <a:pt x="44737" y="79951"/>
                  <a:pt x="45409" y="74919"/>
                </a:cubicBezTo>
                <a:cubicBezTo>
                  <a:pt x="46082" y="69887"/>
                  <a:pt x="46466" y="60429"/>
                  <a:pt x="46563" y="46545"/>
                </a:cubicBezTo>
                <a:cubicBezTo>
                  <a:pt x="46563" y="33033"/>
                  <a:pt x="46178" y="24134"/>
                  <a:pt x="45409" y="19848"/>
                </a:cubicBezTo>
                <a:cubicBezTo>
                  <a:pt x="44640" y="15562"/>
                  <a:pt x="43055" y="12160"/>
                  <a:pt x="40652" y="96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" cap="flat">
            <a:solidFill>
              <a:srgbClr val="000000">
                <a:alpha val="8800"/>
              </a:srgbClr>
            </a:solidFill>
            <a:miter/>
          </a:ln>
        </p:spPr>
      </p:sp>
      <p:sp>
        <p:nvSpPr>
          <p:cNvPr id="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5B7B8C-F576-406D-934B-2486707E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554" y="2959908"/>
            <a:ext cx="45605" cy="197701"/>
          </a:xfrm>
          <a:custGeom xmlns:a="http://schemas.openxmlformats.org/drawingml/2006/main">
            <a:pathLst>
              <a:path w="45605" h="197701">
                <a:moveTo>
                  <a:pt x="0" y="3559"/>
                </a:moveTo>
                <a:cubicBezTo>
                  <a:pt x="136" y="2636"/>
                  <a:pt x="544" y="1845"/>
                  <a:pt x="1223" y="1186"/>
                </a:cubicBezTo>
                <a:cubicBezTo>
                  <a:pt x="1903" y="527"/>
                  <a:pt x="2855" y="132"/>
                  <a:pt x="4078" y="0"/>
                </a:cubicBezTo>
                <a:cubicBezTo>
                  <a:pt x="5437" y="0"/>
                  <a:pt x="6593" y="659"/>
                  <a:pt x="7544" y="1977"/>
                </a:cubicBezTo>
                <a:cubicBezTo>
                  <a:pt x="7952" y="2900"/>
                  <a:pt x="14341" y="19111"/>
                  <a:pt x="26711" y="50612"/>
                </a:cubicBezTo>
                <a:cubicBezTo>
                  <a:pt x="39081" y="82112"/>
                  <a:pt x="45334" y="98192"/>
                  <a:pt x="45469" y="98851"/>
                </a:cubicBezTo>
                <a:cubicBezTo>
                  <a:pt x="45605" y="99510"/>
                  <a:pt x="39420" y="115589"/>
                  <a:pt x="26915" y="147090"/>
                </a:cubicBezTo>
                <a:cubicBezTo>
                  <a:pt x="14409" y="178590"/>
                  <a:pt x="7952" y="194802"/>
                  <a:pt x="7544" y="195724"/>
                </a:cubicBezTo>
                <a:cubicBezTo>
                  <a:pt x="6593" y="197042"/>
                  <a:pt x="5437" y="197701"/>
                  <a:pt x="4078" y="197701"/>
                </a:cubicBezTo>
                <a:cubicBezTo>
                  <a:pt x="2991" y="197701"/>
                  <a:pt x="2107" y="197372"/>
                  <a:pt x="1427" y="196713"/>
                </a:cubicBezTo>
                <a:cubicBezTo>
                  <a:pt x="748" y="196054"/>
                  <a:pt x="272" y="195197"/>
                  <a:pt x="0" y="194143"/>
                </a:cubicBezTo>
                <a:cubicBezTo>
                  <a:pt x="0" y="193484"/>
                  <a:pt x="6117" y="177470"/>
                  <a:pt x="18351" y="146101"/>
                </a:cubicBezTo>
                <a:cubicBezTo>
                  <a:pt x="30721" y="114864"/>
                  <a:pt x="36906" y="99114"/>
                  <a:pt x="36906" y="98851"/>
                </a:cubicBezTo>
                <a:cubicBezTo>
                  <a:pt x="36906" y="98587"/>
                  <a:pt x="30721" y="82837"/>
                  <a:pt x="18351" y="51600"/>
                </a:cubicBezTo>
                <a:cubicBezTo>
                  <a:pt x="6117" y="20231"/>
                  <a:pt x="0" y="4218"/>
                  <a:pt x="0" y="35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F96A1D-D67D-45BF-ACBA-B11012E3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554" y="2959908"/>
            <a:ext cx="45605" cy="197701"/>
          </a:xfrm>
          <a:custGeom xmlns:a="http://schemas.openxmlformats.org/drawingml/2006/main">
            <a:pathLst>
              <a:path w="45605" h="197701" fill="none">
                <a:moveTo>
                  <a:pt x="0" y="3559"/>
                </a:moveTo>
                <a:cubicBezTo>
                  <a:pt x="136" y="2636"/>
                  <a:pt x="544" y="1845"/>
                  <a:pt x="1223" y="1186"/>
                </a:cubicBezTo>
                <a:cubicBezTo>
                  <a:pt x="1903" y="527"/>
                  <a:pt x="2855" y="132"/>
                  <a:pt x="4078" y="0"/>
                </a:cubicBezTo>
                <a:cubicBezTo>
                  <a:pt x="5437" y="0"/>
                  <a:pt x="6593" y="659"/>
                  <a:pt x="7544" y="1977"/>
                </a:cubicBezTo>
                <a:cubicBezTo>
                  <a:pt x="7952" y="2900"/>
                  <a:pt x="14341" y="19111"/>
                  <a:pt x="26711" y="50612"/>
                </a:cubicBezTo>
                <a:cubicBezTo>
                  <a:pt x="39081" y="82112"/>
                  <a:pt x="45334" y="98192"/>
                  <a:pt x="45469" y="98851"/>
                </a:cubicBezTo>
                <a:cubicBezTo>
                  <a:pt x="45605" y="99510"/>
                  <a:pt x="39420" y="115589"/>
                  <a:pt x="26915" y="147090"/>
                </a:cubicBezTo>
                <a:cubicBezTo>
                  <a:pt x="14409" y="178590"/>
                  <a:pt x="7952" y="194802"/>
                  <a:pt x="7544" y="195724"/>
                </a:cubicBezTo>
                <a:cubicBezTo>
                  <a:pt x="6593" y="197042"/>
                  <a:pt x="5437" y="197701"/>
                  <a:pt x="4078" y="197701"/>
                </a:cubicBezTo>
                <a:cubicBezTo>
                  <a:pt x="2991" y="197701"/>
                  <a:pt x="2107" y="197372"/>
                  <a:pt x="1427" y="196713"/>
                </a:cubicBezTo>
                <a:cubicBezTo>
                  <a:pt x="748" y="196054"/>
                  <a:pt x="272" y="195197"/>
                  <a:pt x="0" y="194143"/>
                </a:cubicBezTo>
                <a:cubicBezTo>
                  <a:pt x="0" y="193484"/>
                  <a:pt x="6117" y="177470"/>
                  <a:pt x="18351" y="146101"/>
                </a:cubicBezTo>
                <a:cubicBezTo>
                  <a:pt x="30721" y="114864"/>
                  <a:pt x="36906" y="99114"/>
                  <a:pt x="36906" y="98851"/>
                </a:cubicBezTo>
                <a:cubicBezTo>
                  <a:pt x="36906" y="98587"/>
                  <a:pt x="30721" y="82837"/>
                  <a:pt x="18351" y="51600"/>
                </a:cubicBezTo>
                <a:cubicBezTo>
                  <a:pt x="6117" y="20231"/>
                  <a:pt x="0" y="4218"/>
                  <a:pt x="0" y="355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1" cap="flat">
            <a:solidFill>
              <a:srgbClr val="000000">
                <a:alpha val="12450"/>
              </a:srgbClr>
            </a:solidFill>
            <a:miter/>
          </a:ln>
        </p:spPr>
      </p:sp>
      <p:sp>
        <p:nvSpPr>
          <p:cNvPr id="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B5E546-75FF-4381-91E9-D49A3676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871" y="2959908"/>
            <a:ext cx="48732" cy="197701"/>
          </a:xfrm>
          <a:custGeom xmlns:a="http://schemas.openxmlformats.org/drawingml/2006/main">
            <a:pathLst>
              <a:path w="48732" h="197701">
                <a:moveTo>
                  <a:pt x="1019" y="198"/>
                </a:moveTo>
                <a:lnTo>
                  <a:pt x="1835" y="0"/>
                </a:lnTo>
                <a:cubicBezTo>
                  <a:pt x="2515" y="0"/>
                  <a:pt x="3194" y="0"/>
                  <a:pt x="3874" y="0"/>
                </a:cubicBezTo>
                <a:lnTo>
                  <a:pt x="6321" y="0"/>
                </a:lnTo>
                <a:lnTo>
                  <a:pt x="12030" y="4745"/>
                </a:lnTo>
                <a:cubicBezTo>
                  <a:pt x="24808" y="15948"/>
                  <a:pt x="34119" y="29919"/>
                  <a:pt x="39964" y="46658"/>
                </a:cubicBezTo>
                <a:cubicBezTo>
                  <a:pt x="45809" y="63396"/>
                  <a:pt x="48732" y="80794"/>
                  <a:pt x="48732" y="98851"/>
                </a:cubicBezTo>
                <a:cubicBezTo>
                  <a:pt x="48732" y="107813"/>
                  <a:pt x="48052" y="116446"/>
                  <a:pt x="46693" y="124750"/>
                </a:cubicBezTo>
                <a:cubicBezTo>
                  <a:pt x="45334" y="133053"/>
                  <a:pt x="43770" y="140104"/>
                  <a:pt x="42003" y="145904"/>
                </a:cubicBezTo>
                <a:cubicBezTo>
                  <a:pt x="40236" y="151703"/>
                  <a:pt x="37721" y="157502"/>
                  <a:pt x="34459" y="163301"/>
                </a:cubicBezTo>
                <a:cubicBezTo>
                  <a:pt x="31197" y="169101"/>
                  <a:pt x="28614" y="173516"/>
                  <a:pt x="26711" y="176547"/>
                </a:cubicBezTo>
                <a:cubicBezTo>
                  <a:pt x="24808" y="179579"/>
                  <a:pt x="22021" y="182940"/>
                  <a:pt x="18351" y="186630"/>
                </a:cubicBezTo>
                <a:cubicBezTo>
                  <a:pt x="14681" y="190320"/>
                  <a:pt x="12506" y="192495"/>
                  <a:pt x="11826" y="193154"/>
                </a:cubicBezTo>
                <a:cubicBezTo>
                  <a:pt x="11146" y="193813"/>
                  <a:pt x="9583" y="195065"/>
                  <a:pt x="7136" y="196910"/>
                </a:cubicBezTo>
                <a:cubicBezTo>
                  <a:pt x="6729" y="197306"/>
                  <a:pt x="6457" y="197569"/>
                  <a:pt x="6321" y="197701"/>
                </a:cubicBezTo>
                <a:lnTo>
                  <a:pt x="3874" y="197701"/>
                </a:lnTo>
                <a:cubicBezTo>
                  <a:pt x="2787" y="197701"/>
                  <a:pt x="2039" y="197701"/>
                  <a:pt x="1631" y="197701"/>
                </a:cubicBezTo>
                <a:cubicBezTo>
                  <a:pt x="1223" y="197701"/>
                  <a:pt x="884" y="197504"/>
                  <a:pt x="612" y="197108"/>
                </a:cubicBezTo>
                <a:cubicBezTo>
                  <a:pt x="340" y="196713"/>
                  <a:pt x="136" y="196120"/>
                  <a:pt x="0" y="195329"/>
                </a:cubicBezTo>
                <a:cubicBezTo>
                  <a:pt x="136" y="195197"/>
                  <a:pt x="884" y="194340"/>
                  <a:pt x="2243" y="192759"/>
                </a:cubicBezTo>
                <a:cubicBezTo>
                  <a:pt x="23312" y="171539"/>
                  <a:pt x="33847" y="140236"/>
                  <a:pt x="33847" y="98851"/>
                </a:cubicBezTo>
                <a:cubicBezTo>
                  <a:pt x="33847" y="57465"/>
                  <a:pt x="23312" y="26162"/>
                  <a:pt x="2243" y="4943"/>
                </a:cubicBezTo>
                <a:cubicBezTo>
                  <a:pt x="884" y="3361"/>
                  <a:pt x="136" y="2504"/>
                  <a:pt x="0" y="2372"/>
                </a:cubicBezTo>
                <a:cubicBezTo>
                  <a:pt x="0" y="1318"/>
                  <a:pt x="340" y="593"/>
                  <a:pt x="1019" y="1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7D451F-232D-40AF-8B98-CF6DA15F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871" y="2959908"/>
            <a:ext cx="48732" cy="197701"/>
          </a:xfrm>
          <a:custGeom xmlns:a="http://schemas.openxmlformats.org/drawingml/2006/main">
            <a:pathLst>
              <a:path w="48732" h="197701" fill="none">
                <a:moveTo>
                  <a:pt x="1019" y="198"/>
                </a:moveTo>
                <a:lnTo>
                  <a:pt x="1835" y="0"/>
                </a:lnTo>
                <a:cubicBezTo>
                  <a:pt x="2515" y="0"/>
                  <a:pt x="3194" y="0"/>
                  <a:pt x="3874" y="0"/>
                </a:cubicBezTo>
                <a:lnTo>
                  <a:pt x="6321" y="0"/>
                </a:lnTo>
                <a:lnTo>
                  <a:pt x="12030" y="4745"/>
                </a:lnTo>
                <a:cubicBezTo>
                  <a:pt x="24808" y="15948"/>
                  <a:pt x="34119" y="29919"/>
                  <a:pt x="39964" y="46658"/>
                </a:cubicBezTo>
                <a:cubicBezTo>
                  <a:pt x="45809" y="63396"/>
                  <a:pt x="48732" y="80794"/>
                  <a:pt x="48732" y="98851"/>
                </a:cubicBezTo>
                <a:cubicBezTo>
                  <a:pt x="48732" y="107813"/>
                  <a:pt x="48052" y="116446"/>
                  <a:pt x="46693" y="124750"/>
                </a:cubicBezTo>
                <a:cubicBezTo>
                  <a:pt x="45334" y="133053"/>
                  <a:pt x="43770" y="140104"/>
                  <a:pt x="42003" y="145904"/>
                </a:cubicBezTo>
                <a:cubicBezTo>
                  <a:pt x="40236" y="151703"/>
                  <a:pt x="37721" y="157502"/>
                  <a:pt x="34459" y="163301"/>
                </a:cubicBezTo>
                <a:cubicBezTo>
                  <a:pt x="31197" y="169101"/>
                  <a:pt x="28614" y="173516"/>
                  <a:pt x="26711" y="176547"/>
                </a:cubicBezTo>
                <a:cubicBezTo>
                  <a:pt x="24808" y="179579"/>
                  <a:pt x="22021" y="182940"/>
                  <a:pt x="18351" y="186630"/>
                </a:cubicBezTo>
                <a:cubicBezTo>
                  <a:pt x="14681" y="190320"/>
                  <a:pt x="12506" y="192495"/>
                  <a:pt x="11826" y="193154"/>
                </a:cubicBezTo>
                <a:cubicBezTo>
                  <a:pt x="11146" y="193813"/>
                  <a:pt x="9583" y="195065"/>
                  <a:pt x="7136" y="196910"/>
                </a:cubicBezTo>
                <a:cubicBezTo>
                  <a:pt x="6729" y="197306"/>
                  <a:pt x="6457" y="197569"/>
                  <a:pt x="6321" y="197701"/>
                </a:cubicBezTo>
                <a:lnTo>
                  <a:pt x="3874" y="197701"/>
                </a:lnTo>
                <a:cubicBezTo>
                  <a:pt x="2787" y="197701"/>
                  <a:pt x="2039" y="197701"/>
                  <a:pt x="1631" y="197701"/>
                </a:cubicBezTo>
                <a:cubicBezTo>
                  <a:pt x="1223" y="197701"/>
                  <a:pt x="884" y="197504"/>
                  <a:pt x="612" y="197108"/>
                </a:cubicBezTo>
                <a:cubicBezTo>
                  <a:pt x="340" y="196713"/>
                  <a:pt x="136" y="196120"/>
                  <a:pt x="0" y="195329"/>
                </a:cubicBezTo>
                <a:cubicBezTo>
                  <a:pt x="136" y="195197"/>
                  <a:pt x="884" y="194340"/>
                  <a:pt x="2243" y="192759"/>
                </a:cubicBezTo>
                <a:cubicBezTo>
                  <a:pt x="23312" y="171539"/>
                  <a:pt x="33847" y="140236"/>
                  <a:pt x="33847" y="98851"/>
                </a:cubicBezTo>
                <a:cubicBezTo>
                  <a:pt x="33847" y="57465"/>
                  <a:pt x="23312" y="26162"/>
                  <a:pt x="2243" y="4943"/>
                </a:cubicBezTo>
                <a:cubicBezTo>
                  <a:pt x="884" y="3361"/>
                  <a:pt x="136" y="2504"/>
                  <a:pt x="0" y="2372"/>
                </a:cubicBezTo>
                <a:cubicBezTo>
                  <a:pt x="0" y="1318"/>
                  <a:pt x="340" y="593"/>
                  <a:pt x="1019" y="1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1" cap="flat">
            <a:solidFill>
              <a:srgbClr val="000000">
                <a:alpha val="12450"/>
              </a:srgbClr>
            </a:solidFill>
            <a:miter/>
          </a:ln>
        </p:spPr>
      </p:sp>
      <p:sp>
        <p:nvSpPr>
          <p:cNvPr id="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914EA7-F108-4337-9352-AB3EBEF0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208" y="3248868"/>
            <a:ext cx="45240" cy="197701"/>
          </a:xfrm>
          <a:custGeom xmlns:a="http://schemas.openxmlformats.org/drawingml/2006/main">
            <a:pathLst>
              <a:path w="45240" h="197701">
                <a:moveTo>
                  <a:pt x="45240" y="194143"/>
                </a:moveTo>
                <a:cubicBezTo>
                  <a:pt x="45105" y="195065"/>
                  <a:pt x="44701" y="195856"/>
                  <a:pt x="44026" y="196515"/>
                </a:cubicBezTo>
                <a:cubicBezTo>
                  <a:pt x="43352" y="197174"/>
                  <a:pt x="42408" y="197569"/>
                  <a:pt x="41195" y="197701"/>
                </a:cubicBezTo>
                <a:cubicBezTo>
                  <a:pt x="39846" y="197701"/>
                  <a:pt x="38700" y="197042"/>
                  <a:pt x="37756" y="195724"/>
                </a:cubicBezTo>
                <a:cubicBezTo>
                  <a:pt x="37352" y="194802"/>
                  <a:pt x="31014" y="178590"/>
                  <a:pt x="18743" y="147090"/>
                </a:cubicBezTo>
                <a:cubicBezTo>
                  <a:pt x="6472" y="115589"/>
                  <a:pt x="270" y="99510"/>
                  <a:pt x="135" y="98851"/>
                </a:cubicBezTo>
                <a:cubicBezTo>
                  <a:pt x="0" y="98192"/>
                  <a:pt x="6135" y="82112"/>
                  <a:pt x="18541" y="50612"/>
                </a:cubicBezTo>
                <a:cubicBezTo>
                  <a:pt x="30947" y="19111"/>
                  <a:pt x="37352" y="2900"/>
                  <a:pt x="37756" y="1977"/>
                </a:cubicBezTo>
                <a:cubicBezTo>
                  <a:pt x="38161" y="1318"/>
                  <a:pt x="38835" y="725"/>
                  <a:pt x="39779" y="198"/>
                </a:cubicBezTo>
                <a:lnTo>
                  <a:pt x="40386" y="0"/>
                </a:lnTo>
                <a:cubicBezTo>
                  <a:pt x="40790" y="0"/>
                  <a:pt x="41060" y="0"/>
                  <a:pt x="41195" y="0"/>
                </a:cubicBezTo>
                <a:cubicBezTo>
                  <a:pt x="43622" y="0"/>
                  <a:pt x="44970" y="1186"/>
                  <a:pt x="45240" y="3559"/>
                </a:cubicBezTo>
                <a:cubicBezTo>
                  <a:pt x="45240" y="4218"/>
                  <a:pt x="39172" y="20231"/>
                  <a:pt x="27036" y="51600"/>
                </a:cubicBezTo>
                <a:cubicBezTo>
                  <a:pt x="14765" y="82837"/>
                  <a:pt x="8630" y="98587"/>
                  <a:pt x="8630" y="98851"/>
                </a:cubicBezTo>
                <a:cubicBezTo>
                  <a:pt x="8630" y="99114"/>
                  <a:pt x="14765" y="114864"/>
                  <a:pt x="27036" y="146101"/>
                </a:cubicBezTo>
                <a:cubicBezTo>
                  <a:pt x="39172" y="177470"/>
                  <a:pt x="45240" y="193484"/>
                  <a:pt x="45240" y="1941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95FF2E-47E8-4D80-89EE-5C6DFFDA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208" y="3248868"/>
            <a:ext cx="45240" cy="197701"/>
          </a:xfrm>
          <a:custGeom xmlns:a="http://schemas.openxmlformats.org/drawingml/2006/main">
            <a:pathLst>
              <a:path w="45240" h="197701" fill="none">
                <a:moveTo>
                  <a:pt x="45240" y="194143"/>
                </a:moveTo>
                <a:cubicBezTo>
                  <a:pt x="45105" y="195065"/>
                  <a:pt x="44701" y="195856"/>
                  <a:pt x="44026" y="196515"/>
                </a:cubicBezTo>
                <a:cubicBezTo>
                  <a:pt x="43352" y="197174"/>
                  <a:pt x="42408" y="197569"/>
                  <a:pt x="41195" y="197701"/>
                </a:cubicBezTo>
                <a:cubicBezTo>
                  <a:pt x="39846" y="197701"/>
                  <a:pt x="38700" y="197042"/>
                  <a:pt x="37756" y="195724"/>
                </a:cubicBezTo>
                <a:cubicBezTo>
                  <a:pt x="37352" y="194802"/>
                  <a:pt x="31014" y="178590"/>
                  <a:pt x="18743" y="147090"/>
                </a:cubicBezTo>
                <a:cubicBezTo>
                  <a:pt x="6472" y="115589"/>
                  <a:pt x="270" y="99510"/>
                  <a:pt x="135" y="98851"/>
                </a:cubicBezTo>
                <a:cubicBezTo>
                  <a:pt x="0" y="98192"/>
                  <a:pt x="6135" y="82112"/>
                  <a:pt x="18541" y="50612"/>
                </a:cubicBezTo>
                <a:cubicBezTo>
                  <a:pt x="30947" y="19111"/>
                  <a:pt x="37352" y="2900"/>
                  <a:pt x="37756" y="1977"/>
                </a:cubicBezTo>
                <a:cubicBezTo>
                  <a:pt x="38161" y="1318"/>
                  <a:pt x="38835" y="725"/>
                  <a:pt x="39779" y="198"/>
                </a:cubicBezTo>
                <a:lnTo>
                  <a:pt x="40386" y="0"/>
                </a:lnTo>
                <a:cubicBezTo>
                  <a:pt x="40790" y="0"/>
                  <a:pt x="41060" y="0"/>
                  <a:pt x="41195" y="0"/>
                </a:cubicBezTo>
                <a:cubicBezTo>
                  <a:pt x="43622" y="0"/>
                  <a:pt x="44970" y="1186"/>
                  <a:pt x="45240" y="3559"/>
                </a:cubicBezTo>
                <a:cubicBezTo>
                  <a:pt x="45240" y="4218"/>
                  <a:pt x="39172" y="20231"/>
                  <a:pt x="27036" y="51600"/>
                </a:cubicBezTo>
                <a:cubicBezTo>
                  <a:pt x="14765" y="82837"/>
                  <a:pt x="8630" y="98587"/>
                  <a:pt x="8630" y="98851"/>
                </a:cubicBezTo>
                <a:cubicBezTo>
                  <a:pt x="8630" y="99114"/>
                  <a:pt x="14765" y="114864"/>
                  <a:pt x="27036" y="146101"/>
                </a:cubicBezTo>
                <a:cubicBezTo>
                  <a:pt x="39172" y="177470"/>
                  <a:pt x="45240" y="193484"/>
                  <a:pt x="45240" y="19414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00"/>
              </a:srgbClr>
            </a:solidFill>
            <a:miter/>
          </a:ln>
        </p:spPr>
      </p:sp>
      <p:sp>
        <p:nvSpPr>
          <p:cNvPr id="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B6458E-2096-4881-A0F2-7FFDF877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293" y="3262114"/>
            <a:ext cx="145024" cy="139379"/>
          </a:xfrm>
          <a:custGeom xmlns:a="http://schemas.openxmlformats.org/drawingml/2006/main">
            <a:pathLst>
              <a:path w="145024" h="139379">
                <a:moveTo>
                  <a:pt x="0" y="6920"/>
                </a:moveTo>
                <a:cubicBezTo>
                  <a:pt x="0" y="4020"/>
                  <a:pt x="876" y="1713"/>
                  <a:pt x="2629" y="0"/>
                </a:cubicBezTo>
                <a:lnTo>
                  <a:pt x="4854" y="0"/>
                </a:lnTo>
                <a:cubicBezTo>
                  <a:pt x="10518" y="395"/>
                  <a:pt x="17597" y="593"/>
                  <a:pt x="26092" y="593"/>
                </a:cubicBezTo>
                <a:cubicBezTo>
                  <a:pt x="42004" y="593"/>
                  <a:pt x="51375" y="395"/>
                  <a:pt x="54207" y="0"/>
                </a:cubicBezTo>
                <a:lnTo>
                  <a:pt x="56230" y="0"/>
                </a:lnTo>
                <a:cubicBezTo>
                  <a:pt x="57039" y="791"/>
                  <a:pt x="57443" y="1384"/>
                  <a:pt x="57443" y="1779"/>
                </a:cubicBezTo>
                <a:cubicBezTo>
                  <a:pt x="57443" y="2175"/>
                  <a:pt x="57309" y="3361"/>
                  <a:pt x="57039" y="5338"/>
                </a:cubicBezTo>
                <a:cubicBezTo>
                  <a:pt x="56365" y="7315"/>
                  <a:pt x="55758" y="8567"/>
                  <a:pt x="55218" y="9094"/>
                </a:cubicBezTo>
                <a:lnTo>
                  <a:pt x="50971" y="9094"/>
                </a:lnTo>
                <a:cubicBezTo>
                  <a:pt x="48004" y="9358"/>
                  <a:pt x="45982" y="9490"/>
                  <a:pt x="44903" y="9490"/>
                </a:cubicBezTo>
                <a:cubicBezTo>
                  <a:pt x="40992" y="10149"/>
                  <a:pt x="38835" y="11137"/>
                  <a:pt x="38430" y="12455"/>
                </a:cubicBezTo>
                <a:cubicBezTo>
                  <a:pt x="38430" y="12719"/>
                  <a:pt x="40386" y="29260"/>
                  <a:pt x="44296" y="62078"/>
                </a:cubicBezTo>
                <a:cubicBezTo>
                  <a:pt x="48207" y="94897"/>
                  <a:pt x="50229" y="111438"/>
                  <a:pt x="50364" y="111701"/>
                </a:cubicBezTo>
                <a:lnTo>
                  <a:pt x="65129" y="88570"/>
                </a:lnTo>
                <a:cubicBezTo>
                  <a:pt x="74973" y="73149"/>
                  <a:pt x="84817" y="57597"/>
                  <a:pt x="94660" y="41913"/>
                </a:cubicBezTo>
                <a:cubicBezTo>
                  <a:pt x="104504" y="26228"/>
                  <a:pt x="109560" y="18123"/>
                  <a:pt x="109830" y="17595"/>
                </a:cubicBezTo>
                <a:cubicBezTo>
                  <a:pt x="110370" y="16673"/>
                  <a:pt x="110639" y="15684"/>
                  <a:pt x="110639" y="14630"/>
                </a:cubicBezTo>
                <a:cubicBezTo>
                  <a:pt x="110639" y="11467"/>
                  <a:pt x="107673" y="9621"/>
                  <a:pt x="101740" y="9094"/>
                </a:cubicBezTo>
                <a:cubicBezTo>
                  <a:pt x="99312" y="9094"/>
                  <a:pt x="98099" y="8369"/>
                  <a:pt x="98099" y="6920"/>
                </a:cubicBezTo>
                <a:cubicBezTo>
                  <a:pt x="98099" y="6788"/>
                  <a:pt x="98234" y="5931"/>
                  <a:pt x="98503" y="4349"/>
                </a:cubicBezTo>
                <a:cubicBezTo>
                  <a:pt x="98908" y="2504"/>
                  <a:pt x="99312" y="1318"/>
                  <a:pt x="99717" y="791"/>
                </a:cubicBezTo>
                <a:cubicBezTo>
                  <a:pt x="100121" y="264"/>
                  <a:pt x="100998" y="0"/>
                  <a:pt x="102346" y="0"/>
                </a:cubicBezTo>
                <a:cubicBezTo>
                  <a:pt x="102616" y="0"/>
                  <a:pt x="103425" y="0"/>
                  <a:pt x="104773" y="0"/>
                </a:cubicBezTo>
                <a:cubicBezTo>
                  <a:pt x="106122" y="0"/>
                  <a:pt x="108414" y="66"/>
                  <a:pt x="111651" y="198"/>
                </a:cubicBezTo>
                <a:cubicBezTo>
                  <a:pt x="114887" y="330"/>
                  <a:pt x="119202" y="395"/>
                  <a:pt x="124596" y="395"/>
                </a:cubicBezTo>
                <a:cubicBezTo>
                  <a:pt x="133900" y="395"/>
                  <a:pt x="139765" y="264"/>
                  <a:pt x="142193" y="0"/>
                </a:cubicBezTo>
                <a:lnTo>
                  <a:pt x="143608" y="0"/>
                </a:lnTo>
                <a:cubicBezTo>
                  <a:pt x="144552" y="923"/>
                  <a:pt x="145024" y="1648"/>
                  <a:pt x="145024" y="2175"/>
                </a:cubicBezTo>
                <a:cubicBezTo>
                  <a:pt x="145024" y="4415"/>
                  <a:pt x="144418" y="6524"/>
                  <a:pt x="143204" y="8501"/>
                </a:cubicBezTo>
                <a:cubicBezTo>
                  <a:pt x="142799" y="8897"/>
                  <a:pt x="141653" y="9094"/>
                  <a:pt x="139765" y="9094"/>
                </a:cubicBezTo>
                <a:cubicBezTo>
                  <a:pt x="138012" y="9226"/>
                  <a:pt x="136394" y="9358"/>
                  <a:pt x="134911" y="9490"/>
                </a:cubicBezTo>
                <a:cubicBezTo>
                  <a:pt x="133428" y="9621"/>
                  <a:pt x="132012" y="9951"/>
                  <a:pt x="130663" y="10478"/>
                </a:cubicBezTo>
                <a:cubicBezTo>
                  <a:pt x="129315" y="11005"/>
                  <a:pt x="128236" y="11467"/>
                  <a:pt x="127427" y="11862"/>
                </a:cubicBezTo>
                <a:cubicBezTo>
                  <a:pt x="126618" y="12257"/>
                  <a:pt x="125809" y="12785"/>
                  <a:pt x="125000" y="13444"/>
                </a:cubicBezTo>
                <a:cubicBezTo>
                  <a:pt x="124191" y="14103"/>
                  <a:pt x="123517" y="14564"/>
                  <a:pt x="122977" y="14828"/>
                </a:cubicBezTo>
                <a:cubicBezTo>
                  <a:pt x="122438" y="15091"/>
                  <a:pt x="121899" y="15684"/>
                  <a:pt x="121359" y="16607"/>
                </a:cubicBezTo>
                <a:cubicBezTo>
                  <a:pt x="120820" y="17530"/>
                  <a:pt x="120348" y="17991"/>
                  <a:pt x="119943" y="17991"/>
                </a:cubicBezTo>
                <a:lnTo>
                  <a:pt x="80906" y="79278"/>
                </a:lnTo>
                <a:cubicBezTo>
                  <a:pt x="56634" y="117632"/>
                  <a:pt x="44094" y="137271"/>
                  <a:pt x="43285" y="138193"/>
                </a:cubicBezTo>
                <a:cubicBezTo>
                  <a:pt x="42880" y="138457"/>
                  <a:pt x="42408" y="138786"/>
                  <a:pt x="41869" y="139182"/>
                </a:cubicBezTo>
                <a:lnTo>
                  <a:pt x="38228" y="139379"/>
                </a:lnTo>
                <a:lnTo>
                  <a:pt x="36812" y="139379"/>
                </a:lnTo>
                <a:cubicBezTo>
                  <a:pt x="34385" y="139379"/>
                  <a:pt x="33172" y="138918"/>
                  <a:pt x="33172" y="137996"/>
                </a:cubicBezTo>
                <a:cubicBezTo>
                  <a:pt x="32767" y="137205"/>
                  <a:pt x="30138" y="116117"/>
                  <a:pt x="25283" y="74731"/>
                </a:cubicBezTo>
                <a:cubicBezTo>
                  <a:pt x="20159" y="32818"/>
                  <a:pt x="17530" y="11664"/>
                  <a:pt x="17395" y="11269"/>
                </a:cubicBezTo>
                <a:cubicBezTo>
                  <a:pt x="16721" y="9819"/>
                  <a:pt x="12540" y="9094"/>
                  <a:pt x="4854" y="9094"/>
                </a:cubicBezTo>
                <a:lnTo>
                  <a:pt x="1416" y="9094"/>
                </a:lnTo>
                <a:cubicBezTo>
                  <a:pt x="472" y="8435"/>
                  <a:pt x="0" y="7710"/>
                  <a:pt x="0" y="69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0B14CE-5B31-484E-8F7E-2F480900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293" y="3262114"/>
            <a:ext cx="145024" cy="139379"/>
          </a:xfrm>
          <a:custGeom xmlns:a="http://schemas.openxmlformats.org/drawingml/2006/main">
            <a:pathLst>
              <a:path w="145024" h="139379" fill="none">
                <a:moveTo>
                  <a:pt x="0" y="6920"/>
                </a:moveTo>
                <a:cubicBezTo>
                  <a:pt x="0" y="4020"/>
                  <a:pt x="876" y="1713"/>
                  <a:pt x="2629" y="0"/>
                </a:cubicBezTo>
                <a:lnTo>
                  <a:pt x="4854" y="0"/>
                </a:lnTo>
                <a:cubicBezTo>
                  <a:pt x="10518" y="395"/>
                  <a:pt x="17597" y="593"/>
                  <a:pt x="26092" y="593"/>
                </a:cubicBezTo>
                <a:cubicBezTo>
                  <a:pt x="42004" y="593"/>
                  <a:pt x="51375" y="395"/>
                  <a:pt x="54207" y="0"/>
                </a:cubicBezTo>
                <a:lnTo>
                  <a:pt x="56230" y="0"/>
                </a:lnTo>
                <a:cubicBezTo>
                  <a:pt x="57039" y="791"/>
                  <a:pt x="57443" y="1384"/>
                  <a:pt x="57443" y="1779"/>
                </a:cubicBezTo>
                <a:cubicBezTo>
                  <a:pt x="57443" y="2175"/>
                  <a:pt x="57309" y="3361"/>
                  <a:pt x="57039" y="5338"/>
                </a:cubicBezTo>
                <a:cubicBezTo>
                  <a:pt x="56365" y="7315"/>
                  <a:pt x="55758" y="8567"/>
                  <a:pt x="55218" y="9094"/>
                </a:cubicBezTo>
                <a:lnTo>
                  <a:pt x="50971" y="9094"/>
                </a:lnTo>
                <a:cubicBezTo>
                  <a:pt x="48004" y="9358"/>
                  <a:pt x="45982" y="9490"/>
                  <a:pt x="44903" y="9490"/>
                </a:cubicBezTo>
                <a:cubicBezTo>
                  <a:pt x="40992" y="10149"/>
                  <a:pt x="38835" y="11137"/>
                  <a:pt x="38430" y="12455"/>
                </a:cubicBezTo>
                <a:cubicBezTo>
                  <a:pt x="38430" y="12719"/>
                  <a:pt x="40386" y="29260"/>
                  <a:pt x="44296" y="62078"/>
                </a:cubicBezTo>
                <a:cubicBezTo>
                  <a:pt x="48207" y="94897"/>
                  <a:pt x="50229" y="111438"/>
                  <a:pt x="50364" y="111701"/>
                </a:cubicBezTo>
                <a:lnTo>
                  <a:pt x="65129" y="88570"/>
                </a:lnTo>
                <a:cubicBezTo>
                  <a:pt x="74973" y="73149"/>
                  <a:pt x="84817" y="57597"/>
                  <a:pt x="94660" y="41913"/>
                </a:cubicBezTo>
                <a:cubicBezTo>
                  <a:pt x="104504" y="26228"/>
                  <a:pt x="109560" y="18123"/>
                  <a:pt x="109830" y="17595"/>
                </a:cubicBezTo>
                <a:cubicBezTo>
                  <a:pt x="110370" y="16673"/>
                  <a:pt x="110639" y="15684"/>
                  <a:pt x="110639" y="14630"/>
                </a:cubicBezTo>
                <a:cubicBezTo>
                  <a:pt x="110639" y="11467"/>
                  <a:pt x="107673" y="9621"/>
                  <a:pt x="101740" y="9094"/>
                </a:cubicBezTo>
                <a:cubicBezTo>
                  <a:pt x="99312" y="9094"/>
                  <a:pt x="98099" y="8369"/>
                  <a:pt x="98099" y="6920"/>
                </a:cubicBezTo>
                <a:cubicBezTo>
                  <a:pt x="98099" y="6788"/>
                  <a:pt x="98234" y="5931"/>
                  <a:pt x="98503" y="4349"/>
                </a:cubicBezTo>
                <a:cubicBezTo>
                  <a:pt x="98908" y="2504"/>
                  <a:pt x="99312" y="1318"/>
                  <a:pt x="99717" y="791"/>
                </a:cubicBezTo>
                <a:cubicBezTo>
                  <a:pt x="100121" y="264"/>
                  <a:pt x="100998" y="0"/>
                  <a:pt x="102346" y="0"/>
                </a:cubicBezTo>
                <a:cubicBezTo>
                  <a:pt x="102616" y="0"/>
                  <a:pt x="103425" y="0"/>
                  <a:pt x="104773" y="0"/>
                </a:cubicBezTo>
                <a:cubicBezTo>
                  <a:pt x="106122" y="0"/>
                  <a:pt x="108414" y="66"/>
                  <a:pt x="111651" y="198"/>
                </a:cubicBezTo>
                <a:cubicBezTo>
                  <a:pt x="114887" y="330"/>
                  <a:pt x="119202" y="395"/>
                  <a:pt x="124596" y="395"/>
                </a:cubicBezTo>
                <a:cubicBezTo>
                  <a:pt x="133900" y="395"/>
                  <a:pt x="139765" y="264"/>
                  <a:pt x="142193" y="0"/>
                </a:cubicBezTo>
                <a:lnTo>
                  <a:pt x="143608" y="0"/>
                </a:lnTo>
                <a:cubicBezTo>
                  <a:pt x="144552" y="923"/>
                  <a:pt x="145024" y="1648"/>
                  <a:pt x="145024" y="2175"/>
                </a:cubicBezTo>
                <a:cubicBezTo>
                  <a:pt x="145024" y="4415"/>
                  <a:pt x="144418" y="6524"/>
                  <a:pt x="143204" y="8501"/>
                </a:cubicBezTo>
                <a:cubicBezTo>
                  <a:pt x="142799" y="8897"/>
                  <a:pt x="141653" y="9094"/>
                  <a:pt x="139765" y="9094"/>
                </a:cubicBezTo>
                <a:cubicBezTo>
                  <a:pt x="138012" y="9226"/>
                  <a:pt x="136394" y="9358"/>
                  <a:pt x="134911" y="9490"/>
                </a:cubicBezTo>
                <a:cubicBezTo>
                  <a:pt x="133428" y="9621"/>
                  <a:pt x="132012" y="9951"/>
                  <a:pt x="130663" y="10478"/>
                </a:cubicBezTo>
                <a:cubicBezTo>
                  <a:pt x="129315" y="11005"/>
                  <a:pt x="128236" y="11467"/>
                  <a:pt x="127427" y="11862"/>
                </a:cubicBezTo>
                <a:cubicBezTo>
                  <a:pt x="126618" y="12257"/>
                  <a:pt x="125809" y="12785"/>
                  <a:pt x="125000" y="13444"/>
                </a:cubicBezTo>
                <a:cubicBezTo>
                  <a:pt x="124191" y="14103"/>
                  <a:pt x="123517" y="14564"/>
                  <a:pt x="122977" y="14828"/>
                </a:cubicBezTo>
                <a:cubicBezTo>
                  <a:pt x="122438" y="15091"/>
                  <a:pt x="121899" y="15684"/>
                  <a:pt x="121359" y="16607"/>
                </a:cubicBezTo>
                <a:cubicBezTo>
                  <a:pt x="120820" y="17530"/>
                  <a:pt x="120348" y="17991"/>
                  <a:pt x="119943" y="17991"/>
                </a:cubicBezTo>
                <a:lnTo>
                  <a:pt x="80906" y="79278"/>
                </a:lnTo>
                <a:cubicBezTo>
                  <a:pt x="56634" y="117632"/>
                  <a:pt x="44094" y="137271"/>
                  <a:pt x="43285" y="138193"/>
                </a:cubicBezTo>
                <a:cubicBezTo>
                  <a:pt x="42880" y="138457"/>
                  <a:pt x="42408" y="138786"/>
                  <a:pt x="41869" y="139182"/>
                </a:cubicBezTo>
                <a:lnTo>
                  <a:pt x="38228" y="139379"/>
                </a:lnTo>
                <a:lnTo>
                  <a:pt x="36812" y="139379"/>
                </a:lnTo>
                <a:cubicBezTo>
                  <a:pt x="34385" y="139379"/>
                  <a:pt x="33172" y="138918"/>
                  <a:pt x="33172" y="137996"/>
                </a:cubicBezTo>
                <a:cubicBezTo>
                  <a:pt x="32767" y="137205"/>
                  <a:pt x="30138" y="116117"/>
                  <a:pt x="25283" y="74731"/>
                </a:cubicBezTo>
                <a:cubicBezTo>
                  <a:pt x="20159" y="32818"/>
                  <a:pt x="17530" y="11664"/>
                  <a:pt x="17395" y="11269"/>
                </a:cubicBezTo>
                <a:cubicBezTo>
                  <a:pt x="16721" y="9819"/>
                  <a:pt x="12540" y="9094"/>
                  <a:pt x="4854" y="9094"/>
                </a:cubicBezTo>
                <a:lnTo>
                  <a:pt x="1416" y="9094"/>
                </a:lnTo>
                <a:cubicBezTo>
                  <a:pt x="472" y="8435"/>
                  <a:pt x="0" y="7710"/>
                  <a:pt x="0" y="692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00"/>
              </a:srgbClr>
            </a:solidFill>
            <a:miter/>
          </a:ln>
        </p:spPr>
      </p:sp>
      <p:sp>
        <p:nvSpPr>
          <p:cNvPr id="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22D69E-687E-44FA-BDE6-3B8B4843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276" y="3237219"/>
            <a:ext cx="33176" cy="72264"/>
          </a:xfrm>
          <a:custGeom xmlns:a="http://schemas.openxmlformats.org/drawingml/2006/main">
            <a:pathLst>
              <a:path w="33176" h="72264">
                <a:moveTo>
                  <a:pt x="7007" y="72264"/>
                </a:moveTo>
                <a:cubicBezTo>
                  <a:pt x="6435" y="72264"/>
                  <a:pt x="5148" y="71984"/>
                  <a:pt x="3146" y="71425"/>
                </a:cubicBezTo>
                <a:cubicBezTo>
                  <a:pt x="1144" y="70866"/>
                  <a:pt x="95" y="70307"/>
                  <a:pt x="0" y="69748"/>
                </a:cubicBezTo>
                <a:cubicBezTo>
                  <a:pt x="0" y="69095"/>
                  <a:pt x="2622" y="58286"/>
                  <a:pt x="7865" y="37320"/>
                </a:cubicBezTo>
                <a:cubicBezTo>
                  <a:pt x="13108" y="16354"/>
                  <a:pt x="16016" y="5405"/>
                  <a:pt x="16588" y="4473"/>
                </a:cubicBezTo>
                <a:cubicBezTo>
                  <a:pt x="18018" y="1491"/>
                  <a:pt x="20497" y="0"/>
                  <a:pt x="24024" y="0"/>
                </a:cubicBezTo>
                <a:cubicBezTo>
                  <a:pt x="25931" y="0"/>
                  <a:pt x="27933" y="699"/>
                  <a:pt x="30030" y="2097"/>
                </a:cubicBezTo>
                <a:cubicBezTo>
                  <a:pt x="32128" y="3494"/>
                  <a:pt x="33176" y="5544"/>
                  <a:pt x="33176" y="8247"/>
                </a:cubicBezTo>
                <a:cubicBezTo>
                  <a:pt x="33176" y="8713"/>
                  <a:pt x="33081" y="9412"/>
                  <a:pt x="32890" y="10343"/>
                </a:cubicBezTo>
                <a:cubicBezTo>
                  <a:pt x="32795" y="10996"/>
                  <a:pt x="28648" y="21386"/>
                  <a:pt x="20449" y="41513"/>
                </a:cubicBezTo>
                <a:cubicBezTo>
                  <a:pt x="12250" y="61641"/>
                  <a:pt x="8008" y="71798"/>
                  <a:pt x="7722" y="71984"/>
                </a:cubicBezTo>
                <a:cubicBezTo>
                  <a:pt x="7436" y="72170"/>
                  <a:pt x="7198" y="72264"/>
                  <a:pt x="7007" y="72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A3EDBA-C04C-43D9-B46A-2B00E21A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276" y="3237219"/>
            <a:ext cx="33176" cy="72264"/>
          </a:xfrm>
          <a:custGeom xmlns:a="http://schemas.openxmlformats.org/drawingml/2006/main">
            <a:pathLst>
              <a:path w="33176" h="72264" fill="none">
                <a:moveTo>
                  <a:pt x="7007" y="72264"/>
                </a:moveTo>
                <a:cubicBezTo>
                  <a:pt x="6435" y="72264"/>
                  <a:pt x="5148" y="71984"/>
                  <a:pt x="3146" y="71425"/>
                </a:cubicBezTo>
                <a:cubicBezTo>
                  <a:pt x="1144" y="70866"/>
                  <a:pt x="95" y="70307"/>
                  <a:pt x="0" y="69748"/>
                </a:cubicBezTo>
                <a:cubicBezTo>
                  <a:pt x="0" y="69095"/>
                  <a:pt x="2622" y="58286"/>
                  <a:pt x="7865" y="37320"/>
                </a:cubicBezTo>
                <a:cubicBezTo>
                  <a:pt x="13108" y="16354"/>
                  <a:pt x="16016" y="5405"/>
                  <a:pt x="16588" y="4473"/>
                </a:cubicBezTo>
                <a:cubicBezTo>
                  <a:pt x="18018" y="1491"/>
                  <a:pt x="20497" y="0"/>
                  <a:pt x="24024" y="0"/>
                </a:cubicBezTo>
                <a:cubicBezTo>
                  <a:pt x="25931" y="0"/>
                  <a:pt x="27933" y="699"/>
                  <a:pt x="30030" y="2097"/>
                </a:cubicBezTo>
                <a:cubicBezTo>
                  <a:pt x="32128" y="3494"/>
                  <a:pt x="33176" y="5544"/>
                  <a:pt x="33176" y="8247"/>
                </a:cubicBezTo>
                <a:cubicBezTo>
                  <a:pt x="33176" y="8713"/>
                  <a:pt x="33081" y="9412"/>
                  <a:pt x="32890" y="10343"/>
                </a:cubicBezTo>
                <a:cubicBezTo>
                  <a:pt x="32795" y="10996"/>
                  <a:pt x="28648" y="21386"/>
                  <a:pt x="20449" y="41513"/>
                </a:cubicBezTo>
                <a:cubicBezTo>
                  <a:pt x="12250" y="61641"/>
                  <a:pt x="8008" y="71798"/>
                  <a:pt x="7722" y="71984"/>
                </a:cubicBezTo>
                <a:cubicBezTo>
                  <a:pt x="7436" y="72170"/>
                  <a:pt x="7198" y="72264"/>
                  <a:pt x="7007" y="7226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1" cap="flat">
            <a:solidFill>
              <a:srgbClr val="000000">
                <a:alpha val="8770"/>
              </a:srgbClr>
            </a:solidFill>
            <a:miter/>
          </a:ln>
        </p:spPr>
      </p:sp>
      <p:sp>
        <p:nvSpPr>
          <p:cNvPr id="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792A19-176D-46E6-9F40-C9367E7A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01" y="3237219"/>
            <a:ext cx="33176" cy="72264"/>
          </a:xfrm>
          <a:custGeom xmlns:a="http://schemas.openxmlformats.org/drawingml/2006/main">
            <a:pathLst>
              <a:path w="33176" h="72264">
                <a:moveTo>
                  <a:pt x="7007" y="72264"/>
                </a:moveTo>
                <a:cubicBezTo>
                  <a:pt x="6435" y="72264"/>
                  <a:pt x="5148" y="71984"/>
                  <a:pt x="3146" y="71425"/>
                </a:cubicBezTo>
                <a:cubicBezTo>
                  <a:pt x="1144" y="70866"/>
                  <a:pt x="95" y="70307"/>
                  <a:pt x="0" y="69748"/>
                </a:cubicBezTo>
                <a:cubicBezTo>
                  <a:pt x="0" y="69095"/>
                  <a:pt x="2622" y="58286"/>
                  <a:pt x="7865" y="37320"/>
                </a:cubicBezTo>
                <a:cubicBezTo>
                  <a:pt x="13108" y="16354"/>
                  <a:pt x="16016" y="5405"/>
                  <a:pt x="16588" y="4473"/>
                </a:cubicBezTo>
                <a:cubicBezTo>
                  <a:pt x="18018" y="1491"/>
                  <a:pt x="20497" y="0"/>
                  <a:pt x="24024" y="0"/>
                </a:cubicBezTo>
                <a:cubicBezTo>
                  <a:pt x="25931" y="0"/>
                  <a:pt x="27933" y="699"/>
                  <a:pt x="30030" y="2097"/>
                </a:cubicBezTo>
                <a:cubicBezTo>
                  <a:pt x="32128" y="3494"/>
                  <a:pt x="33176" y="5544"/>
                  <a:pt x="33176" y="8247"/>
                </a:cubicBezTo>
                <a:cubicBezTo>
                  <a:pt x="33176" y="8713"/>
                  <a:pt x="33081" y="9412"/>
                  <a:pt x="32890" y="10343"/>
                </a:cubicBezTo>
                <a:cubicBezTo>
                  <a:pt x="32795" y="10996"/>
                  <a:pt x="28648" y="21386"/>
                  <a:pt x="20449" y="41513"/>
                </a:cubicBezTo>
                <a:cubicBezTo>
                  <a:pt x="12250" y="61641"/>
                  <a:pt x="8008" y="71798"/>
                  <a:pt x="7722" y="71984"/>
                </a:cubicBezTo>
                <a:cubicBezTo>
                  <a:pt x="7436" y="72170"/>
                  <a:pt x="7198" y="72264"/>
                  <a:pt x="7007" y="72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E631A5-AF60-4131-AC26-9BBD67FC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01" y="3237219"/>
            <a:ext cx="33176" cy="72264"/>
          </a:xfrm>
          <a:custGeom xmlns:a="http://schemas.openxmlformats.org/drawingml/2006/main">
            <a:pathLst>
              <a:path w="33176" h="72264" fill="none">
                <a:moveTo>
                  <a:pt x="7007" y="72264"/>
                </a:moveTo>
                <a:cubicBezTo>
                  <a:pt x="6435" y="72264"/>
                  <a:pt x="5148" y="71984"/>
                  <a:pt x="3146" y="71425"/>
                </a:cubicBezTo>
                <a:cubicBezTo>
                  <a:pt x="1144" y="70866"/>
                  <a:pt x="95" y="70307"/>
                  <a:pt x="0" y="69748"/>
                </a:cubicBezTo>
                <a:cubicBezTo>
                  <a:pt x="0" y="69095"/>
                  <a:pt x="2622" y="58286"/>
                  <a:pt x="7865" y="37320"/>
                </a:cubicBezTo>
                <a:cubicBezTo>
                  <a:pt x="13108" y="16354"/>
                  <a:pt x="16016" y="5405"/>
                  <a:pt x="16588" y="4473"/>
                </a:cubicBezTo>
                <a:cubicBezTo>
                  <a:pt x="18018" y="1491"/>
                  <a:pt x="20497" y="0"/>
                  <a:pt x="24024" y="0"/>
                </a:cubicBezTo>
                <a:cubicBezTo>
                  <a:pt x="25931" y="0"/>
                  <a:pt x="27933" y="699"/>
                  <a:pt x="30030" y="2097"/>
                </a:cubicBezTo>
                <a:cubicBezTo>
                  <a:pt x="32128" y="3494"/>
                  <a:pt x="33176" y="5544"/>
                  <a:pt x="33176" y="8247"/>
                </a:cubicBezTo>
                <a:cubicBezTo>
                  <a:pt x="33176" y="8713"/>
                  <a:pt x="33081" y="9412"/>
                  <a:pt x="32890" y="10343"/>
                </a:cubicBezTo>
                <a:cubicBezTo>
                  <a:pt x="32795" y="10996"/>
                  <a:pt x="28648" y="21386"/>
                  <a:pt x="20449" y="41513"/>
                </a:cubicBezTo>
                <a:cubicBezTo>
                  <a:pt x="12250" y="61641"/>
                  <a:pt x="8008" y="71798"/>
                  <a:pt x="7722" y="71984"/>
                </a:cubicBezTo>
                <a:cubicBezTo>
                  <a:pt x="7436" y="72170"/>
                  <a:pt x="7198" y="72264"/>
                  <a:pt x="7007" y="7226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1" cap="flat">
            <a:solidFill>
              <a:srgbClr val="000000">
                <a:alpha val="8770"/>
              </a:srgbClr>
            </a:solidFill>
            <a:miter/>
          </a:ln>
        </p:spPr>
      </p:sp>
      <p:sp>
        <p:nvSpPr>
          <p:cNvPr id="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881D3E-7454-49F8-B065-CD2D52DB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927" y="3237219"/>
            <a:ext cx="33176" cy="72264"/>
          </a:xfrm>
          <a:custGeom xmlns:a="http://schemas.openxmlformats.org/drawingml/2006/main">
            <a:pathLst>
              <a:path w="33176" h="72264">
                <a:moveTo>
                  <a:pt x="7007" y="72264"/>
                </a:moveTo>
                <a:cubicBezTo>
                  <a:pt x="6435" y="72264"/>
                  <a:pt x="5148" y="71984"/>
                  <a:pt x="3146" y="71425"/>
                </a:cubicBezTo>
                <a:cubicBezTo>
                  <a:pt x="1144" y="70866"/>
                  <a:pt x="95" y="70307"/>
                  <a:pt x="0" y="69748"/>
                </a:cubicBezTo>
                <a:cubicBezTo>
                  <a:pt x="0" y="69095"/>
                  <a:pt x="2622" y="58286"/>
                  <a:pt x="7865" y="37320"/>
                </a:cubicBezTo>
                <a:cubicBezTo>
                  <a:pt x="13108" y="16354"/>
                  <a:pt x="16016" y="5405"/>
                  <a:pt x="16588" y="4473"/>
                </a:cubicBezTo>
                <a:cubicBezTo>
                  <a:pt x="18018" y="1491"/>
                  <a:pt x="20497" y="0"/>
                  <a:pt x="24024" y="0"/>
                </a:cubicBezTo>
                <a:cubicBezTo>
                  <a:pt x="25931" y="0"/>
                  <a:pt x="27933" y="699"/>
                  <a:pt x="30030" y="2097"/>
                </a:cubicBezTo>
                <a:cubicBezTo>
                  <a:pt x="32128" y="3494"/>
                  <a:pt x="33176" y="5544"/>
                  <a:pt x="33176" y="8247"/>
                </a:cubicBezTo>
                <a:cubicBezTo>
                  <a:pt x="33176" y="8713"/>
                  <a:pt x="33081" y="9412"/>
                  <a:pt x="32890" y="10343"/>
                </a:cubicBezTo>
                <a:cubicBezTo>
                  <a:pt x="32795" y="10996"/>
                  <a:pt x="28648" y="21386"/>
                  <a:pt x="20449" y="41513"/>
                </a:cubicBezTo>
                <a:cubicBezTo>
                  <a:pt x="12250" y="61641"/>
                  <a:pt x="8008" y="71798"/>
                  <a:pt x="7722" y="71984"/>
                </a:cubicBezTo>
                <a:cubicBezTo>
                  <a:pt x="7436" y="72170"/>
                  <a:pt x="7198" y="72264"/>
                  <a:pt x="7007" y="72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24F7E8-0B3F-4EBB-8E7D-EA500F88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927" y="3237219"/>
            <a:ext cx="33176" cy="72264"/>
          </a:xfrm>
          <a:custGeom xmlns:a="http://schemas.openxmlformats.org/drawingml/2006/main">
            <a:pathLst>
              <a:path w="33176" h="72264" fill="none">
                <a:moveTo>
                  <a:pt x="7007" y="72264"/>
                </a:moveTo>
                <a:cubicBezTo>
                  <a:pt x="6435" y="72264"/>
                  <a:pt x="5148" y="71984"/>
                  <a:pt x="3146" y="71425"/>
                </a:cubicBezTo>
                <a:cubicBezTo>
                  <a:pt x="1144" y="70866"/>
                  <a:pt x="95" y="70307"/>
                  <a:pt x="0" y="69748"/>
                </a:cubicBezTo>
                <a:cubicBezTo>
                  <a:pt x="0" y="69095"/>
                  <a:pt x="2622" y="58286"/>
                  <a:pt x="7865" y="37320"/>
                </a:cubicBezTo>
                <a:cubicBezTo>
                  <a:pt x="13108" y="16354"/>
                  <a:pt x="16016" y="5405"/>
                  <a:pt x="16588" y="4473"/>
                </a:cubicBezTo>
                <a:cubicBezTo>
                  <a:pt x="18018" y="1491"/>
                  <a:pt x="20497" y="0"/>
                  <a:pt x="24024" y="0"/>
                </a:cubicBezTo>
                <a:cubicBezTo>
                  <a:pt x="25931" y="0"/>
                  <a:pt x="27933" y="699"/>
                  <a:pt x="30030" y="2097"/>
                </a:cubicBezTo>
                <a:cubicBezTo>
                  <a:pt x="32128" y="3494"/>
                  <a:pt x="33176" y="5544"/>
                  <a:pt x="33176" y="8247"/>
                </a:cubicBezTo>
                <a:cubicBezTo>
                  <a:pt x="33176" y="8713"/>
                  <a:pt x="33081" y="9412"/>
                  <a:pt x="32890" y="10343"/>
                </a:cubicBezTo>
                <a:cubicBezTo>
                  <a:pt x="32795" y="10996"/>
                  <a:pt x="28648" y="21386"/>
                  <a:pt x="20449" y="41513"/>
                </a:cubicBezTo>
                <a:cubicBezTo>
                  <a:pt x="12250" y="61641"/>
                  <a:pt x="8008" y="71798"/>
                  <a:pt x="7722" y="71984"/>
                </a:cubicBezTo>
                <a:cubicBezTo>
                  <a:pt x="7436" y="72170"/>
                  <a:pt x="7198" y="72264"/>
                  <a:pt x="7007" y="7226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1" cap="flat">
            <a:solidFill>
              <a:srgbClr val="000000">
                <a:alpha val="8770"/>
              </a:srgbClr>
            </a:solidFill>
            <a:miter/>
          </a:ln>
        </p:spPr>
      </p:sp>
      <p:sp>
        <p:nvSpPr>
          <p:cNvPr id="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A07F46-927C-47D4-AE26-38811D77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5252" y="3237219"/>
            <a:ext cx="33176" cy="72264"/>
          </a:xfrm>
          <a:custGeom xmlns:a="http://schemas.openxmlformats.org/drawingml/2006/main">
            <a:pathLst>
              <a:path w="33176" h="72264">
                <a:moveTo>
                  <a:pt x="7007" y="72264"/>
                </a:moveTo>
                <a:cubicBezTo>
                  <a:pt x="6435" y="72264"/>
                  <a:pt x="5148" y="71984"/>
                  <a:pt x="3146" y="71425"/>
                </a:cubicBezTo>
                <a:cubicBezTo>
                  <a:pt x="1144" y="70866"/>
                  <a:pt x="95" y="70307"/>
                  <a:pt x="0" y="69748"/>
                </a:cubicBezTo>
                <a:cubicBezTo>
                  <a:pt x="0" y="69095"/>
                  <a:pt x="2622" y="58286"/>
                  <a:pt x="7865" y="37320"/>
                </a:cubicBezTo>
                <a:cubicBezTo>
                  <a:pt x="13108" y="16354"/>
                  <a:pt x="16016" y="5405"/>
                  <a:pt x="16588" y="4473"/>
                </a:cubicBezTo>
                <a:cubicBezTo>
                  <a:pt x="18018" y="1491"/>
                  <a:pt x="20497" y="0"/>
                  <a:pt x="24024" y="0"/>
                </a:cubicBezTo>
                <a:cubicBezTo>
                  <a:pt x="25931" y="0"/>
                  <a:pt x="27933" y="699"/>
                  <a:pt x="30030" y="2097"/>
                </a:cubicBezTo>
                <a:cubicBezTo>
                  <a:pt x="32128" y="3494"/>
                  <a:pt x="33176" y="5544"/>
                  <a:pt x="33176" y="8247"/>
                </a:cubicBezTo>
                <a:cubicBezTo>
                  <a:pt x="33176" y="8713"/>
                  <a:pt x="33081" y="9412"/>
                  <a:pt x="32890" y="10343"/>
                </a:cubicBezTo>
                <a:cubicBezTo>
                  <a:pt x="32795" y="10996"/>
                  <a:pt x="28648" y="21386"/>
                  <a:pt x="20449" y="41513"/>
                </a:cubicBezTo>
                <a:cubicBezTo>
                  <a:pt x="12250" y="61641"/>
                  <a:pt x="8008" y="71798"/>
                  <a:pt x="7722" y="71984"/>
                </a:cubicBezTo>
                <a:cubicBezTo>
                  <a:pt x="7436" y="72170"/>
                  <a:pt x="7198" y="72264"/>
                  <a:pt x="7007" y="72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665C9C-C5CB-4AFC-8300-04A75C8D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5252" y="3237219"/>
            <a:ext cx="33176" cy="72264"/>
          </a:xfrm>
          <a:custGeom xmlns:a="http://schemas.openxmlformats.org/drawingml/2006/main">
            <a:pathLst>
              <a:path w="33176" h="72264" fill="none">
                <a:moveTo>
                  <a:pt x="7007" y="72264"/>
                </a:moveTo>
                <a:cubicBezTo>
                  <a:pt x="6435" y="72264"/>
                  <a:pt x="5148" y="71984"/>
                  <a:pt x="3146" y="71425"/>
                </a:cubicBezTo>
                <a:cubicBezTo>
                  <a:pt x="1144" y="70866"/>
                  <a:pt x="95" y="70307"/>
                  <a:pt x="0" y="69748"/>
                </a:cubicBezTo>
                <a:cubicBezTo>
                  <a:pt x="0" y="69095"/>
                  <a:pt x="2622" y="58286"/>
                  <a:pt x="7865" y="37320"/>
                </a:cubicBezTo>
                <a:cubicBezTo>
                  <a:pt x="13108" y="16354"/>
                  <a:pt x="16016" y="5405"/>
                  <a:pt x="16588" y="4473"/>
                </a:cubicBezTo>
                <a:cubicBezTo>
                  <a:pt x="18018" y="1491"/>
                  <a:pt x="20497" y="0"/>
                  <a:pt x="24024" y="0"/>
                </a:cubicBezTo>
                <a:cubicBezTo>
                  <a:pt x="25931" y="0"/>
                  <a:pt x="27933" y="699"/>
                  <a:pt x="30030" y="2097"/>
                </a:cubicBezTo>
                <a:cubicBezTo>
                  <a:pt x="32128" y="3494"/>
                  <a:pt x="33176" y="5544"/>
                  <a:pt x="33176" y="8247"/>
                </a:cubicBezTo>
                <a:cubicBezTo>
                  <a:pt x="33176" y="8713"/>
                  <a:pt x="33081" y="9412"/>
                  <a:pt x="32890" y="10343"/>
                </a:cubicBezTo>
                <a:cubicBezTo>
                  <a:pt x="32795" y="10996"/>
                  <a:pt x="28648" y="21386"/>
                  <a:pt x="20449" y="41513"/>
                </a:cubicBezTo>
                <a:cubicBezTo>
                  <a:pt x="12250" y="61641"/>
                  <a:pt x="8008" y="71798"/>
                  <a:pt x="7722" y="71984"/>
                </a:cubicBezTo>
                <a:cubicBezTo>
                  <a:pt x="7436" y="72170"/>
                  <a:pt x="7198" y="72264"/>
                  <a:pt x="7007" y="7226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1" cap="flat">
            <a:solidFill>
              <a:srgbClr val="000000">
                <a:alpha val="8770"/>
              </a:srgbClr>
            </a:solidFill>
            <a:miter/>
          </a:ln>
        </p:spPr>
      </p:sp>
      <p:sp>
        <p:nvSpPr>
          <p:cNvPr id="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0AB71B-5EF1-4191-8BCC-88487E20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947" y="3352886"/>
            <a:ext cx="60204" cy="96165"/>
          </a:xfrm>
          <a:custGeom xmlns:a="http://schemas.openxmlformats.org/drawingml/2006/main">
            <a:pathLst>
              <a:path w="60204" h="96165">
                <a:moveTo>
                  <a:pt x="8151" y="11322"/>
                </a:moveTo>
                <a:cubicBezTo>
                  <a:pt x="13490" y="3774"/>
                  <a:pt x="20783" y="0"/>
                  <a:pt x="30030" y="0"/>
                </a:cubicBezTo>
                <a:cubicBezTo>
                  <a:pt x="34606" y="0"/>
                  <a:pt x="39182" y="1211"/>
                  <a:pt x="43759" y="3634"/>
                </a:cubicBezTo>
                <a:cubicBezTo>
                  <a:pt x="48335" y="6057"/>
                  <a:pt x="52053" y="10343"/>
                  <a:pt x="54913" y="16493"/>
                </a:cubicBezTo>
                <a:cubicBezTo>
                  <a:pt x="58440" y="24228"/>
                  <a:pt x="60204" y="34851"/>
                  <a:pt x="60204" y="48362"/>
                </a:cubicBezTo>
                <a:cubicBezTo>
                  <a:pt x="60204" y="62805"/>
                  <a:pt x="58154" y="73848"/>
                  <a:pt x="54055" y="81489"/>
                </a:cubicBezTo>
                <a:cubicBezTo>
                  <a:pt x="52148" y="85402"/>
                  <a:pt x="49526" y="88524"/>
                  <a:pt x="46190" y="90854"/>
                </a:cubicBezTo>
                <a:cubicBezTo>
                  <a:pt x="42853" y="93183"/>
                  <a:pt x="39945" y="94628"/>
                  <a:pt x="37466" y="95187"/>
                </a:cubicBezTo>
                <a:cubicBezTo>
                  <a:pt x="34988" y="95746"/>
                  <a:pt x="32557" y="96072"/>
                  <a:pt x="30173" y="96165"/>
                </a:cubicBezTo>
                <a:cubicBezTo>
                  <a:pt x="27695" y="96165"/>
                  <a:pt x="25216" y="95886"/>
                  <a:pt x="22737" y="95326"/>
                </a:cubicBezTo>
                <a:cubicBezTo>
                  <a:pt x="20259" y="94767"/>
                  <a:pt x="17351" y="93276"/>
                  <a:pt x="14014" y="90854"/>
                </a:cubicBezTo>
                <a:cubicBezTo>
                  <a:pt x="10677" y="88431"/>
                  <a:pt x="8056" y="85309"/>
                  <a:pt x="6149" y="81489"/>
                </a:cubicBezTo>
                <a:cubicBezTo>
                  <a:pt x="2050" y="73848"/>
                  <a:pt x="0" y="62805"/>
                  <a:pt x="0" y="48362"/>
                </a:cubicBezTo>
                <a:cubicBezTo>
                  <a:pt x="0" y="32148"/>
                  <a:pt x="2717" y="19801"/>
                  <a:pt x="8151" y="11322"/>
                </a:cubicBezTo>
                <a:close/>
                <a:moveTo>
                  <a:pt x="40326" y="9644"/>
                </a:moveTo>
                <a:cubicBezTo>
                  <a:pt x="37466" y="6663"/>
                  <a:pt x="34082" y="5172"/>
                  <a:pt x="30173" y="5172"/>
                </a:cubicBezTo>
                <a:cubicBezTo>
                  <a:pt x="26169" y="5172"/>
                  <a:pt x="22737" y="6663"/>
                  <a:pt x="19877" y="9644"/>
                </a:cubicBezTo>
                <a:cubicBezTo>
                  <a:pt x="17494" y="12067"/>
                  <a:pt x="15921" y="15422"/>
                  <a:pt x="15158" y="19708"/>
                </a:cubicBezTo>
                <a:cubicBezTo>
                  <a:pt x="14396" y="23995"/>
                  <a:pt x="14014" y="32940"/>
                  <a:pt x="14014" y="46545"/>
                </a:cubicBezTo>
                <a:cubicBezTo>
                  <a:pt x="14014" y="61268"/>
                  <a:pt x="14396" y="70959"/>
                  <a:pt x="15158" y="75618"/>
                </a:cubicBezTo>
                <a:cubicBezTo>
                  <a:pt x="15921" y="80277"/>
                  <a:pt x="17637" y="83958"/>
                  <a:pt x="20306" y="86660"/>
                </a:cubicBezTo>
                <a:cubicBezTo>
                  <a:pt x="22976" y="89456"/>
                  <a:pt x="26265" y="90854"/>
                  <a:pt x="30173" y="90854"/>
                </a:cubicBezTo>
                <a:cubicBezTo>
                  <a:pt x="33987" y="90854"/>
                  <a:pt x="37228" y="89456"/>
                  <a:pt x="39897" y="86660"/>
                </a:cubicBezTo>
                <a:cubicBezTo>
                  <a:pt x="42662" y="83865"/>
                  <a:pt x="44378" y="79951"/>
                  <a:pt x="45046" y="74919"/>
                </a:cubicBezTo>
                <a:cubicBezTo>
                  <a:pt x="45713" y="69887"/>
                  <a:pt x="46094" y="60429"/>
                  <a:pt x="46190" y="46545"/>
                </a:cubicBezTo>
                <a:cubicBezTo>
                  <a:pt x="46190" y="33033"/>
                  <a:pt x="45808" y="24134"/>
                  <a:pt x="45046" y="19848"/>
                </a:cubicBezTo>
                <a:cubicBezTo>
                  <a:pt x="44283" y="15562"/>
                  <a:pt x="42710" y="12160"/>
                  <a:pt x="40326" y="96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038AF4-325F-4118-8E00-A2508286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947" y="3352886"/>
            <a:ext cx="60204" cy="96165"/>
          </a:xfrm>
          <a:custGeom xmlns:a="http://schemas.openxmlformats.org/drawingml/2006/main">
            <a:pathLst>
              <a:path w="60204" h="96165" fill="none">
                <a:moveTo>
                  <a:pt x="8151" y="11322"/>
                </a:moveTo>
                <a:cubicBezTo>
                  <a:pt x="13490" y="3774"/>
                  <a:pt x="20783" y="0"/>
                  <a:pt x="30030" y="0"/>
                </a:cubicBezTo>
                <a:cubicBezTo>
                  <a:pt x="34606" y="0"/>
                  <a:pt x="39182" y="1211"/>
                  <a:pt x="43759" y="3634"/>
                </a:cubicBezTo>
                <a:cubicBezTo>
                  <a:pt x="48335" y="6057"/>
                  <a:pt x="52053" y="10343"/>
                  <a:pt x="54913" y="16493"/>
                </a:cubicBezTo>
                <a:cubicBezTo>
                  <a:pt x="58440" y="24228"/>
                  <a:pt x="60204" y="34851"/>
                  <a:pt x="60204" y="48362"/>
                </a:cubicBezTo>
                <a:cubicBezTo>
                  <a:pt x="60204" y="62805"/>
                  <a:pt x="58154" y="73848"/>
                  <a:pt x="54055" y="81489"/>
                </a:cubicBezTo>
                <a:cubicBezTo>
                  <a:pt x="52148" y="85402"/>
                  <a:pt x="49526" y="88524"/>
                  <a:pt x="46190" y="90854"/>
                </a:cubicBezTo>
                <a:cubicBezTo>
                  <a:pt x="42853" y="93183"/>
                  <a:pt x="39945" y="94628"/>
                  <a:pt x="37466" y="95187"/>
                </a:cubicBezTo>
                <a:cubicBezTo>
                  <a:pt x="34988" y="95746"/>
                  <a:pt x="32557" y="96072"/>
                  <a:pt x="30173" y="96165"/>
                </a:cubicBezTo>
                <a:cubicBezTo>
                  <a:pt x="27695" y="96165"/>
                  <a:pt x="25216" y="95886"/>
                  <a:pt x="22737" y="95326"/>
                </a:cubicBezTo>
                <a:cubicBezTo>
                  <a:pt x="20259" y="94767"/>
                  <a:pt x="17351" y="93276"/>
                  <a:pt x="14014" y="90854"/>
                </a:cubicBezTo>
                <a:cubicBezTo>
                  <a:pt x="10677" y="88431"/>
                  <a:pt x="8056" y="85309"/>
                  <a:pt x="6149" y="81489"/>
                </a:cubicBezTo>
                <a:cubicBezTo>
                  <a:pt x="2050" y="73848"/>
                  <a:pt x="0" y="62805"/>
                  <a:pt x="0" y="48362"/>
                </a:cubicBezTo>
                <a:cubicBezTo>
                  <a:pt x="0" y="32148"/>
                  <a:pt x="2717" y="19801"/>
                  <a:pt x="8151" y="11322"/>
                </a:cubicBezTo>
                <a:close/>
                <a:moveTo>
                  <a:pt x="40326" y="9644"/>
                </a:moveTo>
                <a:cubicBezTo>
                  <a:pt x="37466" y="6663"/>
                  <a:pt x="34082" y="5172"/>
                  <a:pt x="30173" y="5172"/>
                </a:cubicBezTo>
                <a:cubicBezTo>
                  <a:pt x="26169" y="5172"/>
                  <a:pt x="22737" y="6663"/>
                  <a:pt x="19877" y="9644"/>
                </a:cubicBezTo>
                <a:cubicBezTo>
                  <a:pt x="17494" y="12067"/>
                  <a:pt x="15921" y="15422"/>
                  <a:pt x="15158" y="19708"/>
                </a:cubicBezTo>
                <a:cubicBezTo>
                  <a:pt x="14396" y="23995"/>
                  <a:pt x="14014" y="32940"/>
                  <a:pt x="14014" y="46545"/>
                </a:cubicBezTo>
                <a:cubicBezTo>
                  <a:pt x="14014" y="61268"/>
                  <a:pt x="14396" y="70959"/>
                  <a:pt x="15158" y="75618"/>
                </a:cubicBezTo>
                <a:cubicBezTo>
                  <a:pt x="15921" y="80277"/>
                  <a:pt x="17637" y="83958"/>
                  <a:pt x="20306" y="86660"/>
                </a:cubicBezTo>
                <a:cubicBezTo>
                  <a:pt x="22976" y="89456"/>
                  <a:pt x="26265" y="90854"/>
                  <a:pt x="30173" y="90854"/>
                </a:cubicBezTo>
                <a:cubicBezTo>
                  <a:pt x="33987" y="90854"/>
                  <a:pt x="37228" y="89456"/>
                  <a:pt x="39897" y="86660"/>
                </a:cubicBezTo>
                <a:cubicBezTo>
                  <a:pt x="42662" y="83865"/>
                  <a:pt x="44378" y="79951"/>
                  <a:pt x="45046" y="74919"/>
                </a:cubicBezTo>
                <a:cubicBezTo>
                  <a:pt x="45713" y="69887"/>
                  <a:pt x="46094" y="60429"/>
                  <a:pt x="46190" y="46545"/>
                </a:cubicBezTo>
                <a:cubicBezTo>
                  <a:pt x="46190" y="33033"/>
                  <a:pt x="45808" y="24134"/>
                  <a:pt x="45046" y="19848"/>
                </a:cubicBezTo>
                <a:cubicBezTo>
                  <a:pt x="44283" y="15562"/>
                  <a:pt x="42710" y="12160"/>
                  <a:pt x="40326" y="96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1" cap="flat">
            <a:solidFill>
              <a:srgbClr val="000000">
                <a:alpha val="8770"/>
              </a:srgbClr>
            </a:solidFill>
            <a:miter/>
          </a:ln>
        </p:spPr>
      </p:sp>
      <p:sp>
        <p:nvSpPr>
          <p:cNvPr id="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9E025F-449E-40C1-B029-77FD786D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1546" y="3248868"/>
            <a:ext cx="45240" cy="197701"/>
          </a:xfrm>
          <a:custGeom xmlns:a="http://schemas.openxmlformats.org/drawingml/2006/main">
            <a:pathLst>
              <a:path w="45240" h="197701">
                <a:moveTo>
                  <a:pt x="0" y="3559"/>
                </a:moveTo>
                <a:cubicBezTo>
                  <a:pt x="135" y="2636"/>
                  <a:pt x="539" y="1845"/>
                  <a:pt x="1214" y="1186"/>
                </a:cubicBezTo>
                <a:cubicBezTo>
                  <a:pt x="1888" y="527"/>
                  <a:pt x="2832" y="132"/>
                  <a:pt x="4045" y="0"/>
                </a:cubicBezTo>
                <a:cubicBezTo>
                  <a:pt x="5394" y="0"/>
                  <a:pt x="6540" y="659"/>
                  <a:pt x="7484" y="1977"/>
                </a:cubicBezTo>
                <a:cubicBezTo>
                  <a:pt x="7888" y="2900"/>
                  <a:pt x="14226" y="19111"/>
                  <a:pt x="26497" y="50612"/>
                </a:cubicBezTo>
                <a:cubicBezTo>
                  <a:pt x="38768" y="82112"/>
                  <a:pt x="44970" y="98192"/>
                  <a:pt x="45105" y="98851"/>
                </a:cubicBezTo>
                <a:cubicBezTo>
                  <a:pt x="45240" y="99510"/>
                  <a:pt x="39105" y="115589"/>
                  <a:pt x="26699" y="147090"/>
                </a:cubicBezTo>
                <a:cubicBezTo>
                  <a:pt x="14293" y="178590"/>
                  <a:pt x="7888" y="194802"/>
                  <a:pt x="7484" y="195724"/>
                </a:cubicBezTo>
                <a:cubicBezTo>
                  <a:pt x="6540" y="197042"/>
                  <a:pt x="5394" y="197701"/>
                  <a:pt x="4045" y="197701"/>
                </a:cubicBezTo>
                <a:cubicBezTo>
                  <a:pt x="2967" y="197701"/>
                  <a:pt x="2090" y="197372"/>
                  <a:pt x="1416" y="196713"/>
                </a:cubicBezTo>
                <a:cubicBezTo>
                  <a:pt x="742" y="196054"/>
                  <a:pt x="270" y="195197"/>
                  <a:pt x="0" y="194143"/>
                </a:cubicBezTo>
                <a:cubicBezTo>
                  <a:pt x="0" y="193484"/>
                  <a:pt x="6068" y="177470"/>
                  <a:pt x="18204" y="146101"/>
                </a:cubicBezTo>
                <a:cubicBezTo>
                  <a:pt x="30475" y="114864"/>
                  <a:pt x="36610" y="99114"/>
                  <a:pt x="36610" y="98851"/>
                </a:cubicBezTo>
                <a:cubicBezTo>
                  <a:pt x="36610" y="98587"/>
                  <a:pt x="30475" y="82837"/>
                  <a:pt x="18204" y="51600"/>
                </a:cubicBezTo>
                <a:cubicBezTo>
                  <a:pt x="6068" y="20231"/>
                  <a:pt x="0" y="4218"/>
                  <a:pt x="0" y="35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0C8F36-BDCE-4071-A6CC-86EB0575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1546" y="3248868"/>
            <a:ext cx="45240" cy="197701"/>
          </a:xfrm>
          <a:custGeom xmlns:a="http://schemas.openxmlformats.org/drawingml/2006/main">
            <a:pathLst>
              <a:path w="45240" h="197701" fill="none">
                <a:moveTo>
                  <a:pt x="0" y="3559"/>
                </a:moveTo>
                <a:cubicBezTo>
                  <a:pt x="135" y="2636"/>
                  <a:pt x="539" y="1845"/>
                  <a:pt x="1214" y="1186"/>
                </a:cubicBezTo>
                <a:cubicBezTo>
                  <a:pt x="1888" y="527"/>
                  <a:pt x="2832" y="132"/>
                  <a:pt x="4045" y="0"/>
                </a:cubicBezTo>
                <a:cubicBezTo>
                  <a:pt x="5394" y="0"/>
                  <a:pt x="6540" y="659"/>
                  <a:pt x="7484" y="1977"/>
                </a:cubicBezTo>
                <a:cubicBezTo>
                  <a:pt x="7888" y="2900"/>
                  <a:pt x="14226" y="19111"/>
                  <a:pt x="26497" y="50612"/>
                </a:cubicBezTo>
                <a:cubicBezTo>
                  <a:pt x="38768" y="82112"/>
                  <a:pt x="44970" y="98192"/>
                  <a:pt x="45105" y="98851"/>
                </a:cubicBezTo>
                <a:cubicBezTo>
                  <a:pt x="45240" y="99510"/>
                  <a:pt x="39105" y="115589"/>
                  <a:pt x="26699" y="147090"/>
                </a:cubicBezTo>
                <a:cubicBezTo>
                  <a:pt x="14293" y="178590"/>
                  <a:pt x="7888" y="194802"/>
                  <a:pt x="7484" y="195724"/>
                </a:cubicBezTo>
                <a:cubicBezTo>
                  <a:pt x="6540" y="197042"/>
                  <a:pt x="5394" y="197701"/>
                  <a:pt x="4045" y="197701"/>
                </a:cubicBezTo>
                <a:cubicBezTo>
                  <a:pt x="2967" y="197701"/>
                  <a:pt x="2090" y="197372"/>
                  <a:pt x="1416" y="196713"/>
                </a:cubicBezTo>
                <a:cubicBezTo>
                  <a:pt x="742" y="196054"/>
                  <a:pt x="270" y="195197"/>
                  <a:pt x="0" y="194143"/>
                </a:cubicBezTo>
                <a:cubicBezTo>
                  <a:pt x="0" y="193484"/>
                  <a:pt x="6068" y="177470"/>
                  <a:pt x="18204" y="146101"/>
                </a:cubicBezTo>
                <a:cubicBezTo>
                  <a:pt x="30475" y="114864"/>
                  <a:pt x="36610" y="99114"/>
                  <a:pt x="36610" y="98851"/>
                </a:cubicBezTo>
                <a:cubicBezTo>
                  <a:pt x="36610" y="98587"/>
                  <a:pt x="30475" y="82837"/>
                  <a:pt x="18204" y="51600"/>
                </a:cubicBezTo>
                <a:cubicBezTo>
                  <a:pt x="6068" y="20231"/>
                  <a:pt x="0" y="4218"/>
                  <a:pt x="0" y="355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00"/>
              </a:srgbClr>
            </a:solidFill>
            <a:miter/>
          </a:ln>
        </p:spPr>
      </p:sp>
      <p:sp>
        <p:nvSpPr>
          <p:cNvPr id="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6ECEFE-037A-4D95-AD9E-05E0350C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6416" y="3296119"/>
            <a:ext cx="179814" cy="103200"/>
          </a:xfrm>
          <a:custGeom xmlns:a="http://schemas.openxmlformats.org/drawingml/2006/main">
            <a:pathLst>
              <a:path w="179814" h="103200">
                <a:moveTo>
                  <a:pt x="179814" y="49425"/>
                </a:moveTo>
                <a:cubicBezTo>
                  <a:pt x="179814" y="49425"/>
                  <a:pt x="179814" y="50150"/>
                  <a:pt x="179814" y="51600"/>
                </a:cubicBezTo>
                <a:cubicBezTo>
                  <a:pt x="179814" y="53050"/>
                  <a:pt x="178803" y="54368"/>
                  <a:pt x="176780" y="55554"/>
                </a:cubicBezTo>
                <a:lnTo>
                  <a:pt x="22249" y="55554"/>
                </a:lnTo>
                <a:cubicBezTo>
                  <a:pt x="22519" y="55818"/>
                  <a:pt x="23665" y="56740"/>
                  <a:pt x="25688" y="58322"/>
                </a:cubicBezTo>
                <a:cubicBezTo>
                  <a:pt x="27710" y="59903"/>
                  <a:pt x="29666" y="61683"/>
                  <a:pt x="31553" y="63660"/>
                </a:cubicBezTo>
                <a:cubicBezTo>
                  <a:pt x="33441" y="65637"/>
                  <a:pt x="35666" y="68075"/>
                  <a:pt x="38228" y="70975"/>
                </a:cubicBezTo>
                <a:cubicBezTo>
                  <a:pt x="40790" y="73874"/>
                  <a:pt x="43015" y="77565"/>
                  <a:pt x="44903" y="82046"/>
                </a:cubicBezTo>
                <a:cubicBezTo>
                  <a:pt x="46791" y="86527"/>
                  <a:pt x="48544" y="91206"/>
                  <a:pt x="50162" y="96083"/>
                </a:cubicBezTo>
                <a:cubicBezTo>
                  <a:pt x="50836" y="98455"/>
                  <a:pt x="51173" y="100103"/>
                  <a:pt x="51173" y="101025"/>
                </a:cubicBezTo>
                <a:cubicBezTo>
                  <a:pt x="51173" y="102475"/>
                  <a:pt x="49825" y="103200"/>
                  <a:pt x="47128" y="103200"/>
                </a:cubicBezTo>
                <a:cubicBezTo>
                  <a:pt x="46184" y="103200"/>
                  <a:pt x="45510" y="103200"/>
                  <a:pt x="45105" y="103200"/>
                </a:cubicBezTo>
                <a:cubicBezTo>
                  <a:pt x="44701" y="103200"/>
                  <a:pt x="44296" y="102936"/>
                  <a:pt x="43892" y="102409"/>
                </a:cubicBezTo>
                <a:cubicBezTo>
                  <a:pt x="43487" y="101882"/>
                  <a:pt x="43150" y="101289"/>
                  <a:pt x="42880" y="100630"/>
                </a:cubicBezTo>
                <a:cubicBezTo>
                  <a:pt x="42611" y="99971"/>
                  <a:pt x="42341" y="98719"/>
                  <a:pt x="42071" y="96874"/>
                </a:cubicBezTo>
                <a:cubicBezTo>
                  <a:pt x="39644" y="87252"/>
                  <a:pt x="35059" y="78685"/>
                  <a:pt x="28317" y="71172"/>
                </a:cubicBezTo>
                <a:cubicBezTo>
                  <a:pt x="21575" y="63660"/>
                  <a:pt x="13350" y="58058"/>
                  <a:pt x="3641" y="54368"/>
                </a:cubicBezTo>
                <a:cubicBezTo>
                  <a:pt x="1618" y="53577"/>
                  <a:pt x="405" y="52852"/>
                  <a:pt x="0" y="52193"/>
                </a:cubicBezTo>
                <a:cubicBezTo>
                  <a:pt x="0" y="51271"/>
                  <a:pt x="270" y="50612"/>
                  <a:pt x="809" y="50216"/>
                </a:cubicBezTo>
                <a:cubicBezTo>
                  <a:pt x="1348" y="49821"/>
                  <a:pt x="2292" y="49359"/>
                  <a:pt x="3641" y="48832"/>
                </a:cubicBezTo>
                <a:cubicBezTo>
                  <a:pt x="10113" y="46328"/>
                  <a:pt x="15844" y="43033"/>
                  <a:pt x="20833" y="38947"/>
                </a:cubicBezTo>
                <a:cubicBezTo>
                  <a:pt x="25823" y="34861"/>
                  <a:pt x="29666" y="30841"/>
                  <a:pt x="32362" y="26887"/>
                </a:cubicBezTo>
                <a:cubicBezTo>
                  <a:pt x="35059" y="22933"/>
                  <a:pt x="37217" y="19045"/>
                  <a:pt x="38835" y="15223"/>
                </a:cubicBezTo>
                <a:cubicBezTo>
                  <a:pt x="40453" y="11401"/>
                  <a:pt x="41599" y="8369"/>
                  <a:pt x="42273" y="6129"/>
                </a:cubicBezTo>
                <a:lnTo>
                  <a:pt x="42880" y="2768"/>
                </a:lnTo>
                <a:cubicBezTo>
                  <a:pt x="43150" y="1977"/>
                  <a:pt x="43352" y="1450"/>
                  <a:pt x="43487" y="1186"/>
                </a:cubicBezTo>
                <a:cubicBezTo>
                  <a:pt x="43622" y="923"/>
                  <a:pt x="43959" y="659"/>
                  <a:pt x="44498" y="395"/>
                </a:cubicBezTo>
                <a:cubicBezTo>
                  <a:pt x="45038" y="132"/>
                  <a:pt x="45914" y="0"/>
                  <a:pt x="47128" y="0"/>
                </a:cubicBezTo>
                <a:cubicBezTo>
                  <a:pt x="49825" y="0"/>
                  <a:pt x="51173" y="725"/>
                  <a:pt x="51173" y="2175"/>
                </a:cubicBezTo>
                <a:cubicBezTo>
                  <a:pt x="51173" y="3097"/>
                  <a:pt x="50836" y="4745"/>
                  <a:pt x="50162" y="7117"/>
                </a:cubicBezTo>
                <a:cubicBezTo>
                  <a:pt x="48813" y="11994"/>
                  <a:pt x="47128" y="16541"/>
                  <a:pt x="45105" y="20759"/>
                </a:cubicBezTo>
                <a:cubicBezTo>
                  <a:pt x="43083" y="24976"/>
                  <a:pt x="40925" y="28535"/>
                  <a:pt x="38633" y="31435"/>
                </a:cubicBezTo>
                <a:cubicBezTo>
                  <a:pt x="36340" y="34334"/>
                  <a:pt x="34250" y="36772"/>
                  <a:pt x="32362" y="38749"/>
                </a:cubicBezTo>
                <a:cubicBezTo>
                  <a:pt x="30475" y="40726"/>
                  <a:pt x="28452" y="42572"/>
                  <a:pt x="26295" y="44285"/>
                </a:cubicBezTo>
                <a:cubicBezTo>
                  <a:pt x="24137" y="45998"/>
                  <a:pt x="22789" y="47119"/>
                  <a:pt x="22249" y="47646"/>
                </a:cubicBezTo>
                <a:lnTo>
                  <a:pt x="176780" y="47646"/>
                </a:lnTo>
                <a:cubicBezTo>
                  <a:pt x="178803" y="48832"/>
                  <a:pt x="179814" y="50150"/>
                  <a:pt x="179814" y="51600"/>
                </a:cubicBezTo>
                <a:lnTo>
                  <a:pt x="179814" y="494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C27C2A-F7EC-4638-A5C7-ABA536D4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6416" y="3296119"/>
            <a:ext cx="179814" cy="103200"/>
          </a:xfrm>
          <a:custGeom xmlns:a="http://schemas.openxmlformats.org/drawingml/2006/main">
            <a:pathLst>
              <a:path w="179814" h="103200" fill="none">
                <a:moveTo>
                  <a:pt x="179814" y="49425"/>
                </a:moveTo>
                <a:cubicBezTo>
                  <a:pt x="179814" y="49425"/>
                  <a:pt x="179814" y="50150"/>
                  <a:pt x="179814" y="51600"/>
                </a:cubicBezTo>
                <a:cubicBezTo>
                  <a:pt x="179814" y="53050"/>
                  <a:pt x="178803" y="54368"/>
                  <a:pt x="176780" y="55554"/>
                </a:cubicBezTo>
                <a:lnTo>
                  <a:pt x="22249" y="55554"/>
                </a:lnTo>
                <a:cubicBezTo>
                  <a:pt x="22519" y="55818"/>
                  <a:pt x="23665" y="56740"/>
                  <a:pt x="25688" y="58322"/>
                </a:cubicBezTo>
                <a:cubicBezTo>
                  <a:pt x="27710" y="59903"/>
                  <a:pt x="29666" y="61683"/>
                  <a:pt x="31553" y="63660"/>
                </a:cubicBezTo>
                <a:cubicBezTo>
                  <a:pt x="33441" y="65637"/>
                  <a:pt x="35666" y="68075"/>
                  <a:pt x="38228" y="70975"/>
                </a:cubicBezTo>
                <a:cubicBezTo>
                  <a:pt x="40790" y="73874"/>
                  <a:pt x="43015" y="77565"/>
                  <a:pt x="44903" y="82046"/>
                </a:cubicBezTo>
                <a:cubicBezTo>
                  <a:pt x="46791" y="86527"/>
                  <a:pt x="48544" y="91206"/>
                  <a:pt x="50162" y="96083"/>
                </a:cubicBezTo>
                <a:cubicBezTo>
                  <a:pt x="50836" y="98455"/>
                  <a:pt x="51173" y="100103"/>
                  <a:pt x="51173" y="101025"/>
                </a:cubicBezTo>
                <a:cubicBezTo>
                  <a:pt x="51173" y="102475"/>
                  <a:pt x="49825" y="103200"/>
                  <a:pt x="47128" y="103200"/>
                </a:cubicBezTo>
                <a:cubicBezTo>
                  <a:pt x="46184" y="103200"/>
                  <a:pt x="45510" y="103200"/>
                  <a:pt x="45105" y="103200"/>
                </a:cubicBezTo>
                <a:cubicBezTo>
                  <a:pt x="44701" y="103200"/>
                  <a:pt x="44296" y="102936"/>
                  <a:pt x="43892" y="102409"/>
                </a:cubicBezTo>
                <a:cubicBezTo>
                  <a:pt x="43487" y="101882"/>
                  <a:pt x="43150" y="101289"/>
                  <a:pt x="42880" y="100630"/>
                </a:cubicBezTo>
                <a:cubicBezTo>
                  <a:pt x="42611" y="99971"/>
                  <a:pt x="42341" y="98719"/>
                  <a:pt x="42071" y="96874"/>
                </a:cubicBezTo>
                <a:cubicBezTo>
                  <a:pt x="39644" y="87252"/>
                  <a:pt x="35059" y="78685"/>
                  <a:pt x="28317" y="71172"/>
                </a:cubicBezTo>
                <a:cubicBezTo>
                  <a:pt x="21575" y="63660"/>
                  <a:pt x="13350" y="58058"/>
                  <a:pt x="3641" y="54368"/>
                </a:cubicBezTo>
                <a:cubicBezTo>
                  <a:pt x="1618" y="53577"/>
                  <a:pt x="405" y="52852"/>
                  <a:pt x="0" y="52193"/>
                </a:cubicBezTo>
                <a:cubicBezTo>
                  <a:pt x="0" y="51271"/>
                  <a:pt x="270" y="50612"/>
                  <a:pt x="809" y="50216"/>
                </a:cubicBezTo>
                <a:cubicBezTo>
                  <a:pt x="1348" y="49821"/>
                  <a:pt x="2292" y="49359"/>
                  <a:pt x="3641" y="48832"/>
                </a:cubicBezTo>
                <a:cubicBezTo>
                  <a:pt x="10113" y="46328"/>
                  <a:pt x="15844" y="43033"/>
                  <a:pt x="20833" y="38947"/>
                </a:cubicBezTo>
                <a:cubicBezTo>
                  <a:pt x="25823" y="34861"/>
                  <a:pt x="29666" y="30841"/>
                  <a:pt x="32362" y="26887"/>
                </a:cubicBezTo>
                <a:cubicBezTo>
                  <a:pt x="35059" y="22933"/>
                  <a:pt x="37217" y="19045"/>
                  <a:pt x="38835" y="15223"/>
                </a:cubicBezTo>
                <a:cubicBezTo>
                  <a:pt x="40453" y="11401"/>
                  <a:pt x="41599" y="8369"/>
                  <a:pt x="42273" y="6129"/>
                </a:cubicBezTo>
                <a:lnTo>
                  <a:pt x="42880" y="2768"/>
                </a:lnTo>
                <a:cubicBezTo>
                  <a:pt x="43150" y="1977"/>
                  <a:pt x="43352" y="1450"/>
                  <a:pt x="43487" y="1186"/>
                </a:cubicBezTo>
                <a:cubicBezTo>
                  <a:pt x="43622" y="923"/>
                  <a:pt x="43959" y="659"/>
                  <a:pt x="44498" y="395"/>
                </a:cubicBezTo>
                <a:cubicBezTo>
                  <a:pt x="45038" y="132"/>
                  <a:pt x="45914" y="0"/>
                  <a:pt x="47128" y="0"/>
                </a:cubicBezTo>
                <a:cubicBezTo>
                  <a:pt x="49825" y="0"/>
                  <a:pt x="51173" y="725"/>
                  <a:pt x="51173" y="2175"/>
                </a:cubicBezTo>
                <a:cubicBezTo>
                  <a:pt x="51173" y="3097"/>
                  <a:pt x="50836" y="4745"/>
                  <a:pt x="50162" y="7117"/>
                </a:cubicBezTo>
                <a:cubicBezTo>
                  <a:pt x="48813" y="11994"/>
                  <a:pt x="47128" y="16541"/>
                  <a:pt x="45105" y="20759"/>
                </a:cubicBezTo>
                <a:cubicBezTo>
                  <a:pt x="43083" y="24976"/>
                  <a:pt x="40925" y="28535"/>
                  <a:pt x="38633" y="31435"/>
                </a:cubicBezTo>
                <a:cubicBezTo>
                  <a:pt x="36340" y="34334"/>
                  <a:pt x="34250" y="36772"/>
                  <a:pt x="32362" y="38749"/>
                </a:cubicBezTo>
                <a:cubicBezTo>
                  <a:pt x="30475" y="40726"/>
                  <a:pt x="28452" y="42572"/>
                  <a:pt x="26295" y="44285"/>
                </a:cubicBezTo>
                <a:cubicBezTo>
                  <a:pt x="24137" y="45998"/>
                  <a:pt x="22789" y="47119"/>
                  <a:pt x="22249" y="47646"/>
                </a:cubicBezTo>
                <a:lnTo>
                  <a:pt x="176780" y="47646"/>
                </a:lnTo>
                <a:cubicBezTo>
                  <a:pt x="178803" y="48832"/>
                  <a:pt x="179814" y="50150"/>
                  <a:pt x="179814" y="51600"/>
                </a:cubicBezTo>
                <a:lnTo>
                  <a:pt x="179814" y="494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00"/>
              </a:srgbClr>
            </a:solidFill>
            <a:miter/>
          </a:ln>
        </p:spPr>
      </p:sp>
      <p:sp>
        <p:nvSpPr>
          <p:cNvPr id="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8CB422-F9F4-4F1B-AA45-21E82405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860" y="3257765"/>
            <a:ext cx="143608" cy="143729"/>
          </a:xfrm>
          <a:custGeom xmlns:a="http://schemas.openxmlformats.org/drawingml/2006/main">
            <a:pathLst>
              <a:path w="143608" h="143729">
                <a:moveTo>
                  <a:pt x="0" y="89559"/>
                </a:moveTo>
                <a:cubicBezTo>
                  <a:pt x="0" y="74402"/>
                  <a:pt x="4517" y="59838"/>
                  <a:pt x="13552" y="45867"/>
                </a:cubicBezTo>
                <a:cubicBezTo>
                  <a:pt x="22586" y="31896"/>
                  <a:pt x="33981" y="20825"/>
                  <a:pt x="47735" y="12653"/>
                </a:cubicBezTo>
                <a:cubicBezTo>
                  <a:pt x="61489" y="4481"/>
                  <a:pt x="75243" y="330"/>
                  <a:pt x="88997" y="198"/>
                </a:cubicBezTo>
                <a:cubicBezTo>
                  <a:pt x="101133" y="198"/>
                  <a:pt x="110774" y="3559"/>
                  <a:pt x="117921" y="10280"/>
                </a:cubicBezTo>
                <a:cubicBezTo>
                  <a:pt x="119134" y="11598"/>
                  <a:pt x="120146" y="12719"/>
                  <a:pt x="120955" y="13641"/>
                </a:cubicBezTo>
                <a:cubicBezTo>
                  <a:pt x="121764" y="14564"/>
                  <a:pt x="122303" y="15223"/>
                  <a:pt x="122573" y="15618"/>
                </a:cubicBezTo>
                <a:lnTo>
                  <a:pt x="122775" y="16212"/>
                </a:lnTo>
                <a:cubicBezTo>
                  <a:pt x="123180" y="16212"/>
                  <a:pt x="125000" y="14498"/>
                  <a:pt x="128236" y="11071"/>
                </a:cubicBezTo>
                <a:cubicBezTo>
                  <a:pt x="129180" y="10280"/>
                  <a:pt x="130192" y="9358"/>
                  <a:pt x="131270" y="8303"/>
                </a:cubicBezTo>
                <a:cubicBezTo>
                  <a:pt x="132349" y="7249"/>
                  <a:pt x="133428" y="6195"/>
                  <a:pt x="134507" y="5140"/>
                </a:cubicBezTo>
                <a:cubicBezTo>
                  <a:pt x="135585" y="4086"/>
                  <a:pt x="136259" y="3361"/>
                  <a:pt x="136529" y="2966"/>
                </a:cubicBezTo>
                <a:lnTo>
                  <a:pt x="139563" y="0"/>
                </a:lnTo>
                <a:lnTo>
                  <a:pt x="140777" y="0"/>
                </a:lnTo>
                <a:cubicBezTo>
                  <a:pt x="142665" y="0"/>
                  <a:pt x="143608" y="461"/>
                  <a:pt x="143608" y="1384"/>
                </a:cubicBezTo>
                <a:cubicBezTo>
                  <a:pt x="143608" y="1911"/>
                  <a:pt x="141451" y="10939"/>
                  <a:pt x="137136" y="28469"/>
                </a:cubicBezTo>
                <a:cubicBezTo>
                  <a:pt x="132282" y="46789"/>
                  <a:pt x="129854" y="56015"/>
                  <a:pt x="129854" y="56147"/>
                </a:cubicBezTo>
                <a:cubicBezTo>
                  <a:pt x="129585" y="56806"/>
                  <a:pt x="129248" y="57202"/>
                  <a:pt x="128843" y="57333"/>
                </a:cubicBezTo>
                <a:cubicBezTo>
                  <a:pt x="128439" y="57465"/>
                  <a:pt x="127225" y="57597"/>
                  <a:pt x="125202" y="57729"/>
                </a:cubicBezTo>
                <a:lnTo>
                  <a:pt x="121966" y="57729"/>
                </a:lnTo>
                <a:cubicBezTo>
                  <a:pt x="121157" y="56938"/>
                  <a:pt x="120752" y="56345"/>
                  <a:pt x="120752" y="55949"/>
                </a:cubicBezTo>
                <a:cubicBezTo>
                  <a:pt x="120752" y="55818"/>
                  <a:pt x="120820" y="55356"/>
                  <a:pt x="120955" y="54566"/>
                </a:cubicBezTo>
                <a:cubicBezTo>
                  <a:pt x="121090" y="53775"/>
                  <a:pt x="121224" y="52457"/>
                  <a:pt x="121359" y="50612"/>
                </a:cubicBezTo>
                <a:cubicBezTo>
                  <a:pt x="121494" y="48766"/>
                  <a:pt x="121562" y="46658"/>
                  <a:pt x="121562" y="44285"/>
                </a:cubicBezTo>
                <a:cubicBezTo>
                  <a:pt x="121562" y="34927"/>
                  <a:pt x="119404" y="26756"/>
                  <a:pt x="115089" y="19770"/>
                </a:cubicBezTo>
                <a:cubicBezTo>
                  <a:pt x="110774" y="12785"/>
                  <a:pt x="103425" y="9226"/>
                  <a:pt x="93042" y="9094"/>
                </a:cubicBezTo>
                <a:cubicBezTo>
                  <a:pt x="90615" y="9094"/>
                  <a:pt x="87985" y="9292"/>
                  <a:pt x="85154" y="9687"/>
                </a:cubicBezTo>
                <a:cubicBezTo>
                  <a:pt x="82322" y="10083"/>
                  <a:pt x="78749" y="10939"/>
                  <a:pt x="74434" y="12257"/>
                </a:cubicBezTo>
                <a:cubicBezTo>
                  <a:pt x="70119" y="13575"/>
                  <a:pt x="66006" y="15421"/>
                  <a:pt x="62095" y="17793"/>
                </a:cubicBezTo>
                <a:cubicBezTo>
                  <a:pt x="58185" y="20166"/>
                  <a:pt x="53937" y="23329"/>
                  <a:pt x="49353" y="27283"/>
                </a:cubicBezTo>
                <a:cubicBezTo>
                  <a:pt x="44768" y="31237"/>
                  <a:pt x="40858" y="35916"/>
                  <a:pt x="37621" y="41320"/>
                </a:cubicBezTo>
                <a:cubicBezTo>
                  <a:pt x="34385" y="46723"/>
                  <a:pt x="31216" y="53445"/>
                  <a:pt x="28115" y="61485"/>
                </a:cubicBezTo>
                <a:cubicBezTo>
                  <a:pt x="25013" y="69525"/>
                  <a:pt x="22923" y="78356"/>
                  <a:pt x="21845" y="87977"/>
                </a:cubicBezTo>
                <a:cubicBezTo>
                  <a:pt x="21575" y="90349"/>
                  <a:pt x="21440" y="92920"/>
                  <a:pt x="21440" y="95687"/>
                </a:cubicBezTo>
                <a:cubicBezTo>
                  <a:pt x="21440" y="102014"/>
                  <a:pt x="22384" y="107615"/>
                  <a:pt x="24272" y="112492"/>
                </a:cubicBezTo>
                <a:cubicBezTo>
                  <a:pt x="26160" y="117369"/>
                  <a:pt x="28587" y="121125"/>
                  <a:pt x="31553" y="123761"/>
                </a:cubicBezTo>
                <a:cubicBezTo>
                  <a:pt x="34520" y="126397"/>
                  <a:pt x="37891" y="128638"/>
                  <a:pt x="41667" y="130483"/>
                </a:cubicBezTo>
                <a:cubicBezTo>
                  <a:pt x="45442" y="132328"/>
                  <a:pt x="48948" y="133448"/>
                  <a:pt x="52184" y="133844"/>
                </a:cubicBezTo>
                <a:cubicBezTo>
                  <a:pt x="55421" y="134239"/>
                  <a:pt x="58455" y="134503"/>
                  <a:pt x="61286" y="134635"/>
                </a:cubicBezTo>
                <a:cubicBezTo>
                  <a:pt x="68568" y="134635"/>
                  <a:pt x="75243" y="133119"/>
                  <a:pt x="81311" y="130087"/>
                </a:cubicBezTo>
                <a:cubicBezTo>
                  <a:pt x="87379" y="127056"/>
                  <a:pt x="91559" y="123168"/>
                  <a:pt x="93851" y="118423"/>
                </a:cubicBezTo>
                <a:cubicBezTo>
                  <a:pt x="94256" y="117369"/>
                  <a:pt x="95267" y="113744"/>
                  <a:pt x="96885" y="107550"/>
                </a:cubicBezTo>
                <a:cubicBezTo>
                  <a:pt x="98503" y="101355"/>
                  <a:pt x="99312" y="97862"/>
                  <a:pt x="99312" y="97071"/>
                </a:cubicBezTo>
                <a:cubicBezTo>
                  <a:pt x="99312" y="96017"/>
                  <a:pt x="98436" y="95358"/>
                  <a:pt x="96683" y="95094"/>
                </a:cubicBezTo>
                <a:cubicBezTo>
                  <a:pt x="94930" y="94831"/>
                  <a:pt x="90885" y="94633"/>
                  <a:pt x="84547" y="94501"/>
                </a:cubicBezTo>
                <a:lnTo>
                  <a:pt x="77063" y="94501"/>
                </a:lnTo>
                <a:cubicBezTo>
                  <a:pt x="76254" y="93710"/>
                  <a:pt x="75850" y="93183"/>
                  <a:pt x="75850" y="92920"/>
                </a:cubicBezTo>
                <a:cubicBezTo>
                  <a:pt x="75850" y="92656"/>
                  <a:pt x="75984" y="91404"/>
                  <a:pt x="76254" y="89163"/>
                </a:cubicBezTo>
                <a:cubicBezTo>
                  <a:pt x="76793" y="87450"/>
                  <a:pt x="77468" y="86198"/>
                  <a:pt x="78277" y="85407"/>
                </a:cubicBezTo>
                <a:lnTo>
                  <a:pt x="81715" y="85407"/>
                </a:lnTo>
                <a:cubicBezTo>
                  <a:pt x="87109" y="85671"/>
                  <a:pt x="96548" y="85802"/>
                  <a:pt x="110032" y="85802"/>
                </a:cubicBezTo>
                <a:cubicBezTo>
                  <a:pt x="115426" y="85802"/>
                  <a:pt x="119809" y="85802"/>
                  <a:pt x="123180" y="85802"/>
                </a:cubicBezTo>
                <a:cubicBezTo>
                  <a:pt x="126551" y="85802"/>
                  <a:pt x="128978" y="85736"/>
                  <a:pt x="130461" y="85605"/>
                </a:cubicBezTo>
                <a:cubicBezTo>
                  <a:pt x="131944" y="85473"/>
                  <a:pt x="132754" y="85473"/>
                  <a:pt x="132888" y="85605"/>
                </a:cubicBezTo>
                <a:cubicBezTo>
                  <a:pt x="134776" y="85605"/>
                  <a:pt x="135720" y="86198"/>
                  <a:pt x="135720" y="87384"/>
                </a:cubicBezTo>
                <a:cubicBezTo>
                  <a:pt x="135720" y="87648"/>
                  <a:pt x="135585" y="88570"/>
                  <a:pt x="135316" y="90152"/>
                </a:cubicBezTo>
                <a:cubicBezTo>
                  <a:pt x="134641" y="92656"/>
                  <a:pt x="133967" y="94040"/>
                  <a:pt x="133293" y="94304"/>
                </a:cubicBezTo>
                <a:cubicBezTo>
                  <a:pt x="132888" y="94435"/>
                  <a:pt x="131877" y="94501"/>
                  <a:pt x="130259" y="94501"/>
                </a:cubicBezTo>
                <a:cubicBezTo>
                  <a:pt x="127562" y="94501"/>
                  <a:pt x="124798" y="94699"/>
                  <a:pt x="121966" y="95094"/>
                </a:cubicBezTo>
                <a:cubicBezTo>
                  <a:pt x="121022" y="95490"/>
                  <a:pt x="120348" y="96083"/>
                  <a:pt x="119943" y="96874"/>
                </a:cubicBezTo>
                <a:cubicBezTo>
                  <a:pt x="119539" y="97664"/>
                  <a:pt x="118595" y="101025"/>
                  <a:pt x="117112" y="106956"/>
                </a:cubicBezTo>
                <a:cubicBezTo>
                  <a:pt x="115898" y="111306"/>
                  <a:pt x="114887" y="114996"/>
                  <a:pt x="114078" y="118028"/>
                </a:cubicBezTo>
                <a:cubicBezTo>
                  <a:pt x="110707" y="131471"/>
                  <a:pt x="108819" y="138391"/>
                  <a:pt x="108414" y="138786"/>
                </a:cubicBezTo>
                <a:cubicBezTo>
                  <a:pt x="108145" y="139050"/>
                  <a:pt x="107807" y="139182"/>
                  <a:pt x="107403" y="139182"/>
                </a:cubicBezTo>
                <a:cubicBezTo>
                  <a:pt x="106054" y="139182"/>
                  <a:pt x="104167" y="137864"/>
                  <a:pt x="101740" y="135228"/>
                </a:cubicBezTo>
                <a:cubicBezTo>
                  <a:pt x="99312" y="132592"/>
                  <a:pt x="97762" y="130549"/>
                  <a:pt x="97087" y="129099"/>
                </a:cubicBezTo>
                <a:cubicBezTo>
                  <a:pt x="97087" y="128967"/>
                  <a:pt x="96953" y="128967"/>
                  <a:pt x="96683" y="129099"/>
                </a:cubicBezTo>
                <a:cubicBezTo>
                  <a:pt x="96413" y="129231"/>
                  <a:pt x="96009" y="129560"/>
                  <a:pt x="95469" y="130087"/>
                </a:cubicBezTo>
                <a:cubicBezTo>
                  <a:pt x="85491" y="139182"/>
                  <a:pt x="72006" y="143729"/>
                  <a:pt x="55016" y="143729"/>
                </a:cubicBezTo>
                <a:cubicBezTo>
                  <a:pt x="38700" y="143729"/>
                  <a:pt x="25485" y="138655"/>
                  <a:pt x="15372" y="128506"/>
                </a:cubicBezTo>
                <a:cubicBezTo>
                  <a:pt x="5259" y="118357"/>
                  <a:pt x="135" y="105375"/>
                  <a:pt x="0" y="895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0A3EC3-C97B-4C92-9CAE-33CDECD7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860" y="3257765"/>
            <a:ext cx="143608" cy="143729"/>
          </a:xfrm>
          <a:custGeom xmlns:a="http://schemas.openxmlformats.org/drawingml/2006/main">
            <a:pathLst>
              <a:path w="143608" h="143729" fill="none">
                <a:moveTo>
                  <a:pt x="0" y="89559"/>
                </a:moveTo>
                <a:cubicBezTo>
                  <a:pt x="0" y="74402"/>
                  <a:pt x="4517" y="59838"/>
                  <a:pt x="13552" y="45867"/>
                </a:cubicBezTo>
                <a:cubicBezTo>
                  <a:pt x="22586" y="31896"/>
                  <a:pt x="33981" y="20825"/>
                  <a:pt x="47735" y="12653"/>
                </a:cubicBezTo>
                <a:cubicBezTo>
                  <a:pt x="61489" y="4481"/>
                  <a:pt x="75243" y="330"/>
                  <a:pt x="88997" y="198"/>
                </a:cubicBezTo>
                <a:cubicBezTo>
                  <a:pt x="101133" y="198"/>
                  <a:pt x="110774" y="3559"/>
                  <a:pt x="117921" y="10280"/>
                </a:cubicBezTo>
                <a:cubicBezTo>
                  <a:pt x="119134" y="11598"/>
                  <a:pt x="120146" y="12719"/>
                  <a:pt x="120955" y="13641"/>
                </a:cubicBezTo>
                <a:cubicBezTo>
                  <a:pt x="121764" y="14564"/>
                  <a:pt x="122303" y="15223"/>
                  <a:pt x="122573" y="15618"/>
                </a:cubicBezTo>
                <a:lnTo>
                  <a:pt x="122775" y="16212"/>
                </a:lnTo>
                <a:cubicBezTo>
                  <a:pt x="123180" y="16212"/>
                  <a:pt x="125000" y="14498"/>
                  <a:pt x="128236" y="11071"/>
                </a:cubicBezTo>
                <a:cubicBezTo>
                  <a:pt x="129180" y="10280"/>
                  <a:pt x="130192" y="9358"/>
                  <a:pt x="131270" y="8303"/>
                </a:cubicBezTo>
                <a:cubicBezTo>
                  <a:pt x="132349" y="7249"/>
                  <a:pt x="133428" y="6195"/>
                  <a:pt x="134507" y="5140"/>
                </a:cubicBezTo>
                <a:cubicBezTo>
                  <a:pt x="135585" y="4086"/>
                  <a:pt x="136259" y="3361"/>
                  <a:pt x="136529" y="2966"/>
                </a:cubicBezTo>
                <a:lnTo>
                  <a:pt x="139563" y="0"/>
                </a:lnTo>
                <a:lnTo>
                  <a:pt x="140777" y="0"/>
                </a:lnTo>
                <a:cubicBezTo>
                  <a:pt x="142665" y="0"/>
                  <a:pt x="143608" y="461"/>
                  <a:pt x="143608" y="1384"/>
                </a:cubicBezTo>
                <a:cubicBezTo>
                  <a:pt x="143608" y="1911"/>
                  <a:pt x="141451" y="10939"/>
                  <a:pt x="137136" y="28469"/>
                </a:cubicBezTo>
                <a:cubicBezTo>
                  <a:pt x="132282" y="46789"/>
                  <a:pt x="129854" y="56015"/>
                  <a:pt x="129854" y="56147"/>
                </a:cubicBezTo>
                <a:cubicBezTo>
                  <a:pt x="129585" y="56806"/>
                  <a:pt x="129248" y="57202"/>
                  <a:pt x="128843" y="57333"/>
                </a:cubicBezTo>
                <a:cubicBezTo>
                  <a:pt x="128439" y="57465"/>
                  <a:pt x="127225" y="57597"/>
                  <a:pt x="125202" y="57729"/>
                </a:cubicBezTo>
                <a:lnTo>
                  <a:pt x="121966" y="57729"/>
                </a:lnTo>
                <a:cubicBezTo>
                  <a:pt x="121157" y="56938"/>
                  <a:pt x="120752" y="56345"/>
                  <a:pt x="120752" y="55949"/>
                </a:cubicBezTo>
                <a:cubicBezTo>
                  <a:pt x="120752" y="55818"/>
                  <a:pt x="120820" y="55356"/>
                  <a:pt x="120955" y="54566"/>
                </a:cubicBezTo>
                <a:cubicBezTo>
                  <a:pt x="121090" y="53775"/>
                  <a:pt x="121224" y="52457"/>
                  <a:pt x="121359" y="50612"/>
                </a:cubicBezTo>
                <a:cubicBezTo>
                  <a:pt x="121494" y="48766"/>
                  <a:pt x="121562" y="46658"/>
                  <a:pt x="121562" y="44285"/>
                </a:cubicBezTo>
                <a:cubicBezTo>
                  <a:pt x="121562" y="34927"/>
                  <a:pt x="119404" y="26756"/>
                  <a:pt x="115089" y="19770"/>
                </a:cubicBezTo>
                <a:cubicBezTo>
                  <a:pt x="110774" y="12785"/>
                  <a:pt x="103425" y="9226"/>
                  <a:pt x="93042" y="9094"/>
                </a:cubicBezTo>
                <a:cubicBezTo>
                  <a:pt x="90615" y="9094"/>
                  <a:pt x="87985" y="9292"/>
                  <a:pt x="85154" y="9687"/>
                </a:cubicBezTo>
                <a:cubicBezTo>
                  <a:pt x="82322" y="10083"/>
                  <a:pt x="78749" y="10939"/>
                  <a:pt x="74434" y="12257"/>
                </a:cubicBezTo>
                <a:cubicBezTo>
                  <a:pt x="70119" y="13575"/>
                  <a:pt x="66006" y="15421"/>
                  <a:pt x="62095" y="17793"/>
                </a:cubicBezTo>
                <a:cubicBezTo>
                  <a:pt x="58185" y="20166"/>
                  <a:pt x="53937" y="23329"/>
                  <a:pt x="49353" y="27283"/>
                </a:cubicBezTo>
                <a:cubicBezTo>
                  <a:pt x="44768" y="31237"/>
                  <a:pt x="40858" y="35916"/>
                  <a:pt x="37621" y="41320"/>
                </a:cubicBezTo>
                <a:cubicBezTo>
                  <a:pt x="34385" y="46723"/>
                  <a:pt x="31216" y="53445"/>
                  <a:pt x="28115" y="61485"/>
                </a:cubicBezTo>
                <a:cubicBezTo>
                  <a:pt x="25013" y="69525"/>
                  <a:pt x="22923" y="78356"/>
                  <a:pt x="21845" y="87977"/>
                </a:cubicBezTo>
                <a:cubicBezTo>
                  <a:pt x="21575" y="90349"/>
                  <a:pt x="21440" y="92920"/>
                  <a:pt x="21440" y="95687"/>
                </a:cubicBezTo>
                <a:cubicBezTo>
                  <a:pt x="21440" y="102014"/>
                  <a:pt x="22384" y="107615"/>
                  <a:pt x="24272" y="112492"/>
                </a:cubicBezTo>
                <a:cubicBezTo>
                  <a:pt x="26160" y="117369"/>
                  <a:pt x="28587" y="121125"/>
                  <a:pt x="31553" y="123761"/>
                </a:cubicBezTo>
                <a:cubicBezTo>
                  <a:pt x="34520" y="126397"/>
                  <a:pt x="37891" y="128638"/>
                  <a:pt x="41667" y="130483"/>
                </a:cubicBezTo>
                <a:cubicBezTo>
                  <a:pt x="45442" y="132328"/>
                  <a:pt x="48948" y="133448"/>
                  <a:pt x="52184" y="133844"/>
                </a:cubicBezTo>
                <a:cubicBezTo>
                  <a:pt x="55421" y="134239"/>
                  <a:pt x="58455" y="134503"/>
                  <a:pt x="61286" y="134635"/>
                </a:cubicBezTo>
                <a:cubicBezTo>
                  <a:pt x="68568" y="134635"/>
                  <a:pt x="75243" y="133119"/>
                  <a:pt x="81311" y="130087"/>
                </a:cubicBezTo>
                <a:cubicBezTo>
                  <a:pt x="87379" y="127056"/>
                  <a:pt x="91559" y="123168"/>
                  <a:pt x="93851" y="118423"/>
                </a:cubicBezTo>
                <a:cubicBezTo>
                  <a:pt x="94256" y="117369"/>
                  <a:pt x="95267" y="113744"/>
                  <a:pt x="96885" y="107550"/>
                </a:cubicBezTo>
                <a:cubicBezTo>
                  <a:pt x="98503" y="101355"/>
                  <a:pt x="99312" y="97862"/>
                  <a:pt x="99312" y="97071"/>
                </a:cubicBezTo>
                <a:cubicBezTo>
                  <a:pt x="99312" y="96017"/>
                  <a:pt x="98436" y="95358"/>
                  <a:pt x="96683" y="95094"/>
                </a:cubicBezTo>
                <a:cubicBezTo>
                  <a:pt x="94930" y="94831"/>
                  <a:pt x="90885" y="94633"/>
                  <a:pt x="84547" y="94501"/>
                </a:cubicBezTo>
                <a:lnTo>
                  <a:pt x="77063" y="94501"/>
                </a:lnTo>
                <a:cubicBezTo>
                  <a:pt x="76254" y="93710"/>
                  <a:pt x="75850" y="93183"/>
                  <a:pt x="75850" y="92920"/>
                </a:cubicBezTo>
                <a:cubicBezTo>
                  <a:pt x="75850" y="92656"/>
                  <a:pt x="75984" y="91404"/>
                  <a:pt x="76254" y="89163"/>
                </a:cubicBezTo>
                <a:cubicBezTo>
                  <a:pt x="76793" y="87450"/>
                  <a:pt x="77468" y="86198"/>
                  <a:pt x="78277" y="85407"/>
                </a:cubicBezTo>
                <a:lnTo>
                  <a:pt x="81715" y="85407"/>
                </a:lnTo>
                <a:cubicBezTo>
                  <a:pt x="87109" y="85671"/>
                  <a:pt x="96548" y="85802"/>
                  <a:pt x="110032" y="85802"/>
                </a:cubicBezTo>
                <a:cubicBezTo>
                  <a:pt x="115426" y="85802"/>
                  <a:pt x="119809" y="85802"/>
                  <a:pt x="123180" y="85802"/>
                </a:cubicBezTo>
                <a:cubicBezTo>
                  <a:pt x="126551" y="85802"/>
                  <a:pt x="128978" y="85736"/>
                  <a:pt x="130461" y="85605"/>
                </a:cubicBezTo>
                <a:cubicBezTo>
                  <a:pt x="131944" y="85473"/>
                  <a:pt x="132754" y="85473"/>
                  <a:pt x="132888" y="85605"/>
                </a:cubicBezTo>
                <a:cubicBezTo>
                  <a:pt x="134776" y="85605"/>
                  <a:pt x="135720" y="86198"/>
                  <a:pt x="135720" y="87384"/>
                </a:cubicBezTo>
                <a:cubicBezTo>
                  <a:pt x="135720" y="87648"/>
                  <a:pt x="135585" y="88570"/>
                  <a:pt x="135316" y="90152"/>
                </a:cubicBezTo>
                <a:cubicBezTo>
                  <a:pt x="134641" y="92656"/>
                  <a:pt x="133967" y="94040"/>
                  <a:pt x="133293" y="94304"/>
                </a:cubicBezTo>
                <a:cubicBezTo>
                  <a:pt x="132888" y="94435"/>
                  <a:pt x="131877" y="94501"/>
                  <a:pt x="130259" y="94501"/>
                </a:cubicBezTo>
                <a:cubicBezTo>
                  <a:pt x="127562" y="94501"/>
                  <a:pt x="124798" y="94699"/>
                  <a:pt x="121966" y="95094"/>
                </a:cubicBezTo>
                <a:cubicBezTo>
                  <a:pt x="121022" y="95490"/>
                  <a:pt x="120348" y="96083"/>
                  <a:pt x="119943" y="96874"/>
                </a:cubicBezTo>
                <a:cubicBezTo>
                  <a:pt x="119539" y="97664"/>
                  <a:pt x="118595" y="101025"/>
                  <a:pt x="117112" y="106956"/>
                </a:cubicBezTo>
                <a:cubicBezTo>
                  <a:pt x="115898" y="111306"/>
                  <a:pt x="114887" y="114996"/>
                  <a:pt x="114078" y="118028"/>
                </a:cubicBezTo>
                <a:cubicBezTo>
                  <a:pt x="110707" y="131471"/>
                  <a:pt x="108819" y="138391"/>
                  <a:pt x="108414" y="138786"/>
                </a:cubicBezTo>
                <a:cubicBezTo>
                  <a:pt x="108145" y="139050"/>
                  <a:pt x="107807" y="139182"/>
                  <a:pt x="107403" y="139182"/>
                </a:cubicBezTo>
                <a:cubicBezTo>
                  <a:pt x="106054" y="139182"/>
                  <a:pt x="104167" y="137864"/>
                  <a:pt x="101740" y="135228"/>
                </a:cubicBezTo>
                <a:cubicBezTo>
                  <a:pt x="99312" y="132592"/>
                  <a:pt x="97762" y="130549"/>
                  <a:pt x="97087" y="129099"/>
                </a:cubicBezTo>
                <a:cubicBezTo>
                  <a:pt x="97087" y="128967"/>
                  <a:pt x="96953" y="128967"/>
                  <a:pt x="96683" y="129099"/>
                </a:cubicBezTo>
                <a:cubicBezTo>
                  <a:pt x="96413" y="129231"/>
                  <a:pt x="96009" y="129560"/>
                  <a:pt x="95469" y="130087"/>
                </a:cubicBezTo>
                <a:cubicBezTo>
                  <a:pt x="85491" y="139182"/>
                  <a:pt x="72006" y="143729"/>
                  <a:pt x="55016" y="143729"/>
                </a:cubicBezTo>
                <a:cubicBezTo>
                  <a:pt x="38700" y="143729"/>
                  <a:pt x="25485" y="138655"/>
                  <a:pt x="15372" y="128506"/>
                </a:cubicBezTo>
                <a:cubicBezTo>
                  <a:pt x="5259" y="118357"/>
                  <a:pt x="135" y="105375"/>
                  <a:pt x="0" y="8955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00"/>
              </a:srgbClr>
            </a:solidFill>
            <a:miter/>
          </a:ln>
        </p:spPr>
      </p:sp>
      <p:sp>
        <p:nvSpPr>
          <p:cNvPr id="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92B97E-2062-43B8-8F0C-1268AB66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402" y="3309958"/>
            <a:ext cx="95672" cy="89163"/>
          </a:xfrm>
          <a:custGeom xmlns:a="http://schemas.openxmlformats.org/drawingml/2006/main">
            <a:pathLst>
              <a:path w="95672" h="89163">
                <a:moveTo>
                  <a:pt x="0" y="56147"/>
                </a:moveTo>
                <a:cubicBezTo>
                  <a:pt x="0" y="42835"/>
                  <a:pt x="5124" y="30182"/>
                  <a:pt x="15372" y="18189"/>
                </a:cubicBezTo>
                <a:cubicBezTo>
                  <a:pt x="25620" y="6195"/>
                  <a:pt x="37149" y="132"/>
                  <a:pt x="49960" y="0"/>
                </a:cubicBezTo>
                <a:cubicBezTo>
                  <a:pt x="56837" y="0"/>
                  <a:pt x="62905" y="3229"/>
                  <a:pt x="68163" y="9687"/>
                </a:cubicBezTo>
                <a:cubicBezTo>
                  <a:pt x="70321" y="5733"/>
                  <a:pt x="73422" y="3756"/>
                  <a:pt x="77468" y="3756"/>
                </a:cubicBezTo>
                <a:cubicBezTo>
                  <a:pt x="79221" y="3756"/>
                  <a:pt x="80771" y="4284"/>
                  <a:pt x="82120" y="5338"/>
                </a:cubicBezTo>
                <a:cubicBezTo>
                  <a:pt x="83468" y="6392"/>
                  <a:pt x="84142" y="7710"/>
                  <a:pt x="84142" y="9292"/>
                </a:cubicBezTo>
                <a:cubicBezTo>
                  <a:pt x="84142" y="11005"/>
                  <a:pt x="81648" y="21549"/>
                  <a:pt x="76659" y="40924"/>
                </a:cubicBezTo>
                <a:cubicBezTo>
                  <a:pt x="71669" y="60299"/>
                  <a:pt x="69107" y="71238"/>
                  <a:pt x="68973" y="73743"/>
                </a:cubicBezTo>
                <a:cubicBezTo>
                  <a:pt x="68973" y="77038"/>
                  <a:pt x="69444" y="79212"/>
                  <a:pt x="70388" y="80267"/>
                </a:cubicBezTo>
                <a:cubicBezTo>
                  <a:pt x="71332" y="81321"/>
                  <a:pt x="72748" y="81914"/>
                  <a:pt x="74636" y="82046"/>
                </a:cubicBezTo>
                <a:cubicBezTo>
                  <a:pt x="75850" y="81914"/>
                  <a:pt x="77198" y="81321"/>
                  <a:pt x="78681" y="80267"/>
                </a:cubicBezTo>
                <a:cubicBezTo>
                  <a:pt x="81513" y="77631"/>
                  <a:pt x="84277" y="71304"/>
                  <a:pt x="86974" y="61287"/>
                </a:cubicBezTo>
                <a:cubicBezTo>
                  <a:pt x="87783" y="58651"/>
                  <a:pt x="88457" y="57267"/>
                  <a:pt x="88997" y="57136"/>
                </a:cubicBezTo>
                <a:cubicBezTo>
                  <a:pt x="89266" y="57004"/>
                  <a:pt x="89941" y="56938"/>
                  <a:pt x="91019" y="56938"/>
                </a:cubicBezTo>
                <a:lnTo>
                  <a:pt x="91829" y="56938"/>
                </a:lnTo>
                <a:cubicBezTo>
                  <a:pt x="94391" y="56938"/>
                  <a:pt x="95672" y="57531"/>
                  <a:pt x="95672" y="58717"/>
                </a:cubicBezTo>
                <a:cubicBezTo>
                  <a:pt x="95672" y="59508"/>
                  <a:pt x="95334" y="61287"/>
                  <a:pt x="94660" y="64055"/>
                </a:cubicBezTo>
                <a:cubicBezTo>
                  <a:pt x="93986" y="66823"/>
                  <a:pt x="92638" y="70382"/>
                  <a:pt x="90615" y="74731"/>
                </a:cubicBezTo>
                <a:cubicBezTo>
                  <a:pt x="88592" y="79081"/>
                  <a:pt x="86435" y="82376"/>
                  <a:pt x="84142" y="84616"/>
                </a:cubicBezTo>
                <a:cubicBezTo>
                  <a:pt x="82389" y="86330"/>
                  <a:pt x="80232" y="87713"/>
                  <a:pt x="77670" y="88768"/>
                </a:cubicBezTo>
                <a:cubicBezTo>
                  <a:pt x="76591" y="89031"/>
                  <a:pt x="74973" y="89163"/>
                  <a:pt x="72816" y="89163"/>
                </a:cubicBezTo>
                <a:cubicBezTo>
                  <a:pt x="68231" y="89163"/>
                  <a:pt x="64388" y="88175"/>
                  <a:pt x="61286" y="86198"/>
                </a:cubicBezTo>
                <a:cubicBezTo>
                  <a:pt x="58185" y="84221"/>
                  <a:pt x="56162" y="82178"/>
                  <a:pt x="55218" y="80069"/>
                </a:cubicBezTo>
                <a:lnTo>
                  <a:pt x="54005" y="77104"/>
                </a:lnTo>
                <a:cubicBezTo>
                  <a:pt x="53870" y="76972"/>
                  <a:pt x="53600" y="77038"/>
                  <a:pt x="53196" y="77301"/>
                </a:cubicBezTo>
                <a:cubicBezTo>
                  <a:pt x="52926" y="77565"/>
                  <a:pt x="52656" y="77828"/>
                  <a:pt x="52387" y="78092"/>
                </a:cubicBezTo>
                <a:cubicBezTo>
                  <a:pt x="44431" y="85473"/>
                  <a:pt x="36340" y="89163"/>
                  <a:pt x="28115" y="89163"/>
                </a:cubicBezTo>
                <a:cubicBezTo>
                  <a:pt x="20698" y="89163"/>
                  <a:pt x="14159" y="86527"/>
                  <a:pt x="8495" y="81255"/>
                </a:cubicBezTo>
                <a:cubicBezTo>
                  <a:pt x="2832" y="75983"/>
                  <a:pt x="0" y="67614"/>
                  <a:pt x="0" y="56147"/>
                </a:cubicBezTo>
                <a:close/>
                <a:moveTo>
                  <a:pt x="64320" y="22340"/>
                </a:moveTo>
                <a:cubicBezTo>
                  <a:pt x="64320" y="21549"/>
                  <a:pt x="63983" y="20100"/>
                  <a:pt x="63309" y="17991"/>
                </a:cubicBezTo>
                <a:cubicBezTo>
                  <a:pt x="62635" y="15882"/>
                  <a:pt x="61084" y="13575"/>
                  <a:pt x="58657" y="11071"/>
                </a:cubicBezTo>
                <a:cubicBezTo>
                  <a:pt x="56230" y="8567"/>
                  <a:pt x="53128" y="7249"/>
                  <a:pt x="49353" y="7117"/>
                </a:cubicBezTo>
                <a:cubicBezTo>
                  <a:pt x="44633" y="7117"/>
                  <a:pt x="40116" y="9160"/>
                  <a:pt x="35801" y="13246"/>
                </a:cubicBezTo>
                <a:cubicBezTo>
                  <a:pt x="31486" y="17332"/>
                  <a:pt x="28115" y="22670"/>
                  <a:pt x="25688" y="29260"/>
                </a:cubicBezTo>
                <a:cubicBezTo>
                  <a:pt x="21777" y="39672"/>
                  <a:pt x="19013" y="50480"/>
                  <a:pt x="17395" y="61683"/>
                </a:cubicBezTo>
                <a:cubicBezTo>
                  <a:pt x="17395" y="62078"/>
                  <a:pt x="17395" y="62803"/>
                  <a:pt x="17395" y="63858"/>
                </a:cubicBezTo>
                <a:cubicBezTo>
                  <a:pt x="17395" y="64912"/>
                  <a:pt x="17327" y="65703"/>
                  <a:pt x="17193" y="66230"/>
                </a:cubicBezTo>
                <a:cubicBezTo>
                  <a:pt x="17193" y="72161"/>
                  <a:pt x="18406" y="76247"/>
                  <a:pt x="20833" y="78487"/>
                </a:cubicBezTo>
                <a:cubicBezTo>
                  <a:pt x="23261" y="80728"/>
                  <a:pt x="26160" y="81914"/>
                  <a:pt x="29531" y="82046"/>
                </a:cubicBezTo>
                <a:cubicBezTo>
                  <a:pt x="34655" y="82046"/>
                  <a:pt x="39711" y="79871"/>
                  <a:pt x="44701" y="75522"/>
                </a:cubicBezTo>
                <a:cubicBezTo>
                  <a:pt x="49690" y="71172"/>
                  <a:pt x="52656" y="67812"/>
                  <a:pt x="53600" y="65439"/>
                </a:cubicBezTo>
                <a:cubicBezTo>
                  <a:pt x="53870" y="64912"/>
                  <a:pt x="55690" y="57861"/>
                  <a:pt x="59062" y="44285"/>
                </a:cubicBezTo>
                <a:cubicBezTo>
                  <a:pt x="62433" y="30710"/>
                  <a:pt x="64186" y="23395"/>
                  <a:pt x="64320" y="223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93A97B-A81F-4BEE-966C-566DDDBC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402" y="3309958"/>
            <a:ext cx="95672" cy="89163"/>
          </a:xfrm>
          <a:custGeom xmlns:a="http://schemas.openxmlformats.org/drawingml/2006/main">
            <a:pathLst>
              <a:path w="95672" h="89163" fill="none">
                <a:moveTo>
                  <a:pt x="0" y="56147"/>
                </a:moveTo>
                <a:cubicBezTo>
                  <a:pt x="0" y="42835"/>
                  <a:pt x="5124" y="30182"/>
                  <a:pt x="15372" y="18189"/>
                </a:cubicBezTo>
                <a:cubicBezTo>
                  <a:pt x="25620" y="6195"/>
                  <a:pt x="37149" y="132"/>
                  <a:pt x="49960" y="0"/>
                </a:cubicBezTo>
                <a:cubicBezTo>
                  <a:pt x="56837" y="0"/>
                  <a:pt x="62905" y="3229"/>
                  <a:pt x="68163" y="9687"/>
                </a:cubicBezTo>
                <a:cubicBezTo>
                  <a:pt x="70321" y="5733"/>
                  <a:pt x="73422" y="3756"/>
                  <a:pt x="77468" y="3756"/>
                </a:cubicBezTo>
                <a:cubicBezTo>
                  <a:pt x="79221" y="3756"/>
                  <a:pt x="80771" y="4284"/>
                  <a:pt x="82120" y="5338"/>
                </a:cubicBezTo>
                <a:cubicBezTo>
                  <a:pt x="83468" y="6392"/>
                  <a:pt x="84142" y="7710"/>
                  <a:pt x="84142" y="9292"/>
                </a:cubicBezTo>
                <a:cubicBezTo>
                  <a:pt x="84142" y="11005"/>
                  <a:pt x="81648" y="21549"/>
                  <a:pt x="76659" y="40924"/>
                </a:cubicBezTo>
                <a:cubicBezTo>
                  <a:pt x="71669" y="60299"/>
                  <a:pt x="69107" y="71238"/>
                  <a:pt x="68973" y="73743"/>
                </a:cubicBezTo>
                <a:cubicBezTo>
                  <a:pt x="68973" y="77038"/>
                  <a:pt x="69444" y="79212"/>
                  <a:pt x="70388" y="80267"/>
                </a:cubicBezTo>
                <a:cubicBezTo>
                  <a:pt x="71332" y="81321"/>
                  <a:pt x="72748" y="81914"/>
                  <a:pt x="74636" y="82046"/>
                </a:cubicBezTo>
                <a:cubicBezTo>
                  <a:pt x="75850" y="81914"/>
                  <a:pt x="77198" y="81321"/>
                  <a:pt x="78681" y="80267"/>
                </a:cubicBezTo>
                <a:cubicBezTo>
                  <a:pt x="81513" y="77631"/>
                  <a:pt x="84277" y="71304"/>
                  <a:pt x="86974" y="61287"/>
                </a:cubicBezTo>
                <a:cubicBezTo>
                  <a:pt x="87783" y="58651"/>
                  <a:pt x="88457" y="57267"/>
                  <a:pt x="88997" y="57136"/>
                </a:cubicBezTo>
                <a:cubicBezTo>
                  <a:pt x="89266" y="57004"/>
                  <a:pt x="89941" y="56938"/>
                  <a:pt x="91019" y="56938"/>
                </a:cubicBezTo>
                <a:lnTo>
                  <a:pt x="91829" y="56938"/>
                </a:lnTo>
                <a:cubicBezTo>
                  <a:pt x="94391" y="56938"/>
                  <a:pt x="95672" y="57531"/>
                  <a:pt x="95672" y="58717"/>
                </a:cubicBezTo>
                <a:cubicBezTo>
                  <a:pt x="95672" y="59508"/>
                  <a:pt x="95334" y="61287"/>
                  <a:pt x="94660" y="64055"/>
                </a:cubicBezTo>
                <a:cubicBezTo>
                  <a:pt x="93986" y="66823"/>
                  <a:pt x="92638" y="70382"/>
                  <a:pt x="90615" y="74731"/>
                </a:cubicBezTo>
                <a:cubicBezTo>
                  <a:pt x="88592" y="79081"/>
                  <a:pt x="86435" y="82376"/>
                  <a:pt x="84142" y="84616"/>
                </a:cubicBezTo>
                <a:cubicBezTo>
                  <a:pt x="82389" y="86330"/>
                  <a:pt x="80232" y="87713"/>
                  <a:pt x="77670" y="88768"/>
                </a:cubicBezTo>
                <a:cubicBezTo>
                  <a:pt x="76591" y="89031"/>
                  <a:pt x="74973" y="89163"/>
                  <a:pt x="72816" y="89163"/>
                </a:cubicBezTo>
                <a:cubicBezTo>
                  <a:pt x="68231" y="89163"/>
                  <a:pt x="64388" y="88175"/>
                  <a:pt x="61286" y="86198"/>
                </a:cubicBezTo>
                <a:cubicBezTo>
                  <a:pt x="58185" y="84221"/>
                  <a:pt x="56162" y="82178"/>
                  <a:pt x="55218" y="80069"/>
                </a:cubicBezTo>
                <a:lnTo>
                  <a:pt x="54005" y="77104"/>
                </a:lnTo>
                <a:cubicBezTo>
                  <a:pt x="53870" y="76972"/>
                  <a:pt x="53600" y="77038"/>
                  <a:pt x="53196" y="77301"/>
                </a:cubicBezTo>
                <a:cubicBezTo>
                  <a:pt x="52926" y="77565"/>
                  <a:pt x="52656" y="77828"/>
                  <a:pt x="52387" y="78092"/>
                </a:cubicBezTo>
                <a:cubicBezTo>
                  <a:pt x="44431" y="85473"/>
                  <a:pt x="36340" y="89163"/>
                  <a:pt x="28115" y="89163"/>
                </a:cubicBezTo>
                <a:cubicBezTo>
                  <a:pt x="20698" y="89163"/>
                  <a:pt x="14159" y="86527"/>
                  <a:pt x="8495" y="81255"/>
                </a:cubicBezTo>
                <a:cubicBezTo>
                  <a:pt x="2832" y="75983"/>
                  <a:pt x="0" y="67614"/>
                  <a:pt x="0" y="56147"/>
                </a:cubicBezTo>
                <a:close/>
                <a:moveTo>
                  <a:pt x="64320" y="22340"/>
                </a:moveTo>
                <a:cubicBezTo>
                  <a:pt x="64320" y="21549"/>
                  <a:pt x="63983" y="20100"/>
                  <a:pt x="63309" y="17991"/>
                </a:cubicBezTo>
                <a:cubicBezTo>
                  <a:pt x="62635" y="15882"/>
                  <a:pt x="61084" y="13575"/>
                  <a:pt x="58657" y="11071"/>
                </a:cubicBezTo>
                <a:cubicBezTo>
                  <a:pt x="56230" y="8567"/>
                  <a:pt x="53128" y="7249"/>
                  <a:pt x="49353" y="7117"/>
                </a:cubicBezTo>
                <a:cubicBezTo>
                  <a:pt x="44633" y="7117"/>
                  <a:pt x="40116" y="9160"/>
                  <a:pt x="35801" y="13246"/>
                </a:cubicBezTo>
                <a:cubicBezTo>
                  <a:pt x="31486" y="17332"/>
                  <a:pt x="28115" y="22670"/>
                  <a:pt x="25688" y="29260"/>
                </a:cubicBezTo>
                <a:cubicBezTo>
                  <a:pt x="21777" y="39672"/>
                  <a:pt x="19013" y="50480"/>
                  <a:pt x="17395" y="61683"/>
                </a:cubicBezTo>
                <a:cubicBezTo>
                  <a:pt x="17395" y="62078"/>
                  <a:pt x="17395" y="62803"/>
                  <a:pt x="17395" y="63858"/>
                </a:cubicBezTo>
                <a:cubicBezTo>
                  <a:pt x="17395" y="64912"/>
                  <a:pt x="17327" y="65703"/>
                  <a:pt x="17193" y="66230"/>
                </a:cubicBezTo>
                <a:cubicBezTo>
                  <a:pt x="17193" y="72161"/>
                  <a:pt x="18406" y="76247"/>
                  <a:pt x="20833" y="78487"/>
                </a:cubicBezTo>
                <a:cubicBezTo>
                  <a:pt x="23261" y="80728"/>
                  <a:pt x="26160" y="81914"/>
                  <a:pt x="29531" y="82046"/>
                </a:cubicBezTo>
                <a:cubicBezTo>
                  <a:pt x="34655" y="82046"/>
                  <a:pt x="39711" y="79871"/>
                  <a:pt x="44701" y="75522"/>
                </a:cubicBezTo>
                <a:cubicBezTo>
                  <a:pt x="49690" y="71172"/>
                  <a:pt x="52656" y="67812"/>
                  <a:pt x="53600" y="65439"/>
                </a:cubicBezTo>
                <a:cubicBezTo>
                  <a:pt x="53870" y="64912"/>
                  <a:pt x="55690" y="57861"/>
                  <a:pt x="59062" y="44285"/>
                </a:cubicBezTo>
                <a:cubicBezTo>
                  <a:pt x="62433" y="30710"/>
                  <a:pt x="64186" y="23395"/>
                  <a:pt x="64320" y="2234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00"/>
              </a:srgbClr>
            </a:solidFill>
            <a:miter/>
          </a:ln>
        </p:spPr>
      </p:sp>
      <p:sp>
        <p:nvSpPr>
          <p:cNvPr id="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661550-B55F-4547-BCEB-C7A9A877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3569" y="3273383"/>
            <a:ext cx="62905" cy="125936"/>
          </a:xfrm>
          <a:custGeom xmlns:a="http://schemas.openxmlformats.org/drawingml/2006/main">
            <a:pathLst>
              <a:path w="62905" h="125936">
                <a:moveTo>
                  <a:pt x="1416" y="47646"/>
                </a:moveTo>
                <a:cubicBezTo>
                  <a:pt x="472" y="46723"/>
                  <a:pt x="0" y="46064"/>
                  <a:pt x="0" y="45669"/>
                </a:cubicBezTo>
                <a:cubicBezTo>
                  <a:pt x="0" y="45142"/>
                  <a:pt x="202" y="44087"/>
                  <a:pt x="607" y="42506"/>
                </a:cubicBezTo>
                <a:cubicBezTo>
                  <a:pt x="1011" y="40924"/>
                  <a:pt x="1348" y="40002"/>
                  <a:pt x="1618" y="39738"/>
                </a:cubicBezTo>
                <a:cubicBezTo>
                  <a:pt x="1888" y="39079"/>
                  <a:pt x="2495" y="38749"/>
                  <a:pt x="3439" y="38749"/>
                </a:cubicBezTo>
                <a:cubicBezTo>
                  <a:pt x="4382" y="38749"/>
                  <a:pt x="7821" y="38684"/>
                  <a:pt x="13754" y="38552"/>
                </a:cubicBezTo>
                <a:lnTo>
                  <a:pt x="24474" y="38552"/>
                </a:lnTo>
                <a:lnTo>
                  <a:pt x="28317" y="22736"/>
                </a:lnTo>
                <a:cubicBezTo>
                  <a:pt x="28722" y="21286"/>
                  <a:pt x="29194" y="19375"/>
                  <a:pt x="29733" y="17002"/>
                </a:cubicBezTo>
                <a:cubicBezTo>
                  <a:pt x="30272" y="14630"/>
                  <a:pt x="30744" y="12916"/>
                  <a:pt x="31149" y="11862"/>
                </a:cubicBezTo>
                <a:cubicBezTo>
                  <a:pt x="31553" y="10808"/>
                  <a:pt x="31958" y="9490"/>
                  <a:pt x="32362" y="7908"/>
                </a:cubicBezTo>
                <a:cubicBezTo>
                  <a:pt x="32767" y="6326"/>
                  <a:pt x="33306" y="5206"/>
                  <a:pt x="33981" y="4547"/>
                </a:cubicBezTo>
                <a:cubicBezTo>
                  <a:pt x="34655" y="3888"/>
                  <a:pt x="35329" y="3097"/>
                  <a:pt x="36003" y="2175"/>
                </a:cubicBezTo>
                <a:cubicBezTo>
                  <a:pt x="36677" y="1252"/>
                  <a:pt x="37621" y="659"/>
                  <a:pt x="38835" y="395"/>
                </a:cubicBezTo>
                <a:cubicBezTo>
                  <a:pt x="40049" y="132"/>
                  <a:pt x="41262" y="0"/>
                  <a:pt x="42476" y="0"/>
                </a:cubicBezTo>
                <a:cubicBezTo>
                  <a:pt x="44903" y="132"/>
                  <a:pt x="46588" y="857"/>
                  <a:pt x="47532" y="2175"/>
                </a:cubicBezTo>
                <a:cubicBezTo>
                  <a:pt x="48476" y="3493"/>
                  <a:pt x="48948" y="4745"/>
                  <a:pt x="48948" y="5931"/>
                </a:cubicBezTo>
                <a:cubicBezTo>
                  <a:pt x="48948" y="6854"/>
                  <a:pt x="48341" y="9951"/>
                  <a:pt x="47128" y="15223"/>
                </a:cubicBezTo>
                <a:cubicBezTo>
                  <a:pt x="45914" y="20495"/>
                  <a:pt x="44566" y="25701"/>
                  <a:pt x="43083" y="30841"/>
                </a:cubicBezTo>
                <a:lnTo>
                  <a:pt x="41060" y="38156"/>
                </a:lnTo>
                <a:cubicBezTo>
                  <a:pt x="41060" y="38420"/>
                  <a:pt x="44431" y="38552"/>
                  <a:pt x="51173" y="38552"/>
                </a:cubicBezTo>
                <a:lnTo>
                  <a:pt x="61489" y="38552"/>
                </a:lnTo>
                <a:cubicBezTo>
                  <a:pt x="62433" y="39474"/>
                  <a:pt x="62905" y="40199"/>
                  <a:pt x="62905" y="40726"/>
                </a:cubicBezTo>
                <a:cubicBezTo>
                  <a:pt x="62905" y="43626"/>
                  <a:pt x="62028" y="45933"/>
                  <a:pt x="60275" y="47646"/>
                </a:cubicBezTo>
                <a:lnTo>
                  <a:pt x="38633" y="47646"/>
                </a:lnTo>
                <a:lnTo>
                  <a:pt x="31351" y="76313"/>
                </a:lnTo>
                <a:cubicBezTo>
                  <a:pt x="26092" y="97401"/>
                  <a:pt x="23463" y="108736"/>
                  <a:pt x="23463" y="110317"/>
                </a:cubicBezTo>
                <a:cubicBezTo>
                  <a:pt x="23463" y="115853"/>
                  <a:pt x="25283" y="118621"/>
                  <a:pt x="28924" y="118621"/>
                </a:cubicBezTo>
                <a:cubicBezTo>
                  <a:pt x="33643" y="118621"/>
                  <a:pt x="38228" y="116380"/>
                  <a:pt x="42678" y="111899"/>
                </a:cubicBezTo>
                <a:cubicBezTo>
                  <a:pt x="47128" y="107418"/>
                  <a:pt x="50701" y="101882"/>
                  <a:pt x="53398" y="95292"/>
                </a:cubicBezTo>
                <a:cubicBezTo>
                  <a:pt x="53668" y="94501"/>
                  <a:pt x="54005" y="94040"/>
                  <a:pt x="54409" y="93908"/>
                </a:cubicBezTo>
                <a:cubicBezTo>
                  <a:pt x="54814" y="93776"/>
                  <a:pt x="55825" y="93645"/>
                  <a:pt x="57443" y="93513"/>
                </a:cubicBezTo>
                <a:lnTo>
                  <a:pt x="58252" y="93513"/>
                </a:lnTo>
                <a:cubicBezTo>
                  <a:pt x="60275" y="93513"/>
                  <a:pt x="61286" y="94040"/>
                  <a:pt x="61286" y="95094"/>
                </a:cubicBezTo>
                <a:cubicBezTo>
                  <a:pt x="61286" y="95490"/>
                  <a:pt x="61084" y="96281"/>
                  <a:pt x="60680" y="97467"/>
                </a:cubicBezTo>
                <a:cubicBezTo>
                  <a:pt x="60005" y="99576"/>
                  <a:pt x="58792" y="102080"/>
                  <a:pt x="57039" y="104979"/>
                </a:cubicBezTo>
                <a:cubicBezTo>
                  <a:pt x="55286" y="107879"/>
                  <a:pt x="52994" y="110976"/>
                  <a:pt x="50162" y="114271"/>
                </a:cubicBezTo>
                <a:cubicBezTo>
                  <a:pt x="47330" y="117566"/>
                  <a:pt x="43892" y="120334"/>
                  <a:pt x="39846" y="122575"/>
                </a:cubicBezTo>
                <a:cubicBezTo>
                  <a:pt x="35801" y="124815"/>
                  <a:pt x="31688" y="125936"/>
                  <a:pt x="27508" y="125936"/>
                </a:cubicBezTo>
                <a:cubicBezTo>
                  <a:pt x="23463" y="125936"/>
                  <a:pt x="19620" y="124947"/>
                  <a:pt x="15979" y="122970"/>
                </a:cubicBezTo>
                <a:cubicBezTo>
                  <a:pt x="12338" y="120993"/>
                  <a:pt x="9709" y="117566"/>
                  <a:pt x="8091" y="112690"/>
                </a:cubicBezTo>
                <a:cubicBezTo>
                  <a:pt x="7821" y="111635"/>
                  <a:pt x="7686" y="109856"/>
                  <a:pt x="7686" y="107352"/>
                </a:cubicBezTo>
                <a:lnTo>
                  <a:pt x="7686" y="103793"/>
                </a:lnTo>
                <a:lnTo>
                  <a:pt x="14765" y="76115"/>
                </a:lnTo>
                <a:cubicBezTo>
                  <a:pt x="19485" y="57531"/>
                  <a:pt x="21912" y="48173"/>
                  <a:pt x="22047" y="48041"/>
                </a:cubicBezTo>
                <a:cubicBezTo>
                  <a:pt x="22047" y="47778"/>
                  <a:pt x="18608" y="47646"/>
                  <a:pt x="11731" y="47646"/>
                </a:cubicBezTo>
                <a:lnTo>
                  <a:pt x="1416" y="476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73B3F8-19B9-4B0F-AFA5-CEA65E92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3569" y="3273383"/>
            <a:ext cx="62905" cy="125936"/>
          </a:xfrm>
          <a:custGeom xmlns:a="http://schemas.openxmlformats.org/drawingml/2006/main">
            <a:pathLst>
              <a:path w="62905" h="125936" fill="none">
                <a:moveTo>
                  <a:pt x="1416" y="47646"/>
                </a:moveTo>
                <a:cubicBezTo>
                  <a:pt x="472" y="46723"/>
                  <a:pt x="0" y="46064"/>
                  <a:pt x="0" y="45669"/>
                </a:cubicBezTo>
                <a:cubicBezTo>
                  <a:pt x="0" y="45142"/>
                  <a:pt x="202" y="44087"/>
                  <a:pt x="607" y="42506"/>
                </a:cubicBezTo>
                <a:cubicBezTo>
                  <a:pt x="1011" y="40924"/>
                  <a:pt x="1348" y="40002"/>
                  <a:pt x="1618" y="39738"/>
                </a:cubicBezTo>
                <a:cubicBezTo>
                  <a:pt x="1888" y="39079"/>
                  <a:pt x="2495" y="38749"/>
                  <a:pt x="3439" y="38749"/>
                </a:cubicBezTo>
                <a:cubicBezTo>
                  <a:pt x="4382" y="38749"/>
                  <a:pt x="7821" y="38684"/>
                  <a:pt x="13754" y="38552"/>
                </a:cubicBezTo>
                <a:lnTo>
                  <a:pt x="24474" y="38552"/>
                </a:lnTo>
                <a:lnTo>
                  <a:pt x="28317" y="22736"/>
                </a:lnTo>
                <a:cubicBezTo>
                  <a:pt x="28722" y="21286"/>
                  <a:pt x="29194" y="19375"/>
                  <a:pt x="29733" y="17002"/>
                </a:cubicBezTo>
                <a:cubicBezTo>
                  <a:pt x="30272" y="14630"/>
                  <a:pt x="30744" y="12916"/>
                  <a:pt x="31149" y="11862"/>
                </a:cubicBezTo>
                <a:cubicBezTo>
                  <a:pt x="31553" y="10808"/>
                  <a:pt x="31958" y="9490"/>
                  <a:pt x="32362" y="7908"/>
                </a:cubicBezTo>
                <a:cubicBezTo>
                  <a:pt x="32767" y="6326"/>
                  <a:pt x="33306" y="5206"/>
                  <a:pt x="33981" y="4547"/>
                </a:cubicBezTo>
                <a:cubicBezTo>
                  <a:pt x="34655" y="3888"/>
                  <a:pt x="35329" y="3097"/>
                  <a:pt x="36003" y="2175"/>
                </a:cubicBezTo>
                <a:cubicBezTo>
                  <a:pt x="36677" y="1252"/>
                  <a:pt x="37621" y="659"/>
                  <a:pt x="38835" y="395"/>
                </a:cubicBezTo>
                <a:cubicBezTo>
                  <a:pt x="40049" y="132"/>
                  <a:pt x="41262" y="0"/>
                  <a:pt x="42476" y="0"/>
                </a:cubicBezTo>
                <a:cubicBezTo>
                  <a:pt x="44903" y="132"/>
                  <a:pt x="46588" y="857"/>
                  <a:pt x="47532" y="2175"/>
                </a:cubicBezTo>
                <a:cubicBezTo>
                  <a:pt x="48476" y="3493"/>
                  <a:pt x="48948" y="4745"/>
                  <a:pt x="48948" y="5931"/>
                </a:cubicBezTo>
                <a:cubicBezTo>
                  <a:pt x="48948" y="6854"/>
                  <a:pt x="48341" y="9951"/>
                  <a:pt x="47128" y="15223"/>
                </a:cubicBezTo>
                <a:cubicBezTo>
                  <a:pt x="45914" y="20495"/>
                  <a:pt x="44566" y="25701"/>
                  <a:pt x="43083" y="30841"/>
                </a:cubicBezTo>
                <a:lnTo>
                  <a:pt x="41060" y="38156"/>
                </a:lnTo>
                <a:cubicBezTo>
                  <a:pt x="41060" y="38420"/>
                  <a:pt x="44431" y="38552"/>
                  <a:pt x="51173" y="38552"/>
                </a:cubicBezTo>
                <a:lnTo>
                  <a:pt x="61489" y="38552"/>
                </a:lnTo>
                <a:cubicBezTo>
                  <a:pt x="62433" y="39474"/>
                  <a:pt x="62905" y="40199"/>
                  <a:pt x="62905" y="40726"/>
                </a:cubicBezTo>
                <a:cubicBezTo>
                  <a:pt x="62905" y="43626"/>
                  <a:pt x="62028" y="45933"/>
                  <a:pt x="60275" y="47646"/>
                </a:cubicBezTo>
                <a:lnTo>
                  <a:pt x="38633" y="47646"/>
                </a:lnTo>
                <a:lnTo>
                  <a:pt x="31351" y="76313"/>
                </a:lnTo>
                <a:cubicBezTo>
                  <a:pt x="26092" y="97401"/>
                  <a:pt x="23463" y="108736"/>
                  <a:pt x="23463" y="110317"/>
                </a:cubicBezTo>
                <a:cubicBezTo>
                  <a:pt x="23463" y="115853"/>
                  <a:pt x="25283" y="118621"/>
                  <a:pt x="28924" y="118621"/>
                </a:cubicBezTo>
                <a:cubicBezTo>
                  <a:pt x="33643" y="118621"/>
                  <a:pt x="38228" y="116380"/>
                  <a:pt x="42678" y="111899"/>
                </a:cubicBezTo>
                <a:cubicBezTo>
                  <a:pt x="47128" y="107418"/>
                  <a:pt x="50701" y="101882"/>
                  <a:pt x="53398" y="95292"/>
                </a:cubicBezTo>
                <a:cubicBezTo>
                  <a:pt x="53668" y="94501"/>
                  <a:pt x="54005" y="94040"/>
                  <a:pt x="54409" y="93908"/>
                </a:cubicBezTo>
                <a:cubicBezTo>
                  <a:pt x="54814" y="93776"/>
                  <a:pt x="55825" y="93645"/>
                  <a:pt x="57443" y="93513"/>
                </a:cubicBezTo>
                <a:lnTo>
                  <a:pt x="58252" y="93513"/>
                </a:lnTo>
                <a:cubicBezTo>
                  <a:pt x="60275" y="93513"/>
                  <a:pt x="61286" y="94040"/>
                  <a:pt x="61286" y="95094"/>
                </a:cubicBezTo>
                <a:cubicBezTo>
                  <a:pt x="61286" y="95490"/>
                  <a:pt x="61084" y="96281"/>
                  <a:pt x="60680" y="97467"/>
                </a:cubicBezTo>
                <a:cubicBezTo>
                  <a:pt x="60005" y="99576"/>
                  <a:pt x="58792" y="102080"/>
                  <a:pt x="57039" y="104979"/>
                </a:cubicBezTo>
                <a:cubicBezTo>
                  <a:pt x="55286" y="107879"/>
                  <a:pt x="52994" y="110976"/>
                  <a:pt x="50162" y="114271"/>
                </a:cubicBezTo>
                <a:cubicBezTo>
                  <a:pt x="47330" y="117566"/>
                  <a:pt x="43892" y="120334"/>
                  <a:pt x="39846" y="122575"/>
                </a:cubicBezTo>
                <a:cubicBezTo>
                  <a:pt x="35801" y="124815"/>
                  <a:pt x="31688" y="125936"/>
                  <a:pt x="27508" y="125936"/>
                </a:cubicBezTo>
                <a:cubicBezTo>
                  <a:pt x="23463" y="125936"/>
                  <a:pt x="19620" y="124947"/>
                  <a:pt x="15979" y="122970"/>
                </a:cubicBezTo>
                <a:cubicBezTo>
                  <a:pt x="12338" y="120993"/>
                  <a:pt x="9709" y="117566"/>
                  <a:pt x="8091" y="112690"/>
                </a:cubicBezTo>
                <a:cubicBezTo>
                  <a:pt x="7821" y="111635"/>
                  <a:pt x="7686" y="109856"/>
                  <a:pt x="7686" y="107352"/>
                </a:cubicBezTo>
                <a:lnTo>
                  <a:pt x="7686" y="103793"/>
                </a:lnTo>
                <a:lnTo>
                  <a:pt x="14765" y="76115"/>
                </a:lnTo>
                <a:cubicBezTo>
                  <a:pt x="19485" y="57531"/>
                  <a:pt x="21912" y="48173"/>
                  <a:pt x="22047" y="48041"/>
                </a:cubicBezTo>
                <a:cubicBezTo>
                  <a:pt x="22047" y="47778"/>
                  <a:pt x="18608" y="47646"/>
                  <a:pt x="11731" y="47646"/>
                </a:cubicBezTo>
                <a:lnTo>
                  <a:pt x="1416" y="476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00"/>
              </a:srgbClr>
            </a:solidFill>
            <a:miter/>
          </a:ln>
        </p:spPr>
      </p:sp>
      <p:sp>
        <p:nvSpPr>
          <p:cNvPr id="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CD1FC1-ABA0-4E18-BBC7-EDED2255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452" y="3259939"/>
            <a:ext cx="102549" cy="139379"/>
          </a:xfrm>
          <a:custGeom xmlns:a="http://schemas.openxmlformats.org/drawingml/2006/main">
            <a:pathLst>
              <a:path w="102549" h="139379">
                <a:moveTo>
                  <a:pt x="18002" y="2175"/>
                </a:moveTo>
                <a:cubicBezTo>
                  <a:pt x="18136" y="2175"/>
                  <a:pt x="22991" y="1845"/>
                  <a:pt x="32565" y="1186"/>
                </a:cubicBezTo>
                <a:cubicBezTo>
                  <a:pt x="42139" y="527"/>
                  <a:pt x="47060" y="132"/>
                  <a:pt x="47330" y="0"/>
                </a:cubicBezTo>
                <a:cubicBezTo>
                  <a:pt x="48948" y="0"/>
                  <a:pt x="49757" y="593"/>
                  <a:pt x="49757" y="1779"/>
                </a:cubicBezTo>
                <a:cubicBezTo>
                  <a:pt x="49757" y="3229"/>
                  <a:pt x="47330" y="13180"/>
                  <a:pt x="42476" y="31632"/>
                </a:cubicBezTo>
                <a:cubicBezTo>
                  <a:pt x="37352" y="51139"/>
                  <a:pt x="34790" y="61090"/>
                  <a:pt x="34790" y="61485"/>
                </a:cubicBezTo>
                <a:cubicBezTo>
                  <a:pt x="34790" y="61749"/>
                  <a:pt x="35262" y="61419"/>
                  <a:pt x="36206" y="60497"/>
                </a:cubicBezTo>
                <a:cubicBezTo>
                  <a:pt x="44431" y="53379"/>
                  <a:pt x="53196" y="49821"/>
                  <a:pt x="62500" y="49821"/>
                </a:cubicBezTo>
                <a:cubicBezTo>
                  <a:pt x="69782" y="49821"/>
                  <a:pt x="75647" y="51600"/>
                  <a:pt x="80097" y="55159"/>
                </a:cubicBezTo>
                <a:cubicBezTo>
                  <a:pt x="84547" y="58717"/>
                  <a:pt x="86839" y="63923"/>
                  <a:pt x="86974" y="70777"/>
                </a:cubicBezTo>
                <a:cubicBezTo>
                  <a:pt x="86974" y="77499"/>
                  <a:pt x="84412" y="87911"/>
                  <a:pt x="79288" y="102014"/>
                </a:cubicBezTo>
                <a:cubicBezTo>
                  <a:pt x="74164" y="116117"/>
                  <a:pt x="71602" y="124552"/>
                  <a:pt x="71602" y="127320"/>
                </a:cubicBezTo>
                <a:cubicBezTo>
                  <a:pt x="71737" y="129165"/>
                  <a:pt x="72074" y="130417"/>
                  <a:pt x="72613" y="131076"/>
                </a:cubicBezTo>
                <a:cubicBezTo>
                  <a:pt x="73153" y="131735"/>
                  <a:pt x="74164" y="132064"/>
                  <a:pt x="75647" y="132064"/>
                </a:cubicBezTo>
                <a:cubicBezTo>
                  <a:pt x="79423" y="132064"/>
                  <a:pt x="82929" y="130087"/>
                  <a:pt x="86165" y="126133"/>
                </a:cubicBezTo>
                <a:cubicBezTo>
                  <a:pt x="89401" y="122179"/>
                  <a:pt x="92031" y="116776"/>
                  <a:pt x="94053" y="109922"/>
                </a:cubicBezTo>
                <a:cubicBezTo>
                  <a:pt x="94458" y="108472"/>
                  <a:pt x="94862" y="107615"/>
                  <a:pt x="95267" y="107352"/>
                </a:cubicBezTo>
                <a:cubicBezTo>
                  <a:pt x="95672" y="107088"/>
                  <a:pt x="96750" y="106956"/>
                  <a:pt x="98503" y="106956"/>
                </a:cubicBezTo>
                <a:cubicBezTo>
                  <a:pt x="101200" y="106956"/>
                  <a:pt x="102549" y="107484"/>
                  <a:pt x="102549" y="108538"/>
                </a:cubicBezTo>
                <a:cubicBezTo>
                  <a:pt x="102549" y="108670"/>
                  <a:pt x="102279" y="109658"/>
                  <a:pt x="101740" y="111504"/>
                </a:cubicBezTo>
                <a:cubicBezTo>
                  <a:pt x="99582" y="119280"/>
                  <a:pt x="96143" y="125672"/>
                  <a:pt x="91424" y="130681"/>
                </a:cubicBezTo>
                <a:cubicBezTo>
                  <a:pt x="86839" y="136348"/>
                  <a:pt x="81378" y="139182"/>
                  <a:pt x="75040" y="139182"/>
                </a:cubicBezTo>
                <a:lnTo>
                  <a:pt x="74029" y="139182"/>
                </a:lnTo>
                <a:cubicBezTo>
                  <a:pt x="67691" y="139182"/>
                  <a:pt x="63107" y="137402"/>
                  <a:pt x="60275" y="133844"/>
                </a:cubicBezTo>
                <a:cubicBezTo>
                  <a:pt x="57443" y="130285"/>
                  <a:pt x="56028" y="126529"/>
                  <a:pt x="56028" y="122575"/>
                </a:cubicBezTo>
                <a:cubicBezTo>
                  <a:pt x="56028" y="120466"/>
                  <a:pt x="58455" y="112690"/>
                  <a:pt x="63309" y="99246"/>
                </a:cubicBezTo>
                <a:cubicBezTo>
                  <a:pt x="68163" y="85802"/>
                  <a:pt x="70658" y="75720"/>
                  <a:pt x="70793" y="68998"/>
                </a:cubicBezTo>
                <a:cubicBezTo>
                  <a:pt x="70793" y="61221"/>
                  <a:pt x="67826" y="57333"/>
                  <a:pt x="61893" y="57333"/>
                </a:cubicBezTo>
                <a:lnTo>
                  <a:pt x="60882" y="57333"/>
                </a:lnTo>
                <a:cubicBezTo>
                  <a:pt x="49690" y="57333"/>
                  <a:pt x="39981" y="63792"/>
                  <a:pt x="31756" y="76708"/>
                </a:cubicBezTo>
                <a:lnTo>
                  <a:pt x="30340" y="79278"/>
                </a:lnTo>
                <a:lnTo>
                  <a:pt x="23463" y="105968"/>
                </a:lnTo>
                <a:cubicBezTo>
                  <a:pt x="19148" y="123102"/>
                  <a:pt x="16653" y="132460"/>
                  <a:pt x="15979" y="134041"/>
                </a:cubicBezTo>
                <a:cubicBezTo>
                  <a:pt x="14226" y="137600"/>
                  <a:pt x="11259" y="139379"/>
                  <a:pt x="7079" y="139379"/>
                </a:cubicBezTo>
                <a:cubicBezTo>
                  <a:pt x="5191" y="139379"/>
                  <a:pt x="3573" y="138786"/>
                  <a:pt x="2225" y="137600"/>
                </a:cubicBezTo>
                <a:cubicBezTo>
                  <a:pt x="876" y="136414"/>
                  <a:pt x="135" y="135228"/>
                  <a:pt x="0" y="134041"/>
                </a:cubicBezTo>
                <a:cubicBezTo>
                  <a:pt x="0" y="132196"/>
                  <a:pt x="4922" y="112163"/>
                  <a:pt x="14765" y="73940"/>
                </a:cubicBezTo>
                <a:lnTo>
                  <a:pt x="29733" y="15421"/>
                </a:lnTo>
                <a:cubicBezTo>
                  <a:pt x="29733" y="13707"/>
                  <a:pt x="29261" y="12653"/>
                  <a:pt x="28317" y="12257"/>
                </a:cubicBezTo>
                <a:cubicBezTo>
                  <a:pt x="27373" y="11862"/>
                  <a:pt x="24744" y="11533"/>
                  <a:pt x="20429" y="11269"/>
                </a:cubicBezTo>
                <a:lnTo>
                  <a:pt x="16181" y="11269"/>
                </a:lnTo>
                <a:cubicBezTo>
                  <a:pt x="15372" y="10478"/>
                  <a:pt x="14968" y="9951"/>
                  <a:pt x="14968" y="9687"/>
                </a:cubicBezTo>
                <a:cubicBezTo>
                  <a:pt x="14968" y="9424"/>
                  <a:pt x="15102" y="8172"/>
                  <a:pt x="15372" y="5931"/>
                </a:cubicBezTo>
                <a:cubicBezTo>
                  <a:pt x="16046" y="3427"/>
                  <a:pt x="16923" y="2175"/>
                  <a:pt x="18002" y="21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78E1B7-9D54-4552-8756-7B056296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452" y="3259939"/>
            <a:ext cx="102549" cy="139379"/>
          </a:xfrm>
          <a:custGeom xmlns:a="http://schemas.openxmlformats.org/drawingml/2006/main">
            <a:pathLst>
              <a:path w="102549" h="139379" fill="none">
                <a:moveTo>
                  <a:pt x="18002" y="2175"/>
                </a:moveTo>
                <a:cubicBezTo>
                  <a:pt x="18136" y="2175"/>
                  <a:pt x="22991" y="1845"/>
                  <a:pt x="32565" y="1186"/>
                </a:cubicBezTo>
                <a:cubicBezTo>
                  <a:pt x="42139" y="527"/>
                  <a:pt x="47060" y="132"/>
                  <a:pt x="47330" y="0"/>
                </a:cubicBezTo>
                <a:cubicBezTo>
                  <a:pt x="48948" y="0"/>
                  <a:pt x="49757" y="593"/>
                  <a:pt x="49757" y="1779"/>
                </a:cubicBezTo>
                <a:cubicBezTo>
                  <a:pt x="49757" y="3229"/>
                  <a:pt x="47330" y="13180"/>
                  <a:pt x="42476" y="31632"/>
                </a:cubicBezTo>
                <a:cubicBezTo>
                  <a:pt x="37352" y="51139"/>
                  <a:pt x="34790" y="61090"/>
                  <a:pt x="34790" y="61485"/>
                </a:cubicBezTo>
                <a:cubicBezTo>
                  <a:pt x="34790" y="61749"/>
                  <a:pt x="35262" y="61419"/>
                  <a:pt x="36206" y="60497"/>
                </a:cubicBezTo>
                <a:cubicBezTo>
                  <a:pt x="44431" y="53379"/>
                  <a:pt x="53196" y="49821"/>
                  <a:pt x="62500" y="49821"/>
                </a:cubicBezTo>
                <a:cubicBezTo>
                  <a:pt x="69782" y="49821"/>
                  <a:pt x="75647" y="51600"/>
                  <a:pt x="80097" y="55159"/>
                </a:cubicBezTo>
                <a:cubicBezTo>
                  <a:pt x="84547" y="58717"/>
                  <a:pt x="86839" y="63923"/>
                  <a:pt x="86974" y="70777"/>
                </a:cubicBezTo>
                <a:cubicBezTo>
                  <a:pt x="86974" y="77499"/>
                  <a:pt x="84412" y="87911"/>
                  <a:pt x="79288" y="102014"/>
                </a:cubicBezTo>
                <a:cubicBezTo>
                  <a:pt x="74164" y="116117"/>
                  <a:pt x="71602" y="124552"/>
                  <a:pt x="71602" y="127320"/>
                </a:cubicBezTo>
                <a:cubicBezTo>
                  <a:pt x="71737" y="129165"/>
                  <a:pt x="72074" y="130417"/>
                  <a:pt x="72613" y="131076"/>
                </a:cubicBezTo>
                <a:cubicBezTo>
                  <a:pt x="73153" y="131735"/>
                  <a:pt x="74164" y="132064"/>
                  <a:pt x="75647" y="132064"/>
                </a:cubicBezTo>
                <a:cubicBezTo>
                  <a:pt x="79423" y="132064"/>
                  <a:pt x="82929" y="130087"/>
                  <a:pt x="86165" y="126133"/>
                </a:cubicBezTo>
                <a:cubicBezTo>
                  <a:pt x="89401" y="122179"/>
                  <a:pt x="92031" y="116776"/>
                  <a:pt x="94053" y="109922"/>
                </a:cubicBezTo>
                <a:cubicBezTo>
                  <a:pt x="94458" y="108472"/>
                  <a:pt x="94862" y="107615"/>
                  <a:pt x="95267" y="107352"/>
                </a:cubicBezTo>
                <a:cubicBezTo>
                  <a:pt x="95672" y="107088"/>
                  <a:pt x="96750" y="106956"/>
                  <a:pt x="98503" y="106956"/>
                </a:cubicBezTo>
                <a:cubicBezTo>
                  <a:pt x="101200" y="106956"/>
                  <a:pt x="102549" y="107484"/>
                  <a:pt x="102549" y="108538"/>
                </a:cubicBezTo>
                <a:cubicBezTo>
                  <a:pt x="102549" y="108670"/>
                  <a:pt x="102279" y="109658"/>
                  <a:pt x="101740" y="111504"/>
                </a:cubicBezTo>
                <a:cubicBezTo>
                  <a:pt x="99582" y="119280"/>
                  <a:pt x="96143" y="125672"/>
                  <a:pt x="91424" y="130681"/>
                </a:cubicBezTo>
                <a:cubicBezTo>
                  <a:pt x="86839" y="136348"/>
                  <a:pt x="81378" y="139182"/>
                  <a:pt x="75040" y="139182"/>
                </a:cubicBezTo>
                <a:lnTo>
                  <a:pt x="74029" y="139182"/>
                </a:lnTo>
                <a:cubicBezTo>
                  <a:pt x="67691" y="139182"/>
                  <a:pt x="63107" y="137402"/>
                  <a:pt x="60275" y="133844"/>
                </a:cubicBezTo>
                <a:cubicBezTo>
                  <a:pt x="57443" y="130285"/>
                  <a:pt x="56028" y="126529"/>
                  <a:pt x="56028" y="122575"/>
                </a:cubicBezTo>
                <a:cubicBezTo>
                  <a:pt x="56028" y="120466"/>
                  <a:pt x="58455" y="112690"/>
                  <a:pt x="63309" y="99246"/>
                </a:cubicBezTo>
                <a:cubicBezTo>
                  <a:pt x="68163" y="85802"/>
                  <a:pt x="70658" y="75720"/>
                  <a:pt x="70793" y="68998"/>
                </a:cubicBezTo>
                <a:cubicBezTo>
                  <a:pt x="70793" y="61221"/>
                  <a:pt x="67826" y="57333"/>
                  <a:pt x="61893" y="57333"/>
                </a:cubicBezTo>
                <a:lnTo>
                  <a:pt x="60882" y="57333"/>
                </a:lnTo>
                <a:cubicBezTo>
                  <a:pt x="49690" y="57333"/>
                  <a:pt x="39981" y="63792"/>
                  <a:pt x="31756" y="76708"/>
                </a:cubicBezTo>
                <a:lnTo>
                  <a:pt x="30340" y="79278"/>
                </a:lnTo>
                <a:lnTo>
                  <a:pt x="23463" y="105968"/>
                </a:lnTo>
                <a:cubicBezTo>
                  <a:pt x="19148" y="123102"/>
                  <a:pt x="16653" y="132460"/>
                  <a:pt x="15979" y="134041"/>
                </a:cubicBezTo>
                <a:cubicBezTo>
                  <a:pt x="14226" y="137600"/>
                  <a:pt x="11259" y="139379"/>
                  <a:pt x="7079" y="139379"/>
                </a:cubicBezTo>
                <a:cubicBezTo>
                  <a:pt x="5191" y="139379"/>
                  <a:pt x="3573" y="138786"/>
                  <a:pt x="2225" y="137600"/>
                </a:cubicBezTo>
                <a:cubicBezTo>
                  <a:pt x="876" y="136414"/>
                  <a:pt x="135" y="135228"/>
                  <a:pt x="0" y="134041"/>
                </a:cubicBezTo>
                <a:cubicBezTo>
                  <a:pt x="0" y="132196"/>
                  <a:pt x="4922" y="112163"/>
                  <a:pt x="14765" y="73940"/>
                </a:cubicBezTo>
                <a:lnTo>
                  <a:pt x="29733" y="15421"/>
                </a:lnTo>
                <a:cubicBezTo>
                  <a:pt x="29733" y="13707"/>
                  <a:pt x="29261" y="12653"/>
                  <a:pt x="28317" y="12257"/>
                </a:cubicBezTo>
                <a:cubicBezTo>
                  <a:pt x="27373" y="11862"/>
                  <a:pt x="24744" y="11533"/>
                  <a:pt x="20429" y="11269"/>
                </a:cubicBezTo>
                <a:lnTo>
                  <a:pt x="16181" y="11269"/>
                </a:lnTo>
                <a:cubicBezTo>
                  <a:pt x="15372" y="10478"/>
                  <a:pt x="14968" y="9951"/>
                  <a:pt x="14968" y="9687"/>
                </a:cubicBezTo>
                <a:cubicBezTo>
                  <a:pt x="14968" y="9424"/>
                  <a:pt x="15102" y="8172"/>
                  <a:pt x="15372" y="5931"/>
                </a:cubicBezTo>
                <a:cubicBezTo>
                  <a:pt x="16046" y="3427"/>
                  <a:pt x="16923" y="2175"/>
                  <a:pt x="18002" y="21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00"/>
              </a:srgbClr>
            </a:solidFill>
            <a:miter/>
          </a:ln>
        </p:spPr>
      </p:sp>
      <p:sp>
        <p:nvSpPr>
          <p:cNvPr id="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923A07-0AD4-4A11-BB10-F521EF33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137" y="3309628"/>
            <a:ext cx="79018" cy="89690"/>
          </a:xfrm>
          <a:custGeom xmlns:a="http://schemas.openxmlformats.org/drawingml/2006/main">
            <a:pathLst>
              <a:path w="79018" h="89690">
                <a:moveTo>
                  <a:pt x="0" y="54302"/>
                </a:moveTo>
                <a:cubicBezTo>
                  <a:pt x="0" y="46789"/>
                  <a:pt x="1281" y="39936"/>
                  <a:pt x="3843" y="33741"/>
                </a:cubicBezTo>
                <a:cubicBezTo>
                  <a:pt x="6405" y="27546"/>
                  <a:pt x="9709" y="22406"/>
                  <a:pt x="13754" y="18320"/>
                </a:cubicBezTo>
                <a:cubicBezTo>
                  <a:pt x="17799" y="14234"/>
                  <a:pt x="22317" y="10808"/>
                  <a:pt x="27306" y="8040"/>
                </a:cubicBezTo>
                <a:cubicBezTo>
                  <a:pt x="32295" y="5272"/>
                  <a:pt x="37015" y="3229"/>
                  <a:pt x="41464" y="1911"/>
                </a:cubicBezTo>
                <a:cubicBezTo>
                  <a:pt x="45914" y="593"/>
                  <a:pt x="50162" y="0"/>
                  <a:pt x="54207" y="132"/>
                </a:cubicBezTo>
                <a:lnTo>
                  <a:pt x="54814" y="132"/>
                </a:lnTo>
                <a:cubicBezTo>
                  <a:pt x="60882" y="132"/>
                  <a:pt x="66141" y="1582"/>
                  <a:pt x="70591" y="4481"/>
                </a:cubicBezTo>
                <a:cubicBezTo>
                  <a:pt x="75040" y="7381"/>
                  <a:pt x="77265" y="11664"/>
                  <a:pt x="77265" y="17332"/>
                </a:cubicBezTo>
                <a:cubicBezTo>
                  <a:pt x="77265" y="29194"/>
                  <a:pt x="69782" y="36970"/>
                  <a:pt x="54814" y="40661"/>
                </a:cubicBezTo>
                <a:cubicBezTo>
                  <a:pt x="48207" y="42374"/>
                  <a:pt x="39172" y="43297"/>
                  <a:pt x="27710" y="43428"/>
                </a:cubicBezTo>
                <a:cubicBezTo>
                  <a:pt x="22721" y="43428"/>
                  <a:pt x="20159" y="43560"/>
                  <a:pt x="20024" y="43824"/>
                </a:cubicBezTo>
                <a:cubicBezTo>
                  <a:pt x="20024" y="44087"/>
                  <a:pt x="19620" y="46394"/>
                  <a:pt x="18811" y="50743"/>
                </a:cubicBezTo>
                <a:cubicBezTo>
                  <a:pt x="18002" y="55093"/>
                  <a:pt x="17530" y="58915"/>
                  <a:pt x="17395" y="62210"/>
                </a:cubicBezTo>
                <a:cubicBezTo>
                  <a:pt x="17395" y="68405"/>
                  <a:pt x="18811" y="73281"/>
                  <a:pt x="21642" y="76840"/>
                </a:cubicBezTo>
                <a:cubicBezTo>
                  <a:pt x="24474" y="80399"/>
                  <a:pt x="28722" y="82244"/>
                  <a:pt x="34385" y="82376"/>
                </a:cubicBezTo>
                <a:cubicBezTo>
                  <a:pt x="40049" y="82507"/>
                  <a:pt x="46319" y="81255"/>
                  <a:pt x="53196" y="78619"/>
                </a:cubicBezTo>
                <a:cubicBezTo>
                  <a:pt x="60073" y="75983"/>
                  <a:pt x="66276" y="71634"/>
                  <a:pt x="71804" y="65571"/>
                </a:cubicBezTo>
                <a:cubicBezTo>
                  <a:pt x="73018" y="64253"/>
                  <a:pt x="73827" y="63594"/>
                  <a:pt x="74231" y="63594"/>
                </a:cubicBezTo>
                <a:cubicBezTo>
                  <a:pt x="74771" y="63594"/>
                  <a:pt x="75647" y="64187"/>
                  <a:pt x="76861" y="65373"/>
                </a:cubicBezTo>
                <a:cubicBezTo>
                  <a:pt x="78074" y="66559"/>
                  <a:pt x="78749" y="67482"/>
                  <a:pt x="78884" y="68141"/>
                </a:cubicBezTo>
                <a:cubicBezTo>
                  <a:pt x="79018" y="68800"/>
                  <a:pt x="78412" y="69854"/>
                  <a:pt x="77063" y="71304"/>
                </a:cubicBezTo>
                <a:cubicBezTo>
                  <a:pt x="75715" y="72754"/>
                  <a:pt x="73692" y="74533"/>
                  <a:pt x="70995" y="76642"/>
                </a:cubicBezTo>
                <a:cubicBezTo>
                  <a:pt x="68298" y="78751"/>
                  <a:pt x="65197" y="80794"/>
                  <a:pt x="61691" y="82771"/>
                </a:cubicBezTo>
                <a:cubicBezTo>
                  <a:pt x="58185" y="84748"/>
                  <a:pt x="53937" y="86395"/>
                  <a:pt x="48948" y="87713"/>
                </a:cubicBezTo>
                <a:cubicBezTo>
                  <a:pt x="43959" y="89031"/>
                  <a:pt x="38835" y="89690"/>
                  <a:pt x="33576" y="89690"/>
                </a:cubicBezTo>
                <a:cubicBezTo>
                  <a:pt x="22923" y="89690"/>
                  <a:pt x="14698" y="86198"/>
                  <a:pt x="8900" y="79212"/>
                </a:cubicBezTo>
                <a:cubicBezTo>
                  <a:pt x="3101" y="72227"/>
                  <a:pt x="135" y="63923"/>
                  <a:pt x="0" y="54302"/>
                </a:cubicBezTo>
                <a:close/>
                <a:moveTo>
                  <a:pt x="67557" y="17727"/>
                </a:moveTo>
                <a:cubicBezTo>
                  <a:pt x="66748" y="10874"/>
                  <a:pt x="62163" y="7447"/>
                  <a:pt x="53803" y="7447"/>
                </a:cubicBezTo>
                <a:cubicBezTo>
                  <a:pt x="49353" y="7447"/>
                  <a:pt x="45240" y="8369"/>
                  <a:pt x="41464" y="10215"/>
                </a:cubicBezTo>
                <a:cubicBezTo>
                  <a:pt x="37689" y="12060"/>
                  <a:pt x="34655" y="14300"/>
                  <a:pt x="32362" y="16936"/>
                </a:cubicBezTo>
                <a:cubicBezTo>
                  <a:pt x="30070" y="19572"/>
                  <a:pt x="28115" y="22274"/>
                  <a:pt x="26497" y="25042"/>
                </a:cubicBezTo>
                <a:cubicBezTo>
                  <a:pt x="24879" y="27810"/>
                  <a:pt x="23800" y="30182"/>
                  <a:pt x="23261" y="32159"/>
                </a:cubicBezTo>
                <a:cubicBezTo>
                  <a:pt x="22721" y="34136"/>
                  <a:pt x="22384" y="35389"/>
                  <a:pt x="22249" y="35916"/>
                </a:cubicBezTo>
                <a:cubicBezTo>
                  <a:pt x="22249" y="36048"/>
                  <a:pt x="23598" y="36113"/>
                  <a:pt x="26295" y="36113"/>
                </a:cubicBezTo>
                <a:cubicBezTo>
                  <a:pt x="41532" y="36113"/>
                  <a:pt x="52184" y="34532"/>
                  <a:pt x="58252" y="31369"/>
                </a:cubicBezTo>
                <a:cubicBezTo>
                  <a:pt x="64320" y="28205"/>
                  <a:pt x="67422" y="23658"/>
                  <a:pt x="67557" y="177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548061-A553-490D-9896-6989E8D8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137" y="3309628"/>
            <a:ext cx="79018" cy="89690"/>
          </a:xfrm>
          <a:custGeom xmlns:a="http://schemas.openxmlformats.org/drawingml/2006/main">
            <a:pathLst>
              <a:path w="79018" h="89690" fill="none">
                <a:moveTo>
                  <a:pt x="0" y="54302"/>
                </a:moveTo>
                <a:cubicBezTo>
                  <a:pt x="0" y="46789"/>
                  <a:pt x="1281" y="39936"/>
                  <a:pt x="3843" y="33741"/>
                </a:cubicBezTo>
                <a:cubicBezTo>
                  <a:pt x="6405" y="27546"/>
                  <a:pt x="9709" y="22406"/>
                  <a:pt x="13754" y="18320"/>
                </a:cubicBezTo>
                <a:cubicBezTo>
                  <a:pt x="17799" y="14234"/>
                  <a:pt x="22317" y="10808"/>
                  <a:pt x="27306" y="8040"/>
                </a:cubicBezTo>
                <a:cubicBezTo>
                  <a:pt x="32295" y="5272"/>
                  <a:pt x="37015" y="3229"/>
                  <a:pt x="41464" y="1911"/>
                </a:cubicBezTo>
                <a:cubicBezTo>
                  <a:pt x="45914" y="593"/>
                  <a:pt x="50162" y="0"/>
                  <a:pt x="54207" y="132"/>
                </a:cubicBezTo>
                <a:lnTo>
                  <a:pt x="54814" y="132"/>
                </a:lnTo>
                <a:cubicBezTo>
                  <a:pt x="60882" y="132"/>
                  <a:pt x="66141" y="1582"/>
                  <a:pt x="70591" y="4481"/>
                </a:cubicBezTo>
                <a:cubicBezTo>
                  <a:pt x="75040" y="7381"/>
                  <a:pt x="77265" y="11664"/>
                  <a:pt x="77265" y="17332"/>
                </a:cubicBezTo>
                <a:cubicBezTo>
                  <a:pt x="77265" y="29194"/>
                  <a:pt x="69782" y="36970"/>
                  <a:pt x="54814" y="40661"/>
                </a:cubicBezTo>
                <a:cubicBezTo>
                  <a:pt x="48207" y="42374"/>
                  <a:pt x="39172" y="43297"/>
                  <a:pt x="27710" y="43428"/>
                </a:cubicBezTo>
                <a:cubicBezTo>
                  <a:pt x="22721" y="43428"/>
                  <a:pt x="20159" y="43560"/>
                  <a:pt x="20024" y="43824"/>
                </a:cubicBezTo>
                <a:cubicBezTo>
                  <a:pt x="20024" y="44087"/>
                  <a:pt x="19620" y="46394"/>
                  <a:pt x="18811" y="50743"/>
                </a:cubicBezTo>
                <a:cubicBezTo>
                  <a:pt x="18002" y="55093"/>
                  <a:pt x="17530" y="58915"/>
                  <a:pt x="17395" y="62210"/>
                </a:cubicBezTo>
                <a:cubicBezTo>
                  <a:pt x="17395" y="68405"/>
                  <a:pt x="18811" y="73281"/>
                  <a:pt x="21642" y="76840"/>
                </a:cubicBezTo>
                <a:cubicBezTo>
                  <a:pt x="24474" y="80399"/>
                  <a:pt x="28722" y="82244"/>
                  <a:pt x="34385" y="82376"/>
                </a:cubicBezTo>
                <a:cubicBezTo>
                  <a:pt x="40049" y="82507"/>
                  <a:pt x="46319" y="81255"/>
                  <a:pt x="53196" y="78619"/>
                </a:cubicBezTo>
                <a:cubicBezTo>
                  <a:pt x="60073" y="75983"/>
                  <a:pt x="66276" y="71634"/>
                  <a:pt x="71804" y="65571"/>
                </a:cubicBezTo>
                <a:cubicBezTo>
                  <a:pt x="73018" y="64253"/>
                  <a:pt x="73827" y="63594"/>
                  <a:pt x="74231" y="63594"/>
                </a:cubicBezTo>
                <a:cubicBezTo>
                  <a:pt x="74771" y="63594"/>
                  <a:pt x="75647" y="64187"/>
                  <a:pt x="76861" y="65373"/>
                </a:cubicBezTo>
                <a:cubicBezTo>
                  <a:pt x="78074" y="66559"/>
                  <a:pt x="78749" y="67482"/>
                  <a:pt x="78884" y="68141"/>
                </a:cubicBezTo>
                <a:cubicBezTo>
                  <a:pt x="79018" y="68800"/>
                  <a:pt x="78412" y="69854"/>
                  <a:pt x="77063" y="71304"/>
                </a:cubicBezTo>
                <a:cubicBezTo>
                  <a:pt x="75715" y="72754"/>
                  <a:pt x="73692" y="74533"/>
                  <a:pt x="70995" y="76642"/>
                </a:cubicBezTo>
                <a:cubicBezTo>
                  <a:pt x="68298" y="78751"/>
                  <a:pt x="65197" y="80794"/>
                  <a:pt x="61691" y="82771"/>
                </a:cubicBezTo>
                <a:cubicBezTo>
                  <a:pt x="58185" y="84748"/>
                  <a:pt x="53937" y="86395"/>
                  <a:pt x="48948" y="87713"/>
                </a:cubicBezTo>
                <a:cubicBezTo>
                  <a:pt x="43959" y="89031"/>
                  <a:pt x="38835" y="89690"/>
                  <a:pt x="33576" y="89690"/>
                </a:cubicBezTo>
                <a:cubicBezTo>
                  <a:pt x="22923" y="89690"/>
                  <a:pt x="14698" y="86198"/>
                  <a:pt x="8900" y="79212"/>
                </a:cubicBezTo>
                <a:cubicBezTo>
                  <a:pt x="3101" y="72227"/>
                  <a:pt x="135" y="63923"/>
                  <a:pt x="0" y="54302"/>
                </a:cubicBezTo>
                <a:close/>
                <a:moveTo>
                  <a:pt x="67557" y="17727"/>
                </a:moveTo>
                <a:cubicBezTo>
                  <a:pt x="66748" y="10874"/>
                  <a:pt x="62163" y="7447"/>
                  <a:pt x="53803" y="7447"/>
                </a:cubicBezTo>
                <a:cubicBezTo>
                  <a:pt x="49353" y="7447"/>
                  <a:pt x="45240" y="8369"/>
                  <a:pt x="41464" y="10215"/>
                </a:cubicBezTo>
                <a:cubicBezTo>
                  <a:pt x="37689" y="12060"/>
                  <a:pt x="34655" y="14300"/>
                  <a:pt x="32362" y="16936"/>
                </a:cubicBezTo>
                <a:cubicBezTo>
                  <a:pt x="30070" y="19572"/>
                  <a:pt x="28115" y="22274"/>
                  <a:pt x="26497" y="25042"/>
                </a:cubicBezTo>
                <a:cubicBezTo>
                  <a:pt x="24879" y="27810"/>
                  <a:pt x="23800" y="30182"/>
                  <a:pt x="23261" y="32159"/>
                </a:cubicBezTo>
                <a:cubicBezTo>
                  <a:pt x="22721" y="34136"/>
                  <a:pt x="22384" y="35389"/>
                  <a:pt x="22249" y="35916"/>
                </a:cubicBezTo>
                <a:cubicBezTo>
                  <a:pt x="22249" y="36048"/>
                  <a:pt x="23598" y="36113"/>
                  <a:pt x="26295" y="36113"/>
                </a:cubicBezTo>
                <a:cubicBezTo>
                  <a:pt x="41532" y="36113"/>
                  <a:pt x="52184" y="34532"/>
                  <a:pt x="58252" y="31369"/>
                </a:cubicBezTo>
                <a:cubicBezTo>
                  <a:pt x="64320" y="28205"/>
                  <a:pt x="67422" y="23658"/>
                  <a:pt x="67557" y="1772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00"/>
              </a:srgbClr>
            </a:solidFill>
            <a:miter/>
          </a:ln>
        </p:spPr>
      </p:sp>
      <p:sp>
        <p:nvSpPr>
          <p:cNvPr id="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1B913B-25CC-4539-B192-46B1CB41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751" y="3309496"/>
            <a:ext cx="82727" cy="89822"/>
          </a:xfrm>
          <a:custGeom xmlns:a="http://schemas.openxmlformats.org/drawingml/2006/main">
            <a:pathLst>
              <a:path w="82727" h="89822">
                <a:moveTo>
                  <a:pt x="0" y="30907"/>
                </a:moveTo>
                <a:cubicBezTo>
                  <a:pt x="135" y="30512"/>
                  <a:pt x="270" y="29985"/>
                  <a:pt x="405" y="29326"/>
                </a:cubicBezTo>
                <a:cubicBezTo>
                  <a:pt x="539" y="28667"/>
                  <a:pt x="876" y="27217"/>
                  <a:pt x="1416" y="24976"/>
                </a:cubicBezTo>
                <a:cubicBezTo>
                  <a:pt x="1955" y="22736"/>
                  <a:pt x="2629" y="20693"/>
                  <a:pt x="3439" y="18848"/>
                </a:cubicBezTo>
                <a:cubicBezTo>
                  <a:pt x="4248" y="17002"/>
                  <a:pt x="5259" y="14828"/>
                  <a:pt x="6472" y="12323"/>
                </a:cubicBezTo>
                <a:cubicBezTo>
                  <a:pt x="7686" y="9819"/>
                  <a:pt x="9035" y="7842"/>
                  <a:pt x="10518" y="6392"/>
                </a:cubicBezTo>
                <a:cubicBezTo>
                  <a:pt x="12001" y="4943"/>
                  <a:pt x="13754" y="3493"/>
                  <a:pt x="15777" y="2043"/>
                </a:cubicBezTo>
                <a:cubicBezTo>
                  <a:pt x="17799" y="593"/>
                  <a:pt x="20024" y="0"/>
                  <a:pt x="22451" y="264"/>
                </a:cubicBezTo>
                <a:cubicBezTo>
                  <a:pt x="26362" y="264"/>
                  <a:pt x="29800" y="1054"/>
                  <a:pt x="32767" y="2636"/>
                </a:cubicBezTo>
                <a:cubicBezTo>
                  <a:pt x="35734" y="4218"/>
                  <a:pt x="37824" y="5667"/>
                  <a:pt x="39037" y="6985"/>
                </a:cubicBezTo>
                <a:cubicBezTo>
                  <a:pt x="40251" y="8303"/>
                  <a:pt x="40992" y="9621"/>
                  <a:pt x="41262" y="10939"/>
                </a:cubicBezTo>
                <a:cubicBezTo>
                  <a:pt x="41532" y="11730"/>
                  <a:pt x="41734" y="12126"/>
                  <a:pt x="41869" y="12126"/>
                </a:cubicBezTo>
                <a:cubicBezTo>
                  <a:pt x="42004" y="12126"/>
                  <a:pt x="42543" y="11664"/>
                  <a:pt x="43487" y="10742"/>
                </a:cubicBezTo>
                <a:cubicBezTo>
                  <a:pt x="49960" y="3888"/>
                  <a:pt x="57443" y="461"/>
                  <a:pt x="65939" y="461"/>
                </a:cubicBezTo>
                <a:lnTo>
                  <a:pt x="66545" y="461"/>
                </a:lnTo>
                <a:cubicBezTo>
                  <a:pt x="73018" y="461"/>
                  <a:pt x="77872" y="3163"/>
                  <a:pt x="81108" y="8567"/>
                </a:cubicBezTo>
                <a:cubicBezTo>
                  <a:pt x="82187" y="11071"/>
                  <a:pt x="82727" y="13510"/>
                  <a:pt x="82727" y="15882"/>
                </a:cubicBezTo>
                <a:cubicBezTo>
                  <a:pt x="82727" y="19836"/>
                  <a:pt x="81850" y="22999"/>
                  <a:pt x="80097" y="25372"/>
                </a:cubicBezTo>
                <a:cubicBezTo>
                  <a:pt x="78344" y="27744"/>
                  <a:pt x="76591" y="29260"/>
                  <a:pt x="74838" y="29919"/>
                </a:cubicBezTo>
                <a:cubicBezTo>
                  <a:pt x="73085" y="30578"/>
                  <a:pt x="71400" y="30841"/>
                  <a:pt x="69782" y="30710"/>
                </a:cubicBezTo>
                <a:cubicBezTo>
                  <a:pt x="67085" y="30710"/>
                  <a:pt x="64927" y="29985"/>
                  <a:pt x="63309" y="28535"/>
                </a:cubicBezTo>
                <a:cubicBezTo>
                  <a:pt x="61691" y="27085"/>
                  <a:pt x="60882" y="25174"/>
                  <a:pt x="60882" y="22802"/>
                </a:cubicBezTo>
                <a:cubicBezTo>
                  <a:pt x="60882" y="16475"/>
                  <a:pt x="64658" y="12257"/>
                  <a:pt x="72209" y="10149"/>
                </a:cubicBezTo>
                <a:cubicBezTo>
                  <a:pt x="69242" y="8435"/>
                  <a:pt x="66815" y="7579"/>
                  <a:pt x="64927" y="7579"/>
                </a:cubicBezTo>
                <a:cubicBezTo>
                  <a:pt x="57376" y="7579"/>
                  <a:pt x="50432" y="12455"/>
                  <a:pt x="44094" y="22208"/>
                </a:cubicBezTo>
                <a:cubicBezTo>
                  <a:pt x="42745" y="24317"/>
                  <a:pt x="41734" y="26492"/>
                  <a:pt x="41060" y="28733"/>
                </a:cubicBezTo>
                <a:cubicBezTo>
                  <a:pt x="40386" y="30973"/>
                  <a:pt x="38093" y="39738"/>
                  <a:pt x="34183" y="55027"/>
                </a:cubicBezTo>
                <a:cubicBezTo>
                  <a:pt x="29598" y="73479"/>
                  <a:pt x="26969" y="83298"/>
                  <a:pt x="26295" y="84484"/>
                </a:cubicBezTo>
                <a:cubicBezTo>
                  <a:pt x="24542" y="88043"/>
                  <a:pt x="21642" y="89822"/>
                  <a:pt x="17597" y="89822"/>
                </a:cubicBezTo>
                <a:cubicBezTo>
                  <a:pt x="15844" y="89822"/>
                  <a:pt x="14428" y="89427"/>
                  <a:pt x="13350" y="88636"/>
                </a:cubicBezTo>
                <a:cubicBezTo>
                  <a:pt x="12271" y="87845"/>
                  <a:pt x="11529" y="87054"/>
                  <a:pt x="11125" y="86264"/>
                </a:cubicBezTo>
                <a:cubicBezTo>
                  <a:pt x="10720" y="85473"/>
                  <a:pt x="10585" y="84814"/>
                  <a:pt x="10720" y="84287"/>
                </a:cubicBezTo>
                <a:cubicBezTo>
                  <a:pt x="10720" y="82573"/>
                  <a:pt x="13417" y="71238"/>
                  <a:pt x="18811" y="50282"/>
                </a:cubicBezTo>
                <a:cubicBezTo>
                  <a:pt x="24204" y="29326"/>
                  <a:pt x="26901" y="17661"/>
                  <a:pt x="26901" y="15289"/>
                </a:cubicBezTo>
                <a:cubicBezTo>
                  <a:pt x="26901" y="10149"/>
                  <a:pt x="25148" y="7579"/>
                  <a:pt x="21642" y="7579"/>
                </a:cubicBezTo>
                <a:cubicBezTo>
                  <a:pt x="18811" y="7579"/>
                  <a:pt x="16383" y="9424"/>
                  <a:pt x="14361" y="13114"/>
                </a:cubicBezTo>
                <a:cubicBezTo>
                  <a:pt x="12338" y="16805"/>
                  <a:pt x="10720" y="20825"/>
                  <a:pt x="9506" y="25174"/>
                </a:cubicBezTo>
                <a:cubicBezTo>
                  <a:pt x="8293" y="29523"/>
                  <a:pt x="7551" y="31896"/>
                  <a:pt x="7282" y="32291"/>
                </a:cubicBezTo>
                <a:cubicBezTo>
                  <a:pt x="7012" y="32555"/>
                  <a:pt x="5933" y="32687"/>
                  <a:pt x="4045" y="32687"/>
                </a:cubicBezTo>
                <a:lnTo>
                  <a:pt x="1214" y="32687"/>
                </a:lnTo>
                <a:cubicBezTo>
                  <a:pt x="405" y="31896"/>
                  <a:pt x="0" y="31303"/>
                  <a:pt x="0" y="309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51AA3D-5F93-4C62-9587-14C624B5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751" y="3309496"/>
            <a:ext cx="82727" cy="89822"/>
          </a:xfrm>
          <a:custGeom xmlns:a="http://schemas.openxmlformats.org/drawingml/2006/main">
            <a:pathLst>
              <a:path w="82727" h="89822" fill="none">
                <a:moveTo>
                  <a:pt x="0" y="30907"/>
                </a:moveTo>
                <a:cubicBezTo>
                  <a:pt x="135" y="30512"/>
                  <a:pt x="270" y="29985"/>
                  <a:pt x="405" y="29326"/>
                </a:cubicBezTo>
                <a:cubicBezTo>
                  <a:pt x="539" y="28667"/>
                  <a:pt x="876" y="27217"/>
                  <a:pt x="1416" y="24976"/>
                </a:cubicBezTo>
                <a:cubicBezTo>
                  <a:pt x="1955" y="22736"/>
                  <a:pt x="2629" y="20693"/>
                  <a:pt x="3439" y="18848"/>
                </a:cubicBezTo>
                <a:cubicBezTo>
                  <a:pt x="4248" y="17002"/>
                  <a:pt x="5259" y="14828"/>
                  <a:pt x="6472" y="12323"/>
                </a:cubicBezTo>
                <a:cubicBezTo>
                  <a:pt x="7686" y="9819"/>
                  <a:pt x="9035" y="7842"/>
                  <a:pt x="10518" y="6392"/>
                </a:cubicBezTo>
                <a:cubicBezTo>
                  <a:pt x="12001" y="4943"/>
                  <a:pt x="13754" y="3493"/>
                  <a:pt x="15777" y="2043"/>
                </a:cubicBezTo>
                <a:cubicBezTo>
                  <a:pt x="17799" y="593"/>
                  <a:pt x="20024" y="0"/>
                  <a:pt x="22451" y="264"/>
                </a:cubicBezTo>
                <a:cubicBezTo>
                  <a:pt x="26362" y="264"/>
                  <a:pt x="29800" y="1054"/>
                  <a:pt x="32767" y="2636"/>
                </a:cubicBezTo>
                <a:cubicBezTo>
                  <a:pt x="35734" y="4218"/>
                  <a:pt x="37824" y="5667"/>
                  <a:pt x="39037" y="6985"/>
                </a:cubicBezTo>
                <a:cubicBezTo>
                  <a:pt x="40251" y="8303"/>
                  <a:pt x="40992" y="9621"/>
                  <a:pt x="41262" y="10939"/>
                </a:cubicBezTo>
                <a:cubicBezTo>
                  <a:pt x="41532" y="11730"/>
                  <a:pt x="41734" y="12126"/>
                  <a:pt x="41869" y="12126"/>
                </a:cubicBezTo>
                <a:cubicBezTo>
                  <a:pt x="42004" y="12126"/>
                  <a:pt x="42543" y="11664"/>
                  <a:pt x="43487" y="10742"/>
                </a:cubicBezTo>
                <a:cubicBezTo>
                  <a:pt x="49960" y="3888"/>
                  <a:pt x="57443" y="461"/>
                  <a:pt x="65939" y="461"/>
                </a:cubicBezTo>
                <a:lnTo>
                  <a:pt x="66545" y="461"/>
                </a:lnTo>
                <a:cubicBezTo>
                  <a:pt x="73018" y="461"/>
                  <a:pt x="77872" y="3163"/>
                  <a:pt x="81108" y="8567"/>
                </a:cubicBezTo>
                <a:cubicBezTo>
                  <a:pt x="82187" y="11071"/>
                  <a:pt x="82727" y="13510"/>
                  <a:pt x="82727" y="15882"/>
                </a:cubicBezTo>
                <a:cubicBezTo>
                  <a:pt x="82727" y="19836"/>
                  <a:pt x="81850" y="22999"/>
                  <a:pt x="80097" y="25372"/>
                </a:cubicBezTo>
                <a:cubicBezTo>
                  <a:pt x="78344" y="27744"/>
                  <a:pt x="76591" y="29260"/>
                  <a:pt x="74838" y="29919"/>
                </a:cubicBezTo>
                <a:cubicBezTo>
                  <a:pt x="73085" y="30578"/>
                  <a:pt x="71400" y="30841"/>
                  <a:pt x="69782" y="30710"/>
                </a:cubicBezTo>
                <a:cubicBezTo>
                  <a:pt x="67085" y="30710"/>
                  <a:pt x="64927" y="29985"/>
                  <a:pt x="63309" y="28535"/>
                </a:cubicBezTo>
                <a:cubicBezTo>
                  <a:pt x="61691" y="27085"/>
                  <a:pt x="60882" y="25174"/>
                  <a:pt x="60882" y="22802"/>
                </a:cubicBezTo>
                <a:cubicBezTo>
                  <a:pt x="60882" y="16475"/>
                  <a:pt x="64658" y="12257"/>
                  <a:pt x="72209" y="10149"/>
                </a:cubicBezTo>
                <a:cubicBezTo>
                  <a:pt x="69242" y="8435"/>
                  <a:pt x="66815" y="7579"/>
                  <a:pt x="64927" y="7579"/>
                </a:cubicBezTo>
                <a:cubicBezTo>
                  <a:pt x="57376" y="7579"/>
                  <a:pt x="50432" y="12455"/>
                  <a:pt x="44094" y="22208"/>
                </a:cubicBezTo>
                <a:cubicBezTo>
                  <a:pt x="42745" y="24317"/>
                  <a:pt x="41734" y="26492"/>
                  <a:pt x="41060" y="28733"/>
                </a:cubicBezTo>
                <a:cubicBezTo>
                  <a:pt x="40386" y="30973"/>
                  <a:pt x="38093" y="39738"/>
                  <a:pt x="34183" y="55027"/>
                </a:cubicBezTo>
                <a:cubicBezTo>
                  <a:pt x="29598" y="73479"/>
                  <a:pt x="26969" y="83298"/>
                  <a:pt x="26295" y="84484"/>
                </a:cubicBezTo>
                <a:cubicBezTo>
                  <a:pt x="24542" y="88043"/>
                  <a:pt x="21642" y="89822"/>
                  <a:pt x="17597" y="89822"/>
                </a:cubicBezTo>
                <a:cubicBezTo>
                  <a:pt x="15844" y="89822"/>
                  <a:pt x="14428" y="89427"/>
                  <a:pt x="13350" y="88636"/>
                </a:cubicBezTo>
                <a:cubicBezTo>
                  <a:pt x="12271" y="87845"/>
                  <a:pt x="11529" y="87054"/>
                  <a:pt x="11125" y="86264"/>
                </a:cubicBezTo>
                <a:cubicBezTo>
                  <a:pt x="10720" y="85473"/>
                  <a:pt x="10585" y="84814"/>
                  <a:pt x="10720" y="84287"/>
                </a:cubicBezTo>
                <a:cubicBezTo>
                  <a:pt x="10720" y="82573"/>
                  <a:pt x="13417" y="71238"/>
                  <a:pt x="18811" y="50282"/>
                </a:cubicBezTo>
                <a:cubicBezTo>
                  <a:pt x="24204" y="29326"/>
                  <a:pt x="26901" y="17661"/>
                  <a:pt x="26901" y="15289"/>
                </a:cubicBezTo>
                <a:cubicBezTo>
                  <a:pt x="26901" y="10149"/>
                  <a:pt x="25148" y="7579"/>
                  <a:pt x="21642" y="7579"/>
                </a:cubicBezTo>
                <a:cubicBezTo>
                  <a:pt x="18811" y="7579"/>
                  <a:pt x="16383" y="9424"/>
                  <a:pt x="14361" y="13114"/>
                </a:cubicBezTo>
                <a:cubicBezTo>
                  <a:pt x="12338" y="16805"/>
                  <a:pt x="10720" y="20825"/>
                  <a:pt x="9506" y="25174"/>
                </a:cubicBezTo>
                <a:cubicBezTo>
                  <a:pt x="8293" y="29523"/>
                  <a:pt x="7551" y="31896"/>
                  <a:pt x="7282" y="32291"/>
                </a:cubicBezTo>
                <a:cubicBezTo>
                  <a:pt x="7012" y="32555"/>
                  <a:pt x="5933" y="32687"/>
                  <a:pt x="4045" y="32687"/>
                </a:cubicBezTo>
                <a:lnTo>
                  <a:pt x="1214" y="32687"/>
                </a:lnTo>
                <a:cubicBezTo>
                  <a:pt x="405" y="31896"/>
                  <a:pt x="0" y="31303"/>
                  <a:pt x="0" y="3090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00"/>
              </a:srgbClr>
            </a:solidFill>
            <a:miter/>
          </a:ln>
        </p:spPr>
      </p:sp>
      <p:sp>
        <p:nvSpPr>
          <p:cNvPr id="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58EEEC-4B16-4AC5-919E-73D71A14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739" y="3248868"/>
            <a:ext cx="48341" cy="197701"/>
          </a:xfrm>
          <a:custGeom xmlns:a="http://schemas.openxmlformats.org/drawingml/2006/main">
            <a:pathLst>
              <a:path w="48341" h="197701">
                <a:moveTo>
                  <a:pt x="0" y="98851"/>
                </a:moveTo>
                <a:cubicBezTo>
                  <a:pt x="0" y="89756"/>
                  <a:pt x="674" y="81123"/>
                  <a:pt x="2023" y="72952"/>
                </a:cubicBezTo>
                <a:cubicBezTo>
                  <a:pt x="3371" y="64780"/>
                  <a:pt x="4922" y="57729"/>
                  <a:pt x="6675" y="51798"/>
                </a:cubicBezTo>
                <a:cubicBezTo>
                  <a:pt x="8428" y="45867"/>
                  <a:pt x="10922" y="40067"/>
                  <a:pt x="14159" y="34400"/>
                </a:cubicBezTo>
                <a:cubicBezTo>
                  <a:pt x="17395" y="28733"/>
                  <a:pt x="19957" y="24317"/>
                  <a:pt x="21845" y="21154"/>
                </a:cubicBezTo>
                <a:cubicBezTo>
                  <a:pt x="23732" y="17991"/>
                  <a:pt x="26564" y="14564"/>
                  <a:pt x="30340" y="10874"/>
                </a:cubicBezTo>
                <a:cubicBezTo>
                  <a:pt x="34115" y="7183"/>
                  <a:pt x="36340" y="4943"/>
                  <a:pt x="37015" y="4152"/>
                </a:cubicBezTo>
                <a:cubicBezTo>
                  <a:pt x="37689" y="3361"/>
                  <a:pt x="39374" y="1977"/>
                  <a:pt x="42071" y="0"/>
                </a:cubicBezTo>
                <a:lnTo>
                  <a:pt x="44701" y="0"/>
                </a:lnTo>
                <a:lnTo>
                  <a:pt x="45510" y="0"/>
                </a:lnTo>
                <a:cubicBezTo>
                  <a:pt x="47398" y="0"/>
                  <a:pt x="48341" y="593"/>
                  <a:pt x="48341" y="1779"/>
                </a:cubicBezTo>
                <a:cubicBezTo>
                  <a:pt x="48341" y="2175"/>
                  <a:pt x="47195" y="3559"/>
                  <a:pt x="44903" y="5931"/>
                </a:cubicBezTo>
                <a:cubicBezTo>
                  <a:pt x="42611" y="8303"/>
                  <a:pt x="39846" y="11796"/>
                  <a:pt x="36610" y="16409"/>
                </a:cubicBezTo>
                <a:cubicBezTo>
                  <a:pt x="33374" y="21022"/>
                  <a:pt x="30070" y="26690"/>
                  <a:pt x="26699" y="33412"/>
                </a:cubicBezTo>
                <a:cubicBezTo>
                  <a:pt x="23328" y="40133"/>
                  <a:pt x="20496" y="49228"/>
                  <a:pt x="18204" y="60694"/>
                </a:cubicBezTo>
                <a:cubicBezTo>
                  <a:pt x="15912" y="72161"/>
                  <a:pt x="14765" y="84880"/>
                  <a:pt x="14765" y="98851"/>
                </a:cubicBezTo>
                <a:cubicBezTo>
                  <a:pt x="14765" y="112822"/>
                  <a:pt x="15912" y="125474"/>
                  <a:pt x="18204" y="136809"/>
                </a:cubicBezTo>
                <a:cubicBezTo>
                  <a:pt x="20496" y="148144"/>
                  <a:pt x="23261" y="157304"/>
                  <a:pt x="26497" y="164290"/>
                </a:cubicBezTo>
                <a:cubicBezTo>
                  <a:pt x="29733" y="171275"/>
                  <a:pt x="33037" y="176943"/>
                  <a:pt x="36408" y="181292"/>
                </a:cubicBezTo>
                <a:cubicBezTo>
                  <a:pt x="39779" y="185642"/>
                  <a:pt x="42611" y="189134"/>
                  <a:pt x="44903" y="191770"/>
                </a:cubicBezTo>
                <a:cubicBezTo>
                  <a:pt x="47195" y="194406"/>
                  <a:pt x="48341" y="195790"/>
                  <a:pt x="48341" y="195922"/>
                </a:cubicBezTo>
                <a:cubicBezTo>
                  <a:pt x="48341" y="197108"/>
                  <a:pt x="47330" y="197701"/>
                  <a:pt x="45307" y="197701"/>
                </a:cubicBezTo>
                <a:lnTo>
                  <a:pt x="44701" y="197701"/>
                </a:lnTo>
                <a:lnTo>
                  <a:pt x="42071" y="197701"/>
                </a:lnTo>
                <a:lnTo>
                  <a:pt x="36408" y="192956"/>
                </a:lnTo>
                <a:cubicBezTo>
                  <a:pt x="23732" y="181753"/>
                  <a:pt x="14496" y="167783"/>
                  <a:pt x="8697" y="151044"/>
                </a:cubicBezTo>
                <a:cubicBezTo>
                  <a:pt x="2899" y="134305"/>
                  <a:pt x="0" y="116907"/>
                  <a:pt x="0" y="988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945B9A-EB30-495D-BD80-2DF07AA8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739" y="3248868"/>
            <a:ext cx="48341" cy="197701"/>
          </a:xfrm>
          <a:custGeom xmlns:a="http://schemas.openxmlformats.org/drawingml/2006/main">
            <a:pathLst>
              <a:path w="48341" h="197701" fill="none">
                <a:moveTo>
                  <a:pt x="0" y="98851"/>
                </a:moveTo>
                <a:cubicBezTo>
                  <a:pt x="0" y="89756"/>
                  <a:pt x="674" y="81123"/>
                  <a:pt x="2023" y="72952"/>
                </a:cubicBezTo>
                <a:cubicBezTo>
                  <a:pt x="3371" y="64780"/>
                  <a:pt x="4922" y="57729"/>
                  <a:pt x="6675" y="51798"/>
                </a:cubicBezTo>
                <a:cubicBezTo>
                  <a:pt x="8428" y="45867"/>
                  <a:pt x="10922" y="40067"/>
                  <a:pt x="14159" y="34400"/>
                </a:cubicBezTo>
                <a:cubicBezTo>
                  <a:pt x="17395" y="28733"/>
                  <a:pt x="19957" y="24317"/>
                  <a:pt x="21845" y="21154"/>
                </a:cubicBezTo>
                <a:cubicBezTo>
                  <a:pt x="23732" y="17991"/>
                  <a:pt x="26564" y="14564"/>
                  <a:pt x="30340" y="10874"/>
                </a:cubicBezTo>
                <a:cubicBezTo>
                  <a:pt x="34115" y="7183"/>
                  <a:pt x="36340" y="4943"/>
                  <a:pt x="37015" y="4152"/>
                </a:cubicBezTo>
                <a:cubicBezTo>
                  <a:pt x="37689" y="3361"/>
                  <a:pt x="39374" y="1977"/>
                  <a:pt x="42071" y="0"/>
                </a:cubicBezTo>
                <a:lnTo>
                  <a:pt x="44701" y="0"/>
                </a:lnTo>
                <a:lnTo>
                  <a:pt x="45510" y="0"/>
                </a:lnTo>
                <a:cubicBezTo>
                  <a:pt x="47398" y="0"/>
                  <a:pt x="48341" y="593"/>
                  <a:pt x="48341" y="1779"/>
                </a:cubicBezTo>
                <a:cubicBezTo>
                  <a:pt x="48341" y="2175"/>
                  <a:pt x="47195" y="3559"/>
                  <a:pt x="44903" y="5931"/>
                </a:cubicBezTo>
                <a:cubicBezTo>
                  <a:pt x="42611" y="8303"/>
                  <a:pt x="39846" y="11796"/>
                  <a:pt x="36610" y="16409"/>
                </a:cubicBezTo>
                <a:cubicBezTo>
                  <a:pt x="33374" y="21022"/>
                  <a:pt x="30070" y="26690"/>
                  <a:pt x="26699" y="33412"/>
                </a:cubicBezTo>
                <a:cubicBezTo>
                  <a:pt x="23328" y="40133"/>
                  <a:pt x="20496" y="49228"/>
                  <a:pt x="18204" y="60694"/>
                </a:cubicBezTo>
                <a:cubicBezTo>
                  <a:pt x="15912" y="72161"/>
                  <a:pt x="14765" y="84880"/>
                  <a:pt x="14765" y="98851"/>
                </a:cubicBezTo>
                <a:cubicBezTo>
                  <a:pt x="14765" y="112822"/>
                  <a:pt x="15912" y="125474"/>
                  <a:pt x="18204" y="136809"/>
                </a:cubicBezTo>
                <a:cubicBezTo>
                  <a:pt x="20496" y="148144"/>
                  <a:pt x="23261" y="157304"/>
                  <a:pt x="26497" y="164290"/>
                </a:cubicBezTo>
                <a:cubicBezTo>
                  <a:pt x="29733" y="171275"/>
                  <a:pt x="33037" y="176943"/>
                  <a:pt x="36408" y="181292"/>
                </a:cubicBezTo>
                <a:cubicBezTo>
                  <a:pt x="39779" y="185642"/>
                  <a:pt x="42611" y="189134"/>
                  <a:pt x="44903" y="191770"/>
                </a:cubicBezTo>
                <a:cubicBezTo>
                  <a:pt x="47195" y="194406"/>
                  <a:pt x="48341" y="195790"/>
                  <a:pt x="48341" y="195922"/>
                </a:cubicBezTo>
                <a:cubicBezTo>
                  <a:pt x="48341" y="197108"/>
                  <a:pt x="47330" y="197701"/>
                  <a:pt x="45307" y="197701"/>
                </a:cubicBezTo>
                <a:lnTo>
                  <a:pt x="44701" y="197701"/>
                </a:lnTo>
                <a:lnTo>
                  <a:pt x="42071" y="197701"/>
                </a:lnTo>
                <a:lnTo>
                  <a:pt x="36408" y="192956"/>
                </a:lnTo>
                <a:cubicBezTo>
                  <a:pt x="23732" y="181753"/>
                  <a:pt x="14496" y="167783"/>
                  <a:pt x="8697" y="151044"/>
                </a:cubicBezTo>
                <a:cubicBezTo>
                  <a:pt x="2899" y="134305"/>
                  <a:pt x="0" y="116907"/>
                  <a:pt x="0" y="9885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00"/>
              </a:srgbClr>
            </a:solidFill>
            <a:miter/>
          </a:ln>
        </p:spPr>
      </p:sp>
      <p:sp>
        <p:nvSpPr>
          <p:cNvPr id="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8EE7E4-9ED5-45CC-8891-29DE290E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521" y="3248868"/>
            <a:ext cx="45240" cy="197701"/>
          </a:xfrm>
          <a:custGeom xmlns:a="http://schemas.openxmlformats.org/drawingml/2006/main">
            <a:pathLst>
              <a:path w="45240" h="197701">
                <a:moveTo>
                  <a:pt x="45240" y="194143"/>
                </a:moveTo>
                <a:cubicBezTo>
                  <a:pt x="45105" y="195065"/>
                  <a:pt x="44701" y="195856"/>
                  <a:pt x="44026" y="196515"/>
                </a:cubicBezTo>
                <a:cubicBezTo>
                  <a:pt x="43352" y="197174"/>
                  <a:pt x="42408" y="197569"/>
                  <a:pt x="41195" y="197701"/>
                </a:cubicBezTo>
                <a:cubicBezTo>
                  <a:pt x="39846" y="197701"/>
                  <a:pt x="38700" y="197042"/>
                  <a:pt x="37756" y="195724"/>
                </a:cubicBezTo>
                <a:cubicBezTo>
                  <a:pt x="37352" y="194802"/>
                  <a:pt x="31014" y="178590"/>
                  <a:pt x="18743" y="147090"/>
                </a:cubicBezTo>
                <a:cubicBezTo>
                  <a:pt x="6472" y="115589"/>
                  <a:pt x="270" y="99510"/>
                  <a:pt x="135" y="98851"/>
                </a:cubicBezTo>
                <a:cubicBezTo>
                  <a:pt x="0" y="98192"/>
                  <a:pt x="6135" y="82112"/>
                  <a:pt x="18541" y="50612"/>
                </a:cubicBezTo>
                <a:cubicBezTo>
                  <a:pt x="30947" y="19111"/>
                  <a:pt x="37352" y="2900"/>
                  <a:pt x="37756" y="1977"/>
                </a:cubicBezTo>
                <a:cubicBezTo>
                  <a:pt x="38161" y="1318"/>
                  <a:pt x="38835" y="725"/>
                  <a:pt x="39779" y="198"/>
                </a:cubicBezTo>
                <a:lnTo>
                  <a:pt x="40386" y="0"/>
                </a:lnTo>
                <a:cubicBezTo>
                  <a:pt x="40790" y="0"/>
                  <a:pt x="41060" y="0"/>
                  <a:pt x="41195" y="0"/>
                </a:cubicBezTo>
                <a:cubicBezTo>
                  <a:pt x="43622" y="0"/>
                  <a:pt x="44970" y="1186"/>
                  <a:pt x="45240" y="3559"/>
                </a:cubicBezTo>
                <a:cubicBezTo>
                  <a:pt x="45240" y="4218"/>
                  <a:pt x="39172" y="20231"/>
                  <a:pt x="27036" y="51600"/>
                </a:cubicBezTo>
                <a:cubicBezTo>
                  <a:pt x="14765" y="82837"/>
                  <a:pt x="8630" y="98587"/>
                  <a:pt x="8630" y="98851"/>
                </a:cubicBezTo>
                <a:cubicBezTo>
                  <a:pt x="8630" y="99114"/>
                  <a:pt x="14765" y="114864"/>
                  <a:pt x="27036" y="146101"/>
                </a:cubicBezTo>
                <a:cubicBezTo>
                  <a:pt x="39172" y="177470"/>
                  <a:pt x="45240" y="193484"/>
                  <a:pt x="45240" y="1941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F4ED58-0E68-45AC-8FE1-336D2363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521" y="3248868"/>
            <a:ext cx="45240" cy="197701"/>
          </a:xfrm>
          <a:custGeom xmlns:a="http://schemas.openxmlformats.org/drawingml/2006/main">
            <a:pathLst>
              <a:path w="45240" h="197701" fill="none">
                <a:moveTo>
                  <a:pt x="45240" y="194143"/>
                </a:moveTo>
                <a:cubicBezTo>
                  <a:pt x="45105" y="195065"/>
                  <a:pt x="44701" y="195856"/>
                  <a:pt x="44026" y="196515"/>
                </a:cubicBezTo>
                <a:cubicBezTo>
                  <a:pt x="43352" y="197174"/>
                  <a:pt x="42408" y="197569"/>
                  <a:pt x="41195" y="197701"/>
                </a:cubicBezTo>
                <a:cubicBezTo>
                  <a:pt x="39846" y="197701"/>
                  <a:pt x="38700" y="197042"/>
                  <a:pt x="37756" y="195724"/>
                </a:cubicBezTo>
                <a:cubicBezTo>
                  <a:pt x="37352" y="194802"/>
                  <a:pt x="31014" y="178590"/>
                  <a:pt x="18743" y="147090"/>
                </a:cubicBezTo>
                <a:cubicBezTo>
                  <a:pt x="6472" y="115589"/>
                  <a:pt x="270" y="99510"/>
                  <a:pt x="135" y="98851"/>
                </a:cubicBezTo>
                <a:cubicBezTo>
                  <a:pt x="0" y="98192"/>
                  <a:pt x="6135" y="82112"/>
                  <a:pt x="18541" y="50612"/>
                </a:cubicBezTo>
                <a:cubicBezTo>
                  <a:pt x="30947" y="19111"/>
                  <a:pt x="37352" y="2900"/>
                  <a:pt x="37756" y="1977"/>
                </a:cubicBezTo>
                <a:cubicBezTo>
                  <a:pt x="38161" y="1318"/>
                  <a:pt x="38835" y="725"/>
                  <a:pt x="39779" y="198"/>
                </a:cubicBezTo>
                <a:lnTo>
                  <a:pt x="40386" y="0"/>
                </a:lnTo>
                <a:cubicBezTo>
                  <a:pt x="40790" y="0"/>
                  <a:pt x="41060" y="0"/>
                  <a:pt x="41195" y="0"/>
                </a:cubicBezTo>
                <a:cubicBezTo>
                  <a:pt x="43622" y="0"/>
                  <a:pt x="44970" y="1186"/>
                  <a:pt x="45240" y="3559"/>
                </a:cubicBezTo>
                <a:cubicBezTo>
                  <a:pt x="45240" y="4218"/>
                  <a:pt x="39172" y="20231"/>
                  <a:pt x="27036" y="51600"/>
                </a:cubicBezTo>
                <a:cubicBezTo>
                  <a:pt x="14765" y="82837"/>
                  <a:pt x="8630" y="98587"/>
                  <a:pt x="8630" y="98851"/>
                </a:cubicBezTo>
                <a:cubicBezTo>
                  <a:pt x="8630" y="99114"/>
                  <a:pt x="14765" y="114864"/>
                  <a:pt x="27036" y="146101"/>
                </a:cubicBezTo>
                <a:cubicBezTo>
                  <a:pt x="39172" y="177470"/>
                  <a:pt x="45240" y="193484"/>
                  <a:pt x="45240" y="19414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00"/>
              </a:srgbClr>
            </a:solidFill>
            <a:miter/>
          </a:ln>
        </p:spPr>
      </p:sp>
      <p:sp>
        <p:nvSpPr>
          <p:cNvPr id="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2C2B4E-F1A8-49C3-A02F-57585069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2606" y="3262114"/>
            <a:ext cx="145024" cy="139379"/>
          </a:xfrm>
          <a:custGeom xmlns:a="http://schemas.openxmlformats.org/drawingml/2006/main">
            <a:pathLst>
              <a:path w="145024" h="139379">
                <a:moveTo>
                  <a:pt x="0" y="6920"/>
                </a:moveTo>
                <a:cubicBezTo>
                  <a:pt x="0" y="4020"/>
                  <a:pt x="876" y="1713"/>
                  <a:pt x="2629" y="0"/>
                </a:cubicBezTo>
                <a:lnTo>
                  <a:pt x="4854" y="0"/>
                </a:lnTo>
                <a:cubicBezTo>
                  <a:pt x="10518" y="395"/>
                  <a:pt x="17597" y="593"/>
                  <a:pt x="26092" y="593"/>
                </a:cubicBezTo>
                <a:cubicBezTo>
                  <a:pt x="42004" y="593"/>
                  <a:pt x="51375" y="395"/>
                  <a:pt x="54207" y="0"/>
                </a:cubicBezTo>
                <a:lnTo>
                  <a:pt x="56230" y="0"/>
                </a:lnTo>
                <a:cubicBezTo>
                  <a:pt x="57039" y="791"/>
                  <a:pt x="57443" y="1384"/>
                  <a:pt x="57443" y="1779"/>
                </a:cubicBezTo>
                <a:cubicBezTo>
                  <a:pt x="57443" y="2175"/>
                  <a:pt x="57309" y="3361"/>
                  <a:pt x="57039" y="5338"/>
                </a:cubicBezTo>
                <a:cubicBezTo>
                  <a:pt x="56365" y="7315"/>
                  <a:pt x="55758" y="8567"/>
                  <a:pt x="55218" y="9094"/>
                </a:cubicBezTo>
                <a:lnTo>
                  <a:pt x="50971" y="9094"/>
                </a:lnTo>
                <a:cubicBezTo>
                  <a:pt x="48004" y="9358"/>
                  <a:pt x="45982" y="9490"/>
                  <a:pt x="44903" y="9490"/>
                </a:cubicBezTo>
                <a:cubicBezTo>
                  <a:pt x="40992" y="10149"/>
                  <a:pt x="38835" y="11137"/>
                  <a:pt x="38430" y="12455"/>
                </a:cubicBezTo>
                <a:cubicBezTo>
                  <a:pt x="38430" y="12719"/>
                  <a:pt x="40386" y="29260"/>
                  <a:pt x="44296" y="62078"/>
                </a:cubicBezTo>
                <a:cubicBezTo>
                  <a:pt x="48207" y="94897"/>
                  <a:pt x="50229" y="111438"/>
                  <a:pt x="50364" y="111701"/>
                </a:cubicBezTo>
                <a:lnTo>
                  <a:pt x="65129" y="88570"/>
                </a:lnTo>
                <a:cubicBezTo>
                  <a:pt x="74973" y="73149"/>
                  <a:pt x="84817" y="57597"/>
                  <a:pt x="94660" y="41913"/>
                </a:cubicBezTo>
                <a:cubicBezTo>
                  <a:pt x="104504" y="26228"/>
                  <a:pt x="109560" y="18123"/>
                  <a:pt x="109830" y="17595"/>
                </a:cubicBezTo>
                <a:cubicBezTo>
                  <a:pt x="110370" y="16673"/>
                  <a:pt x="110639" y="15684"/>
                  <a:pt x="110639" y="14630"/>
                </a:cubicBezTo>
                <a:cubicBezTo>
                  <a:pt x="110639" y="11467"/>
                  <a:pt x="107673" y="9621"/>
                  <a:pt x="101740" y="9094"/>
                </a:cubicBezTo>
                <a:cubicBezTo>
                  <a:pt x="99312" y="9094"/>
                  <a:pt x="98099" y="8369"/>
                  <a:pt x="98099" y="6920"/>
                </a:cubicBezTo>
                <a:cubicBezTo>
                  <a:pt x="98099" y="6788"/>
                  <a:pt x="98234" y="5931"/>
                  <a:pt x="98503" y="4349"/>
                </a:cubicBezTo>
                <a:cubicBezTo>
                  <a:pt x="98908" y="2504"/>
                  <a:pt x="99312" y="1318"/>
                  <a:pt x="99717" y="791"/>
                </a:cubicBezTo>
                <a:cubicBezTo>
                  <a:pt x="100121" y="264"/>
                  <a:pt x="100998" y="0"/>
                  <a:pt x="102346" y="0"/>
                </a:cubicBezTo>
                <a:cubicBezTo>
                  <a:pt x="102616" y="0"/>
                  <a:pt x="103425" y="0"/>
                  <a:pt x="104773" y="0"/>
                </a:cubicBezTo>
                <a:cubicBezTo>
                  <a:pt x="106122" y="0"/>
                  <a:pt x="108414" y="66"/>
                  <a:pt x="111651" y="198"/>
                </a:cubicBezTo>
                <a:cubicBezTo>
                  <a:pt x="114887" y="330"/>
                  <a:pt x="119202" y="395"/>
                  <a:pt x="124596" y="395"/>
                </a:cubicBezTo>
                <a:cubicBezTo>
                  <a:pt x="133900" y="395"/>
                  <a:pt x="139765" y="264"/>
                  <a:pt x="142193" y="0"/>
                </a:cubicBezTo>
                <a:lnTo>
                  <a:pt x="143608" y="0"/>
                </a:lnTo>
                <a:cubicBezTo>
                  <a:pt x="144552" y="923"/>
                  <a:pt x="145024" y="1648"/>
                  <a:pt x="145024" y="2175"/>
                </a:cubicBezTo>
                <a:cubicBezTo>
                  <a:pt x="145024" y="4415"/>
                  <a:pt x="144418" y="6524"/>
                  <a:pt x="143204" y="8501"/>
                </a:cubicBezTo>
                <a:cubicBezTo>
                  <a:pt x="142799" y="8897"/>
                  <a:pt x="141653" y="9094"/>
                  <a:pt x="139765" y="9094"/>
                </a:cubicBezTo>
                <a:cubicBezTo>
                  <a:pt x="138012" y="9226"/>
                  <a:pt x="136394" y="9358"/>
                  <a:pt x="134911" y="9490"/>
                </a:cubicBezTo>
                <a:cubicBezTo>
                  <a:pt x="133428" y="9621"/>
                  <a:pt x="132012" y="9951"/>
                  <a:pt x="130663" y="10478"/>
                </a:cubicBezTo>
                <a:cubicBezTo>
                  <a:pt x="129315" y="11005"/>
                  <a:pt x="128236" y="11467"/>
                  <a:pt x="127427" y="11862"/>
                </a:cubicBezTo>
                <a:cubicBezTo>
                  <a:pt x="126618" y="12257"/>
                  <a:pt x="125809" y="12785"/>
                  <a:pt x="125000" y="13444"/>
                </a:cubicBezTo>
                <a:cubicBezTo>
                  <a:pt x="124191" y="14103"/>
                  <a:pt x="123517" y="14564"/>
                  <a:pt x="122977" y="14828"/>
                </a:cubicBezTo>
                <a:cubicBezTo>
                  <a:pt x="122438" y="15091"/>
                  <a:pt x="121899" y="15684"/>
                  <a:pt x="121359" y="16607"/>
                </a:cubicBezTo>
                <a:cubicBezTo>
                  <a:pt x="120820" y="17530"/>
                  <a:pt x="120348" y="17991"/>
                  <a:pt x="119943" y="17991"/>
                </a:cubicBezTo>
                <a:lnTo>
                  <a:pt x="80906" y="79278"/>
                </a:lnTo>
                <a:cubicBezTo>
                  <a:pt x="56634" y="117632"/>
                  <a:pt x="44094" y="137271"/>
                  <a:pt x="43285" y="138193"/>
                </a:cubicBezTo>
                <a:cubicBezTo>
                  <a:pt x="42880" y="138457"/>
                  <a:pt x="42408" y="138786"/>
                  <a:pt x="41869" y="139182"/>
                </a:cubicBezTo>
                <a:lnTo>
                  <a:pt x="38228" y="139379"/>
                </a:lnTo>
                <a:lnTo>
                  <a:pt x="36812" y="139379"/>
                </a:lnTo>
                <a:cubicBezTo>
                  <a:pt x="34385" y="139379"/>
                  <a:pt x="33172" y="138918"/>
                  <a:pt x="33172" y="137996"/>
                </a:cubicBezTo>
                <a:cubicBezTo>
                  <a:pt x="32767" y="137205"/>
                  <a:pt x="30138" y="116117"/>
                  <a:pt x="25283" y="74731"/>
                </a:cubicBezTo>
                <a:cubicBezTo>
                  <a:pt x="20159" y="32818"/>
                  <a:pt x="17530" y="11664"/>
                  <a:pt x="17395" y="11269"/>
                </a:cubicBezTo>
                <a:cubicBezTo>
                  <a:pt x="16721" y="9819"/>
                  <a:pt x="12540" y="9094"/>
                  <a:pt x="4854" y="9094"/>
                </a:cubicBezTo>
                <a:lnTo>
                  <a:pt x="1416" y="9094"/>
                </a:lnTo>
                <a:cubicBezTo>
                  <a:pt x="472" y="8435"/>
                  <a:pt x="0" y="7710"/>
                  <a:pt x="0" y="69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C33260-1297-4627-92F6-FA8C10D6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2606" y="3262114"/>
            <a:ext cx="145024" cy="139379"/>
          </a:xfrm>
          <a:custGeom xmlns:a="http://schemas.openxmlformats.org/drawingml/2006/main">
            <a:pathLst>
              <a:path w="145024" h="139379" fill="none">
                <a:moveTo>
                  <a:pt x="0" y="6920"/>
                </a:moveTo>
                <a:cubicBezTo>
                  <a:pt x="0" y="4020"/>
                  <a:pt x="876" y="1713"/>
                  <a:pt x="2629" y="0"/>
                </a:cubicBezTo>
                <a:lnTo>
                  <a:pt x="4854" y="0"/>
                </a:lnTo>
                <a:cubicBezTo>
                  <a:pt x="10518" y="395"/>
                  <a:pt x="17597" y="593"/>
                  <a:pt x="26092" y="593"/>
                </a:cubicBezTo>
                <a:cubicBezTo>
                  <a:pt x="42004" y="593"/>
                  <a:pt x="51375" y="395"/>
                  <a:pt x="54207" y="0"/>
                </a:cubicBezTo>
                <a:lnTo>
                  <a:pt x="56230" y="0"/>
                </a:lnTo>
                <a:cubicBezTo>
                  <a:pt x="57039" y="791"/>
                  <a:pt x="57443" y="1384"/>
                  <a:pt x="57443" y="1779"/>
                </a:cubicBezTo>
                <a:cubicBezTo>
                  <a:pt x="57443" y="2175"/>
                  <a:pt x="57309" y="3361"/>
                  <a:pt x="57039" y="5338"/>
                </a:cubicBezTo>
                <a:cubicBezTo>
                  <a:pt x="56365" y="7315"/>
                  <a:pt x="55758" y="8567"/>
                  <a:pt x="55218" y="9094"/>
                </a:cubicBezTo>
                <a:lnTo>
                  <a:pt x="50971" y="9094"/>
                </a:lnTo>
                <a:cubicBezTo>
                  <a:pt x="48004" y="9358"/>
                  <a:pt x="45982" y="9490"/>
                  <a:pt x="44903" y="9490"/>
                </a:cubicBezTo>
                <a:cubicBezTo>
                  <a:pt x="40992" y="10149"/>
                  <a:pt x="38835" y="11137"/>
                  <a:pt x="38430" y="12455"/>
                </a:cubicBezTo>
                <a:cubicBezTo>
                  <a:pt x="38430" y="12719"/>
                  <a:pt x="40386" y="29260"/>
                  <a:pt x="44296" y="62078"/>
                </a:cubicBezTo>
                <a:cubicBezTo>
                  <a:pt x="48207" y="94897"/>
                  <a:pt x="50229" y="111438"/>
                  <a:pt x="50364" y="111701"/>
                </a:cubicBezTo>
                <a:lnTo>
                  <a:pt x="65129" y="88570"/>
                </a:lnTo>
                <a:cubicBezTo>
                  <a:pt x="74973" y="73149"/>
                  <a:pt x="84817" y="57597"/>
                  <a:pt x="94660" y="41913"/>
                </a:cubicBezTo>
                <a:cubicBezTo>
                  <a:pt x="104504" y="26228"/>
                  <a:pt x="109560" y="18123"/>
                  <a:pt x="109830" y="17595"/>
                </a:cubicBezTo>
                <a:cubicBezTo>
                  <a:pt x="110370" y="16673"/>
                  <a:pt x="110639" y="15684"/>
                  <a:pt x="110639" y="14630"/>
                </a:cubicBezTo>
                <a:cubicBezTo>
                  <a:pt x="110639" y="11467"/>
                  <a:pt x="107673" y="9621"/>
                  <a:pt x="101740" y="9094"/>
                </a:cubicBezTo>
                <a:cubicBezTo>
                  <a:pt x="99312" y="9094"/>
                  <a:pt x="98099" y="8369"/>
                  <a:pt x="98099" y="6920"/>
                </a:cubicBezTo>
                <a:cubicBezTo>
                  <a:pt x="98099" y="6788"/>
                  <a:pt x="98234" y="5931"/>
                  <a:pt x="98503" y="4349"/>
                </a:cubicBezTo>
                <a:cubicBezTo>
                  <a:pt x="98908" y="2504"/>
                  <a:pt x="99312" y="1318"/>
                  <a:pt x="99717" y="791"/>
                </a:cubicBezTo>
                <a:cubicBezTo>
                  <a:pt x="100121" y="264"/>
                  <a:pt x="100998" y="0"/>
                  <a:pt x="102346" y="0"/>
                </a:cubicBezTo>
                <a:cubicBezTo>
                  <a:pt x="102616" y="0"/>
                  <a:pt x="103425" y="0"/>
                  <a:pt x="104773" y="0"/>
                </a:cubicBezTo>
                <a:cubicBezTo>
                  <a:pt x="106122" y="0"/>
                  <a:pt x="108414" y="66"/>
                  <a:pt x="111651" y="198"/>
                </a:cubicBezTo>
                <a:cubicBezTo>
                  <a:pt x="114887" y="330"/>
                  <a:pt x="119202" y="395"/>
                  <a:pt x="124596" y="395"/>
                </a:cubicBezTo>
                <a:cubicBezTo>
                  <a:pt x="133900" y="395"/>
                  <a:pt x="139765" y="264"/>
                  <a:pt x="142193" y="0"/>
                </a:cubicBezTo>
                <a:lnTo>
                  <a:pt x="143608" y="0"/>
                </a:lnTo>
                <a:cubicBezTo>
                  <a:pt x="144552" y="923"/>
                  <a:pt x="145024" y="1648"/>
                  <a:pt x="145024" y="2175"/>
                </a:cubicBezTo>
                <a:cubicBezTo>
                  <a:pt x="145024" y="4415"/>
                  <a:pt x="144418" y="6524"/>
                  <a:pt x="143204" y="8501"/>
                </a:cubicBezTo>
                <a:cubicBezTo>
                  <a:pt x="142799" y="8897"/>
                  <a:pt x="141653" y="9094"/>
                  <a:pt x="139765" y="9094"/>
                </a:cubicBezTo>
                <a:cubicBezTo>
                  <a:pt x="138012" y="9226"/>
                  <a:pt x="136394" y="9358"/>
                  <a:pt x="134911" y="9490"/>
                </a:cubicBezTo>
                <a:cubicBezTo>
                  <a:pt x="133428" y="9621"/>
                  <a:pt x="132012" y="9951"/>
                  <a:pt x="130663" y="10478"/>
                </a:cubicBezTo>
                <a:cubicBezTo>
                  <a:pt x="129315" y="11005"/>
                  <a:pt x="128236" y="11467"/>
                  <a:pt x="127427" y="11862"/>
                </a:cubicBezTo>
                <a:cubicBezTo>
                  <a:pt x="126618" y="12257"/>
                  <a:pt x="125809" y="12785"/>
                  <a:pt x="125000" y="13444"/>
                </a:cubicBezTo>
                <a:cubicBezTo>
                  <a:pt x="124191" y="14103"/>
                  <a:pt x="123517" y="14564"/>
                  <a:pt x="122977" y="14828"/>
                </a:cubicBezTo>
                <a:cubicBezTo>
                  <a:pt x="122438" y="15091"/>
                  <a:pt x="121899" y="15684"/>
                  <a:pt x="121359" y="16607"/>
                </a:cubicBezTo>
                <a:cubicBezTo>
                  <a:pt x="120820" y="17530"/>
                  <a:pt x="120348" y="17991"/>
                  <a:pt x="119943" y="17991"/>
                </a:cubicBezTo>
                <a:lnTo>
                  <a:pt x="80906" y="79278"/>
                </a:lnTo>
                <a:cubicBezTo>
                  <a:pt x="56634" y="117632"/>
                  <a:pt x="44094" y="137271"/>
                  <a:pt x="43285" y="138193"/>
                </a:cubicBezTo>
                <a:cubicBezTo>
                  <a:pt x="42880" y="138457"/>
                  <a:pt x="42408" y="138786"/>
                  <a:pt x="41869" y="139182"/>
                </a:cubicBezTo>
                <a:lnTo>
                  <a:pt x="38228" y="139379"/>
                </a:lnTo>
                <a:lnTo>
                  <a:pt x="36812" y="139379"/>
                </a:lnTo>
                <a:cubicBezTo>
                  <a:pt x="34385" y="139379"/>
                  <a:pt x="33172" y="138918"/>
                  <a:pt x="33172" y="137996"/>
                </a:cubicBezTo>
                <a:cubicBezTo>
                  <a:pt x="32767" y="137205"/>
                  <a:pt x="30138" y="116117"/>
                  <a:pt x="25283" y="74731"/>
                </a:cubicBezTo>
                <a:cubicBezTo>
                  <a:pt x="20159" y="32818"/>
                  <a:pt x="17530" y="11664"/>
                  <a:pt x="17395" y="11269"/>
                </a:cubicBezTo>
                <a:cubicBezTo>
                  <a:pt x="16721" y="9819"/>
                  <a:pt x="12540" y="9094"/>
                  <a:pt x="4854" y="9094"/>
                </a:cubicBezTo>
                <a:lnTo>
                  <a:pt x="1416" y="9094"/>
                </a:lnTo>
                <a:cubicBezTo>
                  <a:pt x="472" y="8435"/>
                  <a:pt x="0" y="7710"/>
                  <a:pt x="0" y="692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00"/>
              </a:srgbClr>
            </a:solidFill>
            <a:miter/>
          </a:ln>
        </p:spPr>
      </p:sp>
      <p:sp>
        <p:nvSpPr>
          <p:cNvPr id="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0967C3-A38F-4541-BD95-E4657C0E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0590" y="3237219"/>
            <a:ext cx="33176" cy="72264"/>
          </a:xfrm>
          <a:custGeom xmlns:a="http://schemas.openxmlformats.org/drawingml/2006/main">
            <a:pathLst>
              <a:path w="33176" h="72264">
                <a:moveTo>
                  <a:pt x="7007" y="72264"/>
                </a:moveTo>
                <a:cubicBezTo>
                  <a:pt x="6435" y="72264"/>
                  <a:pt x="5148" y="71984"/>
                  <a:pt x="3146" y="71425"/>
                </a:cubicBezTo>
                <a:cubicBezTo>
                  <a:pt x="1144" y="70866"/>
                  <a:pt x="95" y="70307"/>
                  <a:pt x="0" y="69748"/>
                </a:cubicBezTo>
                <a:cubicBezTo>
                  <a:pt x="0" y="69095"/>
                  <a:pt x="2622" y="58286"/>
                  <a:pt x="7865" y="37320"/>
                </a:cubicBezTo>
                <a:cubicBezTo>
                  <a:pt x="13108" y="16354"/>
                  <a:pt x="16016" y="5405"/>
                  <a:pt x="16588" y="4473"/>
                </a:cubicBezTo>
                <a:cubicBezTo>
                  <a:pt x="18018" y="1491"/>
                  <a:pt x="20497" y="0"/>
                  <a:pt x="24024" y="0"/>
                </a:cubicBezTo>
                <a:cubicBezTo>
                  <a:pt x="25931" y="0"/>
                  <a:pt x="27933" y="699"/>
                  <a:pt x="30030" y="2097"/>
                </a:cubicBezTo>
                <a:cubicBezTo>
                  <a:pt x="32128" y="3494"/>
                  <a:pt x="33176" y="5544"/>
                  <a:pt x="33176" y="8247"/>
                </a:cubicBezTo>
                <a:cubicBezTo>
                  <a:pt x="33176" y="8713"/>
                  <a:pt x="33081" y="9412"/>
                  <a:pt x="32890" y="10343"/>
                </a:cubicBezTo>
                <a:cubicBezTo>
                  <a:pt x="32795" y="10996"/>
                  <a:pt x="28648" y="21386"/>
                  <a:pt x="20449" y="41513"/>
                </a:cubicBezTo>
                <a:cubicBezTo>
                  <a:pt x="12250" y="61641"/>
                  <a:pt x="8008" y="71798"/>
                  <a:pt x="7722" y="71984"/>
                </a:cubicBezTo>
                <a:cubicBezTo>
                  <a:pt x="7436" y="72170"/>
                  <a:pt x="7198" y="72264"/>
                  <a:pt x="7007" y="72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B6791D-6D71-41D5-8092-3D858DB2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0590" y="3237219"/>
            <a:ext cx="33176" cy="72264"/>
          </a:xfrm>
          <a:custGeom xmlns:a="http://schemas.openxmlformats.org/drawingml/2006/main">
            <a:pathLst>
              <a:path w="33176" h="72264" fill="none">
                <a:moveTo>
                  <a:pt x="7007" y="72264"/>
                </a:moveTo>
                <a:cubicBezTo>
                  <a:pt x="6435" y="72264"/>
                  <a:pt x="5148" y="71984"/>
                  <a:pt x="3146" y="71425"/>
                </a:cubicBezTo>
                <a:cubicBezTo>
                  <a:pt x="1144" y="70866"/>
                  <a:pt x="95" y="70307"/>
                  <a:pt x="0" y="69748"/>
                </a:cubicBezTo>
                <a:cubicBezTo>
                  <a:pt x="0" y="69095"/>
                  <a:pt x="2622" y="58286"/>
                  <a:pt x="7865" y="37320"/>
                </a:cubicBezTo>
                <a:cubicBezTo>
                  <a:pt x="13108" y="16354"/>
                  <a:pt x="16016" y="5405"/>
                  <a:pt x="16588" y="4473"/>
                </a:cubicBezTo>
                <a:cubicBezTo>
                  <a:pt x="18018" y="1491"/>
                  <a:pt x="20497" y="0"/>
                  <a:pt x="24024" y="0"/>
                </a:cubicBezTo>
                <a:cubicBezTo>
                  <a:pt x="25931" y="0"/>
                  <a:pt x="27933" y="699"/>
                  <a:pt x="30030" y="2097"/>
                </a:cubicBezTo>
                <a:cubicBezTo>
                  <a:pt x="32128" y="3494"/>
                  <a:pt x="33176" y="5544"/>
                  <a:pt x="33176" y="8247"/>
                </a:cubicBezTo>
                <a:cubicBezTo>
                  <a:pt x="33176" y="8713"/>
                  <a:pt x="33081" y="9412"/>
                  <a:pt x="32890" y="10343"/>
                </a:cubicBezTo>
                <a:cubicBezTo>
                  <a:pt x="32795" y="10996"/>
                  <a:pt x="28648" y="21386"/>
                  <a:pt x="20449" y="41513"/>
                </a:cubicBezTo>
                <a:cubicBezTo>
                  <a:pt x="12250" y="61641"/>
                  <a:pt x="8008" y="71798"/>
                  <a:pt x="7722" y="71984"/>
                </a:cubicBezTo>
                <a:cubicBezTo>
                  <a:pt x="7436" y="72170"/>
                  <a:pt x="7198" y="72264"/>
                  <a:pt x="7007" y="7226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1" cap="flat">
            <a:solidFill>
              <a:srgbClr val="000000">
                <a:alpha val="8770"/>
              </a:srgbClr>
            </a:solidFill>
            <a:miter/>
          </a:ln>
        </p:spPr>
      </p:sp>
      <p:sp>
        <p:nvSpPr>
          <p:cNvPr id="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BAC4F6-3C6A-4F03-AFD1-FA11F1D5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915" y="3237219"/>
            <a:ext cx="33176" cy="72264"/>
          </a:xfrm>
          <a:custGeom xmlns:a="http://schemas.openxmlformats.org/drawingml/2006/main">
            <a:pathLst>
              <a:path w="33176" h="72264">
                <a:moveTo>
                  <a:pt x="7007" y="72264"/>
                </a:moveTo>
                <a:cubicBezTo>
                  <a:pt x="6435" y="72264"/>
                  <a:pt x="5148" y="71984"/>
                  <a:pt x="3146" y="71425"/>
                </a:cubicBezTo>
                <a:cubicBezTo>
                  <a:pt x="1144" y="70866"/>
                  <a:pt x="95" y="70307"/>
                  <a:pt x="0" y="69748"/>
                </a:cubicBezTo>
                <a:cubicBezTo>
                  <a:pt x="0" y="69095"/>
                  <a:pt x="2622" y="58286"/>
                  <a:pt x="7865" y="37320"/>
                </a:cubicBezTo>
                <a:cubicBezTo>
                  <a:pt x="13108" y="16354"/>
                  <a:pt x="16016" y="5405"/>
                  <a:pt x="16588" y="4473"/>
                </a:cubicBezTo>
                <a:cubicBezTo>
                  <a:pt x="18018" y="1491"/>
                  <a:pt x="20497" y="0"/>
                  <a:pt x="24024" y="0"/>
                </a:cubicBezTo>
                <a:cubicBezTo>
                  <a:pt x="25931" y="0"/>
                  <a:pt x="27933" y="699"/>
                  <a:pt x="30030" y="2097"/>
                </a:cubicBezTo>
                <a:cubicBezTo>
                  <a:pt x="32128" y="3494"/>
                  <a:pt x="33176" y="5544"/>
                  <a:pt x="33176" y="8247"/>
                </a:cubicBezTo>
                <a:cubicBezTo>
                  <a:pt x="33176" y="8713"/>
                  <a:pt x="33081" y="9412"/>
                  <a:pt x="32890" y="10343"/>
                </a:cubicBezTo>
                <a:cubicBezTo>
                  <a:pt x="32795" y="10996"/>
                  <a:pt x="28648" y="21386"/>
                  <a:pt x="20449" y="41513"/>
                </a:cubicBezTo>
                <a:cubicBezTo>
                  <a:pt x="12250" y="61641"/>
                  <a:pt x="8008" y="71798"/>
                  <a:pt x="7722" y="71984"/>
                </a:cubicBezTo>
                <a:cubicBezTo>
                  <a:pt x="7436" y="72170"/>
                  <a:pt x="7198" y="72264"/>
                  <a:pt x="7007" y="72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6026D0-7477-4FF2-B9F4-03E2E43E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915" y="3237219"/>
            <a:ext cx="33176" cy="72264"/>
          </a:xfrm>
          <a:custGeom xmlns:a="http://schemas.openxmlformats.org/drawingml/2006/main">
            <a:pathLst>
              <a:path w="33176" h="72264" fill="none">
                <a:moveTo>
                  <a:pt x="7007" y="72264"/>
                </a:moveTo>
                <a:cubicBezTo>
                  <a:pt x="6435" y="72264"/>
                  <a:pt x="5148" y="71984"/>
                  <a:pt x="3146" y="71425"/>
                </a:cubicBezTo>
                <a:cubicBezTo>
                  <a:pt x="1144" y="70866"/>
                  <a:pt x="95" y="70307"/>
                  <a:pt x="0" y="69748"/>
                </a:cubicBezTo>
                <a:cubicBezTo>
                  <a:pt x="0" y="69095"/>
                  <a:pt x="2622" y="58286"/>
                  <a:pt x="7865" y="37320"/>
                </a:cubicBezTo>
                <a:cubicBezTo>
                  <a:pt x="13108" y="16354"/>
                  <a:pt x="16016" y="5405"/>
                  <a:pt x="16588" y="4473"/>
                </a:cubicBezTo>
                <a:cubicBezTo>
                  <a:pt x="18018" y="1491"/>
                  <a:pt x="20497" y="0"/>
                  <a:pt x="24024" y="0"/>
                </a:cubicBezTo>
                <a:cubicBezTo>
                  <a:pt x="25931" y="0"/>
                  <a:pt x="27933" y="699"/>
                  <a:pt x="30030" y="2097"/>
                </a:cubicBezTo>
                <a:cubicBezTo>
                  <a:pt x="32128" y="3494"/>
                  <a:pt x="33176" y="5544"/>
                  <a:pt x="33176" y="8247"/>
                </a:cubicBezTo>
                <a:cubicBezTo>
                  <a:pt x="33176" y="8713"/>
                  <a:pt x="33081" y="9412"/>
                  <a:pt x="32890" y="10343"/>
                </a:cubicBezTo>
                <a:cubicBezTo>
                  <a:pt x="32795" y="10996"/>
                  <a:pt x="28648" y="21386"/>
                  <a:pt x="20449" y="41513"/>
                </a:cubicBezTo>
                <a:cubicBezTo>
                  <a:pt x="12250" y="61641"/>
                  <a:pt x="8008" y="71798"/>
                  <a:pt x="7722" y="71984"/>
                </a:cubicBezTo>
                <a:cubicBezTo>
                  <a:pt x="7436" y="72170"/>
                  <a:pt x="7198" y="72264"/>
                  <a:pt x="7007" y="7226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1" cap="flat">
            <a:solidFill>
              <a:srgbClr val="000000">
                <a:alpha val="8770"/>
              </a:srgbClr>
            </a:solidFill>
            <a:miter/>
          </a:ln>
        </p:spPr>
      </p:sp>
      <p:sp>
        <p:nvSpPr>
          <p:cNvPr id="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111CD1-5A63-48DD-86EB-E5C23350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240" y="3237219"/>
            <a:ext cx="33176" cy="72264"/>
          </a:xfrm>
          <a:custGeom xmlns:a="http://schemas.openxmlformats.org/drawingml/2006/main">
            <a:pathLst>
              <a:path w="33176" h="72264">
                <a:moveTo>
                  <a:pt x="7007" y="72264"/>
                </a:moveTo>
                <a:cubicBezTo>
                  <a:pt x="6435" y="72264"/>
                  <a:pt x="5148" y="71984"/>
                  <a:pt x="3146" y="71425"/>
                </a:cubicBezTo>
                <a:cubicBezTo>
                  <a:pt x="1144" y="70866"/>
                  <a:pt x="95" y="70307"/>
                  <a:pt x="0" y="69748"/>
                </a:cubicBezTo>
                <a:cubicBezTo>
                  <a:pt x="0" y="69095"/>
                  <a:pt x="2622" y="58286"/>
                  <a:pt x="7865" y="37320"/>
                </a:cubicBezTo>
                <a:cubicBezTo>
                  <a:pt x="13108" y="16354"/>
                  <a:pt x="16016" y="5405"/>
                  <a:pt x="16588" y="4473"/>
                </a:cubicBezTo>
                <a:cubicBezTo>
                  <a:pt x="18018" y="1491"/>
                  <a:pt x="20497" y="0"/>
                  <a:pt x="24024" y="0"/>
                </a:cubicBezTo>
                <a:cubicBezTo>
                  <a:pt x="25931" y="0"/>
                  <a:pt x="27933" y="699"/>
                  <a:pt x="30030" y="2097"/>
                </a:cubicBezTo>
                <a:cubicBezTo>
                  <a:pt x="32128" y="3494"/>
                  <a:pt x="33176" y="5544"/>
                  <a:pt x="33176" y="8247"/>
                </a:cubicBezTo>
                <a:cubicBezTo>
                  <a:pt x="33176" y="8713"/>
                  <a:pt x="33081" y="9412"/>
                  <a:pt x="32890" y="10343"/>
                </a:cubicBezTo>
                <a:cubicBezTo>
                  <a:pt x="32795" y="10996"/>
                  <a:pt x="28648" y="21386"/>
                  <a:pt x="20449" y="41513"/>
                </a:cubicBezTo>
                <a:cubicBezTo>
                  <a:pt x="12250" y="61641"/>
                  <a:pt x="8008" y="71798"/>
                  <a:pt x="7722" y="71984"/>
                </a:cubicBezTo>
                <a:cubicBezTo>
                  <a:pt x="7436" y="72170"/>
                  <a:pt x="7198" y="72264"/>
                  <a:pt x="7007" y="72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C6B857-2A5C-48CF-A995-7756B14B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240" y="3237219"/>
            <a:ext cx="33176" cy="72264"/>
          </a:xfrm>
          <a:custGeom xmlns:a="http://schemas.openxmlformats.org/drawingml/2006/main">
            <a:pathLst>
              <a:path w="33176" h="72264" fill="none">
                <a:moveTo>
                  <a:pt x="7007" y="72264"/>
                </a:moveTo>
                <a:cubicBezTo>
                  <a:pt x="6435" y="72264"/>
                  <a:pt x="5148" y="71984"/>
                  <a:pt x="3146" y="71425"/>
                </a:cubicBezTo>
                <a:cubicBezTo>
                  <a:pt x="1144" y="70866"/>
                  <a:pt x="95" y="70307"/>
                  <a:pt x="0" y="69748"/>
                </a:cubicBezTo>
                <a:cubicBezTo>
                  <a:pt x="0" y="69095"/>
                  <a:pt x="2622" y="58286"/>
                  <a:pt x="7865" y="37320"/>
                </a:cubicBezTo>
                <a:cubicBezTo>
                  <a:pt x="13108" y="16354"/>
                  <a:pt x="16016" y="5405"/>
                  <a:pt x="16588" y="4473"/>
                </a:cubicBezTo>
                <a:cubicBezTo>
                  <a:pt x="18018" y="1491"/>
                  <a:pt x="20497" y="0"/>
                  <a:pt x="24024" y="0"/>
                </a:cubicBezTo>
                <a:cubicBezTo>
                  <a:pt x="25931" y="0"/>
                  <a:pt x="27933" y="699"/>
                  <a:pt x="30030" y="2097"/>
                </a:cubicBezTo>
                <a:cubicBezTo>
                  <a:pt x="32128" y="3494"/>
                  <a:pt x="33176" y="5544"/>
                  <a:pt x="33176" y="8247"/>
                </a:cubicBezTo>
                <a:cubicBezTo>
                  <a:pt x="33176" y="8713"/>
                  <a:pt x="33081" y="9412"/>
                  <a:pt x="32890" y="10343"/>
                </a:cubicBezTo>
                <a:cubicBezTo>
                  <a:pt x="32795" y="10996"/>
                  <a:pt x="28648" y="21386"/>
                  <a:pt x="20449" y="41513"/>
                </a:cubicBezTo>
                <a:cubicBezTo>
                  <a:pt x="12250" y="61641"/>
                  <a:pt x="8008" y="71798"/>
                  <a:pt x="7722" y="71984"/>
                </a:cubicBezTo>
                <a:cubicBezTo>
                  <a:pt x="7436" y="72170"/>
                  <a:pt x="7198" y="72264"/>
                  <a:pt x="7007" y="7226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1" cap="flat">
            <a:solidFill>
              <a:srgbClr val="000000">
                <a:alpha val="8770"/>
              </a:srgbClr>
            </a:solidFill>
            <a:miter/>
          </a:ln>
        </p:spPr>
      </p:sp>
      <p:sp>
        <p:nvSpPr>
          <p:cNvPr id="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575070-496D-4BF0-A4CC-42555EB9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2261" y="3352886"/>
            <a:ext cx="60204" cy="96165"/>
          </a:xfrm>
          <a:custGeom xmlns:a="http://schemas.openxmlformats.org/drawingml/2006/main">
            <a:pathLst>
              <a:path w="60204" h="96165">
                <a:moveTo>
                  <a:pt x="8151" y="11322"/>
                </a:moveTo>
                <a:cubicBezTo>
                  <a:pt x="13490" y="3774"/>
                  <a:pt x="20783" y="0"/>
                  <a:pt x="30030" y="0"/>
                </a:cubicBezTo>
                <a:cubicBezTo>
                  <a:pt x="34606" y="0"/>
                  <a:pt x="39182" y="1211"/>
                  <a:pt x="43759" y="3634"/>
                </a:cubicBezTo>
                <a:cubicBezTo>
                  <a:pt x="48335" y="6057"/>
                  <a:pt x="52053" y="10343"/>
                  <a:pt x="54913" y="16493"/>
                </a:cubicBezTo>
                <a:cubicBezTo>
                  <a:pt x="58440" y="24228"/>
                  <a:pt x="60204" y="34851"/>
                  <a:pt x="60204" y="48362"/>
                </a:cubicBezTo>
                <a:cubicBezTo>
                  <a:pt x="60204" y="62805"/>
                  <a:pt x="58154" y="73848"/>
                  <a:pt x="54055" y="81489"/>
                </a:cubicBezTo>
                <a:cubicBezTo>
                  <a:pt x="52148" y="85402"/>
                  <a:pt x="49526" y="88524"/>
                  <a:pt x="46190" y="90854"/>
                </a:cubicBezTo>
                <a:cubicBezTo>
                  <a:pt x="42853" y="93183"/>
                  <a:pt x="39945" y="94628"/>
                  <a:pt x="37466" y="95187"/>
                </a:cubicBezTo>
                <a:cubicBezTo>
                  <a:pt x="34988" y="95746"/>
                  <a:pt x="32557" y="96072"/>
                  <a:pt x="30173" y="96165"/>
                </a:cubicBezTo>
                <a:cubicBezTo>
                  <a:pt x="27695" y="96165"/>
                  <a:pt x="25216" y="95886"/>
                  <a:pt x="22737" y="95326"/>
                </a:cubicBezTo>
                <a:cubicBezTo>
                  <a:pt x="20259" y="94767"/>
                  <a:pt x="17351" y="93276"/>
                  <a:pt x="14014" y="90854"/>
                </a:cubicBezTo>
                <a:cubicBezTo>
                  <a:pt x="10677" y="88431"/>
                  <a:pt x="8056" y="85309"/>
                  <a:pt x="6149" y="81489"/>
                </a:cubicBezTo>
                <a:cubicBezTo>
                  <a:pt x="2050" y="73848"/>
                  <a:pt x="0" y="62805"/>
                  <a:pt x="0" y="48362"/>
                </a:cubicBezTo>
                <a:cubicBezTo>
                  <a:pt x="0" y="32148"/>
                  <a:pt x="2717" y="19801"/>
                  <a:pt x="8151" y="11322"/>
                </a:cubicBezTo>
                <a:close/>
                <a:moveTo>
                  <a:pt x="40326" y="9644"/>
                </a:moveTo>
                <a:cubicBezTo>
                  <a:pt x="37466" y="6663"/>
                  <a:pt x="34082" y="5172"/>
                  <a:pt x="30173" y="5172"/>
                </a:cubicBezTo>
                <a:cubicBezTo>
                  <a:pt x="26169" y="5172"/>
                  <a:pt x="22737" y="6663"/>
                  <a:pt x="19877" y="9644"/>
                </a:cubicBezTo>
                <a:cubicBezTo>
                  <a:pt x="17494" y="12067"/>
                  <a:pt x="15921" y="15422"/>
                  <a:pt x="15158" y="19708"/>
                </a:cubicBezTo>
                <a:cubicBezTo>
                  <a:pt x="14396" y="23995"/>
                  <a:pt x="14014" y="32940"/>
                  <a:pt x="14014" y="46545"/>
                </a:cubicBezTo>
                <a:cubicBezTo>
                  <a:pt x="14014" y="61268"/>
                  <a:pt x="14396" y="70959"/>
                  <a:pt x="15158" y="75618"/>
                </a:cubicBezTo>
                <a:cubicBezTo>
                  <a:pt x="15921" y="80277"/>
                  <a:pt x="17637" y="83958"/>
                  <a:pt x="20306" y="86660"/>
                </a:cubicBezTo>
                <a:cubicBezTo>
                  <a:pt x="22976" y="89456"/>
                  <a:pt x="26265" y="90854"/>
                  <a:pt x="30173" y="90854"/>
                </a:cubicBezTo>
                <a:cubicBezTo>
                  <a:pt x="33987" y="90854"/>
                  <a:pt x="37228" y="89456"/>
                  <a:pt x="39897" y="86660"/>
                </a:cubicBezTo>
                <a:cubicBezTo>
                  <a:pt x="42662" y="83865"/>
                  <a:pt x="44378" y="79951"/>
                  <a:pt x="45046" y="74919"/>
                </a:cubicBezTo>
                <a:cubicBezTo>
                  <a:pt x="45713" y="69887"/>
                  <a:pt x="46094" y="60429"/>
                  <a:pt x="46190" y="46545"/>
                </a:cubicBezTo>
                <a:cubicBezTo>
                  <a:pt x="46190" y="33033"/>
                  <a:pt x="45808" y="24134"/>
                  <a:pt x="45046" y="19848"/>
                </a:cubicBezTo>
                <a:cubicBezTo>
                  <a:pt x="44283" y="15562"/>
                  <a:pt x="42710" y="12160"/>
                  <a:pt x="40326" y="96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18A49B-C8D2-4AB9-A5C2-B94AB515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2261" y="3352886"/>
            <a:ext cx="60204" cy="96165"/>
          </a:xfrm>
          <a:custGeom xmlns:a="http://schemas.openxmlformats.org/drawingml/2006/main">
            <a:pathLst>
              <a:path w="60204" h="96165" fill="none">
                <a:moveTo>
                  <a:pt x="8151" y="11322"/>
                </a:moveTo>
                <a:cubicBezTo>
                  <a:pt x="13490" y="3774"/>
                  <a:pt x="20783" y="0"/>
                  <a:pt x="30030" y="0"/>
                </a:cubicBezTo>
                <a:cubicBezTo>
                  <a:pt x="34606" y="0"/>
                  <a:pt x="39182" y="1211"/>
                  <a:pt x="43759" y="3634"/>
                </a:cubicBezTo>
                <a:cubicBezTo>
                  <a:pt x="48335" y="6057"/>
                  <a:pt x="52053" y="10343"/>
                  <a:pt x="54913" y="16493"/>
                </a:cubicBezTo>
                <a:cubicBezTo>
                  <a:pt x="58440" y="24228"/>
                  <a:pt x="60204" y="34851"/>
                  <a:pt x="60204" y="48362"/>
                </a:cubicBezTo>
                <a:cubicBezTo>
                  <a:pt x="60204" y="62805"/>
                  <a:pt x="58154" y="73848"/>
                  <a:pt x="54055" y="81489"/>
                </a:cubicBezTo>
                <a:cubicBezTo>
                  <a:pt x="52148" y="85402"/>
                  <a:pt x="49526" y="88524"/>
                  <a:pt x="46190" y="90854"/>
                </a:cubicBezTo>
                <a:cubicBezTo>
                  <a:pt x="42853" y="93183"/>
                  <a:pt x="39945" y="94628"/>
                  <a:pt x="37466" y="95187"/>
                </a:cubicBezTo>
                <a:cubicBezTo>
                  <a:pt x="34988" y="95746"/>
                  <a:pt x="32557" y="96072"/>
                  <a:pt x="30173" y="96165"/>
                </a:cubicBezTo>
                <a:cubicBezTo>
                  <a:pt x="27695" y="96165"/>
                  <a:pt x="25216" y="95886"/>
                  <a:pt x="22737" y="95326"/>
                </a:cubicBezTo>
                <a:cubicBezTo>
                  <a:pt x="20259" y="94767"/>
                  <a:pt x="17351" y="93276"/>
                  <a:pt x="14014" y="90854"/>
                </a:cubicBezTo>
                <a:cubicBezTo>
                  <a:pt x="10677" y="88431"/>
                  <a:pt x="8056" y="85309"/>
                  <a:pt x="6149" y="81489"/>
                </a:cubicBezTo>
                <a:cubicBezTo>
                  <a:pt x="2050" y="73848"/>
                  <a:pt x="0" y="62805"/>
                  <a:pt x="0" y="48362"/>
                </a:cubicBezTo>
                <a:cubicBezTo>
                  <a:pt x="0" y="32148"/>
                  <a:pt x="2717" y="19801"/>
                  <a:pt x="8151" y="11322"/>
                </a:cubicBezTo>
                <a:close/>
                <a:moveTo>
                  <a:pt x="40326" y="9644"/>
                </a:moveTo>
                <a:cubicBezTo>
                  <a:pt x="37466" y="6663"/>
                  <a:pt x="34082" y="5172"/>
                  <a:pt x="30173" y="5172"/>
                </a:cubicBezTo>
                <a:cubicBezTo>
                  <a:pt x="26169" y="5172"/>
                  <a:pt x="22737" y="6663"/>
                  <a:pt x="19877" y="9644"/>
                </a:cubicBezTo>
                <a:cubicBezTo>
                  <a:pt x="17494" y="12067"/>
                  <a:pt x="15921" y="15422"/>
                  <a:pt x="15158" y="19708"/>
                </a:cubicBezTo>
                <a:cubicBezTo>
                  <a:pt x="14396" y="23995"/>
                  <a:pt x="14014" y="32940"/>
                  <a:pt x="14014" y="46545"/>
                </a:cubicBezTo>
                <a:cubicBezTo>
                  <a:pt x="14014" y="61268"/>
                  <a:pt x="14396" y="70959"/>
                  <a:pt x="15158" y="75618"/>
                </a:cubicBezTo>
                <a:cubicBezTo>
                  <a:pt x="15921" y="80277"/>
                  <a:pt x="17637" y="83958"/>
                  <a:pt x="20306" y="86660"/>
                </a:cubicBezTo>
                <a:cubicBezTo>
                  <a:pt x="22976" y="89456"/>
                  <a:pt x="26265" y="90854"/>
                  <a:pt x="30173" y="90854"/>
                </a:cubicBezTo>
                <a:cubicBezTo>
                  <a:pt x="33987" y="90854"/>
                  <a:pt x="37228" y="89456"/>
                  <a:pt x="39897" y="86660"/>
                </a:cubicBezTo>
                <a:cubicBezTo>
                  <a:pt x="42662" y="83865"/>
                  <a:pt x="44378" y="79951"/>
                  <a:pt x="45046" y="74919"/>
                </a:cubicBezTo>
                <a:cubicBezTo>
                  <a:pt x="45713" y="69887"/>
                  <a:pt x="46094" y="60429"/>
                  <a:pt x="46190" y="46545"/>
                </a:cubicBezTo>
                <a:cubicBezTo>
                  <a:pt x="46190" y="33033"/>
                  <a:pt x="45808" y="24134"/>
                  <a:pt x="45046" y="19848"/>
                </a:cubicBezTo>
                <a:cubicBezTo>
                  <a:pt x="44283" y="15562"/>
                  <a:pt x="42710" y="12160"/>
                  <a:pt x="40326" y="96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1" cap="flat">
            <a:solidFill>
              <a:srgbClr val="000000">
                <a:alpha val="8770"/>
              </a:srgbClr>
            </a:solidFill>
            <a:miter/>
          </a:ln>
        </p:spPr>
      </p:sp>
      <p:sp>
        <p:nvSpPr>
          <p:cNvPr id="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8715CB-35D2-4C13-BC19-692F59F1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519" y="3248868"/>
            <a:ext cx="45240" cy="197701"/>
          </a:xfrm>
          <a:custGeom xmlns:a="http://schemas.openxmlformats.org/drawingml/2006/main">
            <a:pathLst>
              <a:path w="45240" h="197701">
                <a:moveTo>
                  <a:pt x="0" y="3559"/>
                </a:moveTo>
                <a:cubicBezTo>
                  <a:pt x="135" y="2636"/>
                  <a:pt x="539" y="1845"/>
                  <a:pt x="1214" y="1186"/>
                </a:cubicBezTo>
                <a:cubicBezTo>
                  <a:pt x="1888" y="527"/>
                  <a:pt x="2832" y="132"/>
                  <a:pt x="4045" y="0"/>
                </a:cubicBezTo>
                <a:cubicBezTo>
                  <a:pt x="5394" y="0"/>
                  <a:pt x="6540" y="659"/>
                  <a:pt x="7484" y="1977"/>
                </a:cubicBezTo>
                <a:cubicBezTo>
                  <a:pt x="7888" y="2900"/>
                  <a:pt x="14226" y="19111"/>
                  <a:pt x="26497" y="50612"/>
                </a:cubicBezTo>
                <a:cubicBezTo>
                  <a:pt x="38768" y="82112"/>
                  <a:pt x="44970" y="98192"/>
                  <a:pt x="45105" y="98851"/>
                </a:cubicBezTo>
                <a:cubicBezTo>
                  <a:pt x="45240" y="99510"/>
                  <a:pt x="39105" y="115589"/>
                  <a:pt x="26699" y="147090"/>
                </a:cubicBezTo>
                <a:cubicBezTo>
                  <a:pt x="14293" y="178590"/>
                  <a:pt x="7888" y="194802"/>
                  <a:pt x="7484" y="195724"/>
                </a:cubicBezTo>
                <a:cubicBezTo>
                  <a:pt x="6540" y="197042"/>
                  <a:pt x="5394" y="197701"/>
                  <a:pt x="4045" y="197701"/>
                </a:cubicBezTo>
                <a:cubicBezTo>
                  <a:pt x="2967" y="197701"/>
                  <a:pt x="2090" y="197372"/>
                  <a:pt x="1416" y="196713"/>
                </a:cubicBezTo>
                <a:cubicBezTo>
                  <a:pt x="742" y="196054"/>
                  <a:pt x="270" y="195197"/>
                  <a:pt x="0" y="194143"/>
                </a:cubicBezTo>
                <a:cubicBezTo>
                  <a:pt x="0" y="193484"/>
                  <a:pt x="6068" y="177470"/>
                  <a:pt x="18204" y="146101"/>
                </a:cubicBezTo>
                <a:cubicBezTo>
                  <a:pt x="30475" y="114864"/>
                  <a:pt x="36610" y="99114"/>
                  <a:pt x="36610" y="98851"/>
                </a:cubicBezTo>
                <a:cubicBezTo>
                  <a:pt x="36610" y="98587"/>
                  <a:pt x="30475" y="82837"/>
                  <a:pt x="18204" y="51600"/>
                </a:cubicBezTo>
                <a:cubicBezTo>
                  <a:pt x="6068" y="20231"/>
                  <a:pt x="0" y="4218"/>
                  <a:pt x="0" y="35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D78BD1-B697-4FD3-BED2-1DC8B279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519" y="3248868"/>
            <a:ext cx="45240" cy="197701"/>
          </a:xfrm>
          <a:custGeom xmlns:a="http://schemas.openxmlformats.org/drawingml/2006/main">
            <a:pathLst>
              <a:path w="45240" h="197701" fill="none">
                <a:moveTo>
                  <a:pt x="0" y="3559"/>
                </a:moveTo>
                <a:cubicBezTo>
                  <a:pt x="135" y="2636"/>
                  <a:pt x="539" y="1845"/>
                  <a:pt x="1214" y="1186"/>
                </a:cubicBezTo>
                <a:cubicBezTo>
                  <a:pt x="1888" y="527"/>
                  <a:pt x="2832" y="132"/>
                  <a:pt x="4045" y="0"/>
                </a:cubicBezTo>
                <a:cubicBezTo>
                  <a:pt x="5394" y="0"/>
                  <a:pt x="6540" y="659"/>
                  <a:pt x="7484" y="1977"/>
                </a:cubicBezTo>
                <a:cubicBezTo>
                  <a:pt x="7888" y="2900"/>
                  <a:pt x="14226" y="19111"/>
                  <a:pt x="26497" y="50612"/>
                </a:cubicBezTo>
                <a:cubicBezTo>
                  <a:pt x="38768" y="82112"/>
                  <a:pt x="44970" y="98192"/>
                  <a:pt x="45105" y="98851"/>
                </a:cubicBezTo>
                <a:cubicBezTo>
                  <a:pt x="45240" y="99510"/>
                  <a:pt x="39105" y="115589"/>
                  <a:pt x="26699" y="147090"/>
                </a:cubicBezTo>
                <a:cubicBezTo>
                  <a:pt x="14293" y="178590"/>
                  <a:pt x="7888" y="194802"/>
                  <a:pt x="7484" y="195724"/>
                </a:cubicBezTo>
                <a:cubicBezTo>
                  <a:pt x="6540" y="197042"/>
                  <a:pt x="5394" y="197701"/>
                  <a:pt x="4045" y="197701"/>
                </a:cubicBezTo>
                <a:cubicBezTo>
                  <a:pt x="2967" y="197701"/>
                  <a:pt x="2090" y="197372"/>
                  <a:pt x="1416" y="196713"/>
                </a:cubicBezTo>
                <a:cubicBezTo>
                  <a:pt x="742" y="196054"/>
                  <a:pt x="270" y="195197"/>
                  <a:pt x="0" y="194143"/>
                </a:cubicBezTo>
                <a:cubicBezTo>
                  <a:pt x="0" y="193484"/>
                  <a:pt x="6068" y="177470"/>
                  <a:pt x="18204" y="146101"/>
                </a:cubicBezTo>
                <a:cubicBezTo>
                  <a:pt x="30475" y="114864"/>
                  <a:pt x="36610" y="99114"/>
                  <a:pt x="36610" y="98851"/>
                </a:cubicBezTo>
                <a:cubicBezTo>
                  <a:pt x="36610" y="98587"/>
                  <a:pt x="30475" y="82837"/>
                  <a:pt x="18204" y="51600"/>
                </a:cubicBezTo>
                <a:cubicBezTo>
                  <a:pt x="6068" y="20231"/>
                  <a:pt x="0" y="4218"/>
                  <a:pt x="0" y="355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00"/>
              </a:srgbClr>
            </a:solidFill>
            <a:miter/>
          </a:ln>
        </p:spPr>
      </p:sp>
      <p:sp>
        <p:nvSpPr>
          <p:cNvPr id="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9BC31C-4453-46AE-BACD-253CFCC2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8852" y="3373222"/>
            <a:ext cx="26699" cy="62408"/>
          </a:xfrm>
          <a:custGeom xmlns:a="http://schemas.openxmlformats.org/drawingml/2006/main">
            <a:pathLst>
              <a:path w="26699" h="62408">
                <a:moveTo>
                  <a:pt x="0" y="17002"/>
                </a:moveTo>
                <a:cubicBezTo>
                  <a:pt x="0" y="17002"/>
                  <a:pt x="0" y="15355"/>
                  <a:pt x="0" y="12060"/>
                </a:cubicBezTo>
                <a:cubicBezTo>
                  <a:pt x="0" y="8765"/>
                  <a:pt x="1079" y="5931"/>
                  <a:pt x="3236" y="3559"/>
                </a:cubicBezTo>
                <a:cubicBezTo>
                  <a:pt x="5394" y="1186"/>
                  <a:pt x="8293" y="0"/>
                  <a:pt x="11934" y="0"/>
                </a:cubicBezTo>
                <a:cubicBezTo>
                  <a:pt x="15709" y="0"/>
                  <a:pt x="19080" y="1648"/>
                  <a:pt x="22047" y="4943"/>
                </a:cubicBezTo>
                <a:cubicBezTo>
                  <a:pt x="25013" y="8238"/>
                  <a:pt x="26564" y="14037"/>
                  <a:pt x="26699" y="22340"/>
                </a:cubicBezTo>
                <a:cubicBezTo>
                  <a:pt x="26699" y="26953"/>
                  <a:pt x="26092" y="31435"/>
                  <a:pt x="24879" y="35784"/>
                </a:cubicBezTo>
                <a:cubicBezTo>
                  <a:pt x="23665" y="40133"/>
                  <a:pt x="22249" y="43890"/>
                  <a:pt x="20631" y="47053"/>
                </a:cubicBezTo>
                <a:cubicBezTo>
                  <a:pt x="19013" y="50216"/>
                  <a:pt x="17260" y="52918"/>
                  <a:pt x="15372" y="55159"/>
                </a:cubicBezTo>
                <a:cubicBezTo>
                  <a:pt x="13484" y="57399"/>
                  <a:pt x="11866" y="59179"/>
                  <a:pt x="10518" y="60497"/>
                </a:cubicBezTo>
                <a:cubicBezTo>
                  <a:pt x="9169" y="61815"/>
                  <a:pt x="8293" y="62408"/>
                  <a:pt x="7888" y="62276"/>
                </a:cubicBezTo>
                <a:cubicBezTo>
                  <a:pt x="7349" y="62276"/>
                  <a:pt x="6472" y="61683"/>
                  <a:pt x="5259" y="60497"/>
                </a:cubicBezTo>
                <a:cubicBezTo>
                  <a:pt x="4045" y="59310"/>
                  <a:pt x="3439" y="58454"/>
                  <a:pt x="3439" y="57926"/>
                </a:cubicBezTo>
                <a:cubicBezTo>
                  <a:pt x="3439" y="57399"/>
                  <a:pt x="4180" y="56345"/>
                  <a:pt x="5663" y="54763"/>
                </a:cubicBezTo>
                <a:cubicBezTo>
                  <a:pt x="7147" y="53182"/>
                  <a:pt x="8832" y="51205"/>
                  <a:pt x="10720" y="48832"/>
                </a:cubicBezTo>
                <a:cubicBezTo>
                  <a:pt x="12608" y="46460"/>
                  <a:pt x="14361" y="43165"/>
                  <a:pt x="15979" y="38947"/>
                </a:cubicBezTo>
                <a:cubicBezTo>
                  <a:pt x="17597" y="34730"/>
                  <a:pt x="18676" y="29919"/>
                  <a:pt x="19215" y="24515"/>
                </a:cubicBezTo>
                <a:lnTo>
                  <a:pt x="19215" y="22143"/>
                </a:lnTo>
                <a:lnTo>
                  <a:pt x="19013" y="22340"/>
                </a:lnTo>
                <a:cubicBezTo>
                  <a:pt x="18743" y="22472"/>
                  <a:pt x="18406" y="22604"/>
                  <a:pt x="18002" y="22736"/>
                </a:cubicBezTo>
                <a:cubicBezTo>
                  <a:pt x="17597" y="22867"/>
                  <a:pt x="17193" y="23065"/>
                  <a:pt x="16788" y="23329"/>
                </a:cubicBezTo>
                <a:cubicBezTo>
                  <a:pt x="16383" y="23592"/>
                  <a:pt x="15777" y="23724"/>
                  <a:pt x="14968" y="23724"/>
                </a:cubicBezTo>
                <a:cubicBezTo>
                  <a:pt x="14159" y="23724"/>
                  <a:pt x="13350" y="23790"/>
                  <a:pt x="12540" y="23922"/>
                </a:cubicBezTo>
                <a:cubicBezTo>
                  <a:pt x="8900" y="23922"/>
                  <a:pt x="5933" y="22802"/>
                  <a:pt x="3641" y="20561"/>
                </a:cubicBezTo>
                <a:lnTo>
                  <a:pt x="0" y="170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FED8F7-A4F8-460C-A79E-13E22B0E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8852" y="3373222"/>
            <a:ext cx="26699" cy="62408"/>
          </a:xfrm>
          <a:custGeom xmlns:a="http://schemas.openxmlformats.org/drawingml/2006/main">
            <a:pathLst>
              <a:path w="26699" h="62408" fill="none">
                <a:moveTo>
                  <a:pt x="0" y="17002"/>
                </a:moveTo>
                <a:cubicBezTo>
                  <a:pt x="0" y="17002"/>
                  <a:pt x="0" y="15355"/>
                  <a:pt x="0" y="12060"/>
                </a:cubicBezTo>
                <a:cubicBezTo>
                  <a:pt x="0" y="8765"/>
                  <a:pt x="1079" y="5931"/>
                  <a:pt x="3236" y="3559"/>
                </a:cubicBezTo>
                <a:cubicBezTo>
                  <a:pt x="5394" y="1186"/>
                  <a:pt x="8293" y="0"/>
                  <a:pt x="11934" y="0"/>
                </a:cubicBezTo>
                <a:cubicBezTo>
                  <a:pt x="15709" y="0"/>
                  <a:pt x="19080" y="1648"/>
                  <a:pt x="22047" y="4943"/>
                </a:cubicBezTo>
                <a:cubicBezTo>
                  <a:pt x="25013" y="8238"/>
                  <a:pt x="26564" y="14037"/>
                  <a:pt x="26699" y="22340"/>
                </a:cubicBezTo>
                <a:cubicBezTo>
                  <a:pt x="26699" y="26953"/>
                  <a:pt x="26092" y="31435"/>
                  <a:pt x="24879" y="35784"/>
                </a:cubicBezTo>
                <a:cubicBezTo>
                  <a:pt x="23665" y="40133"/>
                  <a:pt x="22249" y="43890"/>
                  <a:pt x="20631" y="47053"/>
                </a:cubicBezTo>
                <a:cubicBezTo>
                  <a:pt x="19013" y="50216"/>
                  <a:pt x="17260" y="52918"/>
                  <a:pt x="15372" y="55159"/>
                </a:cubicBezTo>
                <a:cubicBezTo>
                  <a:pt x="13484" y="57399"/>
                  <a:pt x="11866" y="59179"/>
                  <a:pt x="10518" y="60497"/>
                </a:cubicBezTo>
                <a:cubicBezTo>
                  <a:pt x="9169" y="61815"/>
                  <a:pt x="8293" y="62408"/>
                  <a:pt x="7888" y="62276"/>
                </a:cubicBezTo>
                <a:cubicBezTo>
                  <a:pt x="7349" y="62276"/>
                  <a:pt x="6472" y="61683"/>
                  <a:pt x="5259" y="60497"/>
                </a:cubicBezTo>
                <a:cubicBezTo>
                  <a:pt x="4045" y="59310"/>
                  <a:pt x="3439" y="58454"/>
                  <a:pt x="3439" y="57926"/>
                </a:cubicBezTo>
                <a:cubicBezTo>
                  <a:pt x="3439" y="57399"/>
                  <a:pt x="4180" y="56345"/>
                  <a:pt x="5663" y="54763"/>
                </a:cubicBezTo>
                <a:cubicBezTo>
                  <a:pt x="7147" y="53182"/>
                  <a:pt x="8832" y="51205"/>
                  <a:pt x="10720" y="48832"/>
                </a:cubicBezTo>
                <a:cubicBezTo>
                  <a:pt x="12608" y="46460"/>
                  <a:pt x="14361" y="43165"/>
                  <a:pt x="15979" y="38947"/>
                </a:cubicBezTo>
                <a:cubicBezTo>
                  <a:pt x="17597" y="34730"/>
                  <a:pt x="18676" y="29919"/>
                  <a:pt x="19215" y="24515"/>
                </a:cubicBezTo>
                <a:lnTo>
                  <a:pt x="19215" y="22143"/>
                </a:lnTo>
                <a:lnTo>
                  <a:pt x="19013" y="22340"/>
                </a:lnTo>
                <a:cubicBezTo>
                  <a:pt x="18743" y="22472"/>
                  <a:pt x="18406" y="22604"/>
                  <a:pt x="18002" y="22736"/>
                </a:cubicBezTo>
                <a:cubicBezTo>
                  <a:pt x="17597" y="22867"/>
                  <a:pt x="17193" y="23065"/>
                  <a:pt x="16788" y="23329"/>
                </a:cubicBezTo>
                <a:cubicBezTo>
                  <a:pt x="16383" y="23592"/>
                  <a:pt x="15777" y="23724"/>
                  <a:pt x="14968" y="23724"/>
                </a:cubicBezTo>
                <a:cubicBezTo>
                  <a:pt x="14159" y="23724"/>
                  <a:pt x="13350" y="23790"/>
                  <a:pt x="12540" y="23922"/>
                </a:cubicBezTo>
                <a:cubicBezTo>
                  <a:pt x="8900" y="23922"/>
                  <a:pt x="5933" y="22802"/>
                  <a:pt x="3641" y="20561"/>
                </a:cubicBezTo>
                <a:lnTo>
                  <a:pt x="0" y="1700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00"/>
              </a:srgbClr>
            </a:solidFill>
            <a:miter/>
          </a:ln>
        </p:spPr>
      </p:sp>
      <p:sp>
        <p:nvSpPr>
          <p:cNvPr id="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D5E9F3-FFE5-40B4-ABFE-F949426D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137" y="3248868"/>
            <a:ext cx="45240" cy="197701"/>
          </a:xfrm>
          <a:custGeom xmlns:a="http://schemas.openxmlformats.org/drawingml/2006/main">
            <a:pathLst>
              <a:path w="45240" h="197701">
                <a:moveTo>
                  <a:pt x="45240" y="194143"/>
                </a:moveTo>
                <a:cubicBezTo>
                  <a:pt x="45105" y="195065"/>
                  <a:pt x="44701" y="195856"/>
                  <a:pt x="44026" y="196515"/>
                </a:cubicBezTo>
                <a:cubicBezTo>
                  <a:pt x="43352" y="197174"/>
                  <a:pt x="42408" y="197569"/>
                  <a:pt x="41195" y="197701"/>
                </a:cubicBezTo>
                <a:cubicBezTo>
                  <a:pt x="39846" y="197701"/>
                  <a:pt x="38700" y="197042"/>
                  <a:pt x="37756" y="195724"/>
                </a:cubicBezTo>
                <a:cubicBezTo>
                  <a:pt x="37352" y="194802"/>
                  <a:pt x="31014" y="178590"/>
                  <a:pt x="18743" y="147090"/>
                </a:cubicBezTo>
                <a:cubicBezTo>
                  <a:pt x="6472" y="115589"/>
                  <a:pt x="270" y="99510"/>
                  <a:pt x="135" y="98851"/>
                </a:cubicBezTo>
                <a:cubicBezTo>
                  <a:pt x="0" y="98192"/>
                  <a:pt x="6135" y="82112"/>
                  <a:pt x="18541" y="50612"/>
                </a:cubicBezTo>
                <a:cubicBezTo>
                  <a:pt x="30947" y="19111"/>
                  <a:pt x="37352" y="2900"/>
                  <a:pt x="37756" y="1977"/>
                </a:cubicBezTo>
                <a:cubicBezTo>
                  <a:pt x="38161" y="1318"/>
                  <a:pt x="38835" y="725"/>
                  <a:pt x="39779" y="198"/>
                </a:cubicBezTo>
                <a:lnTo>
                  <a:pt x="40386" y="0"/>
                </a:lnTo>
                <a:cubicBezTo>
                  <a:pt x="40790" y="0"/>
                  <a:pt x="41060" y="0"/>
                  <a:pt x="41195" y="0"/>
                </a:cubicBezTo>
                <a:cubicBezTo>
                  <a:pt x="43622" y="0"/>
                  <a:pt x="44970" y="1186"/>
                  <a:pt x="45240" y="3559"/>
                </a:cubicBezTo>
                <a:cubicBezTo>
                  <a:pt x="45240" y="4218"/>
                  <a:pt x="39172" y="20231"/>
                  <a:pt x="27036" y="51600"/>
                </a:cubicBezTo>
                <a:cubicBezTo>
                  <a:pt x="14765" y="82837"/>
                  <a:pt x="8630" y="98587"/>
                  <a:pt x="8630" y="98851"/>
                </a:cubicBezTo>
                <a:cubicBezTo>
                  <a:pt x="8630" y="99114"/>
                  <a:pt x="14765" y="114864"/>
                  <a:pt x="27036" y="146101"/>
                </a:cubicBezTo>
                <a:cubicBezTo>
                  <a:pt x="39172" y="177470"/>
                  <a:pt x="45240" y="193484"/>
                  <a:pt x="45240" y="1941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C4D45F-ED53-46FC-9C74-A86712D0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137" y="3248868"/>
            <a:ext cx="45240" cy="197701"/>
          </a:xfrm>
          <a:custGeom xmlns:a="http://schemas.openxmlformats.org/drawingml/2006/main">
            <a:pathLst>
              <a:path w="45240" h="197701" fill="none">
                <a:moveTo>
                  <a:pt x="45240" y="194143"/>
                </a:moveTo>
                <a:cubicBezTo>
                  <a:pt x="45105" y="195065"/>
                  <a:pt x="44701" y="195856"/>
                  <a:pt x="44026" y="196515"/>
                </a:cubicBezTo>
                <a:cubicBezTo>
                  <a:pt x="43352" y="197174"/>
                  <a:pt x="42408" y="197569"/>
                  <a:pt x="41195" y="197701"/>
                </a:cubicBezTo>
                <a:cubicBezTo>
                  <a:pt x="39846" y="197701"/>
                  <a:pt x="38700" y="197042"/>
                  <a:pt x="37756" y="195724"/>
                </a:cubicBezTo>
                <a:cubicBezTo>
                  <a:pt x="37352" y="194802"/>
                  <a:pt x="31014" y="178590"/>
                  <a:pt x="18743" y="147090"/>
                </a:cubicBezTo>
                <a:cubicBezTo>
                  <a:pt x="6472" y="115589"/>
                  <a:pt x="270" y="99510"/>
                  <a:pt x="135" y="98851"/>
                </a:cubicBezTo>
                <a:cubicBezTo>
                  <a:pt x="0" y="98192"/>
                  <a:pt x="6135" y="82112"/>
                  <a:pt x="18541" y="50612"/>
                </a:cubicBezTo>
                <a:cubicBezTo>
                  <a:pt x="30947" y="19111"/>
                  <a:pt x="37352" y="2900"/>
                  <a:pt x="37756" y="1977"/>
                </a:cubicBezTo>
                <a:cubicBezTo>
                  <a:pt x="38161" y="1318"/>
                  <a:pt x="38835" y="725"/>
                  <a:pt x="39779" y="198"/>
                </a:cubicBezTo>
                <a:lnTo>
                  <a:pt x="40386" y="0"/>
                </a:lnTo>
                <a:cubicBezTo>
                  <a:pt x="40790" y="0"/>
                  <a:pt x="41060" y="0"/>
                  <a:pt x="41195" y="0"/>
                </a:cubicBezTo>
                <a:cubicBezTo>
                  <a:pt x="43622" y="0"/>
                  <a:pt x="44970" y="1186"/>
                  <a:pt x="45240" y="3559"/>
                </a:cubicBezTo>
                <a:cubicBezTo>
                  <a:pt x="45240" y="4218"/>
                  <a:pt x="39172" y="20231"/>
                  <a:pt x="27036" y="51600"/>
                </a:cubicBezTo>
                <a:cubicBezTo>
                  <a:pt x="14765" y="82837"/>
                  <a:pt x="8630" y="98587"/>
                  <a:pt x="8630" y="98851"/>
                </a:cubicBezTo>
                <a:cubicBezTo>
                  <a:pt x="8630" y="99114"/>
                  <a:pt x="14765" y="114864"/>
                  <a:pt x="27036" y="146101"/>
                </a:cubicBezTo>
                <a:cubicBezTo>
                  <a:pt x="39172" y="177470"/>
                  <a:pt x="45240" y="193484"/>
                  <a:pt x="45240" y="19414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00"/>
              </a:srgbClr>
            </a:solidFill>
            <a:miter/>
          </a:ln>
        </p:spPr>
      </p:sp>
      <p:sp>
        <p:nvSpPr>
          <p:cNvPr id="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A990D5-91F0-4BA0-8302-D9EE7BF1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840" y="3262114"/>
            <a:ext cx="143002" cy="139379"/>
          </a:xfrm>
          <a:custGeom xmlns:a="http://schemas.openxmlformats.org/drawingml/2006/main">
            <a:pathLst>
              <a:path w="143002" h="139379">
                <a:moveTo>
                  <a:pt x="9506" y="9094"/>
                </a:moveTo>
                <a:cubicBezTo>
                  <a:pt x="4922" y="9094"/>
                  <a:pt x="2495" y="8831"/>
                  <a:pt x="2225" y="8303"/>
                </a:cubicBezTo>
                <a:cubicBezTo>
                  <a:pt x="2090" y="8040"/>
                  <a:pt x="2023" y="7513"/>
                  <a:pt x="2023" y="6722"/>
                </a:cubicBezTo>
                <a:cubicBezTo>
                  <a:pt x="2023" y="3559"/>
                  <a:pt x="2764" y="1384"/>
                  <a:pt x="4248" y="198"/>
                </a:cubicBezTo>
                <a:cubicBezTo>
                  <a:pt x="4517" y="66"/>
                  <a:pt x="5663" y="0"/>
                  <a:pt x="7686" y="0"/>
                </a:cubicBezTo>
                <a:cubicBezTo>
                  <a:pt x="13215" y="264"/>
                  <a:pt x="22384" y="395"/>
                  <a:pt x="35194" y="395"/>
                </a:cubicBezTo>
                <a:cubicBezTo>
                  <a:pt x="39779" y="395"/>
                  <a:pt x="44026" y="395"/>
                  <a:pt x="47937" y="395"/>
                </a:cubicBezTo>
                <a:cubicBezTo>
                  <a:pt x="51847" y="395"/>
                  <a:pt x="54881" y="330"/>
                  <a:pt x="57039" y="198"/>
                </a:cubicBezTo>
                <a:cubicBezTo>
                  <a:pt x="59196" y="66"/>
                  <a:pt x="60545" y="66"/>
                  <a:pt x="61084" y="198"/>
                </a:cubicBezTo>
                <a:cubicBezTo>
                  <a:pt x="63242" y="198"/>
                  <a:pt x="64320" y="857"/>
                  <a:pt x="64320" y="2175"/>
                </a:cubicBezTo>
                <a:cubicBezTo>
                  <a:pt x="64320" y="2438"/>
                  <a:pt x="64186" y="3361"/>
                  <a:pt x="63916" y="4943"/>
                </a:cubicBezTo>
                <a:cubicBezTo>
                  <a:pt x="63242" y="7183"/>
                  <a:pt x="62567" y="8501"/>
                  <a:pt x="61893" y="8897"/>
                </a:cubicBezTo>
                <a:lnTo>
                  <a:pt x="61489" y="8897"/>
                </a:lnTo>
                <a:cubicBezTo>
                  <a:pt x="61219" y="8897"/>
                  <a:pt x="60882" y="8897"/>
                  <a:pt x="60477" y="8897"/>
                </a:cubicBezTo>
                <a:cubicBezTo>
                  <a:pt x="60073" y="8897"/>
                  <a:pt x="59601" y="8897"/>
                  <a:pt x="59062" y="8897"/>
                </a:cubicBezTo>
                <a:cubicBezTo>
                  <a:pt x="58522" y="8897"/>
                  <a:pt x="57915" y="8962"/>
                  <a:pt x="57241" y="9094"/>
                </a:cubicBezTo>
                <a:cubicBezTo>
                  <a:pt x="56567" y="9226"/>
                  <a:pt x="55960" y="9226"/>
                  <a:pt x="55421" y="9094"/>
                </a:cubicBezTo>
                <a:cubicBezTo>
                  <a:pt x="50162" y="9226"/>
                  <a:pt x="46791" y="9424"/>
                  <a:pt x="45307" y="9687"/>
                </a:cubicBezTo>
                <a:cubicBezTo>
                  <a:pt x="43824" y="9951"/>
                  <a:pt x="42611" y="10676"/>
                  <a:pt x="41667" y="11862"/>
                </a:cubicBezTo>
                <a:cubicBezTo>
                  <a:pt x="41532" y="12126"/>
                  <a:pt x="39644" y="19045"/>
                  <a:pt x="36003" y="32621"/>
                </a:cubicBezTo>
                <a:cubicBezTo>
                  <a:pt x="32362" y="46196"/>
                  <a:pt x="28722" y="60431"/>
                  <a:pt x="25081" y="75324"/>
                </a:cubicBezTo>
                <a:cubicBezTo>
                  <a:pt x="21440" y="90218"/>
                  <a:pt x="19417" y="98982"/>
                  <a:pt x="19013" y="101618"/>
                </a:cubicBezTo>
                <a:cubicBezTo>
                  <a:pt x="18743" y="103464"/>
                  <a:pt x="18608" y="105375"/>
                  <a:pt x="18608" y="107352"/>
                </a:cubicBezTo>
                <a:cubicBezTo>
                  <a:pt x="18608" y="114469"/>
                  <a:pt x="20698" y="120071"/>
                  <a:pt x="24879" y="124156"/>
                </a:cubicBezTo>
                <a:cubicBezTo>
                  <a:pt x="29059" y="128242"/>
                  <a:pt x="34857" y="130285"/>
                  <a:pt x="42273" y="130285"/>
                </a:cubicBezTo>
                <a:cubicBezTo>
                  <a:pt x="51308" y="130285"/>
                  <a:pt x="60343" y="127320"/>
                  <a:pt x="69377" y="121389"/>
                </a:cubicBezTo>
                <a:cubicBezTo>
                  <a:pt x="78412" y="115458"/>
                  <a:pt x="85019" y="106495"/>
                  <a:pt x="89199" y="94501"/>
                </a:cubicBezTo>
                <a:lnTo>
                  <a:pt x="99515" y="54763"/>
                </a:lnTo>
                <a:cubicBezTo>
                  <a:pt x="105852" y="29457"/>
                  <a:pt x="109021" y="16277"/>
                  <a:pt x="109021" y="15223"/>
                </a:cubicBezTo>
                <a:cubicBezTo>
                  <a:pt x="109021" y="11664"/>
                  <a:pt x="104706" y="9621"/>
                  <a:pt x="96076" y="9094"/>
                </a:cubicBezTo>
                <a:cubicBezTo>
                  <a:pt x="92840" y="9094"/>
                  <a:pt x="91222" y="8369"/>
                  <a:pt x="91222" y="6920"/>
                </a:cubicBezTo>
                <a:cubicBezTo>
                  <a:pt x="91222" y="6656"/>
                  <a:pt x="91357" y="5865"/>
                  <a:pt x="91626" y="4547"/>
                </a:cubicBezTo>
                <a:cubicBezTo>
                  <a:pt x="92166" y="2438"/>
                  <a:pt x="92570" y="1186"/>
                  <a:pt x="92840" y="791"/>
                </a:cubicBezTo>
                <a:cubicBezTo>
                  <a:pt x="93110" y="395"/>
                  <a:pt x="93784" y="132"/>
                  <a:pt x="94862" y="0"/>
                </a:cubicBezTo>
                <a:cubicBezTo>
                  <a:pt x="95267" y="0"/>
                  <a:pt x="97425" y="66"/>
                  <a:pt x="101335" y="198"/>
                </a:cubicBezTo>
                <a:cubicBezTo>
                  <a:pt x="105245" y="330"/>
                  <a:pt x="110909" y="461"/>
                  <a:pt x="118325" y="593"/>
                </a:cubicBezTo>
                <a:cubicBezTo>
                  <a:pt x="125202" y="593"/>
                  <a:pt x="130461" y="527"/>
                  <a:pt x="134102" y="395"/>
                </a:cubicBezTo>
                <a:cubicBezTo>
                  <a:pt x="137743" y="264"/>
                  <a:pt x="139698" y="198"/>
                  <a:pt x="139968" y="198"/>
                </a:cubicBezTo>
                <a:cubicBezTo>
                  <a:pt x="141990" y="198"/>
                  <a:pt x="143002" y="857"/>
                  <a:pt x="143002" y="2175"/>
                </a:cubicBezTo>
                <a:cubicBezTo>
                  <a:pt x="143002" y="5074"/>
                  <a:pt x="142462" y="7051"/>
                  <a:pt x="141384" y="8106"/>
                </a:cubicBezTo>
                <a:cubicBezTo>
                  <a:pt x="140979" y="8765"/>
                  <a:pt x="139496" y="9094"/>
                  <a:pt x="136934" y="9094"/>
                </a:cubicBezTo>
                <a:cubicBezTo>
                  <a:pt x="127360" y="9621"/>
                  <a:pt x="121359" y="12257"/>
                  <a:pt x="118932" y="17002"/>
                </a:cubicBezTo>
                <a:cubicBezTo>
                  <a:pt x="118662" y="17661"/>
                  <a:pt x="115291" y="30380"/>
                  <a:pt x="108819" y="55159"/>
                </a:cubicBezTo>
                <a:cubicBezTo>
                  <a:pt x="103290" y="77433"/>
                  <a:pt x="99919" y="90547"/>
                  <a:pt x="98706" y="94501"/>
                </a:cubicBezTo>
                <a:cubicBezTo>
                  <a:pt x="94256" y="107681"/>
                  <a:pt x="86502" y="118423"/>
                  <a:pt x="75445" y="126727"/>
                </a:cubicBezTo>
                <a:cubicBezTo>
                  <a:pt x="64388" y="135030"/>
                  <a:pt x="52926" y="139248"/>
                  <a:pt x="41060" y="139379"/>
                </a:cubicBezTo>
                <a:cubicBezTo>
                  <a:pt x="28654" y="139379"/>
                  <a:pt x="18743" y="135689"/>
                  <a:pt x="11327" y="128308"/>
                </a:cubicBezTo>
                <a:cubicBezTo>
                  <a:pt x="3910" y="120927"/>
                  <a:pt x="135" y="112163"/>
                  <a:pt x="0" y="102014"/>
                </a:cubicBezTo>
                <a:lnTo>
                  <a:pt x="0" y="98851"/>
                </a:lnTo>
                <a:cubicBezTo>
                  <a:pt x="0" y="96478"/>
                  <a:pt x="3708" y="80794"/>
                  <a:pt x="11125" y="51798"/>
                </a:cubicBezTo>
                <a:cubicBezTo>
                  <a:pt x="17732" y="25306"/>
                  <a:pt x="21036" y="11664"/>
                  <a:pt x="21036" y="10874"/>
                </a:cubicBezTo>
                <a:cubicBezTo>
                  <a:pt x="21036" y="9951"/>
                  <a:pt x="17193" y="9358"/>
                  <a:pt x="9506" y="90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CA1420-41C9-4779-A64C-1B5E5643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840" y="3262114"/>
            <a:ext cx="143002" cy="139379"/>
          </a:xfrm>
          <a:custGeom xmlns:a="http://schemas.openxmlformats.org/drawingml/2006/main">
            <a:pathLst>
              <a:path w="143002" h="139379" fill="none">
                <a:moveTo>
                  <a:pt x="9506" y="9094"/>
                </a:moveTo>
                <a:cubicBezTo>
                  <a:pt x="4922" y="9094"/>
                  <a:pt x="2495" y="8831"/>
                  <a:pt x="2225" y="8303"/>
                </a:cubicBezTo>
                <a:cubicBezTo>
                  <a:pt x="2090" y="8040"/>
                  <a:pt x="2023" y="7513"/>
                  <a:pt x="2023" y="6722"/>
                </a:cubicBezTo>
                <a:cubicBezTo>
                  <a:pt x="2023" y="3559"/>
                  <a:pt x="2764" y="1384"/>
                  <a:pt x="4248" y="198"/>
                </a:cubicBezTo>
                <a:cubicBezTo>
                  <a:pt x="4517" y="66"/>
                  <a:pt x="5663" y="0"/>
                  <a:pt x="7686" y="0"/>
                </a:cubicBezTo>
                <a:cubicBezTo>
                  <a:pt x="13215" y="264"/>
                  <a:pt x="22384" y="395"/>
                  <a:pt x="35194" y="395"/>
                </a:cubicBezTo>
                <a:cubicBezTo>
                  <a:pt x="39779" y="395"/>
                  <a:pt x="44026" y="395"/>
                  <a:pt x="47937" y="395"/>
                </a:cubicBezTo>
                <a:cubicBezTo>
                  <a:pt x="51847" y="395"/>
                  <a:pt x="54881" y="330"/>
                  <a:pt x="57039" y="198"/>
                </a:cubicBezTo>
                <a:cubicBezTo>
                  <a:pt x="59196" y="66"/>
                  <a:pt x="60545" y="66"/>
                  <a:pt x="61084" y="198"/>
                </a:cubicBezTo>
                <a:cubicBezTo>
                  <a:pt x="63242" y="198"/>
                  <a:pt x="64320" y="857"/>
                  <a:pt x="64320" y="2175"/>
                </a:cubicBezTo>
                <a:cubicBezTo>
                  <a:pt x="64320" y="2438"/>
                  <a:pt x="64186" y="3361"/>
                  <a:pt x="63916" y="4943"/>
                </a:cubicBezTo>
                <a:cubicBezTo>
                  <a:pt x="63242" y="7183"/>
                  <a:pt x="62567" y="8501"/>
                  <a:pt x="61893" y="8897"/>
                </a:cubicBezTo>
                <a:lnTo>
                  <a:pt x="61489" y="8897"/>
                </a:lnTo>
                <a:cubicBezTo>
                  <a:pt x="61219" y="8897"/>
                  <a:pt x="60882" y="8897"/>
                  <a:pt x="60477" y="8897"/>
                </a:cubicBezTo>
                <a:cubicBezTo>
                  <a:pt x="60073" y="8897"/>
                  <a:pt x="59601" y="8897"/>
                  <a:pt x="59062" y="8897"/>
                </a:cubicBezTo>
                <a:cubicBezTo>
                  <a:pt x="58522" y="8897"/>
                  <a:pt x="57915" y="8962"/>
                  <a:pt x="57241" y="9094"/>
                </a:cubicBezTo>
                <a:cubicBezTo>
                  <a:pt x="56567" y="9226"/>
                  <a:pt x="55960" y="9226"/>
                  <a:pt x="55421" y="9094"/>
                </a:cubicBezTo>
                <a:cubicBezTo>
                  <a:pt x="50162" y="9226"/>
                  <a:pt x="46791" y="9424"/>
                  <a:pt x="45307" y="9687"/>
                </a:cubicBezTo>
                <a:cubicBezTo>
                  <a:pt x="43824" y="9951"/>
                  <a:pt x="42611" y="10676"/>
                  <a:pt x="41667" y="11862"/>
                </a:cubicBezTo>
                <a:cubicBezTo>
                  <a:pt x="41532" y="12126"/>
                  <a:pt x="39644" y="19045"/>
                  <a:pt x="36003" y="32621"/>
                </a:cubicBezTo>
                <a:cubicBezTo>
                  <a:pt x="32362" y="46196"/>
                  <a:pt x="28722" y="60431"/>
                  <a:pt x="25081" y="75324"/>
                </a:cubicBezTo>
                <a:cubicBezTo>
                  <a:pt x="21440" y="90218"/>
                  <a:pt x="19417" y="98982"/>
                  <a:pt x="19013" y="101618"/>
                </a:cubicBezTo>
                <a:cubicBezTo>
                  <a:pt x="18743" y="103464"/>
                  <a:pt x="18608" y="105375"/>
                  <a:pt x="18608" y="107352"/>
                </a:cubicBezTo>
                <a:cubicBezTo>
                  <a:pt x="18608" y="114469"/>
                  <a:pt x="20698" y="120071"/>
                  <a:pt x="24879" y="124156"/>
                </a:cubicBezTo>
                <a:cubicBezTo>
                  <a:pt x="29059" y="128242"/>
                  <a:pt x="34857" y="130285"/>
                  <a:pt x="42273" y="130285"/>
                </a:cubicBezTo>
                <a:cubicBezTo>
                  <a:pt x="51308" y="130285"/>
                  <a:pt x="60343" y="127320"/>
                  <a:pt x="69377" y="121389"/>
                </a:cubicBezTo>
                <a:cubicBezTo>
                  <a:pt x="78412" y="115458"/>
                  <a:pt x="85019" y="106495"/>
                  <a:pt x="89199" y="94501"/>
                </a:cubicBezTo>
                <a:lnTo>
                  <a:pt x="99515" y="54763"/>
                </a:lnTo>
                <a:cubicBezTo>
                  <a:pt x="105852" y="29457"/>
                  <a:pt x="109021" y="16277"/>
                  <a:pt x="109021" y="15223"/>
                </a:cubicBezTo>
                <a:cubicBezTo>
                  <a:pt x="109021" y="11664"/>
                  <a:pt x="104706" y="9621"/>
                  <a:pt x="96076" y="9094"/>
                </a:cubicBezTo>
                <a:cubicBezTo>
                  <a:pt x="92840" y="9094"/>
                  <a:pt x="91222" y="8369"/>
                  <a:pt x="91222" y="6920"/>
                </a:cubicBezTo>
                <a:cubicBezTo>
                  <a:pt x="91222" y="6656"/>
                  <a:pt x="91357" y="5865"/>
                  <a:pt x="91626" y="4547"/>
                </a:cubicBezTo>
                <a:cubicBezTo>
                  <a:pt x="92166" y="2438"/>
                  <a:pt x="92570" y="1186"/>
                  <a:pt x="92840" y="791"/>
                </a:cubicBezTo>
                <a:cubicBezTo>
                  <a:pt x="93110" y="395"/>
                  <a:pt x="93784" y="132"/>
                  <a:pt x="94862" y="0"/>
                </a:cubicBezTo>
                <a:cubicBezTo>
                  <a:pt x="95267" y="0"/>
                  <a:pt x="97425" y="66"/>
                  <a:pt x="101335" y="198"/>
                </a:cubicBezTo>
                <a:cubicBezTo>
                  <a:pt x="105245" y="330"/>
                  <a:pt x="110909" y="461"/>
                  <a:pt x="118325" y="593"/>
                </a:cubicBezTo>
                <a:cubicBezTo>
                  <a:pt x="125202" y="593"/>
                  <a:pt x="130461" y="527"/>
                  <a:pt x="134102" y="395"/>
                </a:cubicBezTo>
                <a:cubicBezTo>
                  <a:pt x="137743" y="264"/>
                  <a:pt x="139698" y="198"/>
                  <a:pt x="139968" y="198"/>
                </a:cubicBezTo>
                <a:cubicBezTo>
                  <a:pt x="141990" y="198"/>
                  <a:pt x="143002" y="857"/>
                  <a:pt x="143002" y="2175"/>
                </a:cubicBezTo>
                <a:cubicBezTo>
                  <a:pt x="143002" y="5074"/>
                  <a:pt x="142462" y="7051"/>
                  <a:pt x="141384" y="8106"/>
                </a:cubicBezTo>
                <a:cubicBezTo>
                  <a:pt x="140979" y="8765"/>
                  <a:pt x="139496" y="9094"/>
                  <a:pt x="136934" y="9094"/>
                </a:cubicBezTo>
                <a:cubicBezTo>
                  <a:pt x="127360" y="9621"/>
                  <a:pt x="121359" y="12257"/>
                  <a:pt x="118932" y="17002"/>
                </a:cubicBezTo>
                <a:cubicBezTo>
                  <a:pt x="118662" y="17661"/>
                  <a:pt x="115291" y="30380"/>
                  <a:pt x="108819" y="55159"/>
                </a:cubicBezTo>
                <a:cubicBezTo>
                  <a:pt x="103290" y="77433"/>
                  <a:pt x="99919" y="90547"/>
                  <a:pt x="98706" y="94501"/>
                </a:cubicBezTo>
                <a:cubicBezTo>
                  <a:pt x="94256" y="107681"/>
                  <a:pt x="86502" y="118423"/>
                  <a:pt x="75445" y="126727"/>
                </a:cubicBezTo>
                <a:cubicBezTo>
                  <a:pt x="64388" y="135030"/>
                  <a:pt x="52926" y="139248"/>
                  <a:pt x="41060" y="139379"/>
                </a:cubicBezTo>
                <a:cubicBezTo>
                  <a:pt x="28654" y="139379"/>
                  <a:pt x="18743" y="135689"/>
                  <a:pt x="11327" y="128308"/>
                </a:cubicBezTo>
                <a:cubicBezTo>
                  <a:pt x="3910" y="120927"/>
                  <a:pt x="135" y="112163"/>
                  <a:pt x="0" y="102014"/>
                </a:cubicBezTo>
                <a:lnTo>
                  <a:pt x="0" y="98851"/>
                </a:lnTo>
                <a:cubicBezTo>
                  <a:pt x="0" y="96478"/>
                  <a:pt x="3708" y="80794"/>
                  <a:pt x="11125" y="51798"/>
                </a:cubicBezTo>
                <a:cubicBezTo>
                  <a:pt x="17732" y="25306"/>
                  <a:pt x="21036" y="11664"/>
                  <a:pt x="21036" y="10874"/>
                </a:cubicBezTo>
                <a:cubicBezTo>
                  <a:pt x="21036" y="9951"/>
                  <a:pt x="17193" y="9358"/>
                  <a:pt x="9506" y="909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00"/>
              </a:srgbClr>
            </a:solidFill>
            <a:miter/>
          </a:ln>
        </p:spPr>
      </p:sp>
      <p:sp>
        <p:nvSpPr>
          <p:cNvPr id="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FD14B9-B162-4E9F-9D71-C1CEE96C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2533" y="3333849"/>
            <a:ext cx="59346" cy="96025"/>
          </a:xfrm>
          <a:custGeom xmlns:a="http://schemas.openxmlformats.org/drawingml/2006/main">
            <a:pathLst>
              <a:path w="59346" h="96025">
                <a:moveTo>
                  <a:pt x="12155" y="28235"/>
                </a:moveTo>
                <a:cubicBezTo>
                  <a:pt x="9581" y="28235"/>
                  <a:pt x="7579" y="27442"/>
                  <a:pt x="6149" y="25858"/>
                </a:cubicBezTo>
                <a:cubicBezTo>
                  <a:pt x="4719" y="24274"/>
                  <a:pt x="3956" y="22224"/>
                  <a:pt x="3861" y="19708"/>
                </a:cubicBezTo>
                <a:cubicBezTo>
                  <a:pt x="3861" y="14583"/>
                  <a:pt x="6149" y="10017"/>
                  <a:pt x="10725" y="6010"/>
                </a:cubicBezTo>
                <a:cubicBezTo>
                  <a:pt x="15301" y="2003"/>
                  <a:pt x="20831" y="0"/>
                  <a:pt x="27313" y="0"/>
                </a:cubicBezTo>
                <a:cubicBezTo>
                  <a:pt x="30650" y="0"/>
                  <a:pt x="32747" y="47"/>
                  <a:pt x="33605" y="140"/>
                </a:cubicBezTo>
                <a:cubicBezTo>
                  <a:pt x="40660" y="1258"/>
                  <a:pt x="46047" y="3727"/>
                  <a:pt x="49765" y="7548"/>
                </a:cubicBezTo>
                <a:cubicBezTo>
                  <a:pt x="53483" y="11368"/>
                  <a:pt x="55389" y="15515"/>
                  <a:pt x="55485" y="19988"/>
                </a:cubicBezTo>
                <a:cubicBezTo>
                  <a:pt x="55485" y="24833"/>
                  <a:pt x="53864" y="29539"/>
                  <a:pt x="50623" y="34105"/>
                </a:cubicBezTo>
                <a:cubicBezTo>
                  <a:pt x="47381" y="38671"/>
                  <a:pt x="42901" y="41979"/>
                  <a:pt x="37180" y="44029"/>
                </a:cubicBezTo>
                <a:lnTo>
                  <a:pt x="36751" y="44309"/>
                </a:lnTo>
                <a:cubicBezTo>
                  <a:pt x="36751" y="44402"/>
                  <a:pt x="37180" y="44542"/>
                  <a:pt x="38038" y="44728"/>
                </a:cubicBezTo>
                <a:cubicBezTo>
                  <a:pt x="38896" y="44914"/>
                  <a:pt x="40279" y="45334"/>
                  <a:pt x="42185" y="45986"/>
                </a:cubicBezTo>
                <a:cubicBezTo>
                  <a:pt x="44092" y="46638"/>
                  <a:pt x="45904" y="47617"/>
                  <a:pt x="47620" y="48921"/>
                </a:cubicBezTo>
                <a:cubicBezTo>
                  <a:pt x="55437" y="53860"/>
                  <a:pt x="59346" y="60383"/>
                  <a:pt x="59346" y="68490"/>
                </a:cubicBezTo>
                <a:cubicBezTo>
                  <a:pt x="59346" y="75851"/>
                  <a:pt x="56390" y="82281"/>
                  <a:pt x="50480" y="87779"/>
                </a:cubicBezTo>
                <a:cubicBezTo>
                  <a:pt x="44569" y="93276"/>
                  <a:pt x="37085" y="96025"/>
                  <a:pt x="28028" y="96025"/>
                </a:cubicBezTo>
                <a:cubicBezTo>
                  <a:pt x="20402" y="96025"/>
                  <a:pt x="13823" y="94022"/>
                  <a:pt x="8294" y="90015"/>
                </a:cubicBezTo>
                <a:cubicBezTo>
                  <a:pt x="2765" y="86008"/>
                  <a:pt x="0" y="80930"/>
                  <a:pt x="0" y="74780"/>
                </a:cubicBezTo>
                <a:cubicBezTo>
                  <a:pt x="0" y="72170"/>
                  <a:pt x="858" y="70074"/>
                  <a:pt x="2574" y="68490"/>
                </a:cubicBezTo>
                <a:cubicBezTo>
                  <a:pt x="4290" y="66906"/>
                  <a:pt x="6435" y="66067"/>
                  <a:pt x="9009" y="65974"/>
                </a:cubicBezTo>
                <a:cubicBezTo>
                  <a:pt x="11678" y="65974"/>
                  <a:pt x="13871" y="66812"/>
                  <a:pt x="15587" y="68490"/>
                </a:cubicBezTo>
                <a:cubicBezTo>
                  <a:pt x="17303" y="70167"/>
                  <a:pt x="18161" y="72264"/>
                  <a:pt x="18161" y="74780"/>
                </a:cubicBezTo>
                <a:cubicBezTo>
                  <a:pt x="18161" y="75805"/>
                  <a:pt x="18018" y="76736"/>
                  <a:pt x="17732" y="77575"/>
                </a:cubicBezTo>
                <a:cubicBezTo>
                  <a:pt x="17446" y="78414"/>
                  <a:pt x="17113" y="79159"/>
                  <a:pt x="16731" y="79811"/>
                </a:cubicBezTo>
                <a:cubicBezTo>
                  <a:pt x="16350" y="80464"/>
                  <a:pt x="15826" y="81023"/>
                  <a:pt x="15158" y="81489"/>
                </a:cubicBezTo>
                <a:cubicBezTo>
                  <a:pt x="14491" y="81955"/>
                  <a:pt x="13919" y="82327"/>
                  <a:pt x="13442" y="82607"/>
                </a:cubicBezTo>
                <a:cubicBezTo>
                  <a:pt x="12965" y="82886"/>
                  <a:pt x="12489" y="83073"/>
                  <a:pt x="12012" y="83166"/>
                </a:cubicBezTo>
                <a:cubicBezTo>
                  <a:pt x="11535" y="83259"/>
                  <a:pt x="11154" y="83399"/>
                  <a:pt x="10868" y="83585"/>
                </a:cubicBezTo>
                <a:lnTo>
                  <a:pt x="10296" y="83725"/>
                </a:lnTo>
                <a:cubicBezTo>
                  <a:pt x="15158" y="87918"/>
                  <a:pt x="21069" y="90015"/>
                  <a:pt x="28028" y="90015"/>
                </a:cubicBezTo>
                <a:cubicBezTo>
                  <a:pt x="33272" y="90015"/>
                  <a:pt x="37228" y="87546"/>
                  <a:pt x="39897" y="82607"/>
                </a:cubicBezTo>
                <a:cubicBezTo>
                  <a:pt x="41518" y="79532"/>
                  <a:pt x="42328" y="74826"/>
                  <a:pt x="42328" y="68490"/>
                </a:cubicBezTo>
                <a:lnTo>
                  <a:pt x="42328" y="65694"/>
                </a:lnTo>
                <a:cubicBezTo>
                  <a:pt x="42328" y="56842"/>
                  <a:pt x="39278" y="50925"/>
                  <a:pt x="33176" y="47943"/>
                </a:cubicBezTo>
                <a:cubicBezTo>
                  <a:pt x="31746" y="47384"/>
                  <a:pt x="28839" y="47058"/>
                  <a:pt x="24453" y="46964"/>
                </a:cubicBezTo>
                <a:lnTo>
                  <a:pt x="18447" y="46825"/>
                </a:lnTo>
                <a:lnTo>
                  <a:pt x="18018" y="46545"/>
                </a:lnTo>
                <a:cubicBezTo>
                  <a:pt x="17828" y="46265"/>
                  <a:pt x="17732" y="45520"/>
                  <a:pt x="17732" y="44309"/>
                </a:cubicBezTo>
                <a:cubicBezTo>
                  <a:pt x="17732" y="42631"/>
                  <a:pt x="18114" y="41793"/>
                  <a:pt x="18876" y="41793"/>
                </a:cubicBezTo>
                <a:cubicBezTo>
                  <a:pt x="21546" y="41793"/>
                  <a:pt x="24310" y="41560"/>
                  <a:pt x="27170" y="41094"/>
                </a:cubicBezTo>
                <a:cubicBezTo>
                  <a:pt x="30412" y="40628"/>
                  <a:pt x="33367" y="38671"/>
                  <a:pt x="36036" y="35223"/>
                </a:cubicBezTo>
                <a:cubicBezTo>
                  <a:pt x="38706" y="31775"/>
                  <a:pt x="40040" y="26557"/>
                  <a:pt x="40040" y="19568"/>
                </a:cubicBezTo>
                <a:lnTo>
                  <a:pt x="40040" y="18450"/>
                </a:lnTo>
                <a:cubicBezTo>
                  <a:pt x="40040" y="13139"/>
                  <a:pt x="38372" y="9458"/>
                  <a:pt x="35035" y="7408"/>
                </a:cubicBezTo>
                <a:cubicBezTo>
                  <a:pt x="32938" y="6104"/>
                  <a:pt x="30698" y="5451"/>
                  <a:pt x="28314" y="5451"/>
                </a:cubicBezTo>
                <a:cubicBezTo>
                  <a:pt x="25264" y="5451"/>
                  <a:pt x="22451" y="5964"/>
                  <a:pt x="19877" y="6989"/>
                </a:cubicBezTo>
                <a:cubicBezTo>
                  <a:pt x="17303" y="8014"/>
                  <a:pt x="15492" y="9085"/>
                  <a:pt x="14443" y="10204"/>
                </a:cubicBezTo>
                <a:cubicBezTo>
                  <a:pt x="13394" y="11322"/>
                  <a:pt x="12870" y="11881"/>
                  <a:pt x="12870" y="11881"/>
                </a:cubicBezTo>
                <a:lnTo>
                  <a:pt x="13299" y="11881"/>
                </a:lnTo>
                <a:cubicBezTo>
                  <a:pt x="13585" y="11974"/>
                  <a:pt x="13966" y="12067"/>
                  <a:pt x="14443" y="12160"/>
                </a:cubicBezTo>
                <a:cubicBezTo>
                  <a:pt x="14920" y="12254"/>
                  <a:pt x="15397" y="12487"/>
                  <a:pt x="15873" y="12859"/>
                </a:cubicBezTo>
                <a:cubicBezTo>
                  <a:pt x="16350" y="13232"/>
                  <a:pt x="16922" y="13558"/>
                  <a:pt x="17589" y="13838"/>
                </a:cubicBezTo>
                <a:cubicBezTo>
                  <a:pt x="18257" y="14117"/>
                  <a:pt x="18733" y="14630"/>
                  <a:pt x="19019" y="15375"/>
                </a:cubicBezTo>
                <a:cubicBezTo>
                  <a:pt x="19305" y="16121"/>
                  <a:pt x="19687" y="16820"/>
                  <a:pt x="20163" y="17472"/>
                </a:cubicBezTo>
                <a:cubicBezTo>
                  <a:pt x="20640" y="18124"/>
                  <a:pt x="20783" y="19056"/>
                  <a:pt x="20592" y="20267"/>
                </a:cubicBezTo>
                <a:cubicBezTo>
                  <a:pt x="20592" y="22317"/>
                  <a:pt x="19925" y="24134"/>
                  <a:pt x="18590" y="25719"/>
                </a:cubicBezTo>
                <a:cubicBezTo>
                  <a:pt x="17256" y="27303"/>
                  <a:pt x="15111" y="28141"/>
                  <a:pt x="12155" y="282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1D871E-49FB-4949-A859-B0676C1E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2533" y="3333849"/>
            <a:ext cx="59346" cy="96025"/>
          </a:xfrm>
          <a:custGeom xmlns:a="http://schemas.openxmlformats.org/drawingml/2006/main">
            <a:pathLst>
              <a:path w="59346" h="96025" fill="none">
                <a:moveTo>
                  <a:pt x="12155" y="28235"/>
                </a:moveTo>
                <a:cubicBezTo>
                  <a:pt x="9581" y="28235"/>
                  <a:pt x="7579" y="27442"/>
                  <a:pt x="6149" y="25858"/>
                </a:cubicBezTo>
                <a:cubicBezTo>
                  <a:pt x="4719" y="24274"/>
                  <a:pt x="3956" y="22224"/>
                  <a:pt x="3861" y="19708"/>
                </a:cubicBezTo>
                <a:cubicBezTo>
                  <a:pt x="3861" y="14583"/>
                  <a:pt x="6149" y="10017"/>
                  <a:pt x="10725" y="6010"/>
                </a:cubicBezTo>
                <a:cubicBezTo>
                  <a:pt x="15301" y="2003"/>
                  <a:pt x="20831" y="0"/>
                  <a:pt x="27313" y="0"/>
                </a:cubicBezTo>
                <a:cubicBezTo>
                  <a:pt x="30650" y="0"/>
                  <a:pt x="32747" y="47"/>
                  <a:pt x="33605" y="140"/>
                </a:cubicBezTo>
                <a:cubicBezTo>
                  <a:pt x="40660" y="1258"/>
                  <a:pt x="46047" y="3727"/>
                  <a:pt x="49765" y="7548"/>
                </a:cubicBezTo>
                <a:cubicBezTo>
                  <a:pt x="53483" y="11368"/>
                  <a:pt x="55389" y="15515"/>
                  <a:pt x="55485" y="19988"/>
                </a:cubicBezTo>
                <a:cubicBezTo>
                  <a:pt x="55485" y="24833"/>
                  <a:pt x="53864" y="29539"/>
                  <a:pt x="50623" y="34105"/>
                </a:cubicBezTo>
                <a:cubicBezTo>
                  <a:pt x="47381" y="38671"/>
                  <a:pt x="42901" y="41979"/>
                  <a:pt x="37180" y="44029"/>
                </a:cubicBezTo>
                <a:lnTo>
                  <a:pt x="36751" y="44309"/>
                </a:lnTo>
                <a:cubicBezTo>
                  <a:pt x="36751" y="44402"/>
                  <a:pt x="37180" y="44542"/>
                  <a:pt x="38038" y="44728"/>
                </a:cubicBezTo>
                <a:cubicBezTo>
                  <a:pt x="38896" y="44914"/>
                  <a:pt x="40279" y="45334"/>
                  <a:pt x="42185" y="45986"/>
                </a:cubicBezTo>
                <a:cubicBezTo>
                  <a:pt x="44092" y="46638"/>
                  <a:pt x="45904" y="47617"/>
                  <a:pt x="47620" y="48921"/>
                </a:cubicBezTo>
                <a:cubicBezTo>
                  <a:pt x="55437" y="53860"/>
                  <a:pt x="59346" y="60383"/>
                  <a:pt x="59346" y="68490"/>
                </a:cubicBezTo>
                <a:cubicBezTo>
                  <a:pt x="59346" y="75851"/>
                  <a:pt x="56390" y="82281"/>
                  <a:pt x="50480" y="87779"/>
                </a:cubicBezTo>
                <a:cubicBezTo>
                  <a:pt x="44569" y="93276"/>
                  <a:pt x="37085" y="96025"/>
                  <a:pt x="28028" y="96025"/>
                </a:cubicBezTo>
                <a:cubicBezTo>
                  <a:pt x="20402" y="96025"/>
                  <a:pt x="13823" y="94022"/>
                  <a:pt x="8294" y="90015"/>
                </a:cubicBezTo>
                <a:cubicBezTo>
                  <a:pt x="2765" y="86008"/>
                  <a:pt x="0" y="80930"/>
                  <a:pt x="0" y="74780"/>
                </a:cubicBezTo>
                <a:cubicBezTo>
                  <a:pt x="0" y="72170"/>
                  <a:pt x="858" y="70074"/>
                  <a:pt x="2574" y="68490"/>
                </a:cubicBezTo>
                <a:cubicBezTo>
                  <a:pt x="4290" y="66906"/>
                  <a:pt x="6435" y="66067"/>
                  <a:pt x="9009" y="65974"/>
                </a:cubicBezTo>
                <a:cubicBezTo>
                  <a:pt x="11678" y="65974"/>
                  <a:pt x="13871" y="66812"/>
                  <a:pt x="15587" y="68490"/>
                </a:cubicBezTo>
                <a:cubicBezTo>
                  <a:pt x="17303" y="70167"/>
                  <a:pt x="18161" y="72264"/>
                  <a:pt x="18161" y="74780"/>
                </a:cubicBezTo>
                <a:cubicBezTo>
                  <a:pt x="18161" y="75805"/>
                  <a:pt x="18018" y="76736"/>
                  <a:pt x="17732" y="77575"/>
                </a:cubicBezTo>
                <a:cubicBezTo>
                  <a:pt x="17446" y="78414"/>
                  <a:pt x="17113" y="79159"/>
                  <a:pt x="16731" y="79811"/>
                </a:cubicBezTo>
                <a:cubicBezTo>
                  <a:pt x="16350" y="80464"/>
                  <a:pt x="15826" y="81023"/>
                  <a:pt x="15158" y="81489"/>
                </a:cubicBezTo>
                <a:cubicBezTo>
                  <a:pt x="14491" y="81955"/>
                  <a:pt x="13919" y="82327"/>
                  <a:pt x="13442" y="82607"/>
                </a:cubicBezTo>
                <a:cubicBezTo>
                  <a:pt x="12965" y="82886"/>
                  <a:pt x="12489" y="83073"/>
                  <a:pt x="12012" y="83166"/>
                </a:cubicBezTo>
                <a:cubicBezTo>
                  <a:pt x="11535" y="83259"/>
                  <a:pt x="11154" y="83399"/>
                  <a:pt x="10868" y="83585"/>
                </a:cubicBezTo>
                <a:lnTo>
                  <a:pt x="10296" y="83725"/>
                </a:lnTo>
                <a:cubicBezTo>
                  <a:pt x="15158" y="87918"/>
                  <a:pt x="21069" y="90015"/>
                  <a:pt x="28028" y="90015"/>
                </a:cubicBezTo>
                <a:cubicBezTo>
                  <a:pt x="33272" y="90015"/>
                  <a:pt x="37228" y="87546"/>
                  <a:pt x="39897" y="82607"/>
                </a:cubicBezTo>
                <a:cubicBezTo>
                  <a:pt x="41518" y="79532"/>
                  <a:pt x="42328" y="74826"/>
                  <a:pt x="42328" y="68490"/>
                </a:cubicBezTo>
                <a:lnTo>
                  <a:pt x="42328" y="65694"/>
                </a:lnTo>
                <a:cubicBezTo>
                  <a:pt x="42328" y="56842"/>
                  <a:pt x="39278" y="50925"/>
                  <a:pt x="33176" y="47943"/>
                </a:cubicBezTo>
                <a:cubicBezTo>
                  <a:pt x="31746" y="47384"/>
                  <a:pt x="28839" y="47058"/>
                  <a:pt x="24453" y="46964"/>
                </a:cubicBezTo>
                <a:lnTo>
                  <a:pt x="18447" y="46825"/>
                </a:lnTo>
                <a:lnTo>
                  <a:pt x="18018" y="46545"/>
                </a:lnTo>
                <a:cubicBezTo>
                  <a:pt x="17828" y="46265"/>
                  <a:pt x="17732" y="45520"/>
                  <a:pt x="17732" y="44309"/>
                </a:cubicBezTo>
                <a:cubicBezTo>
                  <a:pt x="17732" y="42631"/>
                  <a:pt x="18114" y="41793"/>
                  <a:pt x="18876" y="41793"/>
                </a:cubicBezTo>
                <a:cubicBezTo>
                  <a:pt x="21546" y="41793"/>
                  <a:pt x="24310" y="41560"/>
                  <a:pt x="27170" y="41094"/>
                </a:cubicBezTo>
                <a:cubicBezTo>
                  <a:pt x="30412" y="40628"/>
                  <a:pt x="33367" y="38671"/>
                  <a:pt x="36036" y="35223"/>
                </a:cubicBezTo>
                <a:cubicBezTo>
                  <a:pt x="38706" y="31775"/>
                  <a:pt x="40040" y="26557"/>
                  <a:pt x="40040" y="19568"/>
                </a:cubicBezTo>
                <a:lnTo>
                  <a:pt x="40040" y="18450"/>
                </a:lnTo>
                <a:cubicBezTo>
                  <a:pt x="40040" y="13139"/>
                  <a:pt x="38372" y="9458"/>
                  <a:pt x="35035" y="7408"/>
                </a:cubicBezTo>
                <a:cubicBezTo>
                  <a:pt x="32938" y="6104"/>
                  <a:pt x="30698" y="5451"/>
                  <a:pt x="28314" y="5451"/>
                </a:cubicBezTo>
                <a:cubicBezTo>
                  <a:pt x="25264" y="5451"/>
                  <a:pt x="22451" y="5964"/>
                  <a:pt x="19877" y="6989"/>
                </a:cubicBezTo>
                <a:cubicBezTo>
                  <a:pt x="17303" y="8014"/>
                  <a:pt x="15492" y="9085"/>
                  <a:pt x="14443" y="10204"/>
                </a:cubicBezTo>
                <a:cubicBezTo>
                  <a:pt x="13394" y="11322"/>
                  <a:pt x="12870" y="11881"/>
                  <a:pt x="12870" y="11881"/>
                </a:cubicBezTo>
                <a:lnTo>
                  <a:pt x="13299" y="11881"/>
                </a:lnTo>
                <a:cubicBezTo>
                  <a:pt x="13585" y="11974"/>
                  <a:pt x="13966" y="12067"/>
                  <a:pt x="14443" y="12160"/>
                </a:cubicBezTo>
                <a:cubicBezTo>
                  <a:pt x="14920" y="12254"/>
                  <a:pt x="15397" y="12487"/>
                  <a:pt x="15873" y="12859"/>
                </a:cubicBezTo>
                <a:cubicBezTo>
                  <a:pt x="16350" y="13232"/>
                  <a:pt x="16922" y="13558"/>
                  <a:pt x="17589" y="13838"/>
                </a:cubicBezTo>
                <a:cubicBezTo>
                  <a:pt x="18257" y="14117"/>
                  <a:pt x="18733" y="14630"/>
                  <a:pt x="19019" y="15375"/>
                </a:cubicBezTo>
                <a:cubicBezTo>
                  <a:pt x="19305" y="16121"/>
                  <a:pt x="19687" y="16820"/>
                  <a:pt x="20163" y="17472"/>
                </a:cubicBezTo>
                <a:cubicBezTo>
                  <a:pt x="20640" y="18124"/>
                  <a:pt x="20783" y="19056"/>
                  <a:pt x="20592" y="20267"/>
                </a:cubicBezTo>
                <a:cubicBezTo>
                  <a:pt x="20592" y="22317"/>
                  <a:pt x="19925" y="24134"/>
                  <a:pt x="18590" y="25719"/>
                </a:cubicBezTo>
                <a:cubicBezTo>
                  <a:pt x="17256" y="27303"/>
                  <a:pt x="15111" y="28141"/>
                  <a:pt x="12155" y="2823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1" cap="flat">
            <a:solidFill>
              <a:srgbClr val="000000">
                <a:alpha val="8770"/>
              </a:srgbClr>
            </a:solidFill>
            <a:miter/>
          </a:ln>
        </p:spPr>
      </p:sp>
      <p:sp>
        <p:nvSpPr>
          <p:cNvPr id="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5AE0FF-8CF2-4F2B-8876-DEF85E71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181" y="3409886"/>
            <a:ext cx="18876" cy="44122"/>
          </a:xfrm>
          <a:custGeom xmlns:a="http://schemas.openxmlformats.org/drawingml/2006/main">
            <a:pathLst>
              <a:path w="18876" h="44122">
                <a:moveTo>
                  <a:pt x="0" y="12021"/>
                </a:moveTo>
                <a:cubicBezTo>
                  <a:pt x="0" y="12021"/>
                  <a:pt x="0" y="10856"/>
                  <a:pt x="0" y="8526"/>
                </a:cubicBezTo>
                <a:cubicBezTo>
                  <a:pt x="0" y="6197"/>
                  <a:pt x="763" y="4193"/>
                  <a:pt x="2288" y="2516"/>
                </a:cubicBezTo>
                <a:cubicBezTo>
                  <a:pt x="3813" y="839"/>
                  <a:pt x="5863" y="0"/>
                  <a:pt x="8437" y="0"/>
                </a:cubicBezTo>
                <a:cubicBezTo>
                  <a:pt x="11106" y="0"/>
                  <a:pt x="13490" y="1165"/>
                  <a:pt x="15587" y="3494"/>
                </a:cubicBezTo>
                <a:cubicBezTo>
                  <a:pt x="17685" y="5824"/>
                  <a:pt x="18781" y="9924"/>
                  <a:pt x="18876" y="15795"/>
                </a:cubicBezTo>
                <a:cubicBezTo>
                  <a:pt x="18876" y="19056"/>
                  <a:pt x="18447" y="22224"/>
                  <a:pt x="17589" y="25299"/>
                </a:cubicBezTo>
                <a:cubicBezTo>
                  <a:pt x="16731" y="28374"/>
                  <a:pt x="15730" y="31030"/>
                  <a:pt x="14586" y="33266"/>
                </a:cubicBezTo>
                <a:cubicBezTo>
                  <a:pt x="13442" y="35503"/>
                  <a:pt x="12203" y="37413"/>
                  <a:pt x="10868" y="38997"/>
                </a:cubicBezTo>
                <a:cubicBezTo>
                  <a:pt x="9533" y="40581"/>
                  <a:pt x="8389" y="41839"/>
                  <a:pt x="7436" y="42771"/>
                </a:cubicBezTo>
                <a:cubicBezTo>
                  <a:pt x="6483" y="43703"/>
                  <a:pt x="5863" y="44122"/>
                  <a:pt x="5577" y="44029"/>
                </a:cubicBezTo>
                <a:cubicBezTo>
                  <a:pt x="5196" y="44029"/>
                  <a:pt x="4576" y="43610"/>
                  <a:pt x="3718" y="42771"/>
                </a:cubicBezTo>
                <a:cubicBezTo>
                  <a:pt x="2860" y="41932"/>
                  <a:pt x="2431" y="41327"/>
                  <a:pt x="2431" y="40954"/>
                </a:cubicBezTo>
                <a:cubicBezTo>
                  <a:pt x="2431" y="40581"/>
                  <a:pt x="2955" y="39836"/>
                  <a:pt x="4004" y="38718"/>
                </a:cubicBezTo>
                <a:cubicBezTo>
                  <a:pt x="5053" y="37599"/>
                  <a:pt x="6244" y="36202"/>
                  <a:pt x="7579" y="34524"/>
                </a:cubicBezTo>
                <a:cubicBezTo>
                  <a:pt x="8914" y="32847"/>
                  <a:pt x="10153" y="30518"/>
                  <a:pt x="11297" y="27536"/>
                </a:cubicBezTo>
                <a:cubicBezTo>
                  <a:pt x="12441" y="24554"/>
                  <a:pt x="13204" y="21153"/>
                  <a:pt x="13585" y="17332"/>
                </a:cubicBezTo>
                <a:lnTo>
                  <a:pt x="13585" y="15655"/>
                </a:lnTo>
                <a:lnTo>
                  <a:pt x="13442" y="15795"/>
                </a:lnTo>
                <a:cubicBezTo>
                  <a:pt x="13251" y="15888"/>
                  <a:pt x="13013" y="15981"/>
                  <a:pt x="12727" y="16074"/>
                </a:cubicBezTo>
                <a:cubicBezTo>
                  <a:pt x="12441" y="16167"/>
                  <a:pt x="12155" y="16307"/>
                  <a:pt x="11869" y="16493"/>
                </a:cubicBezTo>
                <a:cubicBezTo>
                  <a:pt x="11583" y="16680"/>
                  <a:pt x="11154" y="16773"/>
                  <a:pt x="10582" y="16773"/>
                </a:cubicBezTo>
                <a:cubicBezTo>
                  <a:pt x="10010" y="16773"/>
                  <a:pt x="9438" y="16820"/>
                  <a:pt x="8866" y="16913"/>
                </a:cubicBezTo>
                <a:cubicBezTo>
                  <a:pt x="6292" y="16913"/>
                  <a:pt x="4195" y="16121"/>
                  <a:pt x="2574" y="14537"/>
                </a:cubicBezTo>
                <a:lnTo>
                  <a:pt x="0" y="120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701B19-C701-417B-A04F-71B62CBD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181" y="3409886"/>
            <a:ext cx="18876" cy="44122"/>
          </a:xfrm>
          <a:custGeom xmlns:a="http://schemas.openxmlformats.org/drawingml/2006/main">
            <a:pathLst>
              <a:path w="18876" h="44122" fill="none">
                <a:moveTo>
                  <a:pt x="0" y="12021"/>
                </a:moveTo>
                <a:cubicBezTo>
                  <a:pt x="0" y="12021"/>
                  <a:pt x="0" y="10856"/>
                  <a:pt x="0" y="8526"/>
                </a:cubicBezTo>
                <a:cubicBezTo>
                  <a:pt x="0" y="6197"/>
                  <a:pt x="763" y="4193"/>
                  <a:pt x="2288" y="2516"/>
                </a:cubicBezTo>
                <a:cubicBezTo>
                  <a:pt x="3813" y="839"/>
                  <a:pt x="5863" y="0"/>
                  <a:pt x="8437" y="0"/>
                </a:cubicBezTo>
                <a:cubicBezTo>
                  <a:pt x="11106" y="0"/>
                  <a:pt x="13490" y="1165"/>
                  <a:pt x="15587" y="3494"/>
                </a:cubicBezTo>
                <a:cubicBezTo>
                  <a:pt x="17685" y="5824"/>
                  <a:pt x="18781" y="9924"/>
                  <a:pt x="18876" y="15795"/>
                </a:cubicBezTo>
                <a:cubicBezTo>
                  <a:pt x="18876" y="19056"/>
                  <a:pt x="18447" y="22224"/>
                  <a:pt x="17589" y="25299"/>
                </a:cubicBezTo>
                <a:cubicBezTo>
                  <a:pt x="16731" y="28374"/>
                  <a:pt x="15730" y="31030"/>
                  <a:pt x="14586" y="33266"/>
                </a:cubicBezTo>
                <a:cubicBezTo>
                  <a:pt x="13442" y="35503"/>
                  <a:pt x="12203" y="37413"/>
                  <a:pt x="10868" y="38997"/>
                </a:cubicBezTo>
                <a:cubicBezTo>
                  <a:pt x="9533" y="40581"/>
                  <a:pt x="8389" y="41839"/>
                  <a:pt x="7436" y="42771"/>
                </a:cubicBezTo>
                <a:cubicBezTo>
                  <a:pt x="6483" y="43703"/>
                  <a:pt x="5863" y="44122"/>
                  <a:pt x="5577" y="44029"/>
                </a:cubicBezTo>
                <a:cubicBezTo>
                  <a:pt x="5196" y="44029"/>
                  <a:pt x="4576" y="43610"/>
                  <a:pt x="3718" y="42771"/>
                </a:cubicBezTo>
                <a:cubicBezTo>
                  <a:pt x="2860" y="41932"/>
                  <a:pt x="2431" y="41327"/>
                  <a:pt x="2431" y="40954"/>
                </a:cubicBezTo>
                <a:cubicBezTo>
                  <a:pt x="2431" y="40581"/>
                  <a:pt x="2955" y="39836"/>
                  <a:pt x="4004" y="38718"/>
                </a:cubicBezTo>
                <a:cubicBezTo>
                  <a:pt x="5053" y="37599"/>
                  <a:pt x="6244" y="36202"/>
                  <a:pt x="7579" y="34524"/>
                </a:cubicBezTo>
                <a:cubicBezTo>
                  <a:pt x="8914" y="32847"/>
                  <a:pt x="10153" y="30518"/>
                  <a:pt x="11297" y="27536"/>
                </a:cubicBezTo>
                <a:cubicBezTo>
                  <a:pt x="12441" y="24554"/>
                  <a:pt x="13204" y="21153"/>
                  <a:pt x="13585" y="17332"/>
                </a:cubicBezTo>
                <a:lnTo>
                  <a:pt x="13585" y="15655"/>
                </a:lnTo>
                <a:lnTo>
                  <a:pt x="13442" y="15795"/>
                </a:lnTo>
                <a:cubicBezTo>
                  <a:pt x="13251" y="15888"/>
                  <a:pt x="13013" y="15981"/>
                  <a:pt x="12727" y="16074"/>
                </a:cubicBezTo>
                <a:cubicBezTo>
                  <a:pt x="12441" y="16167"/>
                  <a:pt x="12155" y="16307"/>
                  <a:pt x="11869" y="16493"/>
                </a:cubicBezTo>
                <a:cubicBezTo>
                  <a:pt x="11583" y="16680"/>
                  <a:pt x="11154" y="16773"/>
                  <a:pt x="10582" y="16773"/>
                </a:cubicBezTo>
                <a:cubicBezTo>
                  <a:pt x="10010" y="16773"/>
                  <a:pt x="9438" y="16820"/>
                  <a:pt x="8866" y="16913"/>
                </a:cubicBezTo>
                <a:cubicBezTo>
                  <a:pt x="6292" y="16913"/>
                  <a:pt x="4195" y="16121"/>
                  <a:pt x="2574" y="14537"/>
                </a:cubicBezTo>
                <a:lnTo>
                  <a:pt x="0" y="1202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1" cap="flat">
            <a:solidFill>
              <a:srgbClr val="000000">
                <a:alpha val="8770"/>
              </a:srgbClr>
            </a:solidFill>
            <a:miter/>
          </a:ln>
        </p:spPr>
      </p:sp>
      <p:sp>
        <p:nvSpPr>
          <p:cNvPr id="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436A2B-181A-478B-ADD4-7B5239FD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3359" y="3333709"/>
            <a:ext cx="60204" cy="96165"/>
          </a:xfrm>
          <a:custGeom xmlns:a="http://schemas.openxmlformats.org/drawingml/2006/main">
            <a:pathLst>
              <a:path w="60204" h="96165">
                <a:moveTo>
                  <a:pt x="8151" y="11322"/>
                </a:moveTo>
                <a:cubicBezTo>
                  <a:pt x="13490" y="3774"/>
                  <a:pt x="20783" y="0"/>
                  <a:pt x="30030" y="0"/>
                </a:cubicBezTo>
                <a:cubicBezTo>
                  <a:pt x="34606" y="0"/>
                  <a:pt x="39182" y="1211"/>
                  <a:pt x="43759" y="3634"/>
                </a:cubicBezTo>
                <a:cubicBezTo>
                  <a:pt x="48335" y="6057"/>
                  <a:pt x="52053" y="10343"/>
                  <a:pt x="54913" y="16493"/>
                </a:cubicBezTo>
                <a:cubicBezTo>
                  <a:pt x="58440" y="24228"/>
                  <a:pt x="60204" y="34851"/>
                  <a:pt x="60204" y="48362"/>
                </a:cubicBezTo>
                <a:cubicBezTo>
                  <a:pt x="60204" y="62805"/>
                  <a:pt x="58154" y="73848"/>
                  <a:pt x="54055" y="81489"/>
                </a:cubicBezTo>
                <a:cubicBezTo>
                  <a:pt x="52148" y="85402"/>
                  <a:pt x="49526" y="88524"/>
                  <a:pt x="46190" y="90854"/>
                </a:cubicBezTo>
                <a:cubicBezTo>
                  <a:pt x="42853" y="93183"/>
                  <a:pt x="39945" y="94628"/>
                  <a:pt x="37466" y="95187"/>
                </a:cubicBezTo>
                <a:cubicBezTo>
                  <a:pt x="34988" y="95746"/>
                  <a:pt x="32557" y="96072"/>
                  <a:pt x="30173" y="96165"/>
                </a:cubicBezTo>
                <a:cubicBezTo>
                  <a:pt x="27695" y="96165"/>
                  <a:pt x="25216" y="95886"/>
                  <a:pt x="22737" y="95326"/>
                </a:cubicBezTo>
                <a:cubicBezTo>
                  <a:pt x="20259" y="94767"/>
                  <a:pt x="17351" y="93276"/>
                  <a:pt x="14014" y="90854"/>
                </a:cubicBezTo>
                <a:cubicBezTo>
                  <a:pt x="10677" y="88431"/>
                  <a:pt x="8056" y="85309"/>
                  <a:pt x="6149" y="81489"/>
                </a:cubicBezTo>
                <a:cubicBezTo>
                  <a:pt x="2050" y="73848"/>
                  <a:pt x="0" y="62805"/>
                  <a:pt x="0" y="48362"/>
                </a:cubicBezTo>
                <a:cubicBezTo>
                  <a:pt x="0" y="32148"/>
                  <a:pt x="2717" y="19801"/>
                  <a:pt x="8151" y="11322"/>
                </a:cubicBezTo>
                <a:close/>
                <a:moveTo>
                  <a:pt x="40326" y="9644"/>
                </a:moveTo>
                <a:cubicBezTo>
                  <a:pt x="37466" y="6663"/>
                  <a:pt x="34082" y="5172"/>
                  <a:pt x="30173" y="5172"/>
                </a:cubicBezTo>
                <a:cubicBezTo>
                  <a:pt x="26169" y="5172"/>
                  <a:pt x="22737" y="6663"/>
                  <a:pt x="19877" y="9644"/>
                </a:cubicBezTo>
                <a:cubicBezTo>
                  <a:pt x="17494" y="12067"/>
                  <a:pt x="15921" y="15422"/>
                  <a:pt x="15158" y="19708"/>
                </a:cubicBezTo>
                <a:cubicBezTo>
                  <a:pt x="14396" y="23995"/>
                  <a:pt x="14014" y="32940"/>
                  <a:pt x="14014" y="46545"/>
                </a:cubicBezTo>
                <a:cubicBezTo>
                  <a:pt x="14014" y="61268"/>
                  <a:pt x="14396" y="70959"/>
                  <a:pt x="15158" y="75618"/>
                </a:cubicBezTo>
                <a:cubicBezTo>
                  <a:pt x="15921" y="80277"/>
                  <a:pt x="17637" y="83958"/>
                  <a:pt x="20306" y="86660"/>
                </a:cubicBezTo>
                <a:cubicBezTo>
                  <a:pt x="22976" y="89456"/>
                  <a:pt x="26265" y="90854"/>
                  <a:pt x="30173" y="90854"/>
                </a:cubicBezTo>
                <a:cubicBezTo>
                  <a:pt x="33987" y="90854"/>
                  <a:pt x="37228" y="89456"/>
                  <a:pt x="39897" y="86660"/>
                </a:cubicBezTo>
                <a:cubicBezTo>
                  <a:pt x="42662" y="83865"/>
                  <a:pt x="44378" y="79951"/>
                  <a:pt x="45046" y="74919"/>
                </a:cubicBezTo>
                <a:cubicBezTo>
                  <a:pt x="45713" y="69887"/>
                  <a:pt x="46094" y="60429"/>
                  <a:pt x="46190" y="46545"/>
                </a:cubicBezTo>
                <a:cubicBezTo>
                  <a:pt x="46190" y="33033"/>
                  <a:pt x="45808" y="24134"/>
                  <a:pt x="45046" y="19848"/>
                </a:cubicBezTo>
                <a:cubicBezTo>
                  <a:pt x="44283" y="15562"/>
                  <a:pt x="42710" y="12160"/>
                  <a:pt x="40326" y="96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9E9FAD-833A-4D89-9824-1491FFCF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3359" y="3333709"/>
            <a:ext cx="60204" cy="96165"/>
          </a:xfrm>
          <a:custGeom xmlns:a="http://schemas.openxmlformats.org/drawingml/2006/main">
            <a:pathLst>
              <a:path w="60204" h="96165" fill="none">
                <a:moveTo>
                  <a:pt x="8151" y="11322"/>
                </a:moveTo>
                <a:cubicBezTo>
                  <a:pt x="13490" y="3774"/>
                  <a:pt x="20783" y="0"/>
                  <a:pt x="30030" y="0"/>
                </a:cubicBezTo>
                <a:cubicBezTo>
                  <a:pt x="34606" y="0"/>
                  <a:pt x="39182" y="1211"/>
                  <a:pt x="43759" y="3634"/>
                </a:cubicBezTo>
                <a:cubicBezTo>
                  <a:pt x="48335" y="6057"/>
                  <a:pt x="52053" y="10343"/>
                  <a:pt x="54913" y="16493"/>
                </a:cubicBezTo>
                <a:cubicBezTo>
                  <a:pt x="58440" y="24228"/>
                  <a:pt x="60204" y="34851"/>
                  <a:pt x="60204" y="48362"/>
                </a:cubicBezTo>
                <a:cubicBezTo>
                  <a:pt x="60204" y="62805"/>
                  <a:pt x="58154" y="73848"/>
                  <a:pt x="54055" y="81489"/>
                </a:cubicBezTo>
                <a:cubicBezTo>
                  <a:pt x="52148" y="85402"/>
                  <a:pt x="49526" y="88524"/>
                  <a:pt x="46190" y="90854"/>
                </a:cubicBezTo>
                <a:cubicBezTo>
                  <a:pt x="42853" y="93183"/>
                  <a:pt x="39945" y="94628"/>
                  <a:pt x="37466" y="95187"/>
                </a:cubicBezTo>
                <a:cubicBezTo>
                  <a:pt x="34988" y="95746"/>
                  <a:pt x="32557" y="96072"/>
                  <a:pt x="30173" y="96165"/>
                </a:cubicBezTo>
                <a:cubicBezTo>
                  <a:pt x="27695" y="96165"/>
                  <a:pt x="25216" y="95886"/>
                  <a:pt x="22737" y="95326"/>
                </a:cubicBezTo>
                <a:cubicBezTo>
                  <a:pt x="20259" y="94767"/>
                  <a:pt x="17351" y="93276"/>
                  <a:pt x="14014" y="90854"/>
                </a:cubicBezTo>
                <a:cubicBezTo>
                  <a:pt x="10677" y="88431"/>
                  <a:pt x="8056" y="85309"/>
                  <a:pt x="6149" y="81489"/>
                </a:cubicBezTo>
                <a:cubicBezTo>
                  <a:pt x="2050" y="73848"/>
                  <a:pt x="0" y="62805"/>
                  <a:pt x="0" y="48362"/>
                </a:cubicBezTo>
                <a:cubicBezTo>
                  <a:pt x="0" y="32148"/>
                  <a:pt x="2717" y="19801"/>
                  <a:pt x="8151" y="11322"/>
                </a:cubicBezTo>
                <a:close/>
                <a:moveTo>
                  <a:pt x="40326" y="9644"/>
                </a:moveTo>
                <a:cubicBezTo>
                  <a:pt x="37466" y="6663"/>
                  <a:pt x="34082" y="5172"/>
                  <a:pt x="30173" y="5172"/>
                </a:cubicBezTo>
                <a:cubicBezTo>
                  <a:pt x="26169" y="5172"/>
                  <a:pt x="22737" y="6663"/>
                  <a:pt x="19877" y="9644"/>
                </a:cubicBezTo>
                <a:cubicBezTo>
                  <a:pt x="17494" y="12067"/>
                  <a:pt x="15921" y="15422"/>
                  <a:pt x="15158" y="19708"/>
                </a:cubicBezTo>
                <a:cubicBezTo>
                  <a:pt x="14396" y="23995"/>
                  <a:pt x="14014" y="32940"/>
                  <a:pt x="14014" y="46545"/>
                </a:cubicBezTo>
                <a:cubicBezTo>
                  <a:pt x="14014" y="61268"/>
                  <a:pt x="14396" y="70959"/>
                  <a:pt x="15158" y="75618"/>
                </a:cubicBezTo>
                <a:cubicBezTo>
                  <a:pt x="15921" y="80277"/>
                  <a:pt x="17637" y="83958"/>
                  <a:pt x="20306" y="86660"/>
                </a:cubicBezTo>
                <a:cubicBezTo>
                  <a:pt x="22976" y="89456"/>
                  <a:pt x="26265" y="90854"/>
                  <a:pt x="30173" y="90854"/>
                </a:cubicBezTo>
                <a:cubicBezTo>
                  <a:pt x="33987" y="90854"/>
                  <a:pt x="37228" y="89456"/>
                  <a:pt x="39897" y="86660"/>
                </a:cubicBezTo>
                <a:cubicBezTo>
                  <a:pt x="42662" y="83865"/>
                  <a:pt x="44378" y="79951"/>
                  <a:pt x="45046" y="74919"/>
                </a:cubicBezTo>
                <a:cubicBezTo>
                  <a:pt x="45713" y="69887"/>
                  <a:pt x="46094" y="60429"/>
                  <a:pt x="46190" y="46545"/>
                </a:cubicBezTo>
                <a:cubicBezTo>
                  <a:pt x="46190" y="33033"/>
                  <a:pt x="45808" y="24134"/>
                  <a:pt x="45046" y="19848"/>
                </a:cubicBezTo>
                <a:cubicBezTo>
                  <a:pt x="44283" y="15562"/>
                  <a:pt x="42710" y="12160"/>
                  <a:pt x="40326" y="96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1" cap="flat">
            <a:solidFill>
              <a:srgbClr val="000000">
                <a:alpha val="8770"/>
              </a:srgbClr>
            </a:solidFill>
            <a:miter/>
          </a:ln>
        </p:spPr>
      </p:sp>
      <p:sp>
        <p:nvSpPr>
          <p:cNvPr id="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54A5C1-0825-40FD-AF4F-BA19E1CB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552" y="3248868"/>
            <a:ext cx="45240" cy="197701"/>
          </a:xfrm>
          <a:custGeom xmlns:a="http://schemas.openxmlformats.org/drawingml/2006/main">
            <a:pathLst>
              <a:path w="45240" h="197701">
                <a:moveTo>
                  <a:pt x="0" y="3559"/>
                </a:moveTo>
                <a:cubicBezTo>
                  <a:pt x="135" y="2636"/>
                  <a:pt x="539" y="1845"/>
                  <a:pt x="1214" y="1186"/>
                </a:cubicBezTo>
                <a:cubicBezTo>
                  <a:pt x="1888" y="527"/>
                  <a:pt x="2832" y="132"/>
                  <a:pt x="4045" y="0"/>
                </a:cubicBezTo>
                <a:cubicBezTo>
                  <a:pt x="5394" y="0"/>
                  <a:pt x="6540" y="659"/>
                  <a:pt x="7484" y="1977"/>
                </a:cubicBezTo>
                <a:cubicBezTo>
                  <a:pt x="7888" y="2900"/>
                  <a:pt x="14226" y="19111"/>
                  <a:pt x="26497" y="50612"/>
                </a:cubicBezTo>
                <a:cubicBezTo>
                  <a:pt x="38768" y="82112"/>
                  <a:pt x="44970" y="98192"/>
                  <a:pt x="45105" y="98851"/>
                </a:cubicBezTo>
                <a:cubicBezTo>
                  <a:pt x="45240" y="99510"/>
                  <a:pt x="39105" y="115589"/>
                  <a:pt x="26699" y="147090"/>
                </a:cubicBezTo>
                <a:cubicBezTo>
                  <a:pt x="14293" y="178590"/>
                  <a:pt x="7888" y="194802"/>
                  <a:pt x="7484" y="195724"/>
                </a:cubicBezTo>
                <a:cubicBezTo>
                  <a:pt x="6540" y="197042"/>
                  <a:pt x="5394" y="197701"/>
                  <a:pt x="4045" y="197701"/>
                </a:cubicBezTo>
                <a:cubicBezTo>
                  <a:pt x="2967" y="197701"/>
                  <a:pt x="2090" y="197372"/>
                  <a:pt x="1416" y="196713"/>
                </a:cubicBezTo>
                <a:cubicBezTo>
                  <a:pt x="742" y="196054"/>
                  <a:pt x="270" y="195197"/>
                  <a:pt x="0" y="194143"/>
                </a:cubicBezTo>
                <a:cubicBezTo>
                  <a:pt x="0" y="193484"/>
                  <a:pt x="6068" y="177470"/>
                  <a:pt x="18204" y="146101"/>
                </a:cubicBezTo>
                <a:cubicBezTo>
                  <a:pt x="30475" y="114864"/>
                  <a:pt x="36610" y="99114"/>
                  <a:pt x="36610" y="98851"/>
                </a:cubicBezTo>
                <a:cubicBezTo>
                  <a:pt x="36610" y="98587"/>
                  <a:pt x="30475" y="82837"/>
                  <a:pt x="18204" y="51600"/>
                </a:cubicBezTo>
                <a:cubicBezTo>
                  <a:pt x="6068" y="20231"/>
                  <a:pt x="0" y="4218"/>
                  <a:pt x="0" y="35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4C9985-1D71-4F60-AAED-E8FDBDC5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552" y="3248868"/>
            <a:ext cx="45240" cy="197701"/>
          </a:xfrm>
          <a:custGeom xmlns:a="http://schemas.openxmlformats.org/drawingml/2006/main">
            <a:pathLst>
              <a:path w="45240" h="197701" fill="none">
                <a:moveTo>
                  <a:pt x="0" y="3559"/>
                </a:moveTo>
                <a:cubicBezTo>
                  <a:pt x="135" y="2636"/>
                  <a:pt x="539" y="1845"/>
                  <a:pt x="1214" y="1186"/>
                </a:cubicBezTo>
                <a:cubicBezTo>
                  <a:pt x="1888" y="527"/>
                  <a:pt x="2832" y="132"/>
                  <a:pt x="4045" y="0"/>
                </a:cubicBezTo>
                <a:cubicBezTo>
                  <a:pt x="5394" y="0"/>
                  <a:pt x="6540" y="659"/>
                  <a:pt x="7484" y="1977"/>
                </a:cubicBezTo>
                <a:cubicBezTo>
                  <a:pt x="7888" y="2900"/>
                  <a:pt x="14226" y="19111"/>
                  <a:pt x="26497" y="50612"/>
                </a:cubicBezTo>
                <a:cubicBezTo>
                  <a:pt x="38768" y="82112"/>
                  <a:pt x="44970" y="98192"/>
                  <a:pt x="45105" y="98851"/>
                </a:cubicBezTo>
                <a:cubicBezTo>
                  <a:pt x="45240" y="99510"/>
                  <a:pt x="39105" y="115589"/>
                  <a:pt x="26699" y="147090"/>
                </a:cubicBezTo>
                <a:cubicBezTo>
                  <a:pt x="14293" y="178590"/>
                  <a:pt x="7888" y="194802"/>
                  <a:pt x="7484" y="195724"/>
                </a:cubicBezTo>
                <a:cubicBezTo>
                  <a:pt x="6540" y="197042"/>
                  <a:pt x="5394" y="197701"/>
                  <a:pt x="4045" y="197701"/>
                </a:cubicBezTo>
                <a:cubicBezTo>
                  <a:pt x="2967" y="197701"/>
                  <a:pt x="2090" y="197372"/>
                  <a:pt x="1416" y="196713"/>
                </a:cubicBezTo>
                <a:cubicBezTo>
                  <a:pt x="742" y="196054"/>
                  <a:pt x="270" y="195197"/>
                  <a:pt x="0" y="194143"/>
                </a:cubicBezTo>
                <a:cubicBezTo>
                  <a:pt x="0" y="193484"/>
                  <a:pt x="6068" y="177470"/>
                  <a:pt x="18204" y="146101"/>
                </a:cubicBezTo>
                <a:cubicBezTo>
                  <a:pt x="30475" y="114864"/>
                  <a:pt x="36610" y="99114"/>
                  <a:pt x="36610" y="98851"/>
                </a:cubicBezTo>
                <a:cubicBezTo>
                  <a:pt x="36610" y="98587"/>
                  <a:pt x="30475" y="82837"/>
                  <a:pt x="18204" y="51600"/>
                </a:cubicBezTo>
                <a:cubicBezTo>
                  <a:pt x="6068" y="20231"/>
                  <a:pt x="0" y="4218"/>
                  <a:pt x="0" y="355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00"/>
              </a:srgbClr>
            </a:solidFill>
            <a:miter/>
          </a:ln>
        </p:spPr>
      </p:sp>
      <p:sp>
        <p:nvSpPr>
          <p:cNvPr id="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2BC422-4C58-4CAF-A8C3-BF41EF47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233" y="3248868"/>
            <a:ext cx="48341" cy="197701"/>
          </a:xfrm>
          <a:custGeom xmlns:a="http://schemas.openxmlformats.org/drawingml/2006/main">
            <a:pathLst>
              <a:path w="48341" h="197701">
                <a:moveTo>
                  <a:pt x="1011" y="198"/>
                </a:moveTo>
                <a:lnTo>
                  <a:pt x="1820" y="0"/>
                </a:lnTo>
                <a:cubicBezTo>
                  <a:pt x="2495" y="0"/>
                  <a:pt x="3169" y="0"/>
                  <a:pt x="3843" y="0"/>
                </a:cubicBezTo>
                <a:lnTo>
                  <a:pt x="6270" y="0"/>
                </a:lnTo>
                <a:lnTo>
                  <a:pt x="11934" y="4745"/>
                </a:lnTo>
                <a:cubicBezTo>
                  <a:pt x="24609" y="15948"/>
                  <a:pt x="33846" y="29919"/>
                  <a:pt x="39644" y="46658"/>
                </a:cubicBezTo>
                <a:cubicBezTo>
                  <a:pt x="45442" y="63396"/>
                  <a:pt x="48341" y="80794"/>
                  <a:pt x="48341" y="98851"/>
                </a:cubicBezTo>
                <a:cubicBezTo>
                  <a:pt x="48341" y="107813"/>
                  <a:pt x="47667" y="116446"/>
                  <a:pt x="46319" y="124750"/>
                </a:cubicBezTo>
                <a:cubicBezTo>
                  <a:pt x="44970" y="133053"/>
                  <a:pt x="43420" y="140104"/>
                  <a:pt x="41667" y="145904"/>
                </a:cubicBezTo>
                <a:cubicBezTo>
                  <a:pt x="39914" y="151703"/>
                  <a:pt x="37419" y="157502"/>
                  <a:pt x="34183" y="163301"/>
                </a:cubicBezTo>
                <a:cubicBezTo>
                  <a:pt x="30947" y="169101"/>
                  <a:pt x="28385" y="173516"/>
                  <a:pt x="26497" y="176547"/>
                </a:cubicBezTo>
                <a:cubicBezTo>
                  <a:pt x="24609" y="179579"/>
                  <a:pt x="21845" y="182940"/>
                  <a:pt x="18204" y="186630"/>
                </a:cubicBezTo>
                <a:cubicBezTo>
                  <a:pt x="14563" y="190320"/>
                  <a:pt x="12406" y="192495"/>
                  <a:pt x="11731" y="193154"/>
                </a:cubicBezTo>
                <a:cubicBezTo>
                  <a:pt x="11057" y="193813"/>
                  <a:pt x="9506" y="195065"/>
                  <a:pt x="7079" y="196910"/>
                </a:cubicBezTo>
                <a:cubicBezTo>
                  <a:pt x="6675" y="197306"/>
                  <a:pt x="6405" y="197569"/>
                  <a:pt x="6270" y="197701"/>
                </a:cubicBezTo>
                <a:lnTo>
                  <a:pt x="3843" y="197701"/>
                </a:lnTo>
                <a:cubicBezTo>
                  <a:pt x="2764" y="197701"/>
                  <a:pt x="2023" y="197701"/>
                  <a:pt x="1618" y="197701"/>
                </a:cubicBezTo>
                <a:cubicBezTo>
                  <a:pt x="1214" y="197701"/>
                  <a:pt x="876" y="197504"/>
                  <a:pt x="607" y="197108"/>
                </a:cubicBezTo>
                <a:cubicBezTo>
                  <a:pt x="337" y="196713"/>
                  <a:pt x="135" y="196120"/>
                  <a:pt x="0" y="195329"/>
                </a:cubicBezTo>
                <a:cubicBezTo>
                  <a:pt x="135" y="195197"/>
                  <a:pt x="876" y="194340"/>
                  <a:pt x="2225" y="192759"/>
                </a:cubicBezTo>
                <a:cubicBezTo>
                  <a:pt x="23126" y="171539"/>
                  <a:pt x="33576" y="140236"/>
                  <a:pt x="33576" y="98851"/>
                </a:cubicBezTo>
                <a:cubicBezTo>
                  <a:pt x="33576" y="57465"/>
                  <a:pt x="23126" y="26162"/>
                  <a:pt x="2225" y="4943"/>
                </a:cubicBezTo>
                <a:cubicBezTo>
                  <a:pt x="876" y="3361"/>
                  <a:pt x="135" y="2504"/>
                  <a:pt x="0" y="2372"/>
                </a:cubicBezTo>
                <a:cubicBezTo>
                  <a:pt x="0" y="1318"/>
                  <a:pt x="337" y="593"/>
                  <a:pt x="1011" y="1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A9D3D3-ED1C-4389-ACDA-4F4F49BA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233" y="3248868"/>
            <a:ext cx="48341" cy="197701"/>
          </a:xfrm>
          <a:custGeom xmlns:a="http://schemas.openxmlformats.org/drawingml/2006/main">
            <a:pathLst>
              <a:path w="48341" h="197701" fill="none">
                <a:moveTo>
                  <a:pt x="1011" y="198"/>
                </a:moveTo>
                <a:lnTo>
                  <a:pt x="1820" y="0"/>
                </a:lnTo>
                <a:cubicBezTo>
                  <a:pt x="2495" y="0"/>
                  <a:pt x="3169" y="0"/>
                  <a:pt x="3843" y="0"/>
                </a:cubicBezTo>
                <a:lnTo>
                  <a:pt x="6270" y="0"/>
                </a:lnTo>
                <a:lnTo>
                  <a:pt x="11934" y="4745"/>
                </a:lnTo>
                <a:cubicBezTo>
                  <a:pt x="24609" y="15948"/>
                  <a:pt x="33846" y="29919"/>
                  <a:pt x="39644" y="46658"/>
                </a:cubicBezTo>
                <a:cubicBezTo>
                  <a:pt x="45442" y="63396"/>
                  <a:pt x="48341" y="80794"/>
                  <a:pt x="48341" y="98851"/>
                </a:cubicBezTo>
                <a:cubicBezTo>
                  <a:pt x="48341" y="107813"/>
                  <a:pt x="47667" y="116446"/>
                  <a:pt x="46319" y="124750"/>
                </a:cubicBezTo>
                <a:cubicBezTo>
                  <a:pt x="44970" y="133053"/>
                  <a:pt x="43420" y="140104"/>
                  <a:pt x="41667" y="145904"/>
                </a:cubicBezTo>
                <a:cubicBezTo>
                  <a:pt x="39914" y="151703"/>
                  <a:pt x="37419" y="157502"/>
                  <a:pt x="34183" y="163301"/>
                </a:cubicBezTo>
                <a:cubicBezTo>
                  <a:pt x="30947" y="169101"/>
                  <a:pt x="28385" y="173516"/>
                  <a:pt x="26497" y="176547"/>
                </a:cubicBezTo>
                <a:cubicBezTo>
                  <a:pt x="24609" y="179579"/>
                  <a:pt x="21845" y="182940"/>
                  <a:pt x="18204" y="186630"/>
                </a:cubicBezTo>
                <a:cubicBezTo>
                  <a:pt x="14563" y="190320"/>
                  <a:pt x="12406" y="192495"/>
                  <a:pt x="11731" y="193154"/>
                </a:cubicBezTo>
                <a:cubicBezTo>
                  <a:pt x="11057" y="193813"/>
                  <a:pt x="9506" y="195065"/>
                  <a:pt x="7079" y="196910"/>
                </a:cubicBezTo>
                <a:cubicBezTo>
                  <a:pt x="6675" y="197306"/>
                  <a:pt x="6405" y="197569"/>
                  <a:pt x="6270" y="197701"/>
                </a:cubicBezTo>
                <a:lnTo>
                  <a:pt x="3843" y="197701"/>
                </a:lnTo>
                <a:cubicBezTo>
                  <a:pt x="2764" y="197701"/>
                  <a:pt x="2023" y="197701"/>
                  <a:pt x="1618" y="197701"/>
                </a:cubicBezTo>
                <a:cubicBezTo>
                  <a:pt x="1214" y="197701"/>
                  <a:pt x="876" y="197504"/>
                  <a:pt x="607" y="197108"/>
                </a:cubicBezTo>
                <a:cubicBezTo>
                  <a:pt x="337" y="196713"/>
                  <a:pt x="135" y="196120"/>
                  <a:pt x="0" y="195329"/>
                </a:cubicBezTo>
                <a:cubicBezTo>
                  <a:pt x="135" y="195197"/>
                  <a:pt x="876" y="194340"/>
                  <a:pt x="2225" y="192759"/>
                </a:cubicBezTo>
                <a:cubicBezTo>
                  <a:pt x="23126" y="171539"/>
                  <a:pt x="33576" y="140236"/>
                  <a:pt x="33576" y="98851"/>
                </a:cubicBezTo>
                <a:cubicBezTo>
                  <a:pt x="33576" y="57465"/>
                  <a:pt x="23126" y="26162"/>
                  <a:pt x="2225" y="4943"/>
                </a:cubicBezTo>
                <a:cubicBezTo>
                  <a:pt x="876" y="3361"/>
                  <a:pt x="135" y="2504"/>
                  <a:pt x="0" y="2372"/>
                </a:cubicBezTo>
                <a:cubicBezTo>
                  <a:pt x="0" y="1318"/>
                  <a:pt x="337" y="593"/>
                  <a:pt x="1011" y="1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" cap="flat">
            <a:solidFill>
              <a:srgbClr val="000000">
                <a:alpha val="12400"/>
              </a:srgbClr>
            </a:solidFill>
            <a:miter/>
          </a:ln>
        </p:spPr>
      </p:sp>
      <p:sp>
        <p:nvSpPr>
          <p:cNvPr id="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A6370B-4100-41D6-9225-0D1A9552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652" y="2370323"/>
            <a:ext cx="216720" cy="216720"/>
          </a:xfrm>
          <a:custGeom xmlns:a="http://schemas.openxmlformats.org/drawingml/2006/main">
            <a:pathLst>
              <a:path w="216720" h="216720">
                <a:moveTo>
                  <a:pt x="216720" y="108360"/>
                </a:moveTo>
                <a:cubicBezTo>
                  <a:pt x="216720" y="115475"/>
                  <a:pt x="216026" y="122522"/>
                  <a:pt x="214638" y="129500"/>
                </a:cubicBezTo>
                <a:cubicBezTo>
                  <a:pt x="213250" y="136478"/>
                  <a:pt x="211195" y="143254"/>
                  <a:pt x="208472" y="149827"/>
                </a:cubicBezTo>
                <a:cubicBezTo>
                  <a:pt x="205749" y="156401"/>
                  <a:pt x="202411" y="162646"/>
                  <a:pt x="198458" y="168562"/>
                </a:cubicBezTo>
                <a:cubicBezTo>
                  <a:pt x="194505" y="174477"/>
                  <a:pt x="190013" y="179951"/>
                  <a:pt x="184982" y="184982"/>
                </a:cubicBezTo>
                <a:cubicBezTo>
                  <a:pt x="179951" y="190013"/>
                  <a:pt x="174477" y="194505"/>
                  <a:pt x="168562" y="198458"/>
                </a:cubicBezTo>
                <a:cubicBezTo>
                  <a:pt x="162646" y="202411"/>
                  <a:pt x="156401" y="205748"/>
                  <a:pt x="149828" y="208471"/>
                </a:cubicBezTo>
                <a:cubicBezTo>
                  <a:pt x="143254" y="211194"/>
                  <a:pt x="136479" y="213250"/>
                  <a:pt x="129500" y="214638"/>
                </a:cubicBezTo>
                <a:cubicBezTo>
                  <a:pt x="122522" y="216026"/>
                  <a:pt x="115476" y="216720"/>
                  <a:pt x="108360" y="216720"/>
                </a:cubicBezTo>
                <a:cubicBezTo>
                  <a:pt x="101245" y="216720"/>
                  <a:pt x="94198" y="216026"/>
                  <a:pt x="87220" y="214638"/>
                </a:cubicBezTo>
                <a:cubicBezTo>
                  <a:pt x="80242" y="213250"/>
                  <a:pt x="73466" y="211194"/>
                  <a:pt x="66892" y="208471"/>
                </a:cubicBezTo>
                <a:cubicBezTo>
                  <a:pt x="60319" y="205748"/>
                  <a:pt x="54074" y="202411"/>
                  <a:pt x="48158" y="198458"/>
                </a:cubicBezTo>
                <a:cubicBezTo>
                  <a:pt x="42242" y="194505"/>
                  <a:pt x="36769" y="190013"/>
                  <a:pt x="31738" y="184982"/>
                </a:cubicBezTo>
                <a:cubicBezTo>
                  <a:pt x="26707" y="179951"/>
                  <a:pt x="22215" y="174477"/>
                  <a:pt x="18262" y="168562"/>
                </a:cubicBezTo>
                <a:cubicBezTo>
                  <a:pt x="14309" y="162646"/>
                  <a:pt x="10971" y="156401"/>
                  <a:pt x="8248" y="149827"/>
                </a:cubicBezTo>
                <a:cubicBezTo>
                  <a:pt x="5526" y="143254"/>
                  <a:pt x="3470" y="136478"/>
                  <a:pt x="2082" y="129500"/>
                </a:cubicBezTo>
                <a:cubicBezTo>
                  <a:pt x="694" y="122522"/>
                  <a:pt x="0" y="115475"/>
                  <a:pt x="0" y="108360"/>
                </a:cubicBezTo>
                <a:cubicBezTo>
                  <a:pt x="0" y="101245"/>
                  <a:pt x="694" y="94198"/>
                  <a:pt x="2082" y="87220"/>
                </a:cubicBezTo>
                <a:cubicBezTo>
                  <a:pt x="3470" y="80241"/>
                  <a:pt x="5526" y="73466"/>
                  <a:pt x="8248" y="66892"/>
                </a:cubicBezTo>
                <a:cubicBezTo>
                  <a:pt x="10971" y="60319"/>
                  <a:pt x="14309" y="54074"/>
                  <a:pt x="18262" y="48158"/>
                </a:cubicBezTo>
                <a:cubicBezTo>
                  <a:pt x="22215" y="42242"/>
                  <a:pt x="26707" y="36769"/>
                  <a:pt x="31738" y="31738"/>
                </a:cubicBezTo>
                <a:cubicBezTo>
                  <a:pt x="36769" y="26707"/>
                  <a:pt x="42243" y="22215"/>
                  <a:pt x="48158" y="18262"/>
                </a:cubicBezTo>
                <a:cubicBezTo>
                  <a:pt x="54074" y="14309"/>
                  <a:pt x="60319" y="10971"/>
                  <a:pt x="66892" y="8248"/>
                </a:cubicBezTo>
                <a:cubicBezTo>
                  <a:pt x="73466" y="5525"/>
                  <a:pt x="80242" y="3470"/>
                  <a:pt x="87220" y="2082"/>
                </a:cubicBezTo>
                <a:cubicBezTo>
                  <a:pt x="94198" y="694"/>
                  <a:pt x="101245" y="0"/>
                  <a:pt x="108360" y="0"/>
                </a:cubicBezTo>
                <a:cubicBezTo>
                  <a:pt x="115476" y="0"/>
                  <a:pt x="122522" y="694"/>
                  <a:pt x="129500" y="2082"/>
                </a:cubicBezTo>
                <a:cubicBezTo>
                  <a:pt x="136479" y="3470"/>
                  <a:pt x="143254" y="5525"/>
                  <a:pt x="149828" y="8248"/>
                </a:cubicBezTo>
                <a:cubicBezTo>
                  <a:pt x="156401" y="10971"/>
                  <a:pt x="162646" y="14309"/>
                  <a:pt x="168562" y="18262"/>
                </a:cubicBezTo>
                <a:cubicBezTo>
                  <a:pt x="174477" y="22215"/>
                  <a:pt x="179951" y="26707"/>
                  <a:pt x="184982" y="31738"/>
                </a:cubicBezTo>
                <a:cubicBezTo>
                  <a:pt x="190013" y="36769"/>
                  <a:pt x="194505" y="42242"/>
                  <a:pt x="198458" y="48158"/>
                </a:cubicBezTo>
                <a:cubicBezTo>
                  <a:pt x="202411" y="54074"/>
                  <a:pt x="205749" y="60319"/>
                  <a:pt x="208472" y="66892"/>
                </a:cubicBezTo>
                <a:cubicBezTo>
                  <a:pt x="211195" y="73466"/>
                  <a:pt x="213250" y="80241"/>
                  <a:pt x="214638" y="87220"/>
                </a:cubicBezTo>
                <a:cubicBezTo>
                  <a:pt x="216026" y="94198"/>
                  <a:pt x="216720" y="101245"/>
                  <a:pt x="216720" y="10836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1E8487-0EC1-4D90-9BE8-0498F060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652" y="2370323"/>
            <a:ext cx="216720" cy="216720"/>
          </a:xfrm>
          <a:custGeom xmlns:a="http://schemas.openxmlformats.org/drawingml/2006/main">
            <a:pathLst>
              <a:path w="216720" h="216720" fill="none">
                <a:moveTo>
                  <a:pt x="216720" y="108360"/>
                </a:moveTo>
                <a:cubicBezTo>
                  <a:pt x="216720" y="115475"/>
                  <a:pt x="216026" y="122522"/>
                  <a:pt x="214638" y="129500"/>
                </a:cubicBezTo>
                <a:cubicBezTo>
                  <a:pt x="213250" y="136478"/>
                  <a:pt x="211195" y="143254"/>
                  <a:pt x="208472" y="149827"/>
                </a:cubicBezTo>
                <a:cubicBezTo>
                  <a:pt x="205749" y="156401"/>
                  <a:pt x="202411" y="162646"/>
                  <a:pt x="198458" y="168562"/>
                </a:cubicBezTo>
                <a:cubicBezTo>
                  <a:pt x="194505" y="174477"/>
                  <a:pt x="190013" y="179951"/>
                  <a:pt x="184982" y="184982"/>
                </a:cubicBezTo>
                <a:cubicBezTo>
                  <a:pt x="179951" y="190013"/>
                  <a:pt x="174477" y="194505"/>
                  <a:pt x="168562" y="198458"/>
                </a:cubicBezTo>
                <a:cubicBezTo>
                  <a:pt x="162646" y="202411"/>
                  <a:pt x="156401" y="205748"/>
                  <a:pt x="149828" y="208471"/>
                </a:cubicBezTo>
                <a:cubicBezTo>
                  <a:pt x="143254" y="211194"/>
                  <a:pt x="136479" y="213250"/>
                  <a:pt x="129500" y="214638"/>
                </a:cubicBezTo>
                <a:cubicBezTo>
                  <a:pt x="122522" y="216026"/>
                  <a:pt x="115476" y="216720"/>
                  <a:pt x="108360" y="216720"/>
                </a:cubicBezTo>
                <a:cubicBezTo>
                  <a:pt x="101245" y="216720"/>
                  <a:pt x="94198" y="216026"/>
                  <a:pt x="87220" y="214638"/>
                </a:cubicBezTo>
                <a:cubicBezTo>
                  <a:pt x="80242" y="213250"/>
                  <a:pt x="73466" y="211194"/>
                  <a:pt x="66892" y="208471"/>
                </a:cubicBezTo>
                <a:cubicBezTo>
                  <a:pt x="60319" y="205748"/>
                  <a:pt x="54074" y="202411"/>
                  <a:pt x="48158" y="198458"/>
                </a:cubicBezTo>
                <a:cubicBezTo>
                  <a:pt x="42242" y="194505"/>
                  <a:pt x="36769" y="190013"/>
                  <a:pt x="31738" y="184982"/>
                </a:cubicBezTo>
                <a:cubicBezTo>
                  <a:pt x="26707" y="179951"/>
                  <a:pt x="22215" y="174477"/>
                  <a:pt x="18262" y="168562"/>
                </a:cubicBezTo>
                <a:cubicBezTo>
                  <a:pt x="14309" y="162646"/>
                  <a:pt x="10971" y="156401"/>
                  <a:pt x="8248" y="149827"/>
                </a:cubicBezTo>
                <a:cubicBezTo>
                  <a:pt x="5526" y="143254"/>
                  <a:pt x="3470" y="136478"/>
                  <a:pt x="2082" y="129500"/>
                </a:cubicBezTo>
                <a:cubicBezTo>
                  <a:pt x="694" y="122522"/>
                  <a:pt x="0" y="115475"/>
                  <a:pt x="0" y="108360"/>
                </a:cubicBezTo>
                <a:cubicBezTo>
                  <a:pt x="0" y="101245"/>
                  <a:pt x="694" y="94198"/>
                  <a:pt x="2082" y="87220"/>
                </a:cubicBezTo>
                <a:cubicBezTo>
                  <a:pt x="3470" y="80241"/>
                  <a:pt x="5526" y="73466"/>
                  <a:pt x="8248" y="66892"/>
                </a:cubicBezTo>
                <a:cubicBezTo>
                  <a:pt x="10971" y="60319"/>
                  <a:pt x="14309" y="54074"/>
                  <a:pt x="18262" y="48158"/>
                </a:cubicBezTo>
                <a:cubicBezTo>
                  <a:pt x="22215" y="42242"/>
                  <a:pt x="26707" y="36769"/>
                  <a:pt x="31738" y="31738"/>
                </a:cubicBezTo>
                <a:cubicBezTo>
                  <a:pt x="36769" y="26707"/>
                  <a:pt x="42243" y="22215"/>
                  <a:pt x="48158" y="18262"/>
                </a:cubicBezTo>
                <a:cubicBezTo>
                  <a:pt x="54074" y="14309"/>
                  <a:pt x="60319" y="10971"/>
                  <a:pt x="66892" y="8248"/>
                </a:cubicBezTo>
                <a:cubicBezTo>
                  <a:pt x="73466" y="5525"/>
                  <a:pt x="80242" y="3470"/>
                  <a:pt x="87220" y="2082"/>
                </a:cubicBezTo>
                <a:cubicBezTo>
                  <a:pt x="94198" y="694"/>
                  <a:pt x="101245" y="0"/>
                  <a:pt x="108360" y="0"/>
                </a:cubicBezTo>
                <a:cubicBezTo>
                  <a:pt x="115476" y="0"/>
                  <a:pt x="122522" y="694"/>
                  <a:pt x="129500" y="2082"/>
                </a:cubicBezTo>
                <a:cubicBezTo>
                  <a:pt x="136479" y="3470"/>
                  <a:pt x="143254" y="5525"/>
                  <a:pt x="149828" y="8248"/>
                </a:cubicBezTo>
                <a:cubicBezTo>
                  <a:pt x="156401" y="10971"/>
                  <a:pt x="162646" y="14309"/>
                  <a:pt x="168562" y="18262"/>
                </a:cubicBezTo>
                <a:cubicBezTo>
                  <a:pt x="174477" y="22215"/>
                  <a:pt x="179951" y="26707"/>
                  <a:pt x="184982" y="31738"/>
                </a:cubicBezTo>
                <a:cubicBezTo>
                  <a:pt x="190013" y="36769"/>
                  <a:pt x="194505" y="42242"/>
                  <a:pt x="198458" y="48158"/>
                </a:cubicBezTo>
                <a:cubicBezTo>
                  <a:pt x="202411" y="54074"/>
                  <a:pt x="205749" y="60319"/>
                  <a:pt x="208472" y="66892"/>
                </a:cubicBezTo>
                <a:cubicBezTo>
                  <a:pt x="211195" y="73466"/>
                  <a:pt x="213250" y="80241"/>
                  <a:pt x="214638" y="87220"/>
                </a:cubicBezTo>
                <a:cubicBezTo>
                  <a:pt x="216026" y="94198"/>
                  <a:pt x="216720" y="101245"/>
                  <a:pt x="216720" y="10836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448" cap="flat">
            <a:solidFill>
              <a:srgbClr val="000000"/>
            </a:solidFill>
            <a:miter/>
          </a:ln>
        </p:spPr>
      </p:sp>
      <p:sp>
        <p:nvSpPr>
          <p:cNvPr id="595" name="Text 4">
            <a:extLst xmlns:a="http://schemas.openxmlformats.org/drawingml/2006/main">
              <a:ext uri="{FF2B5EF4-FFF2-40B4-BE49-F238E27FC236}">
                <a16:creationId xmlns:a16="http://schemas.microsoft.com/office/drawing/2014/main" id="{97243BF1-09A4-4278-8C74-8694B87C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8067" y="2405145"/>
            <a:ext cx="85841" cy="124106"/>
          </a:xfrm>
          <a:custGeom xmlns:a="http://schemas.openxmlformats.org/drawingml/2006/main">
            <a:pathLst>
              <a:path w="85841" h="124106">
                <a:moveTo>
                  <a:pt x="53841" y="124106"/>
                </a:moveTo>
                <a:lnTo>
                  <a:pt x="53841" y="94392"/>
                </a:lnTo>
                <a:lnTo>
                  <a:pt x="0" y="94392"/>
                </a:lnTo>
                <a:lnTo>
                  <a:pt x="0" y="80423"/>
                </a:lnTo>
                <a:lnTo>
                  <a:pt x="56635" y="0"/>
                </a:lnTo>
                <a:lnTo>
                  <a:pt x="69080" y="0"/>
                </a:lnTo>
                <a:lnTo>
                  <a:pt x="69080" y="80423"/>
                </a:lnTo>
                <a:lnTo>
                  <a:pt x="85841" y="80423"/>
                </a:lnTo>
                <a:lnTo>
                  <a:pt x="85841" y="94392"/>
                </a:lnTo>
                <a:lnTo>
                  <a:pt x="69080" y="94392"/>
                </a:lnTo>
                <a:lnTo>
                  <a:pt x="69080" y="124106"/>
                </a:lnTo>
                <a:lnTo>
                  <a:pt x="53841" y="124106"/>
                </a:lnTo>
                <a:moveTo>
                  <a:pt x="53841" y="80423"/>
                </a:moveTo>
                <a:lnTo>
                  <a:pt x="53841" y="24466"/>
                </a:lnTo>
                <a:lnTo>
                  <a:pt x="14984" y="80423"/>
                </a:lnTo>
                <a:lnTo>
                  <a:pt x="53841" y="804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16D147-B56A-467A-9FB9-38282CDA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652" y="2948243"/>
            <a:ext cx="216720" cy="216720"/>
          </a:xfrm>
          <a:custGeom xmlns:a="http://schemas.openxmlformats.org/drawingml/2006/main">
            <a:pathLst>
              <a:path w="216720" h="216720">
                <a:moveTo>
                  <a:pt x="216720" y="108360"/>
                </a:moveTo>
                <a:cubicBezTo>
                  <a:pt x="216720" y="115475"/>
                  <a:pt x="216026" y="122522"/>
                  <a:pt x="214638" y="129500"/>
                </a:cubicBezTo>
                <a:cubicBezTo>
                  <a:pt x="213250" y="136478"/>
                  <a:pt x="211195" y="143254"/>
                  <a:pt x="208472" y="149827"/>
                </a:cubicBezTo>
                <a:cubicBezTo>
                  <a:pt x="205749" y="156401"/>
                  <a:pt x="202411" y="162645"/>
                  <a:pt x="198458" y="168561"/>
                </a:cubicBezTo>
                <a:cubicBezTo>
                  <a:pt x="194505" y="174477"/>
                  <a:pt x="190013" y="179951"/>
                  <a:pt x="184982" y="184982"/>
                </a:cubicBezTo>
                <a:cubicBezTo>
                  <a:pt x="179951" y="190013"/>
                  <a:pt x="174477" y="194505"/>
                  <a:pt x="168562" y="198458"/>
                </a:cubicBezTo>
                <a:cubicBezTo>
                  <a:pt x="162646" y="202411"/>
                  <a:pt x="156401" y="205749"/>
                  <a:pt x="149828" y="208472"/>
                </a:cubicBezTo>
                <a:cubicBezTo>
                  <a:pt x="143254" y="211194"/>
                  <a:pt x="136479" y="213250"/>
                  <a:pt x="129500" y="214638"/>
                </a:cubicBezTo>
                <a:cubicBezTo>
                  <a:pt x="122522" y="216026"/>
                  <a:pt x="115476" y="216720"/>
                  <a:pt x="108360" y="216720"/>
                </a:cubicBezTo>
                <a:cubicBezTo>
                  <a:pt x="101245" y="216720"/>
                  <a:pt x="94198" y="216026"/>
                  <a:pt x="87220" y="214638"/>
                </a:cubicBezTo>
                <a:cubicBezTo>
                  <a:pt x="80242" y="213250"/>
                  <a:pt x="73466" y="211194"/>
                  <a:pt x="66892" y="208472"/>
                </a:cubicBezTo>
                <a:cubicBezTo>
                  <a:pt x="60319" y="205749"/>
                  <a:pt x="54074" y="202411"/>
                  <a:pt x="48158" y="198458"/>
                </a:cubicBezTo>
                <a:cubicBezTo>
                  <a:pt x="42242" y="194505"/>
                  <a:pt x="36769" y="190013"/>
                  <a:pt x="31738" y="184982"/>
                </a:cubicBezTo>
                <a:cubicBezTo>
                  <a:pt x="26707" y="179951"/>
                  <a:pt x="22215" y="174477"/>
                  <a:pt x="18262" y="168562"/>
                </a:cubicBezTo>
                <a:cubicBezTo>
                  <a:pt x="14309" y="162646"/>
                  <a:pt x="10971" y="156401"/>
                  <a:pt x="8248" y="149827"/>
                </a:cubicBezTo>
                <a:cubicBezTo>
                  <a:pt x="5526" y="143254"/>
                  <a:pt x="3470" y="136478"/>
                  <a:pt x="2082" y="129500"/>
                </a:cubicBezTo>
                <a:cubicBezTo>
                  <a:pt x="694" y="122522"/>
                  <a:pt x="0" y="115475"/>
                  <a:pt x="0" y="108360"/>
                </a:cubicBezTo>
                <a:cubicBezTo>
                  <a:pt x="0" y="101245"/>
                  <a:pt x="694" y="94198"/>
                  <a:pt x="2082" y="87220"/>
                </a:cubicBezTo>
                <a:cubicBezTo>
                  <a:pt x="3470" y="80241"/>
                  <a:pt x="5526" y="73465"/>
                  <a:pt x="8248" y="66892"/>
                </a:cubicBezTo>
                <a:cubicBezTo>
                  <a:pt x="10971" y="60319"/>
                  <a:pt x="14309" y="54074"/>
                  <a:pt x="18262" y="48158"/>
                </a:cubicBezTo>
                <a:cubicBezTo>
                  <a:pt x="22215" y="42242"/>
                  <a:pt x="26707" y="36769"/>
                  <a:pt x="31738" y="31738"/>
                </a:cubicBezTo>
                <a:cubicBezTo>
                  <a:pt x="36769" y="26707"/>
                  <a:pt x="42243" y="22215"/>
                  <a:pt x="48158" y="18262"/>
                </a:cubicBezTo>
                <a:cubicBezTo>
                  <a:pt x="54074" y="14308"/>
                  <a:pt x="60319" y="10971"/>
                  <a:pt x="66892" y="8248"/>
                </a:cubicBezTo>
                <a:cubicBezTo>
                  <a:pt x="73466" y="5525"/>
                  <a:pt x="80242" y="3470"/>
                  <a:pt x="87220" y="2082"/>
                </a:cubicBezTo>
                <a:cubicBezTo>
                  <a:pt x="94198" y="694"/>
                  <a:pt x="101245" y="0"/>
                  <a:pt x="108360" y="0"/>
                </a:cubicBezTo>
                <a:cubicBezTo>
                  <a:pt x="115476" y="0"/>
                  <a:pt x="122522" y="694"/>
                  <a:pt x="129500" y="2082"/>
                </a:cubicBezTo>
                <a:cubicBezTo>
                  <a:pt x="136479" y="3470"/>
                  <a:pt x="143254" y="5525"/>
                  <a:pt x="149828" y="8248"/>
                </a:cubicBezTo>
                <a:cubicBezTo>
                  <a:pt x="156401" y="10971"/>
                  <a:pt x="162646" y="14309"/>
                  <a:pt x="168562" y="18262"/>
                </a:cubicBezTo>
                <a:cubicBezTo>
                  <a:pt x="174477" y="22215"/>
                  <a:pt x="179951" y="26707"/>
                  <a:pt x="184982" y="31738"/>
                </a:cubicBezTo>
                <a:cubicBezTo>
                  <a:pt x="190013" y="36769"/>
                  <a:pt x="194505" y="42242"/>
                  <a:pt x="198458" y="48158"/>
                </a:cubicBezTo>
                <a:cubicBezTo>
                  <a:pt x="202411" y="54074"/>
                  <a:pt x="205749" y="60319"/>
                  <a:pt x="208472" y="66892"/>
                </a:cubicBezTo>
                <a:cubicBezTo>
                  <a:pt x="211195" y="73465"/>
                  <a:pt x="213250" y="80241"/>
                  <a:pt x="214638" y="87220"/>
                </a:cubicBezTo>
                <a:cubicBezTo>
                  <a:pt x="216026" y="94198"/>
                  <a:pt x="216720" y="101245"/>
                  <a:pt x="216720" y="10836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B68FC7-68DB-4058-8BE8-F50F0450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652" y="2948243"/>
            <a:ext cx="216720" cy="216720"/>
          </a:xfrm>
          <a:custGeom xmlns:a="http://schemas.openxmlformats.org/drawingml/2006/main">
            <a:pathLst>
              <a:path w="216720" h="216720" fill="none">
                <a:moveTo>
                  <a:pt x="216720" y="108360"/>
                </a:moveTo>
                <a:cubicBezTo>
                  <a:pt x="216720" y="115475"/>
                  <a:pt x="216026" y="122522"/>
                  <a:pt x="214638" y="129500"/>
                </a:cubicBezTo>
                <a:cubicBezTo>
                  <a:pt x="213250" y="136478"/>
                  <a:pt x="211195" y="143254"/>
                  <a:pt x="208472" y="149827"/>
                </a:cubicBezTo>
                <a:cubicBezTo>
                  <a:pt x="205749" y="156401"/>
                  <a:pt x="202411" y="162645"/>
                  <a:pt x="198458" y="168561"/>
                </a:cubicBezTo>
                <a:cubicBezTo>
                  <a:pt x="194505" y="174477"/>
                  <a:pt x="190013" y="179951"/>
                  <a:pt x="184982" y="184982"/>
                </a:cubicBezTo>
                <a:cubicBezTo>
                  <a:pt x="179951" y="190013"/>
                  <a:pt x="174477" y="194505"/>
                  <a:pt x="168562" y="198458"/>
                </a:cubicBezTo>
                <a:cubicBezTo>
                  <a:pt x="162646" y="202411"/>
                  <a:pt x="156401" y="205749"/>
                  <a:pt x="149828" y="208472"/>
                </a:cubicBezTo>
                <a:cubicBezTo>
                  <a:pt x="143254" y="211194"/>
                  <a:pt x="136479" y="213250"/>
                  <a:pt x="129500" y="214638"/>
                </a:cubicBezTo>
                <a:cubicBezTo>
                  <a:pt x="122522" y="216026"/>
                  <a:pt x="115476" y="216720"/>
                  <a:pt x="108360" y="216720"/>
                </a:cubicBezTo>
                <a:cubicBezTo>
                  <a:pt x="101245" y="216720"/>
                  <a:pt x="94198" y="216026"/>
                  <a:pt x="87220" y="214638"/>
                </a:cubicBezTo>
                <a:cubicBezTo>
                  <a:pt x="80242" y="213250"/>
                  <a:pt x="73466" y="211194"/>
                  <a:pt x="66892" y="208472"/>
                </a:cubicBezTo>
                <a:cubicBezTo>
                  <a:pt x="60319" y="205749"/>
                  <a:pt x="54074" y="202411"/>
                  <a:pt x="48158" y="198458"/>
                </a:cubicBezTo>
                <a:cubicBezTo>
                  <a:pt x="42242" y="194505"/>
                  <a:pt x="36769" y="190013"/>
                  <a:pt x="31738" y="184982"/>
                </a:cubicBezTo>
                <a:cubicBezTo>
                  <a:pt x="26707" y="179951"/>
                  <a:pt x="22215" y="174477"/>
                  <a:pt x="18262" y="168562"/>
                </a:cubicBezTo>
                <a:cubicBezTo>
                  <a:pt x="14309" y="162646"/>
                  <a:pt x="10971" y="156401"/>
                  <a:pt x="8248" y="149827"/>
                </a:cubicBezTo>
                <a:cubicBezTo>
                  <a:pt x="5526" y="143254"/>
                  <a:pt x="3470" y="136478"/>
                  <a:pt x="2082" y="129500"/>
                </a:cubicBezTo>
                <a:cubicBezTo>
                  <a:pt x="694" y="122522"/>
                  <a:pt x="0" y="115475"/>
                  <a:pt x="0" y="108360"/>
                </a:cubicBezTo>
                <a:cubicBezTo>
                  <a:pt x="0" y="101245"/>
                  <a:pt x="694" y="94198"/>
                  <a:pt x="2082" y="87220"/>
                </a:cubicBezTo>
                <a:cubicBezTo>
                  <a:pt x="3470" y="80241"/>
                  <a:pt x="5526" y="73465"/>
                  <a:pt x="8248" y="66892"/>
                </a:cubicBezTo>
                <a:cubicBezTo>
                  <a:pt x="10971" y="60319"/>
                  <a:pt x="14309" y="54074"/>
                  <a:pt x="18262" y="48158"/>
                </a:cubicBezTo>
                <a:cubicBezTo>
                  <a:pt x="22215" y="42242"/>
                  <a:pt x="26707" y="36769"/>
                  <a:pt x="31738" y="31738"/>
                </a:cubicBezTo>
                <a:cubicBezTo>
                  <a:pt x="36769" y="26707"/>
                  <a:pt x="42243" y="22215"/>
                  <a:pt x="48158" y="18262"/>
                </a:cubicBezTo>
                <a:cubicBezTo>
                  <a:pt x="54074" y="14308"/>
                  <a:pt x="60319" y="10971"/>
                  <a:pt x="66892" y="8248"/>
                </a:cubicBezTo>
                <a:cubicBezTo>
                  <a:pt x="73466" y="5525"/>
                  <a:pt x="80242" y="3470"/>
                  <a:pt x="87220" y="2082"/>
                </a:cubicBezTo>
                <a:cubicBezTo>
                  <a:pt x="94198" y="694"/>
                  <a:pt x="101245" y="0"/>
                  <a:pt x="108360" y="0"/>
                </a:cubicBezTo>
                <a:cubicBezTo>
                  <a:pt x="115476" y="0"/>
                  <a:pt x="122522" y="694"/>
                  <a:pt x="129500" y="2082"/>
                </a:cubicBezTo>
                <a:cubicBezTo>
                  <a:pt x="136479" y="3470"/>
                  <a:pt x="143254" y="5525"/>
                  <a:pt x="149828" y="8248"/>
                </a:cubicBezTo>
                <a:cubicBezTo>
                  <a:pt x="156401" y="10971"/>
                  <a:pt x="162646" y="14309"/>
                  <a:pt x="168562" y="18262"/>
                </a:cubicBezTo>
                <a:cubicBezTo>
                  <a:pt x="174477" y="22215"/>
                  <a:pt x="179951" y="26707"/>
                  <a:pt x="184982" y="31738"/>
                </a:cubicBezTo>
                <a:cubicBezTo>
                  <a:pt x="190013" y="36769"/>
                  <a:pt x="194505" y="42242"/>
                  <a:pt x="198458" y="48158"/>
                </a:cubicBezTo>
                <a:cubicBezTo>
                  <a:pt x="202411" y="54074"/>
                  <a:pt x="205749" y="60319"/>
                  <a:pt x="208472" y="66892"/>
                </a:cubicBezTo>
                <a:cubicBezTo>
                  <a:pt x="211195" y="73465"/>
                  <a:pt x="213250" y="80241"/>
                  <a:pt x="214638" y="87220"/>
                </a:cubicBezTo>
                <a:cubicBezTo>
                  <a:pt x="216026" y="94198"/>
                  <a:pt x="216720" y="101245"/>
                  <a:pt x="216720" y="10836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448" cap="flat">
            <a:solidFill>
              <a:srgbClr val="000000"/>
            </a:solidFill>
            <a:miter/>
          </a:ln>
        </p:spPr>
      </p:sp>
      <p:sp>
        <p:nvSpPr>
          <p:cNvPr id="598" name="Text 6">
            <a:extLst xmlns:a="http://schemas.openxmlformats.org/drawingml/2006/main">
              <a:ext uri="{FF2B5EF4-FFF2-40B4-BE49-F238E27FC236}">
                <a16:creationId xmlns:a16="http://schemas.microsoft.com/office/drawing/2014/main" id="{F8CF9485-B555-4BBF-A925-C602FE82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384" y="2982557"/>
            <a:ext cx="81947" cy="126646"/>
          </a:xfrm>
          <a:custGeom xmlns:a="http://schemas.openxmlformats.org/drawingml/2006/main">
            <a:pathLst>
              <a:path w="81947" h="126646">
                <a:moveTo>
                  <a:pt x="79746" y="30982"/>
                </a:moveTo>
                <a:lnTo>
                  <a:pt x="64593" y="32169"/>
                </a:lnTo>
                <a:cubicBezTo>
                  <a:pt x="63238" y="26213"/>
                  <a:pt x="61319" y="21886"/>
                  <a:pt x="58836" y="19188"/>
                </a:cubicBezTo>
                <a:cubicBezTo>
                  <a:pt x="54716" y="14862"/>
                  <a:pt x="49637" y="12698"/>
                  <a:pt x="43598" y="12698"/>
                </a:cubicBezTo>
                <a:cubicBezTo>
                  <a:pt x="38744" y="12698"/>
                  <a:pt x="34483" y="14046"/>
                  <a:pt x="30815" y="16741"/>
                </a:cubicBezTo>
                <a:cubicBezTo>
                  <a:pt x="26018" y="20221"/>
                  <a:pt x="22236" y="25301"/>
                  <a:pt x="19471" y="31982"/>
                </a:cubicBezTo>
                <a:cubicBezTo>
                  <a:pt x="16706" y="38662"/>
                  <a:pt x="15266" y="48178"/>
                  <a:pt x="15153" y="60529"/>
                </a:cubicBezTo>
                <a:cubicBezTo>
                  <a:pt x="18822" y="54942"/>
                  <a:pt x="23309" y="50794"/>
                  <a:pt x="28614" y="48085"/>
                </a:cubicBezTo>
                <a:cubicBezTo>
                  <a:pt x="33919" y="45376"/>
                  <a:pt x="39478" y="44021"/>
                  <a:pt x="45291" y="44021"/>
                </a:cubicBezTo>
                <a:cubicBezTo>
                  <a:pt x="55450" y="44021"/>
                  <a:pt x="64099" y="47760"/>
                  <a:pt x="71238" y="55238"/>
                </a:cubicBezTo>
                <a:cubicBezTo>
                  <a:pt x="78378" y="62716"/>
                  <a:pt x="81947" y="72381"/>
                  <a:pt x="81947" y="84233"/>
                </a:cubicBezTo>
                <a:cubicBezTo>
                  <a:pt x="81947" y="92021"/>
                  <a:pt x="80268" y="99260"/>
                  <a:pt x="76910" y="105947"/>
                </a:cubicBezTo>
                <a:cubicBezTo>
                  <a:pt x="73552" y="112635"/>
                  <a:pt x="68938" y="117757"/>
                  <a:pt x="63069" y="121312"/>
                </a:cubicBezTo>
                <a:cubicBezTo>
                  <a:pt x="57199" y="124868"/>
                  <a:pt x="50540" y="126646"/>
                  <a:pt x="43090" y="126646"/>
                </a:cubicBezTo>
                <a:cubicBezTo>
                  <a:pt x="30392" y="126646"/>
                  <a:pt x="20035" y="121979"/>
                  <a:pt x="12021" y="112646"/>
                </a:cubicBezTo>
                <a:cubicBezTo>
                  <a:pt x="4007" y="103311"/>
                  <a:pt x="0" y="87927"/>
                  <a:pt x="0" y="66495"/>
                </a:cubicBezTo>
                <a:cubicBezTo>
                  <a:pt x="0" y="42525"/>
                  <a:pt x="4430" y="25097"/>
                  <a:pt x="13291" y="14212"/>
                </a:cubicBezTo>
                <a:cubicBezTo>
                  <a:pt x="21023" y="4737"/>
                  <a:pt x="31436" y="0"/>
                  <a:pt x="44529" y="0"/>
                </a:cubicBezTo>
                <a:cubicBezTo>
                  <a:pt x="54293" y="0"/>
                  <a:pt x="62293" y="2744"/>
                  <a:pt x="68529" y="8233"/>
                </a:cubicBezTo>
                <a:cubicBezTo>
                  <a:pt x="74766" y="13721"/>
                  <a:pt x="78505" y="21304"/>
                  <a:pt x="79746" y="30982"/>
                </a:cubicBezTo>
                <a:moveTo>
                  <a:pt x="17524" y="84238"/>
                </a:moveTo>
                <a:cubicBezTo>
                  <a:pt x="17524" y="89471"/>
                  <a:pt x="18638" y="94479"/>
                  <a:pt x="20868" y="99262"/>
                </a:cubicBezTo>
                <a:cubicBezTo>
                  <a:pt x="23097" y="104045"/>
                  <a:pt x="26215" y="107689"/>
                  <a:pt x="30222" y="110193"/>
                </a:cubicBezTo>
                <a:cubicBezTo>
                  <a:pt x="34229" y="112696"/>
                  <a:pt x="38434" y="113947"/>
                  <a:pt x="42836" y="113947"/>
                </a:cubicBezTo>
                <a:cubicBezTo>
                  <a:pt x="49270" y="113947"/>
                  <a:pt x="54801" y="111359"/>
                  <a:pt x="59429" y="106183"/>
                </a:cubicBezTo>
                <a:cubicBezTo>
                  <a:pt x="64057" y="101006"/>
                  <a:pt x="66371" y="93973"/>
                  <a:pt x="66371" y="85082"/>
                </a:cubicBezTo>
                <a:cubicBezTo>
                  <a:pt x="66371" y="76528"/>
                  <a:pt x="64085" y="69790"/>
                  <a:pt x="59513" y="64868"/>
                </a:cubicBezTo>
                <a:cubicBezTo>
                  <a:pt x="54942" y="59944"/>
                  <a:pt x="49185" y="57482"/>
                  <a:pt x="42243" y="57482"/>
                </a:cubicBezTo>
                <a:cubicBezTo>
                  <a:pt x="35358" y="57482"/>
                  <a:pt x="29517" y="59944"/>
                  <a:pt x="24720" y="64868"/>
                </a:cubicBezTo>
                <a:cubicBezTo>
                  <a:pt x="19922" y="69790"/>
                  <a:pt x="17524" y="76247"/>
                  <a:pt x="17524" y="842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689421-32AF-40C9-9770-091EBFB8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652" y="3237204"/>
            <a:ext cx="216720" cy="216720"/>
          </a:xfrm>
          <a:custGeom xmlns:a="http://schemas.openxmlformats.org/drawingml/2006/main">
            <a:pathLst>
              <a:path w="216720" h="216720">
                <a:moveTo>
                  <a:pt x="216720" y="108360"/>
                </a:moveTo>
                <a:cubicBezTo>
                  <a:pt x="216720" y="115475"/>
                  <a:pt x="216026" y="122522"/>
                  <a:pt x="214638" y="129500"/>
                </a:cubicBezTo>
                <a:cubicBezTo>
                  <a:pt x="213250" y="136478"/>
                  <a:pt x="211195" y="143254"/>
                  <a:pt x="208472" y="149827"/>
                </a:cubicBezTo>
                <a:cubicBezTo>
                  <a:pt x="205749" y="156401"/>
                  <a:pt x="202411" y="162646"/>
                  <a:pt x="198458" y="168561"/>
                </a:cubicBezTo>
                <a:cubicBezTo>
                  <a:pt x="194505" y="174477"/>
                  <a:pt x="190013" y="179951"/>
                  <a:pt x="184982" y="184982"/>
                </a:cubicBezTo>
                <a:cubicBezTo>
                  <a:pt x="179951" y="190013"/>
                  <a:pt x="174477" y="194505"/>
                  <a:pt x="168562" y="198458"/>
                </a:cubicBezTo>
                <a:cubicBezTo>
                  <a:pt x="162646" y="202410"/>
                  <a:pt x="156401" y="205748"/>
                  <a:pt x="149828" y="208471"/>
                </a:cubicBezTo>
                <a:cubicBezTo>
                  <a:pt x="143254" y="211194"/>
                  <a:pt x="136479" y="213249"/>
                  <a:pt x="129500" y="214638"/>
                </a:cubicBezTo>
                <a:cubicBezTo>
                  <a:pt x="122522" y="216026"/>
                  <a:pt x="115476" y="216720"/>
                  <a:pt x="108360" y="216720"/>
                </a:cubicBezTo>
                <a:cubicBezTo>
                  <a:pt x="101245" y="216720"/>
                  <a:pt x="94198" y="216026"/>
                  <a:pt x="87220" y="214638"/>
                </a:cubicBezTo>
                <a:cubicBezTo>
                  <a:pt x="80242" y="213249"/>
                  <a:pt x="73466" y="211194"/>
                  <a:pt x="66892" y="208471"/>
                </a:cubicBezTo>
                <a:cubicBezTo>
                  <a:pt x="60319" y="205748"/>
                  <a:pt x="54074" y="202410"/>
                  <a:pt x="48158" y="198458"/>
                </a:cubicBezTo>
                <a:cubicBezTo>
                  <a:pt x="42242" y="194505"/>
                  <a:pt x="36769" y="190013"/>
                  <a:pt x="31738" y="184982"/>
                </a:cubicBezTo>
                <a:cubicBezTo>
                  <a:pt x="26707" y="179951"/>
                  <a:pt x="22215" y="174477"/>
                  <a:pt x="18262" y="168561"/>
                </a:cubicBezTo>
                <a:cubicBezTo>
                  <a:pt x="14309" y="162646"/>
                  <a:pt x="10971" y="156401"/>
                  <a:pt x="8248" y="149827"/>
                </a:cubicBezTo>
                <a:cubicBezTo>
                  <a:pt x="5526" y="143254"/>
                  <a:pt x="3470" y="136478"/>
                  <a:pt x="2082" y="129500"/>
                </a:cubicBezTo>
                <a:cubicBezTo>
                  <a:pt x="694" y="122522"/>
                  <a:pt x="0" y="115475"/>
                  <a:pt x="0" y="108360"/>
                </a:cubicBezTo>
                <a:cubicBezTo>
                  <a:pt x="0" y="101245"/>
                  <a:pt x="694" y="94198"/>
                  <a:pt x="2082" y="87220"/>
                </a:cubicBezTo>
                <a:cubicBezTo>
                  <a:pt x="3470" y="80242"/>
                  <a:pt x="5526" y="73466"/>
                  <a:pt x="8248" y="66892"/>
                </a:cubicBezTo>
                <a:cubicBezTo>
                  <a:pt x="10971" y="60319"/>
                  <a:pt x="14309" y="54074"/>
                  <a:pt x="18262" y="48158"/>
                </a:cubicBezTo>
                <a:cubicBezTo>
                  <a:pt x="22215" y="42242"/>
                  <a:pt x="26707" y="36769"/>
                  <a:pt x="31738" y="31738"/>
                </a:cubicBezTo>
                <a:cubicBezTo>
                  <a:pt x="36769" y="26707"/>
                  <a:pt x="42243" y="22215"/>
                  <a:pt x="48158" y="18262"/>
                </a:cubicBezTo>
                <a:cubicBezTo>
                  <a:pt x="54074" y="14309"/>
                  <a:pt x="60319" y="10971"/>
                  <a:pt x="66892" y="8248"/>
                </a:cubicBezTo>
                <a:cubicBezTo>
                  <a:pt x="73466" y="5526"/>
                  <a:pt x="80242" y="3470"/>
                  <a:pt x="87220" y="2082"/>
                </a:cubicBezTo>
                <a:cubicBezTo>
                  <a:pt x="94198" y="694"/>
                  <a:pt x="101245" y="0"/>
                  <a:pt x="108360" y="0"/>
                </a:cubicBezTo>
                <a:cubicBezTo>
                  <a:pt x="115476" y="0"/>
                  <a:pt x="122522" y="694"/>
                  <a:pt x="129500" y="2082"/>
                </a:cubicBezTo>
                <a:cubicBezTo>
                  <a:pt x="136479" y="3470"/>
                  <a:pt x="143254" y="5526"/>
                  <a:pt x="149828" y="8248"/>
                </a:cubicBezTo>
                <a:cubicBezTo>
                  <a:pt x="156401" y="10971"/>
                  <a:pt x="162646" y="14309"/>
                  <a:pt x="168562" y="18262"/>
                </a:cubicBezTo>
                <a:cubicBezTo>
                  <a:pt x="174477" y="22215"/>
                  <a:pt x="179951" y="26707"/>
                  <a:pt x="184982" y="31738"/>
                </a:cubicBezTo>
                <a:cubicBezTo>
                  <a:pt x="190013" y="36769"/>
                  <a:pt x="194505" y="42242"/>
                  <a:pt x="198458" y="48158"/>
                </a:cubicBezTo>
                <a:cubicBezTo>
                  <a:pt x="202411" y="54074"/>
                  <a:pt x="205749" y="60319"/>
                  <a:pt x="208472" y="66892"/>
                </a:cubicBezTo>
                <a:cubicBezTo>
                  <a:pt x="211195" y="73466"/>
                  <a:pt x="213250" y="80242"/>
                  <a:pt x="214638" y="87220"/>
                </a:cubicBezTo>
                <a:cubicBezTo>
                  <a:pt x="216026" y="94198"/>
                  <a:pt x="216720" y="101245"/>
                  <a:pt x="216720" y="10836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DDC15B-2B24-462D-BDB0-1D252F2F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652" y="3237204"/>
            <a:ext cx="216720" cy="216720"/>
          </a:xfrm>
          <a:custGeom xmlns:a="http://schemas.openxmlformats.org/drawingml/2006/main">
            <a:pathLst>
              <a:path w="216720" h="216720" fill="none">
                <a:moveTo>
                  <a:pt x="216720" y="108360"/>
                </a:moveTo>
                <a:cubicBezTo>
                  <a:pt x="216720" y="115475"/>
                  <a:pt x="216026" y="122522"/>
                  <a:pt x="214638" y="129500"/>
                </a:cubicBezTo>
                <a:cubicBezTo>
                  <a:pt x="213250" y="136478"/>
                  <a:pt x="211195" y="143254"/>
                  <a:pt x="208472" y="149827"/>
                </a:cubicBezTo>
                <a:cubicBezTo>
                  <a:pt x="205749" y="156401"/>
                  <a:pt x="202411" y="162646"/>
                  <a:pt x="198458" y="168561"/>
                </a:cubicBezTo>
                <a:cubicBezTo>
                  <a:pt x="194505" y="174477"/>
                  <a:pt x="190013" y="179951"/>
                  <a:pt x="184982" y="184982"/>
                </a:cubicBezTo>
                <a:cubicBezTo>
                  <a:pt x="179951" y="190013"/>
                  <a:pt x="174477" y="194505"/>
                  <a:pt x="168562" y="198458"/>
                </a:cubicBezTo>
                <a:cubicBezTo>
                  <a:pt x="162646" y="202410"/>
                  <a:pt x="156401" y="205748"/>
                  <a:pt x="149828" y="208471"/>
                </a:cubicBezTo>
                <a:cubicBezTo>
                  <a:pt x="143254" y="211194"/>
                  <a:pt x="136479" y="213249"/>
                  <a:pt x="129500" y="214638"/>
                </a:cubicBezTo>
                <a:cubicBezTo>
                  <a:pt x="122522" y="216026"/>
                  <a:pt x="115476" y="216720"/>
                  <a:pt x="108360" y="216720"/>
                </a:cubicBezTo>
                <a:cubicBezTo>
                  <a:pt x="101245" y="216720"/>
                  <a:pt x="94198" y="216026"/>
                  <a:pt x="87220" y="214638"/>
                </a:cubicBezTo>
                <a:cubicBezTo>
                  <a:pt x="80242" y="213249"/>
                  <a:pt x="73466" y="211194"/>
                  <a:pt x="66892" y="208471"/>
                </a:cubicBezTo>
                <a:cubicBezTo>
                  <a:pt x="60319" y="205748"/>
                  <a:pt x="54074" y="202410"/>
                  <a:pt x="48158" y="198458"/>
                </a:cubicBezTo>
                <a:cubicBezTo>
                  <a:pt x="42242" y="194505"/>
                  <a:pt x="36769" y="190013"/>
                  <a:pt x="31738" y="184982"/>
                </a:cubicBezTo>
                <a:cubicBezTo>
                  <a:pt x="26707" y="179951"/>
                  <a:pt x="22215" y="174477"/>
                  <a:pt x="18262" y="168561"/>
                </a:cubicBezTo>
                <a:cubicBezTo>
                  <a:pt x="14309" y="162646"/>
                  <a:pt x="10971" y="156401"/>
                  <a:pt x="8248" y="149827"/>
                </a:cubicBezTo>
                <a:cubicBezTo>
                  <a:pt x="5526" y="143254"/>
                  <a:pt x="3470" y="136478"/>
                  <a:pt x="2082" y="129500"/>
                </a:cubicBezTo>
                <a:cubicBezTo>
                  <a:pt x="694" y="122522"/>
                  <a:pt x="0" y="115475"/>
                  <a:pt x="0" y="108360"/>
                </a:cubicBezTo>
                <a:cubicBezTo>
                  <a:pt x="0" y="101245"/>
                  <a:pt x="694" y="94198"/>
                  <a:pt x="2082" y="87220"/>
                </a:cubicBezTo>
                <a:cubicBezTo>
                  <a:pt x="3470" y="80242"/>
                  <a:pt x="5526" y="73466"/>
                  <a:pt x="8248" y="66892"/>
                </a:cubicBezTo>
                <a:cubicBezTo>
                  <a:pt x="10971" y="60319"/>
                  <a:pt x="14309" y="54074"/>
                  <a:pt x="18262" y="48158"/>
                </a:cubicBezTo>
                <a:cubicBezTo>
                  <a:pt x="22215" y="42242"/>
                  <a:pt x="26707" y="36769"/>
                  <a:pt x="31738" y="31738"/>
                </a:cubicBezTo>
                <a:cubicBezTo>
                  <a:pt x="36769" y="26707"/>
                  <a:pt x="42243" y="22215"/>
                  <a:pt x="48158" y="18262"/>
                </a:cubicBezTo>
                <a:cubicBezTo>
                  <a:pt x="54074" y="14309"/>
                  <a:pt x="60319" y="10971"/>
                  <a:pt x="66892" y="8248"/>
                </a:cubicBezTo>
                <a:cubicBezTo>
                  <a:pt x="73466" y="5526"/>
                  <a:pt x="80242" y="3470"/>
                  <a:pt x="87220" y="2082"/>
                </a:cubicBezTo>
                <a:cubicBezTo>
                  <a:pt x="94198" y="694"/>
                  <a:pt x="101245" y="0"/>
                  <a:pt x="108360" y="0"/>
                </a:cubicBezTo>
                <a:cubicBezTo>
                  <a:pt x="115476" y="0"/>
                  <a:pt x="122522" y="694"/>
                  <a:pt x="129500" y="2082"/>
                </a:cubicBezTo>
                <a:cubicBezTo>
                  <a:pt x="136479" y="3470"/>
                  <a:pt x="143254" y="5526"/>
                  <a:pt x="149828" y="8248"/>
                </a:cubicBezTo>
                <a:cubicBezTo>
                  <a:pt x="156401" y="10971"/>
                  <a:pt x="162646" y="14309"/>
                  <a:pt x="168562" y="18262"/>
                </a:cubicBezTo>
                <a:cubicBezTo>
                  <a:pt x="174477" y="22215"/>
                  <a:pt x="179951" y="26707"/>
                  <a:pt x="184982" y="31738"/>
                </a:cubicBezTo>
                <a:cubicBezTo>
                  <a:pt x="190013" y="36769"/>
                  <a:pt x="194505" y="42242"/>
                  <a:pt x="198458" y="48158"/>
                </a:cubicBezTo>
                <a:cubicBezTo>
                  <a:pt x="202411" y="54074"/>
                  <a:pt x="205749" y="60319"/>
                  <a:pt x="208472" y="66892"/>
                </a:cubicBezTo>
                <a:cubicBezTo>
                  <a:pt x="211195" y="73466"/>
                  <a:pt x="213250" y="80242"/>
                  <a:pt x="214638" y="87220"/>
                </a:cubicBezTo>
                <a:cubicBezTo>
                  <a:pt x="216026" y="94198"/>
                  <a:pt x="216720" y="101245"/>
                  <a:pt x="216720" y="10836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448" cap="flat">
            <a:solidFill>
              <a:srgbClr val="000000"/>
            </a:solidFill>
            <a:miter/>
          </a:ln>
        </p:spPr>
      </p:sp>
      <p:sp>
        <p:nvSpPr>
          <p:cNvPr id="601" name="Text 7">
            <a:extLst xmlns:a="http://schemas.openxmlformats.org/drawingml/2006/main">
              <a:ext uri="{FF2B5EF4-FFF2-40B4-BE49-F238E27FC236}">
                <a16:creationId xmlns:a16="http://schemas.microsoft.com/office/drawing/2014/main" id="{B75C1D2A-45B4-4E96-A48C-871209C9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77" y="3273549"/>
            <a:ext cx="80339" cy="122582"/>
          </a:xfrm>
          <a:custGeom xmlns:a="http://schemas.openxmlformats.org/drawingml/2006/main">
            <a:pathLst>
              <a:path w="80339" h="122582">
                <a:moveTo>
                  <a:pt x="0" y="14646"/>
                </a:moveTo>
                <a:lnTo>
                  <a:pt x="0" y="0"/>
                </a:lnTo>
                <a:lnTo>
                  <a:pt x="80339" y="0"/>
                </a:lnTo>
                <a:lnTo>
                  <a:pt x="80339" y="11852"/>
                </a:lnTo>
                <a:cubicBezTo>
                  <a:pt x="72438" y="20268"/>
                  <a:pt x="64607" y="31452"/>
                  <a:pt x="56847" y="45402"/>
                </a:cubicBezTo>
                <a:cubicBezTo>
                  <a:pt x="49087" y="59353"/>
                  <a:pt x="43090" y="73699"/>
                  <a:pt x="38857" y="88439"/>
                </a:cubicBezTo>
                <a:cubicBezTo>
                  <a:pt x="35810" y="98833"/>
                  <a:pt x="33863" y="110214"/>
                  <a:pt x="33016" y="122582"/>
                </a:cubicBezTo>
                <a:lnTo>
                  <a:pt x="17355" y="122582"/>
                </a:lnTo>
                <a:cubicBezTo>
                  <a:pt x="17524" y="112812"/>
                  <a:pt x="19443" y="101007"/>
                  <a:pt x="23111" y="87170"/>
                </a:cubicBezTo>
                <a:cubicBezTo>
                  <a:pt x="26780" y="73330"/>
                  <a:pt x="32042" y="59986"/>
                  <a:pt x="38900" y="47138"/>
                </a:cubicBezTo>
                <a:cubicBezTo>
                  <a:pt x="45757" y="34288"/>
                  <a:pt x="53051" y="23457"/>
                  <a:pt x="60783" y="14646"/>
                </a:cubicBezTo>
                <a:lnTo>
                  <a:pt x="0" y="146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1EFBAB-1609-4F10-B8A7-AC931655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652" y="2659283"/>
            <a:ext cx="216720" cy="216720"/>
          </a:xfrm>
          <a:custGeom xmlns:a="http://schemas.openxmlformats.org/drawingml/2006/main">
            <a:pathLst>
              <a:path w="216720" h="216720">
                <a:moveTo>
                  <a:pt x="216720" y="108360"/>
                </a:moveTo>
                <a:cubicBezTo>
                  <a:pt x="216720" y="115475"/>
                  <a:pt x="216026" y="122522"/>
                  <a:pt x="214638" y="129500"/>
                </a:cubicBezTo>
                <a:cubicBezTo>
                  <a:pt x="213250" y="136478"/>
                  <a:pt x="211195" y="143254"/>
                  <a:pt x="208472" y="149827"/>
                </a:cubicBezTo>
                <a:cubicBezTo>
                  <a:pt x="205749" y="156401"/>
                  <a:pt x="202411" y="162646"/>
                  <a:pt x="198458" y="168562"/>
                </a:cubicBezTo>
                <a:cubicBezTo>
                  <a:pt x="194505" y="174478"/>
                  <a:pt x="190013" y="179951"/>
                  <a:pt x="184982" y="184982"/>
                </a:cubicBezTo>
                <a:cubicBezTo>
                  <a:pt x="179951" y="190013"/>
                  <a:pt x="174477" y="194505"/>
                  <a:pt x="168562" y="198458"/>
                </a:cubicBezTo>
                <a:cubicBezTo>
                  <a:pt x="162646" y="202411"/>
                  <a:pt x="156401" y="205749"/>
                  <a:pt x="149828" y="208472"/>
                </a:cubicBezTo>
                <a:cubicBezTo>
                  <a:pt x="143254" y="211195"/>
                  <a:pt x="136479" y="213250"/>
                  <a:pt x="129500" y="214638"/>
                </a:cubicBezTo>
                <a:cubicBezTo>
                  <a:pt x="122522" y="216026"/>
                  <a:pt x="115476" y="216720"/>
                  <a:pt x="108360" y="216720"/>
                </a:cubicBezTo>
                <a:cubicBezTo>
                  <a:pt x="101245" y="216720"/>
                  <a:pt x="94198" y="216026"/>
                  <a:pt x="87220" y="214638"/>
                </a:cubicBezTo>
                <a:cubicBezTo>
                  <a:pt x="80242" y="213250"/>
                  <a:pt x="73466" y="211195"/>
                  <a:pt x="66892" y="208472"/>
                </a:cubicBezTo>
                <a:cubicBezTo>
                  <a:pt x="60319" y="205749"/>
                  <a:pt x="54074" y="202411"/>
                  <a:pt x="48158" y="198458"/>
                </a:cubicBezTo>
                <a:cubicBezTo>
                  <a:pt x="42242" y="194505"/>
                  <a:pt x="36769" y="190013"/>
                  <a:pt x="31738" y="184982"/>
                </a:cubicBezTo>
                <a:cubicBezTo>
                  <a:pt x="26707" y="179951"/>
                  <a:pt x="22215" y="174478"/>
                  <a:pt x="18262" y="168562"/>
                </a:cubicBezTo>
                <a:cubicBezTo>
                  <a:pt x="14309" y="162646"/>
                  <a:pt x="10971" y="156401"/>
                  <a:pt x="8248" y="149827"/>
                </a:cubicBezTo>
                <a:cubicBezTo>
                  <a:pt x="5526" y="143254"/>
                  <a:pt x="3470" y="136478"/>
                  <a:pt x="2082" y="129500"/>
                </a:cubicBezTo>
                <a:cubicBezTo>
                  <a:pt x="694" y="122522"/>
                  <a:pt x="0" y="115475"/>
                  <a:pt x="0" y="108360"/>
                </a:cubicBezTo>
                <a:cubicBezTo>
                  <a:pt x="0" y="101245"/>
                  <a:pt x="694" y="94198"/>
                  <a:pt x="2082" y="87220"/>
                </a:cubicBezTo>
                <a:cubicBezTo>
                  <a:pt x="3470" y="80241"/>
                  <a:pt x="5526" y="73465"/>
                  <a:pt x="8248" y="66892"/>
                </a:cubicBezTo>
                <a:cubicBezTo>
                  <a:pt x="10971" y="60319"/>
                  <a:pt x="14309" y="54074"/>
                  <a:pt x="18262" y="48158"/>
                </a:cubicBezTo>
                <a:cubicBezTo>
                  <a:pt x="22215" y="42242"/>
                  <a:pt x="26707" y="36769"/>
                  <a:pt x="31738" y="31738"/>
                </a:cubicBezTo>
                <a:cubicBezTo>
                  <a:pt x="36769" y="26707"/>
                  <a:pt x="42243" y="22215"/>
                  <a:pt x="48158" y="18262"/>
                </a:cubicBezTo>
                <a:cubicBezTo>
                  <a:pt x="54074" y="14309"/>
                  <a:pt x="60319" y="10971"/>
                  <a:pt x="66892" y="8248"/>
                </a:cubicBezTo>
                <a:cubicBezTo>
                  <a:pt x="73466" y="5525"/>
                  <a:pt x="80242" y="3470"/>
                  <a:pt x="87220" y="2082"/>
                </a:cubicBezTo>
                <a:cubicBezTo>
                  <a:pt x="94198" y="694"/>
                  <a:pt x="101245" y="0"/>
                  <a:pt x="108360" y="0"/>
                </a:cubicBezTo>
                <a:cubicBezTo>
                  <a:pt x="115476" y="0"/>
                  <a:pt x="122522" y="694"/>
                  <a:pt x="129500" y="2082"/>
                </a:cubicBezTo>
                <a:cubicBezTo>
                  <a:pt x="136479" y="3470"/>
                  <a:pt x="143254" y="5525"/>
                  <a:pt x="149828" y="8248"/>
                </a:cubicBezTo>
                <a:cubicBezTo>
                  <a:pt x="156401" y="10971"/>
                  <a:pt x="162646" y="14309"/>
                  <a:pt x="168562" y="18262"/>
                </a:cubicBezTo>
                <a:cubicBezTo>
                  <a:pt x="174477" y="22215"/>
                  <a:pt x="179951" y="26707"/>
                  <a:pt x="184982" y="31738"/>
                </a:cubicBezTo>
                <a:cubicBezTo>
                  <a:pt x="190013" y="36769"/>
                  <a:pt x="194505" y="42242"/>
                  <a:pt x="198458" y="48158"/>
                </a:cubicBezTo>
                <a:cubicBezTo>
                  <a:pt x="202411" y="54074"/>
                  <a:pt x="205749" y="60319"/>
                  <a:pt x="208472" y="66892"/>
                </a:cubicBezTo>
                <a:cubicBezTo>
                  <a:pt x="211195" y="73465"/>
                  <a:pt x="213250" y="80241"/>
                  <a:pt x="214638" y="87220"/>
                </a:cubicBezTo>
                <a:cubicBezTo>
                  <a:pt x="216026" y="94198"/>
                  <a:pt x="216720" y="101245"/>
                  <a:pt x="216720" y="10836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A99C9B-A511-4949-83AD-9DA5AB35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652" y="2659283"/>
            <a:ext cx="216720" cy="216720"/>
          </a:xfrm>
          <a:custGeom xmlns:a="http://schemas.openxmlformats.org/drawingml/2006/main">
            <a:pathLst>
              <a:path w="216720" h="216720" fill="none">
                <a:moveTo>
                  <a:pt x="216720" y="108360"/>
                </a:moveTo>
                <a:cubicBezTo>
                  <a:pt x="216720" y="115475"/>
                  <a:pt x="216026" y="122522"/>
                  <a:pt x="214638" y="129500"/>
                </a:cubicBezTo>
                <a:cubicBezTo>
                  <a:pt x="213250" y="136478"/>
                  <a:pt x="211195" y="143254"/>
                  <a:pt x="208472" y="149827"/>
                </a:cubicBezTo>
                <a:cubicBezTo>
                  <a:pt x="205749" y="156401"/>
                  <a:pt x="202411" y="162646"/>
                  <a:pt x="198458" y="168562"/>
                </a:cubicBezTo>
                <a:cubicBezTo>
                  <a:pt x="194505" y="174478"/>
                  <a:pt x="190013" y="179951"/>
                  <a:pt x="184982" y="184982"/>
                </a:cubicBezTo>
                <a:cubicBezTo>
                  <a:pt x="179951" y="190013"/>
                  <a:pt x="174477" y="194505"/>
                  <a:pt x="168562" y="198458"/>
                </a:cubicBezTo>
                <a:cubicBezTo>
                  <a:pt x="162646" y="202411"/>
                  <a:pt x="156401" y="205749"/>
                  <a:pt x="149828" y="208472"/>
                </a:cubicBezTo>
                <a:cubicBezTo>
                  <a:pt x="143254" y="211195"/>
                  <a:pt x="136479" y="213250"/>
                  <a:pt x="129500" y="214638"/>
                </a:cubicBezTo>
                <a:cubicBezTo>
                  <a:pt x="122522" y="216026"/>
                  <a:pt x="115476" y="216720"/>
                  <a:pt x="108360" y="216720"/>
                </a:cubicBezTo>
                <a:cubicBezTo>
                  <a:pt x="101245" y="216720"/>
                  <a:pt x="94198" y="216026"/>
                  <a:pt x="87220" y="214638"/>
                </a:cubicBezTo>
                <a:cubicBezTo>
                  <a:pt x="80242" y="213250"/>
                  <a:pt x="73466" y="211195"/>
                  <a:pt x="66892" y="208472"/>
                </a:cubicBezTo>
                <a:cubicBezTo>
                  <a:pt x="60319" y="205749"/>
                  <a:pt x="54074" y="202411"/>
                  <a:pt x="48158" y="198458"/>
                </a:cubicBezTo>
                <a:cubicBezTo>
                  <a:pt x="42242" y="194505"/>
                  <a:pt x="36769" y="190013"/>
                  <a:pt x="31738" y="184982"/>
                </a:cubicBezTo>
                <a:cubicBezTo>
                  <a:pt x="26707" y="179951"/>
                  <a:pt x="22215" y="174478"/>
                  <a:pt x="18262" y="168562"/>
                </a:cubicBezTo>
                <a:cubicBezTo>
                  <a:pt x="14309" y="162646"/>
                  <a:pt x="10971" y="156401"/>
                  <a:pt x="8248" y="149827"/>
                </a:cubicBezTo>
                <a:cubicBezTo>
                  <a:pt x="5526" y="143254"/>
                  <a:pt x="3470" y="136478"/>
                  <a:pt x="2082" y="129500"/>
                </a:cubicBezTo>
                <a:cubicBezTo>
                  <a:pt x="694" y="122522"/>
                  <a:pt x="0" y="115475"/>
                  <a:pt x="0" y="108360"/>
                </a:cubicBezTo>
                <a:cubicBezTo>
                  <a:pt x="0" y="101245"/>
                  <a:pt x="694" y="94198"/>
                  <a:pt x="2082" y="87220"/>
                </a:cubicBezTo>
                <a:cubicBezTo>
                  <a:pt x="3470" y="80241"/>
                  <a:pt x="5526" y="73465"/>
                  <a:pt x="8248" y="66892"/>
                </a:cubicBezTo>
                <a:cubicBezTo>
                  <a:pt x="10971" y="60319"/>
                  <a:pt x="14309" y="54074"/>
                  <a:pt x="18262" y="48158"/>
                </a:cubicBezTo>
                <a:cubicBezTo>
                  <a:pt x="22215" y="42242"/>
                  <a:pt x="26707" y="36769"/>
                  <a:pt x="31738" y="31738"/>
                </a:cubicBezTo>
                <a:cubicBezTo>
                  <a:pt x="36769" y="26707"/>
                  <a:pt x="42243" y="22215"/>
                  <a:pt x="48158" y="18262"/>
                </a:cubicBezTo>
                <a:cubicBezTo>
                  <a:pt x="54074" y="14309"/>
                  <a:pt x="60319" y="10971"/>
                  <a:pt x="66892" y="8248"/>
                </a:cubicBezTo>
                <a:cubicBezTo>
                  <a:pt x="73466" y="5525"/>
                  <a:pt x="80242" y="3470"/>
                  <a:pt x="87220" y="2082"/>
                </a:cubicBezTo>
                <a:cubicBezTo>
                  <a:pt x="94198" y="694"/>
                  <a:pt x="101245" y="0"/>
                  <a:pt x="108360" y="0"/>
                </a:cubicBezTo>
                <a:cubicBezTo>
                  <a:pt x="115476" y="0"/>
                  <a:pt x="122522" y="694"/>
                  <a:pt x="129500" y="2082"/>
                </a:cubicBezTo>
                <a:cubicBezTo>
                  <a:pt x="136479" y="3470"/>
                  <a:pt x="143254" y="5525"/>
                  <a:pt x="149828" y="8248"/>
                </a:cubicBezTo>
                <a:cubicBezTo>
                  <a:pt x="156401" y="10971"/>
                  <a:pt x="162646" y="14309"/>
                  <a:pt x="168562" y="18262"/>
                </a:cubicBezTo>
                <a:cubicBezTo>
                  <a:pt x="174477" y="22215"/>
                  <a:pt x="179951" y="26707"/>
                  <a:pt x="184982" y="31738"/>
                </a:cubicBezTo>
                <a:cubicBezTo>
                  <a:pt x="190013" y="36769"/>
                  <a:pt x="194505" y="42242"/>
                  <a:pt x="198458" y="48158"/>
                </a:cubicBezTo>
                <a:cubicBezTo>
                  <a:pt x="202411" y="54074"/>
                  <a:pt x="205749" y="60319"/>
                  <a:pt x="208472" y="66892"/>
                </a:cubicBezTo>
                <a:cubicBezTo>
                  <a:pt x="211195" y="73465"/>
                  <a:pt x="213250" y="80241"/>
                  <a:pt x="214638" y="87220"/>
                </a:cubicBezTo>
                <a:cubicBezTo>
                  <a:pt x="216026" y="94198"/>
                  <a:pt x="216720" y="101245"/>
                  <a:pt x="216720" y="10836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448" cap="flat">
            <a:solidFill>
              <a:srgbClr val="000000"/>
            </a:solidFill>
            <a:miter/>
          </a:ln>
        </p:spPr>
      </p:sp>
      <p:sp>
        <p:nvSpPr>
          <p:cNvPr id="604" name="Text 5">
            <a:extLst xmlns:a="http://schemas.openxmlformats.org/drawingml/2006/main">
              <a:ext uri="{FF2B5EF4-FFF2-40B4-BE49-F238E27FC236}">
                <a16:creationId xmlns:a16="http://schemas.microsoft.com/office/drawing/2014/main" id="{3F560938-F966-40EB-AD75-3272DA35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061" y="2695629"/>
            <a:ext cx="82286" cy="124614"/>
          </a:xfrm>
          <a:custGeom xmlns:a="http://schemas.openxmlformats.org/drawingml/2006/main">
            <a:pathLst>
              <a:path w="82286" h="124614">
                <a:moveTo>
                  <a:pt x="0" y="89905"/>
                </a:moveTo>
                <a:lnTo>
                  <a:pt x="16000" y="88551"/>
                </a:lnTo>
                <a:cubicBezTo>
                  <a:pt x="17185" y="96312"/>
                  <a:pt x="19937" y="102148"/>
                  <a:pt x="24254" y="106056"/>
                </a:cubicBezTo>
                <a:cubicBezTo>
                  <a:pt x="28572" y="109962"/>
                  <a:pt x="33778" y="111916"/>
                  <a:pt x="39873" y="111916"/>
                </a:cubicBezTo>
                <a:cubicBezTo>
                  <a:pt x="47210" y="111916"/>
                  <a:pt x="53418" y="109155"/>
                  <a:pt x="58498" y="103633"/>
                </a:cubicBezTo>
                <a:cubicBezTo>
                  <a:pt x="63577" y="98109"/>
                  <a:pt x="66117" y="90782"/>
                  <a:pt x="66117" y="81654"/>
                </a:cubicBezTo>
                <a:cubicBezTo>
                  <a:pt x="66117" y="72975"/>
                  <a:pt x="63676" y="66127"/>
                  <a:pt x="58794" y="61111"/>
                </a:cubicBezTo>
                <a:cubicBezTo>
                  <a:pt x="53912" y="56095"/>
                  <a:pt x="47520" y="53587"/>
                  <a:pt x="39619" y="53587"/>
                </a:cubicBezTo>
                <a:cubicBezTo>
                  <a:pt x="34709" y="53587"/>
                  <a:pt x="30279" y="54694"/>
                  <a:pt x="26328" y="56908"/>
                </a:cubicBezTo>
                <a:cubicBezTo>
                  <a:pt x="22377" y="59121"/>
                  <a:pt x="19273" y="61993"/>
                  <a:pt x="17016" y="65524"/>
                </a:cubicBezTo>
                <a:lnTo>
                  <a:pt x="2709" y="63662"/>
                </a:lnTo>
                <a:lnTo>
                  <a:pt x="14730" y="0"/>
                </a:lnTo>
                <a:lnTo>
                  <a:pt x="76445" y="0"/>
                </a:lnTo>
                <a:lnTo>
                  <a:pt x="76445" y="14392"/>
                </a:lnTo>
                <a:lnTo>
                  <a:pt x="26921" y="14392"/>
                </a:lnTo>
                <a:lnTo>
                  <a:pt x="20233" y="47831"/>
                </a:lnTo>
                <a:cubicBezTo>
                  <a:pt x="27683" y="42695"/>
                  <a:pt x="35499" y="40127"/>
                  <a:pt x="43683" y="40127"/>
                </a:cubicBezTo>
                <a:cubicBezTo>
                  <a:pt x="54519" y="40127"/>
                  <a:pt x="63662" y="43885"/>
                  <a:pt x="71111" y="51400"/>
                </a:cubicBezTo>
                <a:cubicBezTo>
                  <a:pt x="78561" y="58913"/>
                  <a:pt x="82286" y="68572"/>
                  <a:pt x="82286" y="80379"/>
                </a:cubicBezTo>
                <a:cubicBezTo>
                  <a:pt x="82286" y="91622"/>
                  <a:pt x="79013" y="101339"/>
                  <a:pt x="72466" y="109529"/>
                </a:cubicBezTo>
                <a:cubicBezTo>
                  <a:pt x="64508" y="119586"/>
                  <a:pt x="53644" y="124614"/>
                  <a:pt x="39873" y="124614"/>
                </a:cubicBezTo>
                <a:cubicBezTo>
                  <a:pt x="28586" y="124614"/>
                  <a:pt x="19372" y="121446"/>
                  <a:pt x="12233" y="115109"/>
                </a:cubicBezTo>
                <a:cubicBezTo>
                  <a:pt x="5093" y="108772"/>
                  <a:pt x="1016" y="100371"/>
                  <a:pt x="0" y="899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F6131A-2731-4214-89B9-B8582A08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902" y="593218"/>
            <a:ext cx="45043" cy="208947"/>
          </a:xfrm>
          <a:custGeom xmlns:a="http://schemas.openxmlformats.org/drawingml/2006/main">
            <a:pathLst>
              <a:path w="45043" h="208947">
                <a:moveTo>
                  <a:pt x="45043" y="205186"/>
                </a:moveTo>
                <a:cubicBezTo>
                  <a:pt x="44909" y="206161"/>
                  <a:pt x="44506" y="206997"/>
                  <a:pt x="43835" y="207694"/>
                </a:cubicBezTo>
                <a:cubicBezTo>
                  <a:pt x="43163" y="208390"/>
                  <a:pt x="42223" y="208808"/>
                  <a:pt x="41015" y="208947"/>
                </a:cubicBezTo>
                <a:cubicBezTo>
                  <a:pt x="39673" y="208947"/>
                  <a:pt x="38531" y="208251"/>
                  <a:pt x="37592" y="206858"/>
                </a:cubicBezTo>
                <a:cubicBezTo>
                  <a:pt x="37189" y="205883"/>
                  <a:pt x="30879" y="188749"/>
                  <a:pt x="18662" y="155457"/>
                </a:cubicBezTo>
                <a:cubicBezTo>
                  <a:pt x="6444" y="122165"/>
                  <a:pt x="269" y="105170"/>
                  <a:pt x="134" y="104474"/>
                </a:cubicBezTo>
                <a:cubicBezTo>
                  <a:pt x="0" y="103777"/>
                  <a:pt x="6109" y="86783"/>
                  <a:pt x="18460" y="53491"/>
                </a:cubicBezTo>
                <a:cubicBezTo>
                  <a:pt x="30812" y="20198"/>
                  <a:pt x="37189" y="3065"/>
                  <a:pt x="37592" y="2089"/>
                </a:cubicBezTo>
                <a:cubicBezTo>
                  <a:pt x="37994" y="1393"/>
                  <a:pt x="38666" y="766"/>
                  <a:pt x="39605" y="209"/>
                </a:cubicBezTo>
                <a:lnTo>
                  <a:pt x="40210" y="0"/>
                </a:lnTo>
                <a:cubicBezTo>
                  <a:pt x="40612" y="0"/>
                  <a:pt x="40881" y="0"/>
                  <a:pt x="41015" y="0"/>
                </a:cubicBezTo>
                <a:cubicBezTo>
                  <a:pt x="43432" y="0"/>
                  <a:pt x="44774" y="1254"/>
                  <a:pt x="45043" y="3761"/>
                </a:cubicBezTo>
                <a:cubicBezTo>
                  <a:pt x="45043" y="4458"/>
                  <a:pt x="39001" y="21382"/>
                  <a:pt x="26918" y="54535"/>
                </a:cubicBezTo>
                <a:cubicBezTo>
                  <a:pt x="14701" y="87549"/>
                  <a:pt x="8592" y="104195"/>
                  <a:pt x="8592" y="104474"/>
                </a:cubicBezTo>
                <a:cubicBezTo>
                  <a:pt x="8592" y="104752"/>
                  <a:pt x="14701" y="121398"/>
                  <a:pt x="26918" y="154412"/>
                </a:cubicBezTo>
                <a:cubicBezTo>
                  <a:pt x="39001" y="187565"/>
                  <a:pt x="45043" y="204490"/>
                  <a:pt x="45043" y="2051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DF0984-0E3F-4FBF-9892-48325DB7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902" y="593218"/>
            <a:ext cx="45043" cy="208947"/>
          </a:xfrm>
          <a:custGeom xmlns:a="http://schemas.openxmlformats.org/drawingml/2006/main">
            <a:pathLst>
              <a:path w="45043" h="208947" fill="none">
                <a:moveTo>
                  <a:pt x="45043" y="205186"/>
                </a:moveTo>
                <a:cubicBezTo>
                  <a:pt x="44909" y="206161"/>
                  <a:pt x="44506" y="206997"/>
                  <a:pt x="43835" y="207694"/>
                </a:cubicBezTo>
                <a:cubicBezTo>
                  <a:pt x="43163" y="208390"/>
                  <a:pt x="42223" y="208808"/>
                  <a:pt x="41015" y="208947"/>
                </a:cubicBezTo>
                <a:cubicBezTo>
                  <a:pt x="39673" y="208947"/>
                  <a:pt x="38531" y="208251"/>
                  <a:pt x="37592" y="206858"/>
                </a:cubicBezTo>
                <a:cubicBezTo>
                  <a:pt x="37189" y="205883"/>
                  <a:pt x="30879" y="188749"/>
                  <a:pt x="18662" y="155457"/>
                </a:cubicBezTo>
                <a:cubicBezTo>
                  <a:pt x="6444" y="122165"/>
                  <a:pt x="269" y="105170"/>
                  <a:pt x="134" y="104474"/>
                </a:cubicBezTo>
                <a:cubicBezTo>
                  <a:pt x="0" y="103777"/>
                  <a:pt x="6109" y="86783"/>
                  <a:pt x="18460" y="53491"/>
                </a:cubicBezTo>
                <a:cubicBezTo>
                  <a:pt x="30812" y="20198"/>
                  <a:pt x="37189" y="3065"/>
                  <a:pt x="37592" y="2089"/>
                </a:cubicBezTo>
                <a:cubicBezTo>
                  <a:pt x="37994" y="1393"/>
                  <a:pt x="38666" y="766"/>
                  <a:pt x="39605" y="209"/>
                </a:cubicBezTo>
                <a:lnTo>
                  <a:pt x="40210" y="0"/>
                </a:lnTo>
                <a:cubicBezTo>
                  <a:pt x="40612" y="0"/>
                  <a:pt x="40881" y="0"/>
                  <a:pt x="41015" y="0"/>
                </a:cubicBezTo>
                <a:cubicBezTo>
                  <a:pt x="43432" y="0"/>
                  <a:pt x="44774" y="1254"/>
                  <a:pt x="45043" y="3761"/>
                </a:cubicBezTo>
                <a:cubicBezTo>
                  <a:pt x="45043" y="4458"/>
                  <a:pt x="39001" y="21382"/>
                  <a:pt x="26918" y="54535"/>
                </a:cubicBezTo>
                <a:cubicBezTo>
                  <a:pt x="14701" y="87549"/>
                  <a:pt x="8592" y="104195"/>
                  <a:pt x="8592" y="104474"/>
                </a:cubicBezTo>
                <a:cubicBezTo>
                  <a:pt x="8592" y="104752"/>
                  <a:pt x="14701" y="121398"/>
                  <a:pt x="26918" y="154412"/>
                </a:cubicBezTo>
                <a:cubicBezTo>
                  <a:pt x="39001" y="187565"/>
                  <a:pt x="45043" y="204490"/>
                  <a:pt x="45043" y="20518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20"/>
              </a:srgbClr>
            </a:solidFill>
            <a:miter/>
          </a:ln>
        </p:spPr>
      </p:sp>
      <p:sp>
        <p:nvSpPr>
          <p:cNvPr id="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9CE369-7464-4EF2-BF53-3A8D8AFB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465" y="607844"/>
            <a:ext cx="147614" cy="142084"/>
          </a:xfrm>
          <a:custGeom xmlns:a="http://schemas.openxmlformats.org/drawingml/2006/main">
            <a:pathLst>
              <a:path w="147614" h="142084">
                <a:moveTo>
                  <a:pt x="92838" y="97578"/>
                </a:moveTo>
                <a:cubicBezTo>
                  <a:pt x="90153" y="97578"/>
                  <a:pt x="88810" y="96673"/>
                  <a:pt x="88810" y="94862"/>
                </a:cubicBezTo>
                <a:cubicBezTo>
                  <a:pt x="88810" y="94305"/>
                  <a:pt x="89146" y="92633"/>
                  <a:pt x="89817" y="89847"/>
                </a:cubicBezTo>
                <a:cubicBezTo>
                  <a:pt x="90488" y="87061"/>
                  <a:pt x="90824" y="84624"/>
                  <a:pt x="90824" y="82534"/>
                </a:cubicBezTo>
                <a:cubicBezTo>
                  <a:pt x="90824" y="78216"/>
                  <a:pt x="89414" y="75569"/>
                  <a:pt x="86595" y="74594"/>
                </a:cubicBezTo>
                <a:cubicBezTo>
                  <a:pt x="83776" y="73619"/>
                  <a:pt x="77264" y="73132"/>
                  <a:pt x="67061" y="73132"/>
                </a:cubicBezTo>
                <a:lnTo>
                  <a:pt x="56589" y="73132"/>
                </a:lnTo>
                <a:cubicBezTo>
                  <a:pt x="56455" y="73410"/>
                  <a:pt x="54105" y="83022"/>
                  <a:pt x="49540" y="101966"/>
                </a:cubicBezTo>
                <a:cubicBezTo>
                  <a:pt x="44976" y="120911"/>
                  <a:pt x="42693" y="130662"/>
                  <a:pt x="42693" y="131219"/>
                </a:cubicBezTo>
                <a:cubicBezTo>
                  <a:pt x="42693" y="131776"/>
                  <a:pt x="43432" y="132055"/>
                  <a:pt x="44909" y="132055"/>
                </a:cubicBezTo>
                <a:cubicBezTo>
                  <a:pt x="46385" y="132055"/>
                  <a:pt x="51756" y="132194"/>
                  <a:pt x="61019" y="132473"/>
                </a:cubicBezTo>
                <a:cubicBezTo>
                  <a:pt x="73639" y="132473"/>
                  <a:pt x="81963" y="132333"/>
                  <a:pt x="85991" y="132055"/>
                </a:cubicBezTo>
                <a:cubicBezTo>
                  <a:pt x="90019" y="131776"/>
                  <a:pt x="94046" y="130871"/>
                  <a:pt x="98074" y="129338"/>
                </a:cubicBezTo>
                <a:cubicBezTo>
                  <a:pt x="104652" y="127110"/>
                  <a:pt x="110090" y="123209"/>
                  <a:pt x="114386" y="117637"/>
                </a:cubicBezTo>
                <a:cubicBezTo>
                  <a:pt x="118682" y="112065"/>
                  <a:pt x="123448" y="102941"/>
                  <a:pt x="128684" y="90265"/>
                </a:cubicBezTo>
                <a:cubicBezTo>
                  <a:pt x="130027" y="87201"/>
                  <a:pt x="130899" y="85529"/>
                  <a:pt x="131302" y="85251"/>
                </a:cubicBezTo>
                <a:cubicBezTo>
                  <a:pt x="132242" y="84972"/>
                  <a:pt x="133249" y="84833"/>
                  <a:pt x="134323" y="84833"/>
                </a:cubicBezTo>
                <a:cubicBezTo>
                  <a:pt x="137008" y="84833"/>
                  <a:pt x="138351" y="85738"/>
                  <a:pt x="138351" y="87549"/>
                </a:cubicBezTo>
                <a:cubicBezTo>
                  <a:pt x="124254" y="122931"/>
                  <a:pt x="116870" y="140970"/>
                  <a:pt x="116198" y="141666"/>
                </a:cubicBezTo>
                <a:cubicBezTo>
                  <a:pt x="115796" y="141945"/>
                  <a:pt x="96597" y="142084"/>
                  <a:pt x="58603" y="142084"/>
                </a:cubicBezTo>
                <a:lnTo>
                  <a:pt x="20541" y="142084"/>
                </a:lnTo>
                <a:cubicBezTo>
                  <a:pt x="6847" y="142084"/>
                  <a:pt x="0" y="141318"/>
                  <a:pt x="0" y="139786"/>
                </a:cubicBezTo>
                <a:cubicBezTo>
                  <a:pt x="0" y="139507"/>
                  <a:pt x="201" y="138532"/>
                  <a:pt x="604" y="136861"/>
                </a:cubicBezTo>
                <a:cubicBezTo>
                  <a:pt x="1141" y="134632"/>
                  <a:pt x="1678" y="133378"/>
                  <a:pt x="2215" y="133099"/>
                </a:cubicBezTo>
                <a:cubicBezTo>
                  <a:pt x="2752" y="132821"/>
                  <a:pt x="4296" y="132612"/>
                  <a:pt x="6847" y="132473"/>
                </a:cubicBezTo>
                <a:cubicBezTo>
                  <a:pt x="10472" y="132473"/>
                  <a:pt x="14500" y="132264"/>
                  <a:pt x="18930" y="131846"/>
                </a:cubicBezTo>
                <a:cubicBezTo>
                  <a:pt x="20810" y="131428"/>
                  <a:pt x="22085" y="130592"/>
                  <a:pt x="22756" y="129338"/>
                </a:cubicBezTo>
                <a:cubicBezTo>
                  <a:pt x="23025" y="128642"/>
                  <a:pt x="27791" y="109071"/>
                  <a:pt x="37055" y="70624"/>
                </a:cubicBezTo>
                <a:cubicBezTo>
                  <a:pt x="46318" y="32178"/>
                  <a:pt x="51017" y="12676"/>
                  <a:pt x="51151" y="12119"/>
                </a:cubicBezTo>
                <a:cubicBezTo>
                  <a:pt x="51151" y="11144"/>
                  <a:pt x="50883" y="10656"/>
                  <a:pt x="50346" y="10656"/>
                </a:cubicBezTo>
                <a:cubicBezTo>
                  <a:pt x="49272" y="10238"/>
                  <a:pt x="45714" y="9890"/>
                  <a:pt x="39673" y="9612"/>
                </a:cubicBezTo>
                <a:lnTo>
                  <a:pt x="33430" y="9612"/>
                </a:lnTo>
                <a:cubicBezTo>
                  <a:pt x="32624" y="8776"/>
                  <a:pt x="32221" y="8219"/>
                  <a:pt x="32221" y="7940"/>
                </a:cubicBezTo>
                <a:cubicBezTo>
                  <a:pt x="32221" y="7661"/>
                  <a:pt x="32356" y="6477"/>
                  <a:pt x="32624" y="4388"/>
                </a:cubicBezTo>
                <a:cubicBezTo>
                  <a:pt x="33161" y="2020"/>
                  <a:pt x="33832" y="557"/>
                  <a:pt x="34638" y="0"/>
                </a:cubicBezTo>
                <a:lnTo>
                  <a:pt x="146205" y="0"/>
                </a:lnTo>
                <a:cubicBezTo>
                  <a:pt x="147144" y="557"/>
                  <a:pt x="147614" y="1323"/>
                  <a:pt x="147614" y="2298"/>
                </a:cubicBezTo>
                <a:cubicBezTo>
                  <a:pt x="147614" y="2995"/>
                  <a:pt x="146742" y="10796"/>
                  <a:pt x="144996" y="25701"/>
                </a:cubicBezTo>
                <a:cubicBezTo>
                  <a:pt x="143251" y="40605"/>
                  <a:pt x="142311" y="48267"/>
                  <a:pt x="142177" y="48685"/>
                </a:cubicBezTo>
                <a:cubicBezTo>
                  <a:pt x="141908" y="49660"/>
                  <a:pt x="140566" y="50147"/>
                  <a:pt x="138149" y="50147"/>
                </a:cubicBezTo>
                <a:lnTo>
                  <a:pt x="135733" y="50147"/>
                </a:lnTo>
                <a:cubicBezTo>
                  <a:pt x="134793" y="49451"/>
                  <a:pt x="134323" y="48545"/>
                  <a:pt x="134323" y="47431"/>
                </a:cubicBezTo>
                <a:lnTo>
                  <a:pt x="134927" y="42625"/>
                </a:lnTo>
                <a:cubicBezTo>
                  <a:pt x="135330" y="39282"/>
                  <a:pt x="135531" y="35660"/>
                  <a:pt x="135531" y="31760"/>
                </a:cubicBezTo>
                <a:cubicBezTo>
                  <a:pt x="135531" y="27581"/>
                  <a:pt x="135061" y="24099"/>
                  <a:pt x="134122" y="21313"/>
                </a:cubicBezTo>
                <a:cubicBezTo>
                  <a:pt x="133182" y="18527"/>
                  <a:pt x="131906" y="16368"/>
                  <a:pt x="130295" y="14835"/>
                </a:cubicBezTo>
                <a:cubicBezTo>
                  <a:pt x="128684" y="13303"/>
                  <a:pt x="126335" y="12189"/>
                  <a:pt x="123247" y="11492"/>
                </a:cubicBezTo>
                <a:cubicBezTo>
                  <a:pt x="120159" y="10796"/>
                  <a:pt x="117004" y="10308"/>
                  <a:pt x="113782" y="10029"/>
                </a:cubicBezTo>
                <a:cubicBezTo>
                  <a:pt x="110560" y="9751"/>
                  <a:pt x="106264" y="9612"/>
                  <a:pt x="100893" y="9612"/>
                </a:cubicBezTo>
                <a:lnTo>
                  <a:pt x="91428" y="9612"/>
                </a:lnTo>
                <a:cubicBezTo>
                  <a:pt x="79614" y="9751"/>
                  <a:pt x="73371" y="9960"/>
                  <a:pt x="72700" y="10238"/>
                </a:cubicBezTo>
                <a:cubicBezTo>
                  <a:pt x="72163" y="10517"/>
                  <a:pt x="71760" y="11144"/>
                  <a:pt x="71491" y="12119"/>
                </a:cubicBezTo>
                <a:cubicBezTo>
                  <a:pt x="71357" y="12537"/>
                  <a:pt x="69276" y="21104"/>
                  <a:pt x="65248" y="37819"/>
                </a:cubicBezTo>
                <a:cubicBezTo>
                  <a:pt x="61221" y="54535"/>
                  <a:pt x="59140" y="63032"/>
                  <a:pt x="59005" y="63311"/>
                </a:cubicBezTo>
                <a:cubicBezTo>
                  <a:pt x="62093" y="63450"/>
                  <a:pt x="65315" y="63520"/>
                  <a:pt x="68672" y="63520"/>
                </a:cubicBezTo>
                <a:lnTo>
                  <a:pt x="73908" y="63520"/>
                </a:lnTo>
                <a:cubicBezTo>
                  <a:pt x="82769" y="63520"/>
                  <a:pt x="88877" y="62475"/>
                  <a:pt x="92234" y="60386"/>
                </a:cubicBezTo>
                <a:cubicBezTo>
                  <a:pt x="95590" y="58296"/>
                  <a:pt x="98611" y="52655"/>
                  <a:pt x="101296" y="43461"/>
                </a:cubicBezTo>
                <a:cubicBezTo>
                  <a:pt x="101833" y="41232"/>
                  <a:pt x="102236" y="39979"/>
                  <a:pt x="102504" y="39700"/>
                </a:cubicBezTo>
                <a:cubicBezTo>
                  <a:pt x="102773" y="39421"/>
                  <a:pt x="103914" y="39212"/>
                  <a:pt x="105928" y="39073"/>
                </a:cubicBezTo>
                <a:cubicBezTo>
                  <a:pt x="106599" y="39073"/>
                  <a:pt x="107136" y="39073"/>
                  <a:pt x="107539" y="39073"/>
                </a:cubicBezTo>
                <a:cubicBezTo>
                  <a:pt x="107942" y="39073"/>
                  <a:pt x="108277" y="39143"/>
                  <a:pt x="108546" y="39282"/>
                </a:cubicBezTo>
                <a:cubicBezTo>
                  <a:pt x="108814" y="39421"/>
                  <a:pt x="108949" y="39491"/>
                  <a:pt x="108949" y="39491"/>
                </a:cubicBezTo>
                <a:cubicBezTo>
                  <a:pt x="108949" y="39491"/>
                  <a:pt x="109083" y="39770"/>
                  <a:pt x="109351" y="40327"/>
                </a:cubicBezTo>
                <a:cubicBezTo>
                  <a:pt x="109620" y="40884"/>
                  <a:pt x="109821" y="41163"/>
                  <a:pt x="109956" y="41163"/>
                </a:cubicBezTo>
                <a:lnTo>
                  <a:pt x="103310" y="68744"/>
                </a:lnTo>
                <a:cubicBezTo>
                  <a:pt x="98879" y="87270"/>
                  <a:pt x="96463" y="96673"/>
                  <a:pt x="96060" y="96952"/>
                </a:cubicBezTo>
                <a:cubicBezTo>
                  <a:pt x="95657" y="97369"/>
                  <a:pt x="94583" y="97578"/>
                  <a:pt x="92838" y="975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FAD061-08C2-42C9-9DAC-5F038C3A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465" y="607844"/>
            <a:ext cx="147614" cy="142084"/>
          </a:xfrm>
          <a:custGeom xmlns:a="http://schemas.openxmlformats.org/drawingml/2006/main">
            <a:pathLst>
              <a:path w="147614" h="142084" fill="none">
                <a:moveTo>
                  <a:pt x="92838" y="97578"/>
                </a:moveTo>
                <a:cubicBezTo>
                  <a:pt x="90153" y="97578"/>
                  <a:pt x="88810" y="96673"/>
                  <a:pt x="88810" y="94862"/>
                </a:cubicBezTo>
                <a:cubicBezTo>
                  <a:pt x="88810" y="94305"/>
                  <a:pt x="89146" y="92633"/>
                  <a:pt x="89817" y="89847"/>
                </a:cubicBezTo>
                <a:cubicBezTo>
                  <a:pt x="90488" y="87061"/>
                  <a:pt x="90824" y="84624"/>
                  <a:pt x="90824" y="82534"/>
                </a:cubicBezTo>
                <a:cubicBezTo>
                  <a:pt x="90824" y="78216"/>
                  <a:pt x="89414" y="75569"/>
                  <a:pt x="86595" y="74594"/>
                </a:cubicBezTo>
                <a:cubicBezTo>
                  <a:pt x="83776" y="73619"/>
                  <a:pt x="77264" y="73132"/>
                  <a:pt x="67061" y="73132"/>
                </a:cubicBezTo>
                <a:lnTo>
                  <a:pt x="56589" y="73132"/>
                </a:lnTo>
                <a:cubicBezTo>
                  <a:pt x="56455" y="73410"/>
                  <a:pt x="54105" y="83022"/>
                  <a:pt x="49540" y="101966"/>
                </a:cubicBezTo>
                <a:cubicBezTo>
                  <a:pt x="44976" y="120911"/>
                  <a:pt x="42693" y="130662"/>
                  <a:pt x="42693" y="131219"/>
                </a:cubicBezTo>
                <a:cubicBezTo>
                  <a:pt x="42693" y="131776"/>
                  <a:pt x="43432" y="132055"/>
                  <a:pt x="44909" y="132055"/>
                </a:cubicBezTo>
                <a:cubicBezTo>
                  <a:pt x="46385" y="132055"/>
                  <a:pt x="51756" y="132194"/>
                  <a:pt x="61019" y="132473"/>
                </a:cubicBezTo>
                <a:cubicBezTo>
                  <a:pt x="73639" y="132473"/>
                  <a:pt x="81963" y="132333"/>
                  <a:pt x="85991" y="132055"/>
                </a:cubicBezTo>
                <a:cubicBezTo>
                  <a:pt x="90019" y="131776"/>
                  <a:pt x="94046" y="130871"/>
                  <a:pt x="98074" y="129338"/>
                </a:cubicBezTo>
                <a:cubicBezTo>
                  <a:pt x="104652" y="127110"/>
                  <a:pt x="110090" y="123209"/>
                  <a:pt x="114386" y="117637"/>
                </a:cubicBezTo>
                <a:cubicBezTo>
                  <a:pt x="118682" y="112065"/>
                  <a:pt x="123448" y="102941"/>
                  <a:pt x="128684" y="90265"/>
                </a:cubicBezTo>
                <a:cubicBezTo>
                  <a:pt x="130027" y="87201"/>
                  <a:pt x="130899" y="85529"/>
                  <a:pt x="131302" y="85251"/>
                </a:cubicBezTo>
                <a:cubicBezTo>
                  <a:pt x="132242" y="84972"/>
                  <a:pt x="133249" y="84833"/>
                  <a:pt x="134323" y="84833"/>
                </a:cubicBezTo>
                <a:cubicBezTo>
                  <a:pt x="137008" y="84833"/>
                  <a:pt x="138351" y="85738"/>
                  <a:pt x="138351" y="87549"/>
                </a:cubicBezTo>
                <a:cubicBezTo>
                  <a:pt x="124254" y="122931"/>
                  <a:pt x="116870" y="140970"/>
                  <a:pt x="116198" y="141666"/>
                </a:cubicBezTo>
                <a:cubicBezTo>
                  <a:pt x="115796" y="141945"/>
                  <a:pt x="96597" y="142084"/>
                  <a:pt x="58603" y="142084"/>
                </a:cubicBezTo>
                <a:lnTo>
                  <a:pt x="20541" y="142084"/>
                </a:lnTo>
                <a:cubicBezTo>
                  <a:pt x="6847" y="142084"/>
                  <a:pt x="0" y="141318"/>
                  <a:pt x="0" y="139786"/>
                </a:cubicBezTo>
                <a:cubicBezTo>
                  <a:pt x="0" y="139507"/>
                  <a:pt x="201" y="138532"/>
                  <a:pt x="604" y="136861"/>
                </a:cubicBezTo>
                <a:cubicBezTo>
                  <a:pt x="1141" y="134632"/>
                  <a:pt x="1678" y="133378"/>
                  <a:pt x="2215" y="133099"/>
                </a:cubicBezTo>
                <a:cubicBezTo>
                  <a:pt x="2752" y="132821"/>
                  <a:pt x="4296" y="132612"/>
                  <a:pt x="6847" y="132473"/>
                </a:cubicBezTo>
                <a:cubicBezTo>
                  <a:pt x="10472" y="132473"/>
                  <a:pt x="14500" y="132264"/>
                  <a:pt x="18930" y="131846"/>
                </a:cubicBezTo>
                <a:cubicBezTo>
                  <a:pt x="20810" y="131428"/>
                  <a:pt x="22085" y="130592"/>
                  <a:pt x="22756" y="129338"/>
                </a:cubicBezTo>
                <a:cubicBezTo>
                  <a:pt x="23025" y="128642"/>
                  <a:pt x="27791" y="109071"/>
                  <a:pt x="37055" y="70624"/>
                </a:cubicBezTo>
                <a:cubicBezTo>
                  <a:pt x="46318" y="32178"/>
                  <a:pt x="51017" y="12676"/>
                  <a:pt x="51151" y="12119"/>
                </a:cubicBezTo>
                <a:cubicBezTo>
                  <a:pt x="51151" y="11144"/>
                  <a:pt x="50883" y="10656"/>
                  <a:pt x="50346" y="10656"/>
                </a:cubicBezTo>
                <a:cubicBezTo>
                  <a:pt x="49272" y="10238"/>
                  <a:pt x="45714" y="9890"/>
                  <a:pt x="39673" y="9612"/>
                </a:cubicBezTo>
                <a:lnTo>
                  <a:pt x="33430" y="9612"/>
                </a:lnTo>
                <a:cubicBezTo>
                  <a:pt x="32624" y="8776"/>
                  <a:pt x="32221" y="8219"/>
                  <a:pt x="32221" y="7940"/>
                </a:cubicBezTo>
                <a:cubicBezTo>
                  <a:pt x="32221" y="7661"/>
                  <a:pt x="32356" y="6477"/>
                  <a:pt x="32624" y="4388"/>
                </a:cubicBezTo>
                <a:cubicBezTo>
                  <a:pt x="33161" y="2020"/>
                  <a:pt x="33832" y="557"/>
                  <a:pt x="34638" y="0"/>
                </a:cubicBezTo>
                <a:lnTo>
                  <a:pt x="146205" y="0"/>
                </a:lnTo>
                <a:cubicBezTo>
                  <a:pt x="147144" y="557"/>
                  <a:pt x="147614" y="1323"/>
                  <a:pt x="147614" y="2298"/>
                </a:cubicBezTo>
                <a:cubicBezTo>
                  <a:pt x="147614" y="2995"/>
                  <a:pt x="146742" y="10796"/>
                  <a:pt x="144996" y="25701"/>
                </a:cubicBezTo>
                <a:cubicBezTo>
                  <a:pt x="143251" y="40605"/>
                  <a:pt x="142311" y="48267"/>
                  <a:pt x="142177" y="48685"/>
                </a:cubicBezTo>
                <a:cubicBezTo>
                  <a:pt x="141908" y="49660"/>
                  <a:pt x="140566" y="50147"/>
                  <a:pt x="138149" y="50147"/>
                </a:cubicBezTo>
                <a:lnTo>
                  <a:pt x="135733" y="50147"/>
                </a:lnTo>
                <a:cubicBezTo>
                  <a:pt x="134793" y="49451"/>
                  <a:pt x="134323" y="48545"/>
                  <a:pt x="134323" y="47431"/>
                </a:cubicBezTo>
                <a:lnTo>
                  <a:pt x="134927" y="42625"/>
                </a:lnTo>
                <a:cubicBezTo>
                  <a:pt x="135330" y="39282"/>
                  <a:pt x="135531" y="35660"/>
                  <a:pt x="135531" y="31760"/>
                </a:cubicBezTo>
                <a:cubicBezTo>
                  <a:pt x="135531" y="27581"/>
                  <a:pt x="135061" y="24099"/>
                  <a:pt x="134122" y="21313"/>
                </a:cubicBezTo>
                <a:cubicBezTo>
                  <a:pt x="133182" y="18527"/>
                  <a:pt x="131906" y="16368"/>
                  <a:pt x="130295" y="14835"/>
                </a:cubicBezTo>
                <a:cubicBezTo>
                  <a:pt x="128684" y="13303"/>
                  <a:pt x="126335" y="12189"/>
                  <a:pt x="123247" y="11492"/>
                </a:cubicBezTo>
                <a:cubicBezTo>
                  <a:pt x="120159" y="10796"/>
                  <a:pt x="117004" y="10308"/>
                  <a:pt x="113782" y="10029"/>
                </a:cubicBezTo>
                <a:cubicBezTo>
                  <a:pt x="110560" y="9751"/>
                  <a:pt x="106264" y="9612"/>
                  <a:pt x="100893" y="9612"/>
                </a:cubicBezTo>
                <a:lnTo>
                  <a:pt x="91428" y="9612"/>
                </a:lnTo>
                <a:cubicBezTo>
                  <a:pt x="79614" y="9751"/>
                  <a:pt x="73371" y="9960"/>
                  <a:pt x="72700" y="10238"/>
                </a:cubicBezTo>
                <a:cubicBezTo>
                  <a:pt x="72163" y="10517"/>
                  <a:pt x="71760" y="11144"/>
                  <a:pt x="71491" y="12119"/>
                </a:cubicBezTo>
                <a:cubicBezTo>
                  <a:pt x="71357" y="12537"/>
                  <a:pt x="69276" y="21104"/>
                  <a:pt x="65248" y="37819"/>
                </a:cubicBezTo>
                <a:cubicBezTo>
                  <a:pt x="61221" y="54535"/>
                  <a:pt x="59140" y="63032"/>
                  <a:pt x="59005" y="63311"/>
                </a:cubicBezTo>
                <a:cubicBezTo>
                  <a:pt x="62093" y="63450"/>
                  <a:pt x="65315" y="63520"/>
                  <a:pt x="68672" y="63520"/>
                </a:cubicBezTo>
                <a:lnTo>
                  <a:pt x="73908" y="63520"/>
                </a:lnTo>
                <a:cubicBezTo>
                  <a:pt x="82769" y="63520"/>
                  <a:pt x="88877" y="62475"/>
                  <a:pt x="92234" y="60386"/>
                </a:cubicBezTo>
                <a:cubicBezTo>
                  <a:pt x="95590" y="58296"/>
                  <a:pt x="98611" y="52655"/>
                  <a:pt x="101296" y="43461"/>
                </a:cubicBezTo>
                <a:cubicBezTo>
                  <a:pt x="101833" y="41232"/>
                  <a:pt x="102236" y="39979"/>
                  <a:pt x="102504" y="39700"/>
                </a:cubicBezTo>
                <a:cubicBezTo>
                  <a:pt x="102773" y="39421"/>
                  <a:pt x="103914" y="39212"/>
                  <a:pt x="105928" y="39073"/>
                </a:cubicBezTo>
                <a:cubicBezTo>
                  <a:pt x="106599" y="39073"/>
                  <a:pt x="107136" y="39073"/>
                  <a:pt x="107539" y="39073"/>
                </a:cubicBezTo>
                <a:cubicBezTo>
                  <a:pt x="107942" y="39073"/>
                  <a:pt x="108277" y="39143"/>
                  <a:pt x="108546" y="39282"/>
                </a:cubicBezTo>
                <a:cubicBezTo>
                  <a:pt x="108814" y="39421"/>
                  <a:pt x="108949" y="39491"/>
                  <a:pt x="108949" y="39491"/>
                </a:cubicBezTo>
                <a:cubicBezTo>
                  <a:pt x="108949" y="39491"/>
                  <a:pt x="109083" y="39770"/>
                  <a:pt x="109351" y="40327"/>
                </a:cubicBezTo>
                <a:cubicBezTo>
                  <a:pt x="109620" y="40884"/>
                  <a:pt x="109821" y="41163"/>
                  <a:pt x="109956" y="41163"/>
                </a:cubicBezTo>
                <a:lnTo>
                  <a:pt x="103310" y="68744"/>
                </a:lnTo>
                <a:cubicBezTo>
                  <a:pt x="98879" y="87270"/>
                  <a:pt x="96463" y="96673"/>
                  <a:pt x="96060" y="96952"/>
                </a:cubicBezTo>
                <a:cubicBezTo>
                  <a:pt x="95657" y="97369"/>
                  <a:pt x="94583" y="97578"/>
                  <a:pt x="92838" y="9757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20"/>
              </a:srgbClr>
            </a:solidFill>
            <a:miter/>
          </a:ln>
        </p:spPr>
      </p:sp>
      <p:sp>
        <p:nvSpPr>
          <p:cNvPr id="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BD58A3-81CD-463B-B39F-4892E3E2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042" y="682885"/>
            <a:ext cx="59941" cy="101635"/>
          </a:xfrm>
          <a:custGeom xmlns:a="http://schemas.openxmlformats.org/drawingml/2006/main">
            <a:pathLst>
              <a:path w="59941" h="101635">
                <a:moveTo>
                  <a:pt x="8116" y="11966"/>
                </a:moveTo>
                <a:cubicBezTo>
                  <a:pt x="13431" y="3989"/>
                  <a:pt x="20692" y="0"/>
                  <a:pt x="29899" y="0"/>
                </a:cubicBezTo>
                <a:cubicBezTo>
                  <a:pt x="34456" y="0"/>
                  <a:pt x="39012" y="1280"/>
                  <a:pt x="43568" y="3841"/>
                </a:cubicBezTo>
                <a:cubicBezTo>
                  <a:pt x="48124" y="6401"/>
                  <a:pt x="51826" y="10932"/>
                  <a:pt x="54673" y="17432"/>
                </a:cubicBezTo>
                <a:cubicBezTo>
                  <a:pt x="58185" y="25606"/>
                  <a:pt x="59941" y="36833"/>
                  <a:pt x="59941" y="51113"/>
                </a:cubicBezTo>
                <a:cubicBezTo>
                  <a:pt x="59941" y="66378"/>
                  <a:pt x="57901" y="78048"/>
                  <a:pt x="53819" y="86124"/>
                </a:cubicBezTo>
                <a:cubicBezTo>
                  <a:pt x="51921" y="90260"/>
                  <a:pt x="49310" y="93560"/>
                  <a:pt x="45988" y="96022"/>
                </a:cubicBezTo>
                <a:cubicBezTo>
                  <a:pt x="42666" y="98484"/>
                  <a:pt x="39771" y="100010"/>
                  <a:pt x="37303" y="100601"/>
                </a:cubicBezTo>
                <a:cubicBezTo>
                  <a:pt x="34835" y="101192"/>
                  <a:pt x="32415" y="101537"/>
                  <a:pt x="30042" y="101635"/>
                </a:cubicBezTo>
                <a:cubicBezTo>
                  <a:pt x="27574" y="101635"/>
                  <a:pt x="25106" y="101340"/>
                  <a:pt x="22638" y="100749"/>
                </a:cubicBezTo>
                <a:cubicBezTo>
                  <a:pt x="20170" y="100158"/>
                  <a:pt x="17275" y="98582"/>
                  <a:pt x="13953" y="96022"/>
                </a:cubicBezTo>
                <a:cubicBezTo>
                  <a:pt x="10631" y="93461"/>
                  <a:pt x="8021" y="90162"/>
                  <a:pt x="6122" y="86124"/>
                </a:cubicBezTo>
                <a:cubicBezTo>
                  <a:pt x="2041" y="78048"/>
                  <a:pt x="0" y="66378"/>
                  <a:pt x="0" y="51113"/>
                </a:cubicBezTo>
                <a:cubicBezTo>
                  <a:pt x="0" y="33977"/>
                  <a:pt x="2705" y="20928"/>
                  <a:pt x="8116" y="11966"/>
                </a:cubicBezTo>
                <a:close/>
                <a:moveTo>
                  <a:pt x="40151" y="10193"/>
                </a:moveTo>
                <a:cubicBezTo>
                  <a:pt x="37303" y="7042"/>
                  <a:pt x="33934" y="5466"/>
                  <a:pt x="30042" y="5466"/>
                </a:cubicBezTo>
                <a:cubicBezTo>
                  <a:pt x="26055" y="5466"/>
                  <a:pt x="22638" y="7042"/>
                  <a:pt x="19791" y="10193"/>
                </a:cubicBezTo>
                <a:cubicBezTo>
                  <a:pt x="17418" y="12754"/>
                  <a:pt x="15851" y="16299"/>
                  <a:pt x="15092" y="20829"/>
                </a:cubicBezTo>
                <a:cubicBezTo>
                  <a:pt x="14333" y="25360"/>
                  <a:pt x="13953" y="34814"/>
                  <a:pt x="13953" y="49193"/>
                </a:cubicBezTo>
                <a:cubicBezTo>
                  <a:pt x="13953" y="64753"/>
                  <a:pt x="14333" y="74995"/>
                  <a:pt x="15092" y="79920"/>
                </a:cubicBezTo>
                <a:cubicBezTo>
                  <a:pt x="15851" y="84844"/>
                  <a:pt x="17560" y="88734"/>
                  <a:pt x="20218" y="91590"/>
                </a:cubicBezTo>
                <a:cubicBezTo>
                  <a:pt x="22875" y="94544"/>
                  <a:pt x="26150" y="96022"/>
                  <a:pt x="30042" y="96022"/>
                </a:cubicBezTo>
                <a:cubicBezTo>
                  <a:pt x="33839" y="96022"/>
                  <a:pt x="37066" y="94544"/>
                  <a:pt x="39724" y="91590"/>
                </a:cubicBezTo>
                <a:cubicBezTo>
                  <a:pt x="42476" y="88635"/>
                  <a:pt x="44185" y="84499"/>
                  <a:pt x="44849" y="79181"/>
                </a:cubicBezTo>
                <a:cubicBezTo>
                  <a:pt x="45514" y="73863"/>
                  <a:pt x="45893" y="63867"/>
                  <a:pt x="45988" y="49193"/>
                </a:cubicBezTo>
                <a:cubicBezTo>
                  <a:pt x="45988" y="34913"/>
                  <a:pt x="45609" y="25507"/>
                  <a:pt x="44849" y="20977"/>
                </a:cubicBezTo>
                <a:cubicBezTo>
                  <a:pt x="44090" y="16447"/>
                  <a:pt x="42524" y="12852"/>
                  <a:pt x="40151" y="101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F7BA1A-7A2B-45EA-ACC2-607639AF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042" y="682885"/>
            <a:ext cx="59941" cy="101635"/>
          </a:xfrm>
          <a:custGeom xmlns:a="http://schemas.openxmlformats.org/drawingml/2006/main">
            <a:pathLst>
              <a:path w="59941" h="101635" fill="none">
                <a:moveTo>
                  <a:pt x="8116" y="11966"/>
                </a:moveTo>
                <a:cubicBezTo>
                  <a:pt x="13431" y="3989"/>
                  <a:pt x="20692" y="0"/>
                  <a:pt x="29899" y="0"/>
                </a:cubicBezTo>
                <a:cubicBezTo>
                  <a:pt x="34456" y="0"/>
                  <a:pt x="39012" y="1280"/>
                  <a:pt x="43568" y="3841"/>
                </a:cubicBezTo>
                <a:cubicBezTo>
                  <a:pt x="48124" y="6401"/>
                  <a:pt x="51826" y="10932"/>
                  <a:pt x="54673" y="17432"/>
                </a:cubicBezTo>
                <a:cubicBezTo>
                  <a:pt x="58185" y="25606"/>
                  <a:pt x="59941" y="36833"/>
                  <a:pt x="59941" y="51113"/>
                </a:cubicBezTo>
                <a:cubicBezTo>
                  <a:pt x="59941" y="66378"/>
                  <a:pt x="57901" y="78048"/>
                  <a:pt x="53819" y="86124"/>
                </a:cubicBezTo>
                <a:cubicBezTo>
                  <a:pt x="51921" y="90260"/>
                  <a:pt x="49310" y="93560"/>
                  <a:pt x="45988" y="96022"/>
                </a:cubicBezTo>
                <a:cubicBezTo>
                  <a:pt x="42666" y="98484"/>
                  <a:pt x="39771" y="100010"/>
                  <a:pt x="37303" y="100601"/>
                </a:cubicBezTo>
                <a:cubicBezTo>
                  <a:pt x="34835" y="101192"/>
                  <a:pt x="32415" y="101537"/>
                  <a:pt x="30042" y="101635"/>
                </a:cubicBezTo>
                <a:cubicBezTo>
                  <a:pt x="27574" y="101635"/>
                  <a:pt x="25106" y="101340"/>
                  <a:pt x="22638" y="100749"/>
                </a:cubicBezTo>
                <a:cubicBezTo>
                  <a:pt x="20170" y="100158"/>
                  <a:pt x="17275" y="98582"/>
                  <a:pt x="13953" y="96022"/>
                </a:cubicBezTo>
                <a:cubicBezTo>
                  <a:pt x="10631" y="93461"/>
                  <a:pt x="8021" y="90162"/>
                  <a:pt x="6122" y="86124"/>
                </a:cubicBezTo>
                <a:cubicBezTo>
                  <a:pt x="2041" y="78048"/>
                  <a:pt x="0" y="66378"/>
                  <a:pt x="0" y="51113"/>
                </a:cubicBezTo>
                <a:cubicBezTo>
                  <a:pt x="0" y="33977"/>
                  <a:pt x="2705" y="20928"/>
                  <a:pt x="8116" y="11966"/>
                </a:cubicBezTo>
                <a:close/>
                <a:moveTo>
                  <a:pt x="40151" y="10193"/>
                </a:moveTo>
                <a:cubicBezTo>
                  <a:pt x="37303" y="7042"/>
                  <a:pt x="33934" y="5466"/>
                  <a:pt x="30042" y="5466"/>
                </a:cubicBezTo>
                <a:cubicBezTo>
                  <a:pt x="26055" y="5466"/>
                  <a:pt x="22638" y="7042"/>
                  <a:pt x="19791" y="10193"/>
                </a:cubicBezTo>
                <a:cubicBezTo>
                  <a:pt x="17418" y="12754"/>
                  <a:pt x="15851" y="16299"/>
                  <a:pt x="15092" y="20829"/>
                </a:cubicBezTo>
                <a:cubicBezTo>
                  <a:pt x="14333" y="25360"/>
                  <a:pt x="13953" y="34814"/>
                  <a:pt x="13953" y="49193"/>
                </a:cubicBezTo>
                <a:cubicBezTo>
                  <a:pt x="13953" y="64753"/>
                  <a:pt x="14333" y="74995"/>
                  <a:pt x="15092" y="79920"/>
                </a:cubicBezTo>
                <a:cubicBezTo>
                  <a:pt x="15851" y="84844"/>
                  <a:pt x="17560" y="88734"/>
                  <a:pt x="20218" y="91590"/>
                </a:cubicBezTo>
                <a:cubicBezTo>
                  <a:pt x="22875" y="94544"/>
                  <a:pt x="26150" y="96022"/>
                  <a:pt x="30042" y="96022"/>
                </a:cubicBezTo>
                <a:cubicBezTo>
                  <a:pt x="33839" y="96022"/>
                  <a:pt x="37066" y="94544"/>
                  <a:pt x="39724" y="91590"/>
                </a:cubicBezTo>
                <a:cubicBezTo>
                  <a:pt x="42476" y="88635"/>
                  <a:pt x="44185" y="84499"/>
                  <a:pt x="44849" y="79181"/>
                </a:cubicBezTo>
                <a:cubicBezTo>
                  <a:pt x="45514" y="73863"/>
                  <a:pt x="45893" y="63867"/>
                  <a:pt x="45988" y="49193"/>
                </a:cubicBezTo>
                <a:cubicBezTo>
                  <a:pt x="45988" y="34913"/>
                  <a:pt x="45609" y="25507"/>
                  <a:pt x="44849" y="20977"/>
                </a:cubicBezTo>
                <a:cubicBezTo>
                  <a:pt x="44090" y="16447"/>
                  <a:pt x="42524" y="12852"/>
                  <a:pt x="40151" y="101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8990"/>
              </a:srgbClr>
            </a:solidFill>
            <a:miter/>
          </a:ln>
        </p:spPr>
      </p:sp>
      <p:sp>
        <p:nvSpPr>
          <p:cNvPr id="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C7BB3F-AD17-4BA4-B414-254DB7A3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783" y="763395"/>
            <a:ext cx="18794" cy="46632"/>
          </a:xfrm>
          <a:custGeom xmlns:a="http://schemas.openxmlformats.org/drawingml/2006/main">
            <a:pathLst>
              <a:path w="18794" h="46632">
                <a:moveTo>
                  <a:pt x="0" y="12704"/>
                </a:moveTo>
                <a:cubicBezTo>
                  <a:pt x="0" y="12704"/>
                  <a:pt x="0" y="11473"/>
                  <a:pt x="0" y="9011"/>
                </a:cubicBezTo>
                <a:cubicBezTo>
                  <a:pt x="0" y="6549"/>
                  <a:pt x="759" y="4432"/>
                  <a:pt x="2278" y="2659"/>
                </a:cubicBezTo>
                <a:cubicBezTo>
                  <a:pt x="3797" y="886"/>
                  <a:pt x="5838" y="0"/>
                  <a:pt x="8400" y="0"/>
                </a:cubicBezTo>
                <a:cubicBezTo>
                  <a:pt x="11058" y="0"/>
                  <a:pt x="13431" y="1231"/>
                  <a:pt x="15519" y="3693"/>
                </a:cubicBezTo>
                <a:cubicBezTo>
                  <a:pt x="17607" y="6155"/>
                  <a:pt x="18699" y="10489"/>
                  <a:pt x="18794" y="16693"/>
                </a:cubicBezTo>
                <a:cubicBezTo>
                  <a:pt x="18794" y="20140"/>
                  <a:pt x="18367" y="23488"/>
                  <a:pt x="17513" y="26738"/>
                </a:cubicBezTo>
                <a:cubicBezTo>
                  <a:pt x="16658" y="29988"/>
                  <a:pt x="15662" y="32795"/>
                  <a:pt x="14523" y="35159"/>
                </a:cubicBezTo>
                <a:cubicBezTo>
                  <a:pt x="13384" y="37522"/>
                  <a:pt x="12150" y="39541"/>
                  <a:pt x="10821" y="41215"/>
                </a:cubicBezTo>
                <a:cubicBezTo>
                  <a:pt x="9492" y="42890"/>
                  <a:pt x="8353" y="44219"/>
                  <a:pt x="7404" y="45204"/>
                </a:cubicBezTo>
                <a:cubicBezTo>
                  <a:pt x="6454" y="46189"/>
                  <a:pt x="5838" y="46632"/>
                  <a:pt x="5553" y="46534"/>
                </a:cubicBezTo>
                <a:cubicBezTo>
                  <a:pt x="5173" y="46534"/>
                  <a:pt x="4556" y="46090"/>
                  <a:pt x="3702" y="45204"/>
                </a:cubicBezTo>
                <a:cubicBezTo>
                  <a:pt x="2848" y="44318"/>
                  <a:pt x="2420" y="43678"/>
                  <a:pt x="2420" y="43284"/>
                </a:cubicBezTo>
                <a:cubicBezTo>
                  <a:pt x="2420" y="42890"/>
                  <a:pt x="2942" y="42102"/>
                  <a:pt x="3987" y="40920"/>
                </a:cubicBezTo>
                <a:cubicBezTo>
                  <a:pt x="5031" y="39738"/>
                  <a:pt x="6217" y="38261"/>
                  <a:pt x="7546" y="36488"/>
                </a:cubicBezTo>
                <a:cubicBezTo>
                  <a:pt x="8875" y="34716"/>
                  <a:pt x="10109" y="32253"/>
                  <a:pt x="11248" y="29102"/>
                </a:cubicBezTo>
                <a:cubicBezTo>
                  <a:pt x="12387" y="25950"/>
                  <a:pt x="13146" y="22356"/>
                  <a:pt x="13526" y="18318"/>
                </a:cubicBezTo>
                <a:lnTo>
                  <a:pt x="13526" y="16545"/>
                </a:lnTo>
                <a:lnTo>
                  <a:pt x="13384" y="16693"/>
                </a:lnTo>
                <a:cubicBezTo>
                  <a:pt x="13194" y="16791"/>
                  <a:pt x="12956" y="16890"/>
                  <a:pt x="12672" y="16988"/>
                </a:cubicBezTo>
                <a:cubicBezTo>
                  <a:pt x="12387" y="17087"/>
                  <a:pt x="12102" y="17235"/>
                  <a:pt x="11817" y="17432"/>
                </a:cubicBezTo>
                <a:cubicBezTo>
                  <a:pt x="11533" y="17629"/>
                  <a:pt x="11106" y="17727"/>
                  <a:pt x="10536" y="17727"/>
                </a:cubicBezTo>
                <a:cubicBezTo>
                  <a:pt x="9966" y="17727"/>
                  <a:pt x="9397" y="17776"/>
                  <a:pt x="8827" y="17875"/>
                </a:cubicBezTo>
                <a:cubicBezTo>
                  <a:pt x="6265" y="17875"/>
                  <a:pt x="4176" y="17038"/>
                  <a:pt x="2563" y="15363"/>
                </a:cubicBezTo>
                <a:lnTo>
                  <a:pt x="0" y="127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0244A2-1C44-491A-ABDC-676A1731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783" y="763395"/>
            <a:ext cx="18794" cy="46632"/>
          </a:xfrm>
          <a:custGeom xmlns:a="http://schemas.openxmlformats.org/drawingml/2006/main">
            <a:pathLst>
              <a:path w="18794" h="46632" fill="none">
                <a:moveTo>
                  <a:pt x="0" y="12704"/>
                </a:moveTo>
                <a:cubicBezTo>
                  <a:pt x="0" y="12704"/>
                  <a:pt x="0" y="11473"/>
                  <a:pt x="0" y="9011"/>
                </a:cubicBezTo>
                <a:cubicBezTo>
                  <a:pt x="0" y="6549"/>
                  <a:pt x="759" y="4432"/>
                  <a:pt x="2278" y="2659"/>
                </a:cubicBezTo>
                <a:cubicBezTo>
                  <a:pt x="3797" y="886"/>
                  <a:pt x="5838" y="0"/>
                  <a:pt x="8400" y="0"/>
                </a:cubicBezTo>
                <a:cubicBezTo>
                  <a:pt x="11058" y="0"/>
                  <a:pt x="13431" y="1231"/>
                  <a:pt x="15519" y="3693"/>
                </a:cubicBezTo>
                <a:cubicBezTo>
                  <a:pt x="17607" y="6155"/>
                  <a:pt x="18699" y="10489"/>
                  <a:pt x="18794" y="16693"/>
                </a:cubicBezTo>
                <a:cubicBezTo>
                  <a:pt x="18794" y="20140"/>
                  <a:pt x="18367" y="23488"/>
                  <a:pt x="17513" y="26738"/>
                </a:cubicBezTo>
                <a:cubicBezTo>
                  <a:pt x="16658" y="29988"/>
                  <a:pt x="15662" y="32795"/>
                  <a:pt x="14523" y="35159"/>
                </a:cubicBezTo>
                <a:cubicBezTo>
                  <a:pt x="13384" y="37522"/>
                  <a:pt x="12150" y="39541"/>
                  <a:pt x="10821" y="41215"/>
                </a:cubicBezTo>
                <a:cubicBezTo>
                  <a:pt x="9492" y="42890"/>
                  <a:pt x="8353" y="44219"/>
                  <a:pt x="7404" y="45204"/>
                </a:cubicBezTo>
                <a:cubicBezTo>
                  <a:pt x="6454" y="46189"/>
                  <a:pt x="5838" y="46632"/>
                  <a:pt x="5553" y="46534"/>
                </a:cubicBezTo>
                <a:cubicBezTo>
                  <a:pt x="5173" y="46534"/>
                  <a:pt x="4556" y="46090"/>
                  <a:pt x="3702" y="45204"/>
                </a:cubicBezTo>
                <a:cubicBezTo>
                  <a:pt x="2848" y="44318"/>
                  <a:pt x="2420" y="43678"/>
                  <a:pt x="2420" y="43284"/>
                </a:cubicBezTo>
                <a:cubicBezTo>
                  <a:pt x="2420" y="42890"/>
                  <a:pt x="2942" y="42102"/>
                  <a:pt x="3987" y="40920"/>
                </a:cubicBezTo>
                <a:cubicBezTo>
                  <a:pt x="5031" y="39738"/>
                  <a:pt x="6217" y="38261"/>
                  <a:pt x="7546" y="36488"/>
                </a:cubicBezTo>
                <a:cubicBezTo>
                  <a:pt x="8875" y="34716"/>
                  <a:pt x="10109" y="32253"/>
                  <a:pt x="11248" y="29102"/>
                </a:cubicBezTo>
                <a:cubicBezTo>
                  <a:pt x="12387" y="25950"/>
                  <a:pt x="13146" y="22356"/>
                  <a:pt x="13526" y="18318"/>
                </a:cubicBezTo>
                <a:lnTo>
                  <a:pt x="13526" y="16545"/>
                </a:lnTo>
                <a:lnTo>
                  <a:pt x="13384" y="16693"/>
                </a:lnTo>
                <a:cubicBezTo>
                  <a:pt x="13194" y="16791"/>
                  <a:pt x="12956" y="16890"/>
                  <a:pt x="12672" y="16988"/>
                </a:cubicBezTo>
                <a:cubicBezTo>
                  <a:pt x="12387" y="17087"/>
                  <a:pt x="12102" y="17235"/>
                  <a:pt x="11817" y="17432"/>
                </a:cubicBezTo>
                <a:cubicBezTo>
                  <a:pt x="11533" y="17629"/>
                  <a:pt x="11106" y="17727"/>
                  <a:pt x="10536" y="17727"/>
                </a:cubicBezTo>
                <a:cubicBezTo>
                  <a:pt x="9966" y="17727"/>
                  <a:pt x="9397" y="17776"/>
                  <a:pt x="8827" y="17875"/>
                </a:cubicBezTo>
                <a:cubicBezTo>
                  <a:pt x="6265" y="17875"/>
                  <a:pt x="4176" y="17038"/>
                  <a:pt x="2563" y="15363"/>
                </a:cubicBezTo>
                <a:lnTo>
                  <a:pt x="0" y="127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8990"/>
              </a:srgbClr>
            </a:solidFill>
            <a:miter/>
          </a:ln>
        </p:spPr>
      </p:sp>
      <p:sp>
        <p:nvSpPr>
          <p:cNvPr id="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B2030F-0B8E-4131-A7D1-D0CB9919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812" y="682885"/>
            <a:ext cx="59941" cy="101635"/>
          </a:xfrm>
          <a:custGeom xmlns:a="http://schemas.openxmlformats.org/drawingml/2006/main">
            <a:pathLst>
              <a:path w="59941" h="101635">
                <a:moveTo>
                  <a:pt x="8116" y="11966"/>
                </a:moveTo>
                <a:cubicBezTo>
                  <a:pt x="13431" y="3989"/>
                  <a:pt x="20692" y="0"/>
                  <a:pt x="29899" y="0"/>
                </a:cubicBezTo>
                <a:cubicBezTo>
                  <a:pt x="34456" y="0"/>
                  <a:pt x="39012" y="1280"/>
                  <a:pt x="43568" y="3841"/>
                </a:cubicBezTo>
                <a:cubicBezTo>
                  <a:pt x="48124" y="6401"/>
                  <a:pt x="51826" y="10932"/>
                  <a:pt x="54673" y="17432"/>
                </a:cubicBezTo>
                <a:cubicBezTo>
                  <a:pt x="58185" y="25606"/>
                  <a:pt x="59941" y="36833"/>
                  <a:pt x="59941" y="51113"/>
                </a:cubicBezTo>
                <a:cubicBezTo>
                  <a:pt x="59941" y="66378"/>
                  <a:pt x="57901" y="78048"/>
                  <a:pt x="53819" y="86124"/>
                </a:cubicBezTo>
                <a:cubicBezTo>
                  <a:pt x="51921" y="90260"/>
                  <a:pt x="49310" y="93560"/>
                  <a:pt x="45988" y="96022"/>
                </a:cubicBezTo>
                <a:cubicBezTo>
                  <a:pt x="42666" y="98484"/>
                  <a:pt x="39771" y="100010"/>
                  <a:pt x="37303" y="100601"/>
                </a:cubicBezTo>
                <a:cubicBezTo>
                  <a:pt x="34835" y="101192"/>
                  <a:pt x="32415" y="101537"/>
                  <a:pt x="30042" y="101635"/>
                </a:cubicBezTo>
                <a:cubicBezTo>
                  <a:pt x="27574" y="101635"/>
                  <a:pt x="25106" y="101340"/>
                  <a:pt x="22638" y="100749"/>
                </a:cubicBezTo>
                <a:cubicBezTo>
                  <a:pt x="20170" y="100158"/>
                  <a:pt x="17275" y="98582"/>
                  <a:pt x="13953" y="96022"/>
                </a:cubicBezTo>
                <a:cubicBezTo>
                  <a:pt x="10631" y="93461"/>
                  <a:pt x="8021" y="90162"/>
                  <a:pt x="6122" y="86124"/>
                </a:cubicBezTo>
                <a:cubicBezTo>
                  <a:pt x="2041" y="78048"/>
                  <a:pt x="0" y="66378"/>
                  <a:pt x="0" y="51113"/>
                </a:cubicBezTo>
                <a:cubicBezTo>
                  <a:pt x="0" y="33977"/>
                  <a:pt x="2705" y="20928"/>
                  <a:pt x="8116" y="11966"/>
                </a:cubicBezTo>
                <a:close/>
                <a:moveTo>
                  <a:pt x="40151" y="10193"/>
                </a:moveTo>
                <a:cubicBezTo>
                  <a:pt x="37303" y="7042"/>
                  <a:pt x="33934" y="5466"/>
                  <a:pt x="30042" y="5466"/>
                </a:cubicBezTo>
                <a:cubicBezTo>
                  <a:pt x="26055" y="5466"/>
                  <a:pt x="22638" y="7042"/>
                  <a:pt x="19791" y="10193"/>
                </a:cubicBezTo>
                <a:cubicBezTo>
                  <a:pt x="17418" y="12754"/>
                  <a:pt x="15851" y="16299"/>
                  <a:pt x="15092" y="20829"/>
                </a:cubicBezTo>
                <a:cubicBezTo>
                  <a:pt x="14333" y="25360"/>
                  <a:pt x="13953" y="34814"/>
                  <a:pt x="13953" y="49193"/>
                </a:cubicBezTo>
                <a:cubicBezTo>
                  <a:pt x="13953" y="64753"/>
                  <a:pt x="14333" y="74995"/>
                  <a:pt x="15092" y="79920"/>
                </a:cubicBezTo>
                <a:cubicBezTo>
                  <a:pt x="15851" y="84844"/>
                  <a:pt x="17560" y="88734"/>
                  <a:pt x="20218" y="91590"/>
                </a:cubicBezTo>
                <a:cubicBezTo>
                  <a:pt x="22875" y="94544"/>
                  <a:pt x="26150" y="96022"/>
                  <a:pt x="30042" y="96022"/>
                </a:cubicBezTo>
                <a:cubicBezTo>
                  <a:pt x="33839" y="96022"/>
                  <a:pt x="37066" y="94544"/>
                  <a:pt x="39724" y="91590"/>
                </a:cubicBezTo>
                <a:cubicBezTo>
                  <a:pt x="42476" y="88635"/>
                  <a:pt x="44185" y="84499"/>
                  <a:pt x="44849" y="79181"/>
                </a:cubicBezTo>
                <a:cubicBezTo>
                  <a:pt x="45514" y="73863"/>
                  <a:pt x="45893" y="63867"/>
                  <a:pt x="45988" y="49193"/>
                </a:cubicBezTo>
                <a:cubicBezTo>
                  <a:pt x="45988" y="34913"/>
                  <a:pt x="45609" y="25507"/>
                  <a:pt x="44849" y="20977"/>
                </a:cubicBezTo>
                <a:cubicBezTo>
                  <a:pt x="44090" y="16447"/>
                  <a:pt x="42524" y="12852"/>
                  <a:pt x="40151" y="101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E25276-4363-46DD-BC14-00908C6D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812" y="682885"/>
            <a:ext cx="59941" cy="101635"/>
          </a:xfrm>
          <a:custGeom xmlns:a="http://schemas.openxmlformats.org/drawingml/2006/main">
            <a:pathLst>
              <a:path w="59941" h="101635" fill="none">
                <a:moveTo>
                  <a:pt x="8116" y="11966"/>
                </a:moveTo>
                <a:cubicBezTo>
                  <a:pt x="13431" y="3989"/>
                  <a:pt x="20692" y="0"/>
                  <a:pt x="29899" y="0"/>
                </a:cubicBezTo>
                <a:cubicBezTo>
                  <a:pt x="34456" y="0"/>
                  <a:pt x="39012" y="1280"/>
                  <a:pt x="43568" y="3841"/>
                </a:cubicBezTo>
                <a:cubicBezTo>
                  <a:pt x="48124" y="6401"/>
                  <a:pt x="51826" y="10932"/>
                  <a:pt x="54673" y="17432"/>
                </a:cubicBezTo>
                <a:cubicBezTo>
                  <a:pt x="58185" y="25606"/>
                  <a:pt x="59941" y="36833"/>
                  <a:pt x="59941" y="51113"/>
                </a:cubicBezTo>
                <a:cubicBezTo>
                  <a:pt x="59941" y="66378"/>
                  <a:pt x="57901" y="78048"/>
                  <a:pt x="53819" y="86124"/>
                </a:cubicBezTo>
                <a:cubicBezTo>
                  <a:pt x="51921" y="90260"/>
                  <a:pt x="49310" y="93560"/>
                  <a:pt x="45988" y="96022"/>
                </a:cubicBezTo>
                <a:cubicBezTo>
                  <a:pt x="42666" y="98484"/>
                  <a:pt x="39771" y="100010"/>
                  <a:pt x="37303" y="100601"/>
                </a:cubicBezTo>
                <a:cubicBezTo>
                  <a:pt x="34835" y="101192"/>
                  <a:pt x="32415" y="101537"/>
                  <a:pt x="30042" y="101635"/>
                </a:cubicBezTo>
                <a:cubicBezTo>
                  <a:pt x="27574" y="101635"/>
                  <a:pt x="25106" y="101340"/>
                  <a:pt x="22638" y="100749"/>
                </a:cubicBezTo>
                <a:cubicBezTo>
                  <a:pt x="20170" y="100158"/>
                  <a:pt x="17275" y="98582"/>
                  <a:pt x="13953" y="96022"/>
                </a:cubicBezTo>
                <a:cubicBezTo>
                  <a:pt x="10631" y="93461"/>
                  <a:pt x="8021" y="90162"/>
                  <a:pt x="6122" y="86124"/>
                </a:cubicBezTo>
                <a:cubicBezTo>
                  <a:pt x="2041" y="78048"/>
                  <a:pt x="0" y="66378"/>
                  <a:pt x="0" y="51113"/>
                </a:cubicBezTo>
                <a:cubicBezTo>
                  <a:pt x="0" y="33977"/>
                  <a:pt x="2705" y="20928"/>
                  <a:pt x="8116" y="11966"/>
                </a:cubicBezTo>
                <a:close/>
                <a:moveTo>
                  <a:pt x="40151" y="10193"/>
                </a:moveTo>
                <a:cubicBezTo>
                  <a:pt x="37303" y="7042"/>
                  <a:pt x="33934" y="5466"/>
                  <a:pt x="30042" y="5466"/>
                </a:cubicBezTo>
                <a:cubicBezTo>
                  <a:pt x="26055" y="5466"/>
                  <a:pt x="22638" y="7042"/>
                  <a:pt x="19791" y="10193"/>
                </a:cubicBezTo>
                <a:cubicBezTo>
                  <a:pt x="17418" y="12754"/>
                  <a:pt x="15851" y="16299"/>
                  <a:pt x="15092" y="20829"/>
                </a:cubicBezTo>
                <a:cubicBezTo>
                  <a:pt x="14333" y="25360"/>
                  <a:pt x="13953" y="34814"/>
                  <a:pt x="13953" y="49193"/>
                </a:cubicBezTo>
                <a:cubicBezTo>
                  <a:pt x="13953" y="64753"/>
                  <a:pt x="14333" y="74995"/>
                  <a:pt x="15092" y="79920"/>
                </a:cubicBezTo>
                <a:cubicBezTo>
                  <a:pt x="15851" y="84844"/>
                  <a:pt x="17560" y="88734"/>
                  <a:pt x="20218" y="91590"/>
                </a:cubicBezTo>
                <a:cubicBezTo>
                  <a:pt x="22875" y="94544"/>
                  <a:pt x="26150" y="96022"/>
                  <a:pt x="30042" y="96022"/>
                </a:cubicBezTo>
                <a:cubicBezTo>
                  <a:pt x="33839" y="96022"/>
                  <a:pt x="37066" y="94544"/>
                  <a:pt x="39724" y="91590"/>
                </a:cubicBezTo>
                <a:cubicBezTo>
                  <a:pt x="42476" y="88635"/>
                  <a:pt x="44185" y="84499"/>
                  <a:pt x="44849" y="79181"/>
                </a:cubicBezTo>
                <a:cubicBezTo>
                  <a:pt x="45514" y="73863"/>
                  <a:pt x="45893" y="63867"/>
                  <a:pt x="45988" y="49193"/>
                </a:cubicBezTo>
                <a:cubicBezTo>
                  <a:pt x="45988" y="34913"/>
                  <a:pt x="45609" y="25507"/>
                  <a:pt x="44849" y="20977"/>
                </a:cubicBezTo>
                <a:cubicBezTo>
                  <a:pt x="44090" y="16447"/>
                  <a:pt x="42524" y="12852"/>
                  <a:pt x="40151" y="101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8990"/>
              </a:srgbClr>
            </a:solidFill>
            <a:miter/>
          </a:ln>
        </p:spPr>
      </p:sp>
      <p:sp>
        <p:nvSpPr>
          <p:cNvPr id="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B0F643-5C37-4803-BC19-FBB31ADE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625" y="593218"/>
            <a:ext cx="45043" cy="208947"/>
          </a:xfrm>
          <a:custGeom xmlns:a="http://schemas.openxmlformats.org/drawingml/2006/main">
            <a:pathLst>
              <a:path w="45043" h="208947">
                <a:moveTo>
                  <a:pt x="0" y="3761"/>
                </a:moveTo>
                <a:cubicBezTo>
                  <a:pt x="134" y="2786"/>
                  <a:pt x="537" y="1950"/>
                  <a:pt x="1208" y="1254"/>
                </a:cubicBezTo>
                <a:cubicBezTo>
                  <a:pt x="1880" y="557"/>
                  <a:pt x="2819" y="139"/>
                  <a:pt x="4028" y="0"/>
                </a:cubicBezTo>
                <a:cubicBezTo>
                  <a:pt x="5370" y="0"/>
                  <a:pt x="6511" y="696"/>
                  <a:pt x="7451" y="2089"/>
                </a:cubicBezTo>
                <a:cubicBezTo>
                  <a:pt x="7854" y="3065"/>
                  <a:pt x="14164" y="20198"/>
                  <a:pt x="26381" y="53491"/>
                </a:cubicBezTo>
                <a:cubicBezTo>
                  <a:pt x="38599" y="86783"/>
                  <a:pt x="44774" y="103777"/>
                  <a:pt x="44909" y="104474"/>
                </a:cubicBezTo>
                <a:cubicBezTo>
                  <a:pt x="45043" y="105170"/>
                  <a:pt x="38934" y="122165"/>
                  <a:pt x="26583" y="155457"/>
                </a:cubicBezTo>
                <a:cubicBezTo>
                  <a:pt x="14231" y="188749"/>
                  <a:pt x="7854" y="205883"/>
                  <a:pt x="7451" y="206858"/>
                </a:cubicBezTo>
                <a:cubicBezTo>
                  <a:pt x="6511" y="208251"/>
                  <a:pt x="5370" y="208947"/>
                  <a:pt x="4028" y="208947"/>
                </a:cubicBezTo>
                <a:cubicBezTo>
                  <a:pt x="2954" y="208947"/>
                  <a:pt x="2081" y="208599"/>
                  <a:pt x="1410" y="207903"/>
                </a:cubicBezTo>
                <a:cubicBezTo>
                  <a:pt x="738" y="207206"/>
                  <a:pt x="269" y="206301"/>
                  <a:pt x="0" y="205186"/>
                </a:cubicBezTo>
                <a:cubicBezTo>
                  <a:pt x="0" y="204490"/>
                  <a:pt x="6042" y="187565"/>
                  <a:pt x="18125" y="154412"/>
                </a:cubicBezTo>
                <a:cubicBezTo>
                  <a:pt x="30342" y="121398"/>
                  <a:pt x="36450" y="104752"/>
                  <a:pt x="36450" y="104474"/>
                </a:cubicBezTo>
                <a:cubicBezTo>
                  <a:pt x="36450" y="104195"/>
                  <a:pt x="30342" y="87549"/>
                  <a:pt x="18125" y="54535"/>
                </a:cubicBezTo>
                <a:cubicBezTo>
                  <a:pt x="6042" y="21382"/>
                  <a:pt x="0" y="4458"/>
                  <a:pt x="0" y="37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45D421-43B3-454F-B904-29F1010F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625" y="593218"/>
            <a:ext cx="45043" cy="208947"/>
          </a:xfrm>
          <a:custGeom xmlns:a="http://schemas.openxmlformats.org/drawingml/2006/main">
            <a:pathLst>
              <a:path w="45043" h="208947" fill="none">
                <a:moveTo>
                  <a:pt x="0" y="3761"/>
                </a:moveTo>
                <a:cubicBezTo>
                  <a:pt x="134" y="2786"/>
                  <a:pt x="537" y="1950"/>
                  <a:pt x="1208" y="1254"/>
                </a:cubicBezTo>
                <a:cubicBezTo>
                  <a:pt x="1880" y="557"/>
                  <a:pt x="2819" y="139"/>
                  <a:pt x="4028" y="0"/>
                </a:cubicBezTo>
                <a:cubicBezTo>
                  <a:pt x="5370" y="0"/>
                  <a:pt x="6511" y="696"/>
                  <a:pt x="7451" y="2089"/>
                </a:cubicBezTo>
                <a:cubicBezTo>
                  <a:pt x="7854" y="3065"/>
                  <a:pt x="14164" y="20198"/>
                  <a:pt x="26381" y="53491"/>
                </a:cubicBezTo>
                <a:cubicBezTo>
                  <a:pt x="38599" y="86783"/>
                  <a:pt x="44774" y="103777"/>
                  <a:pt x="44909" y="104474"/>
                </a:cubicBezTo>
                <a:cubicBezTo>
                  <a:pt x="45043" y="105170"/>
                  <a:pt x="38934" y="122165"/>
                  <a:pt x="26583" y="155457"/>
                </a:cubicBezTo>
                <a:cubicBezTo>
                  <a:pt x="14231" y="188749"/>
                  <a:pt x="7854" y="205883"/>
                  <a:pt x="7451" y="206858"/>
                </a:cubicBezTo>
                <a:cubicBezTo>
                  <a:pt x="6511" y="208251"/>
                  <a:pt x="5370" y="208947"/>
                  <a:pt x="4028" y="208947"/>
                </a:cubicBezTo>
                <a:cubicBezTo>
                  <a:pt x="2954" y="208947"/>
                  <a:pt x="2081" y="208599"/>
                  <a:pt x="1410" y="207903"/>
                </a:cubicBezTo>
                <a:cubicBezTo>
                  <a:pt x="738" y="207206"/>
                  <a:pt x="269" y="206301"/>
                  <a:pt x="0" y="205186"/>
                </a:cubicBezTo>
                <a:cubicBezTo>
                  <a:pt x="0" y="204490"/>
                  <a:pt x="6042" y="187565"/>
                  <a:pt x="18125" y="154412"/>
                </a:cubicBezTo>
                <a:cubicBezTo>
                  <a:pt x="30342" y="121398"/>
                  <a:pt x="36450" y="104752"/>
                  <a:pt x="36450" y="104474"/>
                </a:cubicBezTo>
                <a:cubicBezTo>
                  <a:pt x="36450" y="104195"/>
                  <a:pt x="30342" y="87549"/>
                  <a:pt x="18125" y="54535"/>
                </a:cubicBezTo>
                <a:cubicBezTo>
                  <a:pt x="6042" y="21382"/>
                  <a:pt x="0" y="4458"/>
                  <a:pt x="0" y="376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20"/>
              </a:srgbClr>
            </a:solidFill>
            <a:miter/>
          </a:ln>
        </p:spPr>
      </p:sp>
      <p:sp>
        <p:nvSpPr>
          <p:cNvPr id="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7C7EB5-85DD-4E31-879E-035AB7AF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595" y="724645"/>
            <a:ext cx="26583" cy="65958"/>
          </a:xfrm>
          <a:custGeom xmlns:a="http://schemas.openxmlformats.org/drawingml/2006/main">
            <a:pathLst>
              <a:path w="26583" h="65958">
                <a:moveTo>
                  <a:pt x="0" y="17969"/>
                </a:moveTo>
                <a:cubicBezTo>
                  <a:pt x="0" y="17969"/>
                  <a:pt x="0" y="16228"/>
                  <a:pt x="0" y="12746"/>
                </a:cubicBezTo>
                <a:cubicBezTo>
                  <a:pt x="0" y="9263"/>
                  <a:pt x="1074" y="6268"/>
                  <a:pt x="3222" y="3761"/>
                </a:cubicBezTo>
                <a:cubicBezTo>
                  <a:pt x="5370" y="1254"/>
                  <a:pt x="8257" y="0"/>
                  <a:pt x="11882" y="0"/>
                </a:cubicBezTo>
                <a:cubicBezTo>
                  <a:pt x="15641" y="0"/>
                  <a:pt x="18997" y="1741"/>
                  <a:pt x="21951" y="5224"/>
                </a:cubicBezTo>
                <a:cubicBezTo>
                  <a:pt x="24904" y="8706"/>
                  <a:pt x="26448" y="14835"/>
                  <a:pt x="26583" y="23611"/>
                </a:cubicBezTo>
                <a:cubicBezTo>
                  <a:pt x="26583" y="28486"/>
                  <a:pt x="25979" y="33223"/>
                  <a:pt x="24770" y="37819"/>
                </a:cubicBezTo>
                <a:cubicBezTo>
                  <a:pt x="23562" y="42416"/>
                  <a:pt x="22152" y="46386"/>
                  <a:pt x="20541" y="49729"/>
                </a:cubicBezTo>
                <a:cubicBezTo>
                  <a:pt x="18930" y="53073"/>
                  <a:pt x="17185" y="55928"/>
                  <a:pt x="15305" y="58296"/>
                </a:cubicBezTo>
                <a:cubicBezTo>
                  <a:pt x="13426" y="60664"/>
                  <a:pt x="11815" y="62545"/>
                  <a:pt x="10472" y="63938"/>
                </a:cubicBezTo>
                <a:cubicBezTo>
                  <a:pt x="9129" y="65331"/>
                  <a:pt x="8257" y="65958"/>
                  <a:pt x="7854" y="65818"/>
                </a:cubicBezTo>
                <a:cubicBezTo>
                  <a:pt x="7317" y="65818"/>
                  <a:pt x="6444" y="65192"/>
                  <a:pt x="5236" y="63938"/>
                </a:cubicBezTo>
                <a:cubicBezTo>
                  <a:pt x="4028" y="62684"/>
                  <a:pt x="3424" y="61779"/>
                  <a:pt x="3424" y="61222"/>
                </a:cubicBezTo>
                <a:cubicBezTo>
                  <a:pt x="3424" y="60664"/>
                  <a:pt x="4162" y="59550"/>
                  <a:pt x="5639" y="57878"/>
                </a:cubicBezTo>
                <a:cubicBezTo>
                  <a:pt x="7116" y="56207"/>
                  <a:pt x="8794" y="54117"/>
                  <a:pt x="10673" y="51610"/>
                </a:cubicBezTo>
                <a:cubicBezTo>
                  <a:pt x="12553" y="49103"/>
                  <a:pt x="14298" y="45620"/>
                  <a:pt x="15909" y="41163"/>
                </a:cubicBezTo>
                <a:cubicBezTo>
                  <a:pt x="17520" y="36705"/>
                  <a:pt x="18594" y="31621"/>
                  <a:pt x="19131" y="25909"/>
                </a:cubicBezTo>
                <a:lnTo>
                  <a:pt x="19131" y="23402"/>
                </a:lnTo>
                <a:lnTo>
                  <a:pt x="18930" y="23611"/>
                </a:lnTo>
                <a:cubicBezTo>
                  <a:pt x="18662" y="23750"/>
                  <a:pt x="18326" y="23890"/>
                  <a:pt x="17923" y="24029"/>
                </a:cubicBezTo>
                <a:cubicBezTo>
                  <a:pt x="17520" y="24168"/>
                  <a:pt x="17118" y="24377"/>
                  <a:pt x="16715" y="24656"/>
                </a:cubicBezTo>
                <a:cubicBezTo>
                  <a:pt x="16312" y="24934"/>
                  <a:pt x="15708" y="25074"/>
                  <a:pt x="14902" y="25074"/>
                </a:cubicBezTo>
                <a:cubicBezTo>
                  <a:pt x="14097" y="25074"/>
                  <a:pt x="13291" y="25143"/>
                  <a:pt x="12486" y="25283"/>
                </a:cubicBezTo>
                <a:cubicBezTo>
                  <a:pt x="8861" y="25283"/>
                  <a:pt x="5907" y="24099"/>
                  <a:pt x="3625" y="21731"/>
                </a:cubicBezTo>
                <a:lnTo>
                  <a:pt x="0" y="179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745F90-6029-479A-BD12-20079DB7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595" y="724645"/>
            <a:ext cx="26583" cy="65958"/>
          </a:xfrm>
          <a:custGeom xmlns:a="http://schemas.openxmlformats.org/drawingml/2006/main">
            <a:pathLst>
              <a:path w="26583" h="65958" fill="none">
                <a:moveTo>
                  <a:pt x="0" y="17969"/>
                </a:moveTo>
                <a:cubicBezTo>
                  <a:pt x="0" y="17969"/>
                  <a:pt x="0" y="16228"/>
                  <a:pt x="0" y="12746"/>
                </a:cubicBezTo>
                <a:cubicBezTo>
                  <a:pt x="0" y="9263"/>
                  <a:pt x="1074" y="6268"/>
                  <a:pt x="3222" y="3761"/>
                </a:cubicBezTo>
                <a:cubicBezTo>
                  <a:pt x="5370" y="1254"/>
                  <a:pt x="8257" y="0"/>
                  <a:pt x="11882" y="0"/>
                </a:cubicBezTo>
                <a:cubicBezTo>
                  <a:pt x="15641" y="0"/>
                  <a:pt x="18997" y="1741"/>
                  <a:pt x="21951" y="5224"/>
                </a:cubicBezTo>
                <a:cubicBezTo>
                  <a:pt x="24904" y="8706"/>
                  <a:pt x="26448" y="14835"/>
                  <a:pt x="26583" y="23611"/>
                </a:cubicBezTo>
                <a:cubicBezTo>
                  <a:pt x="26583" y="28486"/>
                  <a:pt x="25979" y="33223"/>
                  <a:pt x="24770" y="37819"/>
                </a:cubicBezTo>
                <a:cubicBezTo>
                  <a:pt x="23562" y="42416"/>
                  <a:pt x="22152" y="46386"/>
                  <a:pt x="20541" y="49729"/>
                </a:cubicBezTo>
                <a:cubicBezTo>
                  <a:pt x="18930" y="53073"/>
                  <a:pt x="17185" y="55928"/>
                  <a:pt x="15305" y="58296"/>
                </a:cubicBezTo>
                <a:cubicBezTo>
                  <a:pt x="13426" y="60664"/>
                  <a:pt x="11815" y="62545"/>
                  <a:pt x="10472" y="63938"/>
                </a:cubicBezTo>
                <a:cubicBezTo>
                  <a:pt x="9129" y="65331"/>
                  <a:pt x="8257" y="65958"/>
                  <a:pt x="7854" y="65818"/>
                </a:cubicBezTo>
                <a:cubicBezTo>
                  <a:pt x="7317" y="65818"/>
                  <a:pt x="6444" y="65192"/>
                  <a:pt x="5236" y="63938"/>
                </a:cubicBezTo>
                <a:cubicBezTo>
                  <a:pt x="4028" y="62684"/>
                  <a:pt x="3424" y="61779"/>
                  <a:pt x="3424" y="61222"/>
                </a:cubicBezTo>
                <a:cubicBezTo>
                  <a:pt x="3424" y="60664"/>
                  <a:pt x="4162" y="59550"/>
                  <a:pt x="5639" y="57878"/>
                </a:cubicBezTo>
                <a:cubicBezTo>
                  <a:pt x="7116" y="56207"/>
                  <a:pt x="8794" y="54117"/>
                  <a:pt x="10673" y="51610"/>
                </a:cubicBezTo>
                <a:cubicBezTo>
                  <a:pt x="12553" y="49103"/>
                  <a:pt x="14298" y="45620"/>
                  <a:pt x="15909" y="41163"/>
                </a:cubicBezTo>
                <a:cubicBezTo>
                  <a:pt x="17520" y="36705"/>
                  <a:pt x="18594" y="31621"/>
                  <a:pt x="19131" y="25909"/>
                </a:cubicBezTo>
                <a:lnTo>
                  <a:pt x="19131" y="23402"/>
                </a:lnTo>
                <a:lnTo>
                  <a:pt x="18930" y="23611"/>
                </a:lnTo>
                <a:cubicBezTo>
                  <a:pt x="18662" y="23750"/>
                  <a:pt x="18326" y="23890"/>
                  <a:pt x="17923" y="24029"/>
                </a:cubicBezTo>
                <a:cubicBezTo>
                  <a:pt x="17520" y="24168"/>
                  <a:pt x="17118" y="24377"/>
                  <a:pt x="16715" y="24656"/>
                </a:cubicBezTo>
                <a:cubicBezTo>
                  <a:pt x="16312" y="24934"/>
                  <a:pt x="15708" y="25074"/>
                  <a:pt x="14902" y="25074"/>
                </a:cubicBezTo>
                <a:cubicBezTo>
                  <a:pt x="14097" y="25074"/>
                  <a:pt x="13291" y="25143"/>
                  <a:pt x="12486" y="25283"/>
                </a:cubicBezTo>
                <a:cubicBezTo>
                  <a:pt x="8861" y="25283"/>
                  <a:pt x="5907" y="24099"/>
                  <a:pt x="3625" y="21731"/>
                </a:cubicBezTo>
                <a:lnTo>
                  <a:pt x="0" y="1796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20"/>
              </a:srgbClr>
            </a:solidFill>
            <a:miter/>
          </a:ln>
        </p:spPr>
      </p:sp>
      <p:sp>
        <p:nvSpPr>
          <p:cNvPr id="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CE805B-F96F-4959-9F0F-0D5B7F1A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440" y="593218"/>
            <a:ext cx="45043" cy="208947"/>
          </a:xfrm>
          <a:custGeom xmlns:a="http://schemas.openxmlformats.org/drawingml/2006/main">
            <a:pathLst>
              <a:path w="45043" h="208947">
                <a:moveTo>
                  <a:pt x="45043" y="205186"/>
                </a:moveTo>
                <a:cubicBezTo>
                  <a:pt x="44909" y="206161"/>
                  <a:pt x="44506" y="206997"/>
                  <a:pt x="43835" y="207694"/>
                </a:cubicBezTo>
                <a:cubicBezTo>
                  <a:pt x="43163" y="208390"/>
                  <a:pt x="42223" y="208808"/>
                  <a:pt x="41015" y="208947"/>
                </a:cubicBezTo>
                <a:cubicBezTo>
                  <a:pt x="39673" y="208947"/>
                  <a:pt x="38531" y="208251"/>
                  <a:pt x="37592" y="206858"/>
                </a:cubicBezTo>
                <a:cubicBezTo>
                  <a:pt x="37189" y="205883"/>
                  <a:pt x="30879" y="188749"/>
                  <a:pt x="18662" y="155457"/>
                </a:cubicBezTo>
                <a:cubicBezTo>
                  <a:pt x="6444" y="122165"/>
                  <a:pt x="269" y="105170"/>
                  <a:pt x="134" y="104474"/>
                </a:cubicBezTo>
                <a:cubicBezTo>
                  <a:pt x="0" y="103777"/>
                  <a:pt x="6109" y="86783"/>
                  <a:pt x="18460" y="53491"/>
                </a:cubicBezTo>
                <a:cubicBezTo>
                  <a:pt x="30812" y="20198"/>
                  <a:pt x="37189" y="3065"/>
                  <a:pt x="37592" y="2089"/>
                </a:cubicBezTo>
                <a:cubicBezTo>
                  <a:pt x="37994" y="1393"/>
                  <a:pt x="38666" y="766"/>
                  <a:pt x="39605" y="209"/>
                </a:cubicBezTo>
                <a:lnTo>
                  <a:pt x="40210" y="0"/>
                </a:lnTo>
                <a:cubicBezTo>
                  <a:pt x="40612" y="0"/>
                  <a:pt x="40881" y="0"/>
                  <a:pt x="41015" y="0"/>
                </a:cubicBezTo>
                <a:cubicBezTo>
                  <a:pt x="43432" y="0"/>
                  <a:pt x="44774" y="1254"/>
                  <a:pt x="45043" y="3761"/>
                </a:cubicBezTo>
                <a:cubicBezTo>
                  <a:pt x="45043" y="4458"/>
                  <a:pt x="39001" y="21382"/>
                  <a:pt x="26918" y="54535"/>
                </a:cubicBezTo>
                <a:cubicBezTo>
                  <a:pt x="14701" y="87549"/>
                  <a:pt x="8592" y="104195"/>
                  <a:pt x="8592" y="104474"/>
                </a:cubicBezTo>
                <a:cubicBezTo>
                  <a:pt x="8592" y="104752"/>
                  <a:pt x="14701" y="121398"/>
                  <a:pt x="26918" y="154412"/>
                </a:cubicBezTo>
                <a:cubicBezTo>
                  <a:pt x="39001" y="187565"/>
                  <a:pt x="45043" y="204490"/>
                  <a:pt x="45043" y="2051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DAD831-4258-453F-9ABF-BFF4BC9A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440" y="593218"/>
            <a:ext cx="45043" cy="208947"/>
          </a:xfrm>
          <a:custGeom xmlns:a="http://schemas.openxmlformats.org/drawingml/2006/main">
            <a:pathLst>
              <a:path w="45043" h="208947" fill="none">
                <a:moveTo>
                  <a:pt x="45043" y="205186"/>
                </a:moveTo>
                <a:cubicBezTo>
                  <a:pt x="44909" y="206161"/>
                  <a:pt x="44506" y="206997"/>
                  <a:pt x="43835" y="207694"/>
                </a:cubicBezTo>
                <a:cubicBezTo>
                  <a:pt x="43163" y="208390"/>
                  <a:pt x="42223" y="208808"/>
                  <a:pt x="41015" y="208947"/>
                </a:cubicBezTo>
                <a:cubicBezTo>
                  <a:pt x="39673" y="208947"/>
                  <a:pt x="38531" y="208251"/>
                  <a:pt x="37592" y="206858"/>
                </a:cubicBezTo>
                <a:cubicBezTo>
                  <a:pt x="37189" y="205883"/>
                  <a:pt x="30879" y="188749"/>
                  <a:pt x="18662" y="155457"/>
                </a:cubicBezTo>
                <a:cubicBezTo>
                  <a:pt x="6444" y="122165"/>
                  <a:pt x="269" y="105170"/>
                  <a:pt x="134" y="104474"/>
                </a:cubicBezTo>
                <a:cubicBezTo>
                  <a:pt x="0" y="103777"/>
                  <a:pt x="6109" y="86783"/>
                  <a:pt x="18460" y="53491"/>
                </a:cubicBezTo>
                <a:cubicBezTo>
                  <a:pt x="30812" y="20198"/>
                  <a:pt x="37189" y="3065"/>
                  <a:pt x="37592" y="2089"/>
                </a:cubicBezTo>
                <a:cubicBezTo>
                  <a:pt x="37994" y="1393"/>
                  <a:pt x="38666" y="766"/>
                  <a:pt x="39605" y="209"/>
                </a:cubicBezTo>
                <a:lnTo>
                  <a:pt x="40210" y="0"/>
                </a:lnTo>
                <a:cubicBezTo>
                  <a:pt x="40612" y="0"/>
                  <a:pt x="40881" y="0"/>
                  <a:pt x="41015" y="0"/>
                </a:cubicBezTo>
                <a:cubicBezTo>
                  <a:pt x="43432" y="0"/>
                  <a:pt x="44774" y="1254"/>
                  <a:pt x="45043" y="3761"/>
                </a:cubicBezTo>
                <a:cubicBezTo>
                  <a:pt x="45043" y="4458"/>
                  <a:pt x="39001" y="21382"/>
                  <a:pt x="26918" y="54535"/>
                </a:cubicBezTo>
                <a:cubicBezTo>
                  <a:pt x="14701" y="87549"/>
                  <a:pt x="8592" y="104195"/>
                  <a:pt x="8592" y="104474"/>
                </a:cubicBezTo>
                <a:cubicBezTo>
                  <a:pt x="8592" y="104752"/>
                  <a:pt x="14701" y="121398"/>
                  <a:pt x="26918" y="154412"/>
                </a:cubicBezTo>
                <a:cubicBezTo>
                  <a:pt x="39001" y="187565"/>
                  <a:pt x="45043" y="204490"/>
                  <a:pt x="45043" y="20518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20"/>
              </a:srgbClr>
            </a:solidFill>
            <a:miter/>
          </a:ln>
        </p:spPr>
      </p:sp>
      <p:sp>
        <p:nvSpPr>
          <p:cNvPr id="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DC2D3E-6F92-4507-AB20-D13C8C0A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003" y="607844"/>
            <a:ext cx="147614" cy="142084"/>
          </a:xfrm>
          <a:custGeom xmlns:a="http://schemas.openxmlformats.org/drawingml/2006/main">
            <a:pathLst>
              <a:path w="147614" h="142084">
                <a:moveTo>
                  <a:pt x="92838" y="97578"/>
                </a:moveTo>
                <a:cubicBezTo>
                  <a:pt x="90153" y="97578"/>
                  <a:pt x="88810" y="96673"/>
                  <a:pt x="88810" y="94862"/>
                </a:cubicBezTo>
                <a:cubicBezTo>
                  <a:pt x="88810" y="94305"/>
                  <a:pt x="89146" y="92633"/>
                  <a:pt x="89817" y="89847"/>
                </a:cubicBezTo>
                <a:cubicBezTo>
                  <a:pt x="90488" y="87061"/>
                  <a:pt x="90824" y="84624"/>
                  <a:pt x="90824" y="82534"/>
                </a:cubicBezTo>
                <a:cubicBezTo>
                  <a:pt x="90824" y="78216"/>
                  <a:pt x="89414" y="75569"/>
                  <a:pt x="86595" y="74594"/>
                </a:cubicBezTo>
                <a:cubicBezTo>
                  <a:pt x="83776" y="73619"/>
                  <a:pt x="77264" y="73132"/>
                  <a:pt x="67061" y="73132"/>
                </a:cubicBezTo>
                <a:lnTo>
                  <a:pt x="56589" y="73132"/>
                </a:lnTo>
                <a:cubicBezTo>
                  <a:pt x="56455" y="73410"/>
                  <a:pt x="54105" y="83022"/>
                  <a:pt x="49540" y="101966"/>
                </a:cubicBezTo>
                <a:cubicBezTo>
                  <a:pt x="44976" y="120911"/>
                  <a:pt x="42693" y="130662"/>
                  <a:pt x="42693" y="131219"/>
                </a:cubicBezTo>
                <a:cubicBezTo>
                  <a:pt x="42693" y="131776"/>
                  <a:pt x="43432" y="132055"/>
                  <a:pt x="44909" y="132055"/>
                </a:cubicBezTo>
                <a:cubicBezTo>
                  <a:pt x="46385" y="132055"/>
                  <a:pt x="51756" y="132194"/>
                  <a:pt x="61019" y="132473"/>
                </a:cubicBezTo>
                <a:cubicBezTo>
                  <a:pt x="73639" y="132473"/>
                  <a:pt x="81963" y="132333"/>
                  <a:pt x="85991" y="132055"/>
                </a:cubicBezTo>
                <a:cubicBezTo>
                  <a:pt x="90019" y="131776"/>
                  <a:pt x="94046" y="130871"/>
                  <a:pt x="98074" y="129338"/>
                </a:cubicBezTo>
                <a:cubicBezTo>
                  <a:pt x="104652" y="127110"/>
                  <a:pt x="110090" y="123209"/>
                  <a:pt x="114386" y="117637"/>
                </a:cubicBezTo>
                <a:cubicBezTo>
                  <a:pt x="118682" y="112065"/>
                  <a:pt x="123448" y="102941"/>
                  <a:pt x="128684" y="90265"/>
                </a:cubicBezTo>
                <a:cubicBezTo>
                  <a:pt x="130027" y="87201"/>
                  <a:pt x="130899" y="85529"/>
                  <a:pt x="131302" y="85251"/>
                </a:cubicBezTo>
                <a:cubicBezTo>
                  <a:pt x="132242" y="84972"/>
                  <a:pt x="133249" y="84833"/>
                  <a:pt x="134323" y="84833"/>
                </a:cubicBezTo>
                <a:cubicBezTo>
                  <a:pt x="137008" y="84833"/>
                  <a:pt x="138351" y="85738"/>
                  <a:pt x="138351" y="87549"/>
                </a:cubicBezTo>
                <a:cubicBezTo>
                  <a:pt x="124254" y="122931"/>
                  <a:pt x="116870" y="140970"/>
                  <a:pt x="116198" y="141666"/>
                </a:cubicBezTo>
                <a:cubicBezTo>
                  <a:pt x="115796" y="141945"/>
                  <a:pt x="96597" y="142084"/>
                  <a:pt x="58603" y="142084"/>
                </a:cubicBezTo>
                <a:lnTo>
                  <a:pt x="20541" y="142084"/>
                </a:lnTo>
                <a:cubicBezTo>
                  <a:pt x="6847" y="142084"/>
                  <a:pt x="0" y="141318"/>
                  <a:pt x="0" y="139786"/>
                </a:cubicBezTo>
                <a:cubicBezTo>
                  <a:pt x="0" y="139507"/>
                  <a:pt x="201" y="138532"/>
                  <a:pt x="604" y="136861"/>
                </a:cubicBezTo>
                <a:cubicBezTo>
                  <a:pt x="1141" y="134632"/>
                  <a:pt x="1678" y="133378"/>
                  <a:pt x="2215" y="133099"/>
                </a:cubicBezTo>
                <a:cubicBezTo>
                  <a:pt x="2752" y="132821"/>
                  <a:pt x="4296" y="132612"/>
                  <a:pt x="6847" y="132473"/>
                </a:cubicBezTo>
                <a:cubicBezTo>
                  <a:pt x="10472" y="132473"/>
                  <a:pt x="14500" y="132264"/>
                  <a:pt x="18930" y="131846"/>
                </a:cubicBezTo>
                <a:cubicBezTo>
                  <a:pt x="20810" y="131428"/>
                  <a:pt x="22085" y="130592"/>
                  <a:pt x="22756" y="129338"/>
                </a:cubicBezTo>
                <a:cubicBezTo>
                  <a:pt x="23025" y="128642"/>
                  <a:pt x="27791" y="109071"/>
                  <a:pt x="37055" y="70624"/>
                </a:cubicBezTo>
                <a:cubicBezTo>
                  <a:pt x="46318" y="32178"/>
                  <a:pt x="51017" y="12676"/>
                  <a:pt x="51151" y="12119"/>
                </a:cubicBezTo>
                <a:cubicBezTo>
                  <a:pt x="51151" y="11144"/>
                  <a:pt x="50883" y="10656"/>
                  <a:pt x="50346" y="10656"/>
                </a:cubicBezTo>
                <a:cubicBezTo>
                  <a:pt x="49272" y="10238"/>
                  <a:pt x="45714" y="9890"/>
                  <a:pt x="39673" y="9612"/>
                </a:cubicBezTo>
                <a:lnTo>
                  <a:pt x="33430" y="9612"/>
                </a:lnTo>
                <a:cubicBezTo>
                  <a:pt x="32624" y="8776"/>
                  <a:pt x="32221" y="8219"/>
                  <a:pt x="32221" y="7940"/>
                </a:cubicBezTo>
                <a:cubicBezTo>
                  <a:pt x="32221" y="7661"/>
                  <a:pt x="32356" y="6477"/>
                  <a:pt x="32624" y="4388"/>
                </a:cubicBezTo>
                <a:cubicBezTo>
                  <a:pt x="33161" y="2020"/>
                  <a:pt x="33832" y="557"/>
                  <a:pt x="34638" y="0"/>
                </a:cubicBezTo>
                <a:lnTo>
                  <a:pt x="146205" y="0"/>
                </a:lnTo>
                <a:cubicBezTo>
                  <a:pt x="147144" y="557"/>
                  <a:pt x="147614" y="1323"/>
                  <a:pt x="147614" y="2298"/>
                </a:cubicBezTo>
                <a:cubicBezTo>
                  <a:pt x="147614" y="2995"/>
                  <a:pt x="146742" y="10796"/>
                  <a:pt x="144996" y="25701"/>
                </a:cubicBezTo>
                <a:cubicBezTo>
                  <a:pt x="143251" y="40605"/>
                  <a:pt x="142311" y="48267"/>
                  <a:pt x="142177" y="48685"/>
                </a:cubicBezTo>
                <a:cubicBezTo>
                  <a:pt x="141908" y="49660"/>
                  <a:pt x="140566" y="50147"/>
                  <a:pt x="138149" y="50147"/>
                </a:cubicBezTo>
                <a:lnTo>
                  <a:pt x="135733" y="50147"/>
                </a:lnTo>
                <a:cubicBezTo>
                  <a:pt x="134793" y="49451"/>
                  <a:pt x="134323" y="48545"/>
                  <a:pt x="134323" y="47431"/>
                </a:cubicBezTo>
                <a:lnTo>
                  <a:pt x="134927" y="42625"/>
                </a:lnTo>
                <a:cubicBezTo>
                  <a:pt x="135330" y="39282"/>
                  <a:pt x="135531" y="35660"/>
                  <a:pt x="135531" y="31760"/>
                </a:cubicBezTo>
                <a:cubicBezTo>
                  <a:pt x="135531" y="27581"/>
                  <a:pt x="135061" y="24099"/>
                  <a:pt x="134122" y="21313"/>
                </a:cubicBezTo>
                <a:cubicBezTo>
                  <a:pt x="133182" y="18527"/>
                  <a:pt x="131906" y="16368"/>
                  <a:pt x="130295" y="14835"/>
                </a:cubicBezTo>
                <a:cubicBezTo>
                  <a:pt x="128684" y="13303"/>
                  <a:pt x="126335" y="12189"/>
                  <a:pt x="123247" y="11492"/>
                </a:cubicBezTo>
                <a:cubicBezTo>
                  <a:pt x="120159" y="10796"/>
                  <a:pt x="117004" y="10308"/>
                  <a:pt x="113782" y="10029"/>
                </a:cubicBezTo>
                <a:cubicBezTo>
                  <a:pt x="110560" y="9751"/>
                  <a:pt x="106264" y="9612"/>
                  <a:pt x="100893" y="9612"/>
                </a:cubicBezTo>
                <a:lnTo>
                  <a:pt x="91428" y="9612"/>
                </a:lnTo>
                <a:cubicBezTo>
                  <a:pt x="79614" y="9751"/>
                  <a:pt x="73371" y="9960"/>
                  <a:pt x="72700" y="10238"/>
                </a:cubicBezTo>
                <a:cubicBezTo>
                  <a:pt x="72163" y="10517"/>
                  <a:pt x="71760" y="11144"/>
                  <a:pt x="71491" y="12119"/>
                </a:cubicBezTo>
                <a:cubicBezTo>
                  <a:pt x="71357" y="12537"/>
                  <a:pt x="69276" y="21104"/>
                  <a:pt x="65248" y="37819"/>
                </a:cubicBezTo>
                <a:cubicBezTo>
                  <a:pt x="61221" y="54535"/>
                  <a:pt x="59140" y="63032"/>
                  <a:pt x="59005" y="63311"/>
                </a:cubicBezTo>
                <a:cubicBezTo>
                  <a:pt x="62093" y="63450"/>
                  <a:pt x="65315" y="63520"/>
                  <a:pt x="68672" y="63520"/>
                </a:cubicBezTo>
                <a:lnTo>
                  <a:pt x="73908" y="63520"/>
                </a:lnTo>
                <a:cubicBezTo>
                  <a:pt x="82769" y="63520"/>
                  <a:pt x="88877" y="62475"/>
                  <a:pt x="92234" y="60386"/>
                </a:cubicBezTo>
                <a:cubicBezTo>
                  <a:pt x="95590" y="58296"/>
                  <a:pt x="98611" y="52655"/>
                  <a:pt x="101296" y="43461"/>
                </a:cubicBezTo>
                <a:cubicBezTo>
                  <a:pt x="101833" y="41232"/>
                  <a:pt x="102236" y="39979"/>
                  <a:pt x="102504" y="39700"/>
                </a:cubicBezTo>
                <a:cubicBezTo>
                  <a:pt x="102773" y="39421"/>
                  <a:pt x="103914" y="39212"/>
                  <a:pt x="105928" y="39073"/>
                </a:cubicBezTo>
                <a:cubicBezTo>
                  <a:pt x="106599" y="39073"/>
                  <a:pt x="107136" y="39073"/>
                  <a:pt x="107539" y="39073"/>
                </a:cubicBezTo>
                <a:cubicBezTo>
                  <a:pt x="107942" y="39073"/>
                  <a:pt x="108277" y="39143"/>
                  <a:pt x="108546" y="39282"/>
                </a:cubicBezTo>
                <a:cubicBezTo>
                  <a:pt x="108814" y="39421"/>
                  <a:pt x="108949" y="39491"/>
                  <a:pt x="108949" y="39491"/>
                </a:cubicBezTo>
                <a:cubicBezTo>
                  <a:pt x="108949" y="39491"/>
                  <a:pt x="109083" y="39770"/>
                  <a:pt x="109351" y="40327"/>
                </a:cubicBezTo>
                <a:cubicBezTo>
                  <a:pt x="109620" y="40884"/>
                  <a:pt x="109821" y="41163"/>
                  <a:pt x="109956" y="41163"/>
                </a:cubicBezTo>
                <a:lnTo>
                  <a:pt x="103310" y="68744"/>
                </a:lnTo>
                <a:cubicBezTo>
                  <a:pt x="98879" y="87270"/>
                  <a:pt x="96463" y="96673"/>
                  <a:pt x="96060" y="96952"/>
                </a:cubicBezTo>
                <a:cubicBezTo>
                  <a:pt x="95657" y="97369"/>
                  <a:pt x="94583" y="97578"/>
                  <a:pt x="92838" y="975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2309AF-63C8-422E-933D-891ED832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003" y="607844"/>
            <a:ext cx="147614" cy="142084"/>
          </a:xfrm>
          <a:custGeom xmlns:a="http://schemas.openxmlformats.org/drawingml/2006/main">
            <a:pathLst>
              <a:path w="147614" h="142084" fill="none">
                <a:moveTo>
                  <a:pt x="92838" y="97578"/>
                </a:moveTo>
                <a:cubicBezTo>
                  <a:pt x="90153" y="97578"/>
                  <a:pt x="88810" y="96673"/>
                  <a:pt x="88810" y="94862"/>
                </a:cubicBezTo>
                <a:cubicBezTo>
                  <a:pt x="88810" y="94305"/>
                  <a:pt x="89146" y="92633"/>
                  <a:pt x="89817" y="89847"/>
                </a:cubicBezTo>
                <a:cubicBezTo>
                  <a:pt x="90488" y="87061"/>
                  <a:pt x="90824" y="84624"/>
                  <a:pt x="90824" y="82534"/>
                </a:cubicBezTo>
                <a:cubicBezTo>
                  <a:pt x="90824" y="78216"/>
                  <a:pt x="89414" y="75569"/>
                  <a:pt x="86595" y="74594"/>
                </a:cubicBezTo>
                <a:cubicBezTo>
                  <a:pt x="83776" y="73619"/>
                  <a:pt x="77264" y="73132"/>
                  <a:pt x="67061" y="73132"/>
                </a:cubicBezTo>
                <a:lnTo>
                  <a:pt x="56589" y="73132"/>
                </a:lnTo>
                <a:cubicBezTo>
                  <a:pt x="56455" y="73410"/>
                  <a:pt x="54105" y="83022"/>
                  <a:pt x="49540" y="101966"/>
                </a:cubicBezTo>
                <a:cubicBezTo>
                  <a:pt x="44976" y="120911"/>
                  <a:pt x="42693" y="130662"/>
                  <a:pt x="42693" y="131219"/>
                </a:cubicBezTo>
                <a:cubicBezTo>
                  <a:pt x="42693" y="131776"/>
                  <a:pt x="43432" y="132055"/>
                  <a:pt x="44909" y="132055"/>
                </a:cubicBezTo>
                <a:cubicBezTo>
                  <a:pt x="46385" y="132055"/>
                  <a:pt x="51756" y="132194"/>
                  <a:pt x="61019" y="132473"/>
                </a:cubicBezTo>
                <a:cubicBezTo>
                  <a:pt x="73639" y="132473"/>
                  <a:pt x="81963" y="132333"/>
                  <a:pt x="85991" y="132055"/>
                </a:cubicBezTo>
                <a:cubicBezTo>
                  <a:pt x="90019" y="131776"/>
                  <a:pt x="94046" y="130871"/>
                  <a:pt x="98074" y="129338"/>
                </a:cubicBezTo>
                <a:cubicBezTo>
                  <a:pt x="104652" y="127110"/>
                  <a:pt x="110090" y="123209"/>
                  <a:pt x="114386" y="117637"/>
                </a:cubicBezTo>
                <a:cubicBezTo>
                  <a:pt x="118682" y="112065"/>
                  <a:pt x="123448" y="102941"/>
                  <a:pt x="128684" y="90265"/>
                </a:cubicBezTo>
                <a:cubicBezTo>
                  <a:pt x="130027" y="87201"/>
                  <a:pt x="130899" y="85529"/>
                  <a:pt x="131302" y="85251"/>
                </a:cubicBezTo>
                <a:cubicBezTo>
                  <a:pt x="132242" y="84972"/>
                  <a:pt x="133249" y="84833"/>
                  <a:pt x="134323" y="84833"/>
                </a:cubicBezTo>
                <a:cubicBezTo>
                  <a:pt x="137008" y="84833"/>
                  <a:pt x="138351" y="85738"/>
                  <a:pt x="138351" y="87549"/>
                </a:cubicBezTo>
                <a:cubicBezTo>
                  <a:pt x="124254" y="122931"/>
                  <a:pt x="116870" y="140970"/>
                  <a:pt x="116198" y="141666"/>
                </a:cubicBezTo>
                <a:cubicBezTo>
                  <a:pt x="115796" y="141945"/>
                  <a:pt x="96597" y="142084"/>
                  <a:pt x="58603" y="142084"/>
                </a:cubicBezTo>
                <a:lnTo>
                  <a:pt x="20541" y="142084"/>
                </a:lnTo>
                <a:cubicBezTo>
                  <a:pt x="6847" y="142084"/>
                  <a:pt x="0" y="141318"/>
                  <a:pt x="0" y="139786"/>
                </a:cubicBezTo>
                <a:cubicBezTo>
                  <a:pt x="0" y="139507"/>
                  <a:pt x="201" y="138532"/>
                  <a:pt x="604" y="136861"/>
                </a:cubicBezTo>
                <a:cubicBezTo>
                  <a:pt x="1141" y="134632"/>
                  <a:pt x="1678" y="133378"/>
                  <a:pt x="2215" y="133099"/>
                </a:cubicBezTo>
                <a:cubicBezTo>
                  <a:pt x="2752" y="132821"/>
                  <a:pt x="4296" y="132612"/>
                  <a:pt x="6847" y="132473"/>
                </a:cubicBezTo>
                <a:cubicBezTo>
                  <a:pt x="10472" y="132473"/>
                  <a:pt x="14500" y="132264"/>
                  <a:pt x="18930" y="131846"/>
                </a:cubicBezTo>
                <a:cubicBezTo>
                  <a:pt x="20810" y="131428"/>
                  <a:pt x="22085" y="130592"/>
                  <a:pt x="22756" y="129338"/>
                </a:cubicBezTo>
                <a:cubicBezTo>
                  <a:pt x="23025" y="128642"/>
                  <a:pt x="27791" y="109071"/>
                  <a:pt x="37055" y="70624"/>
                </a:cubicBezTo>
                <a:cubicBezTo>
                  <a:pt x="46318" y="32178"/>
                  <a:pt x="51017" y="12676"/>
                  <a:pt x="51151" y="12119"/>
                </a:cubicBezTo>
                <a:cubicBezTo>
                  <a:pt x="51151" y="11144"/>
                  <a:pt x="50883" y="10656"/>
                  <a:pt x="50346" y="10656"/>
                </a:cubicBezTo>
                <a:cubicBezTo>
                  <a:pt x="49272" y="10238"/>
                  <a:pt x="45714" y="9890"/>
                  <a:pt x="39673" y="9612"/>
                </a:cubicBezTo>
                <a:lnTo>
                  <a:pt x="33430" y="9612"/>
                </a:lnTo>
                <a:cubicBezTo>
                  <a:pt x="32624" y="8776"/>
                  <a:pt x="32221" y="8219"/>
                  <a:pt x="32221" y="7940"/>
                </a:cubicBezTo>
                <a:cubicBezTo>
                  <a:pt x="32221" y="7661"/>
                  <a:pt x="32356" y="6477"/>
                  <a:pt x="32624" y="4388"/>
                </a:cubicBezTo>
                <a:cubicBezTo>
                  <a:pt x="33161" y="2020"/>
                  <a:pt x="33832" y="557"/>
                  <a:pt x="34638" y="0"/>
                </a:cubicBezTo>
                <a:lnTo>
                  <a:pt x="146205" y="0"/>
                </a:lnTo>
                <a:cubicBezTo>
                  <a:pt x="147144" y="557"/>
                  <a:pt x="147614" y="1323"/>
                  <a:pt x="147614" y="2298"/>
                </a:cubicBezTo>
                <a:cubicBezTo>
                  <a:pt x="147614" y="2995"/>
                  <a:pt x="146742" y="10796"/>
                  <a:pt x="144996" y="25701"/>
                </a:cubicBezTo>
                <a:cubicBezTo>
                  <a:pt x="143251" y="40605"/>
                  <a:pt x="142311" y="48267"/>
                  <a:pt x="142177" y="48685"/>
                </a:cubicBezTo>
                <a:cubicBezTo>
                  <a:pt x="141908" y="49660"/>
                  <a:pt x="140566" y="50147"/>
                  <a:pt x="138149" y="50147"/>
                </a:cubicBezTo>
                <a:lnTo>
                  <a:pt x="135733" y="50147"/>
                </a:lnTo>
                <a:cubicBezTo>
                  <a:pt x="134793" y="49451"/>
                  <a:pt x="134323" y="48545"/>
                  <a:pt x="134323" y="47431"/>
                </a:cubicBezTo>
                <a:lnTo>
                  <a:pt x="134927" y="42625"/>
                </a:lnTo>
                <a:cubicBezTo>
                  <a:pt x="135330" y="39282"/>
                  <a:pt x="135531" y="35660"/>
                  <a:pt x="135531" y="31760"/>
                </a:cubicBezTo>
                <a:cubicBezTo>
                  <a:pt x="135531" y="27581"/>
                  <a:pt x="135061" y="24099"/>
                  <a:pt x="134122" y="21313"/>
                </a:cubicBezTo>
                <a:cubicBezTo>
                  <a:pt x="133182" y="18527"/>
                  <a:pt x="131906" y="16368"/>
                  <a:pt x="130295" y="14835"/>
                </a:cubicBezTo>
                <a:cubicBezTo>
                  <a:pt x="128684" y="13303"/>
                  <a:pt x="126335" y="12189"/>
                  <a:pt x="123247" y="11492"/>
                </a:cubicBezTo>
                <a:cubicBezTo>
                  <a:pt x="120159" y="10796"/>
                  <a:pt x="117004" y="10308"/>
                  <a:pt x="113782" y="10029"/>
                </a:cubicBezTo>
                <a:cubicBezTo>
                  <a:pt x="110560" y="9751"/>
                  <a:pt x="106264" y="9612"/>
                  <a:pt x="100893" y="9612"/>
                </a:cubicBezTo>
                <a:lnTo>
                  <a:pt x="91428" y="9612"/>
                </a:lnTo>
                <a:cubicBezTo>
                  <a:pt x="79614" y="9751"/>
                  <a:pt x="73371" y="9960"/>
                  <a:pt x="72700" y="10238"/>
                </a:cubicBezTo>
                <a:cubicBezTo>
                  <a:pt x="72163" y="10517"/>
                  <a:pt x="71760" y="11144"/>
                  <a:pt x="71491" y="12119"/>
                </a:cubicBezTo>
                <a:cubicBezTo>
                  <a:pt x="71357" y="12537"/>
                  <a:pt x="69276" y="21104"/>
                  <a:pt x="65248" y="37819"/>
                </a:cubicBezTo>
                <a:cubicBezTo>
                  <a:pt x="61221" y="54535"/>
                  <a:pt x="59140" y="63032"/>
                  <a:pt x="59005" y="63311"/>
                </a:cubicBezTo>
                <a:cubicBezTo>
                  <a:pt x="62093" y="63450"/>
                  <a:pt x="65315" y="63520"/>
                  <a:pt x="68672" y="63520"/>
                </a:cubicBezTo>
                <a:lnTo>
                  <a:pt x="73908" y="63520"/>
                </a:lnTo>
                <a:cubicBezTo>
                  <a:pt x="82769" y="63520"/>
                  <a:pt x="88877" y="62475"/>
                  <a:pt x="92234" y="60386"/>
                </a:cubicBezTo>
                <a:cubicBezTo>
                  <a:pt x="95590" y="58296"/>
                  <a:pt x="98611" y="52655"/>
                  <a:pt x="101296" y="43461"/>
                </a:cubicBezTo>
                <a:cubicBezTo>
                  <a:pt x="101833" y="41232"/>
                  <a:pt x="102236" y="39979"/>
                  <a:pt x="102504" y="39700"/>
                </a:cubicBezTo>
                <a:cubicBezTo>
                  <a:pt x="102773" y="39421"/>
                  <a:pt x="103914" y="39212"/>
                  <a:pt x="105928" y="39073"/>
                </a:cubicBezTo>
                <a:cubicBezTo>
                  <a:pt x="106599" y="39073"/>
                  <a:pt x="107136" y="39073"/>
                  <a:pt x="107539" y="39073"/>
                </a:cubicBezTo>
                <a:cubicBezTo>
                  <a:pt x="107942" y="39073"/>
                  <a:pt x="108277" y="39143"/>
                  <a:pt x="108546" y="39282"/>
                </a:cubicBezTo>
                <a:cubicBezTo>
                  <a:pt x="108814" y="39421"/>
                  <a:pt x="108949" y="39491"/>
                  <a:pt x="108949" y="39491"/>
                </a:cubicBezTo>
                <a:cubicBezTo>
                  <a:pt x="108949" y="39491"/>
                  <a:pt x="109083" y="39770"/>
                  <a:pt x="109351" y="40327"/>
                </a:cubicBezTo>
                <a:cubicBezTo>
                  <a:pt x="109620" y="40884"/>
                  <a:pt x="109821" y="41163"/>
                  <a:pt x="109956" y="41163"/>
                </a:cubicBezTo>
                <a:lnTo>
                  <a:pt x="103310" y="68744"/>
                </a:lnTo>
                <a:cubicBezTo>
                  <a:pt x="98879" y="87270"/>
                  <a:pt x="96463" y="96673"/>
                  <a:pt x="96060" y="96952"/>
                </a:cubicBezTo>
                <a:cubicBezTo>
                  <a:pt x="95657" y="97369"/>
                  <a:pt x="94583" y="97578"/>
                  <a:pt x="92838" y="9757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20"/>
              </a:srgbClr>
            </a:solidFill>
            <a:miter/>
          </a:ln>
        </p:spPr>
      </p:sp>
      <p:sp>
        <p:nvSpPr>
          <p:cNvPr id="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363D1B-8BEB-4255-AAA4-13D25E5C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580" y="682885"/>
            <a:ext cx="59941" cy="101635"/>
          </a:xfrm>
          <a:custGeom xmlns:a="http://schemas.openxmlformats.org/drawingml/2006/main">
            <a:pathLst>
              <a:path w="59941" h="101635">
                <a:moveTo>
                  <a:pt x="8116" y="11966"/>
                </a:moveTo>
                <a:cubicBezTo>
                  <a:pt x="13431" y="3989"/>
                  <a:pt x="20692" y="0"/>
                  <a:pt x="29899" y="0"/>
                </a:cubicBezTo>
                <a:cubicBezTo>
                  <a:pt x="34456" y="0"/>
                  <a:pt x="39012" y="1280"/>
                  <a:pt x="43568" y="3841"/>
                </a:cubicBezTo>
                <a:cubicBezTo>
                  <a:pt x="48124" y="6401"/>
                  <a:pt x="51826" y="10932"/>
                  <a:pt x="54673" y="17432"/>
                </a:cubicBezTo>
                <a:cubicBezTo>
                  <a:pt x="58185" y="25606"/>
                  <a:pt x="59941" y="36833"/>
                  <a:pt x="59941" y="51113"/>
                </a:cubicBezTo>
                <a:cubicBezTo>
                  <a:pt x="59941" y="66378"/>
                  <a:pt x="57901" y="78048"/>
                  <a:pt x="53819" y="86124"/>
                </a:cubicBezTo>
                <a:cubicBezTo>
                  <a:pt x="51921" y="90260"/>
                  <a:pt x="49310" y="93560"/>
                  <a:pt x="45988" y="96022"/>
                </a:cubicBezTo>
                <a:cubicBezTo>
                  <a:pt x="42666" y="98484"/>
                  <a:pt x="39771" y="100010"/>
                  <a:pt x="37303" y="100601"/>
                </a:cubicBezTo>
                <a:cubicBezTo>
                  <a:pt x="34835" y="101192"/>
                  <a:pt x="32415" y="101537"/>
                  <a:pt x="30042" y="101635"/>
                </a:cubicBezTo>
                <a:cubicBezTo>
                  <a:pt x="27574" y="101635"/>
                  <a:pt x="25106" y="101340"/>
                  <a:pt x="22638" y="100749"/>
                </a:cubicBezTo>
                <a:cubicBezTo>
                  <a:pt x="20170" y="100158"/>
                  <a:pt x="17275" y="98582"/>
                  <a:pt x="13953" y="96022"/>
                </a:cubicBezTo>
                <a:cubicBezTo>
                  <a:pt x="10631" y="93461"/>
                  <a:pt x="8021" y="90162"/>
                  <a:pt x="6122" y="86124"/>
                </a:cubicBezTo>
                <a:cubicBezTo>
                  <a:pt x="2041" y="78048"/>
                  <a:pt x="0" y="66378"/>
                  <a:pt x="0" y="51113"/>
                </a:cubicBezTo>
                <a:cubicBezTo>
                  <a:pt x="0" y="33977"/>
                  <a:pt x="2705" y="20928"/>
                  <a:pt x="8116" y="11966"/>
                </a:cubicBezTo>
                <a:close/>
                <a:moveTo>
                  <a:pt x="40151" y="10193"/>
                </a:moveTo>
                <a:cubicBezTo>
                  <a:pt x="37303" y="7042"/>
                  <a:pt x="33934" y="5466"/>
                  <a:pt x="30042" y="5466"/>
                </a:cubicBezTo>
                <a:cubicBezTo>
                  <a:pt x="26055" y="5466"/>
                  <a:pt x="22638" y="7042"/>
                  <a:pt x="19791" y="10193"/>
                </a:cubicBezTo>
                <a:cubicBezTo>
                  <a:pt x="17418" y="12754"/>
                  <a:pt x="15851" y="16299"/>
                  <a:pt x="15092" y="20829"/>
                </a:cubicBezTo>
                <a:cubicBezTo>
                  <a:pt x="14333" y="25360"/>
                  <a:pt x="13953" y="34814"/>
                  <a:pt x="13953" y="49193"/>
                </a:cubicBezTo>
                <a:cubicBezTo>
                  <a:pt x="13953" y="64753"/>
                  <a:pt x="14333" y="74995"/>
                  <a:pt x="15092" y="79920"/>
                </a:cubicBezTo>
                <a:cubicBezTo>
                  <a:pt x="15851" y="84844"/>
                  <a:pt x="17560" y="88734"/>
                  <a:pt x="20218" y="91590"/>
                </a:cubicBezTo>
                <a:cubicBezTo>
                  <a:pt x="22875" y="94544"/>
                  <a:pt x="26150" y="96022"/>
                  <a:pt x="30042" y="96022"/>
                </a:cubicBezTo>
                <a:cubicBezTo>
                  <a:pt x="33839" y="96022"/>
                  <a:pt x="37066" y="94544"/>
                  <a:pt x="39724" y="91590"/>
                </a:cubicBezTo>
                <a:cubicBezTo>
                  <a:pt x="42476" y="88635"/>
                  <a:pt x="44185" y="84499"/>
                  <a:pt x="44849" y="79181"/>
                </a:cubicBezTo>
                <a:cubicBezTo>
                  <a:pt x="45514" y="73863"/>
                  <a:pt x="45893" y="63867"/>
                  <a:pt x="45988" y="49193"/>
                </a:cubicBezTo>
                <a:cubicBezTo>
                  <a:pt x="45988" y="34913"/>
                  <a:pt x="45609" y="25507"/>
                  <a:pt x="44849" y="20977"/>
                </a:cubicBezTo>
                <a:cubicBezTo>
                  <a:pt x="44090" y="16447"/>
                  <a:pt x="42524" y="12852"/>
                  <a:pt x="40151" y="101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E467AA-1D3C-46AC-8448-AEDA1876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580" y="682885"/>
            <a:ext cx="59941" cy="101635"/>
          </a:xfrm>
          <a:custGeom xmlns:a="http://schemas.openxmlformats.org/drawingml/2006/main">
            <a:pathLst>
              <a:path w="59941" h="101635" fill="none">
                <a:moveTo>
                  <a:pt x="8116" y="11966"/>
                </a:moveTo>
                <a:cubicBezTo>
                  <a:pt x="13431" y="3989"/>
                  <a:pt x="20692" y="0"/>
                  <a:pt x="29899" y="0"/>
                </a:cubicBezTo>
                <a:cubicBezTo>
                  <a:pt x="34456" y="0"/>
                  <a:pt x="39012" y="1280"/>
                  <a:pt x="43568" y="3841"/>
                </a:cubicBezTo>
                <a:cubicBezTo>
                  <a:pt x="48124" y="6401"/>
                  <a:pt x="51826" y="10932"/>
                  <a:pt x="54673" y="17432"/>
                </a:cubicBezTo>
                <a:cubicBezTo>
                  <a:pt x="58185" y="25606"/>
                  <a:pt x="59941" y="36833"/>
                  <a:pt x="59941" y="51113"/>
                </a:cubicBezTo>
                <a:cubicBezTo>
                  <a:pt x="59941" y="66378"/>
                  <a:pt x="57901" y="78048"/>
                  <a:pt x="53819" y="86124"/>
                </a:cubicBezTo>
                <a:cubicBezTo>
                  <a:pt x="51921" y="90260"/>
                  <a:pt x="49310" y="93560"/>
                  <a:pt x="45988" y="96022"/>
                </a:cubicBezTo>
                <a:cubicBezTo>
                  <a:pt x="42666" y="98484"/>
                  <a:pt x="39771" y="100010"/>
                  <a:pt x="37303" y="100601"/>
                </a:cubicBezTo>
                <a:cubicBezTo>
                  <a:pt x="34835" y="101192"/>
                  <a:pt x="32415" y="101537"/>
                  <a:pt x="30042" y="101635"/>
                </a:cubicBezTo>
                <a:cubicBezTo>
                  <a:pt x="27574" y="101635"/>
                  <a:pt x="25106" y="101340"/>
                  <a:pt x="22638" y="100749"/>
                </a:cubicBezTo>
                <a:cubicBezTo>
                  <a:pt x="20170" y="100158"/>
                  <a:pt x="17275" y="98582"/>
                  <a:pt x="13953" y="96022"/>
                </a:cubicBezTo>
                <a:cubicBezTo>
                  <a:pt x="10631" y="93461"/>
                  <a:pt x="8021" y="90162"/>
                  <a:pt x="6122" y="86124"/>
                </a:cubicBezTo>
                <a:cubicBezTo>
                  <a:pt x="2041" y="78048"/>
                  <a:pt x="0" y="66378"/>
                  <a:pt x="0" y="51113"/>
                </a:cubicBezTo>
                <a:cubicBezTo>
                  <a:pt x="0" y="33977"/>
                  <a:pt x="2705" y="20928"/>
                  <a:pt x="8116" y="11966"/>
                </a:cubicBezTo>
                <a:close/>
                <a:moveTo>
                  <a:pt x="40151" y="10193"/>
                </a:moveTo>
                <a:cubicBezTo>
                  <a:pt x="37303" y="7042"/>
                  <a:pt x="33934" y="5466"/>
                  <a:pt x="30042" y="5466"/>
                </a:cubicBezTo>
                <a:cubicBezTo>
                  <a:pt x="26055" y="5466"/>
                  <a:pt x="22638" y="7042"/>
                  <a:pt x="19791" y="10193"/>
                </a:cubicBezTo>
                <a:cubicBezTo>
                  <a:pt x="17418" y="12754"/>
                  <a:pt x="15851" y="16299"/>
                  <a:pt x="15092" y="20829"/>
                </a:cubicBezTo>
                <a:cubicBezTo>
                  <a:pt x="14333" y="25360"/>
                  <a:pt x="13953" y="34814"/>
                  <a:pt x="13953" y="49193"/>
                </a:cubicBezTo>
                <a:cubicBezTo>
                  <a:pt x="13953" y="64753"/>
                  <a:pt x="14333" y="74995"/>
                  <a:pt x="15092" y="79920"/>
                </a:cubicBezTo>
                <a:cubicBezTo>
                  <a:pt x="15851" y="84844"/>
                  <a:pt x="17560" y="88734"/>
                  <a:pt x="20218" y="91590"/>
                </a:cubicBezTo>
                <a:cubicBezTo>
                  <a:pt x="22875" y="94544"/>
                  <a:pt x="26150" y="96022"/>
                  <a:pt x="30042" y="96022"/>
                </a:cubicBezTo>
                <a:cubicBezTo>
                  <a:pt x="33839" y="96022"/>
                  <a:pt x="37066" y="94544"/>
                  <a:pt x="39724" y="91590"/>
                </a:cubicBezTo>
                <a:cubicBezTo>
                  <a:pt x="42476" y="88635"/>
                  <a:pt x="44185" y="84499"/>
                  <a:pt x="44849" y="79181"/>
                </a:cubicBezTo>
                <a:cubicBezTo>
                  <a:pt x="45514" y="73863"/>
                  <a:pt x="45893" y="63867"/>
                  <a:pt x="45988" y="49193"/>
                </a:cubicBezTo>
                <a:cubicBezTo>
                  <a:pt x="45988" y="34913"/>
                  <a:pt x="45609" y="25507"/>
                  <a:pt x="44849" y="20977"/>
                </a:cubicBezTo>
                <a:cubicBezTo>
                  <a:pt x="44090" y="16447"/>
                  <a:pt x="42524" y="12852"/>
                  <a:pt x="40151" y="101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8990"/>
              </a:srgbClr>
            </a:solidFill>
            <a:miter/>
          </a:ln>
        </p:spPr>
      </p:sp>
      <p:sp>
        <p:nvSpPr>
          <p:cNvPr id="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C25493-F124-4B28-9B43-397949C0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322" y="763395"/>
            <a:ext cx="18794" cy="46632"/>
          </a:xfrm>
          <a:custGeom xmlns:a="http://schemas.openxmlformats.org/drawingml/2006/main">
            <a:pathLst>
              <a:path w="18794" h="46632">
                <a:moveTo>
                  <a:pt x="0" y="12704"/>
                </a:moveTo>
                <a:cubicBezTo>
                  <a:pt x="0" y="12704"/>
                  <a:pt x="0" y="11473"/>
                  <a:pt x="0" y="9011"/>
                </a:cubicBezTo>
                <a:cubicBezTo>
                  <a:pt x="0" y="6549"/>
                  <a:pt x="759" y="4432"/>
                  <a:pt x="2278" y="2659"/>
                </a:cubicBezTo>
                <a:cubicBezTo>
                  <a:pt x="3797" y="886"/>
                  <a:pt x="5838" y="0"/>
                  <a:pt x="8400" y="0"/>
                </a:cubicBezTo>
                <a:cubicBezTo>
                  <a:pt x="11058" y="0"/>
                  <a:pt x="13431" y="1231"/>
                  <a:pt x="15519" y="3693"/>
                </a:cubicBezTo>
                <a:cubicBezTo>
                  <a:pt x="17607" y="6155"/>
                  <a:pt x="18699" y="10489"/>
                  <a:pt x="18794" y="16693"/>
                </a:cubicBezTo>
                <a:cubicBezTo>
                  <a:pt x="18794" y="20140"/>
                  <a:pt x="18367" y="23488"/>
                  <a:pt x="17513" y="26738"/>
                </a:cubicBezTo>
                <a:cubicBezTo>
                  <a:pt x="16658" y="29988"/>
                  <a:pt x="15662" y="32795"/>
                  <a:pt x="14523" y="35159"/>
                </a:cubicBezTo>
                <a:cubicBezTo>
                  <a:pt x="13384" y="37522"/>
                  <a:pt x="12150" y="39541"/>
                  <a:pt x="10821" y="41215"/>
                </a:cubicBezTo>
                <a:cubicBezTo>
                  <a:pt x="9492" y="42890"/>
                  <a:pt x="8353" y="44219"/>
                  <a:pt x="7404" y="45204"/>
                </a:cubicBezTo>
                <a:cubicBezTo>
                  <a:pt x="6454" y="46189"/>
                  <a:pt x="5838" y="46632"/>
                  <a:pt x="5553" y="46534"/>
                </a:cubicBezTo>
                <a:cubicBezTo>
                  <a:pt x="5173" y="46534"/>
                  <a:pt x="4556" y="46090"/>
                  <a:pt x="3702" y="45204"/>
                </a:cubicBezTo>
                <a:cubicBezTo>
                  <a:pt x="2848" y="44318"/>
                  <a:pt x="2420" y="43678"/>
                  <a:pt x="2420" y="43284"/>
                </a:cubicBezTo>
                <a:cubicBezTo>
                  <a:pt x="2420" y="42890"/>
                  <a:pt x="2942" y="42102"/>
                  <a:pt x="3987" y="40920"/>
                </a:cubicBezTo>
                <a:cubicBezTo>
                  <a:pt x="5031" y="39738"/>
                  <a:pt x="6217" y="38261"/>
                  <a:pt x="7546" y="36488"/>
                </a:cubicBezTo>
                <a:cubicBezTo>
                  <a:pt x="8875" y="34716"/>
                  <a:pt x="10109" y="32253"/>
                  <a:pt x="11248" y="29102"/>
                </a:cubicBezTo>
                <a:cubicBezTo>
                  <a:pt x="12387" y="25950"/>
                  <a:pt x="13146" y="22356"/>
                  <a:pt x="13526" y="18318"/>
                </a:cubicBezTo>
                <a:lnTo>
                  <a:pt x="13526" y="16545"/>
                </a:lnTo>
                <a:lnTo>
                  <a:pt x="13384" y="16693"/>
                </a:lnTo>
                <a:cubicBezTo>
                  <a:pt x="13194" y="16791"/>
                  <a:pt x="12956" y="16890"/>
                  <a:pt x="12672" y="16988"/>
                </a:cubicBezTo>
                <a:cubicBezTo>
                  <a:pt x="12387" y="17087"/>
                  <a:pt x="12102" y="17235"/>
                  <a:pt x="11817" y="17432"/>
                </a:cubicBezTo>
                <a:cubicBezTo>
                  <a:pt x="11533" y="17629"/>
                  <a:pt x="11106" y="17727"/>
                  <a:pt x="10536" y="17727"/>
                </a:cubicBezTo>
                <a:cubicBezTo>
                  <a:pt x="9966" y="17727"/>
                  <a:pt x="9397" y="17776"/>
                  <a:pt x="8827" y="17875"/>
                </a:cubicBezTo>
                <a:cubicBezTo>
                  <a:pt x="6265" y="17875"/>
                  <a:pt x="4176" y="17038"/>
                  <a:pt x="2563" y="15363"/>
                </a:cubicBezTo>
                <a:lnTo>
                  <a:pt x="0" y="127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CAF85A-7956-4403-84B0-6460EDEC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322" y="763395"/>
            <a:ext cx="18794" cy="46632"/>
          </a:xfrm>
          <a:custGeom xmlns:a="http://schemas.openxmlformats.org/drawingml/2006/main">
            <a:pathLst>
              <a:path w="18794" h="46632" fill="none">
                <a:moveTo>
                  <a:pt x="0" y="12704"/>
                </a:moveTo>
                <a:cubicBezTo>
                  <a:pt x="0" y="12704"/>
                  <a:pt x="0" y="11473"/>
                  <a:pt x="0" y="9011"/>
                </a:cubicBezTo>
                <a:cubicBezTo>
                  <a:pt x="0" y="6549"/>
                  <a:pt x="759" y="4432"/>
                  <a:pt x="2278" y="2659"/>
                </a:cubicBezTo>
                <a:cubicBezTo>
                  <a:pt x="3797" y="886"/>
                  <a:pt x="5838" y="0"/>
                  <a:pt x="8400" y="0"/>
                </a:cubicBezTo>
                <a:cubicBezTo>
                  <a:pt x="11058" y="0"/>
                  <a:pt x="13431" y="1231"/>
                  <a:pt x="15519" y="3693"/>
                </a:cubicBezTo>
                <a:cubicBezTo>
                  <a:pt x="17607" y="6155"/>
                  <a:pt x="18699" y="10489"/>
                  <a:pt x="18794" y="16693"/>
                </a:cubicBezTo>
                <a:cubicBezTo>
                  <a:pt x="18794" y="20140"/>
                  <a:pt x="18367" y="23488"/>
                  <a:pt x="17513" y="26738"/>
                </a:cubicBezTo>
                <a:cubicBezTo>
                  <a:pt x="16658" y="29988"/>
                  <a:pt x="15662" y="32795"/>
                  <a:pt x="14523" y="35159"/>
                </a:cubicBezTo>
                <a:cubicBezTo>
                  <a:pt x="13384" y="37522"/>
                  <a:pt x="12150" y="39541"/>
                  <a:pt x="10821" y="41215"/>
                </a:cubicBezTo>
                <a:cubicBezTo>
                  <a:pt x="9492" y="42890"/>
                  <a:pt x="8353" y="44219"/>
                  <a:pt x="7404" y="45204"/>
                </a:cubicBezTo>
                <a:cubicBezTo>
                  <a:pt x="6454" y="46189"/>
                  <a:pt x="5838" y="46632"/>
                  <a:pt x="5553" y="46534"/>
                </a:cubicBezTo>
                <a:cubicBezTo>
                  <a:pt x="5173" y="46534"/>
                  <a:pt x="4556" y="46090"/>
                  <a:pt x="3702" y="45204"/>
                </a:cubicBezTo>
                <a:cubicBezTo>
                  <a:pt x="2848" y="44318"/>
                  <a:pt x="2420" y="43678"/>
                  <a:pt x="2420" y="43284"/>
                </a:cubicBezTo>
                <a:cubicBezTo>
                  <a:pt x="2420" y="42890"/>
                  <a:pt x="2942" y="42102"/>
                  <a:pt x="3987" y="40920"/>
                </a:cubicBezTo>
                <a:cubicBezTo>
                  <a:pt x="5031" y="39738"/>
                  <a:pt x="6217" y="38261"/>
                  <a:pt x="7546" y="36488"/>
                </a:cubicBezTo>
                <a:cubicBezTo>
                  <a:pt x="8875" y="34716"/>
                  <a:pt x="10109" y="32253"/>
                  <a:pt x="11248" y="29102"/>
                </a:cubicBezTo>
                <a:cubicBezTo>
                  <a:pt x="12387" y="25950"/>
                  <a:pt x="13146" y="22356"/>
                  <a:pt x="13526" y="18318"/>
                </a:cubicBezTo>
                <a:lnTo>
                  <a:pt x="13526" y="16545"/>
                </a:lnTo>
                <a:lnTo>
                  <a:pt x="13384" y="16693"/>
                </a:lnTo>
                <a:cubicBezTo>
                  <a:pt x="13194" y="16791"/>
                  <a:pt x="12956" y="16890"/>
                  <a:pt x="12672" y="16988"/>
                </a:cubicBezTo>
                <a:cubicBezTo>
                  <a:pt x="12387" y="17087"/>
                  <a:pt x="12102" y="17235"/>
                  <a:pt x="11817" y="17432"/>
                </a:cubicBezTo>
                <a:cubicBezTo>
                  <a:pt x="11533" y="17629"/>
                  <a:pt x="11106" y="17727"/>
                  <a:pt x="10536" y="17727"/>
                </a:cubicBezTo>
                <a:cubicBezTo>
                  <a:pt x="9966" y="17727"/>
                  <a:pt x="9397" y="17776"/>
                  <a:pt x="8827" y="17875"/>
                </a:cubicBezTo>
                <a:cubicBezTo>
                  <a:pt x="6265" y="17875"/>
                  <a:pt x="4176" y="17038"/>
                  <a:pt x="2563" y="15363"/>
                </a:cubicBezTo>
                <a:lnTo>
                  <a:pt x="0" y="127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8990"/>
              </a:srgbClr>
            </a:solidFill>
            <a:miter/>
          </a:ln>
        </p:spPr>
      </p:sp>
      <p:sp>
        <p:nvSpPr>
          <p:cNvPr id="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D4C9A4-0DD3-47F6-AEA8-79B9362C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615" y="682885"/>
            <a:ext cx="48978" cy="98385"/>
          </a:xfrm>
          <a:custGeom xmlns:a="http://schemas.openxmlformats.org/drawingml/2006/main">
            <a:pathLst>
              <a:path w="48978" h="98385">
                <a:moveTo>
                  <a:pt x="18509" y="13000"/>
                </a:moveTo>
                <a:lnTo>
                  <a:pt x="16658" y="13738"/>
                </a:lnTo>
                <a:cubicBezTo>
                  <a:pt x="15329" y="14231"/>
                  <a:pt x="13431" y="14723"/>
                  <a:pt x="10963" y="15216"/>
                </a:cubicBezTo>
                <a:cubicBezTo>
                  <a:pt x="8495" y="15708"/>
                  <a:pt x="5743" y="16053"/>
                  <a:pt x="2705" y="16250"/>
                </a:cubicBezTo>
                <a:lnTo>
                  <a:pt x="0" y="16250"/>
                </a:lnTo>
                <a:lnTo>
                  <a:pt x="0" y="9454"/>
                </a:lnTo>
                <a:lnTo>
                  <a:pt x="2705" y="9454"/>
                </a:lnTo>
                <a:cubicBezTo>
                  <a:pt x="7166" y="9257"/>
                  <a:pt x="11295" y="8519"/>
                  <a:pt x="15092" y="7239"/>
                </a:cubicBezTo>
                <a:cubicBezTo>
                  <a:pt x="18889" y="5958"/>
                  <a:pt x="21547" y="4776"/>
                  <a:pt x="23065" y="3693"/>
                </a:cubicBezTo>
                <a:cubicBezTo>
                  <a:pt x="24584" y="2610"/>
                  <a:pt x="25913" y="1526"/>
                  <a:pt x="27052" y="443"/>
                </a:cubicBezTo>
                <a:cubicBezTo>
                  <a:pt x="27242" y="148"/>
                  <a:pt x="27811" y="0"/>
                  <a:pt x="28760" y="0"/>
                </a:cubicBezTo>
                <a:cubicBezTo>
                  <a:pt x="29615" y="0"/>
                  <a:pt x="30422" y="295"/>
                  <a:pt x="31181" y="886"/>
                </a:cubicBezTo>
                <a:lnTo>
                  <a:pt x="31181" y="45056"/>
                </a:lnTo>
                <a:lnTo>
                  <a:pt x="31323" y="89374"/>
                </a:lnTo>
                <a:cubicBezTo>
                  <a:pt x="31988" y="90063"/>
                  <a:pt x="32557" y="90507"/>
                  <a:pt x="33032" y="90704"/>
                </a:cubicBezTo>
                <a:cubicBezTo>
                  <a:pt x="33506" y="90901"/>
                  <a:pt x="34645" y="91098"/>
                  <a:pt x="36449" y="91295"/>
                </a:cubicBezTo>
                <a:cubicBezTo>
                  <a:pt x="38252" y="91491"/>
                  <a:pt x="41195" y="91590"/>
                  <a:pt x="45276" y="91590"/>
                </a:cubicBezTo>
                <a:lnTo>
                  <a:pt x="48978" y="91590"/>
                </a:lnTo>
                <a:lnTo>
                  <a:pt x="48978" y="98385"/>
                </a:lnTo>
                <a:lnTo>
                  <a:pt x="47412" y="98385"/>
                </a:lnTo>
                <a:cubicBezTo>
                  <a:pt x="45419" y="98090"/>
                  <a:pt x="37873" y="97942"/>
                  <a:pt x="24774" y="97942"/>
                </a:cubicBezTo>
                <a:cubicBezTo>
                  <a:pt x="11865" y="97942"/>
                  <a:pt x="4414" y="98090"/>
                  <a:pt x="2420" y="98385"/>
                </a:cubicBezTo>
                <a:lnTo>
                  <a:pt x="712" y="98385"/>
                </a:lnTo>
                <a:lnTo>
                  <a:pt x="712" y="91590"/>
                </a:lnTo>
                <a:lnTo>
                  <a:pt x="4414" y="91590"/>
                </a:lnTo>
                <a:cubicBezTo>
                  <a:pt x="6502" y="91590"/>
                  <a:pt x="8305" y="91590"/>
                  <a:pt x="9824" y="91590"/>
                </a:cubicBezTo>
                <a:cubicBezTo>
                  <a:pt x="11343" y="91590"/>
                  <a:pt x="12529" y="91541"/>
                  <a:pt x="13384" y="91442"/>
                </a:cubicBezTo>
                <a:cubicBezTo>
                  <a:pt x="14238" y="91344"/>
                  <a:pt x="14997" y="91196"/>
                  <a:pt x="15662" y="90999"/>
                </a:cubicBezTo>
                <a:cubicBezTo>
                  <a:pt x="16326" y="90802"/>
                  <a:pt x="16706" y="90704"/>
                  <a:pt x="16801" y="90704"/>
                </a:cubicBezTo>
                <a:cubicBezTo>
                  <a:pt x="16896" y="90704"/>
                  <a:pt x="17180" y="90457"/>
                  <a:pt x="17655" y="89965"/>
                </a:cubicBezTo>
                <a:cubicBezTo>
                  <a:pt x="18130" y="89473"/>
                  <a:pt x="18414" y="89276"/>
                  <a:pt x="18509" y="89374"/>
                </a:cubicBezTo>
                <a:lnTo>
                  <a:pt x="18509" y="130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8E6CAE-600C-4C5B-B3AF-87BD2CDA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615" y="682885"/>
            <a:ext cx="48978" cy="98385"/>
          </a:xfrm>
          <a:custGeom xmlns:a="http://schemas.openxmlformats.org/drawingml/2006/main">
            <a:pathLst>
              <a:path w="48978" h="98385" fill="none">
                <a:moveTo>
                  <a:pt x="18509" y="13000"/>
                </a:moveTo>
                <a:lnTo>
                  <a:pt x="16658" y="13738"/>
                </a:lnTo>
                <a:cubicBezTo>
                  <a:pt x="15329" y="14231"/>
                  <a:pt x="13431" y="14723"/>
                  <a:pt x="10963" y="15216"/>
                </a:cubicBezTo>
                <a:cubicBezTo>
                  <a:pt x="8495" y="15708"/>
                  <a:pt x="5743" y="16053"/>
                  <a:pt x="2705" y="16250"/>
                </a:cubicBezTo>
                <a:lnTo>
                  <a:pt x="0" y="16250"/>
                </a:lnTo>
                <a:lnTo>
                  <a:pt x="0" y="9454"/>
                </a:lnTo>
                <a:lnTo>
                  <a:pt x="2705" y="9454"/>
                </a:lnTo>
                <a:cubicBezTo>
                  <a:pt x="7166" y="9257"/>
                  <a:pt x="11295" y="8519"/>
                  <a:pt x="15092" y="7239"/>
                </a:cubicBezTo>
                <a:cubicBezTo>
                  <a:pt x="18889" y="5958"/>
                  <a:pt x="21547" y="4776"/>
                  <a:pt x="23065" y="3693"/>
                </a:cubicBezTo>
                <a:cubicBezTo>
                  <a:pt x="24584" y="2610"/>
                  <a:pt x="25913" y="1526"/>
                  <a:pt x="27052" y="443"/>
                </a:cubicBezTo>
                <a:cubicBezTo>
                  <a:pt x="27242" y="148"/>
                  <a:pt x="27811" y="0"/>
                  <a:pt x="28760" y="0"/>
                </a:cubicBezTo>
                <a:cubicBezTo>
                  <a:pt x="29615" y="0"/>
                  <a:pt x="30422" y="295"/>
                  <a:pt x="31181" y="886"/>
                </a:cubicBezTo>
                <a:lnTo>
                  <a:pt x="31181" y="45056"/>
                </a:lnTo>
                <a:lnTo>
                  <a:pt x="31323" y="89374"/>
                </a:lnTo>
                <a:cubicBezTo>
                  <a:pt x="31988" y="90063"/>
                  <a:pt x="32557" y="90507"/>
                  <a:pt x="33032" y="90704"/>
                </a:cubicBezTo>
                <a:cubicBezTo>
                  <a:pt x="33506" y="90901"/>
                  <a:pt x="34645" y="91098"/>
                  <a:pt x="36449" y="91295"/>
                </a:cubicBezTo>
                <a:cubicBezTo>
                  <a:pt x="38252" y="91491"/>
                  <a:pt x="41195" y="91590"/>
                  <a:pt x="45276" y="91590"/>
                </a:cubicBezTo>
                <a:lnTo>
                  <a:pt x="48978" y="91590"/>
                </a:lnTo>
                <a:lnTo>
                  <a:pt x="48978" y="98385"/>
                </a:lnTo>
                <a:lnTo>
                  <a:pt x="47412" y="98385"/>
                </a:lnTo>
                <a:cubicBezTo>
                  <a:pt x="45419" y="98090"/>
                  <a:pt x="37873" y="97942"/>
                  <a:pt x="24774" y="97942"/>
                </a:cubicBezTo>
                <a:cubicBezTo>
                  <a:pt x="11865" y="97942"/>
                  <a:pt x="4414" y="98090"/>
                  <a:pt x="2420" y="98385"/>
                </a:cubicBezTo>
                <a:lnTo>
                  <a:pt x="712" y="98385"/>
                </a:lnTo>
                <a:lnTo>
                  <a:pt x="712" y="91590"/>
                </a:lnTo>
                <a:lnTo>
                  <a:pt x="4414" y="91590"/>
                </a:lnTo>
                <a:cubicBezTo>
                  <a:pt x="6502" y="91590"/>
                  <a:pt x="8305" y="91590"/>
                  <a:pt x="9824" y="91590"/>
                </a:cubicBezTo>
                <a:cubicBezTo>
                  <a:pt x="11343" y="91590"/>
                  <a:pt x="12529" y="91541"/>
                  <a:pt x="13384" y="91442"/>
                </a:cubicBezTo>
                <a:cubicBezTo>
                  <a:pt x="14238" y="91344"/>
                  <a:pt x="14997" y="91196"/>
                  <a:pt x="15662" y="90999"/>
                </a:cubicBezTo>
                <a:cubicBezTo>
                  <a:pt x="16326" y="90802"/>
                  <a:pt x="16706" y="90704"/>
                  <a:pt x="16801" y="90704"/>
                </a:cubicBezTo>
                <a:cubicBezTo>
                  <a:pt x="16896" y="90704"/>
                  <a:pt x="17180" y="90457"/>
                  <a:pt x="17655" y="89965"/>
                </a:cubicBezTo>
                <a:cubicBezTo>
                  <a:pt x="18130" y="89473"/>
                  <a:pt x="18414" y="89276"/>
                  <a:pt x="18509" y="89374"/>
                </a:cubicBezTo>
                <a:lnTo>
                  <a:pt x="18509" y="130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8990"/>
              </a:srgbClr>
            </a:solidFill>
            <a:miter/>
          </a:ln>
        </p:spPr>
      </p:sp>
      <p:sp>
        <p:nvSpPr>
          <p:cNvPr id="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154209-E46D-4A09-B2F2-3304D18E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163" y="593218"/>
            <a:ext cx="45043" cy="208947"/>
          </a:xfrm>
          <a:custGeom xmlns:a="http://schemas.openxmlformats.org/drawingml/2006/main">
            <a:pathLst>
              <a:path w="45043" h="208947">
                <a:moveTo>
                  <a:pt x="0" y="3761"/>
                </a:moveTo>
                <a:cubicBezTo>
                  <a:pt x="134" y="2786"/>
                  <a:pt x="537" y="1950"/>
                  <a:pt x="1208" y="1254"/>
                </a:cubicBezTo>
                <a:cubicBezTo>
                  <a:pt x="1880" y="557"/>
                  <a:pt x="2819" y="139"/>
                  <a:pt x="4028" y="0"/>
                </a:cubicBezTo>
                <a:cubicBezTo>
                  <a:pt x="5370" y="0"/>
                  <a:pt x="6511" y="696"/>
                  <a:pt x="7451" y="2089"/>
                </a:cubicBezTo>
                <a:cubicBezTo>
                  <a:pt x="7854" y="3065"/>
                  <a:pt x="14164" y="20198"/>
                  <a:pt x="26381" y="53491"/>
                </a:cubicBezTo>
                <a:cubicBezTo>
                  <a:pt x="38599" y="86783"/>
                  <a:pt x="44774" y="103777"/>
                  <a:pt x="44909" y="104474"/>
                </a:cubicBezTo>
                <a:cubicBezTo>
                  <a:pt x="45043" y="105170"/>
                  <a:pt x="38934" y="122165"/>
                  <a:pt x="26583" y="155457"/>
                </a:cubicBezTo>
                <a:cubicBezTo>
                  <a:pt x="14231" y="188749"/>
                  <a:pt x="7854" y="205883"/>
                  <a:pt x="7451" y="206858"/>
                </a:cubicBezTo>
                <a:cubicBezTo>
                  <a:pt x="6511" y="208251"/>
                  <a:pt x="5370" y="208947"/>
                  <a:pt x="4028" y="208947"/>
                </a:cubicBezTo>
                <a:cubicBezTo>
                  <a:pt x="2954" y="208947"/>
                  <a:pt x="2081" y="208599"/>
                  <a:pt x="1410" y="207903"/>
                </a:cubicBezTo>
                <a:cubicBezTo>
                  <a:pt x="738" y="207206"/>
                  <a:pt x="269" y="206301"/>
                  <a:pt x="0" y="205186"/>
                </a:cubicBezTo>
                <a:cubicBezTo>
                  <a:pt x="0" y="204490"/>
                  <a:pt x="6042" y="187565"/>
                  <a:pt x="18125" y="154412"/>
                </a:cubicBezTo>
                <a:cubicBezTo>
                  <a:pt x="30342" y="121398"/>
                  <a:pt x="36450" y="104752"/>
                  <a:pt x="36450" y="104474"/>
                </a:cubicBezTo>
                <a:cubicBezTo>
                  <a:pt x="36450" y="104195"/>
                  <a:pt x="30342" y="87549"/>
                  <a:pt x="18125" y="54535"/>
                </a:cubicBezTo>
                <a:cubicBezTo>
                  <a:pt x="6042" y="21382"/>
                  <a:pt x="0" y="4458"/>
                  <a:pt x="0" y="37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F4436E-5E00-4AF1-B1D0-715ACCFE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163" y="593218"/>
            <a:ext cx="45043" cy="208947"/>
          </a:xfrm>
          <a:custGeom xmlns:a="http://schemas.openxmlformats.org/drawingml/2006/main">
            <a:pathLst>
              <a:path w="45043" h="208947" fill="none">
                <a:moveTo>
                  <a:pt x="0" y="3761"/>
                </a:moveTo>
                <a:cubicBezTo>
                  <a:pt x="134" y="2786"/>
                  <a:pt x="537" y="1950"/>
                  <a:pt x="1208" y="1254"/>
                </a:cubicBezTo>
                <a:cubicBezTo>
                  <a:pt x="1880" y="557"/>
                  <a:pt x="2819" y="139"/>
                  <a:pt x="4028" y="0"/>
                </a:cubicBezTo>
                <a:cubicBezTo>
                  <a:pt x="5370" y="0"/>
                  <a:pt x="6511" y="696"/>
                  <a:pt x="7451" y="2089"/>
                </a:cubicBezTo>
                <a:cubicBezTo>
                  <a:pt x="7854" y="3065"/>
                  <a:pt x="14164" y="20198"/>
                  <a:pt x="26381" y="53491"/>
                </a:cubicBezTo>
                <a:cubicBezTo>
                  <a:pt x="38599" y="86783"/>
                  <a:pt x="44774" y="103777"/>
                  <a:pt x="44909" y="104474"/>
                </a:cubicBezTo>
                <a:cubicBezTo>
                  <a:pt x="45043" y="105170"/>
                  <a:pt x="38934" y="122165"/>
                  <a:pt x="26583" y="155457"/>
                </a:cubicBezTo>
                <a:cubicBezTo>
                  <a:pt x="14231" y="188749"/>
                  <a:pt x="7854" y="205883"/>
                  <a:pt x="7451" y="206858"/>
                </a:cubicBezTo>
                <a:cubicBezTo>
                  <a:pt x="6511" y="208251"/>
                  <a:pt x="5370" y="208947"/>
                  <a:pt x="4028" y="208947"/>
                </a:cubicBezTo>
                <a:cubicBezTo>
                  <a:pt x="2954" y="208947"/>
                  <a:pt x="2081" y="208599"/>
                  <a:pt x="1410" y="207903"/>
                </a:cubicBezTo>
                <a:cubicBezTo>
                  <a:pt x="738" y="207206"/>
                  <a:pt x="269" y="206301"/>
                  <a:pt x="0" y="205186"/>
                </a:cubicBezTo>
                <a:cubicBezTo>
                  <a:pt x="0" y="204490"/>
                  <a:pt x="6042" y="187565"/>
                  <a:pt x="18125" y="154412"/>
                </a:cubicBezTo>
                <a:cubicBezTo>
                  <a:pt x="30342" y="121398"/>
                  <a:pt x="36450" y="104752"/>
                  <a:pt x="36450" y="104474"/>
                </a:cubicBezTo>
                <a:cubicBezTo>
                  <a:pt x="36450" y="104195"/>
                  <a:pt x="30342" y="87549"/>
                  <a:pt x="18125" y="54535"/>
                </a:cubicBezTo>
                <a:cubicBezTo>
                  <a:pt x="6042" y="21382"/>
                  <a:pt x="0" y="4458"/>
                  <a:pt x="0" y="376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20"/>
              </a:srgbClr>
            </a:solidFill>
            <a:miter/>
          </a:ln>
        </p:spPr>
      </p:sp>
      <p:sp>
        <p:nvSpPr>
          <p:cNvPr id="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FFCD9D-48BF-4921-8B96-A2B150EE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61" y="1185586"/>
            <a:ext cx="46477" cy="208947"/>
          </a:xfrm>
          <a:custGeom xmlns:a="http://schemas.openxmlformats.org/drawingml/2006/main">
            <a:pathLst>
              <a:path w="46477" h="208947">
                <a:moveTo>
                  <a:pt x="46477" y="205186"/>
                </a:moveTo>
                <a:cubicBezTo>
                  <a:pt x="46339" y="206161"/>
                  <a:pt x="45923" y="206997"/>
                  <a:pt x="45231" y="207694"/>
                </a:cubicBezTo>
                <a:cubicBezTo>
                  <a:pt x="44538" y="208390"/>
                  <a:pt x="43568" y="208808"/>
                  <a:pt x="42321" y="208947"/>
                </a:cubicBezTo>
                <a:cubicBezTo>
                  <a:pt x="40936" y="208947"/>
                  <a:pt x="39759" y="208251"/>
                  <a:pt x="38789" y="206858"/>
                </a:cubicBezTo>
                <a:cubicBezTo>
                  <a:pt x="38373" y="205883"/>
                  <a:pt x="31862" y="188749"/>
                  <a:pt x="19256" y="155457"/>
                </a:cubicBezTo>
                <a:cubicBezTo>
                  <a:pt x="6650" y="122165"/>
                  <a:pt x="277" y="105170"/>
                  <a:pt x="139" y="104474"/>
                </a:cubicBezTo>
                <a:cubicBezTo>
                  <a:pt x="0" y="103777"/>
                  <a:pt x="6303" y="86783"/>
                  <a:pt x="19048" y="53491"/>
                </a:cubicBezTo>
                <a:cubicBezTo>
                  <a:pt x="31793" y="20198"/>
                  <a:pt x="38373" y="3065"/>
                  <a:pt x="38789" y="2089"/>
                </a:cubicBezTo>
                <a:cubicBezTo>
                  <a:pt x="39205" y="1393"/>
                  <a:pt x="39897" y="766"/>
                  <a:pt x="40867" y="209"/>
                </a:cubicBezTo>
                <a:lnTo>
                  <a:pt x="41490" y="0"/>
                </a:lnTo>
                <a:cubicBezTo>
                  <a:pt x="41906" y="0"/>
                  <a:pt x="42183" y="0"/>
                  <a:pt x="42321" y="0"/>
                </a:cubicBezTo>
                <a:cubicBezTo>
                  <a:pt x="44815" y="0"/>
                  <a:pt x="46200" y="1254"/>
                  <a:pt x="46477" y="3761"/>
                </a:cubicBezTo>
                <a:cubicBezTo>
                  <a:pt x="46477" y="4458"/>
                  <a:pt x="40244" y="21382"/>
                  <a:pt x="27776" y="54535"/>
                </a:cubicBezTo>
                <a:cubicBezTo>
                  <a:pt x="15169" y="87549"/>
                  <a:pt x="8866" y="104195"/>
                  <a:pt x="8866" y="104474"/>
                </a:cubicBezTo>
                <a:cubicBezTo>
                  <a:pt x="8866" y="104752"/>
                  <a:pt x="15169" y="121398"/>
                  <a:pt x="27776" y="154412"/>
                </a:cubicBezTo>
                <a:cubicBezTo>
                  <a:pt x="40244" y="187565"/>
                  <a:pt x="46477" y="204490"/>
                  <a:pt x="46477" y="2051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EF2169-A48A-40D2-91FD-2433B0FB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61" y="1185586"/>
            <a:ext cx="46477" cy="208947"/>
          </a:xfrm>
          <a:custGeom xmlns:a="http://schemas.openxmlformats.org/drawingml/2006/main">
            <a:pathLst>
              <a:path w="46477" h="208947" fill="none">
                <a:moveTo>
                  <a:pt x="46477" y="205186"/>
                </a:moveTo>
                <a:cubicBezTo>
                  <a:pt x="46339" y="206161"/>
                  <a:pt x="45923" y="206997"/>
                  <a:pt x="45231" y="207694"/>
                </a:cubicBezTo>
                <a:cubicBezTo>
                  <a:pt x="44538" y="208390"/>
                  <a:pt x="43568" y="208808"/>
                  <a:pt x="42321" y="208947"/>
                </a:cubicBezTo>
                <a:cubicBezTo>
                  <a:pt x="40936" y="208947"/>
                  <a:pt x="39759" y="208251"/>
                  <a:pt x="38789" y="206858"/>
                </a:cubicBezTo>
                <a:cubicBezTo>
                  <a:pt x="38373" y="205883"/>
                  <a:pt x="31862" y="188749"/>
                  <a:pt x="19256" y="155457"/>
                </a:cubicBezTo>
                <a:cubicBezTo>
                  <a:pt x="6650" y="122165"/>
                  <a:pt x="277" y="105170"/>
                  <a:pt x="139" y="104474"/>
                </a:cubicBezTo>
                <a:cubicBezTo>
                  <a:pt x="0" y="103777"/>
                  <a:pt x="6303" y="86783"/>
                  <a:pt x="19048" y="53491"/>
                </a:cubicBezTo>
                <a:cubicBezTo>
                  <a:pt x="31793" y="20198"/>
                  <a:pt x="38373" y="3065"/>
                  <a:pt x="38789" y="2089"/>
                </a:cubicBezTo>
                <a:cubicBezTo>
                  <a:pt x="39205" y="1393"/>
                  <a:pt x="39897" y="766"/>
                  <a:pt x="40867" y="209"/>
                </a:cubicBezTo>
                <a:lnTo>
                  <a:pt x="41490" y="0"/>
                </a:lnTo>
                <a:cubicBezTo>
                  <a:pt x="41906" y="0"/>
                  <a:pt x="42183" y="0"/>
                  <a:pt x="42321" y="0"/>
                </a:cubicBezTo>
                <a:cubicBezTo>
                  <a:pt x="44815" y="0"/>
                  <a:pt x="46200" y="1254"/>
                  <a:pt x="46477" y="3761"/>
                </a:cubicBezTo>
                <a:cubicBezTo>
                  <a:pt x="46477" y="4458"/>
                  <a:pt x="40244" y="21382"/>
                  <a:pt x="27776" y="54535"/>
                </a:cubicBezTo>
                <a:cubicBezTo>
                  <a:pt x="15169" y="87549"/>
                  <a:pt x="8866" y="104195"/>
                  <a:pt x="8866" y="104474"/>
                </a:cubicBezTo>
                <a:cubicBezTo>
                  <a:pt x="8866" y="104752"/>
                  <a:pt x="15169" y="121398"/>
                  <a:pt x="27776" y="154412"/>
                </a:cubicBezTo>
                <a:cubicBezTo>
                  <a:pt x="40244" y="187565"/>
                  <a:pt x="46477" y="204490"/>
                  <a:pt x="46477" y="20518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8" cap="flat">
            <a:solidFill>
              <a:srgbClr val="000000">
                <a:alpha val="12920"/>
              </a:srgbClr>
            </a:solidFill>
            <a:miter/>
          </a:ln>
        </p:spPr>
      </p:sp>
      <p:sp>
        <p:nvSpPr>
          <p:cNvPr id="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65E46A-799A-48BC-97D2-AA7F4BE5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17" y="1200212"/>
            <a:ext cx="152316" cy="142084"/>
          </a:xfrm>
          <a:custGeom xmlns:a="http://schemas.openxmlformats.org/drawingml/2006/main">
            <a:pathLst>
              <a:path w="152316" h="142084">
                <a:moveTo>
                  <a:pt x="95795" y="97578"/>
                </a:moveTo>
                <a:cubicBezTo>
                  <a:pt x="93024" y="97578"/>
                  <a:pt x="91639" y="96673"/>
                  <a:pt x="91639" y="94862"/>
                </a:cubicBezTo>
                <a:cubicBezTo>
                  <a:pt x="91639" y="94305"/>
                  <a:pt x="91985" y="92633"/>
                  <a:pt x="92678" y="89847"/>
                </a:cubicBezTo>
                <a:cubicBezTo>
                  <a:pt x="93371" y="87061"/>
                  <a:pt x="93717" y="84624"/>
                  <a:pt x="93717" y="82534"/>
                </a:cubicBezTo>
                <a:cubicBezTo>
                  <a:pt x="93717" y="78216"/>
                  <a:pt x="92262" y="75569"/>
                  <a:pt x="89353" y="74594"/>
                </a:cubicBezTo>
                <a:cubicBezTo>
                  <a:pt x="86444" y="73619"/>
                  <a:pt x="79725" y="73132"/>
                  <a:pt x="69197" y="73132"/>
                </a:cubicBezTo>
                <a:lnTo>
                  <a:pt x="58391" y="73132"/>
                </a:lnTo>
                <a:cubicBezTo>
                  <a:pt x="58253" y="73410"/>
                  <a:pt x="55828" y="83022"/>
                  <a:pt x="51118" y="101966"/>
                </a:cubicBezTo>
                <a:cubicBezTo>
                  <a:pt x="46408" y="120911"/>
                  <a:pt x="44053" y="130662"/>
                  <a:pt x="44053" y="131219"/>
                </a:cubicBezTo>
                <a:cubicBezTo>
                  <a:pt x="44053" y="131776"/>
                  <a:pt x="44815" y="132055"/>
                  <a:pt x="46339" y="132055"/>
                </a:cubicBezTo>
                <a:cubicBezTo>
                  <a:pt x="47863" y="132055"/>
                  <a:pt x="53404" y="132194"/>
                  <a:pt x="62963" y="132473"/>
                </a:cubicBezTo>
                <a:cubicBezTo>
                  <a:pt x="75985" y="132473"/>
                  <a:pt x="84574" y="132333"/>
                  <a:pt x="88730" y="132055"/>
                </a:cubicBezTo>
                <a:cubicBezTo>
                  <a:pt x="92886" y="131776"/>
                  <a:pt x="97042" y="130871"/>
                  <a:pt x="101198" y="129338"/>
                </a:cubicBezTo>
                <a:cubicBezTo>
                  <a:pt x="107986" y="127110"/>
                  <a:pt x="113596" y="123209"/>
                  <a:pt x="118029" y="117637"/>
                </a:cubicBezTo>
                <a:cubicBezTo>
                  <a:pt x="122462" y="112065"/>
                  <a:pt x="127380" y="102941"/>
                  <a:pt x="132783" y="90265"/>
                </a:cubicBezTo>
                <a:cubicBezTo>
                  <a:pt x="134168" y="87201"/>
                  <a:pt x="135069" y="85529"/>
                  <a:pt x="135484" y="85251"/>
                </a:cubicBezTo>
                <a:cubicBezTo>
                  <a:pt x="136454" y="84972"/>
                  <a:pt x="137493" y="84833"/>
                  <a:pt x="138601" y="84833"/>
                </a:cubicBezTo>
                <a:cubicBezTo>
                  <a:pt x="141372" y="84833"/>
                  <a:pt x="142757" y="85738"/>
                  <a:pt x="142757" y="87549"/>
                </a:cubicBezTo>
                <a:cubicBezTo>
                  <a:pt x="128211" y="122931"/>
                  <a:pt x="120592" y="140970"/>
                  <a:pt x="119899" y="141666"/>
                </a:cubicBezTo>
                <a:cubicBezTo>
                  <a:pt x="119484" y="141945"/>
                  <a:pt x="99674" y="142084"/>
                  <a:pt x="60469" y="142084"/>
                </a:cubicBezTo>
                <a:lnTo>
                  <a:pt x="21195" y="142084"/>
                </a:lnTo>
                <a:cubicBezTo>
                  <a:pt x="7065" y="142084"/>
                  <a:pt x="0" y="141318"/>
                  <a:pt x="0" y="139786"/>
                </a:cubicBezTo>
                <a:cubicBezTo>
                  <a:pt x="0" y="139507"/>
                  <a:pt x="208" y="138532"/>
                  <a:pt x="623" y="136861"/>
                </a:cubicBezTo>
                <a:cubicBezTo>
                  <a:pt x="1178" y="134632"/>
                  <a:pt x="1732" y="133378"/>
                  <a:pt x="2286" y="133099"/>
                </a:cubicBezTo>
                <a:cubicBezTo>
                  <a:pt x="2840" y="132821"/>
                  <a:pt x="4433" y="132612"/>
                  <a:pt x="7065" y="132473"/>
                </a:cubicBezTo>
                <a:cubicBezTo>
                  <a:pt x="10805" y="132473"/>
                  <a:pt x="14961" y="132264"/>
                  <a:pt x="19533" y="131846"/>
                </a:cubicBezTo>
                <a:cubicBezTo>
                  <a:pt x="21472" y="131428"/>
                  <a:pt x="22788" y="130592"/>
                  <a:pt x="23481" y="129338"/>
                </a:cubicBezTo>
                <a:cubicBezTo>
                  <a:pt x="23758" y="128642"/>
                  <a:pt x="28676" y="109071"/>
                  <a:pt x="38235" y="70624"/>
                </a:cubicBezTo>
                <a:cubicBezTo>
                  <a:pt x="47794" y="32178"/>
                  <a:pt x="52642" y="12676"/>
                  <a:pt x="52781" y="12119"/>
                </a:cubicBezTo>
                <a:cubicBezTo>
                  <a:pt x="52781" y="11144"/>
                  <a:pt x="52504" y="10656"/>
                  <a:pt x="51949" y="10656"/>
                </a:cubicBezTo>
                <a:cubicBezTo>
                  <a:pt x="50841" y="10238"/>
                  <a:pt x="47170" y="9890"/>
                  <a:pt x="40936" y="9612"/>
                </a:cubicBezTo>
                <a:lnTo>
                  <a:pt x="34494" y="9612"/>
                </a:lnTo>
                <a:cubicBezTo>
                  <a:pt x="33663" y="8776"/>
                  <a:pt x="33248" y="8219"/>
                  <a:pt x="33248" y="7940"/>
                </a:cubicBezTo>
                <a:cubicBezTo>
                  <a:pt x="33248" y="7661"/>
                  <a:pt x="33386" y="6477"/>
                  <a:pt x="33663" y="4388"/>
                </a:cubicBezTo>
                <a:cubicBezTo>
                  <a:pt x="34217" y="2020"/>
                  <a:pt x="34910" y="557"/>
                  <a:pt x="35741" y="0"/>
                </a:cubicBezTo>
                <a:lnTo>
                  <a:pt x="150861" y="0"/>
                </a:lnTo>
                <a:cubicBezTo>
                  <a:pt x="151831" y="557"/>
                  <a:pt x="152316" y="1323"/>
                  <a:pt x="152316" y="2298"/>
                </a:cubicBezTo>
                <a:cubicBezTo>
                  <a:pt x="152316" y="2995"/>
                  <a:pt x="151415" y="10796"/>
                  <a:pt x="149614" y="25701"/>
                </a:cubicBezTo>
                <a:cubicBezTo>
                  <a:pt x="147814" y="40605"/>
                  <a:pt x="146844" y="48267"/>
                  <a:pt x="146705" y="48685"/>
                </a:cubicBezTo>
                <a:cubicBezTo>
                  <a:pt x="146428" y="49660"/>
                  <a:pt x="145043" y="50147"/>
                  <a:pt x="142549" y="50147"/>
                </a:cubicBezTo>
                <a:lnTo>
                  <a:pt x="140056" y="50147"/>
                </a:lnTo>
                <a:cubicBezTo>
                  <a:pt x="139086" y="49451"/>
                  <a:pt x="138601" y="48545"/>
                  <a:pt x="138601" y="47431"/>
                </a:cubicBezTo>
                <a:lnTo>
                  <a:pt x="139225" y="42625"/>
                </a:lnTo>
                <a:cubicBezTo>
                  <a:pt x="139640" y="39282"/>
                  <a:pt x="139848" y="35660"/>
                  <a:pt x="139848" y="31760"/>
                </a:cubicBezTo>
                <a:cubicBezTo>
                  <a:pt x="139848" y="27581"/>
                  <a:pt x="139363" y="24099"/>
                  <a:pt x="138393" y="21313"/>
                </a:cubicBezTo>
                <a:cubicBezTo>
                  <a:pt x="137424" y="18527"/>
                  <a:pt x="136108" y="16368"/>
                  <a:pt x="134445" y="14835"/>
                </a:cubicBezTo>
                <a:cubicBezTo>
                  <a:pt x="132783" y="13303"/>
                  <a:pt x="130359" y="12189"/>
                  <a:pt x="127172" y="11492"/>
                </a:cubicBezTo>
                <a:cubicBezTo>
                  <a:pt x="123986" y="10796"/>
                  <a:pt x="120731" y="10308"/>
                  <a:pt x="117406" y="10029"/>
                </a:cubicBezTo>
                <a:cubicBezTo>
                  <a:pt x="114081" y="9751"/>
                  <a:pt x="109648" y="9612"/>
                  <a:pt x="104107" y="9612"/>
                </a:cubicBezTo>
                <a:lnTo>
                  <a:pt x="94340" y="9612"/>
                </a:lnTo>
                <a:cubicBezTo>
                  <a:pt x="82149" y="9751"/>
                  <a:pt x="75708" y="9960"/>
                  <a:pt x="75015" y="10238"/>
                </a:cubicBezTo>
                <a:cubicBezTo>
                  <a:pt x="74461" y="10517"/>
                  <a:pt x="74045" y="11144"/>
                  <a:pt x="73768" y="12119"/>
                </a:cubicBezTo>
                <a:cubicBezTo>
                  <a:pt x="73630" y="12537"/>
                  <a:pt x="71482" y="21104"/>
                  <a:pt x="67327" y="37819"/>
                </a:cubicBezTo>
                <a:cubicBezTo>
                  <a:pt x="63171" y="54535"/>
                  <a:pt x="61023" y="63032"/>
                  <a:pt x="60885" y="63311"/>
                </a:cubicBezTo>
                <a:cubicBezTo>
                  <a:pt x="64071" y="63450"/>
                  <a:pt x="67396" y="63520"/>
                  <a:pt x="70859" y="63520"/>
                </a:cubicBezTo>
                <a:lnTo>
                  <a:pt x="76262" y="63520"/>
                </a:lnTo>
                <a:cubicBezTo>
                  <a:pt x="85405" y="63520"/>
                  <a:pt x="91708" y="62475"/>
                  <a:pt x="95171" y="60386"/>
                </a:cubicBezTo>
                <a:cubicBezTo>
                  <a:pt x="98635" y="58296"/>
                  <a:pt x="101752" y="52655"/>
                  <a:pt x="104522" y="43461"/>
                </a:cubicBezTo>
                <a:cubicBezTo>
                  <a:pt x="105076" y="41232"/>
                  <a:pt x="105492" y="39979"/>
                  <a:pt x="105769" y="39700"/>
                </a:cubicBezTo>
                <a:cubicBezTo>
                  <a:pt x="106046" y="39421"/>
                  <a:pt x="107224" y="39212"/>
                  <a:pt x="109302" y="39073"/>
                </a:cubicBezTo>
                <a:cubicBezTo>
                  <a:pt x="109994" y="39073"/>
                  <a:pt x="110548" y="39073"/>
                  <a:pt x="110964" y="39073"/>
                </a:cubicBezTo>
                <a:cubicBezTo>
                  <a:pt x="111380" y="39073"/>
                  <a:pt x="111726" y="39143"/>
                  <a:pt x="112003" y="39282"/>
                </a:cubicBezTo>
                <a:cubicBezTo>
                  <a:pt x="112280" y="39421"/>
                  <a:pt x="112419" y="39491"/>
                  <a:pt x="112419" y="39491"/>
                </a:cubicBezTo>
                <a:cubicBezTo>
                  <a:pt x="112419" y="39491"/>
                  <a:pt x="112557" y="39770"/>
                  <a:pt x="112834" y="40327"/>
                </a:cubicBezTo>
                <a:cubicBezTo>
                  <a:pt x="113111" y="40884"/>
                  <a:pt x="113319" y="41163"/>
                  <a:pt x="113458" y="41163"/>
                </a:cubicBezTo>
                <a:lnTo>
                  <a:pt x="106600" y="68744"/>
                </a:lnTo>
                <a:cubicBezTo>
                  <a:pt x="102029" y="87270"/>
                  <a:pt x="99535" y="96673"/>
                  <a:pt x="99120" y="96952"/>
                </a:cubicBezTo>
                <a:cubicBezTo>
                  <a:pt x="98704" y="97369"/>
                  <a:pt x="97596" y="97578"/>
                  <a:pt x="95795" y="975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1CFC48-5572-4993-B4E9-896C97F6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17" y="1200212"/>
            <a:ext cx="152316" cy="142084"/>
          </a:xfrm>
          <a:custGeom xmlns:a="http://schemas.openxmlformats.org/drawingml/2006/main">
            <a:pathLst>
              <a:path w="152316" h="142084" fill="none">
                <a:moveTo>
                  <a:pt x="95795" y="97578"/>
                </a:moveTo>
                <a:cubicBezTo>
                  <a:pt x="93024" y="97578"/>
                  <a:pt x="91639" y="96673"/>
                  <a:pt x="91639" y="94862"/>
                </a:cubicBezTo>
                <a:cubicBezTo>
                  <a:pt x="91639" y="94305"/>
                  <a:pt x="91985" y="92633"/>
                  <a:pt x="92678" y="89847"/>
                </a:cubicBezTo>
                <a:cubicBezTo>
                  <a:pt x="93371" y="87061"/>
                  <a:pt x="93717" y="84624"/>
                  <a:pt x="93717" y="82534"/>
                </a:cubicBezTo>
                <a:cubicBezTo>
                  <a:pt x="93717" y="78216"/>
                  <a:pt x="92262" y="75569"/>
                  <a:pt x="89353" y="74594"/>
                </a:cubicBezTo>
                <a:cubicBezTo>
                  <a:pt x="86444" y="73619"/>
                  <a:pt x="79725" y="73132"/>
                  <a:pt x="69197" y="73132"/>
                </a:cubicBezTo>
                <a:lnTo>
                  <a:pt x="58391" y="73132"/>
                </a:lnTo>
                <a:cubicBezTo>
                  <a:pt x="58253" y="73410"/>
                  <a:pt x="55828" y="83022"/>
                  <a:pt x="51118" y="101966"/>
                </a:cubicBezTo>
                <a:cubicBezTo>
                  <a:pt x="46408" y="120911"/>
                  <a:pt x="44053" y="130662"/>
                  <a:pt x="44053" y="131219"/>
                </a:cubicBezTo>
                <a:cubicBezTo>
                  <a:pt x="44053" y="131776"/>
                  <a:pt x="44815" y="132055"/>
                  <a:pt x="46339" y="132055"/>
                </a:cubicBezTo>
                <a:cubicBezTo>
                  <a:pt x="47863" y="132055"/>
                  <a:pt x="53404" y="132194"/>
                  <a:pt x="62963" y="132473"/>
                </a:cubicBezTo>
                <a:cubicBezTo>
                  <a:pt x="75985" y="132473"/>
                  <a:pt x="84574" y="132333"/>
                  <a:pt x="88730" y="132055"/>
                </a:cubicBezTo>
                <a:cubicBezTo>
                  <a:pt x="92886" y="131776"/>
                  <a:pt x="97042" y="130871"/>
                  <a:pt x="101198" y="129338"/>
                </a:cubicBezTo>
                <a:cubicBezTo>
                  <a:pt x="107986" y="127110"/>
                  <a:pt x="113596" y="123209"/>
                  <a:pt x="118029" y="117637"/>
                </a:cubicBezTo>
                <a:cubicBezTo>
                  <a:pt x="122462" y="112065"/>
                  <a:pt x="127380" y="102941"/>
                  <a:pt x="132783" y="90265"/>
                </a:cubicBezTo>
                <a:cubicBezTo>
                  <a:pt x="134168" y="87201"/>
                  <a:pt x="135069" y="85529"/>
                  <a:pt x="135484" y="85251"/>
                </a:cubicBezTo>
                <a:cubicBezTo>
                  <a:pt x="136454" y="84972"/>
                  <a:pt x="137493" y="84833"/>
                  <a:pt x="138601" y="84833"/>
                </a:cubicBezTo>
                <a:cubicBezTo>
                  <a:pt x="141372" y="84833"/>
                  <a:pt x="142757" y="85738"/>
                  <a:pt x="142757" y="87549"/>
                </a:cubicBezTo>
                <a:cubicBezTo>
                  <a:pt x="128211" y="122931"/>
                  <a:pt x="120592" y="140970"/>
                  <a:pt x="119899" y="141666"/>
                </a:cubicBezTo>
                <a:cubicBezTo>
                  <a:pt x="119484" y="141945"/>
                  <a:pt x="99674" y="142084"/>
                  <a:pt x="60469" y="142084"/>
                </a:cubicBezTo>
                <a:lnTo>
                  <a:pt x="21195" y="142084"/>
                </a:lnTo>
                <a:cubicBezTo>
                  <a:pt x="7065" y="142084"/>
                  <a:pt x="0" y="141318"/>
                  <a:pt x="0" y="139786"/>
                </a:cubicBezTo>
                <a:cubicBezTo>
                  <a:pt x="0" y="139507"/>
                  <a:pt x="208" y="138532"/>
                  <a:pt x="623" y="136861"/>
                </a:cubicBezTo>
                <a:cubicBezTo>
                  <a:pt x="1178" y="134632"/>
                  <a:pt x="1732" y="133378"/>
                  <a:pt x="2286" y="133099"/>
                </a:cubicBezTo>
                <a:cubicBezTo>
                  <a:pt x="2840" y="132821"/>
                  <a:pt x="4433" y="132612"/>
                  <a:pt x="7065" y="132473"/>
                </a:cubicBezTo>
                <a:cubicBezTo>
                  <a:pt x="10805" y="132473"/>
                  <a:pt x="14961" y="132264"/>
                  <a:pt x="19533" y="131846"/>
                </a:cubicBezTo>
                <a:cubicBezTo>
                  <a:pt x="21472" y="131428"/>
                  <a:pt x="22788" y="130592"/>
                  <a:pt x="23481" y="129338"/>
                </a:cubicBezTo>
                <a:cubicBezTo>
                  <a:pt x="23758" y="128642"/>
                  <a:pt x="28676" y="109071"/>
                  <a:pt x="38235" y="70624"/>
                </a:cubicBezTo>
                <a:cubicBezTo>
                  <a:pt x="47794" y="32178"/>
                  <a:pt x="52642" y="12676"/>
                  <a:pt x="52781" y="12119"/>
                </a:cubicBezTo>
                <a:cubicBezTo>
                  <a:pt x="52781" y="11144"/>
                  <a:pt x="52504" y="10656"/>
                  <a:pt x="51949" y="10656"/>
                </a:cubicBezTo>
                <a:cubicBezTo>
                  <a:pt x="50841" y="10238"/>
                  <a:pt x="47170" y="9890"/>
                  <a:pt x="40936" y="9612"/>
                </a:cubicBezTo>
                <a:lnTo>
                  <a:pt x="34494" y="9612"/>
                </a:lnTo>
                <a:cubicBezTo>
                  <a:pt x="33663" y="8776"/>
                  <a:pt x="33248" y="8219"/>
                  <a:pt x="33248" y="7940"/>
                </a:cubicBezTo>
                <a:cubicBezTo>
                  <a:pt x="33248" y="7661"/>
                  <a:pt x="33386" y="6477"/>
                  <a:pt x="33663" y="4388"/>
                </a:cubicBezTo>
                <a:cubicBezTo>
                  <a:pt x="34217" y="2020"/>
                  <a:pt x="34910" y="557"/>
                  <a:pt x="35741" y="0"/>
                </a:cubicBezTo>
                <a:lnTo>
                  <a:pt x="150861" y="0"/>
                </a:lnTo>
                <a:cubicBezTo>
                  <a:pt x="151831" y="557"/>
                  <a:pt x="152316" y="1323"/>
                  <a:pt x="152316" y="2298"/>
                </a:cubicBezTo>
                <a:cubicBezTo>
                  <a:pt x="152316" y="2995"/>
                  <a:pt x="151415" y="10796"/>
                  <a:pt x="149614" y="25701"/>
                </a:cubicBezTo>
                <a:cubicBezTo>
                  <a:pt x="147814" y="40605"/>
                  <a:pt x="146844" y="48267"/>
                  <a:pt x="146705" y="48685"/>
                </a:cubicBezTo>
                <a:cubicBezTo>
                  <a:pt x="146428" y="49660"/>
                  <a:pt x="145043" y="50147"/>
                  <a:pt x="142549" y="50147"/>
                </a:cubicBezTo>
                <a:lnTo>
                  <a:pt x="140056" y="50147"/>
                </a:lnTo>
                <a:cubicBezTo>
                  <a:pt x="139086" y="49451"/>
                  <a:pt x="138601" y="48545"/>
                  <a:pt x="138601" y="47431"/>
                </a:cubicBezTo>
                <a:lnTo>
                  <a:pt x="139225" y="42625"/>
                </a:lnTo>
                <a:cubicBezTo>
                  <a:pt x="139640" y="39282"/>
                  <a:pt x="139848" y="35660"/>
                  <a:pt x="139848" y="31760"/>
                </a:cubicBezTo>
                <a:cubicBezTo>
                  <a:pt x="139848" y="27581"/>
                  <a:pt x="139363" y="24099"/>
                  <a:pt x="138393" y="21313"/>
                </a:cubicBezTo>
                <a:cubicBezTo>
                  <a:pt x="137424" y="18527"/>
                  <a:pt x="136108" y="16368"/>
                  <a:pt x="134445" y="14835"/>
                </a:cubicBezTo>
                <a:cubicBezTo>
                  <a:pt x="132783" y="13303"/>
                  <a:pt x="130359" y="12189"/>
                  <a:pt x="127172" y="11492"/>
                </a:cubicBezTo>
                <a:cubicBezTo>
                  <a:pt x="123986" y="10796"/>
                  <a:pt x="120731" y="10308"/>
                  <a:pt x="117406" y="10029"/>
                </a:cubicBezTo>
                <a:cubicBezTo>
                  <a:pt x="114081" y="9751"/>
                  <a:pt x="109648" y="9612"/>
                  <a:pt x="104107" y="9612"/>
                </a:cubicBezTo>
                <a:lnTo>
                  <a:pt x="94340" y="9612"/>
                </a:lnTo>
                <a:cubicBezTo>
                  <a:pt x="82149" y="9751"/>
                  <a:pt x="75708" y="9960"/>
                  <a:pt x="75015" y="10238"/>
                </a:cubicBezTo>
                <a:cubicBezTo>
                  <a:pt x="74461" y="10517"/>
                  <a:pt x="74045" y="11144"/>
                  <a:pt x="73768" y="12119"/>
                </a:cubicBezTo>
                <a:cubicBezTo>
                  <a:pt x="73630" y="12537"/>
                  <a:pt x="71482" y="21104"/>
                  <a:pt x="67327" y="37819"/>
                </a:cubicBezTo>
                <a:cubicBezTo>
                  <a:pt x="63171" y="54535"/>
                  <a:pt x="61023" y="63032"/>
                  <a:pt x="60885" y="63311"/>
                </a:cubicBezTo>
                <a:cubicBezTo>
                  <a:pt x="64071" y="63450"/>
                  <a:pt x="67396" y="63520"/>
                  <a:pt x="70859" y="63520"/>
                </a:cubicBezTo>
                <a:lnTo>
                  <a:pt x="76262" y="63520"/>
                </a:lnTo>
                <a:cubicBezTo>
                  <a:pt x="85405" y="63520"/>
                  <a:pt x="91708" y="62475"/>
                  <a:pt x="95171" y="60386"/>
                </a:cubicBezTo>
                <a:cubicBezTo>
                  <a:pt x="98635" y="58296"/>
                  <a:pt x="101752" y="52655"/>
                  <a:pt x="104522" y="43461"/>
                </a:cubicBezTo>
                <a:cubicBezTo>
                  <a:pt x="105076" y="41232"/>
                  <a:pt x="105492" y="39979"/>
                  <a:pt x="105769" y="39700"/>
                </a:cubicBezTo>
                <a:cubicBezTo>
                  <a:pt x="106046" y="39421"/>
                  <a:pt x="107224" y="39212"/>
                  <a:pt x="109302" y="39073"/>
                </a:cubicBezTo>
                <a:cubicBezTo>
                  <a:pt x="109994" y="39073"/>
                  <a:pt x="110548" y="39073"/>
                  <a:pt x="110964" y="39073"/>
                </a:cubicBezTo>
                <a:cubicBezTo>
                  <a:pt x="111380" y="39073"/>
                  <a:pt x="111726" y="39143"/>
                  <a:pt x="112003" y="39282"/>
                </a:cubicBezTo>
                <a:cubicBezTo>
                  <a:pt x="112280" y="39421"/>
                  <a:pt x="112419" y="39491"/>
                  <a:pt x="112419" y="39491"/>
                </a:cubicBezTo>
                <a:cubicBezTo>
                  <a:pt x="112419" y="39491"/>
                  <a:pt x="112557" y="39770"/>
                  <a:pt x="112834" y="40327"/>
                </a:cubicBezTo>
                <a:cubicBezTo>
                  <a:pt x="113111" y="40884"/>
                  <a:pt x="113319" y="41163"/>
                  <a:pt x="113458" y="41163"/>
                </a:cubicBezTo>
                <a:lnTo>
                  <a:pt x="106600" y="68744"/>
                </a:lnTo>
                <a:cubicBezTo>
                  <a:pt x="102029" y="87270"/>
                  <a:pt x="99535" y="96673"/>
                  <a:pt x="99120" y="96952"/>
                </a:cubicBezTo>
                <a:cubicBezTo>
                  <a:pt x="98704" y="97369"/>
                  <a:pt x="97596" y="97578"/>
                  <a:pt x="95795" y="9757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8" cap="flat">
            <a:solidFill>
              <a:srgbClr val="000000">
                <a:alpha val="12920"/>
              </a:srgbClr>
            </a:solidFill>
            <a:miter/>
          </a:ln>
        </p:spPr>
      </p:sp>
      <p:sp>
        <p:nvSpPr>
          <p:cNvPr id="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25301E-D38E-43B0-8D91-DD94CB42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17" y="1275253"/>
            <a:ext cx="61850" cy="101635"/>
          </a:xfrm>
          <a:custGeom xmlns:a="http://schemas.openxmlformats.org/drawingml/2006/main">
            <a:pathLst>
              <a:path w="61850" h="101635">
                <a:moveTo>
                  <a:pt x="8374" y="11966"/>
                </a:moveTo>
                <a:cubicBezTo>
                  <a:pt x="13859" y="3989"/>
                  <a:pt x="21351" y="0"/>
                  <a:pt x="30852" y="0"/>
                </a:cubicBezTo>
                <a:cubicBezTo>
                  <a:pt x="35553" y="0"/>
                  <a:pt x="40254" y="1280"/>
                  <a:pt x="44955" y="3841"/>
                </a:cubicBezTo>
                <a:cubicBezTo>
                  <a:pt x="49657" y="6401"/>
                  <a:pt x="53476" y="10932"/>
                  <a:pt x="56415" y="17432"/>
                </a:cubicBezTo>
                <a:cubicBezTo>
                  <a:pt x="60038" y="25606"/>
                  <a:pt x="61850" y="36833"/>
                  <a:pt x="61850" y="51113"/>
                </a:cubicBezTo>
                <a:cubicBezTo>
                  <a:pt x="61850" y="66378"/>
                  <a:pt x="59745" y="78048"/>
                  <a:pt x="55533" y="86124"/>
                </a:cubicBezTo>
                <a:cubicBezTo>
                  <a:pt x="53574" y="90260"/>
                  <a:pt x="50881" y="93560"/>
                  <a:pt x="47453" y="96022"/>
                </a:cubicBezTo>
                <a:cubicBezTo>
                  <a:pt x="44025" y="98484"/>
                  <a:pt x="41038" y="100010"/>
                  <a:pt x="38491" y="100601"/>
                </a:cubicBezTo>
                <a:cubicBezTo>
                  <a:pt x="35945" y="101192"/>
                  <a:pt x="33447" y="101537"/>
                  <a:pt x="30999" y="101635"/>
                </a:cubicBezTo>
                <a:cubicBezTo>
                  <a:pt x="28452" y="101635"/>
                  <a:pt x="25906" y="101340"/>
                  <a:pt x="23359" y="100749"/>
                </a:cubicBezTo>
                <a:cubicBezTo>
                  <a:pt x="20813" y="100158"/>
                  <a:pt x="17825" y="98582"/>
                  <a:pt x="14397" y="96022"/>
                </a:cubicBezTo>
                <a:cubicBezTo>
                  <a:pt x="10970" y="93461"/>
                  <a:pt x="8276" y="90162"/>
                  <a:pt x="6317" y="86124"/>
                </a:cubicBezTo>
                <a:cubicBezTo>
                  <a:pt x="2106" y="78048"/>
                  <a:pt x="0" y="66378"/>
                  <a:pt x="0" y="51113"/>
                </a:cubicBezTo>
                <a:cubicBezTo>
                  <a:pt x="0" y="33977"/>
                  <a:pt x="2791" y="20928"/>
                  <a:pt x="8374" y="11966"/>
                </a:cubicBezTo>
                <a:close/>
                <a:moveTo>
                  <a:pt x="41429" y="10193"/>
                </a:moveTo>
                <a:cubicBezTo>
                  <a:pt x="38491" y="7042"/>
                  <a:pt x="35014" y="5466"/>
                  <a:pt x="30999" y="5466"/>
                </a:cubicBezTo>
                <a:cubicBezTo>
                  <a:pt x="26885" y="5466"/>
                  <a:pt x="23359" y="7042"/>
                  <a:pt x="20421" y="10193"/>
                </a:cubicBezTo>
                <a:cubicBezTo>
                  <a:pt x="17972" y="12754"/>
                  <a:pt x="16356" y="16299"/>
                  <a:pt x="15573" y="20829"/>
                </a:cubicBezTo>
                <a:cubicBezTo>
                  <a:pt x="14789" y="25360"/>
                  <a:pt x="14397" y="34814"/>
                  <a:pt x="14397" y="49193"/>
                </a:cubicBezTo>
                <a:cubicBezTo>
                  <a:pt x="14397" y="64753"/>
                  <a:pt x="14789" y="74995"/>
                  <a:pt x="15573" y="79920"/>
                </a:cubicBezTo>
                <a:cubicBezTo>
                  <a:pt x="16356" y="84844"/>
                  <a:pt x="18119" y="88734"/>
                  <a:pt x="20862" y="91590"/>
                </a:cubicBezTo>
                <a:cubicBezTo>
                  <a:pt x="23604" y="94544"/>
                  <a:pt x="26983" y="96022"/>
                  <a:pt x="30999" y="96022"/>
                </a:cubicBezTo>
                <a:cubicBezTo>
                  <a:pt x="34916" y="96022"/>
                  <a:pt x="38246" y="94544"/>
                  <a:pt x="40989" y="91590"/>
                </a:cubicBezTo>
                <a:cubicBezTo>
                  <a:pt x="43829" y="88635"/>
                  <a:pt x="45592" y="84499"/>
                  <a:pt x="46278" y="79181"/>
                </a:cubicBezTo>
                <a:cubicBezTo>
                  <a:pt x="46963" y="73863"/>
                  <a:pt x="47355" y="63867"/>
                  <a:pt x="47453" y="49193"/>
                </a:cubicBezTo>
                <a:cubicBezTo>
                  <a:pt x="47453" y="34913"/>
                  <a:pt x="47061" y="25507"/>
                  <a:pt x="46278" y="20977"/>
                </a:cubicBezTo>
                <a:cubicBezTo>
                  <a:pt x="45494" y="16447"/>
                  <a:pt x="43878" y="12852"/>
                  <a:pt x="41429" y="101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51DE3B-9699-482C-86B1-9641B663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17" y="1275253"/>
            <a:ext cx="61850" cy="101635"/>
          </a:xfrm>
          <a:custGeom xmlns:a="http://schemas.openxmlformats.org/drawingml/2006/main">
            <a:pathLst>
              <a:path w="61850" h="101635" fill="none">
                <a:moveTo>
                  <a:pt x="8374" y="11966"/>
                </a:moveTo>
                <a:cubicBezTo>
                  <a:pt x="13859" y="3989"/>
                  <a:pt x="21351" y="0"/>
                  <a:pt x="30852" y="0"/>
                </a:cubicBezTo>
                <a:cubicBezTo>
                  <a:pt x="35553" y="0"/>
                  <a:pt x="40254" y="1280"/>
                  <a:pt x="44955" y="3841"/>
                </a:cubicBezTo>
                <a:cubicBezTo>
                  <a:pt x="49657" y="6401"/>
                  <a:pt x="53476" y="10932"/>
                  <a:pt x="56415" y="17432"/>
                </a:cubicBezTo>
                <a:cubicBezTo>
                  <a:pt x="60038" y="25606"/>
                  <a:pt x="61850" y="36833"/>
                  <a:pt x="61850" y="51113"/>
                </a:cubicBezTo>
                <a:cubicBezTo>
                  <a:pt x="61850" y="66378"/>
                  <a:pt x="59745" y="78048"/>
                  <a:pt x="55533" y="86124"/>
                </a:cubicBezTo>
                <a:cubicBezTo>
                  <a:pt x="53574" y="90260"/>
                  <a:pt x="50881" y="93560"/>
                  <a:pt x="47453" y="96022"/>
                </a:cubicBezTo>
                <a:cubicBezTo>
                  <a:pt x="44025" y="98484"/>
                  <a:pt x="41038" y="100010"/>
                  <a:pt x="38491" y="100601"/>
                </a:cubicBezTo>
                <a:cubicBezTo>
                  <a:pt x="35945" y="101192"/>
                  <a:pt x="33447" y="101537"/>
                  <a:pt x="30999" y="101635"/>
                </a:cubicBezTo>
                <a:cubicBezTo>
                  <a:pt x="28452" y="101635"/>
                  <a:pt x="25906" y="101340"/>
                  <a:pt x="23359" y="100749"/>
                </a:cubicBezTo>
                <a:cubicBezTo>
                  <a:pt x="20813" y="100158"/>
                  <a:pt x="17825" y="98582"/>
                  <a:pt x="14397" y="96022"/>
                </a:cubicBezTo>
                <a:cubicBezTo>
                  <a:pt x="10970" y="93461"/>
                  <a:pt x="8276" y="90162"/>
                  <a:pt x="6317" y="86124"/>
                </a:cubicBezTo>
                <a:cubicBezTo>
                  <a:pt x="2106" y="78048"/>
                  <a:pt x="0" y="66378"/>
                  <a:pt x="0" y="51113"/>
                </a:cubicBezTo>
                <a:cubicBezTo>
                  <a:pt x="0" y="33977"/>
                  <a:pt x="2791" y="20928"/>
                  <a:pt x="8374" y="11966"/>
                </a:cubicBezTo>
                <a:close/>
                <a:moveTo>
                  <a:pt x="41429" y="10193"/>
                </a:moveTo>
                <a:cubicBezTo>
                  <a:pt x="38491" y="7042"/>
                  <a:pt x="35014" y="5466"/>
                  <a:pt x="30999" y="5466"/>
                </a:cubicBezTo>
                <a:cubicBezTo>
                  <a:pt x="26885" y="5466"/>
                  <a:pt x="23359" y="7042"/>
                  <a:pt x="20421" y="10193"/>
                </a:cubicBezTo>
                <a:cubicBezTo>
                  <a:pt x="17972" y="12754"/>
                  <a:pt x="16356" y="16299"/>
                  <a:pt x="15573" y="20829"/>
                </a:cubicBezTo>
                <a:cubicBezTo>
                  <a:pt x="14789" y="25360"/>
                  <a:pt x="14397" y="34814"/>
                  <a:pt x="14397" y="49193"/>
                </a:cubicBezTo>
                <a:cubicBezTo>
                  <a:pt x="14397" y="64753"/>
                  <a:pt x="14789" y="74995"/>
                  <a:pt x="15573" y="79920"/>
                </a:cubicBezTo>
                <a:cubicBezTo>
                  <a:pt x="16356" y="84844"/>
                  <a:pt x="18119" y="88734"/>
                  <a:pt x="20862" y="91590"/>
                </a:cubicBezTo>
                <a:cubicBezTo>
                  <a:pt x="23604" y="94544"/>
                  <a:pt x="26983" y="96022"/>
                  <a:pt x="30999" y="96022"/>
                </a:cubicBezTo>
                <a:cubicBezTo>
                  <a:pt x="34916" y="96022"/>
                  <a:pt x="38246" y="94544"/>
                  <a:pt x="40989" y="91590"/>
                </a:cubicBezTo>
                <a:cubicBezTo>
                  <a:pt x="43829" y="88635"/>
                  <a:pt x="45592" y="84499"/>
                  <a:pt x="46278" y="79181"/>
                </a:cubicBezTo>
                <a:cubicBezTo>
                  <a:pt x="46963" y="73863"/>
                  <a:pt x="47355" y="63867"/>
                  <a:pt x="47453" y="49193"/>
                </a:cubicBezTo>
                <a:cubicBezTo>
                  <a:pt x="47453" y="34913"/>
                  <a:pt x="47061" y="25507"/>
                  <a:pt x="46278" y="20977"/>
                </a:cubicBezTo>
                <a:cubicBezTo>
                  <a:pt x="45494" y="16447"/>
                  <a:pt x="43878" y="12852"/>
                  <a:pt x="41429" y="101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7" cap="flat">
            <a:solidFill>
              <a:srgbClr val="000000">
                <a:alpha val="9140"/>
              </a:srgbClr>
            </a:solidFill>
            <a:miter/>
          </a:ln>
        </p:spPr>
      </p:sp>
      <p:sp>
        <p:nvSpPr>
          <p:cNvPr id="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4F5DEB-9C63-49EF-A476-05DA6F1F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3" y="1355764"/>
            <a:ext cx="19393" cy="46632"/>
          </a:xfrm>
          <a:custGeom xmlns:a="http://schemas.openxmlformats.org/drawingml/2006/main">
            <a:pathLst>
              <a:path w="19393" h="46632">
                <a:moveTo>
                  <a:pt x="0" y="12704"/>
                </a:moveTo>
                <a:cubicBezTo>
                  <a:pt x="0" y="12704"/>
                  <a:pt x="0" y="11473"/>
                  <a:pt x="0" y="9011"/>
                </a:cubicBezTo>
                <a:cubicBezTo>
                  <a:pt x="0" y="6549"/>
                  <a:pt x="784" y="4432"/>
                  <a:pt x="2351" y="2659"/>
                </a:cubicBezTo>
                <a:cubicBezTo>
                  <a:pt x="3918" y="886"/>
                  <a:pt x="6023" y="0"/>
                  <a:pt x="8668" y="0"/>
                </a:cubicBezTo>
                <a:cubicBezTo>
                  <a:pt x="11410" y="0"/>
                  <a:pt x="13859" y="1231"/>
                  <a:pt x="16014" y="3693"/>
                </a:cubicBezTo>
                <a:cubicBezTo>
                  <a:pt x="18168" y="6155"/>
                  <a:pt x="19295" y="10489"/>
                  <a:pt x="19393" y="16693"/>
                </a:cubicBezTo>
                <a:cubicBezTo>
                  <a:pt x="19393" y="20140"/>
                  <a:pt x="18952" y="23488"/>
                  <a:pt x="18070" y="26738"/>
                </a:cubicBezTo>
                <a:cubicBezTo>
                  <a:pt x="17189" y="29988"/>
                  <a:pt x="16160" y="32795"/>
                  <a:pt x="14985" y="35159"/>
                </a:cubicBezTo>
                <a:cubicBezTo>
                  <a:pt x="13810" y="37522"/>
                  <a:pt x="12537" y="39541"/>
                  <a:pt x="11165" y="41215"/>
                </a:cubicBezTo>
                <a:cubicBezTo>
                  <a:pt x="9794" y="42890"/>
                  <a:pt x="8619" y="44219"/>
                  <a:pt x="7639" y="45204"/>
                </a:cubicBezTo>
                <a:cubicBezTo>
                  <a:pt x="6660" y="46189"/>
                  <a:pt x="6023" y="46632"/>
                  <a:pt x="5730" y="46534"/>
                </a:cubicBezTo>
                <a:cubicBezTo>
                  <a:pt x="5338" y="46534"/>
                  <a:pt x="4701" y="46090"/>
                  <a:pt x="3820" y="45204"/>
                </a:cubicBezTo>
                <a:cubicBezTo>
                  <a:pt x="2938" y="44318"/>
                  <a:pt x="2498" y="43678"/>
                  <a:pt x="2498" y="43284"/>
                </a:cubicBezTo>
                <a:cubicBezTo>
                  <a:pt x="2498" y="42890"/>
                  <a:pt x="3036" y="42102"/>
                  <a:pt x="4114" y="40920"/>
                </a:cubicBezTo>
                <a:cubicBezTo>
                  <a:pt x="5191" y="39738"/>
                  <a:pt x="6415" y="38261"/>
                  <a:pt x="7786" y="36488"/>
                </a:cubicBezTo>
                <a:cubicBezTo>
                  <a:pt x="9158" y="34716"/>
                  <a:pt x="10431" y="32253"/>
                  <a:pt x="11606" y="29102"/>
                </a:cubicBezTo>
                <a:cubicBezTo>
                  <a:pt x="12781" y="25950"/>
                  <a:pt x="13565" y="22356"/>
                  <a:pt x="13957" y="18318"/>
                </a:cubicBezTo>
                <a:lnTo>
                  <a:pt x="13957" y="16545"/>
                </a:lnTo>
                <a:lnTo>
                  <a:pt x="13810" y="16693"/>
                </a:lnTo>
                <a:cubicBezTo>
                  <a:pt x="13614" y="16791"/>
                  <a:pt x="13369" y="16890"/>
                  <a:pt x="13075" y="16988"/>
                </a:cubicBezTo>
                <a:cubicBezTo>
                  <a:pt x="12781" y="17087"/>
                  <a:pt x="12488" y="17235"/>
                  <a:pt x="12194" y="17432"/>
                </a:cubicBezTo>
                <a:cubicBezTo>
                  <a:pt x="11900" y="17629"/>
                  <a:pt x="11459" y="17727"/>
                  <a:pt x="10872" y="17727"/>
                </a:cubicBezTo>
                <a:cubicBezTo>
                  <a:pt x="10284" y="17727"/>
                  <a:pt x="9696" y="17776"/>
                  <a:pt x="9109" y="17875"/>
                </a:cubicBezTo>
                <a:cubicBezTo>
                  <a:pt x="6464" y="17875"/>
                  <a:pt x="4309" y="17038"/>
                  <a:pt x="2644" y="15363"/>
                </a:cubicBezTo>
                <a:lnTo>
                  <a:pt x="0" y="127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F6D8B0-51B7-4F8E-B299-DE671547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3" y="1355764"/>
            <a:ext cx="19393" cy="46632"/>
          </a:xfrm>
          <a:custGeom xmlns:a="http://schemas.openxmlformats.org/drawingml/2006/main">
            <a:pathLst>
              <a:path w="19393" h="46632" fill="none">
                <a:moveTo>
                  <a:pt x="0" y="12704"/>
                </a:moveTo>
                <a:cubicBezTo>
                  <a:pt x="0" y="12704"/>
                  <a:pt x="0" y="11473"/>
                  <a:pt x="0" y="9011"/>
                </a:cubicBezTo>
                <a:cubicBezTo>
                  <a:pt x="0" y="6549"/>
                  <a:pt x="784" y="4432"/>
                  <a:pt x="2351" y="2659"/>
                </a:cubicBezTo>
                <a:cubicBezTo>
                  <a:pt x="3918" y="886"/>
                  <a:pt x="6023" y="0"/>
                  <a:pt x="8668" y="0"/>
                </a:cubicBezTo>
                <a:cubicBezTo>
                  <a:pt x="11410" y="0"/>
                  <a:pt x="13859" y="1231"/>
                  <a:pt x="16014" y="3693"/>
                </a:cubicBezTo>
                <a:cubicBezTo>
                  <a:pt x="18168" y="6155"/>
                  <a:pt x="19295" y="10489"/>
                  <a:pt x="19393" y="16693"/>
                </a:cubicBezTo>
                <a:cubicBezTo>
                  <a:pt x="19393" y="20140"/>
                  <a:pt x="18952" y="23488"/>
                  <a:pt x="18070" y="26738"/>
                </a:cubicBezTo>
                <a:cubicBezTo>
                  <a:pt x="17189" y="29988"/>
                  <a:pt x="16160" y="32795"/>
                  <a:pt x="14985" y="35159"/>
                </a:cubicBezTo>
                <a:cubicBezTo>
                  <a:pt x="13810" y="37522"/>
                  <a:pt x="12537" y="39541"/>
                  <a:pt x="11165" y="41215"/>
                </a:cubicBezTo>
                <a:cubicBezTo>
                  <a:pt x="9794" y="42890"/>
                  <a:pt x="8619" y="44219"/>
                  <a:pt x="7639" y="45204"/>
                </a:cubicBezTo>
                <a:cubicBezTo>
                  <a:pt x="6660" y="46189"/>
                  <a:pt x="6023" y="46632"/>
                  <a:pt x="5730" y="46534"/>
                </a:cubicBezTo>
                <a:cubicBezTo>
                  <a:pt x="5338" y="46534"/>
                  <a:pt x="4701" y="46090"/>
                  <a:pt x="3820" y="45204"/>
                </a:cubicBezTo>
                <a:cubicBezTo>
                  <a:pt x="2938" y="44318"/>
                  <a:pt x="2498" y="43678"/>
                  <a:pt x="2498" y="43284"/>
                </a:cubicBezTo>
                <a:cubicBezTo>
                  <a:pt x="2498" y="42890"/>
                  <a:pt x="3036" y="42102"/>
                  <a:pt x="4114" y="40920"/>
                </a:cubicBezTo>
                <a:cubicBezTo>
                  <a:pt x="5191" y="39738"/>
                  <a:pt x="6415" y="38261"/>
                  <a:pt x="7786" y="36488"/>
                </a:cubicBezTo>
                <a:cubicBezTo>
                  <a:pt x="9158" y="34716"/>
                  <a:pt x="10431" y="32253"/>
                  <a:pt x="11606" y="29102"/>
                </a:cubicBezTo>
                <a:cubicBezTo>
                  <a:pt x="12781" y="25950"/>
                  <a:pt x="13565" y="22356"/>
                  <a:pt x="13957" y="18318"/>
                </a:cubicBezTo>
                <a:lnTo>
                  <a:pt x="13957" y="16545"/>
                </a:lnTo>
                <a:lnTo>
                  <a:pt x="13810" y="16693"/>
                </a:lnTo>
                <a:cubicBezTo>
                  <a:pt x="13614" y="16791"/>
                  <a:pt x="13369" y="16890"/>
                  <a:pt x="13075" y="16988"/>
                </a:cubicBezTo>
                <a:cubicBezTo>
                  <a:pt x="12781" y="17087"/>
                  <a:pt x="12488" y="17235"/>
                  <a:pt x="12194" y="17432"/>
                </a:cubicBezTo>
                <a:cubicBezTo>
                  <a:pt x="11900" y="17629"/>
                  <a:pt x="11459" y="17727"/>
                  <a:pt x="10872" y="17727"/>
                </a:cubicBezTo>
                <a:cubicBezTo>
                  <a:pt x="10284" y="17727"/>
                  <a:pt x="9696" y="17776"/>
                  <a:pt x="9109" y="17875"/>
                </a:cubicBezTo>
                <a:cubicBezTo>
                  <a:pt x="6464" y="17875"/>
                  <a:pt x="4309" y="17038"/>
                  <a:pt x="2644" y="15363"/>
                </a:cubicBezTo>
                <a:lnTo>
                  <a:pt x="0" y="127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" cap="flat">
            <a:solidFill>
              <a:srgbClr val="000000">
                <a:alpha val="9140"/>
              </a:srgbClr>
            </a:solidFill>
            <a:miter/>
          </a:ln>
        </p:spPr>
      </p:sp>
      <p:sp>
        <p:nvSpPr>
          <p:cNvPr id="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00DA43-5700-47BE-BD61-DD0218A5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56" y="1275401"/>
            <a:ext cx="60969" cy="101488"/>
          </a:xfrm>
          <a:custGeom xmlns:a="http://schemas.openxmlformats.org/drawingml/2006/main">
            <a:pathLst>
              <a:path w="60969" h="101488">
                <a:moveTo>
                  <a:pt x="12488" y="29841"/>
                </a:moveTo>
                <a:cubicBezTo>
                  <a:pt x="9843" y="29841"/>
                  <a:pt x="7786" y="29003"/>
                  <a:pt x="6317" y="27329"/>
                </a:cubicBezTo>
                <a:cubicBezTo>
                  <a:pt x="4848" y="25655"/>
                  <a:pt x="4065" y="23488"/>
                  <a:pt x="3967" y="20829"/>
                </a:cubicBezTo>
                <a:cubicBezTo>
                  <a:pt x="3967" y="15413"/>
                  <a:pt x="6317" y="10587"/>
                  <a:pt x="11018" y="6352"/>
                </a:cubicBezTo>
                <a:cubicBezTo>
                  <a:pt x="15720" y="2117"/>
                  <a:pt x="21400" y="0"/>
                  <a:pt x="28060" y="0"/>
                </a:cubicBezTo>
                <a:cubicBezTo>
                  <a:pt x="31488" y="0"/>
                  <a:pt x="33643" y="49"/>
                  <a:pt x="34525" y="148"/>
                </a:cubicBezTo>
                <a:cubicBezTo>
                  <a:pt x="41772" y="1330"/>
                  <a:pt x="47306" y="3939"/>
                  <a:pt x="51126" y="7977"/>
                </a:cubicBezTo>
                <a:cubicBezTo>
                  <a:pt x="54945" y="12015"/>
                  <a:pt x="56904" y="16398"/>
                  <a:pt x="57002" y="21125"/>
                </a:cubicBezTo>
                <a:cubicBezTo>
                  <a:pt x="57002" y="26246"/>
                  <a:pt x="55337" y="31219"/>
                  <a:pt x="52007" y="36045"/>
                </a:cubicBezTo>
                <a:cubicBezTo>
                  <a:pt x="48677" y="40871"/>
                  <a:pt x="44074" y="44367"/>
                  <a:pt x="38197" y="46534"/>
                </a:cubicBezTo>
                <a:lnTo>
                  <a:pt x="37757" y="46829"/>
                </a:lnTo>
                <a:cubicBezTo>
                  <a:pt x="37757" y="46928"/>
                  <a:pt x="38197" y="47075"/>
                  <a:pt x="39079" y="47272"/>
                </a:cubicBezTo>
                <a:cubicBezTo>
                  <a:pt x="39960" y="47469"/>
                  <a:pt x="41381" y="47912"/>
                  <a:pt x="43339" y="48602"/>
                </a:cubicBezTo>
                <a:cubicBezTo>
                  <a:pt x="45298" y="49291"/>
                  <a:pt x="47159" y="50325"/>
                  <a:pt x="48922" y="51704"/>
                </a:cubicBezTo>
                <a:cubicBezTo>
                  <a:pt x="56953" y="56924"/>
                  <a:pt x="60969" y="63818"/>
                  <a:pt x="60969" y="72386"/>
                </a:cubicBezTo>
                <a:cubicBezTo>
                  <a:pt x="60969" y="80166"/>
                  <a:pt x="57933" y="86961"/>
                  <a:pt x="51860" y="92772"/>
                </a:cubicBezTo>
                <a:cubicBezTo>
                  <a:pt x="45788" y="98582"/>
                  <a:pt x="38099" y="101488"/>
                  <a:pt x="28795" y="101488"/>
                </a:cubicBezTo>
                <a:cubicBezTo>
                  <a:pt x="20960" y="101488"/>
                  <a:pt x="14202" y="99370"/>
                  <a:pt x="8521" y="95135"/>
                </a:cubicBezTo>
                <a:cubicBezTo>
                  <a:pt x="2840" y="90901"/>
                  <a:pt x="0" y="85533"/>
                  <a:pt x="0" y="79033"/>
                </a:cubicBezTo>
                <a:cubicBezTo>
                  <a:pt x="0" y="76276"/>
                  <a:pt x="881" y="74060"/>
                  <a:pt x="2644" y="72386"/>
                </a:cubicBezTo>
                <a:cubicBezTo>
                  <a:pt x="4407" y="70711"/>
                  <a:pt x="6611" y="69825"/>
                  <a:pt x="9256" y="69727"/>
                </a:cubicBezTo>
                <a:cubicBezTo>
                  <a:pt x="11998" y="69727"/>
                  <a:pt x="14251" y="70613"/>
                  <a:pt x="16014" y="72386"/>
                </a:cubicBezTo>
                <a:cubicBezTo>
                  <a:pt x="17776" y="74158"/>
                  <a:pt x="18658" y="76374"/>
                  <a:pt x="18658" y="79033"/>
                </a:cubicBezTo>
                <a:cubicBezTo>
                  <a:pt x="18658" y="80117"/>
                  <a:pt x="18511" y="81101"/>
                  <a:pt x="18217" y="81988"/>
                </a:cubicBezTo>
                <a:cubicBezTo>
                  <a:pt x="17923" y="82874"/>
                  <a:pt x="17581" y="83662"/>
                  <a:pt x="17189" y="84351"/>
                </a:cubicBezTo>
                <a:cubicBezTo>
                  <a:pt x="16797" y="85041"/>
                  <a:pt x="16258" y="85632"/>
                  <a:pt x="15573" y="86124"/>
                </a:cubicBezTo>
                <a:cubicBezTo>
                  <a:pt x="14887" y="86617"/>
                  <a:pt x="14300" y="87010"/>
                  <a:pt x="13810" y="87306"/>
                </a:cubicBezTo>
                <a:cubicBezTo>
                  <a:pt x="13320" y="87601"/>
                  <a:pt x="12830" y="87798"/>
                  <a:pt x="12341" y="87897"/>
                </a:cubicBezTo>
                <a:cubicBezTo>
                  <a:pt x="11851" y="87995"/>
                  <a:pt x="11459" y="88143"/>
                  <a:pt x="11165" y="88340"/>
                </a:cubicBezTo>
                <a:lnTo>
                  <a:pt x="10578" y="88488"/>
                </a:lnTo>
                <a:cubicBezTo>
                  <a:pt x="15573" y="92920"/>
                  <a:pt x="21645" y="95135"/>
                  <a:pt x="28795" y="95135"/>
                </a:cubicBezTo>
                <a:cubicBezTo>
                  <a:pt x="34182" y="95135"/>
                  <a:pt x="38246" y="92526"/>
                  <a:pt x="40989" y="87306"/>
                </a:cubicBezTo>
                <a:cubicBezTo>
                  <a:pt x="42654" y="84056"/>
                  <a:pt x="43486" y="79083"/>
                  <a:pt x="43486" y="72386"/>
                </a:cubicBezTo>
                <a:lnTo>
                  <a:pt x="43486" y="69431"/>
                </a:lnTo>
                <a:cubicBezTo>
                  <a:pt x="43486" y="60075"/>
                  <a:pt x="40352" y="53821"/>
                  <a:pt x="34084" y="50670"/>
                </a:cubicBezTo>
                <a:cubicBezTo>
                  <a:pt x="32615" y="50079"/>
                  <a:pt x="29627" y="49734"/>
                  <a:pt x="25122" y="49636"/>
                </a:cubicBezTo>
                <a:lnTo>
                  <a:pt x="18952" y="49488"/>
                </a:lnTo>
                <a:lnTo>
                  <a:pt x="18511" y="49193"/>
                </a:lnTo>
                <a:cubicBezTo>
                  <a:pt x="18315" y="48897"/>
                  <a:pt x="18217" y="48109"/>
                  <a:pt x="18217" y="46829"/>
                </a:cubicBezTo>
                <a:cubicBezTo>
                  <a:pt x="18217" y="45056"/>
                  <a:pt x="18609" y="44170"/>
                  <a:pt x="19393" y="44170"/>
                </a:cubicBezTo>
                <a:cubicBezTo>
                  <a:pt x="22135" y="44170"/>
                  <a:pt x="24975" y="43924"/>
                  <a:pt x="27913" y="43431"/>
                </a:cubicBezTo>
                <a:cubicBezTo>
                  <a:pt x="31244" y="42939"/>
                  <a:pt x="34280" y="40871"/>
                  <a:pt x="37022" y="37227"/>
                </a:cubicBezTo>
                <a:cubicBezTo>
                  <a:pt x="39764" y="33583"/>
                  <a:pt x="41136" y="28068"/>
                  <a:pt x="41136" y="20682"/>
                </a:cubicBezTo>
                <a:lnTo>
                  <a:pt x="41136" y="19500"/>
                </a:lnTo>
                <a:cubicBezTo>
                  <a:pt x="41136" y="13886"/>
                  <a:pt x="39422" y="9996"/>
                  <a:pt x="35994" y="7829"/>
                </a:cubicBezTo>
                <a:cubicBezTo>
                  <a:pt x="33839" y="6451"/>
                  <a:pt x="31537" y="5761"/>
                  <a:pt x="29089" y="5761"/>
                </a:cubicBezTo>
                <a:cubicBezTo>
                  <a:pt x="25955" y="5761"/>
                  <a:pt x="23065" y="6303"/>
                  <a:pt x="20421" y="7386"/>
                </a:cubicBezTo>
                <a:cubicBezTo>
                  <a:pt x="17776" y="8470"/>
                  <a:pt x="15916" y="9602"/>
                  <a:pt x="14838" y="10784"/>
                </a:cubicBezTo>
                <a:cubicBezTo>
                  <a:pt x="13761" y="11966"/>
                  <a:pt x="13222" y="12557"/>
                  <a:pt x="13222" y="12557"/>
                </a:cubicBezTo>
                <a:lnTo>
                  <a:pt x="13663" y="12557"/>
                </a:lnTo>
                <a:cubicBezTo>
                  <a:pt x="13957" y="12655"/>
                  <a:pt x="14349" y="12754"/>
                  <a:pt x="14838" y="12852"/>
                </a:cubicBezTo>
                <a:cubicBezTo>
                  <a:pt x="15328" y="12951"/>
                  <a:pt x="15818" y="13197"/>
                  <a:pt x="16307" y="13591"/>
                </a:cubicBezTo>
                <a:cubicBezTo>
                  <a:pt x="16797" y="13985"/>
                  <a:pt x="17385" y="14329"/>
                  <a:pt x="18070" y="14625"/>
                </a:cubicBezTo>
                <a:cubicBezTo>
                  <a:pt x="18756" y="14920"/>
                  <a:pt x="19246" y="15462"/>
                  <a:pt x="19539" y="16250"/>
                </a:cubicBezTo>
                <a:cubicBezTo>
                  <a:pt x="19833" y="17038"/>
                  <a:pt x="20225" y="17776"/>
                  <a:pt x="20715" y="18466"/>
                </a:cubicBezTo>
                <a:cubicBezTo>
                  <a:pt x="21204" y="19155"/>
                  <a:pt x="21351" y="20140"/>
                  <a:pt x="21155" y="21420"/>
                </a:cubicBezTo>
                <a:cubicBezTo>
                  <a:pt x="21155" y="23587"/>
                  <a:pt x="20470" y="25507"/>
                  <a:pt x="19099" y="27182"/>
                </a:cubicBezTo>
                <a:cubicBezTo>
                  <a:pt x="17728" y="28856"/>
                  <a:pt x="15524" y="29742"/>
                  <a:pt x="12488" y="298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0DFACD-AF8C-47F0-B743-8B530197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56" y="1275401"/>
            <a:ext cx="60969" cy="101488"/>
          </a:xfrm>
          <a:custGeom xmlns:a="http://schemas.openxmlformats.org/drawingml/2006/main">
            <a:pathLst>
              <a:path w="60969" h="101488" fill="none">
                <a:moveTo>
                  <a:pt x="12488" y="29841"/>
                </a:moveTo>
                <a:cubicBezTo>
                  <a:pt x="9843" y="29841"/>
                  <a:pt x="7786" y="29003"/>
                  <a:pt x="6317" y="27329"/>
                </a:cubicBezTo>
                <a:cubicBezTo>
                  <a:pt x="4848" y="25655"/>
                  <a:pt x="4065" y="23488"/>
                  <a:pt x="3967" y="20829"/>
                </a:cubicBezTo>
                <a:cubicBezTo>
                  <a:pt x="3967" y="15413"/>
                  <a:pt x="6317" y="10587"/>
                  <a:pt x="11018" y="6352"/>
                </a:cubicBezTo>
                <a:cubicBezTo>
                  <a:pt x="15720" y="2117"/>
                  <a:pt x="21400" y="0"/>
                  <a:pt x="28060" y="0"/>
                </a:cubicBezTo>
                <a:cubicBezTo>
                  <a:pt x="31488" y="0"/>
                  <a:pt x="33643" y="49"/>
                  <a:pt x="34525" y="148"/>
                </a:cubicBezTo>
                <a:cubicBezTo>
                  <a:pt x="41772" y="1330"/>
                  <a:pt x="47306" y="3939"/>
                  <a:pt x="51126" y="7977"/>
                </a:cubicBezTo>
                <a:cubicBezTo>
                  <a:pt x="54945" y="12015"/>
                  <a:pt x="56904" y="16398"/>
                  <a:pt x="57002" y="21125"/>
                </a:cubicBezTo>
                <a:cubicBezTo>
                  <a:pt x="57002" y="26246"/>
                  <a:pt x="55337" y="31219"/>
                  <a:pt x="52007" y="36045"/>
                </a:cubicBezTo>
                <a:cubicBezTo>
                  <a:pt x="48677" y="40871"/>
                  <a:pt x="44074" y="44367"/>
                  <a:pt x="38197" y="46534"/>
                </a:cubicBezTo>
                <a:lnTo>
                  <a:pt x="37757" y="46829"/>
                </a:lnTo>
                <a:cubicBezTo>
                  <a:pt x="37757" y="46928"/>
                  <a:pt x="38197" y="47075"/>
                  <a:pt x="39079" y="47272"/>
                </a:cubicBezTo>
                <a:cubicBezTo>
                  <a:pt x="39960" y="47469"/>
                  <a:pt x="41381" y="47912"/>
                  <a:pt x="43339" y="48602"/>
                </a:cubicBezTo>
                <a:cubicBezTo>
                  <a:pt x="45298" y="49291"/>
                  <a:pt x="47159" y="50325"/>
                  <a:pt x="48922" y="51704"/>
                </a:cubicBezTo>
                <a:cubicBezTo>
                  <a:pt x="56953" y="56924"/>
                  <a:pt x="60969" y="63818"/>
                  <a:pt x="60969" y="72386"/>
                </a:cubicBezTo>
                <a:cubicBezTo>
                  <a:pt x="60969" y="80166"/>
                  <a:pt x="57933" y="86961"/>
                  <a:pt x="51860" y="92772"/>
                </a:cubicBezTo>
                <a:cubicBezTo>
                  <a:pt x="45788" y="98582"/>
                  <a:pt x="38099" y="101488"/>
                  <a:pt x="28795" y="101488"/>
                </a:cubicBezTo>
                <a:cubicBezTo>
                  <a:pt x="20960" y="101488"/>
                  <a:pt x="14202" y="99370"/>
                  <a:pt x="8521" y="95135"/>
                </a:cubicBezTo>
                <a:cubicBezTo>
                  <a:pt x="2840" y="90901"/>
                  <a:pt x="0" y="85533"/>
                  <a:pt x="0" y="79033"/>
                </a:cubicBezTo>
                <a:cubicBezTo>
                  <a:pt x="0" y="76276"/>
                  <a:pt x="881" y="74060"/>
                  <a:pt x="2644" y="72386"/>
                </a:cubicBezTo>
                <a:cubicBezTo>
                  <a:pt x="4407" y="70711"/>
                  <a:pt x="6611" y="69825"/>
                  <a:pt x="9256" y="69727"/>
                </a:cubicBezTo>
                <a:cubicBezTo>
                  <a:pt x="11998" y="69727"/>
                  <a:pt x="14251" y="70613"/>
                  <a:pt x="16014" y="72386"/>
                </a:cubicBezTo>
                <a:cubicBezTo>
                  <a:pt x="17776" y="74158"/>
                  <a:pt x="18658" y="76374"/>
                  <a:pt x="18658" y="79033"/>
                </a:cubicBezTo>
                <a:cubicBezTo>
                  <a:pt x="18658" y="80117"/>
                  <a:pt x="18511" y="81101"/>
                  <a:pt x="18217" y="81988"/>
                </a:cubicBezTo>
                <a:cubicBezTo>
                  <a:pt x="17923" y="82874"/>
                  <a:pt x="17581" y="83662"/>
                  <a:pt x="17189" y="84351"/>
                </a:cubicBezTo>
                <a:cubicBezTo>
                  <a:pt x="16797" y="85041"/>
                  <a:pt x="16258" y="85632"/>
                  <a:pt x="15573" y="86124"/>
                </a:cubicBezTo>
                <a:cubicBezTo>
                  <a:pt x="14887" y="86617"/>
                  <a:pt x="14300" y="87010"/>
                  <a:pt x="13810" y="87306"/>
                </a:cubicBezTo>
                <a:cubicBezTo>
                  <a:pt x="13320" y="87601"/>
                  <a:pt x="12830" y="87798"/>
                  <a:pt x="12341" y="87897"/>
                </a:cubicBezTo>
                <a:cubicBezTo>
                  <a:pt x="11851" y="87995"/>
                  <a:pt x="11459" y="88143"/>
                  <a:pt x="11165" y="88340"/>
                </a:cubicBezTo>
                <a:lnTo>
                  <a:pt x="10578" y="88488"/>
                </a:lnTo>
                <a:cubicBezTo>
                  <a:pt x="15573" y="92920"/>
                  <a:pt x="21645" y="95135"/>
                  <a:pt x="28795" y="95135"/>
                </a:cubicBezTo>
                <a:cubicBezTo>
                  <a:pt x="34182" y="95135"/>
                  <a:pt x="38246" y="92526"/>
                  <a:pt x="40989" y="87306"/>
                </a:cubicBezTo>
                <a:cubicBezTo>
                  <a:pt x="42654" y="84056"/>
                  <a:pt x="43486" y="79083"/>
                  <a:pt x="43486" y="72386"/>
                </a:cubicBezTo>
                <a:lnTo>
                  <a:pt x="43486" y="69431"/>
                </a:lnTo>
                <a:cubicBezTo>
                  <a:pt x="43486" y="60075"/>
                  <a:pt x="40352" y="53821"/>
                  <a:pt x="34084" y="50670"/>
                </a:cubicBezTo>
                <a:cubicBezTo>
                  <a:pt x="32615" y="50079"/>
                  <a:pt x="29627" y="49734"/>
                  <a:pt x="25122" y="49636"/>
                </a:cubicBezTo>
                <a:lnTo>
                  <a:pt x="18952" y="49488"/>
                </a:lnTo>
                <a:lnTo>
                  <a:pt x="18511" y="49193"/>
                </a:lnTo>
                <a:cubicBezTo>
                  <a:pt x="18315" y="48897"/>
                  <a:pt x="18217" y="48109"/>
                  <a:pt x="18217" y="46829"/>
                </a:cubicBezTo>
                <a:cubicBezTo>
                  <a:pt x="18217" y="45056"/>
                  <a:pt x="18609" y="44170"/>
                  <a:pt x="19393" y="44170"/>
                </a:cubicBezTo>
                <a:cubicBezTo>
                  <a:pt x="22135" y="44170"/>
                  <a:pt x="24975" y="43924"/>
                  <a:pt x="27913" y="43431"/>
                </a:cubicBezTo>
                <a:cubicBezTo>
                  <a:pt x="31244" y="42939"/>
                  <a:pt x="34280" y="40871"/>
                  <a:pt x="37022" y="37227"/>
                </a:cubicBezTo>
                <a:cubicBezTo>
                  <a:pt x="39764" y="33583"/>
                  <a:pt x="41136" y="28068"/>
                  <a:pt x="41136" y="20682"/>
                </a:cubicBezTo>
                <a:lnTo>
                  <a:pt x="41136" y="19500"/>
                </a:lnTo>
                <a:cubicBezTo>
                  <a:pt x="41136" y="13886"/>
                  <a:pt x="39422" y="9996"/>
                  <a:pt x="35994" y="7829"/>
                </a:cubicBezTo>
                <a:cubicBezTo>
                  <a:pt x="33839" y="6451"/>
                  <a:pt x="31537" y="5761"/>
                  <a:pt x="29089" y="5761"/>
                </a:cubicBezTo>
                <a:cubicBezTo>
                  <a:pt x="25955" y="5761"/>
                  <a:pt x="23065" y="6303"/>
                  <a:pt x="20421" y="7386"/>
                </a:cubicBezTo>
                <a:cubicBezTo>
                  <a:pt x="17776" y="8470"/>
                  <a:pt x="15916" y="9602"/>
                  <a:pt x="14838" y="10784"/>
                </a:cubicBezTo>
                <a:cubicBezTo>
                  <a:pt x="13761" y="11966"/>
                  <a:pt x="13222" y="12557"/>
                  <a:pt x="13222" y="12557"/>
                </a:cubicBezTo>
                <a:lnTo>
                  <a:pt x="13663" y="12557"/>
                </a:lnTo>
                <a:cubicBezTo>
                  <a:pt x="13957" y="12655"/>
                  <a:pt x="14349" y="12754"/>
                  <a:pt x="14838" y="12852"/>
                </a:cubicBezTo>
                <a:cubicBezTo>
                  <a:pt x="15328" y="12951"/>
                  <a:pt x="15818" y="13197"/>
                  <a:pt x="16307" y="13591"/>
                </a:cubicBezTo>
                <a:cubicBezTo>
                  <a:pt x="16797" y="13985"/>
                  <a:pt x="17385" y="14329"/>
                  <a:pt x="18070" y="14625"/>
                </a:cubicBezTo>
                <a:cubicBezTo>
                  <a:pt x="18756" y="14920"/>
                  <a:pt x="19246" y="15462"/>
                  <a:pt x="19539" y="16250"/>
                </a:cubicBezTo>
                <a:cubicBezTo>
                  <a:pt x="19833" y="17038"/>
                  <a:pt x="20225" y="17776"/>
                  <a:pt x="20715" y="18466"/>
                </a:cubicBezTo>
                <a:cubicBezTo>
                  <a:pt x="21204" y="19155"/>
                  <a:pt x="21351" y="20140"/>
                  <a:pt x="21155" y="21420"/>
                </a:cubicBezTo>
                <a:cubicBezTo>
                  <a:pt x="21155" y="23587"/>
                  <a:pt x="20470" y="25507"/>
                  <a:pt x="19099" y="27182"/>
                </a:cubicBezTo>
                <a:cubicBezTo>
                  <a:pt x="17728" y="28856"/>
                  <a:pt x="15524" y="29742"/>
                  <a:pt x="12488" y="2984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7" cap="flat">
            <a:solidFill>
              <a:srgbClr val="000000">
                <a:alpha val="9140"/>
              </a:srgbClr>
            </a:solidFill>
            <a:miter/>
          </a:ln>
        </p:spPr>
      </p:sp>
      <p:sp>
        <p:nvSpPr>
          <p:cNvPr id="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5EB9AA-B37A-4BEF-89DD-0AE120D1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93" y="1185586"/>
            <a:ext cx="46477" cy="208947"/>
          </a:xfrm>
          <a:custGeom xmlns:a="http://schemas.openxmlformats.org/drawingml/2006/main">
            <a:pathLst>
              <a:path w="46477" h="208947">
                <a:moveTo>
                  <a:pt x="0" y="3761"/>
                </a:moveTo>
                <a:cubicBezTo>
                  <a:pt x="139" y="2786"/>
                  <a:pt x="554" y="1950"/>
                  <a:pt x="1247" y="1254"/>
                </a:cubicBezTo>
                <a:cubicBezTo>
                  <a:pt x="1939" y="557"/>
                  <a:pt x="2909" y="139"/>
                  <a:pt x="4156" y="0"/>
                </a:cubicBezTo>
                <a:cubicBezTo>
                  <a:pt x="5541" y="0"/>
                  <a:pt x="6719" y="696"/>
                  <a:pt x="7689" y="2089"/>
                </a:cubicBezTo>
                <a:cubicBezTo>
                  <a:pt x="8104" y="3065"/>
                  <a:pt x="14615" y="20198"/>
                  <a:pt x="27222" y="53491"/>
                </a:cubicBezTo>
                <a:cubicBezTo>
                  <a:pt x="39828" y="86783"/>
                  <a:pt x="46200" y="103777"/>
                  <a:pt x="46339" y="104474"/>
                </a:cubicBezTo>
                <a:cubicBezTo>
                  <a:pt x="46477" y="105170"/>
                  <a:pt x="40174" y="122165"/>
                  <a:pt x="27429" y="155457"/>
                </a:cubicBezTo>
                <a:cubicBezTo>
                  <a:pt x="14684" y="188749"/>
                  <a:pt x="8104" y="205883"/>
                  <a:pt x="7689" y="206858"/>
                </a:cubicBezTo>
                <a:cubicBezTo>
                  <a:pt x="6719" y="208251"/>
                  <a:pt x="5541" y="208947"/>
                  <a:pt x="4156" y="208947"/>
                </a:cubicBezTo>
                <a:cubicBezTo>
                  <a:pt x="3048" y="208947"/>
                  <a:pt x="2147" y="208599"/>
                  <a:pt x="1455" y="207903"/>
                </a:cubicBezTo>
                <a:cubicBezTo>
                  <a:pt x="762" y="207206"/>
                  <a:pt x="277" y="206301"/>
                  <a:pt x="0" y="205186"/>
                </a:cubicBezTo>
                <a:cubicBezTo>
                  <a:pt x="0" y="204490"/>
                  <a:pt x="6234" y="187565"/>
                  <a:pt x="18702" y="154412"/>
                </a:cubicBezTo>
                <a:cubicBezTo>
                  <a:pt x="31308" y="121398"/>
                  <a:pt x="37611" y="104752"/>
                  <a:pt x="37611" y="104474"/>
                </a:cubicBezTo>
                <a:cubicBezTo>
                  <a:pt x="37611" y="104195"/>
                  <a:pt x="31308" y="87549"/>
                  <a:pt x="18702" y="54535"/>
                </a:cubicBezTo>
                <a:cubicBezTo>
                  <a:pt x="6234" y="21382"/>
                  <a:pt x="0" y="4458"/>
                  <a:pt x="0" y="37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496AFB-66FA-47B0-A93C-704C3EEA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93" y="1185586"/>
            <a:ext cx="46477" cy="208947"/>
          </a:xfrm>
          <a:custGeom xmlns:a="http://schemas.openxmlformats.org/drawingml/2006/main">
            <a:pathLst>
              <a:path w="46477" h="208947" fill="none">
                <a:moveTo>
                  <a:pt x="0" y="3761"/>
                </a:moveTo>
                <a:cubicBezTo>
                  <a:pt x="139" y="2786"/>
                  <a:pt x="554" y="1950"/>
                  <a:pt x="1247" y="1254"/>
                </a:cubicBezTo>
                <a:cubicBezTo>
                  <a:pt x="1939" y="557"/>
                  <a:pt x="2909" y="139"/>
                  <a:pt x="4156" y="0"/>
                </a:cubicBezTo>
                <a:cubicBezTo>
                  <a:pt x="5541" y="0"/>
                  <a:pt x="6719" y="696"/>
                  <a:pt x="7689" y="2089"/>
                </a:cubicBezTo>
                <a:cubicBezTo>
                  <a:pt x="8104" y="3065"/>
                  <a:pt x="14615" y="20198"/>
                  <a:pt x="27222" y="53491"/>
                </a:cubicBezTo>
                <a:cubicBezTo>
                  <a:pt x="39828" y="86783"/>
                  <a:pt x="46200" y="103777"/>
                  <a:pt x="46339" y="104474"/>
                </a:cubicBezTo>
                <a:cubicBezTo>
                  <a:pt x="46477" y="105170"/>
                  <a:pt x="40174" y="122165"/>
                  <a:pt x="27429" y="155457"/>
                </a:cubicBezTo>
                <a:cubicBezTo>
                  <a:pt x="14684" y="188749"/>
                  <a:pt x="8104" y="205883"/>
                  <a:pt x="7689" y="206858"/>
                </a:cubicBezTo>
                <a:cubicBezTo>
                  <a:pt x="6719" y="208251"/>
                  <a:pt x="5541" y="208947"/>
                  <a:pt x="4156" y="208947"/>
                </a:cubicBezTo>
                <a:cubicBezTo>
                  <a:pt x="3048" y="208947"/>
                  <a:pt x="2147" y="208599"/>
                  <a:pt x="1455" y="207903"/>
                </a:cubicBezTo>
                <a:cubicBezTo>
                  <a:pt x="762" y="207206"/>
                  <a:pt x="277" y="206301"/>
                  <a:pt x="0" y="205186"/>
                </a:cubicBezTo>
                <a:cubicBezTo>
                  <a:pt x="0" y="204490"/>
                  <a:pt x="6234" y="187565"/>
                  <a:pt x="18702" y="154412"/>
                </a:cubicBezTo>
                <a:cubicBezTo>
                  <a:pt x="31308" y="121398"/>
                  <a:pt x="37611" y="104752"/>
                  <a:pt x="37611" y="104474"/>
                </a:cubicBezTo>
                <a:cubicBezTo>
                  <a:pt x="37611" y="104195"/>
                  <a:pt x="31308" y="87549"/>
                  <a:pt x="18702" y="54535"/>
                </a:cubicBezTo>
                <a:cubicBezTo>
                  <a:pt x="6234" y="21382"/>
                  <a:pt x="0" y="4458"/>
                  <a:pt x="0" y="376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8" cap="flat">
            <a:solidFill>
              <a:srgbClr val="000000">
                <a:alpha val="12920"/>
              </a:srgbClr>
            </a:solidFill>
            <a:miter/>
          </a:ln>
        </p:spPr>
      </p:sp>
      <p:sp>
        <p:nvSpPr>
          <p:cNvPr id="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2CC142-3C44-4ED8-91CC-83C65EA7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9237" y="578770"/>
            <a:ext cx="44871" cy="208947"/>
          </a:xfrm>
          <a:custGeom xmlns:a="http://schemas.openxmlformats.org/drawingml/2006/main">
            <a:pathLst>
              <a:path w="44871" h="208947">
                <a:moveTo>
                  <a:pt x="44871" y="205186"/>
                </a:moveTo>
                <a:cubicBezTo>
                  <a:pt x="44737" y="206161"/>
                  <a:pt x="44336" y="206997"/>
                  <a:pt x="43667" y="207694"/>
                </a:cubicBezTo>
                <a:cubicBezTo>
                  <a:pt x="42998" y="208390"/>
                  <a:pt x="42062" y="208808"/>
                  <a:pt x="40859" y="208947"/>
                </a:cubicBezTo>
                <a:cubicBezTo>
                  <a:pt x="39521" y="208947"/>
                  <a:pt x="38384" y="208251"/>
                  <a:pt x="37448" y="206858"/>
                </a:cubicBezTo>
                <a:cubicBezTo>
                  <a:pt x="37047" y="205883"/>
                  <a:pt x="30761" y="188749"/>
                  <a:pt x="18590" y="155457"/>
                </a:cubicBezTo>
                <a:cubicBezTo>
                  <a:pt x="6420" y="122165"/>
                  <a:pt x="267" y="105170"/>
                  <a:pt x="134" y="104474"/>
                </a:cubicBezTo>
                <a:cubicBezTo>
                  <a:pt x="0" y="103777"/>
                  <a:pt x="6085" y="86783"/>
                  <a:pt x="18390" y="53491"/>
                </a:cubicBezTo>
                <a:cubicBezTo>
                  <a:pt x="30694" y="20198"/>
                  <a:pt x="37047" y="3065"/>
                  <a:pt x="37448" y="2089"/>
                </a:cubicBezTo>
                <a:cubicBezTo>
                  <a:pt x="37849" y="1393"/>
                  <a:pt x="38518" y="766"/>
                  <a:pt x="39454" y="209"/>
                </a:cubicBezTo>
                <a:lnTo>
                  <a:pt x="40056" y="0"/>
                </a:lnTo>
                <a:cubicBezTo>
                  <a:pt x="40457" y="0"/>
                  <a:pt x="40725" y="0"/>
                  <a:pt x="40859" y="0"/>
                </a:cubicBezTo>
                <a:cubicBezTo>
                  <a:pt x="43266" y="0"/>
                  <a:pt x="44603" y="1254"/>
                  <a:pt x="44871" y="3761"/>
                </a:cubicBezTo>
                <a:cubicBezTo>
                  <a:pt x="44871" y="4458"/>
                  <a:pt x="38852" y="21382"/>
                  <a:pt x="26815" y="54535"/>
                </a:cubicBezTo>
                <a:cubicBezTo>
                  <a:pt x="14645" y="87549"/>
                  <a:pt x="8560" y="104195"/>
                  <a:pt x="8560" y="104474"/>
                </a:cubicBezTo>
                <a:cubicBezTo>
                  <a:pt x="8560" y="104752"/>
                  <a:pt x="14645" y="121398"/>
                  <a:pt x="26815" y="154412"/>
                </a:cubicBezTo>
                <a:cubicBezTo>
                  <a:pt x="38852" y="187565"/>
                  <a:pt x="44871" y="204490"/>
                  <a:pt x="44871" y="2051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C47906-E730-44A0-A54F-7955F89E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9237" y="578770"/>
            <a:ext cx="44871" cy="208947"/>
          </a:xfrm>
          <a:custGeom xmlns:a="http://schemas.openxmlformats.org/drawingml/2006/main">
            <a:pathLst>
              <a:path w="44871" h="208947" fill="none">
                <a:moveTo>
                  <a:pt x="44871" y="205186"/>
                </a:moveTo>
                <a:cubicBezTo>
                  <a:pt x="44737" y="206161"/>
                  <a:pt x="44336" y="206997"/>
                  <a:pt x="43667" y="207694"/>
                </a:cubicBezTo>
                <a:cubicBezTo>
                  <a:pt x="42998" y="208390"/>
                  <a:pt x="42062" y="208808"/>
                  <a:pt x="40859" y="208947"/>
                </a:cubicBezTo>
                <a:cubicBezTo>
                  <a:pt x="39521" y="208947"/>
                  <a:pt x="38384" y="208251"/>
                  <a:pt x="37448" y="206858"/>
                </a:cubicBezTo>
                <a:cubicBezTo>
                  <a:pt x="37047" y="205883"/>
                  <a:pt x="30761" y="188749"/>
                  <a:pt x="18590" y="155457"/>
                </a:cubicBezTo>
                <a:cubicBezTo>
                  <a:pt x="6420" y="122165"/>
                  <a:pt x="267" y="105170"/>
                  <a:pt x="134" y="104474"/>
                </a:cubicBezTo>
                <a:cubicBezTo>
                  <a:pt x="0" y="103777"/>
                  <a:pt x="6085" y="86783"/>
                  <a:pt x="18390" y="53491"/>
                </a:cubicBezTo>
                <a:cubicBezTo>
                  <a:pt x="30694" y="20198"/>
                  <a:pt x="37047" y="3065"/>
                  <a:pt x="37448" y="2089"/>
                </a:cubicBezTo>
                <a:cubicBezTo>
                  <a:pt x="37849" y="1393"/>
                  <a:pt x="38518" y="766"/>
                  <a:pt x="39454" y="209"/>
                </a:cubicBezTo>
                <a:lnTo>
                  <a:pt x="40056" y="0"/>
                </a:lnTo>
                <a:cubicBezTo>
                  <a:pt x="40457" y="0"/>
                  <a:pt x="40725" y="0"/>
                  <a:pt x="40859" y="0"/>
                </a:cubicBezTo>
                <a:cubicBezTo>
                  <a:pt x="43266" y="0"/>
                  <a:pt x="44603" y="1254"/>
                  <a:pt x="44871" y="3761"/>
                </a:cubicBezTo>
                <a:cubicBezTo>
                  <a:pt x="44871" y="4458"/>
                  <a:pt x="38852" y="21382"/>
                  <a:pt x="26815" y="54535"/>
                </a:cubicBezTo>
                <a:cubicBezTo>
                  <a:pt x="14645" y="87549"/>
                  <a:pt x="8560" y="104195"/>
                  <a:pt x="8560" y="104474"/>
                </a:cubicBezTo>
                <a:cubicBezTo>
                  <a:pt x="8560" y="104752"/>
                  <a:pt x="14645" y="121398"/>
                  <a:pt x="26815" y="154412"/>
                </a:cubicBezTo>
                <a:cubicBezTo>
                  <a:pt x="38852" y="187565"/>
                  <a:pt x="44871" y="204490"/>
                  <a:pt x="44871" y="20518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00"/>
              </a:srgbClr>
            </a:solidFill>
            <a:miter/>
          </a:ln>
        </p:spPr>
      </p:sp>
      <p:sp>
        <p:nvSpPr>
          <p:cNvPr id="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28EEE7-2C0F-478A-98B4-E83EF57F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79" y="592769"/>
            <a:ext cx="141835" cy="147308"/>
          </a:xfrm>
          <a:custGeom xmlns:a="http://schemas.openxmlformats.org/drawingml/2006/main">
            <a:pathLst>
              <a:path w="141835" h="147308">
                <a:moveTo>
                  <a:pt x="9429" y="9612"/>
                </a:moveTo>
                <a:cubicBezTo>
                  <a:pt x="4882" y="9612"/>
                  <a:pt x="2474" y="9333"/>
                  <a:pt x="2207" y="8776"/>
                </a:cubicBezTo>
                <a:cubicBezTo>
                  <a:pt x="2073" y="8497"/>
                  <a:pt x="2006" y="7940"/>
                  <a:pt x="2006" y="7104"/>
                </a:cubicBezTo>
                <a:cubicBezTo>
                  <a:pt x="2006" y="3761"/>
                  <a:pt x="2742" y="1463"/>
                  <a:pt x="4213" y="209"/>
                </a:cubicBezTo>
                <a:cubicBezTo>
                  <a:pt x="4480" y="70"/>
                  <a:pt x="5617" y="0"/>
                  <a:pt x="7623" y="0"/>
                </a:cubicBezTo>
                <a:cubicBezTo>
                  <a:pt x="13107" y="279"/>
                  <a:pt x="22201" y="418"/>
                  <a:pt x="34907" y="418"/>
                </a:cubicBezTo>
                <a:cubicBezTo>
                  <a:pt x="39454" y="418"/>
                  <a:pt x="43667" y="418"/>
                  <a:pt x="47546" y="418"/>
                </a:cubicBezTo>
                <a:cubicBezTo>
                  <a:pt x="51424" y="418"/>
                  <a:pt x="54433" y="348"/>
                  <a:pt x="56573" y="209"/>
                </a:cubicBezTo>
                <a:cubicBezTo>
                  <a:pt x="58713" y="70"/>
                  <a:pt x="60051" y="70"/>
                  <a:pt x="60586" y="209"/>
                </a:cubicBezTo>
                <a:cubicBezTo>
                  <a:pt x="62726" y="209"/>
                  <a:pt x="63795" y="905"/>
                  <a:pt x="63795" y="2298"/>
                </a:cubicBezTo>
                <a:cubicBezTo>
                  <a:pt x="63795" y="2577"/>
                  <a:pt x="63662" y="3552"/>
                  <a:pt x="63394" y="5224"/>
                </a:cubicBezTo>
                <a:cubicBezTo>
                  <a:pt x="62726" y="7592"/>
                  <a:pt x="62057" y="8985"/>
                  <a:pt x="61388" y="9403"/>
                </a:cubicBezTo>
                <a:lnTo>
                  <a:pt x="60987" y="9403"/>
                </a:lnTo>
                <a:cubicBezTo>
                  <a:pt x="60719" y="9403"/>
                  <a:pt x="60385" y="9403"/>
                  <a:pt x="59984" y="9403"/>
                </a:cubicBezTo>
                <a:cubicBezTo>
                  <a:pt x="59583" y="9403"/>
                  <a:pt x="59114" y="9403"/>
                  <a:pt x="58579" y="9403"/>
                </a:cubicBezTo>
                <a:cubicBezTo>
                  <a:pt x="58045" y="9403"/>
                  <a:pt x="57443" y="9472"/>
                  <a:pt x="56774" y="9612"/>
                </a:cubicBezTo>
                <a:cubicBezTo>
                  <a:pt x="56105" y="9751"/>
                  <a:pt x="55503" y="9751"/>
                  <a:pt x="54968" y="9612"/>
                </a:cubicBezTo>
                <a:cubicBezTo>
                  <a:pt x="49752" y="9751"/>
                  <a:pt x="46409" y="9960"/>
                  <a:pt x="44938" y="10238"/>
                </a:cubicBezTo>
                <a:cubicBezTo>
                  <a:pt x="43467" y="10517"/>
                  <a:pt x="42263" y="11283"/>
                  <a:pt x="41327" y="12537"/>
                </a:cubicBezTo>
                <a:cubicBezTo>
                  <a:pt x="41193" y="12815"/>
                  <a:pt x="39320" y="20129"/>
                  <a:pt x="35709" y="34476"/>
                </a:cubicBezTo>
                <a:cubicBezTo>
                  <a:pt x="32098" y="48824"/>
                  <a:pt x="28487" y="63868"/>
                  <a:pt x="24876" y="79609"/>
                </a:cubicBezTo>
                <a:cubicBezTo>
                  <a:pt x="21265" y="95350"/>
                  <a:pt x="19259" y="104613"/>
                  <a:pt x="18858" y="107399"/>
                </a:cubicBezTo>
                <a:cubicBezTo>
                  <a:pt x="18590" y="109349"/>
                  <a:pt x="18457" y="111369"/>
                  <a:pt x="18457" y="113458"/>
                </a:cubicBezTo>
                <a:cubicBezTo>
                  <a:pt x="18457" y="120981"/>
                  <a:pt x="20530" y="126901"/>
                  <a:pt x="24676" y="131219"/>
                </a:cubicBezTo>
                <a:cubicBezTo>
                  <a:pt x="28822" y="135537"/>
                  <a:pt x="34573" y="137696"/>
                  <a:pt x="41928" y="137696"/>
                </a:cubicBezTo>
                <a:cubicBezTo>
                  <a:pt x="50889" y="137696"/>
                  <a:pt x="59850" y="134562"/>
                  <a:pt x="68811" y="128294"/>
                </a:cubicBezTo>
                <a:cubicBezTo>
                  <a:pt x="77772" y="122025"/>
                  <a:pt x="84325" y="112553"/>
                  <a:pt x="88471" y="99877"/>
                </a:cubicBezTo>
                <a:lnTo>
                  <a:pt x="98702" y="57878"/>
                </a:lnTo>
                <a:cubicBezTo>
                  <a:pt x="104988" y="31133"/>
                  <a:pt x="108131" y="17203"/>
                  <a:pt x="108131" y="16089"/>
                </a:cubicBezTo>
                <a:cubicBezTo>
                  <a:pt x="108131" y="12328"/>
                  <a:pt x="103852" y="10169"/>
                  <a:pt x="95292" y="9612"/>
                </a:cubicBezTo>
                <a:cubicBezTo>
                  <a:pt x="92082" y="9612"/>
                  <a:pt x="90477" y="8845"/>
                  <a:pt x="90477" y="7313"/>
                </a:cubicBezTo>
                <a:cubicBezTo>
                  <a:pt x="90477" y="7035"/>
                  <a:pt x="90611" y="6199"/>
                  <a:pt x="90878" y="4806"/>
                </a:cubicBezTo>
                <a:cubicBezTo>
                  <a:pt x="91413" y="2577"/>
                  <a:pt x="91815" y="1254"/>
                  <a:pt x="92082" y="836"/>
                </a:cubicBezTo>
                <a:cubicBezTo>
                  <a:pt x="92350" y="418"/>
                  <a:pt x="93018" y="139"/>
                  <a:pt x="94088" y="0"/>
                </a:cubicBezTo>
                <a:cubicBezTo>
                  <a:pt x="94490" y="0"/>
                  <a:pt x="96629" y="70"/>
                  <a:pt x="100508" y="209"/>
                </a:cubicBezTo>
                <a:cubicBezTo>
                  <a:pt x="104387" y="348"/>
                  <a:pt x="110004" y="488"/>
                  <a:pt x="117360" y="627"/>
                </a:cubicBezTo>
                <a:cubicBezTo>
                  <a:pt x="124181" y="627"/>
                  <a:pt x="129396" y="557"/>
                  <a:pt x="133008" y="418"/>
                </a:cubicBezTo>
                <a:cubicBezTo>
                  <a:pt x="136619" y="279"/>
                  <a:pt x="138558" y="209"/>
                  <a:pt x="138825" y="209"/>
                </a:cubicBezTo>
                <a:cubicBezTo>
                  <a:pt x="140832" y="209"/>
                  <a:pt x="141835" y="905"/>
                  <a:pt x="141835" y="2298"/>
                </a:cubicBezTo>
                <a:cubicBezTo>
                  <a:pt x="141835" y="5363"/>
                  <a:pt x="141300" y="7452"/>
                  <a:pt x="140230" y="8567"/>
                </a:cubicBezTo>
                <a:cubicBezTo>
                  <a:pt x="139828" y="9263"/>
                  <a:pt x="138357" y="9612"/>
                  <a:pt x="135816" y="9612"/>
                </a:cubicBezTo>
                <a:cubicBezTo>
                  <a:pt x="126320" y="10169"/>
                  <a:pt x="120369" y="12955"/>
                  <a:pt x="117961" y="17969"/>
                </a:cubicBezTo>
                <a:cubicBezTo>
                  <a:pt x="117694" y="18666"/>
                  <a:pt x="114350" y="32108"/>
                  <a:pt x="107931" y="58296"/>
                </a:cubicBezTo>
                <a:cubicBezTo>
                  <a:pt x="102447" y="81838"/>
                  <a:pt x="99104" y="95698"/>
                  <a:pt x="97900" y="99877"/>
                </a:cubicBezTo>
                <a:cubicBezTo>
                  <a:pt x="93486" y="113807"/>
                  <a:pt x="85796" y="125159"/>
                  <a:pt x="74829" y="133935"/>
                </a:cubicBezTo>
                <a:cubicBezTo>
                  <a:pt x="63862" y="142711"/>
                  <a:pt x="52494" y="147169"/>
                  <a:pt x="40725" y="147308"/>
                </a:cubicBezTo>
                <a:cubicBezTo>
                  <a:pt x="28420" y="147308"/>
                  <a:pt x="18590" y="143408"/>
                  <a:pt x="11234" y="135607"/>
                </a:cubicBezTo>
                <a:cubicBezTo>
                  <a:pt x="3879" y="127806"/>
                  <a:pt x="134" y="118543"/>
                  <a:pt x="0" y="107817"/>
                </a:cubicBezTo>
                <a:lnTo>
                  <a:pt x="0" y="104474"/>
                </a:lnTo>
                <a:cubicBezTo>
                  <a:pt x="0" y="101966"/>
                  <a:pt x="3678" y="85390"/>
                  <a:pt x="11034" y="54744"/>
                </a:cubicBezTo>
                <a:cubicBezTo>
                  <a:pt x="17587" y="26745"/>
                  <a:pt x="20864" y="12328"/>
                  <a:pt x="20864" y="11492"/>
                </a:cubicBezTo>
                <a:cubicBezTo>
                  <a:pt x="20864" y="10517"/>
                  <a:pt x="17052" y="9890"/>
                  <a:pt x="9429" y="96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C00A98-76AC-441D-A731-0F1463B3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79" y="592769"/>
            <a:ext cx="141835" cy="147308"/>
          </a:xfrm>
          <a:custGeom xmlns:a="http://schemas.openxmlformats.org/drawingml/2006/main">
            <a:pathLst>
              <a:path w="141835" h="147308" fill="none">
                <a:moveTo>
                  <a:pt x="9429" y="9612"/>
                </a:moveTo>
                <a:cubicBezTo>
                  <a:pt x="4882" y="9612"/>
                  <a:pt x="2474" y="9333"/>
                  <a:pt x="2207" y="8776"/>
                </a:cubicBezTo>
                <a:cubicBezTo>
                  <a:pt x="2073" y="8497"/>
                  <a:pt x="2006" y="7940"/>
                  <a:pt x="2006" y="7104"/>
                </a:cubicBezTo>
                <a:cubicBezTo>
                  <a:pt x="2006" y="3761"/>
                  <a:pt x="2742" y="1463"/>
                  <a:pt x="4213" y="209"/>
                </a:cubicBezTo>
                <a:cubicBezTo>
                  <a:pt x="4480" y="70"/>
                  <a:pt x="5617" y="0"/>
                  <a:pt x="7623" y="0"/>
                </a:cubicBezTo>
                <a:cubicBezTo>
                  <a:pt x="13107" y="279"/>
                  <a:pt x="22201" y="418"/>
                  <a:pt x="34907" y="418"/>
                </a:cubicBezTo>
                <a:cubicBezTo>
                  <a:pt x="39454" y="418"/>
                  <a:pt x="43667" y="418"/>
                  <a:pt x="47546" y="418"/>
                </a:cubicBezTo>
                <a:cubicBezTo>
                  <a:pt x="51424" y="418"/>
                  <a:pt x="54433" y="348"/>
                  <a:pt x="56573" y="209"/>
                </a:cubicBezTo>
                <a:cubicBezTo>
                  <a:pt x="58713" y="70"/>
                  <a:pt x="60051" y="70"/>
                  <a:pt x="60586" y="209"/>
                </a:cubicBezTo>
                <a:cubicBezTo>
                  <a:pt x="62726" y="209"/>
                  <a:pt x="63795" y="905"/>
                  <a:pt x="63795" y="2298"/>
                </a:cubicBezTo>
                <a:cubicBezTo>
                  <a:pt x="63795" y="2577"/>
                  <a:pt x="63662" y="3552"/>
                  <a:pt x="63394" y="5224"/>
                </a:cubicBezTo>
                <a:cubicBezTo>
                  <a:pt x="62726" y="7592"/>
                  <a:pt x="62057" y="8985"/>
                  <a:pt x="61388" y="9403"/>
                </a:cubicBezTo>
                <a:lnTo>
                  <a:pt x="60987" y="9403"/>
                </a:lnTo>
                <a:cubicBezTo>
                  <a:pt x="60719" y="9403"/>
                  <a:pt x="60385" y="9403"/>
                  <a:pt x="59984" y="9403"/>
                </a:cubicBezTo>
                <a:cubicBezTo>
                  <a:pt x="59583" y="9403"/>
                  <a:pt x="59114" y="9403"/>
                  <a:pt x="58579" y="9403"/>
                </a:cubicBezTo>
                <a:cubicBezTo>
                  <a:pt x="58045" y="9403"/>
                  <a:pt x="57443" y="9472"/>
                  <a:pt x="56774" y="9612"/>
                </a:cubicBezTo>
                <a:cubicBezTo>
                  <a:pt x="56105" y="9751"/>
                  <a:pt x="55503" y="9751"/>
                  <a:pt x="54968" y="9612"/>
                </a:cubicBezTo>
                <a:cubicBezTo>
                  <a:pt x="49752" y="9751"/>
                  <a:pt x="46409" y="9960"/>
                  <a:pt x="44938" y="10238"/>
                </a:cubicBezTo>
                <a:cubicBezTo>
                  <a:pt x="43467" y="10517"/>
                  <a:pt x="42263" y="11283"/>
                  <a:pt x="41327" y="12537"/>
                </a:cubicBezTo>
                <a:cubicBezTo>
                  <a:pt x="41193" y="12815"/>
                  <a:pt x="39320" y="20129"/>
                  <a:pt x="35709" y="34476"/>
                </a:cubicBezTo>
                <a:cubicBezTo>
                  <a:pt x="32098" y="48824"/>
                  <a:pt x="28487" y="63868"/>
                  <a:pt x="24876" y="79609"/>
                </a:cubicBezTo>
                <a:cubicBezTo>
                  <a:pt x="21265" y="95350"/>
                  <a:pt x="19259" y="104613"/>
                  <a:pt x="18858" y="107399"/>
                </a:cubicBezTo>
                <a:cubicBezTo>
                  <a:pt x="18590" y="109349"/>
                  <a:pt x="18457" y="111369"/>
                  <a:pt x="18457" y="113458"/>
                </a:cubicBezTo>
                <a:cubicBezTo>
                  <a:pt x="18457" y="120981"/>
                  <a:pt x="20530" y="126901"/>
                  <a:pt x="24676" y="131219"/>
                </a:cubicBezTo>
                <a:cubicBezTo>
                  <a:pt x="28822" y="135537"/>
                  <a:pt x="34573" y="137696"/>
                  <a:pt x="41928" y="137696"/>
                </a:cubicBezTo>
                <a:cubicBezTo>
                  <a:pt x="50889" y="137696"/>
                  <a:pt x="59850" y="134562"/>
                  <a:pt x="68811" y="128294"/>
                </a:cubicBezTo>
                <a:cubicBezTo>
                  <a:pt x="77772" y="122025"/>
                  <a:pt x="84325" y="112553"/>
                  <a:pt x="88471" y="99877"/>
                </a:cubicBezTo>
                <a:lnTo>
                  <a:pt x="98702" y="57878"/>
                </a:lnTo>
                <a:cubicBezTo>
                  <a:pt x="104988" y="31133"/>
                  <a:pt x="108131" y="17203"/>
                  <a:pt x="108131" y="16089"/>
                </a:cubicBezTo>
                <a:cubicBezTo>
                  <a:pt x="108131" y="12328"/>
                  <a:pt x="103852" y="10169"/>
                  <a:pt x="95292" y="9612"/>
                </a:cubicBezTo>
                <a:cubicBezTo>
                  <a:pt x="92082" y="9612"/>
                  <a:pt x="90477" y="8845"/>
                  <a:pt x="90477" y="7313"/>
                </a:cubicBezTo>
                <a:cubicBezTo>
                  <a:pt x="90477" y="7035"/>
                  <a:pt x="90611" y="6199"/>
                  <a:pt x="90878" y="4806"/>
                </a:cubicBezTo>
                <a:cubicBezTo>
                  <a:pt x="91413" y="2577"/>
                  <a:pt x="91815" y="1254"/>
                  <a:pt x="92082" y="836"/>
                </a:cubicBezTo>
                <a:cubicBezTo>
                  <a:pt x="92350" y="418"/>
                  <a:pt x="93018" y="139"/>
                  <a:pt x="94088" y="0"/>
                </a:cubicBezTo>
                <a:cubicBezTo>
                  <a:pt x="94490" y="0"/>
                  <a:pt x="96629" y="70"/>
                  <a:pt x="100508" y="209"/>
                </a:cubicBezTo>
                <a:cubicBezTo>
                  <a:pt x="104387" y="348"/>
                  <a:pt x="110004" y="488"/>
                  <a:pt x="117360" y="627"/>
                </a:cubicBezTo>
                <a:cubicBezTo>
                  <a:pt x="124181" y="627"/>
                  <a:pt x="129396" y="557"/>
                  <a:pt x="133008" y="418"/>
                </a:cubicBezTo>
                <a:cubicBezTo>
                  <a:pt x="136619" y="279"/>
                  <a:pt x="138558" y="209"/>
                  <a:pt x="138825" y="209"/>
                </a:cubicBezTo>
                <a:cubicBezTo>
                  <a:pt x="140832" y="209"/>
                  <a:pt x="141835" y="905"/>
                  <a:pt x="141835" y="2298"/>
                </a:cubicBezTo>
                <a:cubicBezTo>
                  <a:pt x="141835" y="5363"/>
                  <a:pt x="141300" y="7452"/>
                  <a:pt x="140230" y="8567"/>
                </a:cubicBezTo>
                <a:cubicBezTo>
                  <a:pt x="139828" y="9263"/>
                  <a:pt x="138357" y="9612"/>
                  <a:pt x="135816" y="9612"/>
                </a:cubicBezTo>
                <a:cubicBezTo>
                  <a:pt x="126320" y="10169"/>
                  <a:pt x="120369" y="12955"/>
                  <a:pt x="117961" y="17969"/>
                </a:cubicBezTo>
                <a:cubicBezTo>
                  <a:pt x="117694" y="18666"/>
                  <a:pt x="114350" y="32108"/>
                  <a:pt x="107931" y="58296"/>
                </a:cubicBezTo>
                <a:cubicBezTo>
                  <a:pt x="102447" y="81838"/>
                  <a:pt x="99104" y="95698"/>
                  <a:pt x="97900" y="99877"/>
                </a:cubicBezTo>
                <a:cubicBezTo>
                  <a:pt x="93486" y="113807"/>
                  <a:pt x="85796" y="125159"/>
                  <a:pt x="74829" y="133935"/>
                </a:cubicBezTo>
                <a:cubicBezTo>
                  <a:pt x="63862" y="142711"/>
                  <a:pt x="52494" y="147169"/>
                  <a:pt x="40725" y="147308"/>
                </a:cubicBezTo>
                <a:cubicBezTo>
                  <a:pt x="28420" y="147308"/>
                  <a:pt x="18590" y="143408"/>
                  <a:pt x="11234" y="135607"/>
                </a:cubicBezTo>
                <a:cubicBezTo>
                  <a:pt x="3879" y="127806"/>
                  <a:pt x="134" y="118543"/>
                  <a:pt x="0" y="107817"/>
                </a:cubicBezTo>
                <a:lnTo>
                  <a:pt x="0" y="104474"/>
                </a:lnTo>
                <a:cubicBezTo>
                  <a:pt x="0" y="101966"/>
                  <a:pt x="3678" y="85390"/>
                  <a:pt x="11034" y="54744"/>
                </a:cubicBezTo>
                <a:cubicBezTo>
                  <a:pt x="17587" y="26745"/>
                  <a:pt x="20864" y="12328"/>
                  <a:pt x="20864" y="11492"/>
                </a:cubicBezTo>
                <a:cubicBezTo>
                  <a:pt x="20864" y="10517"/>
                  <a:pt x="17052" y="9890"/>
                  <a:pt x="9429" y="961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00"/>
              </a:srgbClr>
            </a:solidFill>
            <a:miter/>
          </a:ln>
        </p:spPr>
      </p:sp>
      <p:sp>
        <p:nvSpPr>
          <p:cNvPr id="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B80722-883B-4740-A8D1-3808548D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514" y="668437"/>
            <a:ext cx="59712" cy="101635"/>
          </a:xfrm>
          <a:custGeom xmlns:a="http://schemas.openxmlformats.org/drawingml/2006/main">
            <a:pathLst>
              <a:path w="59712" h="101635">
                <a:moveTo>
                  <a:pt x="8085" y="11966"/>
                </a:moveTo>
                <a:cubicBezTo>
                  <a:pt x="13380" y="3989"/>
                  <a:pt x="20613" y="0"/>
                  <a:pt x="29785" y="0"/>
                </a:cubicBezTo>
                <a:cubicBezTo>
                  <a:pt x="34324" y="0"/>
                  <a:pt x="38863" y="1280"/>
                  <a:pt x="43401" y="3841"/>
                </a:cubicBezTo>
                <a:cubicBezTo>
                  <a:pt x="47940" y="6401"/>
                  <a:pt x="51628" y="10932"/>
                  <a:pt x="54464" y="17432"/>
                </a:cubicBezTo>
                <a:cubicBezTo>
                  <a:pt x="57963" y="25606"/>
                  <a:pt x="59712" y="36833"/>
                  <a:pt x="59712" y="51113"/>
                </a:cubicBezTo>
                <a:cubicBezTo>
                  <a:pt x="59712" y="66378"/>
                  <a:pt x="57679" y="78048"/>
                  <a:pt x="53613" y="86124"/>
                </a:cubicBezTo>
                <a:cubicBezTo>
                  <a:pt x="51722" y="90260"/>
                  <a:pt x="49122" y="93560"/>
                  <a:pt x="45813" y="96022"/>
                </a:cubicBezTo>
                <a:cubicBezTo>
                  <a:pt x="42503" y="98484"/>
                  <a:pt x="39619" y="100010"/>
                  <a:pt x="37161" y="100601"/>
                </a:cubicBezTo>
                <a:cubicBezTo>
                  <a:pt x="34702" y="101192"/>
                  <a:pt x="32291" y="101537"/>
                  <a:pt x="29927" y="101635"/>
                </a:cubicBezTo>
                <a:cubicBezTo>
                  <a:pt x="27469" y="101635"/>
                  <a:pt x="25010" y="101340"/>
                  <a:pt x="22552" y="100749"/>
                </a:cubicBezTo>
                <a:cubicBezTo>
                  <a:pt x="20093" y="100158"/>
                  <a:pt x="17209" y="98582"/>
                  <a:pt x="13900" y="96022"/>
                </a:cubicBezTo>
                <a:cubicBezTo>
                  <a:pt x="10590" y="93461"/>
                  <a:pt x="7990" y="90162"/>
                  <a:pt x="6099" y="86124"/>
                </a:cubicBezTo>
                <a:cubicBezTo>
                  <a:pt x="2033" y="78048"/>
                  <a:pt x="0" y="66378"/>
                  <a:pt x="0" y="51113"/>
                </a:cubicBezTo>
                <a:cubicBezTo>
                  <a:pt x="0" y="33977"/>
                  <a:pt x="2695" y="20928"/>
                  <a:pt x="8085" y="11966"/>
                </a:cubicBezTo>
                <a:close/>
                <a:moveTo>
                  <a:pt x="39997" y="10193"/>
                </a:moveTo>
                <a:cubicBezTo>
                  <a:pt x="37161" y="7042"/>
                  <a:pt x="33804" y="5466"/>
                  <a:pt x="29927" y="5466"/>
                </a:cubicBezTo>
                <a:cubicBezTo>
                  <a:pt x="25956" y="5466"/>
                  <a:pt x="22552" y="7042"/>
                  <a:pt x="19715" y="10193"/>
                </a:cubicBezTo>
                <a:cubicBezTo>
                  <a:pt x="17351" y="12754"/>
                  <a:pt x="15791" y="16299"/>
                  <a:pt x="15034" y="20829"/>
                </a:cubicBezTo>
                <a:cubicBezTo>
                  <a:pt x="14278" y="25360"/>
                  <a:pt x="13900" y="34814"/>
                  <a:pt x="13900" y="49193"/>
                </a:cubicBezTo>
                <a:cubicBezTo>
                  <a:pt x="13900" y="64753"/>
                  <a:pt x="14278" y="74995"/>
                  <a:pt x="15034" y="79920"/>
                </a:cubicBezTo>
                <a:cubicBezTo>
                  <a:pt x="15791" y="84844"/>
                  <a:pt x="17493" y="88734"/>
                  <a:pt x="20141" y="91590"/>
                </a:cubicBezTo>
                <a:cubicBezTo>
                  <a:pt x="22788" y="94544"/>
                  <a:pt x="26050" y="96022"/>
                  <a:pt x="29927" y="96022"/>
                </a:cubicBezTo>
                <a:cubicBezTo>
                  <a:pt x="33709" y="96022"/>
                  <a:pt x="36924" y="94544"/>
                  <a:pt x="39572" y="91590"/>
                </a:cubicBezTo>
                <a:cubicBezTo>
                  <a:pt x="42314" y="88635"/>
                  <a:pt x="44016" y="84499"/>
                  <a:pt x="44678" y="79181"/>
                </a:cubicBezTo>
                <a:cubicBezTo>
                  <a:pt x="45340" y="73863"/>
                  <a:pt x="45718" y="63867"/>
                  <a:pt x="45813" y="49193"/>
                </a:cubicBezTo>
                <a:cubicBezTo>
                  <a:pt x="45813" y="34913"/>
                  <a:pt x="45434" y="25507"/>
                  <a:pt x="44678" y="20977"/>
                </a:cubicBezTo>
                <a:cubicBezTo>
                  <a:pt x="43921" y="16447"/>
                  <a:pt x="42361" y="12852"/>
                  <a:pt x="39997" y="101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0A8C3C-F6CE-4F43-8E07-582739D4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514" y="668437"/>
            <a:ext cx="59712" cy="101635"/>
          </a:xfrm>
          <a:custGeom xmlns:a="http://schemas.openxmlformats.org/drawingml/2006/main">
            <a:pathLst>
              <a:path w="59712" h="101635" fill="none">
                <a:moveTo>
                  <a:pt x="8085" y="11966"/>
                </a:moveTo>
                <a:cubicBezTo>
                  <a:pt x="13380" y="3989"/>
                  <a:pt x="20613" y="0"/>
                  <a:pt x="29785" y="0"/>
                </a:cubicBezTo>
                <a:cubicBezTo>
                  <a:pt x="34324" y="0"/>
                  <a:pt x="38863" y="1280"/>
                  <a:pt x="43401" y="3841"/>
                </a:cubicBezTo>
                <a:cubicBezTo>
                  <a:pt x="47940" y="6401"/>
                  <a:pt x="51628" y="10932"/>
                  <a:pt x="54464" y="17432"/>
                </a:cubicBezTo>
                <a:cubicBezTo>
                  <a:pt x="57963" y="25606"/>
                  <a:pt x="59712" y="36833"/>
                  <a:pt x="59712" y="51113"/>
                </a:cubicBezTo>
                <a:cubicBezTo>
                  <a:pt x="59712" y="66378"/>
                  <a:pt x="57679" y="78048"/>
                  <a:pt x="53613" y="86124"/>
                </a:cubicBezTo>
                <a:cubicBezTo>
                  <a:pt x="51722" y="90260"/>
                  <a:pt x="49122" y="93560"/>
                  <a:pt x="45813" y="96022"/>
                </a:cubicBezTo>
                <a:cubicBezTo>
                  <a:pt x="42503" y="98484"/>
                  <a:pt x="39619" y="100010"/>
                  <a:pt x="37161" y="100601"/>
                </a:cubicBezTo>
                <a:cubicBezTo>
                  <a:pt x="34702" y="101192"/>
                  <a:pt x="32291" y="101537"/>
                  <a:pt x="29927" y="101635"/>
                </a:cubicBezTo>
                <a:cubicBezTo>
                  <a:pt x="27469" y="101635"/>
                  <a:pt x="25010" y="101340"/>
                  <a:pt x="22552" y="100749"/>
                </a:cubicBezTo>
                <a:cubicBezTo>
                  <a:pt x="20093" y="100158"/>
                  <a:pt x="17209" y="98582"/>
                  <a:pt x="13900" y="96022"/>
                </a:cubicBezTo>
                <a:cubicBezTo>
                  <a:pt x="10590" y="93461"/>
                  <a:pt x="7990" y="90162"/>
                  <a:pt x="6099" y="86124"/>
                </a:cubicBezTo>
                <a:cubicBezTo>
                  <a:pt x="2033" y="78048"/>
                  <a:pt x="0" y="66378"/>
                  <a:pt x="0" y="51113"/>
                </a:cubicBezTo>
                <a:cubicBezTo>
                  <a:pt x="0" y="33977"/>
                  <a:pt x="2695" y="20928"/>
                  <a:pt x="8085" y="11966"/>
                </a:cubicBezTo>
                <a:close/>
                <a:moveTo>
                  <a:pt x="39997" y="10193"/>
                </a:moveTo>
                <a:cubicBezTo>
                  <a:pt x="37161" y="7042"/>
                  <a:pt x="33804" y="5466"/>
                  <a:pt x="29927" y="5466"/>
                </a:cubicBezTo>
                <a:cubicBezTo>
                  <a:pt x="25956" y="5466"/>
                  <a:pt x="22552" y="7042"/>
                  <a:pt x="19715" y="10193"/>
                </a:cubicBezTo>
                <a:cubicBezTo>
                  <a:pt x="17351" y="12754"/>
                  <a:pt x="15791" y="16299"/>
                  <a:pt x="15034" y="20829"/>
                </a:cubicBezTo>
                <a:cubicBezTo>
                  <a:pt x="14278" y="25360"/>
                  <a:pt x="13900" y="34814"/>
                  <a:pt x="13900" y="49193"/>
                </a:cubicBezTo>
                <a:cubicBezTo>
                  <a:pt x="13900" y="64753"/>
                  <a:pt x="14278" y="74995"/>
                  <a:pt x="15034" y="79920"/>
                </a:cubicBezTo>
                <a:cubicBezTo>
                  <a:pt x="15791" y="84844"/>
                  <a:pt x="17493" y="88734"/>
                  <a:pt x="20141" y="91590"/>
                </a:cubicBezTo>
                <a:cubicBezTo>
                  <a:pt x="22788" y="94544"/>
                  <a:pt x="26050" y="96022"/>
                  <a:pt x="29927" y="96022"/>
                </a:cubicBezTo>
                <a:cubicBezTo>
                  <a:pt x="33709" y="96022"/>
                  <a:pt x="36924" y="94544"/>
                  <a:pt x="39572" y="91590"/>
                </a:cubicBezTo>
                <a:cubicBezTo>
                  <a:pt x="42314" y="88635"/>
                  <a:pt x="44016" y="84499"/>
                  <a:pt x="44678" y="79181"/>
                </a:cubicBezTo>
                <a:cubicBezTo>
                  <a:pt x="45340" y="73863"/>
                  <a:pt x="45718" y="63867"/>
                  <a:pt x="45813" y="49193"/>
                </a:cubicBezTo>
                <a:cubicBezTo>
                  <a:pt x="45813" y="34913"/>
                  <a:pt x="45434" y="25507"/>
                  <a:pt x="44678" y="20977"/>
                </a:cubicBezTo>
                <a:cubicBezTo>
                  <a:pt x="43921" y="16447"/>
                  <a:pt x="42361" y="12852"/>
                  <a:pt x="39997" y="101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8980"/>
              </a:srgbClr>
            </a:solidFill>
            <a:miter/>
          </a:ln>
        </p:spPr>
      </p:sp>
      <p:sp>
        <p:nvSpPr>
          <p:cNvPr id="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46CEAC-7D5F-4CFB-88CA-FB3C4A27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962" y="748947"/>
            <a:ext cx="18722" cy="46632"/>
          </a:xfrm>
          <a:custGeom xmlns:a="http://schemas.openxmlformats.org/drawingml/2006/main">
            <a:pathLst>
              <a:path w="18722" h="46632">
                <a:moveTo>
                  <a:pt x="0" y="12704"/>
                </a:moveTo>
                <a:cubicBezTo>
                  <a:pt x="0" y="12704"/>
                  <a:pt x="0" y="11473"/>
                  <a:pt x="0" y="9011"/>
                </a:cubicBezTo>
                <a:cubicBezTo>
                  <a:pt x="0" y="6549"/>
                  <a:pt x="756" y="4432"/>
                  <a:pt x="2269" y="2659"/>
                </a:cubicBezTo>
                <a:cubicBezTo>
                  <a:pt x="3782" y="886"/>
                  <a:pt x="5815" y="0"/>
                  <a:pt x="8368" y="0"/>
                </a:cubicBezTo>
                <a:cubicBezTo>
                  <a:pt x="11016" y="0"/>
                  <a:pt x="13380" y="1231"/>
                  <a:pt x="15460" y="3693"/>
                </a:cubicBezTo>
                <a:cubicBezTo>
                  <a:pt x="17540" y="6155"/>
                  <a:pt x="18628" y="10489"/>
                  <a:pt x="18722" y="16693"/>
                </a:cubicBezTo>
                <a:cubicBezTo>
                  <a:pt x="18722" y="20140"/>
                  <a:pt x="18297" y="23488"/>
                  <a:pt x="17446" y="26738"/>
                </a:cubicBezTo>
                <a:cubicBezTo>
                  <a:pt x="16595" y="29988"/>
                  <a:pt x="15602" y="32795"/>
                  <a:pt x="14467" y="35159"/>
                </a:cubicBezTo>
                <a:cubicBezTo>
                  <a:pt x="13332" y="37522"/>
                  <a:pt x="12103" y="39541"/>
                  <a:pt x="10779" y="41215"/>
                </a:cubicBezTo>
                <a:cubicBezTo>
                  <a:pt x="9456" y="42890"/>
                  <a:pt x="8321" y="44219"/>
                  <a:pt x="7375" y="45204"/>
                </a:cubicBezTo>
                <a:cubicBezTo>
                  <a:pt x="6430" y="46189"/>
                  <a:pt x="5815" y="46632"/>
                  <a:pt x="5532" y="46534"/>
                </a:cubicBezTo>
                <a:cubicBezTo>
                  <a:pt x="5153" y="46534"/>
                  <a:pt x="4539" y="46090"/>
                  <a:pt x="3688" y="45204"/>
                </a:cubicBezTo>
                <a:cubicBezTo>
                  <a:pt x="2837" y="44318"/>
                  <a:pt x="2411" y="43678"/>
                  <a:pt x="2411" y="43284"/>
                </a:cubicBezTo>
                <a:cubicBezTo>
                  <a:pt x="2411" y="42890"/>
                  <a:pt x="2931" y="42102"/>
                  <a:pt x="3971" y="40920"/>
                </a:cubicBezTo>
                <a:cubicBezTo>
                  <a:pt x="5011" y="39738"/>
                  <a:pt x="6193" y="38261"/>
                  <a:pt x="7517" y="36488"/>
                </a:cubicBezTo>
                <a:cubicBezTo>
                  <a:pt x="8841" y="34716"/>
                  <a:pt x="10070" y="32253"/>
                  <a:pt x="11205" y="29102"/>
                </a:cubicBezTo>
                <a:cubicBezTo>
                  <a:pt x="12340" y="25950"/>
                  <a:pt x="13096" y="22356"/>
                  <a:pt x="13474" y="18318"/>
                </a:cubicBezTo>
                <a:lnTo>
                  <a:pt x="13474" y="16545"/>
                </a:lnTo>
                <a:lnTo>
                  <a:pt x="13332" y="16693"/>
                </a:lnTo>
                <a:cubicBezTo>
                  <a:pt x="13143" y="16791"/>
                  <a:pt x="12907" y="16890"/>
                  <a:pt x="12623" y="16988"/>
                </a:cubicBezTo>
                <a:cubicBezTo>
                  <a:pt x="12340" y="17087"/>
                  <a:pt x="12056" y="17235"/>
                  <a:pt x="11772" y="17432"/>
                </a:cubicBezTo>
                <a:cubicBezTo>
                  <a:pt x="11489" y="17629"/>
                  <a:pt x="11063" y="17727"/>
                  <a:pt x="10496" y="17727"/>
                </a:cubicBezTo>
                <a:cubicBezTo>
                  <a:pt x="9928" y="17727"/>
                  <a:pt x="9361" y="17776"/>
                  <a:pt x="8794" y="17875"/>
                </a:cubicBezTo>
                <a:cubicBezTo>
                  <a:pt x="6241" y="17875"/>
                  <a:pt x="4160" y="17038"/>
                  <a:pt x="2553" y="15363"/>
                </a:cubicBezTo>
                <a:lnTo>
                  <a:pt x="0" y="127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78ADF4-144B-4FDB-98FE-95FECAC5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962" y="748947"/>
            <a:ext cx="18722" cy="46632"/>
          </a:xfrm>
          <a:custGeom xmlns:a="http://schemas.openxmlformats.org/drawingml/2006/main">
            <a:pathLst>
              <a:path w="18722" h="46632" fill="none">
                <a:moveTo>
                  <a:pt x="0" y="12704"/>
                </a:moveTo>
                <a:cubicBezTo>
                  <a:pt x="0" y="12704"/>
                  <a:pt x="0" y="11473"/>
                  <a:pt x="0" y="9011"/>
                </a:cubicBezTo>
                <a:cubicBezTo>
                  <a:pt x="0" y="6549"/>
                  <a:pt x="756" y="4432"/>
                  <a:pt x="2269" y="2659"/>
                </a:cubicBezTo>
                <a:cubicBezTo>
                  <a:pt x="3782" y="886"/>
                  <a:pt x="5815" y="0"/>
                  <a:pt x="8368" y="0"/>
                </a:cubicBezTo>
                <a:cubicBezTo>
                  <a:pt x="11016" y="0"/>
                  <a:pt x="13380" y="1231"/>
                  <a:pt x="15460" y="3693"/>
                </a:cubicBezTo>
                <a:cubicBezTo>
                  <a:pt x="17540" y="6155"/>
                  <a:pt x="18628" y="10489"/>
                  <a:pt x="18722" y="16693"/>
                </a:cubicBezTo>
                <a:cubicBezTo>
                  <a:pt x="18722" y="20140"/>
                  <a:pt x="18297" y="23488"/>
                  <a:pt x="17446" y="26738"/>
                </a:cubicBezTo>
                <a:cubicBezTo>
                  <a:pt x="16595" y="29988"/>
                  <a:pt x="15602" y="32795"/>
                  <a:pt x="14467" y="35159"/>
                </a:cubicBezTo>
                <a:cubicBezTo>
                  <a:pt x="13332" y="37522"/>
                  <a:pt x="12103" y="39541"/>
                  <a:pt x="10779" y="41215"/>
                </a:cubicBezTo>
                <a:cubicBezTo>
                  <a:pt x="9456" y="42890"/>
                  <a:pt x="8321" y="44219"/>
                  <a:pt x="7375" y="45204"/>
                </a:cubicBezTo>
                <a:cubicBezTo>
                  <a:pt x="6430" y="46189"/>
                  <a:pt x="5815" y="46632"/>
                  <a:pt x="5532" y="46534"/>
                </a:cubicBezTo>
                <a:cubicBezTo>
                  <a:pt x="5153" y="46534"/>
                  <a:pt x="4539" y="46090"/>
                  <a:pt x="3688" y="45204"/>
                </a:cubicBezTo>
                <a:cubicBezTo>
                  <a:pt x="2837" y="44318"/>
                  <a:pt x="2411" y="43678"/>
                  <a:pt x="2411" y="43284"/>
                </a:cubicBezTo>
                <a:cubicBezTo>
                  <a:pt x="2411" y="42890"/>
                  <a:pt x="2931" y="42102"/>
                  <a:pt x="3971" y="40920"/>
                </a:cubicBezTo>
                <a:cubicBezTo>
                  <a:pt x="5011" y="39738"/>
                  <a:pt x="6193" y="38261"/>
                  <a:pt x="7517" y="36488"/>
                </a:cubicBezTo>
                <a:cubicBezTo>
                  <a:pt x="8841" y="34716"/>
                  <a:pt x="10070" y="32253"/>
                  <a:pt x="11205" y="29102"/>
                </a:cubicBezTo>
                <a:cubicBezTo>
                  <a:pt x="12340" y="25950"/>
                  <a:pt x="13096" y="22356"/>
                  <a:pt x="13474" y="18318"/>
                </a:cubicBezTo>
                <a:lnTo>
                  <a:pt x="13474" y="16545"/>
                </a:lnTo>
                <a:lnTo>
                  <a:pt x="13332" y="16693"/>
                </a:lnTo>
                <a:cubicBezTo>
                  <a:pt x="13143" y="16791"/>
                  <a:pt x="12907" y="16890"/>
                  <a:pt x="12623" y="16988"/>
                </a:cubicBezTo>
                <a:cubicBezTo>
                  <a:pt x="12340" y="17087"/>
                  <a:pt x="12056" y="17235"/>
                  <a:pt x="11772" y="17432"/>
                </a:cubicBezTo>
                <a:cubicBezTo>
                  <a:pt x="11489" y="17629"/>
                  <a:pt x="11063" y="17727"/>
                  <a:pt x="10496" y="17727"/>
                </a:cubicBezTo>
                <a:cubicBezTo>
                  <a:pt x="9928" y="17727"/>
                  <a:pt x="9361" y="17776"/>
                  <a:pt x="8794" y="17875"/>
                </a:cubicBezTo>
                <a:cubicBezTo>
                  <a:pt x="6241" y="17875"/>
                  <a:pt x="4160" y="17038"/>
                  <a:pt x="2553" y="15363"/>
                </a:cubicBezTo>
                <a:lnTo>
                  <a:pt x="0" y="127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8980"/>
              </a:srgbClr>
            </a:solidFill>
            <a:miter/>
          </a:ln>
        </p:spPr>
      </p:sp>
      <p:sp>
        <p:nvSpPr>
          <p:cNvPr id="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D8974D-9778-447A-BA7C-9A7F8DC2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861" y="668437"/>
            <a:ext cx="59712" cy="101635"/>
          </a:xfrm>
          <a:custGeom xmlns:a="http://schemas.openxmlformats.org/drawingml/2006/main">
            <a:pathLst>
              <a:path w="59712" h="101635">
                <a:moveTo>
                  <a:pt x="8085" y="11966"/>
                </a:moveTo>
                <a:cubicBezTo>
                  <a:pt x="13380" y="3989"/>
                  <a:pt x="20613" y="0"/>
                  <a:pt x="29785" y="0"/>
                </a:cubicBezTo>
                <a:cubicBezTo>
                  <a:pt x="34324" y="0"/>
                  <a:pt x="38863" y="1280"/>
                  <a:pt x="43401" y="3841"/>
                </a:cubicBezTo>
                <a:cubicBezTo>
                  <a:pt x="47940" y="6401"/>
                  <a:pt x="51628" y="10932"/>
                  <a:pt x="54464" y="17432"/>
                </a:cubicBezTo>
                <a:cubicBezTo>
                  <a:pt x="57963" y="25606"/>
                  <a:pt x="59712" y="36833"/>
                  <a:pt x="59712" y="51113"/>
                </a:cubicBezTo>
                <a:cubicBezTo>
                  <a:pt x="59712" y="66378"/>
                  <a:pt x="57679" y="78048"/>
                  <a:pt x="53613" y="86124"/>
                </a:cubicBezTo>
                <a:cubicBezTo>
                  <a:pt x="51722" y="90260"/>
                  <a:pt x="49122" y="93560"/>
                  <a:pt x="45813" y="96022"/>
                </a:cubicBezTo>
                <a:cubicBezTo>
                  <a:pt x="42503" y="98484"/>
                  <a:pt x="39619" y="100010"/>
                  <a:pt x="37161" y="100601"/>
                </a:cubicBezTo>
                <a:cubicBezTo>
                  <a:pt x="34702" y="101192"/>
                  <a:pt x="32291" y="101537"/>
                  <a:pt x="29927" y="101635"/>
                </a:cubicBezTo>
                <a:cubicBezTo>
                  <a:pt x="27469" y="101635"/>
                  <a:pt x="25010" y="101340"/>
                  <a:pt x="22552" y="100749"/>
                </a:cubicBezTo>
                <a:cubicBezTo>
                  <a:pt x="20093" y="100158"/>
                  <a:pt x="17209" y="98582"/>
                  <a:pt x="13900" y="96022"/>
                </a:cubicBezTo>
                <a:cubicBezTo>
                  <a:pt x="10590" y="93461"/>
                  <a:pt x="7990" y="90162"/>
                  <a:pt x="6099" y="86124"/>
                </a:cubicBezTo>
                <a:cubicBezTo>
                  <a:pt x="2033" y="78048"/>
                  <a:pt x="0" y="66378"/>
                  <a:pt x="0" y="51113"/>
                </a:cubicBezTo>
                <a:cubicBezTo>
                  <a:pt x="0" y="33977"/>
                  <a:pt x="2695" y="20928"/>
                  <a:pt x="8085" y="11966"/>
                </a:cubicBezTo>
                <a:close/>
                <a:moveTo>
                  <a:pt x="39997" y="10193"/>
                </a:moveTo>
                <a:cubicBezTo>
                  <a:pt x="37161" y="7042"/>
                  <a:pt x="33804" y="5466"/>
                  <a:pt x="29927" y="5466"/>
                </a:cubicBezTo>
                <a:cubicBezTo>
                  <a:pt x="25956" y="5466"/>
                  <a:pt x="22552" y="7042"/>
                  <a:pt x="19715" y="10193"/>
                </a:cubicBezTo>
                <a:cubicBezTo>
                  <a:pt x="17351" y="12754"/>
                  <a:pt x="15791" y="16299"/>
                  <a:pt x="15034" y="20829"/>
                </a:cubicBezTo>
                <a:cubicBezTo>
                  <a:pt x="14278" y="25360"/>
                  <a:pt x="13900" y="34814"/>
                  <a:pt x="13900" y="49193"/>
                </a:cubicBezTo>
                <a:cubicBezTo>
                  <a:pt x="13900" y="64753"/>
                  <a:pt x="14278" y="74995"/>
                  <a:pt x="15034" y="79920"/>
                </a:cubicBezTo>
                <a:cubicBezTo>
                  <a:pt x="15791" y="84844"/>
                  <a:pt x="17493" y="88734"/>
                  <a:pt x="20141" y="91590"/>
                </a:cubicBezTo>
                <a:cubicBezTo>
                  <a:pt x="22788" y="94544"/>
                  <a:pt x="26050" y="96022"/>
                  <a:pt x="29927" y="96022"/>
                </a:cubicBezTo>
                <a:cubicBezTo>
                  <a:pt x="33709" y="96022"/>
                  <a:pt x="36924" y="94544"/>
                  <a:pt x="39572" y="91590"/>
                </a:cubicBezTo>
                <a:cubicBezTo>
                  <a:pt x="42314" y="88635"/>
                  <a:pt x="44016" y="84499"/>
                  <a:pt x="44678" y="79181"/>
                </a:cubicBezTo>
                <a:cubicBezTo>
                  <a:pt x="45340" y="73863"/>
                  <a:pt x="45718" y="63867"/>
                  <a:pt x="45813" y="49193"/>
                </a:cubicBezTo>
                <a:cubicBezTo>
                  <a:pt x="45813" y="34913"/>
                  <a:pt x="45434" y="25507"/>
                  <a:pt x="44678" y="20977"/>
                </a:cubicBezTo>
                <a:cubicBezTo>
                  <a:pt x="43921" y="16447"/>
                  <a:pt x="42361" y="12852"/>
                  <a:pt x="39997" y="101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996A94-C3F1-46A3-9003-5E0E3B39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861" y="668437"/>
            <a:ext cx="59712" cy="101635"/>
          </a:xfrm>
          <a:custGeom xmlns:a="http://schemas.openxmlformats.org/drawingml/2006/main">
            <a:pathLst>
              <a:path w="59712" h="101635" fill="none">
                <a:moveTo>
                  <a:pt x="8085" y="11966"/>
                </a:moveTo>
                <a:cubicBezTo>
                  <a:pt x="13380" y="3989"/>
                  <a:pt x="20613" y="0"/>
                  <a:pt x="29785" y="0"/>
                </a:cubicBezTo>
                <a:cubicBezTo>
                  <a:pt x="34324" y="0"/>
                  <a:pt x="38863" y="1280"/>
                  <a:pt x="43401" y="3841"/>
                </a:cubicBezTo>
                <a:cubicBezTo>
                  <a:pt x="47940" y="6401"/>
                  <a:pt x="51628" y="10932"/>
                  <a:pt x="54464" y="17432"/>
                </a:cubicBezTo>
                <a:cubicBezTo>
                  <a:pt x="57963" y="25606"/>
                  <a:pt x="59712" y="36833"/>
                  <a:pt x="59712" y="51113"/>
                </a:cubicBezTo>
                <a:cubicBezTo>
                  <a:pt x="59712" y="66378"/>
                  <a:pt x="57679" y="78048"/>
                  <a:pt x="53613" y="86124"/>
                </a:cubicBezTo>
                <a:cubicBezTo>
                  <a:pt x="51722" y="90260"/>
                  <a:pt x="49122" y="93560"/>
                  <a:pt x="45813" y="96022"/>
                </a:cubicBezTo>
                <a:cubicBezTo>
                  <a:pt x="42503" y="98484"/>
                  <a:pt x="39619" y="100010"/>
                  <a:pt x="37161" y="100601"/>
                </a:cubicBezTo>
                <a:cubicBezTo>
                  <a:pt x="34702" y="101192"/>
                  <a:pt x="32291" y="101537"/>
                  <a:pt x="29927" y="101635"/>
                </a:cubicBezTo>
                <a:cubicBezTo>
                  <a:pt x="27469" y="101635"/>
                  <a:pt x="25010" y="101340"/>
                  <a:pt x="22552" y="100749"/>
                </a:cubicBezTo>
                <a:cubicBezTo>
                  <a:pt x="20093" y="100158"/>
                  <a:pt x="17209" y="98582"/>
                  <a:pt x="13900" y="96022"/>
                </a:cubicBezTo>
                <a:cubicBezTo>
                  <a:pt x="10590" y="93461"/>
                  <a:pt x="7990" y="90162"/>
                  <a:pt x="6099" y="86124"/>
                </a:cubicBezTo>
                <a:cubicBezTo>
                  <a:pt x="2033" y="78048"/>
                  <a:pt x="0" y="66378"/>
                  <a:pt x="0" y="51113"/>
                </a:cubicBezTo>
                <a:cubicBezTo>
                  <a:pt x="0" y="33977"/>
                  <a:pt x="2695" y="20928"/>
                  <a:pt x="8085" y="11966"/>
                </a:cubicBezTo>
                <a:close/>
                <a:moveTo>
                  <a:pt x="39997" y="10193"/>
                </a:moveTo>
                <a:cubicBezTo>
                  <a:pt x="37161" y="7042"/>
                  <a:pt x="33804" y="5466"/>
                  <a:pt x="29927" y="5466"/>
                </a:cubicBezTo>
                <a:cubicBezTo>
                  <a:pt x="25956" y="5466"/>
                  <a:pt x="22552" y="7042"/>
                  <a:pt x="19715" y="10193"/>
                </a:cubicBezTo>
                <a:cubicBezTo>
                  <a:pt x="17351" y="12754"/>
                  <a:pt x="15791" y="16299"/>
                  <a:pt x="15034" y="20829"/>
                </a:cubicBezTo>
                <a:cubicBezTo>
                  <a:pt x="14278" y="25360"/>
                  <a:pt x="13900" y="34814"/>
                  <a:pt x="13900" y="49193"/>
                </a:cubicBezTo>
                <a:cubicBezTo>
                  <a:pt x="13900" y="64753"/>
                  <a:pt x="14278" y="74995"/>
                  <a:pt x="15034" y="79920"/>
                </a:cubicBezTo>
                <a:cubicBezTo>
                  <a:pt x="15791" y="84844"/>
                  <a:pt x="17493" y="88734"/>
                  <a:pt x="20141" y="91590"/>
                </a:cubicBezTo>
                <a:cubicBezTo>
                  <a:pt x="22788" y="94544"/>
                  <a:pt x="26050" y="96022"/>
                  <a:pt x="29927" y="96022"/>
                </a:cubicBezTo>
                <a:cubicBezTo>
                  <a:pt x="33709" y="96022"/>
                  <a:pt x="36924" y="94544"/>
                  <a:pt x="39572" y="91590"/>
                </a:cubicBezTo>
                <a:cubicBezTo>
                  <a:pt x="42314" y="88635"/>
                  <a:pt x="44016" y="84499"/>
                  <a:pt x="44678" y="79181"/>
                </a:cubicBezTo>
                <a:cubicBezTo>
                  <a:pt x="45340" y="73863"/>
                  <a:pt x="45718" y="63867"/>
                  <a:pt x="45813" y="49193"/>
                </a:cubicBezTo>
                <a:cubicBezTo>
                  <a:pt x="45813" y="34913"/>
                  <a:pt x="45434" y="25507"/>
                  <a:pt x="44678" y="20977"/>
                </a:cubicBezTo>
                <a:cubicBezTo>
                  <a:pt x="43921" y="16447"/>
                  <a:pt x="42361" y="12852"/>
                  <a:pt x="39997" y="101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8980"/>
              </a:srgbClr>
            </a:solidFill>
            <a:miter/>
          </a:ln>
        </p:spPr>
      </p:sp>
      <p:sp>
        <p:nvSpPr>
          <p:cNvPr id="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BF3BBA-0045-4961-BBA5-8349E7D8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1342" y="578770"/>
            <a:ext cx="44871" cy="208947"/>
          </a:xfrm>
          <a:custGeom xmlns:a="http://schemas.openxmlformats.org/drawingml/2006/main">
            <a:pathLst>
              <a:path w="44871" h="208947">
                <a:moveTo>
                  <a:pt x="0" y="3761"/>
                </a:moveTo>
                <a:cubicBezTo>
                  <a:pt x="134" y="2786"/>
                  <a:pt x="535" y="1950"/>
                  <a:pt x="1204" y="1254"/>
                </a:cubicBezTo>
                <a:cubicBezTo>
                  <a:pt x="1872" y="557"/>
                  <a:pt x="2809" y="139"/>
                  <a:pt x="4012" y="0"/>
                </a:cubicBezTo>
                <a:cubicBezTo>
                  <a:pt x="5350" y="0"/>
                  <a:pt x="6487" y="696"/>
                  <a:pt x="7423" y="2089"/>
                </a:cubicBezTo>
                <a:cubicBezTo>
                  <a:pt x="7824" y="3065"/>
                  <a:pt x="14110" y="20198"/>
                  <a:pt x="26281" y="53491"/>
                </a:cubicBezTo>
                <a:cubicBezTo>
                  <a:pt x="38451" y="86783"/>
                  <a:pt x="44603" y="103777"/>
                  <a:pt x="44737" y="104474"/>
                </a:cubicBezTo>
                <a:cubicBezTo>
                  <a:pt x="44871" y="105170"/>
                  <a:pt x="38786" y="122165"/>
                  <a:pt x="26481" y="155457"/>
                </a:cubicBezTo>
                <a:cubicBezTo>
                  <a:pt x="14177" y="188749"/>
                  <a:pt x="7824" y="205883"/>
                  <a:pt x="7423" y="206858"/>
                </a:cubicBezTo>
                <a:cubicBezTo>
                  <a:pt x="6487" y="208251"/>
                  <a:pt x="5350" y="208947"/>
                  <a:pt x="4012" y="208947"/>
                </a:cubicBezTo>
                <a:cubicBezTo>
                  <a:pt x="2942" y="208947"/>
                  <a:pt x="2073" y="208599"/>
                  <a:pt x="1404" y="207903"/>
                </a:cubicBezTo>
                <a:cubicBezTo>
                  <a:pt x="736" y="207206"/>
                  <a:pt x="267" y="206301"/>
                  <a:pt x="0" y="205186"/>
                </a:cubicBezTo>
                <a:cubicBezTo>
                  <a:pt x="0" y="204490"/>
                  <a:pt x="6018" y="187565"/>
                  <a:pt x="18055" y="154412"/>
                </a:cubicBezTo>
                <a:cubicBezTo>
                  <a:pt x="30226" y="121398"/>
                  <a:pt x="36311" y="104752"/>
                  <a:pt x="36311" y="104474"/>
                </a:cubicBezTo>
                <a:cubicBezTo>
                  <a:pt x="36311" y="104195"/>
                  <a:pt x="30226" y="87549"/>
                  <a:pt x="18055" y="54535"/>
                </a:cubicBezTo>
                <a:cubicBezTo>
                  <a:pt x="6018" y="21382"/>
                  <a:pt x="0" y="4458"/>
                  <a:pt x="0" y="37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5FB8CB-2F98-40C4-BE40-78020EA1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1342" y="578770"/>
            <a:ext cx="44871" cy="208947"/>
          </a:xfrm>
          <a:custGeom xmlns:a="http://schemas.openxmlformats.org/drawingml/2006/main">
            <a:pathLst>
              <a:path w="44871" h="208947" fill="none">
                <a:moveTo>
                  <a:pt x="0" y="3761"/>
                </a:moveTo>
                <a:cubicBezTo>
                  <a:pt x="134" y="2786"/>
                  <a:pt x="535" y="1950"/>
                  <a:pt x="1204" y="1254"/>
                </a:cubicBezTo>
                <a:cubicBezTo>
                  <a:pt x="1872" y="557"/>
                  <a:pt x="2809" y="139"/>
                  <a:pt x="4012" y="0"/>
                </a:cubicBezTo>
                <a:cubicBezTo>
                  <a:pt x="5350" y="0"/>
                  <a:pt x="6487" y="696"/>
                  <a:pt x="7423" y="2089"/>
                </a:cubicBezTo>
                <a:cubicBezTo>
                  <a:pt x="7824" y="3065"/>
                  <a:pt x="14110" y="20198"/>
                  <a:pt x="26281" y="53491"/>
                </a:cubicBezTo>
                <a:cubicBezTo>
                  <a:pt x="38451" y="86783"/>
                  <a:pt x="44603" y="103777"/>
                  <a:pt x="44737" y="104474"/>
                </a:cubicBezTo>
                <a:cubicBezTo>
                  <a:pt x="44871" y="105170"/>
                  <a:pt x="38786" y="122165"/>
                  <a:pt x="26481" y="155457"/>
                </a:cubicBezTo>
                <a:cubicBezTo>
                  <a:pt x="14177" y="188749"/>
                  <a:pt x="7824" y="205883"/>
                  <a:pt x="7423" y="206858"/>
                </a:cubicBezTo>
                <a:cubicBezTo>
                  <a:pt x="6487" y="208251"/>
                  <a:pt x="5350" y="208947"/>
                  <a:pt x="4012" y="208947"/>
                </a:cubicBezTo>
                <a:cubicBezTo>
                  <a:pt x="2942" y="208947"/>
                  <a:pt x="2073" y="208599"/>
                  <a:pt x="1404" y="207903"/>
                </a:cubicBezTo>
                <a:cubicBezTo>
                  <a:pt x="736" y="207206"/>
                  <a:pt x="267" y="206301"/>
                  <a:pt x="0" y="205186"/>
                </a:cubicBezTo>
                <a:cubicBezTo>
                  <a:pt x="0" y="204490"/>
                  <a:pt x="6018" y="187565"/>
                  <a:pt x="18055" y="154412"/>
                </a:cubicBezTo>
                <a:cubicBezTo>
                  <a:pt x="30226" y="121398"/>
                  <a:pt x="36311" y="104752"/>
                  <a:pt x="36311" y="104474"/>
                </a:cubicBezTo>
                <a:cubicBezTo>
                  <a:pt x="36311" y="104195"/>
                  <a:pt x="30226" y="87549"/>
                  <a:pt x="18055" y="54535"/>
                </a:cubicBezTo>
                <a:cubicBezTo>
                  <a:pt x="6018" y="21382"/>
                  <a:pt x="0" y="4458"/>
                  <a:pt x="0" y="376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00"/>
              </a:srgbClr>
            </a:solidFill>
            <a:miter/>
          </a:ln>
        </p:spPr>
      </p:sp>
      <p:sp>
        <p:nvSpPr>
          <p:cNvPr id="6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60EA77-24AB-4118-A64C-CC07B977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85" y="809938"/>
            <a:ext cx="44871" cy="208947"/>
          </a:xfrm>
          <a:custGeom xmlns:a="http://schemas.openxmlformats.org/drawingml/2006/main">
            <a:pathLst>
              <a:path w="44871" h="208947">
                <a:moveTo>
                  <a:pt x="44871" y="205186"/>
                </a:moveTo>
                <a:cubicBezTo>
                  <a:pt x="44737" y="206161"/>
                  <a:pt x="44336" y="206997"/>
                  <a:pt x="43667" y="207694"/>
                </a:cubicBezTo>
                <a:cubicBezTo>
                  <a:pt x="42998" y="208390"/>
                  <a:pt x="42062" y="208808"/>
                  <a:pt x="40859" y="208947"/>
                </a:cubicBezTo>
                <a:cubicBezTo>
                  <a:pt x="39521" y="208947"/>
                  <a:pt x="38384" y="208251"/>
                  <a:pt x="37448" y="206858"/>
                </a:cubicBezTo>
                <a:cubicBezTo>
                  <a:pt x="37047" y="205883"/>
                  <a:pt x="30761" y="188749"/>
                  <a:pt x="18590" y="155457"/>
                </a:cubicBezTo>
                <a:cubicBezTo>
                  <a:pt x="6420" y="122165"/>
                  <a:pt x="267" y="105170"/>
                  <a:pt x="134" y="104474"/>
                </a:cubicBezTo>
                <a:cubicBezTo>
                  <a:pt x="0" y="103777"/>
                  <a:pt x="6085" y="86783"/>
                  <a:pt x="18390" y="53491"/>
                </a:cubicBezTo>
                <a:cubicBezTo>
                  <a:pt x="30694" y="20198"/>
                  <a:pt x="37047" y="3065"/>
                  <a:pt x="37448" y="2089"/>
                </a:cubicBezTo>
                <a:cubicBezTo>
                  <a:pt x="37849" y="1393"/>
                  <a:pt x="38518" y="766"/>
                  <a:pt x="39454" y="209"/>
                </a:cubicBezTo>
                <a:lnTo>
                  <a:pt x="40056" y="0"/>
                </a:lnTo>
                <a:cubicBezTo>
                  <a:pt x="40457" y="0"/>
                  <a:pt x="40725" y="0"/>
                  <a:pt x="40859" y="0"/>
                </a:cubicBezTo>
                <a:cubicBezTo>
                  <a:pt x="43266" y="0"/>
                  <a:pt x="44603" y="1254"/>
                  <a:pt x="44871" y="3761"/>
                </a:cubicBezTo>
                <a:cubicBezTo>
                  <a:pt x="44871" y="4458"/>
                  <a:pt x="38852" y="21382"/>
                  <a:pt x="26815" y="54535"/>
                </a:cubicBezTo>
                <a:cubicBezTo>
                  <a:pt x="14645" y="87549"/>
                  <a:pt x="8560" y="104195"/>
                  <a:pt x="8560" y="104474"/>
                </a:cubicBezTo>
                <a:cubicBezTo>
                  <a:pt x="8560" y="104752"/>
                  <a:pt x="14645" y="121398"/>
                  <a:pt x="26815" y="154412"/>
                </a:cubicBezTo>
                <a:cubicBezTo>
                  <a:pt x="38852" y="187565"/>
                  <a:pt x="44871" y="204490"/>
                  <a:pt x="44871" y="2051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7453CB-B553-44E0-885E-B1F32F6F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85" y="809938"/>
            <a:ext cx="44871" cy="208947"/>
          </a:xfrm>
          <a:custGeom xmlns:a="http://schemas.openxmlformats.org/drawingml/2006/main">
            <a:pathLst>
              <a:path w="44871" h="208947" fill="none">
                <a:moveTo>
                  <a:pt x="44871" y="205186"/>
                </a:moveTo>
                <a:cubicBezTo>
                  <a:pt x="44737" y="206161"/>
                  <a:pt x="44336" y="206997"/>
                  <a:pt x="43667" y="207694"/>
                </a:cubicBezTo>
                <a:cubicBezTo>
                  <a:pt x="42998" y="208390"/>
                  <a:pt x="42062" y="208808"/>
                  <a:pt x="40859" y="208947"/>
                </a:cubicBezTo>
                <a:cubicBezTo>
                  <a:pt x="39521" y="208947"/>
                  <a:pt x="38384" y="208251"/>
                  <a:pt x="37448" y="206858"/>
                </a:cubicBezTo>
                <a:cubicBezTo>
                  <a:pt x="37047" y="205883"/>
                  <a:pt x="30761" y="188749"/>
                  <a:pt x="18590" y="155457"/>
                </a:cubicBezTo>
                <a:cubicBezTo>
                  <a:pt x="6420" y="122165"/>
                  <a:pt x="267" y="105170"/>
                  <a:pt x="134" y="104474"/>
                </a:cubicBezTo>
                <a:cubicBezTo>
                  <a:pt x="0" y="103777"/>
                  <a:pt x="6085" y="86783"/>
                  <a:pt x="18390" y="53491"/>
                </a:cubicBezTo>
                <a:cubicBezTo>
                  <a:pt x="30694" y="20198"/>
                  <a:pt x="37047" y="3065"/>
                  <a:pt x="37448" y="2089"/>
                </a:cubicBezTo>
                <a:cubicBezTo>
                  <a:pt x="37849" y="1393"/>
                  <a:pt x="38518" y="766"/>
                  <a:pt x="39454" y="209"/>
                </a:cubicBezTo>
                <a:lnTo>
                  <a:pt x="40056" y="0"/>
                </a:lnTo>
                <a:cubicBezTo>
                  <a:pt x="40457" y="0"/>
                  <a:pt x="40725" y="0"/>
                  <a:pt x="40859" y="0"/>
                </a:cubicBezTo>
                <a:cubicBezTo>
                  <a:pt x="43266" y="0"/>
                  <a:pt x="44603" y="1254"/>
                  <a:pt x="44871" y="3761"/>
                </a:cubicBezTo>
                <a:cubicBezTo>
                  <a:pt x="44871" y="4458"/>
                  <a:pt x="38852" y="21382"/>
                  <a:pt x="26815" y="54535"/>
                </a:cubicBezTo>
                <a:cubicBezTo>
                  <a:pt x="14645" y="87549"/>
                  <a:pt x="8560" y="104195"/>
                  <a:pt x="8560" y="104474"/>
                </a:cubicBezTo>
                <a:cubicBezTo>
                  <a:pt x="8560" y="104752"/>
                  <a:pt x="14645" y="121398"/>
                  <a:pt x="26815" y="154412"/>
                </a:cubicBezTo>
                <a:cubicBezTo>
                  <a:pt x="38852" y="187565"/>
                  <a:pt x="44871" y="204490"/>
                  <a:pt x="44871" y="20518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00"/>
              </a:srgbClr>
            </a:solidFill>
            <a:miter/>
          </a:ln>
        </p:spPr>
      </p:sp>
      <p:sp>
        <p:nvSpPr>
          <p:cNvPr id="6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A5FBE6-4A66-4DF4-9C57-353CDDCC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827" y="823937"/>
            <a:ext cx="141835" cy="147308"/>
          </a:xfrm>
          <a:custGeom xmlns:a="http://schemas.openxmlformats.org/drawingml/2006/main">
            <a:pathLst>
              <a:path w="141835" h="147308">
                <a:moveTo>
                  <a:pt x="9429" y="9612"/>
                </a:moveTo>
                <a:cubicBezTo>
                  <a:pt x="4882" y="9612"/>
                  <a:pt x="2474" y="9333"/>
                  <a:pt x="2207" y="8776"/>
                </a:cubicBezTo>
                <a:cubicBezTo>
                  <a:pt x="2073" y="8497"/>
                  <a:pt x="2006" y="7940"/>
                  <a:pt x="2006" y="7104"/>
                </a:cubicBezTo>
                <a:cubicBezTo>
                  <a:pt x="2006" y="3761"/>
                  <a:pt x="2742" y="1463"/>
                  <a:pt x="4213" y="209"/>
                </a:cubicBezTo>
                <a:cubicBezTo>
                  <a:pt x="4480" y="70"/>
                  <a:pt x="5617" y="0"/>
                  <a:pt x="7623" y="0"/>
                </a:cubicBezTo>
                <a:cubicBezTo>
                  <a:pt x="13107" y="279"/>
                  <a:pt x="22201" y="418"/>
                  <a:pt x="34907" y="418"/>
                </a:cubicBezTo>
                <a:cubicBezTo>
                  <a:pt x="39454" y="418"/>
                  <a:pt x="43667" y="418"/>
                  <a:pt x="47546" y="418"/>
                </a:cubicBezTo>
                <a:cubicBezTo>
                  <a:pt x="51424" y="418"/>
                  <a:pt x="54433" y="348"/>
                  <a:pt x="56573" y="209"/>
                </a:cubicBezTo>
                <a:cubicBezTo>
                  <a:pt x="58713" y="70"/>
                  <a:pt x="60051" y="70"/>
                  <a:pt x="60586" y="209"/>
                </a:cubicBezTo>
                <a:cubicBezTo>
                  <a:pt x="62726" y="209"/>
                  <a:pt x="63795" y="905"/>
                  <a:pt x="63795" y="2298"/>
                </a:cubicBezTo>
                <a:cubicBezTo>
                  <a:pt x="63795" y="2577"/>
                  <a:pt x="63662" y="3552"/>
                  <a:pt x="63394" y="5224"/>
                </a:cubicBezTo>
                <a:cubicBezTo>
                  <a:pt x="62726" y="7592"/>
                  <a:pt x="62057" y="8985"/>
                  <a:pt x="61388" y="9403"/>
                </a:cubicBezTo>
                <a:lnTo>
                  <a:pt x="60987" y="9403"/>
                </a:lnTo>
                <a:cubicBezTo>
                  <a:pt x="60719" y="9403"/>
                  <a:pt x="60385" y="9403"/>
                  <a:pt x="59984" y="9403"/>
                </a:cubicBezTo>
                <a:cubicBezTo>
                  <a:pt x="59583" y="9403"/>
                  <a:pt x="59114" y="9403"/>
                  <a:pt x="58579" y="9403"/>
                </a:cubicBezTo>
                <a:cubicBezTo>
                  <a:pt x="58045" y="9403"/>
                  <a:pt x="57443" y="9472"/>
                  <a:pt x="56774" y="9612"/>
                </a:cubicBezTo>
                <a:cubicBezTo>
                  <a:pt x="56105" y="9751"/>
                  <a:pt x="55503" y="9751"/>
                  <a:pt x="54968" y="9612"/>
                </a:cubicBezTo>
                <a:cubicBezTo>
                  <a:pt x="49752" y="9751"/>
                  <a:pt x="46409" y="9960"/>
                  <a:pt x="44938" y="10238"/>
                </a:cubicBezTo>
                <a:cubicBezTo>
                  <a:pt x="43467" y="10517"/>
                  <a:pt x="42263" y="11283"/>
                  <a:pt x="41327" y="12537"/>
                </a:cubicBezTo>
                <a:cubicBezTo>
                  <a:pt x="41193" y="12815"/>
                  <a:pt x="39320" y="20129"/>
                  <a:pt x="35709" y="34476"/>
                </a:cubicBezTo>
                <a:cubicBezTo>
                  <a:pt x="32098" y="48824"/>
                  <a:pt x="28487" y="63868"/>
                  <a:pt x="24876" y="79609"/>
                </a:cubicBezTo>
                <a:cubicBezTo>
                  <a:pt x="21265" y="95350"/>
                  <a:pt x="19259" y="104613"/>
                  <a:pt x="18858" y="107399"/>
                </a:cubicBezTo>
                <a:cubicBezTo>
                  <a:pt x="18590" y="109349"/>
                  <a:pt x="18457" y="111369"/>
                  <a:pt x="18457" y="113458"/>
                </a:cubicBezTo>
                <a:cubicBezTo>
                  <a:pt x="18457" y="120981"/>
                  <a:pt x="20530" y="126901"/>
                  <a:pt x="24676" y="131219"/>
                </a:cubicBezTo>
                <a:cubicBezTo>
                  <a:pt x="28822" y="135537"/>
                  <a:pt x="34573" y="137696"/>
                  <a:pt x="41928" y="137696"/>
                </a:cubicBezTo>
                <a:cubicBezTo>
                  <a:pt x="50889" y="137696"/>
                  <a:pt x="59850" y="134562"/>
                  <a:pt x="68811" y="128294"/>
                </a:cubicBezTo>
                <a:cubicBezTo>
                  <a:pt x="77772" y="122025"/>
                  <a:pt x="84325" y="112553"/>
                  <a:pt x="88471" y="99877"/>
                </a:cubicBezTo>
                <a:lnTo>
                  <a:pt x="98702" y="57878"/>
                </a:lnTo>
                <a:cubicBezTo>
                  <a:pt x="104988" y="31133"/>
                  <a:pt x="108131" y="17203"/>
                  <a:pt x="108131" y="16089"/>
                </a:cubicBezTo>
                <a:cubicBezTo>
                  <a:pt x="108131" y="12328"/>
                  <a:pt x="103852" y="10169"/>
                  <a:pt x="95292" y="9612"/>
                </a:cubicBezTo>
                <a:cubicBezTo>
                  <a:pt x="92082" y="9612"/>
                  <a:pt x="90477" y="8845"/>
                  <a:pt x="90477" y="7313"/>
                </a:cubicBezTo>
                <a:cubicBezTo>
                  <a:pt x="90477" y="7035"/>
                  <a:pt x="90611" y="6199"/>
                  <a:pt x="90878" y="4806"/>
                </a:cubicBezTo>
                <a:cubicBezTo>
                  <a:pt x="91413" y="2577"/>
                  <a:pt x="91815" y="1254"/>
                  <a:pt x="92082" y="836"/>
                </a:cubicBezTo>
                <a:cubicBezTo>
                  <a:pt x="92350" y="418"/>
                  <a:pt x="93018" y="139"/>
                  <a:pt x="94088" y="0"/>
                </a:cubicBezTo>
                <a:cubicBezTo>
                  <a:pt x="94490" y="0"/>
                  <a:pt x="96629" y="70"/>
                  <a:pt x="100508" y="209"/>
                </a:cubicBezTo>
                <a:cubicBezTo>
                  <a:pt x="104387" y="348"/>
                  <a:pt x="110004" y="488"/>
                  <a:pt x="117360" y="627"/>
                </a:cubicBezTo>
                <a:cubicBezTo>
                  <a:pt x="124181" y="627"/>
                  <a:pt x="129396" y="557"/>
                  <a:pt x="133008" y="418"/>
                </a:cubicBezTo>
                <a:cubicBezTo>
                  <a:pt x="136619" y="279"/>
                  <a:pt x="138558" y="209"/>
                  <a:pt x="138825" y="209"/>
                </a:cubicBezTo>
                <a:cubicBezTo>
                  <a:pt x="140832" y="209"/>
                  <a:pt x="141835" y="905"/>
                  <a:pt x="141835" y="2298"/>
                </a:cubicBezTo>
                <a:cubicBezTo>
                  <a:pt x="141835" y="5363"/>
                  <a:pt x="141300" y="7452"/>
                  <a:pt x="140230" y="8567"/>
                </a:cubicBezTo>
                <a:cubicBezTo>
                  <a:pt x="139828" y="9263"/>
                  <a:pt x="138357" y="9612"/>
                  <a:pt x="135816" y="9612"/>
                </a:cubicBezTo>
                <a:cubicBezTo>
                  <a:pt x="126320" y="10169"/>
                  <a:pt x="120369" y="12955"/>
                  <a:pt x="117961" y="17969"/>
                </a:cubicBezTo>
                <a:cubicBezTo>
                  <a:pt x="117694" y="18666"/>
                  <a:pt x="114350" y="32108"/>
                  <a:pt x="107931" y="58296"/>
                </a:cubicBezTo>
                <a:cubicBezTo>
                  <a:pt x="102447" y="81838"/>
                  <a:pt x="99104" y="95698"/>
                  <a:pt x="97900" y="99877"/>
                </a:cubicBezTo>
                <a:cubicBezTo>
                  <a:pt x="93486" y="113807"/>
                  <a:pt x="85796" y="125159"/>
                  <a:pt x="74829" y="133935"/>
                </a:cubicBezTo>
                <a:cubicBezTo>
                  <a:pt x="63862" y="142711"/>
                  <a:pt x="52494" y="147169"/>
                  <a:pt x="40725" y="147308"/>
                </a:cubicBezTo>
                <a:cubicBezTo>
                  <a:pt x="28420" y="147308"/>
                  <a:pt x="18590" y="143408"/>
                  <a:pt x="11234" y="135607"/>
                </a:cubicBezTo>
                <a:cubicBezTo>
                  <a:pt x="3879" y="127806"/>
                  <a:pt x="134" y="118543"/>
                  <a:pt x="0" y="107817"/>
                </a:cubicBezTo>
                <a:lnTo>
                  <a:pt x="0" y="104474"/>
                </a:lnTo>
                <a:cubicBezTo>
                  <a:pt x="0" y="101966"/>
                  <a:pt x="3678" y="85390"/>
                  <a:pt x="11034" y="54744"/>
                </a:cubicBezTo>
                <a:cubicBezTo>
                  <a:pt x="17587" y="26745"/>
                  <a:pt x="20864" y="12328"/>
                  <a:pt x="20864" y="11492"/>
                </a:cubicBezTo>
                <a:cubicBezTo>
                  <a:pt x="20864" y="10517"/>
                  <a:pt x="17052" y="9890"/>
                  <a:pt x="9429" y="96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9A3ABC-EE21-4DFA-83F2-9948AC8C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827" y="823937"/>
            <a:ext cx="141835" cy="147308"/>
          </a:xfrm>
          <a:custGeom xmlns:a="http://schemas.openxmlformats.org/drawingml/2006/main">
            <a:pathLst>
              <a:path w="141835" h="147308" fill="none">
                <a:moveTo>
                  <a:pt x="9429" y="9612"/>
                </a:moveTo>
                <a:cubicBezTo>
                  <a:pt x="4882" y="9612"/>
                  <a:pt x="2474" y="9333"/>
                  <a:pt x="2207" y="8776"/>
                </a:cubicBezTo>
                <a:cubicBezTo>
                  <a:pt x="2073" y="8497"/>
                  <a:pt x="2006" y="7940"/>
                  <a:pt x="2006" y="7104"/>
                </a:cubicBezTo>
                <a:cubicBezTo>
                  <a:pt x="2006" y="3761"/>
                  <a:pt x="2742" y="1463"/>
                  <a:pt x="4213" y="209"/>
                </a:cubicBezTo>
                <a:cubicBezTo>
                  <a:pt x="4480" y="70"/>
                  <a:pt x="5617" y="0"/>
                  <a:pt x="7623" y="0"/>
                </a:cubicBezTo>
                <a:cubicBezTo>
                  <a:pt x="13107" y="279"/>
                  <a:pt x="22201" y="418"/>
                  <a:pt x="34907" y="418"/>
                </a:cubicBezTo>
                <a:cubicBezTo>
                  <a:pt x="39454" y="418"/>
                  <a:pt x="43667" y="418"/>
                  <a:pt x="47546" y="418"/>
                </a:cubicBezTo>
                <a:cubicBezTo>
                  <a:pt x="51424" y="418"/>
                  <a:pt x="54433" y="348"/>
                  <a:pt x="56573" y="209"/>
                </a:cubicBezTo>
                <a:cubicBezTo>
                  <a:pt x="58713" y="70"/>
                  <a:pt x="60051" y="70"/>
                  <a:pt x="60586" y="209"/>
                </a:cubicBezTo>
                <a:cubicBezTo>
                  <a:pt x="62726" y="209"/>
                  <a:pt x="63795" y="905"/>
                  <a:pt x="63795" y="2298"/>
                </a:cubicBezTo>
                <a:cubicBezTo>
                  <a:pt x="63795" y="2577"/>
                  <a:pt x="63662" y="3552"/>
                  <a:pt x="63394" y="5224"/>
                </a:cubicBezTo>
                <a:cubicBezTo>
                  <a:pt x="62726" y="7592"/>
                  <a:pt x="62057" y="8985"/>
                  <a:pt x="61388" y="9403"/>
                </a:cubicBezTo>
                <a:lnTo>
                  <a:pt x="60987" y="9403"/>
                </a:lnTo>
                <a:cubicBezTo>
                  <a:pt x="60719" y="9403"/>
                  <a:pt x="60385" y="9403"/>
                  <a:pt x="59984" y="9403"/>
                </a:cubicBezTo>
                <a:cubicBezTo>
                  <a:pt x="59583" y="9403"/>
                  <a:pt x="59114" y="9403"/>
                  <a:pt x="58579" y="9403"/>
                </a:cubicBezTo>
                <a:cubicBezTo>
                  <a:pt x="58045" y="9403"/>
                  <a:pt x="57443" y="9472"/>
                  <a:pt x="56774" y="9612"/>
                </a:cubicBezTo>
                <a:cubicBezTo>
                  <a:pt x="56105" y="9751"/>
                  <a:pt x="55503" y="9751"/>
                  <a:pt x="54968" y="9612"/>
                </a:cubicBezTo>
                <a:cubicBezTo>
                  <a:pt x="49752" y="9751"/>
                  <a:pt x="46409" y="9960"/>
                  <a:pt x="44938" y="10238"/>
                </a:cubicBezTo>
                <a:cubicBezTo>
                  <a:pt x="43467" y="10517"/>
                  <a:pt x="42263" y="11283"/>
                  <a:pt x="41327" y="12537"/>
                </a:cubicBezTo>
                <a:cubicBezTo>
                  <a:pt x="41193" y="12815"/>
                  <a:pt x="39320" y="20129"/>
                  <a:pt x="35709" y="34476"/>
                </a:cubicBezTo>
                <a:cubicBezTo>
                  <a:pt x="32098" y="48824"/>
                  <a:pt x="28487" y="63868"/>
                  <a:pt x="24876" y="79609"/>
                </a:cubicBezTo>
                <a:cubicBezTo>
                  <a:pt x="21265" y="95350"/>
                  <a:pt x="19259" y="104613"/>
                  <a:pt x="18858" y="107399"/>
                </a:cubicBezTo>
                <a:cubicBezTo>
                  <a:pt x="18590" y="109349"/>
                  <a:pt x="18457" y="111369"/>
                  <a:pt x="18457" y="113458"/>
                </a:cubicBezTo>
                <a:cubicBezTo>
                  <a:pt x="18457" y="120981"/>
                  <a:pt x="20530" y="126901"/>
                  <a:pt x="24676" y="131219"/>
                </a:cubicBezTo>
                <a:cubicBezTo>
                  <a:pt x="28822" y="135537"/>
                  <a:pt x="34573" y="137696"/>
                  <a:pt x="41928" y="137696"/>
                </a:cubicBezTo>
                <a:cubicBezTo>
                  <a:pt x="50889" y="137696"/>
                  <a:pt x="59850" y="134562"/>
                  <a:pt x="68811" y="128294"/>
                </a:cubicBezTo>
                <a:cubicBezTo>
                  <a:pt x="77772" y="122025"/>
                  <a:pt x="84325" y="112553"/>
                  <a:pt x="88471" y="99877"/>
                </a:cubicBezTo>
                <a:lnTo>
                  <a:pt x="98702" y="57878"/>
                </a:lnTo>
                <a:cubicBezTo>
                  <a:pt x="104988" y="31133"/>
                  <a:pt x="108131" y="17203"/>
                  <a:pt x="108131" y="16089"/>
                </a:cubicBezTo>
                <a:cubicBezTo>
                  <a:pt x="108131" y="12328"/>
                  <a:pt x="103852" y="10169"/>
                  <a:pt x="95292" y="9612"/>
                </a:cubicBezTo>
                <a:cubicBezTo>
                  <a:pt x="92082" y="9612"/>
                  <a:pt x="90477" y="8845"/>
                  <a:pt x="90477" y="7313"/>
                </a:cubicBezTo>
                <a:cubicBezTo>
                  <a:pt x="90477" y="7035"/>
                  <a:pt x="90611" y="6199"/>
                  <a:pt x="90878" y="4806"/>
                </a:cubicBezTo>
                <a:cubicBezTo>
                  <a:pt x="91413" y="2577"/>
                  <a:pt x="91815" y="1254"/>
                  <a:pt x="92082" y="836"/>
                </a:cubicBezTo>
                <a:cubicBezTo>
                  <a:pt x="92350" y="418"/>
                  <a:pt x="93018" y="139"/>
                  <a:pt x="94088" y="0"/>
                </a:cubicBezTo>
                <a:cubicBezTo>
                  <a:pt x="94490" y="0"/>
                  <a:pt x="96629" y="70"/>
                  <a:pt x="100508" y="209"/>
                </a:cubicBezTo>
                <a:cubicBezTo>
                  <a:pt x="104387" y="348"/>
                  <a:pt x="110004" y="488"/>
                  <a:pt x="117360" y="627"/>
                </a:cubicBezTo>
                <a:cubicBezTo>
                  <a:pt x="124181" y="627"/>
                  <a:pt x="129396" y="557"/>
                  <a:pt x="133008" y="418"/>
                </a:cubicBezTo>
                <a:cubicBezTo>
                  <a:pt x="136619" y="279"/>
                  <a:pt x="138558" y="209"/>
                  <a:pt x="138825" y="209"/>
                </a:cubicBezTo>
                <a:cubicBezTo>
                  <a:pt x="140832" y="209"/>
                  <a:pt x="141835" y="905"/>
                  <a:pt x="141835" y="2298"/>
                </a:cubicBezTo>
                <a:cubicBezTo>
                  <a:pt x="141835" y="5363"/>
                  <a:pt x="141300" y="7452"/>
                  <a:pt x="140230" y="8567"/>
                </a:cubicBezTo>
                <a:cubicBezTo>
                  <a:pt x="139828" y="9263"/>
                  <a:pt x="138357" y="9612"/>
                  <a:pt x="135816" y="9612"/>
                </a:cubicBezTo>
                <a:cubicBezTo>
                  <a:pt x="126320" y="10169"/>
                  <a:pt x="120369" y="12955"/>
                  <a:pt x="117961" y="17969"/>
                </a:cubicBezTo>
                <a:cubicBezTo>
                  <a:pt x="117694" y="18666"/>
                  <a:pt x="114350" y="32108"/>
                  <a:pt x="107931" y="58296"/>
                </a:cubicBezTo>
                <a:cubicBezTo>
                  <a:pt x="102447" y="81838"/>
                  <a:pt x="99104" y="95698"/>
                  <a:pt x="97900" y="99877"/>
                </a:cubicBezTo>
                <a:cubicBezTo>
                  <a:pt x="93486" y="113807"/>
                  <a:pt x="85796" y="125159"/>
                  <a:pt x="74829" y="133935"/>
                </a:cubicBezTo>
                <a:cubicBezTo>
                  <a:pt x="63862" y="142711"/>
                  <a:pt x="52494" y="147169"/>
                  <a:pt x="40725" y="147308"/>
                </a:cubicBezTo>
                <a:cubicBezTo>
                  <a:pt x="28420" y="147308"/>
                  <a:pt x="18590" y="143408"/>
                  <a:pt x="11234" y="135607"/>
                </a:cubicBezTo>
                <a:cubicBezTo>
                  <a:pt x="3879" y="127806"/>
                  <a:pt x="134" y="118543"/>
                  <a:pt x="0" y="107817"/>
                </a:cubicBezTo>
                <a:lnTo>
                  <a:pt x="0" y="104474"/>
                </a:lnTo>
                <a:cubicBezTo>
                  <a:pt x="0" y="101966"/>
                  <a:pt x="3678" y="85390"/>
                  <a:pt x="11034" y="54744"/>
                </a:cubicBezTo>
                <a:cubicBezTo>
                  <a:pt x="17587" y="26745"/>
                  <a:pt x="20864" y="12328"/>
                  <a:pt x="20864" y="11492"/>
                </a:cubicBezTo>
                <a:cubicBezTo>
                  <a:pt x="20864" y="10517"/>
                  <a:pt x="17052" y="9890"/>
                  <a:pt x="9429" y="961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00"/>
              </a:srgbClr>
            </a:solidFill>
            <a:miter/>
          </a:ln>
        </p:spPr>
      </p:sp>
      <p:sp>
        <p:nvSpPr>
          <p:cNvPr id="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B66B02-9481-40DE-94FC-FC1C142A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203" y="899605"/>
            <a:ext cx="48791" cy="98385"/>
          </a:xfrm>
          <a:custGeom xmlns:a="http://schemas.openxmlformats.org/drawingml/2006/main">
            <a:pathLst>
              <a:path w="48791" h="98385">
                <a:moveTo>
                  <a:pt x="18438" y="13000"/>
                </a:moveTo>
                <a:lnTo>
                  <a:pt x="16595" y="13738"/>
                </a:lnTo>
                <a:cubicBezTo>
                  <a:pt x="15271" y="14231"/>
                  <a:pt x="13380" y="14723"/>
                  <a:pt x="10921" y="15216"/>
                </a:cubicBezTo>
                <a:cubicBezTo>
                  <a:pt x="8463" y="15708"/>
                  <a:pt x="5721" y="16053"/>
                  <a:pt x="2695" y="16250"/>
                </a:cubicBezTo>
                <a:lnTo>
                  <a:pt x="0" y="16250"/>
                </a:lnTo>
                <a:lnTo>
                  <a:pt x="0" y="9454"/>
                </a:lnTo>
                <a:lnTo>
                  <a:pt x="2695" y="9454"/>
                </a:lnTo>
                <a:cubicBezTo>
                  <a:pt x="7139" y="9257"/>
                  <a:pt x="11252" y="8519"/>
                  <a:pt x="15034" y="7239"/>
                </a:cubicBezTo>
                <a:cubicBezTo>
                  <a:pt x="18817" y="5958"/>
                  <a:pt x="21464" y="4776"/>
                  <a:pt x="22977" y="3693"/>
                </a:cubicBezTo>
                <a:cubicBezTo>
                  <a:pt x="24490" y="2610"/>
                  <a:pt x="25814" y="1526"/>
                  <a:pt x="26949" y="443"/>
                </a:cubicBezTo>
                <a:cubicBezTo>
                  <a:pt x="27138" y="148"/>
                  <a:pt x="27705" y="0"/>
                  <a:pt x="28651" y="0"/>
                </a:cubicBezTo>
                <a:cubicBezTo>
                  <a:pt x="29502" y="0"/>
                  <a:pt x="30305" y="295"/>
                  <a:pt x="31062" y="886"/>
                </a:cubicBezTo>
                <a:lnTo>
                  <a:pt x="31062" y="45056"/>
                </a:lnTo>
                <a:lnTo>
                  <a:pt x="31204" y="89374"/>
                </a:lnTo>
                <a:cubicBezTo>
                  <a:pt x="31866" y="90063"/>
                  <a:pt x="32433" y="90507"/>
                  <a:pt x="32906" y="90704"/>
                </a:cubicBezTo>
                <a:cubicBezTo>
                  <a:pt x="33378" y="90901"/>
                  <a:pt x="34513" y="91098"/>
                  <a:pt x="36310" y="91295"/>
                </a:cubicBezTo>
                <a:cubicBezTo>
                  <a:pt x="38106" y="91491"/>
                  <a:pt x="41037" y="91590"/>
                  <a:pt x="45103" y="91590"/>
                </a:cubicBezTo>
                <a:lnTo>
                  <a:pt x="48791" y="91590"/>
                </a:lnTo>
                <a:lnTo>
                  <a:pt x="48791" y="98385"/>
                </a:lnTo>
                <a:lnTo>
                  <a:pt x="47231" y="98385"/>
                </a:lnTo>
                <a:cubicBezTo>
                  <a:pt x="45245" y="98090"/>
                  <a:pt x="37728" y="97942"/>
                  <a:pt x="24679" y="97942"/>
                </a:cubicBezTo>
                <a:cubicBezTo>
                  <a:pt x="11820" y="97942"/>
                  <a:pt x="4397" y="98090"/>
                  <a:pt x="2411" y="98385"/>
                </a:cubicBezTo>
                <a:lnTo>
                  <a:pt x="709" y="98385"/>
                </a:lnTo>
                <a:lnTo>
                  <a:pt x="709" y="91590"/>
                </a:lnTo>
                <a:lnTo>
                  <a:pt x="4397" y="91590"/>
                </a:lnTo>
                <a:cubicBezTo>
                  <a:pt x="6477" y="91590"/>
                  <a:pt x="8274" y="91590"/>
                  <a:pt x="9787" y="91590"/>
                </a:cubicBezTo>
                <a:cubicBezTo>
                  <a:pt x="11299" y="91590"/>
                  <a:pt x="12481" y="91541"/>
                  <a:pt x="13332" y="91442"/>
                </a:cubicBezTo>
                <a:cubicBezTo>
                  <a:pt x="14183" y="91344"/>
                  <a:pt x="14940" y="91196"/>
                  <a:pt x="15602" y="90999"/>
                </a:cubicBezTo>
                <a:cubicBezTo>
                  <a:pt x="16264" y="90802"/>
                  <a:pt x="16642" y="90704"/>
                  <a:pt x="16736" y="90704"/>
                </a:cubicBezTo>
                <a:cubicBezTo>
                  <a:pt x="16831" y="90704"/>
                  <a:pt x="17115" y="90457"/>
                  <a:pt x="17587" y="89965"/>
                </a:cubicBezTo>
                <a:cubicBezTo>
                  <a:pt x="18060" y="89473"/>
                  <a:pt x="18344" y="89276"/>
                  <a:pt x="18438" y="89374"/>
                </a:cubicBezTo>
                <a:lnTo>
                  <a:pt x="18438" y="130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69B26F-4A80-4CDF-B3BF-08A36613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203" y="899605"/>
            <a:ext cx="48791" cy="98385"/>
          </a:xfrm>
          <a:custGeom xmlns:a="http://schemas.openxmlformats.org/drawingml/2006/main">
            <a:pathLst>
              <a:path w="48791" h="98385" fill="none">
                <a:moveTo>
                  <a:pt x="18438" y="13000"/>
                </a:moveTo>
                <a:lnTo>
                  <a:pt x="16595" y="13738"/>
                </a:lnTo>
                <a:cubicBezTo>
                  <a:pt x="15271" y="14231"/>
                  <a:pt x="13380" y="14723"/>
                  <a:pt x="10921" y="15216"/>
                </a:cubicBezTo>
                <a:cubicBezTo>
                  <a:pt x="8463" y="15708"/>
                  <a:pt x="5721" y="16053"/>
                  <a:pt x="2695" y="16250"/>
                </a:cubicBezTo>
                <a:lnTo>
                  <a:pt x="0" y="16250"/>
                </a:lnTo>
                <a:lnTo>
                  <a:pt x="0" y="9454"/>
                </a:lnTo>
                <a:lnTo>
                  <a:pt x="2695" y="9454"/>
                </a:lnTo>
                <a:cubicBezTo>
                  <a:pt x="7139" y="9257"/>
                  <a:pt x="11252" y="8519"/>
                  <a:pt x="15034" y="7239"/>
                </a:cubicBezTo>
                <a:cubicBezTo>
                  <a:pt x="18817" y="5958"/>
                  <a:pt x="21464" y="4776"/>
                  <a:pt x="22977" y="3693"/>
                </a:cubicBezTo>
                <a:cubicBezTo>
                  <a:pt x="24490" y="2610"/>
                  <a:pt x="25814" y="1526"/>
                  <a:pt x="26949" y="443"/>
                </a:cubicBezTo>
                <a:cubicBezTo>
                  <a:pt x="27138" y="148"/>
                  <a:pt x="27705" y="0"/>
                  <a:pt x="28651" y="0"/>
                </a:cubicBezTo>
                <a:cubicBezTo>
                  <a:pt x="29502" y="0"/>
                  <a:pt x="30305" y="295"/>
                  <a:pt x="31062" y="886"/>
                </a:cubicBezTo>
                <a:lnTo>
                  <a:pt x="31062" y="45056"/>
                </a:lnTo>
                <a:lnTo>
                  <a:pt x="31204" y="89374"/>
                </a:lnTo>
                <a:cubicBezTo>
                  <a:pt x="31866" y="90063"/>
                  <a:pt x="32433" y="90507"/>
                  <a:pt x="32906" y="90704"/>
                </a:cubicBezTo>
                <a:cubicBezTo>
                  <a:pt x="33378" y="90901"/>
                  <a:pt x="34513" y="91098"/>
                  <a:pt x="36310" y="91295"/>
                </a:cubicBezTo>
                <a:cubicBezTo>
                  <a:pt x="38106" y="91491"/>
                  <a:pt x="41037" y="91590"/>
                  <a:pt x="45103" y="91590"/>
                </a:cubicBezTo>
                <a:lnTo>
                  <a:pt x="48791" y="91590"/>
                </a:lnTo>
                <a:lnTo>
                  <a:pt x="48791" y="98385"/>
                </a:lnTo>
                <a:lnTo>
                  <a:pt x="47231" y="98385"/>
                </a:lnTo>
                <a:cubicBezTo>
                  <a:pt x="45245" y="98090"/>
                  <a:pt x="37728" y="97942"/>
                  <a:pt x="24679" y="97942"/>
                </a:cubicBezTo>
                <a:cubicBezTo>
                  <a:pt x="11820" y="97942"/>
                  <a:pt x="4397" y="98090"/>
                  <a:pt x="2411" y="98385"/>
                </a:cubicBezTo>
                <a:lnTo>
                  <a:pt x="709" y="98385"/>
                </a:lnTo>
                <a:lnTo>
                  <a:pt x="709" y="91590"/>
                </a:lnTo>
                <a:lnTo>
                  <a:pt x="4397" y="91590"/>
                </a:lnTo>
                <a:cubicBezTo>
                  <a:pt x="6477" y="91590"/>
                  <a:pt x="8274" y="91590"/>
                  <a:pt x="9787" y="91590"/>
                </a:cubicBezTo>
                <a:cubicBezTo>
                  <a:pt x="11299" y="91590"/>
                  <a:pt x="12481" y="91541"/>
                  <a:pt x="13332" y="91442"/>
                </a:cubicBezTo>
                <a:cubicBezTo>
                  <a:pt x="14183" y="91344"/>
                  <a:pt x="14940" y="91196"/>
                  <a:pt x="15602" y="90999"/>
                </a:cubicBezTo>
                <a:cubicBezTo>
                  <a:pt x="16264" y="90802"/>
                  <a:pt x="16642" y="90704"/>
                  <a:pt x="16736" y="90704"/>
                </a:cubicBezTo>
                <a:cubicBezTo>
                  <a:pt x="16831" y="90704"/>
                  <a:pt x="17115" y="90457"/>
                  <a:pt x="17587" y="89965"/>
                </a:cubicBezTo>
                <a:cubicBezTo>
                  <a:pt x="18060" y="89473"/>
                  <a:pt x="18344" y="89276"/>
                  <a:pt x="18438" y="89374"/>
                </a:cubicBezTo>
                <a:lnTo>
                  <a:pt x="18438" y="130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8980"/>
              </a:srgbClr>
            </a:solidFill>
            <a:miter/>
          </a:ln>
        </p:spPr>
      </p:sp>
      <p:sp>
        <p:nvSpPr>
          <p:cNvPr id="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764050-DA2F-4AC7-97B9-499B8890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5411" y="980115"/>
            <a:ext cx="18722" cy="46632"/>
          </a:xfrm>
          <a:custGeom xmlns:a="http://schemas.openxmlformats.org/drawingml/2006/main">
            <a:pathLst>
              <a:path w="18722" h="46632">
                <a:moveTo>
                  <a:pt x="0" y="12704"/>
                </a:moveTo>
                <a:cubicBezTo>
                  <a:pt x="0" y="12704"/>
                  <a:pt x="0" y="11473"/>
                  <a:pt x="0" y="9011"/>
                </a:cubicBezTo>
                <a:cubicBezTo>
                  <a:pt x="0" y="6549"/>
                  <a:pt x="756" y="4432"/>
                  <a:pt x="2269" y="2659"/>
                </a:cubicBezTo>
                <a:cubicBezTo>
                  <a:pt x="3782" y="886"/>
                  <a:pt x="5815" y="0"/>
                  <a:pt x="8368" y="0"/>
                </a:cubicBezTo>
                <a:cubicBezTo>
                  <a:pt x="11016" y="0"/>
                  <a:pt x="13380" y="1231"/>
                  <a:pt x="15460" y="3693"/>
                </a:cubicBezTo>
                <a:cubicBezTo>
                  <a:pt x="17540" y="6155"/>
                  <a:pt x="18628" y="10489"/>
                  <a:pt x="18722" y="16693"/>
                </a:cubicBezTo>
                <a:cubicBezTo>
                  <a:pt x="18722" y="20140"/>
                  <a:pt x="18297" y="23488"/>
                  <a:pt x="17446" y="26738"/>
                </a:cubicBezTo>
                <a:cubicBezTo>
                  <a:pt x="16595" y="29988"/>
                  <a:pt x="15602" y="32795"/>
                  <a:pt x="14467" y="35159"/>
                </a:cubicBezTo>
                <a:cubicBezTo>
                  <a:pt x="13332" y="37522"/>
                  <a:pt x="12103" y="39541"/>
                  <a:pt x="10779" y="41215"/>
                </a:cubicBezTo>
                <a:cubicBezTo>
                  <a:pt x="9456" y="42890"/>
                  <a:pt x="8321" y="44219"/>
                  <a:pt x="7375" y="45204"/>
                </a:cubicBezTo>
                <a:cubicBezTo>
                  <a:pt x="6430" y="46189"/>
                  <a:pt x="5815" y="46632"/>
                  <a:pt x="5532" y="46534"/>
                </a:cubicBezTo>
                <a:cubicBezTo>
                  <a:pt x="5153" y="46534"/>
                  <a:pt x="4539" y="46090"/>
                  <a:pt x="3688" y="45204"/>
                </a:cubicBezTo>
                <a:cubicBezTo>
                  <a:pt x="2837" y="44318"/>
                  <a:pt x="2411" y="43678"/>
                  <a:pt x="2411" y="43284"/>
                </a:cubicBezTo>
                <a:cubicBezTo>
                  <a:pt x="2411" y="42890"/>
                  <a:pt x="2931" y="42102"/>
                  <a:pt x="3971" y="40920"/>
                </a:cubicBezTo>
                <a:cubicBezTo>
                  <a:pt x="5011" y="39738"/>
                  <a:pt x="6193" y="38261"/>
                  <a:pt x="7517" y="36488"/>
                </a:cubicBezTo>
                <a:cubicBezTo>
                  <a:pt x="8841" y="34716"/>
                  <a:pt x="10070" y="32253"/>
                  <a:pt x="11205" y="29102"/>
                </a:cubicBezTo>
                <a:cubicBezTo>
                  <a:pt x="12340" y="25950"/>
                  <a:pt x="13096" y="22356"/>
                  <a:pt x="13474" y="18318"/>
                </a:cubicBezTo>
                <a:lnTo>
                  <a:pt x="13474" y="16545"/>
                </a:lnTo>
                <a:lnTo>
                  <a:pt x="13332" y="16693"/>
                </a:lnTo>
                <a:cubicBezTo>
                  <a:pt x="13143" y="16791"/>
                  <a:pt x="12907" y="16890"/>
                  <a:pt x="12623" y="16988"/>
                </a:cubicBezTo>
                <a:cubicBezTo>
                  <a:pt x="12340" y="17087"/>
                  <a:pt x="12056" y="17235"/>
                  <a:pt x="11772" y="17432"/>
                </a:cubicBezTo>
                <a:cubicBezTo>
                  <a:pt x="11489" y="17629"/>
                  <a:pt x="11063" y="17727"/>
                  <a:pt x="10496" y="17727"/>
                </a:cubicBezTo>
                <a:cubicBezTo>
                  <a:pt x="9928" y="17727"/>
                  <a:pt x="9361" y="17776"/>
                  <a:pt x="8794" y="17875"/>
                </a:cubicBezTo>
                <a:cubicBezTo>
                  <a:pt x="6241" y="17875"/>
                  <a:pt x="4160" y="17038"/>
                  <a:pt x="2553" y="15363"/>
                </a:cubicBezTo>
                <a:lnTo>
                  <a:pt x="0" y="127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8859D8-4E2D-470B-811D-EAEAEE13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5411" y="980115"/>
            <a:ext cx="18722" cy="46632"/>
          </a:xfrm>
          <a:custGeom xmlns:a="http://schemas.openxmlformats.org/drawingml/2006/main">
            <a:pathLst>
              <a:path w="18722" h="46632" fill="none">
                <a:moveTo>
                  <a:pt x="0" y="12704"/>
                </a:moveTo>
                <a:cubicBezTo>
                  <a:pt x="0" y="12704"/>
                  <a:pt x="0" y="11473"/>
                  <a:pt x="0" y="9011"/>
                </a:cubicBezTo>
                <a:cubicBezTo>
                  <a:pt x="0" y="6549"/>
                  <a:pt x="756" y="4432"/>
                  <a:pt x="2269" y="2659"/>
                </a:cubicBezTo>
                <a:cubicBezTo>
                  <a:pt x="3782" y="886"/>
                  <a:pt x="5815" y="0"/>
                  <a:pt x="8368" y="0"/>
                </a:cubicBezTo>
                <a:cubicBezTo>
                  <a:pt x="11016" y="0"/>
                  <a:pt x="13380" y="1231"/>
                  <a:pt x="15460" y="3693"/>
                </a:cubicBezTo>
                <a:cubicBezTo>
                  <a:pt x="17540" y="6155"/>
                  <a:pt x="18628" y="10489"/>
                  <a:pt x="18722" y="16693"/>
                </a:cubicBezTo>
                <a:cubicBezTo>
                  <a:pt x="18722" y="20140"/>
                  <a:pt x="18297" y="23488"/>
                  <a:pt x="17446" y="26738"/>
                </a:cubicBezTo>
                <a:cubicBezTo>
                  <a:pt x="16595" y="29988"/>
                  <a:pt x="15602" y="32795"/>
                  <a:pt x="14467" y="35159"/>
                </a:cubicBezTo>
                <a:cubicBezTo>
                  <a:pt x="13332" y="37522"/>
                  <a:pt x="12103" y="39541"/>
                  <a:pt x="10779" y="41215"/>
                </a:cubicBezTo>
                <a:cubicBezTo>
                  <a:pt x="9456" y="42890"/>
                  <a:pt x="8321" y="44219"/>
                  <a:pt x="7375" y="45204"/>
                </a:cubicBezTo>
                <a:cubicBezTo>
                  <a:pt x="6430" y="46189"/>
                  <a:pt x="5815" y="46632"/>
                  <a:pt x="5532" y="46534"/>
                </a:cubicBezTo>
                <a:cubicBezTo>
                  <a:pt x="5153" y="46534"/>
                  <a:pt x="4539" y="46090"/>
                  <a:pt x="3688" y="45204"/>
                </a:cubicBezTo>
                <a:cubicBezTo>
                  <a:pt x="2837" y="44318"/>
                  <a:pt x="2411" y="43678"/>
                  <a:pt x="2411" y="43284"/>
                </a:cubicBezTo>
                <a:cubicBezTo>
                  <a:pt x="2411" y="42890"/>
                  <a:pt x="2931" y="42102"/>
                  <a:pt x="3971" y="40920"/>
                </a:cubicBezTo>
                <a:cubicBezTo>
                  <a:pt x="5011" y="39738"/>
                  <a:pt x="6193" y="38261"/>
                  <a:pt x="7517" y="36488"/>
                </a:cubicBezTo>
                <a:cubicBezTo>
                  <a:pt x="8841" y="34716"/>
                  <a:pt x="10070" y="32253"/>
                  <a:pt x="11205" y="29102"/>
                </a:cubicBezTo>
                <a:cubicBezTo>
                  <a:pt x="12340" y="25950"/>
                  <a:pt x="13096" y="22356"/>
                  <a:pt x="13474" y="18318"/>
                </a:cubicBezTo>
                <a:lnTo>
                  <a:pt x="13474" y="16545"/>
                </a:lnTo>
                <a:lnTo>
                  <a:pt x="13332" y="16693"/>
                </a:lnTo>
                <a:cubicBezTo>
                  <a:pt x="13143" y="16791"/>
                  <a:pt x="12907" y="16890"/>
                  <a:pt x="12623" y="16988"/>
                </a:cubicBezTo>
                <a:cubicBezTo>
                  <a:pt x="12340" y="17087"/>
                  <a:pt x="12056" y="17235"/>
                  <a:pt x="11772" y="17432"/>
                </a:cubicBezTo>
                <a:cubicBezTo>
                  <a:pt x="11489" y="17629"/>
                  <a:pt x="11063" y="17727"/>
                  <a:pt x="10496" y="17727"/>
                </a:cubicBezTo>
                <a:cubicBezTo>
                  <a:pt x="9928" y="17727"/>
                  <a:pt x="9361" y="17776"/>
                  <a:pt x="8794" y="17875"/>
                </a:cubicBezTo>
                <a:cubicBezTo>
                  <a:pt x="6241" y="17875"/>
                  <a:pt x="4160" y="17038"/>
                  <a:pt x="2553" y="15363"/>
                </a:cubicBezTo>
                <a:lnTo>
                  <a:pt x="0" y="127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8980"/>
              </a:srgbClr>
            </a:solidFill>
            <a:miter/>
          </a:ln>
        </p:spPr>
      </p:sp>
      <p:sp>
        <p:nvSpPr>
          <p:cNvPr id="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7C1F59-2FB5-4033-BA66-62152234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9309" y="899605"/>
            <a:ext cx="59712" cy="101635"/>
          </a:xfrm>
          <a:custGeom xmlns:a="http://schemas.openxmlformats.org/drawingml/2006/main">
            <a:pathLst>
              <a:path w="59712" h="101635">
                <a:moveTo>
                  <a:pt x="8085" y="11966"/>
                </a:moveTo>
                <a:cubicBezTo>
                  <a:pt x="13380" y="3989"/>
                  <a:pt x="20613" y="0"/>
                  <a:pt x="29785" y="0"/>
                </a:cubicBezTo>
                <a:cubicBezTo>
                  <a:pt x="34324" y="0"/>
                  <a:pt x="38863" y="1280"/>
                  <a:pt x="43401" y="3841"/>
                </a:cubicBezTo>
                <a:cubicBezTo>
                  <a:pt x="47940" y="6401"/>
                  <a:pt x="51628" y="10932"/>
                  <a:pt x="54464" y="17432"/>
                </a:cubicBezTo>
                <a:cubicBezTo>
                  <a:pt x="57963" y="25606"/>
                  <a:pt x="59712" y="36833"/>
                  <a:pt x="59712" y="51113"/>
                </a:cubicBezTo>
                <a:cubicBezTo>
                  <a:pt x="59712" y="66378"/>
                  <a:pt x="57679" y="78048"/>
                  <a:pt x="53613" y="86124"/>
                </a:cubicBezTo>
                <a:cubicBezTo>
                  <a:pt x="51722" y="90260"/>
                  <a:pt x="49122" y="93560"/>
                  <a:pt x="45813" y="96022"/>
                </a:cubicBezTo>
                <a:cubicBezTo>
                  <a:pt x="42503" y="98484"/>
                  <a:pt x="39619" y="100010"/>
                  <a:pt x="37161" y="100601"/>
                </a:cubicBezTo>
                <a:cubicBezTo>
                  <a:pt x="34702" y="101192"/>
                  <a:pt x="32291" y="101537"/>
                  <a:pt x="29927" y="101635"/>
                </a:cubicBezTo>
                <a:cubicBezTo>
                  <a:pt x="27469" y="101635"/>
                  <a:pt x="25010" y="101340"/>
                  <a:pt x="22552" y="100749"/>
                </a:cubicBezTo>
                <a:cubicBezTo>
                  <a:pt x="20093" y="100158"/>
                  <a:pt x="17209" y="98582"/>
                  <a:pt x="13900" y="96022"/>
                </a:cubicBezTo>
                <a:cubicBezTo>
                  <a:pt x="10590" y="93461"/>
                  <a:pt x="7990" y="90162"/>
                  <a:pt x="6099" y="86124"/>
                </a:cubicBezTo>
                <a:cubicBezTo>
                  <a:pt x="2033" y="78048"/>
                  <a:pt x="0" y="66378"/>
                  <a:pt x="0" y="51113"/>
                </a:cubicBezTo>
                <a:cubicBezTo>
                  <a:pt x="0" y="33977"/>
                  <a:pt x="2695" y="20928"/>
                  <a:pt x="8085" y="11966"/>
                </a:cubicBezTo>
                <a:close/>
                <a:moveTo>
                  <a:pt x="39997" y="10193"/>
                </a:moveTo>
                <a:cubicBezTo>
                  <a:pt x="37161" y="7042"/>
                  <a:pt x="33804" y="5466"/>
                  <a:pt x="29927" y="5466"/>
                </a:cubicBezTo>
                <a:cubicBezTo>
                  <a:pt x="25956" y="5466"/>
                  <a:pt x="22552" y="7042"/>
                  <a:pt x="19715" y="10193"/>
                </a:cubicBezTo>
                <a:cubicBezTo>
                  <a:pt x="17351" y="12754"/>
                  <a:pt x="15791" y="16299"/>
                  <a:pt x="15034" y="20829"/>
                </a:cubicBezTo>
                <a:cubicBezTo>
                  <a:pt x="14278" y="25360"/>
                  <a:pt x="13900" y="34814"/>
                  <a:pt x="13900" y="49193"/>
                </a:cubicBezTo>
                <a:cubicBezTo>
                  <a:pt x="13900" y="64753"/>
                  <a:pt x="14278" y="74995"/>
                  <a:pt x="15034" y="79920"/>
                </a:cubicBezTo>
                <a:cubicBezTo>
                  <a:pt x="15791" y="84844"/>
                  <a:pt x="17493" y="88734"/>
                  <a:pt x="20141" y="91590"/>
                </a:cubicBezTo>
                <a:cubicBezTo>
                  <a:pt x="22788" y="94544"/>
                  <a:pt x="26050" y="96022"/>
                  <a:pt x="29927" y="96022"/>
                </a:cubicBezTo>
                <a:cubicBezTo>
                  <a:pt x="33709" y="96022"/>
                  <a:pt x="36924" y="94544"/>
                  <a:pt x="39572" y="91590"/>
                </a:cubicBezTo>
                <a:cubicBezTo>
                  <a:pt x="42314" y="88635"/>
                  <a:pt x="44016" y="84499"/>
                  <a:pt x="44678" y="79181"/>
                </a:cubicBezTo>
                <a:cubicBezTo>
                  <a:pt x="45340" y="73863"/>
                  <a:pt x="45718" y="63867"/>
                  <a:pt x="45813" y="49193"/>
                </a:cubicBezTo>
                <a:cubicBezTo>
                  <a:pt x="45813" y="34913"/>
                  <a:pt x="45434" y="25507"/>
                  <a:pt x="44678" y="20977"/>
                </a:cubicBezTo>
                <a:cubicBezTo>
                  <a:pt x="43921" y="16447"/>
                  <a:pt x="42361" y="12852"/>
                  <a:pt x="39997" y="101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622B2C-43D7-4C93-BEF7-2DF22F91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9309" y="899605"/>
            <a:ext cx="59712" cy="101635"/>
          </a:xfrm>
          <a:custGeom xmlns:a="http://schemas.openxmlformats.org/drawingml/2006/main">
            <a:pathLst>
              <a:path w="59712" h="101635" fill="none">
                <a:moveTo>
                  <a:pt x="8085" y="11966"/>
                </a:moveTo>
                <a:cubicBezTo>
                  <a:pt x="13380" y="3989"/>
                  <a:pt x="20613" y="0"/>
                  <a:pt x="29785" y="0"/>
                </a:cubicBezTo>
                <a:cubicBezTo>
                  <a:pt x="34324" y="0"/>
                  <a:pt x="38863" y="1280"/>
                  <a:pt x="43401" y="3841"/>
                </a:cubicBezTo>
                <a:cubicBezTo>
                  <a:pt x="47940" y="6401"/>
                  <a:pt x="51628" y="10932"/>
                  <a:pt x="54464" y="17432"/>
                </a:cubicBezTo>
                <a:cubicBezTo>
                  <a:pt x="57963" y="25606"/>
                  <a:pt x="59712" y="36833"/>
                  <a:pt x="59712" y="51113"/>
                </a:cubicBezTo>
                <a:cubicBezTo>
                  <a:pt x="59712" y="66378"/>
                  <a:pt x="57679" y="78048"/>
                  <a:pt x="53613" y="86124"/>
                </a:cubicBezTo>
                <a:cubicBezTo>
                  <a:pt x="51722" y="90260"/>
                  <a:pt x="49122" y="93560"/>
                  <a:pt x="45813" y="96022"/>
                </a:cubicBezTo>
                <a:cubicBezTo>
                  <a:pt x="42503" y="98484"/>
                  <a:pt x="39619" y="100010"/>
                  <a:pt x="37161" y="100601"/>
                </a:cubicBezTo>
                <a:cubicBezTo>
                  <a:pt x="34702" y="101192"/>
                  <a:pt x="32291" y="101537"/>
                  <a:pt x="29927" y="101635"/>
                </a:cubicBezTo>
                <a:cubicBezTo>
                  <a:pt x="27469" y="101635"/>
                  <a:pt x="25010" y="101340"/>
                  <a:pt x="22552" y="100749"/>
                </a:cubicBezTo>
                <a:cubicBezTo>
                  <a:pt x="20093" y="100158"/>
                  <a:pt x="17209" y="98582"/>
                  <a:pt x="13900" y="96022"/>
                </a:cubicBezTo>
                <a:cubicBezTo>
                  <a:pt x="10590" y="93461"/>
                  <a:pt x="7990" y="90162"/>
                  <a:pt x="6099" y="86124"/>
                </a:cubicBezTo>
                <a:cubicBezTo>
                  <a:pt x="2033" y="78048"/>
                  <a:pt x="0" y="66378"/>
                  <a:pt x="0" y="51113"/>
                </a:cubicBezTo>
                <a:cubicBezTo>
                  <a:pt x="0" y="33977"/>
                  <a:pt x="2695" y="20928"/>
                  <a:pt x="8085" y="11966"/>
                </a:cubicBezTo>
                <a:close/>
                <a:moveTo>
                  <a:pt x="39997" y="10193"/>
                </a:moveTo>
                <a:cubicBezTo>
                  <a:pt x="37161" y="7042"/>
                  <a:pt x="33804" y="5466"/>
                  <a:pt x="29927" y="5466"/>
                </a:cubicBezTo>
                <a:cubicBezTo>
                  <a:pt x="25956" y="5466"/>
                  <a:pt x="22552" y="7042"/>
                  <a:pt x="19715" y="10193"/>
                </a:cubicBezTo>
                <a:cubicBezTo>
                  <a:pt x="17351" y="12754"/>
                  <a:pt x="15791" y="16299"/>
                  <a:pt x="15034" y="20829"/>
                </a:cubicBezTo>
                <a:cubicBezTo>
                  <a:pt x="14278" y="25360"/>
                  <a:pt x="13900" y="34814"/>
                  <a:pt x="13900" y="49193"/>
                </a:cubicBezTo>
                <a:cubicBezTo>
                  <a:pt x="13900" y="64753"/>
                  <a:pt x="14278" y="74995"/>
                  <a:pt x="15034" y="79920"/>
                </a:cubicBezTo>
                <a:cubicBezTo>
                  <a:pt x="15791" y="84844"/>
                  <a:pt x="17493" y="88734"/>
                  <a:pt x="20141" y="91590"/>
                </a:cubicBezTo>
                <a:cubicBezTo>
                  <a:pt x="22788" y="94544"/>
                  <a:pt x="26050" y="96022"/>
                  <a:pt x="29927" y="96022"/>
                </a:cubicBezTo>
                <a:cubicBezTo>
                  <a:pt x="33709" y="96022"/>
                  <a:pt x="36924" y="94544"/>
                  <a:pt x="39572" y="91590"/>
                </a:cubicBezTo>
                <a:cubicBezTo>
                  <a:pt x="42314" y="88635"/>
                  <a:pt x="44016" y="84499"/>
                  <a:pt x="44678" y="79181"/>
                </a:cubicBezTo>
                <a:cubicBezTo>
                  <a:pt x="45340" y="73863"/>
                  <a:pt x="45718" y="63867"/>
                  <a:pt x="45813" y="49193"/>
                </a:cubicBezTo>
                <a:cubicBezTo>
                  <a:pt x="45813" y="34913"/>
                  <a:pt x="45434" y="25507"/>
                  <a:pt x="44678" y="20977"/>
                </a:cubicBezTo>
                <a:cubicBezTo>
                  <a:pt x="43921" y="16447"/>
                  <a:pt x="42361" y="12852"/>
                  <a:pt x="39997" y="101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8980"/>
              </a:srgbClr>
            </a:solidFill>
            <a:miter/>
          </a:ln>
        </p:spPr>
      </p:sp>
      <p:sp>
        <p:nvSpPr>
          <p:cNvPr id="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823A38-5BC7-41ED-8F5B-8CEB3D5F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790" y="809938"/>
            <a:ext cx="44871" cy="208947"/>
          </a:xfrm>
          <a:custGeom xmlns:a="http://schemas.openxmlformats.org/drawingml/2006/main">
            <a:pathLst>
              <a:path w="44871" h="208947">
                <a:moveTo>
                  <a:pt x="0" y="3761"/>
                </a:moveTo>
                <a:cubicBezTo>
                  <a:pt x="134" y="2786"/>
                  <a:pt x="535" y="1950"/>
                  <a:pt x="1204" y="1254"/>
                </a:cubicBezTo>
                <a:cubicBezTo>
                  <a:pt x="1872" y="557"/>
                  <a:pt x="2809" y="139"/>
                  <a:pt x="4012" y="0"/>
                </a:cubicBezTo>
                <a:cubicBezTo>
                  <a:pt x="5350" y="0"/>
                  <a:pt x="6487" y="696"/>
                  <a:pt x="7423" y="2089"/>
                </a:cubicBezTo>
                <a:cubicBezTo>
                  <a:pt x="7824" y="3065"/>
                  <a:pt x="14110" y="20198"/>
                  <a:pt x="26281" y="53491"/>
                </a:cubicBezTo>
                <a:cubicBezTo>
                  <a:pt x="38451" y="86783"/>
                  <a:pt x="44603" y="103777"/>
                  <a:pt x="44737" y="104474"/>
                </a:cubicBezTo>
                <a:cubicBezTo>
                  <a:pt x="44871" y="105170"/>
                  <a:pt x="38786" y="122165"/>
                  <a:pt x="26481" y="155457"/>
                </a:cubicBezTo>
                <a:cubicBezTo>
                  <a:pt x="14177" y="188749"/>
                  <a:pt x="7824" y="205883"/>
                  <a:pt x="7423" y="206858"/>
                </a:cubicBezTo>
                <a:cubicBezTo>
                  <a:pt x="6487" y="208251"/>
                  <a:pt x="5350" y="208947"/>
                  <a:pt x="4012" y="208947"/>
                </a:cubicBezTo>
                <a:cubicBezTo>
                  <a:pt x="2942" y="208947"/>
                  <a:pt x="2073" y="208599"/>
                  <a:pt x="1404" y="207903"/>
                </a:cubicBezTo>
                <a:cubicBezTo>
                  <a:pt x="736" y="207206"/>
                  <a:pt x="267" y="206301"/>
                  <a:pt x="0" y="205186"/>
                </a:cubicBezTo>
                <a:cubicBezTo>
                  <a:pt x="0" y="204490"/>
                  <a:pt x="6018" y="187565"/>
                  <a:pt x="18055" y="154412"/>
                </a:cubicBezTo>
                <a:cubicBezTo>
                  <a:pt x="30226" y="121398"/>
                  <a:pt x="36311" y="104752"/>
                  <a:pt x="36311" y="104474"/>
                </a:cubicBezTo>
                <a:cubicBezTo>
                  <a:pt x="36311" y="104195"/>
                  <a:pt x="30226" y="87549"/>
                  <a:pt x="18055" y="54535"/>
                </a:cubicBezTo>
                <a:cubicBezTo>
                  <a:pt x="6018" y="21382"/>
                  <a:pt x="0" y="4458"/>
                  <a:pt x="0" y="37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7A9CE7-4EB4-478F-837E-6C2DA4A6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790" y="809938"/>
            <a:ext cx="44871" cy="208947"/>
          </a:xfrm>
          <a:custGeom xmlns:a="http://schemas.openxmlformats.org/drawingml/2006/main">
            <a:pathLst>
              <a:path w="44871" h="208947" fill="none">
                <a:moveTo>
                  <a:pt x="0" y="3761"/>
                </a:moveTo>
                <a:cubicBezTo>
                  <a:pt x="134" y="2786"/>
                  <a:pt x="535" y="1950"/>
                  <a:pt x="1204" y="1254"/>
                </a:cubicBezTo>
                <a:cubicBezTo>
                  <a:pt x="1872" y="557"/>
                  <a:pt x="2809" y="139"/>
                  <a:pt x="4012" y="0"/>
                </a:cubicBezTo>
                <a:cubicBezTo>
                  <a:pt x="5350" y="0"/>
                  <a:pt x="6487" y="696"/>
                  <a:pt x="7423" y="2089"/>
                </a:cubicBezTo>
                <a:cubicBezTo>
                  <a:pt x="7824" y="3065"/>
                  <a:pt x="14110" y="20198"/>
                  <a:pt x="26281" y="53491"/>
                </a:cubicBezTo>
                <a:cubicBezTo>
                  <a:pt x="38451" y="86783"/>
                  <a:pt x="44603" y="103777"/>
                  <a:pt x="44737" y="104474"/>
                </a:cubicBezTo>
                <a:cubicBezTo>
                  <a:pt x="44871" y="105170"/>
                  <a:pt x="38786" y="122165"/>
                  <a:pt x="26481" y="155457"/>
                </a:cubicBezTo>
                <a:cubicBezTo>
                  <a:pt x="14177" y="188749"/>
                  <a:pt x="7824" y="205883"/>
                  <a:pt x="7423" y="206858"/>
                </a:cubicBezTo>
                <a:cubicBezTo>
                  <a:pt x="6487" y="208251"/>
                  <a:pt x="5350" y="208947"/>
                  <a:pt x="4012" y="208947"/>
                </a:cubicBezTo>
                <a:cubicBezTo>
                  <a:pt x="2942" y="208947"/>
                  <a:pt x="2073" y="208599"/>
                  <a:pt x="1404" y="207903"/>
                </a:cubicBezTo>
                <a:cubicBezTo>
                  <a:pt x="736" y="207206"/>
                  <a:pt x="267" y="206301"/>
                  <a:pt x="0" y="205186"/>
                </a:cubicBezTo>
                <a:cubicBezTo>
                  <a:pt x="0" y="204490"/>
                  <a:pt x="6018" y="187565"/>
                  <a:pt x="18055" y="154412"/>
                </a:cubicBezTo>
                <a:cubicBezTo>
                  <a:pt x="30226" y="121398"/>
                  <a:pt x="36311" y="104752"/>
                  <a:pt x="36311" y="104474"/>
                </a:cubicBezTo>
                <a:cubicBezTo>
                  <a:pt x="36311" y="104195"/>
                  <a:pt x="30226" y="87549"/>
                  <a:pt x="18055" y="54535"/>
                </a:cubicBezTo>
                <a:cubicBezTo>
                  <a:pt x="6018" y="21382"/>
                  <a:pt x="0" y="4458"/>
                  <a:pt x="0" y="376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00"/>
              </a:srgbClr>
            </a:solidFill>
            <a:miter/>
          </a:ln>
        </p:spPr>
      </p:sp>
      <p:sp>
        <p:nvSpPr>
          <p:cNvPr id="6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612443-5214-4F55-92CD-53529D42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85" y="1026658"/>
            <a:ext cx="44871" cy="208947"/>
          </a:xfrm>
          <a:custGeom xmlns:a="http://schemas.openxmlformats.org/drawingml/2006/main">
            <a:pathLst>
              <a:path w="44871" h="208947">
                <a:moveTo>
                  <a:pt x="44871" y="205186"/>
                </a:moveTo>
                <a:cubicBezTo>
                  <a:pt x="44737" y="206161"/>
                  <a:pt x="44336" y="206997"/>
                  <a:pt x="43667" y="207694"/>
                </a:cubicBezTo>
                <a:cubicBezTo>
                  <a:pt x="42998" y="208390"/>
                  <a:pt x="42062" y="208808"/>
                  <a:pt x="40859" y="208947"/>
                </a:cubicBezTo>
                <a:cubicBezTo>
                  <a:pt x="39521" y="208947"/>
                  <a:pt x="38384" y="208251"/>
                  <a:pt x="37448" y="206858"/>
                </a:cubicBezTo>
                <a:cubicBezTo>
                  <a:pt x="37047" y="205883"/>
                  <a:pt x="30761" y="188749"/>
                  <a:pt x="18590" y="155457"/>
                </a:cubicBezTo>
                <a:cubicBezTo>
                  <a:pt x="6420" y="122165"/>
                  <a:pt x="267" y="105170"/>
                  <a:pt x="134" y="104474"/>
                </a:cubicBezTo>
                <a:cubicBezTo>
                  <a:pt x="0" y="103777"/>
                  <a:pt x="6085" y="86783"/>
                  <a:pt x="18390" y="53491"/>
                </a:cubicBezTo>
                <a:cubicBezTo>
                  <a:pt x="30694" y="20198"/>
                  <a:pt x="37047" y="3065"/>
                  <a:pt x="37448" y="2089"/>
                </a:cubicBezTo>
                <a:cubicBezTo>
                  <a:pt x="37849" y="1393"/>
                  <a:pt x="38518" y="766"/>
                  <a:pt x="39454" y="209"/>
                </a:cubicBezTo>
                <a:lnTo>
                  <a:pt x="40056" y="0"/>
                </a:lnTo>
                <a:cubicBezTo>
                  <a:pt x="40457" y="0"/>
                  <a:pt x="40725" y="0"/>
                  <a:pt x="40859" y="0"/>
                </a:cubicBezTo>
                <a:cubicBezTo>
                  <a:pt x="43266" y="0"/>
                  <a:pt x="44603" y="1254"/>
                  <a:pt x="44871" y="3761"/>
                </a:cubicBezTo>
                <a:cubicBezTo>
                  <a:pt x="44871" y="4458"/>
                  <a:pt x="38852" y="21382"/>
                  <a:pt x="26815" y="54535"/>
                </a:cubicBezTo>
                <a:cubicBezTo>
                  <a:pt x="14645" y="87549"/>
                  <a:pt x="8560" y="104195"/>
                  <a:pt x="8560" y="104474"/>
                </a:cubicBezTo>
                <a:cubicBezTo>
                  <a:pt x="8560" y="104752"/>
                  <a:pt x="14645" y="121398"/>
                  <a:pt x="26815" y="154412"/>
                </a:cubicBezTo>
                <a:cubicBezTo>
                  <a:pt x="38852" y="187565"/>
                  <a:pt x="44871" y="204490"/>
                  <a:pt x="44871" y="2051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A29033-D197-47B9-82AE-91E39C66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85" y="1026658"/>
            <a:ext cx="44871" cy="208947"/>
          </a:xfrm>
          <a:custGeom xmlns:a="http://schemas.openxmlformats.org/drawingml/2006/main">
            <a:pathLst>
              <a:path w="44871" h="208947" fill="none">
                <a:moveTo>
                  <a:pt x="44871" y="205186"/>
                </a:moveTo>
                <a:cubicBezTo>
                  <a:pt x="44737" y="206161"/>
                  <a:pt x="44336" y="206997"/>
                  <a:pt x="43667" y="207694"/>
                </a:cubicBezTo>
                <a:cubicBezTo>
                  <a:pt x="42998" y="208390"/>
                  <a:pt x="42062" y="208808"/>
                  <a:pt x="40859" y="208947"/>
                </a:cubicBezTo>
                <a:cubicBezTo>
                  <a:pt x="39521" y="208947"/>
                  <a:pt x="38384" y="208251"/>
                  <a:pt x="37448" y="206858"/>
                </a:cubicBezTo>
                <a:cubicBezTo>
                  <a:pt x="37047" y="205883"/>
                  <a:pt x="30761" y="188749"/>
                  <a:pt x="18590" y="155457"/>
                </a:cubicBezTo>
                <a:cubicBezTo>
                  <a:pt x="6420" y="122165"/>
                  <a:pt x="267" y="105170"/>
                  <a:pt x="134" y="104474"/>
                </a:cubicBezTo>
                <a:cubicBezTo>
                  <a:pt x="0" y="103777"/>
                  <a:pt x="6085" y="86783"/>
                  <a:pt x="18390" y="53491"/>
                </a:cubicBezTo>
                <a:cubicBezTo>
                  <a:pt x="30694" y="20198"/>
                  <a:pt x="37047" y="3065"/>
                  <a:pt x="37448" y="2089"/>
                </a:cubicBezTo>
                <a:cubicBezTo>
                  <a:pt x="37849" y="1393"/>
                  <a:pt x="38518" y="766"/>
                  <a:pt x="39454" y="209"/>
                </a:cubicBezTo>
                <a:lnTo>
                  <a:pt x="40056" y="0"/>
                </a:lnTo>
                <a:cubicBezTo>
                  <a:pt x="40457" y="0"/>
                  <a:pt x="40725" y="0"/>
                  <a:pt x="40859" y="0"/>
                </a:cubicBezTo>
                <a:cubicBezTo>
                  <a:pt x="43266" y="0"/>
                  <a:pt x="44603" y="1254"/>
                  <a:pt x="44871" y="3761"/>
                </a:cubicBezTo>
                <a:cubicBezTo>
                  <a:pt x="44871" y="4458"/>
                  <a:pt x="38852" y="21382"/>
                  <a:pt x="26815" y="54535"/>
                </a:cubicBezTo>
                <a:cubicBezTo>
                  <a:pt x="14645" y="87549"/>
                  <a:pt x="8560" y="104195"/>
                  <a:pt x="8560" y="104474"/>
                </a:cubicBezTo>
                <a:cubicBezTo>
                  <a:pt x="8560" y="104752"/>
                  <a:pt x="14645" y="121398"/>
                  <a:pt x="26815" y="154412"/>
                </a:cubicBezTo>
                <a:cubicBezTo>
                  <a:pt x="38852" y="187565"/>
                  <a:pt x="44871" y="204490"/>
                  <a:pt x="44871" y="20518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00"/>
              </a:srgbClr>
            </a:solidFill>
            <a:miter/>
          </a:ln>
        </p:spPr>
      </p:sp>
      <p:sp>
        <p:nvSpPr>
          <p:cNvPr id="6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373FCB-DD75-4A73-BC52-F85C1652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827" y="1040657"/>
            <a:ext cx="141835" cy="147308"/>
          </a:xfrm>
          <a:custGeom xmlns:a="http://schemas.openxmlformats.org/drawingml/2006/main">
            <a:pathLst>
              <a:path w="141835" h="147308">
                <a:moveTo>
                  <a:pt x="9429" y="9612"/>
                </a:moveTo>
                <a:cubicBezTo>
                  <a:pt x="4882" y="9612"/>
                  <a:pt x="2474" y="9333"/>
                  <a:pt x="2207" y="8776"/>
                </a:cubicBezTo>
                <a:cubicBezTo>
                  <a:pt x="2073" y="8497"/>
                  <a:pt x="2006" y="7940"/>
                  <a:pt x="2006" y="7104"/>
                </a:cubicBezTo>
                <a:cubicBezTo>
                  <a:pt x="2006" y="3761"/>
                  <a:pt x="2742" y="1463"/>
                  <a:pt x="4213" y="209"/>
                </a:cubicBezTo>
                <a:cubicBezTo>
                  <a:pt x="4480" y="70"/>
                  <a:pt x="5617" y="0"/>
                  <a:pt x="7623" y="0"/>
                </a:cubicBezTo>
                <a:cubicBezTo>
                  <a:pt x="13107" y="279"/>
                  <a:pt x="22201" y="418"/>
                  <a:pt x="34907" y="418"/>
                </a:cubicBezTo>
                <a:cubicBezTo>
                  <a:pt x="39454" y="418"/>
                  <a:pt x="43667" y="418"/>
                  <a:pt x="47546" y="418"/>
                </a:cubicBezTo>
                <a:cubicBezTo>
                  <a:pt x="51424" y="418"/>
                  <a:pt x="54433" y="348"/>
                  <a:pt x="56573" y="209"/>
                </a:cubicBezTo>
                <a:cubicBezTo>
                  <a:pt x="58713" y="70"/>
                  <a:pt x="60051" y="70"/>
                  <a:pt x="60586" y="209"/>
                </a:cubicBezTo>
                <a:cubicBezTo>
                  <a:pt x="62726" y="209"/>
                  <a:pt x="63795" y="905"/>
                  <a:pt x="63795" y="2298"/>
                </a:cubicBezTo>
                <a:cubicBezTo>
                  <a:pt x="63795" y="2577"/>
                  <a:pt x="63662" y="3552"/>
                  <a:pt x="63394" y="5224"/>
                </a:cubicBezTo>
                <a:cubicBezTo>
                  <a:pt x="62726" y="7592"/>
                  <a:pt x="62057" y="8985"/>
                  <a:pt x="61388" y="9403"/>
                </a:cubicBezTo>
                <a:lnTo>
                  <a:pt x="60987" y="9403"/>
                </a:lnTo>
                <a:cubicBezTo>
                  <a:pt x="60719" y="9403"/>
                  <a:pt x="60385" y="9403"/>
                  <a:pt x="59984" y="9403"/>
                </a:cubicBezTo>
                <a:cubicBezTo>
                  <a:pt x="59583" y="9403"/>
                  <a:pt x="59114" y="9403"/>
                  <a:pt x="58579" y="9403"/>
                </a:cubicBezTo>
                <a:cubicBezTo>
                  <a:pt x="58045" y="9403"/>
                  <a:pt x="57443" y="9472"/>
                  <a:pt x="56774" y="9612"/>
                </a:cubicBezTo>
                <a:cubicBezTo>
                  <a:pt x="56105" y="9751"/>
                  <a:pt x="55503" y="9751"/>
                  <a:pt x="54968" y="9612"/>
                </a:cubicBezTo>
                <a:cubicBezTo>
                  <a:pt x="49752" y="9751"/>
                  <a:pt x="46409" y="9960"/>
                  <a:pt x="44938" y="10238"/>
                </a:cubicBezTo>
                <a:cubicBezTo>
                  <a:pt x="43467" y="10517"/>
                  <a:pt x="42263" y="11283"/>
                  <a:pt x="41327" y="12537"/>
                </a:cubicBezTo>
                <a:cubicBezTo>
                  <a:pt x="41193" y="12815"/>
                  <a:pt x="39320" y="20129"/>
                  <a:pt x="35709" y="34476"/>
                </a:cubicBezTo>
                <a:cubicBezTo>
                  <a:pt x="32098" y="48824"/>
                  <a:pt x="28487" y="63868"/>
                  <a:pt x="24876" y="79609"/>
                </a:cubicBezTo>
                <a:cubicBezTo>
                  <a:pt x="21265" y="95350"/>
                  <a:pt x="19259" y="104613"/>
                  <a:pt x="18858" y="107399"/>
                </a:cubicBezTo>
                <a:cubicBezTo>
                  <a:pt x="18590" y="109349"/>
                  <a:pt x="18457" y="111369"/>
                  <a:pt x="18457" y="113458"/>
                </a:cubicBezTo>
                <a:cubicBezTo>
                  <a:pt x="18457" y="120981"/>
                  <a:pt x="20530" y="126901"/>
                  <a:pt x="24676" y="131219"/>
                </a:cubicBezTo>
                <a:cubicBezTo>
                  <a:pt x="28822" y="135537"/>
                  <a:pt x="34573" y="137696"/>
                  <a:pt x="41928" y="137696"/>
                </a:cubicBezTo>
                <a:cubicBezTo>
                  <a:pt x="50889" y="137696"/>
                  <a:pt x="59850" y="134562"/>
                  <a:pt x="68811" y="128294"/>
                </a:cubicBezTo>
                <a:cubicBezTo>
                  <a:pt x="77772" y="122025"/>
                  <a:pt x="84325" y="112553"/>
                  <a:pt x="88471" y="99877"/>
                </a:cubicBezTo>
                <a:lnTo>
                  <a:pt x="98702" y="57878"/>
                </a:lnTo>
                <a:cubicBezTo>
                  <a:pt x="104988" y="31133"/>
                  <a:pt x="108131" y="17203"/>
                  <a:pt x="108131" y="16089"/>
                </a:cubicBezTo>
                <a:cubicBezTo>
                  <a:pt x="108131" y="12328"/>
                  <a:pt x="103852" y="10169"/>
                  <a:pt x="95292" y="9612"/>
                </a:cubicBezTo>
                <a:cubicBezTo>
                  <a:pt x="92082" y="9612"/>
                  <a:pt x="90477" y="8845"/>
                  <a:pt x="90477" y="7313"/>
                </a:cubicBezTo>
                <a:cubicBezTo>
                  <a:pt x="90477" y="7035"/>
                  <a:pt x="90611" y="6199"/>
                  <a:pt x="90878" y="4806"/>
                </a:cubicBezTo>
                <a:cubicBezTo>
                  <a:pt x="91413" y="2577"/>
                  <a:pt x="91815" y="1254"/>
                  <a:pt x="92082" y="836"/>
                </a:cubicBezTo>
                <a:cubicBezTo>
                  <a:pt x="92350" y="418"/>
                  <a:pt x="93018" y="139"/>
                  <a:pt x="94088" y="0"/>
                </a:cubicBezTo>
                <a:cubicBezTo>
                  <a:pt x="94490" y="0"/>
                  <a:pt x="96629" y="70"/>
                  <a:pt x="100508" y="209"/>
                </a:cubicBezTo>
                <a:cubicBezTo>
                  <a:pt x="104387" y="348"/>
                  <a:pt x="110004" y="488"/>
                  <a:pt x="117360" y="627"/>
                </a:cubicBezTo>
                <a:cubicBezTo>
                  <a:pt x="124181" y="627"/>
                  <a:pt x="129396" y="557"/>
                  <a:pt x="133008" y="418"/>
                </a:cubicBezTo>
                <a:cubicBezTo>
                  <a:pt x="136619" y="279"/>
                  <a:pt x="138558" y="209"/>
                  <a:pt x="138825" y="209"/>
                </a:cubicBezTo>
                <a:cubicBezTo>
                  <a:pt x="140832" y="209"/>
                  <a:pt x="141835" y="905"/>
                  <a:pt x="141835" y="2298"/>
                </a:cubicBezTo>
                <a:cubicBezTo>
                  <a:pt x="141835" y="5363"/>
                  <a:pt x="141300" y="7452"/>
                  <a:pt x="140230" y="8567"/>
                </a:cubicBezTo>
                <a:cubicBezTo>
                  <a:pt x="139828" y="9263"/>
                  <a:pt x="138357" y="9612"/>
                  <a:pt x="135816" y="9612"/>
                </a:cubicBezTo>
                <a:cubicBezTo>
                  <a:pt x="126320" y="10169"/>
                  <a:pt x="120369" y="12955"/>
                  <a:pt x="117961" y="17969"/>
                </a:cubicBezTo>
                <a:cubicBezTo>
                  <a:pt x="117694" y="18666"/>
                  <a:pt x="114350" y="32108"/>
                  <a:pt x="107931" y="58296"/>
                </a:cubicBezTo>
                <a:cubicBezTo>
                  <a:pt x="102447" y="81838"/>
                  <a:pt x="99104" y="95698"/>
                  <a:pt x="97900" y="99877"/>
                </a:cubicBezTo>
                <a:cubicBezTo>
                  <a:pt x="93486" y="113807"/>
                  <a:pt x="85796" y="125159"/>
                  <a:pt x="74829" y="133935"/>
                </a:cubicBezTo>
                <a:cubicBezTo>
                  <a:pt x="63862" y="142711"/>
                  <a:pt x="52494" y="147169"/>
                  <a:pt x="40725" y="147308"/>
                </a:cubicBezTo>
                <a:cubicBezTo>
                  <a:pt x="28420" y="147308"/>
                  <a:pt x="18590" y="143408"/>
                  <a:pt x="11234" y="135607"/>
                </a:cubicBezTo>
                <a:cubicBezTo>
                  <a:pt x="3879" y="127806"/>
                  <a:pt x="134" y="118543"/>
                  <a:pt x="0" y="107817"/>
                </a:cubicBezTo>
                <a:lnTo>
                  <a:pt x="0" y="104474"/>
                </a:lnTo>
                <a:cubicBezTo>
                  <a:pt x="0" y="101966"/>
                  <a:pt x="3678" y="85390"/>
                  <a:pt x="11034" y="54744"/>
                </a:cubicBezTo>
                <a:cubicBezTo>
                  <a:pt x="17587" y="26745"/>
                  <a:pt x="20864" y="12328"/>
                  <a:pt x="20864" y="11492"/>
                </a:cubicBezTo>
                <a:cubicBezTo>
                  <a:pt x="20864" y="10517"/>
                  <a:pt x="17052" y="9890"/>
                  <a:pt x="9429" y="96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2AAB84-721D-4EE4-AF5C-1F3B6E33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827" y="1040657"/>
            <a:ext cx="141835" cy="147308"/>
          </a:xfrm>
          <a:custGeom xmlns:a="http://schemas.openxmlformats.org/drawingml/2006/main">
            <a:pathLst>
              <a:path w="141835" h="147308" fill="none">
                <a:moveTo>
                  <a:pt x="9429" y="9612"/>
                </a:moveTo>
                <a:cubicBezTo>
                  <a:pt x="4882" y="9612"/>
                  <a:pt x="2474" y="9333"/>
                  <a:pt x="2207" y="8776"/>
                </a:cubicBezTo>
                <a:cubicBezTo>
                  <a:pt x="2073" y="8497"/>
                  <a:pt x="2006" y="7940"/>
                  <a:pt x="2006" y="7104"/>
                </a:cubicBezTo>
                <a:cubicBezTo>
                  <a:pt x="2006" y="3761"/>
                  <a:pt x="2742" y="1463"/>
                  <a:pt x="4213" y="209"/>
                </a:cubicBezTo>
                <a:cubicBezTo>
                  <a:pt x="4480" y="70"/>
                  <a:pt x="5617" y="0"/>
                  <a:pt x="7623" y="0"/>
                </a:cubicBezTo>
                <a:cubicBezTo>
                  <a:pt x="13107" y="279"/>
                  <a:pt x="22201" y="418"/>
                  <a:pt x="34907" y="418"/>
                </a:cubicBezTo>
                <a:cubicBezTo>
                  <a:pt x="39454" y="418"/>
                  <a:pt x="43667" y="418"/>
                  <a:pt x="47546" y="418"/>
                </a:cubicBezTo>
                <a:cubicBezTo>
                  <a:pt x="51424" y="418"/>
                  <a:pt x="54433" y="348"/>
                  <a:pt x="56573" y="209"/>
                </a:cubicBezTo>
                <a:cubicBezTo>
                  <a:pt x="58713" y="70"/>
                  <a:pt x="60051" y="70"/>
                  <a:pt x="60586" y="209"/>
                </a:cubicBezTo>
                <a:cubicBezTo>
                  <a:pt x="62726" y="209"/>
                  <a:pt x="63795" y="905"/>
                  <a:pt x="63795" y="2298"/>
                </a:cubicBezTo>
                <a:cubicBezTo>
                  <a:pt x="63795" y="2577"/>
                  <a:pt x="63662" y="3552"/>
                  <a:pt x="63394" y="5224"/>
                </a:cubicBezTo>
                <a:cubicBezTo>
                  <a:pt x="62726" y="7592"/>
                  <a:pt x="62057" y="8985"/>
                  <a:pt x="61388" y="9403"/>
                </a:cubicBezTo>
                <a:lnTo>
                  <a:pt x="60987" y="9403"/>
                </a:lnTo>
                <a:cubicBezTo>
                  <a:pt x="60719" y="9403"/>
                  <a:pt x="60385" y="9403"/>
                  <a:pt x="59984" y="9403"/>
                </a:cubicBezTo>
                <a:cubicBezTo>
                  <a:pt x="59583" y="9403"/>
                  <a:pt x="59114" y="9403"/>
                  <a:pt x="58579" y="9403"/>
                </a:cubicBezTo>
                <a:cubicBezTo>
                  <a:pt x="58045" y="9403"/>
                  <a:pt x="57443" y="9472"/>
                  <a:pt x="56774" y="9612"/>
                </a:cubicBezTo>
                <a:cubicBezTo>
                  <a:pt x="56105" y="9751"/>
                  <a:pt x="55503" y="9751"/>
                  <a:pt x="54968" y="9612"/>
                </a:cubicBezTo>
                <a:cubicBezTo>
                  <a:pt x="49752" y="9751"/>
                  <a:pt x="46409" y="9960"/>
                  <a:pt x="44938" y="10238"/>
                </a:cubicBezTo>
                <a:cubicBezTo>
                  <a:pt x="43467" y="10517"/>
                  <a:pt x="42263" y="11283"/>
                  <a:pt x="41327" y="12537"/>
                </a:cubicBezTo>
                <a:cubicBezTo>
                  <a:pt x="41193" y="12815"/>
                  <a:pt x="39320" y="20129"/>
                  <a:pt x="35709" y="34476"/>
                </a:cubicBezTo>
                <a:cubicBezTo>
                  <a:pt x="32098" y="48824"/>
                  <a:pt x="28487" y="63868"/>
                  <a:pt x="24876" y="79609"/>
                </a:cubicBezTo>
                <a:cubicBezTo>
                  <a:pt x="21265" y="95350"/>
                  <a:pt x="19259" y="104613"/>
                  <a:pt x="18858" y="107399"/>
                </a:cubicBezTo>
                <a:cubicBezTo>
                  <a:pt x="18590" y="109349"/>
                  <a:pt x="18457" y="111369"/>
                  <a:pt x="18457" y="113458"/>
                </a:cubicBezTo>
                <a:cubicBezTo>
                  <a:pt x="18457" y="120981"/>
                  <a:pt x="20530" y="126901"/>
                  <a:pt x="24676" y="131219"/>
                </a:cubicBezTo>
                <a:cubicBezTo>
                  <a:pt x="28822" y="135537"/>
                  <a:pt x="34573" y="137696"/>
                  <a:pt x="41928" y="137696"/>
                </a:cubicBezTo>
                <a:cubicBezTo>
                  <a:pt x="50889" y="137696"/>
                  <a:pt x="59850" y="134562"/>
                  <a:pt x="68811" y="128294"/>
                </a:cubicBezTo>
                <a:cubicBezTo>
                  <a:pt x="77772" y="122025"/>
                  <a:pt x="84325" y="112553"/>
                  <a:pt x="88471" y="99877"/>
                </a:cubicBezTo>
                <a:lnTo>
                  <a:pt x="98702" y="57878"/>
                </a:lnTo>
                <a:cubicBezTo>
                  <a:pt x="104988" y="31133"/>
                  <a:pt x="108131" y="17203"/>
                  <a:pt x="108131" y="16089"/>
                </a:cubicBezTo>
                <a:cubicBezTo>
                  <a:pt x="108131" y="12328"/>
                  <a:pt x="103852" y="10169"/>
                  <a:pt x="95292" y="9612"/>
                </a:cubicBezTo>
                <a:cubicBezTo>
                  <a:pt x="92082" y="9612"/>
                  <a:pt x="90477" y="8845"/>
                  <a:pt x="90477" y="7313"/>
                </a:cubicBezTo>
                <a:cubicBezTo>
                  <a:pt x="90477" y="7035"/>
                  <a:pt x="90611" y="6199"/>
                  <a:pt x="90878" y="4806"/>
                </a:cubicBezTo>
                <a:cubicBezTo>
                  <a:pt x="91413" y="2577"/>
                  <a:pt x="91815" y="1254"/>
                  <a:pt x="92082" y="836"/>
                </a:cubicBezTo>
                <a:cubicBezTo>
                  <a:pt x="92350" y="418"/>
                  <a:pt x="93018" y="139"/>
                  <a:pt x="94088" y="0"/>
                </a:cubicBezTo>
                <a:cubicBezTo>
                  <a:pt x="94490" y="0"/>
                  <a:pt x="96629" y="70"/>
                  <a:pt x="100508" y="209"/>
                </a:cubicBezTo>
                <a:cubicBezTo>
                  <a:pt x="104387" y="348"/>
                  <a:pt x="110004" y="488"/>
                  <a:pt x="117360" y="627"/>
                </a:cubicBezTo>
                <a:cubicBezTo>
                  <a:pt x="124181" y="627"/>
                  <a:pt x="129396" y="557"/>
                  <a:pt x="133008" y="418"/>
                </a:cubicBezTo>
                <a:cubicBezTo>
                  <a:pt x="136619" y="279"/>
                  <a:pt x="138558" y="209"/>
                  <a:pt x="138825" y="209"/>
                </a:cubicBezTo>
                <a:cubicBezTo>
                  <a:pt x="140832" y="209"/>
                  <a:pt x="141835" y="905"/>
                  <a:pt x="141835" y="2298"/>
                </a:cubicBezTo>
                <a:cubicBezTo>
                  <a:pt x="141835" y="5363"/>
                  <a:pt x="141300" y="7452"/>
                  <a:pt x="140230" y="8567"/>
                </a:cubicBezTo>
                <a:cubicBezTo>
                  <a:pt x="139828" y="9263"/>
                  <a:pt x="138357" y="9612"/>
                  <a:pt x="135816" y="9612"/>
                </a:cubicBezTo>
                <a:cubicBezTo>
                  <a:pt x="126320" y="10169"/>
                  <a:pt x="120369" y="12955"/>
                  <a:pt x="117961" y="17969"/>
                </a:cubicBezTo>
                <a:cubicBezTo>
                  <a:pt x="117694" y="18666"/>
                  <a:pt x="114350" y="32108"/>
                  <a:pt x="107931" y="58296"/>
                </a:cubicBezTo>
                <a:cubicBezTo>
                  <a:pt x="102447" y="81838"/>
                  <a:pt x="99104" y="95698"/>
                  <a:pt x="97900" y="99877"/>
                </a:cubicBezTo>
                <a:cubicBezTo>
                  <a:pt x="93486" y="113807"/>
                  <a:pt x="85796" y="125159"/>
                  <a:pt x="74829" y="133935"/>
                </a:cubicBezTo>
                <a:cubicBezTo>
                  <a:pt x="63862" y="142711"/>
                  <a:pt x="52494" y="147169"/>
                  <a:pt x="40725" y="147308"/>
                </a:cubicBezTo>
                <a:cubicBezTo>
                  <a:pt x="28420" y="147308"/>
                  <a:pt x="18590" y="143408"/>
                  <a:pt x="11234" y="135607"/>
                </a:cubicBezTo>
                <a:cubicBezTo>
                  <a:pt x="3879" y="127806"/>
                  <a:pt x="134" y="118543"/>
                  <a:pt x="0" y="107817"/>
                </a:cubicBezTo>
                <a:lnTo>
                  <a:pt x="0" y="104474"/>
                </a:lnTo>
                <a:cubicBezTo>
                  <a:pt x="0" y="101966"/>
                  <a:pt x="3678" y="85390"/>
                  <a:pt x="11034" y="54744"/>
                </a:cubicBezTo>
                <a:cubicBezTo>
                  <a:pt x="17587" y="26745"/>
                  <a:pt x="20864" y="12328"/>
                  <a:pt x="20864" y="11492"/>
                </a:cubicBezTo>
                <a:cubicBezTo>
                  <a:pt x="20864" y="10517"/>
                  <a:pt x="17052" y="9890"/>
                  <a:pt x="9429" y="961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00"/>
              </a:srgbClr>
            </a:solidFill>
            <a:miter/>
          </a:ln>
        </p:spPr>
      </p:sp>
      <p:sp>
        <p:nvSpPr>
          <p:cNvPr id="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B51B9E-17A6-4D1E-A991-222EC19A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0522" y="1116325"/>
            <a:ext cx="56592" cy="98385"/>
          </a:xfrm>
          <a:custGeom xmlns:a="http://schemas.openxmlformats.org/drawingml/2006/main">
            <a:pathLst>
              <a:path w="56592" h="98385">
                <a:moveTo>
                  <a:pt x="8368" y="35011"/>
                </a:moveTo>
                <a:cubicBezTo>
                  <a:pt x="5815" y="35011"/>
                  <a:pt x="3782" y="34125"/>
                  <a:pt x="2269" y="32352"/>
                </a:cubicBezTo>
                <a:cubicBezTo>
                  <a:pt x="756" y="30579"/>
                  <a:pt x="0" y="28413"/>
                  <a:pt x="0" y="25852"/>
                </a:cubicBezTo>
                <a:cubicBezTo>
                  <a:pt x="0" y="18860"/>
                  <a:pt x="2506" y="12803"/>
                  <a:pt x="7517" y="7682"/>
                </a:cubicBezTo>
                <a:cubicBezTo>
                  <a:pt x="12529" y="2561"/>
                  <a:pt x="18769" y="0"/>
                  <a:pt x="26239" y="0"/>
                </a:cubicBezTo>
                <a:cubicBezTo>
                  <a:pt x="34844" y="0"/>
                  <a:pt x="42030" y="2758"/>
                  <a:pt x="47798" y="8273"/>
                </a:cubicBezTo>
                <a:cubicBezTo>
                  <a:pt x="53566" y="13788"/>
                  <a:pt x="56497" y="20928"/>
                  <a:pt x="56592" y="29693"/>
                </a:cubicBezTo>
                <a:cubicBezTo>
                  <a:pt x="56592" y="33928"/>
                  <a:pt x="55646" y="37966"/>
                  <a:pt x="53755" y="41806"/>
                </a:cubicBezTo>
                <a:cubicBezTo>
                  <a:pt x="51864" y="45647"/>
                  <a:pt x="49595" y="48996"/>
                  <a:pt x="46947" y="51852"/>
                </a:cubicBezTo>
                <a:cubicBezTo>
                  <a:pt x="44300" y="54708"/>
                  <a:pt x="40517" y="58352"/>
                  <a:pt x="35600" y="62783"/>
                </a:cubicBezTo>
                <a:cubicBezTo>
                  <a:pt x="32196" y="65836"/>
                  <a:pt x="27469" y="70367"/>
                  <a:pt x="21417" y="76374"/>
                </a:cubicBezTo>
                <a:lnTo>
                  <a:pt x="13049" y="84647"/>
                </a:lnTo>
                <a:lnTo>
                  <a:pt x="23828" y="84795"/>
                </a:lnTo>
                <a:cubicBezTo>
                  <a:pt x="38674" y="84795"/>
                  <a:pt x="46569" y="84548"/>
                  <a:pt x="47515" y="84056"/>
                </a:cubicBezTo>
                <a:cubicBezTo>
                  <a:pt x="48176" y="83859"/>
                  <a:pt x="49311" y="79476"/>
                  <a:pt x="50919" y="70908"/>
                </a:cubicBezTo>
                <a:lnTo>
                  <a:pt x="50919" y="70465"/>
                </a:lnTo>
                <a:lnTo>
                  <a:pt x="56592" y="70465"/>
                </a:lnTo>
                <a:lnTo>
                  <a:pt x="56592" y="70908"/>
                </a:lnTo>
                <a:cubicBezTo>
                  <a:pt x="56497" y="71204"/>
                  <a:pt x="55883" y="75685"/>
                  <a:pt x="54748" y="84351"/>
                </a:cubicBezTo>
                <a:cubicBezTo>
                  <a:pt x="53613" y="93018"/>
                  <a:pt x="52904" y="97548"/>
                  <a:pt x="52621" y="97942"/>
                </a:cubicBezTo>
                <a:lnTo>
                  <a:pt x="52621" y="98385"/>
                </a:lnTo>
                <a:lnTo>
                  <a:pt x="0" y="98385"/>
                </a:lnTo>
                <a:lnTo>
                  <a:pt x="0" y="95579"/>
                </a:lnTo>
                <a:lnTo>
                  <a:pt x="0" y="93806"/>
                </a:lnTo>
                <a:cubicBezTo>
                  <a:pt x="0" y="93116"/>
                  <a:pt x="284" y="92378"/>
                  <a:pt x="851" y="91590"/>
                </a:cubicBezTo>
                <a:cubicBezTo>
                  <a:pt x="1418" y="90802"/>
                  <a:pt x="2837" y="89079"/>
                  <a:pt x="5106" y="86420"/>
                </a:cubicBezTo>
                <a:cubicBezTo>
                  <a:pt x="7848" y="83268"/>
                  <a:pt x="10212" y="80511"/>
                  <a:pt x="12198" y="78147"/>
                </a:cubicBezTo>
                <a:cubicBezTo>
                  <a:pt x="13049" y="77162"/>
                  <a:pt x="14656" y="75340"/>
                  <a:pt x="17020" y="72681"/>
                </a:cubicBezTo>
                <a:cubicBezTo>
                  <a:pt x="19384" y="70022"/>
                  <a:pt x="20992" y="68200"/>
                  <a:pt x="21843" y="67215"/>
                </a:cubicBezTo>
                <a:cubicBezTo>
                  <a:pt x="22694" y="66230"/>
                  <a:pt x="24065" y="64605"/>
                  <a:pt x="25956" y="62340"/>
                </a:cubicBezTo>
                <a:cubicBezTo>
                  <a:pt x="27847" y="60075"/>
                  <a:pt x="29171" y="58401"/>
                  <a:pt x="29927" y="57318"/>
                </a:cubicBezTo>
                <a:cubicBezTo>
                  <a:pt x="30684" y="56234"/>
                  <a:pt x="31771" y="54757"/>
                  <a:pt x="33189" y="52886"/>
                </a:cubicBezTo>
                <a:cubicBezTo>
                  <a:pt x="34608" y="51015"/>
                  <a:pt x="35600" y="49439"/>
                  <a:pt x="36168" y="48159"/>
                </a:cubicBezTo>
                <a:cubicBezTo>
                  <a:pt x="36735" y="46878"/>
                  <a:pt x="37444" y="45450"/>
                  <a:pt x="38295" y="43875"/>
                </a:cubicBezTo>
                <a:cubicBezTo>
                  <a:pt x="39146" y="42299"/>
                  <a:pt x="39761" y="40723"/>
                  <a:pt x="40139" y="39147"/>
                </a:cubicBezTo>
                <a:cubicBezTo>
                  <a:pt x="40517" y="37572"/>
                  <a:pt x="40848" y="36094"/>
                  <a:pt x="41132" y="34716"/>
                </a:cubicBezTo>
                <a:cubicBezTo>
                  <a:pt x="41416" y="33337"/>
                  <a:pt x="41558" y="31712"/>
                  <a:pt x="41558" y="29841"/>
                </a:cubicBezTo>
                <a:cubicBezTo>
                  <a:pt x="41558" y="23636"/>
                  <a:pt x="39950" y="18269"/>
                  <a:pt x="36735" y="13738"/>
                </a:cubicBezTo>
                <a:cubicBezTo>
                  <a:pt x="33520" y="9208"/>
                  <a:pt x="28934" y="6943"/>
                  <a:pt x="22977" y="6943"/>
                </a:cubicBezTo>
                <a:cubicBezTo>
                  <a:pt x="19857" y="6943"/>
                  <a:pt x="17115" y="7780"/>
                  <a:pt x="14751" y="9454"/>
                </a:cubicBezTo>
                <a:cubicBezTo>
                  <a:pt x="12387" y="11129"/>
                  <a:pt x="10732" y="12754"/>
                  <a:pt x="9787" y="14329"/>
                </a:cubicBezTo>
                <a:cubicBezTo>
                  <a:pt x="8841" y="15905"/>
                  <a:pt x="8368" y="16841"/>
                  <a:pt x="8368" y="17136"/>
                </a:cubicBezTo>
                <a:cubicBezTo>
                  <a:pt x="8368" y="17235"/>
                  <a:pt x="8605" y="17284"/>
                  <a:pt x="9077" y="17284"/>
                </a:cubicBezTo>
                <a:cubicBezTo>
                  <a:pt x="10779" y="17284"/>
                  <a:pt x="12529" y="17973"/>
                  <a:pt x="14325" y="19352"/>
                </a:cubicBezTo>
                <a:cubicBezTo>
                  <a:pt x="16122" y="20731"/>
                  <a:pt x="17020" y="22996"/>
                  <a:pt x="17020" y="26147"/>
                </a:cubicBezTo>
                <a:cubicBezTo>
                  <a:pt x="17020" y="28610"/>
                  <a:pt x="16264" y="30678"/>
                  <a:pt x="14751" y="32352"/>
                </a:cubicBezTo>
                <a:cubicBezTo>
                  <a:pt x="13238" y="34026"/>
                  <a:pt x="11110" y="34913"/>
                  <a:pt x="8368" y="350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68EAB0-91D4-42EA-9493-45BFED3F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0522" y="1116325"/>
            <a:ext cx="56592" cy="98385"/>
          </a:xfrm>
          <a:custGeom xmlns:a="http://schemas.openxmlformats.org/drawingml/2006/main">
            <a:pathLst>
              <a:path w="56592" h="98385" fill="none">
                <a:moveTo>
                  <a:pt x="8368" y="35011"/>
                </a:moveTo>
                <a:cubicBezTo>
                  <a:pt x="5815" y="35011"/>
                  <a:pt x="3782" y="34125"/>
                  <a:pt x="2269" y="32352"/>
                </a:cubicBezTo>
                <a:cubicBezTo>
                  <a:pt x="756" y="30579"/>
                  <a:pt x="0" y="28413"/>
                  <a:pt x="0" y="25852"/>
                </a:cubicBezTo>
                <a:cubicBezTo>
                  <a:pt x="0" y="18860"/>
                  <a:pt x="2506" y="12803"/>
                  <a:pt x="7517" y="7682"/>
                </a:cubicBezTo>
                <a:cubicBezTo>
                  <a:pt x="12529" y="2561"/>
                  <a:pt x="18769" y="0"/>
                  <a:pt x="26239" y="0"/>
                </a:cubicBezTo>
                <a:cubicBezTo>
                  <a:pt x="34844" y="0"/>
                  <a:pt x="42030" y="2758"/>
                  <a:pt x="47798" y="8273"/>
                </a:cubicBezTo>
                <a:cubicBezTo>
                  <a:pt x="53566" y="13788"/>
                  <a:pt x="56497" y="20928"/>
                  <a:pt x="56592" y="29693"/>
                </a:cubicBezTo>
                <a:cubicBezTo>
                  <a:pt x="56592" y="33928"/>
                  <a:pt x="55646" y="37966"/>
                  <a:pt x="53755" y="41806"/>
                </a:cubicBezTo>
                <a:cubicBezTo>
                  <a:pt x="51864" y="45647"/>
                  <a:pt x="49595" y="48996"/>
                  <a:pt x="46947" y="51852"/>
                </a:cubicBezTo>
                <a:cubicBezTo>
                  <a:pt x="44300" y="54708"/>
                  <a:pt x="40517" y="58352"/>
                  <a:pt x="35600" y="62783"/>
                </a:cubicBezTo>
                <a:cubicBezTo>
                  <a:pt x="32196" y="65836"/>
                  <a:pt x="27469" y="70367"/>
                  <a:pt x="21417" y="76374"/>
                </a:cubicBezTo>
                <a:lnTo>
                  <a:pt x="13049" y="84647"/>
                </a:lnTo>
                <a:lnTo>
                  <a:pt x="23828" y="84795"/>
                </a:lnTo>
                <a:cubicBezTo>
                  <a:pt x="38674" y="84795"/>
                  <a:pt x="46569" y="84548"/>
                  <a:pt x="47515" y="84056"/>
                </a:cubicBezTo>
                <a:cubicBezTo>
                  <a:pt x="48176" y="83859"/>
                  <a:pt x="49311" y="79476"/>
                  <a:pt x="50919" y="70908"/>
                </a:cubicBezTo>
                <a:lnTo>
                  <a:pt x="50919" y="70465"/>
                </a:lnTo>
                <a:lnTo>
                  <a:pt x="56592" y="70465"/>
                </a:lnTo>
                <a:lnTo>
                  <a:pt x="56592" y="70908"/>
                </a:lnTo>
                <a:cubicBezTo>
                  <a:pt x="56497" y="71204"/>
                  <a:pt x="55883" y="75685"/>
                  <a:pt x="54748" y="84351"/>
                </a:cubicBezTo>
                <a:cubicBezTo>
                  <a:pt x="53613" y="93018"/>
                  <a:pt x="52904" y="97548"/>
                  <a:pt x="52621" y="97942"/>
                </a:cubicBezTo>
                <a:lnTo>
                  <a:pt x="52621" y="98385"/>
                </a:lnTo>
                <a:lnTo>
                  <a:pt x="0" y="98385"/>
                </a:lnTo>
                <a:lnTo>
                  <a:pt x="0" y="95579"/>
                </a:lnTo>
                <a:lnTo>
                  <a:pt x="0" y="93806"/>
                </a:lnTo>
                <a:cubicBezTo>
                  <a:pt x="0" y="93116"/>
                  <a:pt x="284" y="92378"/>
                  <a:pt x="851" y="91590"/>
                </a:cubicBezTo>
                <a:cubicBezTo>
                  <a:pt x="1418" y="90802"/>
                  <a:pt x="2837" y="89079"/>
                  <a:pt x="5106" y="86420"/>
                </a:cubicBezTo>
                <a:cubicBezTo>
                  <a:pt x="7848" y="83268"/>
                  <a:pt x="10212" y="80511"/>
                  <a:pt x="12198" y="78147"/>
                </a:cubicBezTo>
                <a:cubicBezTo>
                  <a:pt x="13049" y="77162"/>
                  <a:pt x="14656" y="75340"/>
                  <a:pt x="17020" y="72681"/>
                </a:cubicBezTo>
                <a:cubicBezTo>
                  <a:pt x="19384" y="70022"/>
                  <a:pt x="20992" y="68200"/>
                  <a:pt x="21843" y="67215"/>
                </a:cubicBezTo>
                <a:cubicBezTo>
                  <a:pt x="22694" y="66230"/>
                  <a:pt x="24065" y="64605"/>
                  <a:pt x="25956" y="62340"/>
                </a:cubicBezTo>
                <a:cubicBezTo>
                  <a:pt x="27847" y="60075"/>
                  <a:pt x="29171" y="58401"/>
                  <a:pt x="29927" y="57318"/>
                </a:cubicBezTo>
                <a:cubicBezTo>
                  <a:pt x="30684" y="56234"/>
                  <a:pt x="31771" y="54757"/>
                  <a:pt x="33189" y="52886"/>
                </a:cubicBezTo>
                <a:cubicBezTo>
                  <a:pt x="34608" y="51015"/>
                  <a:pt x="35600" y="49439"/>
                  <a:pt x="36168" y="48159"/>
                </a:cubicBezTo>
                <a:cubicBezTo>
                  <a:pt x="36735" y="46878"/>
                  <a:pt x="37444" y="45450"/>
                  <a:pt x="38295" y="43875"/>
                </a:cubicBezTo>
                <a:cubicBezTo>
                  <a:pt x="39146" y="42299"/>
                  <a:pt x="39761" y="40723"/>
                  <a:pt x="40139" y="39147"/>
                </a:cubicBezTo>
                <a:cubicBezTo>
                  <a:pt x="40517" y="37572"/>
                  <a:pt x="40848" y="36094"/>
                  <a:pt x="41132" y="34716"/>
                </a:cubicBezTo>
                <a:cubicBezTo>
                  <a:pt x="41416" y="33337"/>
                  <a:pt x="41558" y="31712"/>
                  <a:pt x="41558" y="29841"/>
                </a:cubicBezTo>
                <a:cubicBezTo>
                  <a:pt x="41558" y="23636"/>
                  <a:pt x="39950" y="18269"/>
                  <a:pt x="36735" y="13738"/>
                </a:cubicBezTo>
                <a:cubicBezTo>
                  <a:pt x="33520" y="9208"/>
                  <a:pt x="28934" y="6943"/>
                  <a:pt x="22977" y="6943"/>
                </a:cubicBezTo>
                <a:cubicBezTo>
                  <a:pt x="19857" y="6943"/>
                  <a:pt x="17115" y="7780"/>
                  <a:pt x="14751" y="9454"/>
                </a:cubicBezTo>
                <a:cubicBezTo>
                  <a:pt x="12387" y="11129"/>
                  <a:pt x="10732" y="12754"/>
                  <a:pt x="9787" y="14329"/>
                </a:cubicBezTo>
                <a:cubicBezTo>
                  <a:pt x="8841" y="15905"/>
                  <a:pt x="8368" y="16841"/>
                  <a:pt x="8368" y="17136"/>
                </a:cubicBezTo>
                <a:cubicBezTo>
                  <a:pt x="8368" y="17235"/>
                  <a:pt x="8605" y="17284"/>
                  <a:pt x="9077" y="17284"/>
                </a:cubicBezTo>
                <a:cubicBezTo>
                  <a:pt x="10779" y="17284"/>
                  <a:pt x="12529" y="17973"/>
                  <a:pt x="14325" y="19352"/>
                </a:cubicBezTo>
                <a:cubicBezTo>
                  <a:pt x="16122" y="20731"/>
                  <a:pt x="17020" y="22996"/>
                  <a:pt x="17020" y="26147"/>
                </a:cubicBezTo>
                <a:cubicBezTo>
                  <a:pt x="17020" y="28610"/>
                  <a:pt x="16264" y="30678"/>
                  <a:pt x="14751" y="32352"/>
                </a:cubicBezTo>
                <a:cubicBezTo>
                  <a:pt x="13238" y="34026"/>
                  <a:pt x="11110" y="34913"/>
                  <a:pt x="8368" y="3501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8980"/>
              </a:srgbClr>
            </a:solidFill>
            <a:miter/>
          </a:ln>
        </p:spPr>
      </p:sp>
      <p:sp>
        <p:nvSpPr>
          <p:cNvPr id="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56D0AA-FD7D-4CB7-B8A6-52AA2FEE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5411" y="1196836"/>
            <a:ext cx="18722" cy="46632"/>
          </a:xfrm>
          <a:custGeom xmlns:a="http://schemas.openxmlformats.org/drawingml/2006/main">
            <a:pathLst>
              <a:path w="18722" h="46632">
                <a:moveTo>
                  <a:pt x="0" y="12704"/>
                </a:moveTo>
                <a:cubicBezTo>
                  <a:pt x="0" y="12704"/>
                  <a:pt x="0" y="11473"/>
                  <a:pt x="0" y="9011"/>
                </a:cubicBezTo>
                <a:cubicBezTo>
                  <a:pt x="0" y="6549"/>
                  <a:pt x="756" y="4432"/>
                  <a:pt x="2269" y="2659"/>
                </a:cubicBezTo>
                <a:cubicBezTo>
                  <a:pt x="3782" y="886"/>
                  <a:pt x="5815" y="0"/>
                  <a:pt x="8368" y="0"/>
                </a:cubicBezTo>
                <a:cubicBezTo>
                  <a:pt x="11016" y="0"/>
                  <a:pt x="13380" y="1231"/>
                  <a:pt x="15460" y="3693"/>
                </a:cubicBezTo>
                <a:cubicBezTo>
                  <a:pt x="17540" y="6155"/>
                  <a:pt x="18628" y="10489"/>
                  <a:pt x="18722" y="16693"/>
                </a:cubicBezTo>
                <a:cubicBezTo>
                  <a:pt x="18722" y="20140"/>
                  <a:pt x="18297" y="23488"/>
                  <a:pt x="17446" y="26738"/>
                </a:cubicBezTo>
                <a:cubicBezTo>
                  <a:pt x="16595" y="29988"/>
                  <a:pt x="15602" y="32795"/>
                  <a:pt x="14467" y="35159"/>
                </a:cubicBezTo>
                <a:cubicBezTo>
                  <a:pt x="13332" y="37522"/>
                  <a:pt x="12103" y="39541"/>
                  <a:pt x="10779" y="41215"/>
                </a:cubicBezTo>
                <a:cubicBezTo>
                  <a:pt x="9456" y="42890"/>
                  <a:pt x="8321" y="44219"/>
                  <a:pt x="7375" y="45204"/>
                </a:cubicBezTo>
                <a:cubicBezTo>
                  <a:pt x="6430" y="46189"/>
                  <a:pt x="5815" y="46632"/>
                  <a:pt x="5532" y="46534"/>
                </a:cubicBezTo>
                <a:cubicBezTo>
                  <a:pt x="5153" y="46534"/>
                  <a:pt x="4539" y="46090"/>
                  <a:pt x="3688" y="45204"/>
                </a:cubicBezTo>
                <a:cubicBezTo>
                  <a:pt x="2837" y="44318"/>
                  <a:pt x="2411" y="43678"/>
                  <a:pt x="2411" y="43284"/>
                </a:cubicBezTo>
                <a:cubicBezTo>
                  <a:pt x="2411" y="42890"/>
                  <a:pt x="2931" y="42102"/>
                  <a:pt x="3971" y="40920"/>
                </a:cubicBezTo>
                <a:cubicBezTo>
                  <a:pt x="5011" y="39738"/>
                  <a:pt x="6193" y="38261"/>
                  <a:pt x="7517" y="36488"/>
                </a:cubicBezTo>
                <a:cubicBezTo>
                  <a:pt x="8841" y="34716"/>
                  <a:pt x="10070" y="32253"/>
                  <a:pt x="11205" y="29102"/>
                </a:cubicBezTo>
                <a:cubicBezTo>
                  <a:pt x="12340" y="25950"/>
                  <a:pt x="13096" y="22356"/>
                  <a:pt x="13474" y="18318"/>
                </a:cubicBezTo>
                <a:lnTo>
                  <a:pt x="13474" y="16545"/>
                </a:lnTo>
                <a:lnTo>
                  <a:pt x="13332" y="16693"/>
                </a:lnTo>
                <a:cubicBezTo>
                  <a:pt x="13143" y="16791"/>
                  <a:pt x="12907" y="16890"/>
                  <a:pt x="12623" y="16988"/>
                </a:cubicBezTo>
                <a:cubicBezTo>
                  <a:pt x="12340" y="17087"/>
                  <a:pt x="12056" y="17235"/>
                  <a:pt x="11772" y="17432"/>
                </a:cubicBezTo>
                <a:cubicBezTo>
                  <a:pt x="11489" y="17629"/>
                  <a:pt x="11063" y="17727"/>
                  <a:pt x="10496" y="17727"/>
                </a:cubicBezTo>
                <a:cubicBezTo>
                  <a:pt x="9928" y="17727"/>
                  <a:pt x="9361" y="17776"/>
                  <a:pt x="8794" y="17875"/>
                </a:cubicBezTo>
                <a:cubicBezTo>
                  <a:pt x="6241" y="17875"/>
                  <a:pt x="4160" y="17038"/>
                  <a:pt x="2553" y="15363"/>
                </a:cubicBezTo>
                <a:lnTo>
                  <a:pt x="0" y="127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6E3521-B17D-4817-AF67-8B497793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5411" y="1196836"/>
            <a:ext cx="18722" cy="46632"/>
          </a:xfrm>
          <a:custGeom xmlns:a="http://schemas.openxmlformats.org/drawingml/2006/main">
            <a:pathLst>
              <a:path w="18722" h="46632" fill="none">
                <a:moveTo>
                  <a:pt x="0" y="12704"/>
                </a:moveTo>
                <a:cubicBezTo>
                  <a:pt x="0" y="12704"/>
                  <a:pt x="0" y="11473"/>
                  <a:pt x="0" y="9011"/>
                </a:cubicBezTo>
                <a:cubicBezTo>
                  <a:pt x="0" y="6549"/>
                  <a:pt x="756" y="4432"/>
                  <a:pt x="2269" y="2659"/>
                </a:cubicBezTo>
                <a:cubicBezTo>
                  <a:pt x="3782" y="886"/>
                  <a:pt x="5815" y="0"/>
                  <a:pt x="8368" y="0"/>
                </a:cubicBezTo>
                <a:cubicBezTo>
                  <a:pt x="11016" y="0"/>
                  <a:pt x="13380" y="1231"/>
                  <a:pt x="15460" y="3693"/>
                </a:cubicBezTo>
                <a:cubicBezTo>
                  <a:pt x="17540" y="6155"/>
                  <a:pt x="18628" y="10489"/>
                  <a:pt x="18722" y="16693"/>
                </a:cubicBezTo>
                <a:cubicBezTo>
                  <a:pt x="18722" y="20140"/>
                  <a:pt x="18297" y="23488"/>
                  <a:pt x="17446" y="26738"/>
                </a:cubicBezTo>
                <a:cubicBezTo>
                  <a:pt x="16595" y="29988"/>
                  <a:pt x="15602" y="32795"/>
                  <a:pt x="14467" y="35159"/>
                </a:cubicBezTo>
                <a:cubicBezTo>
                  <a:pt x="13332" y="37522"/>
                  <a:pt x="12103" y="39541"/>
                  <a:pt x="10779" y="41215"/>
                </a:cubicBezTo>
                <a:cubicBezTo>
                  <a:pt x="9456" y="42890"/>
                  <a:pt x="8321" y="44219"/>
                  <a:pt x="7375" y="45204"/>
                </a:cubicBezTo>
                <a:cubicBezTo>
                  <a:pt x="6430" y="46189"/>
                  <a:pt x="5815" y="46632"/>
                  <a:pt x="5532" y="46534"/>
                </a:cubicBezTo>
                <a:cubicBezTo>
                  <a:pt x="5153" y="46534"/>
                  <a:pt x="4539" y="46090"/>
                  <a:pt x="3688" y="45204"/>
                </a:cubicBezTo>
                <a:cubicBezTo>
                  <a:pt x="2837" y="44318"/>
                  <a:pt x="2411" y="43678"/>
                  <a:pt x="2411" y="43284"/>
                </a:cubicBezTo>
                <a:cubicBezTo>
                  <a:pt x="2411" y="42890"/>
                  <a:pt x="2931" y="42102"/>
                  <a:pt x="3971" y="40920"/>
                </a:cubicBezTo>
                <a:cubicBezTo>
                  <a:pt x="5011" y="39738"/>
                  <a:pt x="6193" y="38261"/>
                  <a:pt x="7517" y="36488"/>
                </a:cubicBezTo>
                <a:cubicBezTo>
                  <a:pt x="8841" y="34716"/>
                  <a:pt x="10070" y="32253"/>
                  <a:pt x="11205" y="29102"/>
                </a:cubicBezTo>
                <a:cubicBezTo>
                  <a:pt x="12340" y="25950"/>
                  <a:pt x="13096" y="22356"/>
                  <a:pt x="13474" y="18318"/>
                </a:cubicBezTo>
                <a:lnTo>
                  <a:pt x="13474" y="16545"/>
                </a:lnTo>
                <a:lnTo>
                  <a:pt x="13332" y="16693"/>
                </a:lnTo>
                <a:cubicBezTo>
                  <a:pt x="13143" y="16791"/>
                  <a:pt x="12907" y="16890"/>
                  <a:pt x="12623" y="16988"/>
                </a:cubicBezTo>
                <a:cubicBezTo>
                  <a:pt x="12340" y="17087"/>
                  <a:pt x="12056" y="17235"/>
                  <a:pt x="11772" y="17432"/>
                </a:cubicBezTo>
                <a:cubicBezTo>
                  <a:pt x="11489" y="17629"/>
                  <a:pt x="11063" y="17727"/>
                  <a:pt x="10496" y="17727"/>
                </a:cubicBezTo>
                <a:cubicBezTo>
                  <a:pt x="9928" y="17727"/>
                  <a:pt x="9361" y="17776"/>
                  <a:pt x="8794" y="17875"/>
                </a:cubicBezTo>
                <a:cubicBezTo>
                  <a:pt x="6241" y="17875"/>
                  <a:pt x="4160" y="17038"/>
                  <a:pt x="2553" y="15363"/>
                </a:cubicBezTo>
                <a:lnTo>
                  <a:pt x="0" y="127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8980"/>
              </a:srgbClr>
            </a:solidFill>
            <a:miter/>
          </a:ln>
        </p:spPr>
      </p:sp>
      <p:sp>
        <p:nvSpPr>
          <p:cNvPr id="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B1973C-CD64-4D55-A735-70055FCF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9309" y="1116325"/>
            <a:ext cx="59712" cy="101635"/>
          </a:xfrm>
          <a:custGeom xmlns:a="http://schemas.openxmlformats.org/drawingml/2006/main">
            <a:pathLst>
              <a:path w="59712" h="101635">
                <a:moveTo>
                  <a:pt x="8085" y="11966"/>
                </a:moveTo>
                <a:cubicBezTo>
                  <a:pt x="13380" y="3989"/>
                  <a:pt x="20613" y="0"/>
                  <a:pt x="29785" y="0"/>
                </a:cubicBezTo>
                <a:cubicBezTo>
                  <a:pt x="34324" y="0"/>
                  <a:pt x="38863" y="1280"/>
                  <a:pt x="43401" y="3841"/>
                </a:cubicBezTo>
                <a:cubicBezTo>
                  <a:pt x="47940" y="6401"/>
                  <a:pt x="51628" y="10932"/>
                  <a:pt x="54464" y="17432"/>
                </a:cubicBezTo>
                <a:cubicBezTo>
                  <a:pt x="57963" y="25606"/>
                  <a:pt x="59712" y="36833"/>
                  <a:pt x="59712" y="51113"/>
                </a:cubicBezTo>
                <a:cubicBezTo>
                  <a:pt x="59712" y="66378"/>
                  <a:pt x="57679" y="78048"/>
                  <a:pt x="53613" y="86124"/>
                </a:cubicBezTo>
                <a:cubicBezTo>
                  <a:pt x="51722" y="90260"/>
                  <a:pt x="49122" y="93560"/>
                  <a:pt x="45813" y="96022"/>
                </a:cubicBezTo>
                <a:cubicBezTo>
                  <a:pt x="42503" y="98484"/>
                  <a:pt x="39619" y="100010"/>
                  <a:pt x="37161" y="100601"/>
                </a:cubicBezTo>
                <a:cubicBezTo>
                  <a:pt x="34702" y="101192"/>
                  <a:pt x="32291" y="101537"/>
                  <a:pt x="29927" y="101635"/>
                </a:cubicBezTo>
                <a:cubicBezTo>
                  <a:pt x="27469" y="101635"/>
                  <a:pt x="25010" y="101340"/>
                  <a:pt x="22552" y="100749"/>
                </a:cubicBezTo>
                <a:cubicBezTo>
                  <a:pt x="20093" y="100158"/>
                  <a:pt x="17209" y="98582"/>
                  <a:pt x="13900" y="96022"/>
                </a:cubicBezTo>
                <a:cubicBezTo>
                  <a:pt x="10590" y="93461"/>
                  <a:pt x="7990" y="90162"/>
                  <a:pt x="6099" y="86124"/>
                </a:cubicBezTo>
                <a:cubicBezTo>
                  <a:pt x="2033" y="78048"/>
                  <a:pt x="0" y="66378"/>
                  <a:pt x="0" y="51113"/>
                </a:cubicBezTo>
                <a:cubicBezTo>
                  <a:pt x="0" y="33977"/>
                  <a:pt x="2695" y="20928"/>
                  <a:pt x="8085" y="11966"/>
                </a:cubicBezTo>
                <a:close/>
                <a:moveTo>
                  <a:pt x="39997" y="10193"/>
                </a:moveTo>
                <a:cubicBezTo>
                  <a:pt x="37161" y="7042"/>
                  <a:pt x="33804" y="5466"/>
                  <a:pt x="29927" y="5466"/>
                </a:cubicBezTo>
                <a:cubicBezTo>
                  <a:pt x="25956" y="5466"/>
                  <a:pt x="22552" y="7042"/>
                  <a:pt x="19715" y="10193"/>
                </a:cubicBezTo>
                <a:cubicBezTo>
                  <a:pt x="17351" y="12754"/>
                  <a:pt x="15791" y="16299"/>
                  <a:pt x="15034" y="20829"/>
                </a:cubicBezTo>
                <a:cubicBezTo>
                  <a:pt x="14278" y="25360"/>
                  <a:pt x="13900" y="34814"/>
                  <a:pt x="13900" y="49193"/>
                </a:cubicBezTo>
                <a:cubicBezTo>
                  <a:pt x="13900" y="64753"/>
                  <a:pt x="14278" y="74995"/>
                  <a:pt x="15034" y="79920"/>
                </a:cubicBezTo>
                <a:cubicBezTo>
                  <a:pt x="15791" y="84844"/>
                  <a:pt x="17493" y="88734"/>
                  <a:pt x="20141" y="91590"/>
                </a:cubicBezTo>
                <a:cubicBezTo>
                  <a:pt x="22788" y="94544"/>
                  <a:pt x="26050" y="96022"/>
                  <a:pt x="29927" y="96022"/>
                </a:cubicBezTo>
                <a:cubicBezTo>
                  <a:pt x="33709" y="96022"/>
                  <a:pt x="36924" y="94544"/>
                  <a:pt x="39572" y="91590"/>
                </a:cubicBezTo>
                <a:cubicBezTo>
                  <a:pt x="42314" y="88635"/>
                  <a:pt x="44016" y="84499"/>
                  <a:pt x="44678" y="79181"/>
                </a:cubicBezTo>
                <a:cubicBezTo>
                  <a:pt x="45340" y="73863"/>
                  <a:pt x="45718" y="63867"/>
                  <a:pt x="45813" y="49193"/>
                </a:cubicBezTo>
                <a:cubicBezTo>
                  <a:pt x="45813" y="34913"/>
                  <a:pt x="45434" y="25507"/>
                  <a:pt x="44678" y="20977"/>
                </a:cubicBezTo>
                <a:cubicBezTo>
                  <a:pt x="43921" y="16447"/>
                  <a:pt x="42361" y="12852"/>
                  <a:pt x="39997" y="101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7A21DE-59E8-476A-A06E-340C293D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9309" y="1116325"/>
            <a:ext cx="59712" cy="101635"/>
          </a:xfrm>
          <a:custGeom xmlns:a="http://schemas.openxmlformats.org/drawingml/2006/main">
            <a:pathLst>
              <a:path w="59712" h="101635" fill="none">
                <a:moveTo>
                  <a:pt x="8085" y="11966"/>
                </a:moveTo>
                <a:cubicBezTo>
                  <a:pt x="13380" y="3989"/>
                  <a:pt x="20613" y="0"/>
                  <a:pt x="29785" y="0"/>
                </a:cubicBezTo>
                <a:cubicBezTo>
                  <a:pt x="34324" y="0"/>
                  <a:pt x="38863" y="1280"/>
                  <a:pt x="43401" y="3841"/>
                </a:cubicBezTo>
                <a:cubicBezTo>
                  <a:pt x="47940" y="6401"/>
                  <a:pt x="51628" y="10932"/>
                  <a:pt x="54464" y="17432"/>
                </a:cubicBezTo>
                <a:cubicBezTo>
                  <a:pt x="57963" y="25606"/>
                  <a:pt x="59712" y="36833"/>
                  <a:pt x="59712" y="51113"/>
                </a:cubicBezTo>
                <a:cubicBezTo>
                  <a:pt x="59712" y="66378"/>
                  <a:pt x="57679" y="78048"/>
                  <a:pt x="53613" y="86124"/>
                </a:cubicBezTo>
                <a:cubicBezTo>
                  <a:pt x="51722" y="90260"/>
                  <a:pt x="49122" y="93560"/>
                  <a:pt x="45813" y="96022"/>
                </a:cubicBezTo>
                <a:cubicBezTo>
                  <a:pt x="42503" y="98484"/>
                  <a:pt x="39619" y="100010"/>
                  <a:pt x="37161" y="100601"/>
                </a:cubicBezTo>
                <a:cubicBezTo>
                  <a:pt x="34702" y="101192"/>
                  <a:pt x="32291" y="101537"/>
                  <a:pt x="29927" y="101635"/>
                </a:cubicBezTo>
                <a:cubicBezTo>
                  <a:pt x="27469" y="101635"/>
                  <a:pt x="25010" y="101340"/>
                  <a:pt x="22552" y="100749"/>
                </a:cubicBezTo>
                <a:cubicBezTo>
                  <a:pt x="20093" y="100158"/>
                  <a:pt x="17209" y="98582"/>
                  <a:pt x="13900" y="96022"/>
                </a:cubicBezTo>
                <a:cubicBezTo>
                  <a:pt x="10590" y="93461"/>
                  <a:pt x="7990" y="90162"/>
                  <a:pt x="6099" y="86124"/>
                </a:cubicBezTo>
                <a:cubicBezTo>
                  <a:pt x="2033" y="78048"/>
                  <a:pt x="0" y="66378"/>
                  <a:pt x="0" y="51113"/>
                </a:cubicBezTo>
                <a:cubicBezTo>
                  <a:pt x="0" y="33977"/>
                  <a:pt x="2695" y="20928"/>
                  <a:pt x="8085" y="11966"/>
                </a:cubicBezTo>
                <a:close/>
                <a:moveTo>
                  <a:pt x="39997" y="10193"/>
                </a:moveTo>
                <a:cubicBezTo>
                  <a:pt x="37161" y="7042"/>
                  <a:pt x="33804" y="5466"/>
                  <a:pt x="29927" y="5466"/>
                </a:cubicBezTo>
                <a:cubicBezTo>
                  <a:pt x="25956" y="5466"/>
                  <a:pt x="22552" y="7042"/>
                  <a:pt x="19715" y="10193"/>
                </a:cubicBezTo>
                <a:cubicBezTo>
                  <a:pt x="17351" y="12754"/>
                  <a:pt x="15791" y="16299"/>
                  <a:pt x="15034" y="20829"/>
                </a:cubicBezTo>
                <a:cubicBezTo>
                  <a:pt x="14278" y="25360"/>
                  <a:pt x="13900" y="34814"/>
                  <a:pt x="13900" y="49193"/>
                </a:cubicBezTo>
                <a:cubicBezTo>
                  <a:pt x="13900" y="64753"/>
                  <a:pt x="14278" y="74995"/>
                  <a:pt x="15034" y="79920"/>
                </a:cubicBezTo>
                <a:cubicBezTo>
                  <a:pt x="15791" y="84844"/>
                  <a:pt x="17493" y="88734"/>
                  <a:pt x="20141" y="91590"/>
                </a:cubicBezTo>
                <a:cubicBezTo>
                  <a:pt x="22788" y="94544"/>
                  <a:pt x="26050" y="96022"/>
                  <a:pt x="29927" y="96022"/>
                </a:cubicBezTo>
                <a:cubicBezTo>
                  <a:pt x="33709" y="96022"/>
                  <a:pt x="36924" y="94544"/>
                  <a:pt x="39572" y="91590"/>
                </a:cubicBezTo>
                <a:cubicBezTo>
                  <a:pt x="42314" y="88635"/>
                  <a:pt x="44016" y="84499"/>
                  <a:pt x="44678" y="79181"/>
                </a:cubicBezTo>
                <a:cubicBezTo>
                  <a:pt x="45340" y="73863"/>
                  <a:pt x="45718" y="63867"/>
                  <a:pt x="45813" y="49193"/>
                </a:cubicBezTo>
                <a:cubicBezTo>
                  <a:pt x="45813" y="34913"/>
                  <a:pt x="45434" y="25507"/>
                  <a:pt x="44678" y="20977"/>
                </a:cubicBezTo>
                <a:cubicBezTo>
                  <a:pt x="43921" y="16447"/>
                  <a:pt x="42361" y="12852"/>
                  <a:pt x="39997" y="101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8980"/>
              </a:srgbClr>
            </a:solidFill>
            <a:miter/>
          </a:ln>
        </p:spPr>
      </p:sp>
      <p:sp>
        <p:nvSpPr>
          <p:cNvPr id="6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A96CFE-0398-4C0A-B896-08A7005B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790" y="1026658"/>
            <a:ext cx="44871" cy="208947"/>
          </a:xfrm>
          <a:custGeom xmlns:a="http://schemas.openxmlformats.org/drawingml/2006/main">
            <a:pathLst>
              <a:path w="44871" h="208947">
                <a:moveTo>
                  <a:pt x="0" y="3761"/>
                </a:moveTo>
                <a:cubicBezTo>
                  <a:pt x="134" y="2786"/>
                  <a:pt x="535" y="1950"/>
                  <a:pt x="1204" y="1254"/>
                </a:cubicBezTo>
                <a:cubicBezTo>
                  <a:pt x="1872" y="557"/>
                  <a:pt x="2809" y="139"/>
                  <a:pt x="4012" y="0"/>
                </a:cubicBezTo>
                <a:cubicBezTo>
                  <a:pt x="5350" y="0"/>
                  <a:pt x="6487" y="696"/>
                  <a:pt x="7423" y="2089"/>
                </a:cubicBezTo>
                <a:cubicBezTo>
                  <a:pt x="7824" y="3065"/>
                  <a:pt x="14110" y="20198"/>
                  <a:pt x="26281" y="53491"/>
                </a:cubicBezTo>
                <a:cubicBezTo>
                  <a:pt x="38451" y="86783"/>
                  <a:pt x="44603" y="103777"/>
                  <a:pt x="44737" y="104474"/>
                </a:cubicBezTo>
                <a:cubicBezTo>
                  <a:pt x="44871" y="105170"/>
                  <a:pt x="38786" y="122165"/>
                  <a:pt x="26481" y="155457"/>
                </a:cubicBezTo>
                <a:cubicBezTo>
                  <a:pt x="14177" y="188749"/>
                  <a:pt x="7824" y="205883"/>
                  <a:pt x="7423" y="206858"/>
                </a:cubicBezTo>
                <a:cubicBezTo>
                  <a:pt x="6487" y="208251"/>
                  <a:pt x="5350" y="208947"/>
                  <a:pt x="4012" y="208947"/>
                </a:cubicBezTo>
                <a:cubicBezTo>
                  <a:pt x="2942" y="208947"/>
                  <a:pt x="2073" y="208599"/>
                  <a:pt x="1404" y="207903"/>
                </a:cubicBezTo>
                <a:cubicBezTo>
                  <a:pt x="736" y="207206"/>
                  <a:pt x="267" y="206301"/>
                  <a:pt x="0" y="205186"/>
                </a:cubicBezTo>
                <a:cubicBezTo>
                  <a:pt x="0" y="204490"/>
                  <a:pt x="6018" y="187565"/>
                  <a:pt x="18055" y="154412"/>
                </a:cubicBezTo>
                <a:cubicBezTo>
                  <a:pt x="30226" y="121398"/>
                  <a:pt x="36311" y="104752"/>
                  <a:pt x="36311" y="104474"/>
                </a:cubicBezTo>
                <a:cubicBezTo>
                  <a:pt x="36311" y="104195"/>
                  <a:pt x="30226" y="87549"/>
                  <a:pt x="18055" y="54535"/>
                </a:cubicBezTo>
                <a:cubicBezTo>
                  <a:pt x="6018" y="21382"/>
                  <a:pt x="0" y="4458"/>
                  <a:pt x="0" y="37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68B7B6-D40A-4007-8F5A-796E27D9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790" y="1026658"/>
            <a:ext cx="44871" cy="208947"/>
          </a:xfrm>
          <a:custGeom xmlns:a="http://schemas.openxmlformats.org/drawingml/2006/main">
            <a:pathLst>
              <a:path w="44871" h="208947" fill="none">
                <a:moveTo>
                  <a:pt x="0" y="3761"/>
                </a:moveTo>
                <a:cubicBezTo>
                  <a:pt x="134" y="2786"/>
                  <a:pt x="535" y="1950"/>
                  <a:pt x="1204" y="1254"/>
                </a:cubicBezTo>
                <a:cubicBezTo>
                  <a:pt x="1872" y="557"/>
                  <a:pt x="2809" y="139"/>
                  <a:pt x="4012" y="0"/>
                </a:cubicBezTo>
                <a:cubicBezTo>
                  <a:pt x="5350" y="0"/>
                  <a:pt x="6487" y="696"/>
                  <a:pt x="7423" y="2089"/>
                </a:cubicBezTo>
                <a:cubicBezTo>
                  <a:pt x="7824" y="3065"/>
                  <a:pt x="14110" y="20198"/>
                  <a:pt x="26281" y="53491"/>
                </a:cubicBezTo>
                <a:cubicBezTo>
                  <a:pt x="38451" y="86783"/>
                  <a:pt x="44603" y="103777"/>
                  <a:pt x="44737" y="104474"/>
                </a:cubicBezTo>
                <a:cubicBezTo>
                  <a:pt x="44871" y="105170"/>
                  <a:pt x="38786" y="122165"/>
                  <a:pt x="26481" y="155457"/>
                </a:cubicBezTo>
                <a:cubicBezTo>
                  <a:pt x="14177" y="188749"/>
                  <a:pt x="7824" y="205883"/>
                  <a:pt x="7423" y="206858"/>
                </a:cubicBezTo>
                <a:cubicBezTo>
                  <a:pt x="6487" y="208251"/>
                  <a:pt x="5350" y="208947"/>
                  <a:pt x="4012" y="208947"/>
                </a:cubicBezTo>
                <a:cubicBezTo>
                  <a:pt x="2942" y="208947"/>
                  <a:pt x="2073" y="208599"/>
                  <a:pt x="1404" y="207903"/>
                </a:cubicBezTo>
                <a:cubicBezTo>
                  <a:pt x="736" y="207206"/>
                  <a:pt x="267" y="206301"/>
                  <a:pt x="0" y="205186"/>
                </a:cubicBezTo>
                <a:cubicBezTo>
                  <a:pt x="0" y="204490"/>
                  <a:pt x="6018" y="187565"/>
                  <a:pt x="18055" y="154412"/>
                </a:cubicBezTo>
                <a:cubicBezTo>
                  <a:pt x="30226" y="121398"/>
                  <a:pt x="36311" y="104752"/>
                  <a:pt x="36311" y="104474"/>
                </a:cubicBezTo>
                <a:cubicBezTo>
                  <a:pt x="36311" y="104195"/>
                  <a:pt x="30226" y="87549"/>
                  <a:pt x="18055" y="54535"/>
                </a:cubicBezTo>
                <a:cubicBezTo>
                  <a:pt x="6018" y="21382"/>
                  <a:pt x="0" y="4458"/>
                  <a:pt x="0" y="376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00"/>
              </a:srgbClr>
            </a:solidFill>
            <a:miter/>
          </a:ln>
        </p:spPr>
      </p:sp>
      <p:sp>
        <p:nvSpPr>
          <p:cNvPr id="6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1E3F16-4610-42CE-B565-CAF850DA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85" y="1243378"/>
            <a:ext cx="44871" cy="208947"/>
          </a:xfrm>
          <a:custGeom xmlns:a="http://schemas.openxmlformats.org/drawingml/2006/main">
            <a:pathLst>
              <a:path w="44871" h="208947">
                <a:moveTo>
                  <a:pt x="44871" y="205186"/>
                </a:moveTo>
                <a:cubicBezTo>
                  <a:pt x="44737" y="206161"/>
                  <a:pt x="44336" y="206997"/>
                  <a:pt x="43667" y="207694"/>
                </a:cubicBezTo>
                <a:cubicBezTo>
                  <a:pt x="42998" y="208390"/>
                  <a:pt x="42062" y="208808"/>
                  <a:pt x="40859" y="208947"/>
                </a:cubicBezTo>
                <a:cubicBezTo>
                  <a:pt x="39521" y="208947"/>
                  <a:pt x="38384" y="208251"/>
                  <a:pt x="37448" y="206858"/>
                </a:cubicBezTo>
                <a:cubicBezTo>
                  <a:pt x="37047" y="205883"/>
                  <a:pt x="30761" y="188749"/>
                  <a:pt x="18590" y="155457"/>
                </a:cubicBezTo>
                <a:cubicBezTo>
                  <a:pt x="6420" y="122165"/>
                  <a:pt x="267" y="105170"/>
                  <a:pt x="134" y="104474"/>
                </a:cubicBezTo>
                <a:cubicBezTo>
                  <a:pt x="0" y="103777"/>
                  <a:pt x="6085" y="86783"/>
                  <a:pt x="18390" y="53491"/>
                </a:cubicBezTo>
                <a:cubicBezTo>
                  <a:pt x="30694" y="20198"/>
                  <a:pt x="37047" y="3065"/>
                  <a:pt x="37448" y="2089"/>
                </a:cubicBezTo>
                <a:cubicBezTo>
                  <a:pt x="37849" y="1393"/>
                  <a:pt x="38518" y="766"/>
                  <a:pt x="39454" y="209"/>
                </a:cubicBezTo>
                <a:lnTo>
                  <a:pt x="40056" y="0"/>
                </a:lnTo>
                <a:cubicBezTo>
                  <a:pt x="40457" y="0"/>
                  <a:pt x="40725" y="0"/>
                  <a:pt x="40859" y="0"/>
                </a:cubicBezTo>
                <a:cubicBezTo>
                  <a:pt x="43266" y="0"/>
                  <a:pt x="44603" y="1254"/>
                  <a:pt x="44871" y="3761"/>
                </a:cubicBezTo>
                <a:cubicBezTo>
                  <a:pt x="44871" y="4458"/>
                  <a:pt x="38852" y="21382"/>
                  <a:pt x="26815" y="54535"/>
                </a:cubicBezTo>
                <a:cubicBezTo>
                  <a:pt x="14645" y="87549"/>
                  <a:pt x="8560" y="104195"/>
                  <a:pt x="8560" y="104474"/>
                </a:cubicBezTo>
                <a:cubicBezTo>
                  <a:pt x="8560" y="104752"/>
                  <a:pt x="14645" y="121398"/>
                  <a:pt x="26815" y="154412"/>
                </a:cubicBezTo>
                <a:cubicBezTo>
                  <a:pt x="38852" y="187565"/>
                  <a:pt x="44871" y="204490"/>
                  <a:pt x="44871" y="2051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1F15EE-4B57-4F0F-9A24-86E0997B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85" y="1243378"/>
            <a:ext cx="44871" cy="208947"/>
          </a:xfrm>
          <a:custGeom xmlns:a="http://schemas.openxmlformats.org/drawingml/2006/main">
            <a:pathLst>
              <a:path w="44871" h="208947" fill="none">
                <a:moveTo>
                  <a:pt x="44871" y="205186"/>
                </a:moveTo>
                <a:cubicBezTo>
                  <a:pt x="44737" y="206161"/>
                  <a:pt x="44336" y="206997"/>
                  <a:pt x="43667" y="207694"/>
                </a:cubicBezTo>
                <a:cubicBezTo>
                  <a:pt x="42998" y="208390"/>
                  <a:pt x="42062" y="208808"/>
                  <a:pt x="40859" y="208947"/>
                </a:cubicBezTo>
                <a:cubicBezTo>
                  <a:pt x="39521" y="208947"/>
                  <a:pt x="38384" y="208251"/>
                  <a:pt x="37448" y="206858"/>
                </a:cubicBezTo>
                <a:cubicBezTo>
                  <a:pt x="37047" y="205883"/>
                  <a:pt x="30761" y="188749"/>
                  <a:pt x="18590" y="155457"/>
                </a:cubicBezTo>
                <a:cubicBezTo>
                  <a:pt x="6420" y="122165"/>
                  <a:pt x="267" y="105170"/>
                  <a:pt x="134" y="104474"/>
                </a:cubicBezTo>
                <a:cubicBezTo>
                  <a:pt x="0" y="103777"/>
                  <a:pt x="6085" y="86783"/>
                  <a:pt x="18390" y="53491"/>
                </a:cubicBezTo>
                <a:cubicBezTo>
                  <a:pt x="30694" y="20198"/>
                  <a:pt x="37047" y="3065"/>
                  <a:pt x="37448" y="2089"/>
                </a:cubicBezTo>
                <a:cubicBezTo>
                  <a:pt x="37849" y="1393"/>
                  <a:pt x="38518" y="766"/>
                  <a:pt x="39454" y="209"/>
                </a:cubicBezTo>
                <a:lnTo>
                  <a:pt x="40056" y="0"/>
                </a:lnTo>
                <a:cubicBezTo>
                  <a:pt x="40457" y="0"/>
                  <a:pt x="40725" y="0"/>
                  <a:pt x="40859" y="0"/>
                </a:cubicBezTo>
                <a:cubicBezTo>
                  <a:pt x="43266" y="0"/>
                  <a:pt x="44603" y="1254"/>
                  <a:pt x="44871" y="3761"/>
                </a:cubicBezTo>
                <a:cubicBezTo>
                  <a:pt x="44871" y="4458"/>
                  <a:pt x="38852" y="21382"/>
                  <a:pt x="26815" y="54535"/>
                </a:cubicBezTo>
                <a:cubicBezTo>
                  <a:pt x="14645" y="87549"/>
                  <a:pt x="8560" y="104195"/>
                  <a:pt x="8560" y="104474"/>
                </a:cubicBezTo>
                <a:cubicBezTo>
                  <a:pt x="8560" y="104752"/>
                  <a:pt x="14645" y="121398"/>
                  <a:pt x="26815" y="154412"/>
                </a:cubicBezTo>
                <a:cubicBezTo>
                  <a:pt x="38852" y="187565"/>
                  <a:pt x="44871" y="204490"/>
                  <a:pt x="44871" y="20518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00"/>
              </a:srgbClr>
            </a:solidFill>
            <a:miter/>
          </a:ln>
        </p:spPr>
      </p:sp>
      <p:sp>
        <p:nvSpPr>
          <p:cNvPr id="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06EC6D-D44C-412F-990C-5BD4F8A8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827" y="1257378"/>
            <a:ext cx="141835" cy="147308"/>
          </a:xfrm>
          <a:custGeom xmlns:a="http://schemas.openxmlformats.org/drawingml/2006/main">
            <a:pathLst>
              <a:path w="141835" h="147308">
                <a:moveTo>
                  <a:pt x="9429" y="9612"/>
                </a:moveTo>
                <a:cubicBezTo>
                  <a:pt x="4882" y="9612"/>
                  <a:pt x="2474" y="9333"/>
                  <a:pt x="2207" y="8776"/>
                </a:cubicBezTo>
                <a:cubicBezTo>
                  <a:pt x="2073" y="8497"/>
                  <a:pt x="2006" y="7940"/>
                  <a:pt x="2006" y="7104"/>
                </a:cubicBezTo>
                <a:cubicBezTo>
                  <a:pt x="2006" y="3761"/>
                  <a:pt x="2742" y="1463"/>
                  <a:pt x="4213" y="209"/>
                </a:cubicBezTo>
                <a:cubicBezTo>
                  <a:pt x="4480" y="70"/>
                  <a:pt x="5617" y="0"/>
                  <a:pt x="7623" y="0"/>
                </a:cubicBezTo>
                <a:cubicBezTo>
                  <a:pt x="13107" y="279"/>
                  <a:pt x="22201" y="418"/>
                  <a:pt x="34907" y="418"/>
                </a:cubicBezTo>
                <a:cubicBezTo>
                  <a:pt x="39454" y="418"/>
                  <a:pt x="43667" y="418"/>
                  <a:pt x="47546" y="418"/>
                </a:cubicBezTo>
                <a:cubicBezTo>
                  <a:pt x="51424" y="418"/>
                  <a:pt x="54433" y="348"/>
                  <a:pt x="56573" y="209"/>
                </a:cubicBezTo>
                <a:cubicBezTo>
                  <a:pt x="58713" y="70"/>
                  <a:pt x="60051" y="70"/>
                  <a:pt x="60586" y="209"/>
                </a:cubicBezTo>
                <a:cubicBezTo>
                  <a:pt x="62726" y="209"/>
                  <a:pt x="63795" y="905"/>
                  <a:pt x="63795" y="2298"/>
                </a:cubicBezTo>
                <a:cubicBezTo>
                  <a:pt x="63795" y="2577"/>
                  <a:pt x="63662" y="3552"/>
                  <a:pt x="63394" y="5224"/>
                </a:cubicBezTo>
                <a:cubicBezTo>
                  <a:pt x="62726" y="7592"/>
                  <a:pt x="62057" y="8985"/>
                  <a:pt x="61388" y="9403"/>
                </a:cubicBezTo>
                <a:lnTo>
                  <a:pt x="60987" y="9403"/>
                </a:lnTo>
                <a:cubicBezTo>
                  <a:pt x="60719" y="9403"/>
                  <a:pt x="60385" y="9403"/>
                  <a:pt x="59984" y="9403"/>
                </a:cubicBezTo>
                <a:cubicBezTo>
                  <a:pt x="59583" y="9403"/>
                  <a:pt x="59114" y="9403"/>
                  <a:pt x="58579" y="9403"/>
                </a:cubicBezTo>
                <a:cubicBezTo>
                  <a:pt x="58045" y="9403"/>
                  <a:pt x="57443" y="9472"/>
                  <a:pt x="56774" y="9612"/>
                </a:cubicBezTo>
                <a:cubicBezTo>
                  <a:pt x="56105" y="9751"/>
                  <a:pt x="55503" y="9751"/>
                  <a:pt x="54968" y="9612"/>
                </a:cubicBezTo>
                <a:cubicBezTo>
                  <a:pt x="49752" y="9751"/>
                  <a:pt x="46409" y="9960"/>
                  <a:pt x="44938" y="10238"/>
                </a:cubicBezTo>
                <a:cubicBezTo>
                  <a:pt x="43467" y="10517"/>
                  <a:pt x="42263" y="11283"/>
                  <a:pt x="41327" y="12537"/>
                </a:cubicBezTo>
                <a:cubicBezTo>
                  <a:pt x="41193" y="12815"/>
                  <a:pt x="39320" y="20129"/>
                  <a:pt x="35709" y="34476"/>
                </a:cubicBezTo>
                <a:cubicBezTo>
                  <a:pt x="32098" y="48824"/>
                  <a:pt x="28487" y="63868"/>
                  <a:pt x="24876" y="79609"/>
                </a:cubicBezTo>
                <a:cubicBezTo>
                  <a:pt x="21265" y="95350"/>
                  <a:pt x="19259" y="104613"/>
                  <a:pt x="18858" y="107399"/>
                </a:cubicBezTo>
                <a:cubicBezTo>
                  <a:pt x="18590" y="109349"/>
                  <a:pt x="18457" y="111369"/>
                  <a:pt x="18457" y="113458"/>
                </a:cubicBezTo>
                <a:cubicBezTo>
                  <a:pt x="18457" y="120981"/>
                  <a:pt x="20530" y="126901"/>
                  <a:pt x="24676" y="131219"/>
                </a:cubicBezTo>
                <a:cubicBezTo>
                  <a:pt x="28822" y="135537"/>
                  <a:pt x="34573" y="137696"/>
                  <a:pt x="41928" y="137696"/>
                </a:cubicBezTo>
                <a:cubicBezTo>
                  <a:pt x="50889" y="137696"/>
                  <a:pt x="59850" y="134562"/>
                  <a:pt x="68811" y="128294"/>
                </a:cubicBezTo>
                <a:cubicBezTo>
                  <a:pt x="77772" y="122025"/>
                  <a:pt x="84325" y="112553"/>
                  <a:pt x="88471" y="99877"/>
                </a:cubicBezTo>
                <a:lnTo>
                  <a:pt x="98702" y="57878"/>
                </a:lnTo>
                <a:cubicBezTo>
                  <a:pt x="104988" y="31133"/>
                  <a:pt x="108131" y="17203"/>
                  <a:pt x="108131" y="16089"/>
                </a:cubicBezTo>
                <a:cubicBezTo>
                  <a:pt x="108131" y="12328"/>
                  <a:pt x="103852" y="10169"/>
                  <a:pt x="95292" y="9612"/>
                </a:cubicBezTo>
                <a:cubicBezTo>
                  <a:pt x="92082" y="9612"/>
                  <a:pt x="90477" y="8845"/>
                  <a:pt x="90477" y="7313"/>
                </a:cubicBezTo>
                <a:cubicBezTo>
                  <a:pt x="90477" y="7035"/>
                  <a:pt x="90611" y="6199"/>
                  <a:pt x="90878" y="4806"/>
                </a:cubicBezTo>
                <a:cubicBezTo>
                  <a:pt x="91413" y="2577"/>
                  <a:pt x="91815" y="1254"/>
                  <a:pt x="92082" y="836"/>
                </a:cubicBezTo>
                <a:cubicBezTo>
                  <a:pt x="92350" y="418"/>
                  <a:pt x="93018" y="139"/>
                  <a:pt x="94088" y="0"/>
                </a:cubicBezTo>
                <a:cubicBezTo>
                  <a:pt x="94490" y="0"/>
                  <a:pt x="96629" y="70"/>
                  <a:pt x="100508" y="209"/>
                </a:cubicBezTo>
                <a:cubicBezTo>
                  <a:pt x="104387" y="348"/>
                  <a:pt x="110004" y="488"/>
                  <a:pt x="117360" y="627"/>
                </a:cubicBezTo>
                <a:cubicBezTo>
                  <a:pt x="124181" y="627"/>
                  <a:pt x="129396" y="557"/>
                  <a:pt x="133008" y="418"/>
                </a:cubicBezTo>
                <a:cubicBezTo>
                  <a:pt x="136619" y="279"/>
                  <a:pt x="138558" y="209"/>
                  <a:pt x="138825" y="209"/>
                </a:cubicBezTo>
                <a:cubicBezTo>
                  <a:pt x="140832" y="209"/>
                  <a:pt x="141835" y="905"/>
                  <a:pt x="141835" y="2298"/>
                </a:cubicBezTo>
                <a:cubicBezTo>
                  <a:pt x="141835" y="5363"/>
                  <a:pt x="141300" y="7452"/>
                  <a:pt x="140230" y="8567"/>
                </a:cubicBezTo>
                <a:cubicBezTo>
                  <a:pt x="139828" y="9263"/>
                  <a:pt x="138357" y="9612"/>
                  <a:pt x="135816" y="9612"/>
                </a:cubicBezTo>
                <a:cubicBezTo>
                  <a:pt x="126320" y="10169"/>
                  <a:pt x="120369" y="12955"/>
                  <a:pt x="117961" y="17969"/>
                </a:cubicBezTo>
                <a:cubicBezTo>
                  <a:pt x="117694" y="18666"/>
                  <a:pt x="114350" y="32108"/>
                  <a:pt x="107931" y="58296"/>
                </a:cubicBezTo>
                <a:cubicBezTo>
                  <a:pt x="102447" y="81838"/>
                  <a:pt x="99104" y="95698"/>
                  <a:pt x="97900" y="99877"/>
                </a:cubicBezTo>
                <a:cubicBezTo>
                  <a:pt x="93486" y="113807"/>
                  <a:pt x="85796" y="125159"/>
                  <a:pt x="74829" y="133935"/>
                </a:cubicBezTo>
                <a:cubicBezTo>
                  <a:pt x="63862" y="142711"/>
                  <a:pt x="52494" y="147169"/>
                  <a:pt x="40725" y="147308"/>
                </a:cubicBezTo>
                <a:cubicBezTo>
                  <a:pt x="28420" y="147308"/>
                  <a:pt x="18590" y="143408"/>
                  <a:pt x="11234" y="135607"/>
                </a:cubicBezTo>
                <a:cubicBezTo>
                  <a:pt x="3879" y="127806"/>
                  <a:pt x="134" y="118543"/>
                  <a:pt x="0" y="107817"/>
                </a:cubicBezTo>
                <a:lnTo>
                  <a:pt x="0" y="104474"/>
                </a:lnTo>
                <a:cubicBezTo>
                  <a:pt x="0" y="101966"/>
                  <a:pt x="3678" y="85390"/>
                  <a:pt x="11034" y="54744"/>
                </a:cubicBezTo>
                <a:cubicBezTo>
                  <a:pt x="17587" y="26745"/>
                  <a:pt x="20864" y="12328"/>
                  <a:pt x="20864" y="11492"/>
                </a:cubicBezTo>
                <a:cubicBezTo>
                  <a:pt x="20864" y="10517"/>
                  <a:pt x="17052" y="9890"/>
                  <a:pt x="9429" y="96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9B8113-9B1F-406C-869A-F874EAAB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827" y="1257378"/>
            <a:ext cx="141835" cy="147308"/>
          </a:xfrm>
          <a:custGeom xmlns:a="http://schemas.openxmlformats.org/drawingml/2006/main">
            <a:pathLst>
              <a:path w="141835" h="147308" fill="none">
                <a:moveTo>
                  <a:pt x="9429" y="9612"/>
                </a:moveTo>
                <a:cubicBezTo>
                  <a:pt x="4882" y="9612"/>
                  <a:pt x="2474" y="9333"/>
                  <a:pt x="2207" y="8776"/>
                </a:cubicBezTo>
                <a:cubicBezTo>
                  <a:pt x="2073" y="8497"/>
                  <a:pt x="2006" y="7940"/>
                  <a:pt x="2006" y="7104"/>
                </a:cubicBezTo>
                <a:cubicBezTo>
                  <a:pt x="2006" y="3761"/>
                  <a:pt x="2742" y="1463"/>
                  <a:pt x="4213" y="209"/>
                </a:cubicBezTo>
                <a:cubicBezTo>
                  <a:pt x="4480" y="70"/>
                  <a:pt x="5617" y="0"/>
                  <a:pt x="7623" y="0"/>
                </a:cubicBezTo>
                <a:cubicBezTo>
                  <a:pt x="13107" y="279"/>
                  <a:pt x="22201" y="418"/>
                  <a:pt x="34907" y="418"/>
                </a:cubicBezTo>
                <a:cubicBezTo>
                  <a:pt x="39454" y="418"/>
                  <a:pt x="43667" y="418"/>
                  <a:pt x="47546" y="418"/>
                </a:cubicBezTo>
                <a:cubicBezTo>
                  <a:pt x="51424" y="418"/>
                  <a:pt x="54433" y="348"/>
                  <a:pt x="56573" y="209"/>
                </a:cubicBezTo>
                <a:cubicBezTo>
                  <a:pt x="58713" y="70"/>
                  <a:pt x="60051" y="70"/>
                  <a:pt x="60586" y="209"/>
                </a:cubicBezTo>
                <a:cubicBezTo>
                  <a:pt x="62726" y="209"/>
                  <a:pt x="63795" y="905"/>
                  <a:pt x="63795" y="2298"/>
                </a:cubicBezTo>
                <a:cubicBezTo>
                  <a:pt x="63795" y="2577"/>
                  <a:pt x="63662" y="3552"/>
                  <a:pt x="63394" y="5224"/>
                </a:cubicBezTo>
                <a:cubicBezTo>
                  <a:pt x="62726" y="7592"/>
                  <a:pt x="62057" y="8985"/>
                  <a:pt x="61388" y="9403"/>
                </a:cubicBezTo>
                <a:lnTo>
                  <a:pt x="60987" y="9403"/>
                </a:lnTo>
                <a:cubicBezTo>
                  <a:pt x="60719" y="9403"/>
                  <a:pt x="60385" y="9403"/>
                  <a:pt x="59984" y="9403"/>
                </a:cubicBezTo>
                <a:cubicBezTo>
                  <a:pt x="59583" y="9403"/>
                  <a:pt x="59114" y="9403"/>
                  <a:pt x="58579" y="9403"/>
                </a:cubicBezTo>
                <a:cubicBezTo>
                  <a:pt x="58045" y="9403"/>
                  <a:pt x="57443" y="9472"/>
                  <a:pt x="56774" y="9612"/>
                </a:cubicBezTo>
                <a:cubicBezTo>
                  <a:pt x="56105" y="9751"/>
                  <a:pt x="55503" y="9751"/>
                  <a:pt x="54968" y="9612"/>
                </a:cubicBezTo>
                <a:cubicBezTo>
                  <a:pt x="49752" y="9751"/>
                  <a:pt x="46409" y="9960"/>
                  <a:pt x="44938" y="10238"/>
                </a:cubicBezTo>
                <a:cubicBezTo>
                  <a:pt x="43467" y="10517"/>
                  <a:pt x="42263" y="11283"/>
                  <a:pt x="41327" y="12537"/>
                </a:cubicBezTo>
                <a:cubicBezTo>
                  <a:pt x="41193" y="12815"/>
                  <a:pt x="39320" y="20129"/>
                  <a:pt x="35709" y="34476"/>
                </a:cubicBezTo>
                <a:cubicBezTo>
                  <a:pt x="32098" y="48824"/>
                  <a:pt x="28487" y="63868"/>
                  <a:pt x="24876" y="79609"/>
                </a:cubicBezTo>
                <a:cubicBezTo>
                  <a:pt x="21265" y="95350"/>
                  <a:pt x="19259" y="104613"/>
                  <a:pt x="18858" y="107399"/>
                </a:cubicBezTo>
                <a:cubicBezTo>
                  <a:pt x="18590" y="109349"/>
                  <a:pt x="18457" y="111369"/>
                  <a:pt x="18457" y="113458"/>
                </a:cubicBezTo>
                <a:cubicBezTo>
                  <a:pt x="18457" y="120981"/>
                  <a:pt x="20530" y="126901"/>
                  <a:pt x="24676" y="131219"/>
                </a:cubicBezTo>
                <a:cubicBezTo>
                  <a:pt x="28822" y="135537"/>
                  <a:pt x="34573" y="137696"/>
                  <a:pt x="41928" y="137696"/>
                </a:cubicBezTo>
                <a:cubicBezTo>
                  <a:pt x="50889" y="137696"/>
                  <a:pt x="59850" y="134562"/>
                  <a:pt x="68811" y="128294"/>
                </a:cubicBezTo>
                <a:cubicBezTo>
                  <a:pt x="77772" y="122025"/>
                  <a:pt x="84325" y="112553"/>
                  <a:pt x="88471" y="99877"/>
                </a:cubicBezTo>
                <a:lnTo>
                  <a:pt x="98702" y="57878"/>
                </a:lnTo>
                <a:cubicBezTo>
                  <a:pt x="104988" y="31133"/>
                  <a:pt x="108131" y="17203"/>
                  <a:pt x="108131" y="16089"/>
                </a:cubicBezTo>
                <a:cubicBezTo>
                  <a:pt x="108131" y="12328"/>
                  <a:pt x="103852" y="10169"/>
                  <a:pt x="95292" y="9612"/>
                </a:cubicBezTo>
                <a:cubicBezTo>
                  <a:pt x="92082" y="9612"/>
                  <a:pt x="90477" y="8845"/>
                  <a:pt x="90477" y="7313"/>
                </a:cubicBezTo>
                <a:cubicBezTo>
                  <a:pt x="90477" y="7035"/>
                  <a:pt x="90611" y="6199"/>
                  <a:pt x="90878" y="4806"/>
                </a:cubicBezTo>
                <a:cubicBezTo>
                  <a:pt x="91413" y="2577"/>
                  <a:pt x="91815" y="1254"/>
                  <a:pt x="92082" y="836"/>
                </a:cubicBezTo>
                <a:cubicBezTo>
                  <a:pt x="92350" y="418"/>
                  <a:pt x="93018" y="139"/>
                  <a:pt x="94088" y="0"/>
                </a:cubicBezTo>
                <a:cubicBezTo>
                  <a:pt x="94490" y="0"/>
                  <a:pt x="96629" y="70"/>
                  <a:pt x="100508" y="209"/>
                </a:cubicBezTo>
                <a:cubicBezTo>
                  <a:pt x="104387" y="348"/>
                  <a:pt x="110004" y="488"/>
                  <a:pt x="117360" y="627"/>
                </a:cubicBezTo>
                <a:cubicBezTo>
                  <a:pt x="124181" y="627"/>
                  <a:pt x="129396" y="557"/>
                  <a:pt x="133008" y="418"/>
                </a:cubicBezTo>
                <a:cubicBezTo>
                  <a:pt x="136619" y="279"/>
                  <a:pt x="138558" y="209"/>
                  <a:pt x="138825" y="209"/>
                </a:cubicBezTo>
                <a:cubicBezTo>
                  <a:pt x="140832" y="209"/>
                  <a:pt x="141835" y="905"/>
                  <a:pt x="141835" y="2298"/>
                </a:cubicBezTo>
                <a:cubicBezTo>
                  <a:pt x="141835" y="5363"/>
                  <a:pt x="141300" y="7452"/>
                  <a:pt x="140230" y="8567"/>
                </a:cubicBezTo>
                <a:cubicBezTo>
                  <a:pt x="139828" y="9263"/>
                  <a:pt x="138357" y="9612"/>
                  <a:pt x="135816" y="9612"/>
                </a:cubicBezTo>
                <a:cubicBezTo>
                  <a:pt x="126320" y="10169"/>
                  <a:pt x="120369" y="12955"/>
                  <a:pt x="117961" y="17969"/>
                </a:cubicBezTo>
                <a:cubicBezTo>
                  <a:pt x="117694" y="18666"/>
                  <a:pt x="114350" y="32108"/>
                  <a:pt x="107931" y="58296"/>
                </a:cubicBezTo>
                <a:cubicBezTo>
                  <a:pt x="102447" y="81838"/>
                  <a:pt x="99104" y="95698"/>
                  <a:pt x="97900" y="99877"/>
                </a:cubicBezTo>
                <a:cubicBezTo>
                  <a:pt x="93486" y="113807"/>
                  <a:pt x="85796" y="125159"/>
                  <a:pt x="74829" y="133935"/>
                </a:cubicBezTo>
                <a:cubicBezTo>
                  <a:pt x="63862" y="142711"/>
                  <a:pt x="52494" y="147169"/>
                  <a:pt x="40725" y="147308"/>
                </a:cubicBezTo>
                <a:cubicBezTo>
                  <a:pt x="28420" y="147308"/>
                  <a:pt x="18590" y="143408"/>
                  <a:pt x="11234" y="135607"/>
                </a:cubicBezTo>
                <a:cubicBezTo>
                  <a:pt x="3879" y="127806"/>
                  <a:pt x="134" y="118543"/>
                  <a:pt x="0" y="107817"/>
                </a:cubicBezTo>
                <a:lnTo>
                  <a:pt x="0" y="104474"/>
                </a:lnTo>
                <a:cubicBezTo>
                  <a:pt x="0" y="101966"/>
                  <a:pt x="3678" y="85390"/>
                  <a:pt x="11034" y="54744"/>
                </a:cubicBezTo>
                <a:cubicBezTo>
                  <a:pt x="17587" y="26745"/>
                  <a:pt x="20864" y="12328"/>
                  <a:pt x="20864" y="11492"/>
                </a:cubicBezTo>
                <a:cubicBezTo>
                  <a:pt x="20864" y="10517"/>
                  <a:pt x="17052" y="9890"/>
                  <a:pt x="9429" y="961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00"/>
              </a:srgbClr>
            </a:solidFill>
            <a:miter/>
          </a:ln>
        </p:spPr>
      </p:sp>
      <p:sp>
        <p:nvSpPr>
          <p:cNvPr id="6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ECAFDA-8D1F-4004-B081-9C3CBEA0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9388" y="1333193"/>
            <a:ext cx="58861" cy="101488"/>
          </a:xfrm>
          <a:custGeom xmlns:a="http://schemas.openxmlformats.org/drawingml/2006/main">
            <a:pathLst>
              <a:path w="58861" h="101488">
                <a:moveTo>
                  <a:pt x="12056" y="29841"/>
                </a:moveTo>
                <a:cubicBezTo>
                  <a:pt x="9503" y="29841"/>
                  <a:pt x="7517" y="29003"/>
                  <a:pt x="6099" y="27329"/>
                </a:cubicBezTo>
                <a:cubicBezTo>
                  <a:pt x="4681" y="25655"/>
                  <a:pt x="3924" y="23488"/>
                  <a:pt x="3830" y="20829"/>
                </a:cubicBezTo>
                <a:cubicBezTo>
                  <a:pt x="3830" y="15413"/>
                  <a:pt x="6099" y="10587"/>
                  <a:pt x="10638" y="6352"/>
                </a:cubicBezTo>
                <a:cubicBezTo>
                  <a:pt x="15176" y="2117"/>
                  <a:pt x="20661" y="0"/>
                  <a:pt x="27090" y="0"/>
                </a:cubicBezTo>
                <a:cubicBezTo>
                  <a:pt x="30400" y="0"/>
                  <a:pt x="32480" y="49"/>
                  <a:pt x="33331" y="148"/>
                </a:cubicBezTo>
                <a:cubicBezTo>
                  <a:pt x="40328" y="1330"/>
                  <a:pt x="45671" y="3939"/>
                  <a:pt x="49358" y="7977"/>
                </a:cubicBezTo>
                <a:cubicBezTo>
                  <a:pt x="53046" y="12015"/>
                  <a:pt x="54937" y="16398"/>
                  <a:pt x="55032" y="21125"/>
                </a:cubicBezTo>
                <a:cubicBezTo>
                  <a:pt x="55032" y="26246"/>
                  <a:pt x="53424" y="31219"/>
                  <a:pt x="50209" y="36045"/>
                </a:cubicBezTo>
                <a:cubicBezTo>
                  <a:pt x="46995" y="40871"/>
                  <a:pt x="42550" y="44367"/>
                  <a:pt x="36877" y="46534"/>
                </a:cubicBezTo>
                <a:lnTo>
                  <a:pt x="36451" y="46829"/>
                </a:lnTo>
                <a:cubicBezTo>
                  <a:pt x="36451" y="46928"/>
                  <a:pt x="36877" y="47075"/>
                  <a:pt x="37728" y="47272"/>
                </a:cubicBezTo>
                <a:cubicBezTo>
                  <a:pt x="38579" y="47469"/>
                  <a:pt x="39950" y="47912"/>
                  <a:pt x="41841" y="48602"/>
                </a:cubicBezTo>
                <a:cubicBezTo>
                  <a:pt x="43732" y="49291"/>
                  <a:pt x="45529" y="50325"/>
                  <a:pt x="47231" y="51704"/>
                </a:cubicBezTo>
                <a:cubicBezTo>
                  <a:pt x="54985" y="56924"/>
                  <a:pt x="58861" y="63818"/>
                  <a:pt x="58861" y="72386"/>
                </a:cubicBezTo>
                <a:cubicBezTo>
                  <a:pt x="58861" y="80166"/>
                  <a:pt x="55930" y="86961"/>
                  <a:pt x="50068" y="92772"/>
                </a:cubicBezTo>
                <a:cubicBezTo>
                  <a:pt x="44205" y="98582"/>
                  <a:pt x="36782" y="101488"/>
                  <a:pt x="27800" y="101488"/>
                </a:cubicBezTo>
                <a:cubicBezTo>
                  <a:pt x="20235" y="101488"/>
                  <a:pt x="13711" y="99370"/>
                  <a:pt x="8226" y="95135"/>
                </a:cubicBezTo>
                <a:cubicBezTo>
                  <a:pt x="2742" y="90901"/>
                  <a:pt x="0" y="85533"/>
                  <a:pt x="0" y="79033"/>
                </a:cubicBezTo>
                <a:cubicBezTo>
                  <a:pt x="0" y="76276"/>
                  <a:pt x="851" y="74060"/>
                  <a:pt x="2553" y="72386"/>
                </a:cubicBezTo>
                <a:cubicBezTo>
                  <a:pt x="4255" y="70711"/>
                  <a:pt x="6383" y="69825"/>
                  <a:pt x="8936" y="69727"/>
                </a:cubicBezTo>
                <a:cubicBezTo>
                  <a:pt x="11583" y="69727"/>
                  <a:pt x="13758" y="70613"/>
                  <a:pt x="15460" y="72386"/>
                </a:cubicBezTo>
                <a:cubicBezTo>
                  <a:pt x="17162" y="74158"/>
                  <a:pt x="18013" y="76374"/>
                  <a:pt x="18013" y="79033"/>
                </a:cubicBezTo>
                <a:cubicBezTo>
                  <a:pt x="18013" y="80117"/>
                  <a:pt x="17871" y="81101"/>
                  <a:pt x="17587" y="81988"/>
                </a:cubicBezTo>
                <a:cubicBezTo>
                  <a:pt x="17304" y="82874"/>
                  <a:pt x="16973" y="83662"/>
                  <a:pt x="16595" y="84351"/>
                </a:cubicBezTo>
                <a:cubicBezTo>
                  <a:pt x="16216" y="85041"/>
                  <a:pt x="15696" y="85632"/>
                  <a:pt x="15034" y="86124"/>
                </a:cubicBezTo>
                <a:cubicBezTo>
                  <a:pt x="14373" y="86617"/>
                  <a:pt x="13805" y="87010"/>
                  <a:pt x="13332" y="87306"/>
                </a:cubicBezTo>
                <a:cubicBezTo>
                  <a:pt x="12860" y="87601"/>
                  <a:pt x="12387" y="87798"/>
                  <a:pt x="11914" y="87897"/>
                </a:cubicBezTo>
                <a:cubicBezTo>
                  <a:pt x="11441" y="87995"/>
                  <a:pt x="11063" y="88143"/>
                  <a:pt x="10779" y="88340"/>
                </a:cubicBezTo>
                <a:lnTo>
                  <a:pt x="10212" y="88488"/>
                </a:lnTo>
                <a:cubicBezTo>
                  <a:pt x="15034" y="92920"/>
                  <a:pt x="20897" y="95135"/>
                  <a:pt x="27800" y="95135"/>
                </a:cubicBezTo>
                <a:cubicBezTo>
                  <a:pt x="33000" y="95135"/>
                  <a:pt x="36924" y="92526"/>
                  <a:pt x="39572" y="87306"/>
                </a:cubicBezTo>
                <a:cubicBezTo>
                  <a:pt x="41179" y="84056"/>
                  <a:pt x="41983" y="79083"/>
                  <a:pt x="41983" y="72386"/>
                </a:cubicBezTo>
                <a:lnTo>
                  <a:pt x="41983" y="69431"/>
                </a:lnTo>
                <a:cubicBezTo>
                  <a:pt x="41983" y="60075"/>
                  <a:pt x="38957" y="53821"/>
                  <a:pt x="32906" y="50670"/>
                </a:cubicBezTo>
                <a:cubicBezTo>
                  <a:pt x="31487" y="50079"/>
                  <a:pt x="28603" y="49734"/>
                  <a:pt x="24254" y="49636"/>
                </a:cubicBezTo>
                <a:lnTo>
                  <a:pt x="18297" y="49488"/>
                </a:lnTo>
                <a:lnTo>
                  <a:pt x="17871" y="49193"/>
                </a:lnTo>
                <a:cubicBezTo>
                  <a:pt x="17682" y="48897"/>
                  <a:pt x="17587" y="48109"/>
                  <a:pt x="17587" y="46829"/>
                </a:cubicBezTo>
                <a:cubicBezTo>
                  <a:pt x="17587" y="45056"/>
                  <a:pt x="17966" y="44170"/>
                  <a:pt x="18722" y="44170"/>
                </a:cubicBezTo>
                <a:cubicBezTo>
                  <a:pt x="21370" y="44170"/>
                  <a:pt x="24112" y="43924"/>
                  <a:pt x="26949" y="43431"/>
                </a:cubicBezTo>
                <a:cubicBezTo>
                  <a:pt x="30163" y="42939"/>
                  <a:pt x="33095" y="40871"/>
                  <a:pt x="35742" y="37227"/>
                </a:cubicBezTo>
                <a:cubicBezTo>
                  <a:pt x="38390" y="33583"/>
                  <a:pt x="39714" y="28068"/>
                  <a:pt x="39714" y="20682"/>
                </a:cubicBezTo>
                <a:lnTo>
                  <a:pt x="39714" y="19500"/>
                </a:lnTo>
                <a:cubicBezTo>
                  <a:pt x="39714" y="13886"/>
                  <a:pt x="38059" y="9996"/>
                  <a:pt x="34749" y="7829"/>
                </a:cubicBezTo>
                <a:cubicBezTo>
                  <a:pt x="32669" y="6451"/>
                  <a:pt x="30447" y="5761"/>
                  <a:pt x="28083" y="5761"/>
                </a:cubicBezTo>
                <a:cubicBezTo>
                  <a:pt x="25057" y="5761"/>
                  <a:pt x="22268" y="6303"/>
                  <a:pt x="19715" y="7386"/>
                </a:cubicBezTo>
                <a:cubicBezTo>
                  <a:pt x="17162" y="8470"/>
                  <a:pt x="15365" y="9602"/>
                  <a:pt x="14325" y="10784"/>
                </a:cubicBezTo>
                <a:cubicBezTo>
                  <a:pt x="13285" y="11966"/>
                  <a:pt x="12765" y="12557"/>
                  <a:pt x="12765" y="12557"/>
                </a:cubicBezTo>
                <a:lnTo>
                  <a:pt x="13191" y="12557"/>
                </a:lnTo>
                <a:cubicBezTo>
                  <a:pt x="13474" y="12655"/>
                  <a:pt x="13853" y="12754"/>
                  <a:pt x="14325" y="12852"/>
                </a:cubicBezTo>
                <a:cubicBezTo>
                  <a:pt x="14798" y="12951"/>
                  <a:pt x="15271" y="13197"/>
                  <a:pt x="15744" y="13591"/>
                </a:cubicBezTo>
                <a:cubicBezTo>
                  <a:pt x="16216" y="13985"/>
                  <a:pt x="16784" y="14329"/>
                  <a:pt x="17446" y="14625"/>
                </a:cubicBezTo>
                <a:cubicBezTo>
                  <a:pt x="18108" y="14920"/>
                  <a:pt x="18580" y="15462"/>
                  <a:pt x="18864" y="16250"/>
                </a:cubicBezTo>
                <a:cubicBezTo>
                  <a:pt x="19148" y="17038"/>
                  <a:pt x="19526" y="17776"/>
                  <a:pt x="19999" y="18466"/>
                </a:cubicBezTo>
                <a:cubicBezTo>
                  <a:pt x="20471" y="19155"/>
                  <a:pt x="20613" y="20140"/>
                  <a:pt x="20424" y="21420"/>
                </a:cubicBezTo>
                <a:cubicBezTo>
                  <a:pt x="20424" y="23587"/>
                  <a:pt x="19762" y="25507"/>
                  <a:pt x="18438" y="27182"/>
                </a:cubicBezTo>
                <a:cubicBezTo>
                  <a:pt x="17115" y="28856"/>
                  <a:pt x="14987" y="29742"/>
                  <a:pt x="12056" y="298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9FDD7E-E4CD-4A2A-8512-72EDE99D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9388" y="1333193"/>
            <a:ext cx="58861" cy="101488"/>
          </a:xfrm>
          <a:custGeom xmlns:a="http://schemas.openxmlformats.org/drawingml/2006/main">
            <a:pathLst>
              <a:path w="58861" h="101488" fill="none">
                <a:moveTo>
                  <a:pt x="12056" y="29841"/>
                </a:moveTo>
                <a:cubicBezTo>
                  <a:pt x="9503" y="29841"/>
                  <a:pt x="7517" y="29003"/>
                  <a:pt x="6099" y="27329"/>
                </a:cubicBezTo>
                <a:cubicBezTo>
                  <a:pt x="4681" y="25655"/>
                  <a:pt x="3924" y="23488"/>
                  <a:pt x="3830" y="20829"/>
                </a:cubicBezTo>
                <a:cubicBezTo>
                  <a:pt x="3830" y="15413"/>
                  <a:pt x="6099" y="10587"/>
                  <a:pt x="10638" y="6352"/>
                </a:cubicBezTo>
                <a:cubicBezTo>
                  <a:pt x="15176" y="2117"/>
                  <a:pt x="20661" y="0"/>
                  <a:pt x="27090" y="0"/>
                </a:cubicBezTo>
                <a:cubicBezTo>
                  <a:pt x="30400" y="0"/>
                  <a:pt x="32480" y="49"/>
                  <a:pt x="33331" y="148"/>
                </a:cubicBezTo>
                <a:cubicBezTo>
                  <a:pt x="40328" y="1330"/>
                  <a:pt x="45671" y="3939"/>
                  <a:pt x="49358" y="7977"/>
                </a:cubicBezTo>
                <a:cubicBezTo>
                  <a:pt x="53046" y="12015"/>
                  <a:pt x="54937" y="16398"/>
                  <a:pt x="55032" y="21125"/>
                </a:cubicBezTo>
                <a:cubicBezTo>
                  <a:pt x="55032" y="26246"/>
                  <a:pt x="53424" y="31219"/>
                  <a:pt x="50209" y="36045"/>
                </a:cubicBezTo>
                <a:cubicBezTo>
                  <a:pt x="46995" y="40871"/>
                  <a:pt x="42550" y="44367"/>
                  <a:pt x="36877" y="46534"/>
                </a:cubicBezTo>
                <a:lnTo>
                  <a:pt x="36451" y="46829"/>
                </a:lnTo>
                <a:cubicBezTo>
                  <a:pt x="36451" y="46928"/>
                  <a:pt x="36877" y="47075"/>
                  <a:pt x="37728" y="47272"/>
                </a:cubicBezTo>
                <a:cubicBezTo>
                  <a:pt x="38579" y="47469"/>
                  <a:pt x="39950" y="47912"/>
                  <a:pt x="41841" y="48602"/>
                </a:cubicBezTo>
                <a:cubicBezTo>
                  <a:pt x="43732" y="49291"/>
                  <a:pt x="45529" y="50325"/>
                  <a:pt x="47231" y="51704"/>
                </a:cubicBezTo>
                <a:cubicBezTo>
                  <a:pt x="54985" y="56924"/>
                  <a:pt x="58861" y="63818"/>
                  <a:pt x="58861" y="72386"/>
                </a:cubicBezTo>
                <a:cubicBezTo>
                  <a:pt x="58861" y="80166"/>
                  <a:pt x="55930" y="86961"/>
                  <a:pt x="50068" y="92772"/>
                </a:cubicBezTo>
                <a:cubicBezTo>
                  <a:pt x="44205" y="98582"/>
                  <a:pt x="36782" y="101488"/>
                  <a:pt x="27800" y="101488"/>
                </a:cubicBezTo>
                <a:cubicBezTo>
                  <a:pt x="20235" y="101488"/>
                  <a:pt x="13711" y="99370"/>
                  <a:pt x="8226" y="95135"/>
                </a:cubicBezTo>
                <a:cubicBezTo>
                  <a:pt x="2742" y="90901"/>
                  <a:pt x="0" y="85533"/>
                  <a:pt x="0" y="79033"/>
                </a:cubicBezTo>
                <a:cubicBezTo>
                  <a:pt x="0" y="76276"/>
                  <a:pt x="851" y="74060"/>
                  <a:pt x="2553" y="72386"/>
                </a:cubicBezTo>
                <a:cubicBezTo>
                  <a:pt x="4255" y="70711"/>
                  <a:pt x="6383" y="69825"/>
                  <a:pt x="8936" y="69727"/>
                </a:cubicBezTo>
                <a:cubicBezTo>
                  <a:pt x="11583" y="69727"/>
                  <a:pt x="13758" y="70613"/>
                  <a:pt x="15460" y="72386"/>
                </a:cubicBezTo>
                <a:cubicBezTo>
                  <a:pt x="17162" y="74158"/>
                  <a:pt x="18013" y="76374"/>
                  <a:pt x="18013" y="79033"/>
                </a:cubicBezTo>
                <a:cubicBezTo>
                  <a:pt x="18013" y="80117"/>
                  <a:pt x="17871" y="81101"/>
                  <a:pt x="17587" y="81988"/>
                </a:cubicBezTo>
                <a:cubicBezTo>
                  <a:pt x="17304" y="82874"/>
                  <a:pt x="16973" y="83662"/>
                  <a:pt x="16595" y="84351"/>
                </a:cubicBezTo>
                <a:cubicBezTo>
                  <a:pt x="16216" y="85041"/>
                  <a:pt x="15696" y="85632"/>
                  <a:pt x="15034" y="86124"/>
                </a:cubicBezTo>
                <a:cubicBezTo>
                  <a:pt x="14373" y="86617"/>
                  <a:pt x="13805" y="87010"/>
                  <a:pt x="13332" y="87306"/>
                </a:cubicBezTo>
                <a:cubicBezTo>
                  <a:pt x="12860" y="87601"/>
                  <a:pt x="12387" y="87798"/>
                  <a:pt x="11914" y="87897"/>
                </a:cubicBezTo>
                <a:cubicBezTo>
                  <a:pt x="11441" y="87995"/>
                  <a:pt x="11063" y="88143"/>
                  <a:pt x="10779" y="88340"/>
                </a:cubicBezTo>
                <a:lnTo>
                  <a:pt x="10212" y="88488"/>
                </a:lnTo>
                <a:cubicBezTo>
                  <a:pt x="15034" y="92920"/>
                  <a:pt x="20897" y="95135"/>
                  <a:pt x="27800" y="95135"/>
                </a:cubicBezTo>
                <a:cubicBezTo>
                  <a:pt x="33000" y="95135"/>
                  <a:pt x="36924" y="92526"/>
                  <a:pt x="39572" y="87306"/>
                </a:cubicBezTo>
                <a:cubicBezTo>
                  <a:pt x="41179" y="84056"/>
                  <a:pt x="41983" y="79083"/>
                  <a:pt x="41983" y="72386"/>
                </a:cubicBezTo>
                <a:lnTo>
                  <a:pt x="41983" y="69431"/>
                </a:lnTo>
                <a:cubicBezTo>
                  <a:pt x="41983" y="60075"/>
                  <a:pt x="38957" y="53821"/>
                  <a:pt x="32906" y="50670"/>
                </a:cubicBezTo>
                <a:cubicBezTo>
                  <a:pt x="31487" y="50079"/>
                  <a:pt x="28603" y="49734"/>
                  <a:pt x="24254" y="49636"/>
                </a:cubicBezTo>
                <a:lnTo>
                  <a:pt x="18297" y="49488"/>
                </a:lnTo>
                <a:lnTo>
                  <a:pt x="17871" y="49193"/>
                </a:lnTo>
                <a:cubicBezTo>
                  <a:pt x="17682" y="48897"/>
                  <a:pt x="17587" y="48109"/>
                  <a:pt x="17587" y="46829"/>
                </a:cubicBezTo>
                <a:cubicBezTo>
                  <a:pt x="17587" y="45056"/>
                  <a:pt x="17966" y="44170"/>
                  <a:pt x="18722" y="44170"/>
                </a:cubicBezTo>
                <a:cubicBezTo>
                  <a:pt x="21370" y="44170"/>
                  <a:pt x="24112" y="43924"/>
                  <a:pt x="26949" y="43431"/>
                </a:cubicBezTo>
                <a:cubicBezTo>
                  <a:pt x="30163" y="42939"/>
                  <a:pt x="33095" y="40871"/>
                  <a:pt x="35742" y="37227"/>
                </a:cubicBezTo>
                <a:cubicBezTo>
                  <a:pt x="38390" y="33583"/>
                  <a:pt x="39714" y="28068"/>
                  <a:pt x="39714" y="20682"/>
                </a:cubicBezTo>
                <a:lnTo>
                  <a:pt x="39714" y="19500"/>
                </a:lnTo>
                <a:cubicBezTo>
                  <a:pt x="39714" y="13886"/>
                  <a:pt x="38059" y="9996"/>
                  <a:pt x="34749" y="7829"/>
                </a:cubicBezTo>
                <a:cubicBezTo>
                  <a:pt x="32669" y="6451"/>
                  <a:pt x="30447" y="5761"/>
                  <a:pt x="28083" y="5761"/>
                </a:cubicBezTo>
                <a:cubicBezTo>
                  <a:pt x="25057" y="5761"/>
                  <a:pt x="22268" y="6303"/>
                  <a:pt x="19715" y="7386"/>
                </a:cubicBezTo>
                <a:cubicBezTo>
                  <a:pt x="17162" y="8470"/>
                  <a:pt x="15365" y="9602"/>
                  <a:pt x="14325" y="10784"/>
                </a:cubicBezTo>
                <a:cubicBezTo>
                  <a:pt x="13285" y="11966"/>
                  <a:pt x="12765" y="12557"/>
                  <a:pt x="12765" y="12557"/>
                </a:cubicBezTo>
                <a:lnTo>
                  <a:pt x="13191" y="12557"/>
                </a:lnTo>
                <a:cubicBezTo>
                  <a:pt x="13474" y="12655"/>
                  <a:pt x="13853" y="12754"/>
                  <a:pt x="14325" y="12852"/>
                </a:cubicBezTo>
                <a:cubicBezTo>
                  <a:pt x="14798" y="12951"/>
                  <a:pt x="15271" y="13197"/>
                  <a:pt x="15744" y="13591"/>
                </a:cubicBezTo>
                <a:cubicBezTo>
                  <a:pt x="16216" y="13985"/>
                  <a:pt x="16784" y="14329"/>
                  <a:pt x="17446" y="14625"/>
                </a:cubicBezTo>
                <a:cubicBezTo>
                  <a:pt x="18108" y="14920"/>
                  <a:pt x="18580" y="15462"/>
                  <a:pt x="18864" y="16250"/>
                </a:cubicBezTo>
                <a:cubicBezTo>
                  <a:pt x="19148" y="17038"/>
                  <a:pt x="19526" y="17776"/>
                  <a:pt x="19999" y="18466"/>
                </a:cubicBezTo>
                <a:cubicBezTo>
                  <a:pt x="20471" y="19155"/>
                  <a:pt x="20613" y="20140"/>
                  <a:pt x="20424" y="21420"/>
                </a:cubicBezTo>
                <a:cubicBezTo>
                  <a:pt x="20424" y="23587"/>
                  <a:pt x="19762" y="25507"/>
                  <a:pt x="18438" y="27182"/>
                </a:cubicBezTo>
                <a:cubicBezTo>
                  <a:pt x="17115" y="28856"/>
                  <a:pt x="14987" y="29742"/>
                  <a:pt x="12056" y="2984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8980"/>
              </a:srgbClr>
            </a:solidFill>
            <a:miter/>
          </a:ln>
        </p:spPr>
      </p:sp>
      <p:sp>
        <p:nvSpPr>
          <p:cNvPr id="6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6A19A9-1491-4235-A4F6-891A6F1C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5411" y="1413556"/>
            <a:ext cx="18722" cy="46632"/>
          </a:xfrm>
          <a:custGeom xmlns:a="http://schemas.openxmlformats.org/drawingml/2006/main">
            <a:pathLst>
              <a:path w="18722" h="46632">
                <a:moveTo>
                  <a:pt x="0" y="12704"/>
                </a:moveTo>
                <a:cubicBezTo>
                  <a:pt x="0" y="12704"/>
                  <a:pt x="0" y="11473"/>
                  <a:pt x="0" y="9011"/>
                </a:cubicBezTo>
                <a:cubicBezTo>
                  <a:pt x="0" y="6549"/>
                  <a:pt x="756" y="4432"/>
                  <a:pt x="2269" y="2659"/>
                </a:cubicBezTo>
                <a:cubicBezTo>
                  <a:pt x="3782" y="886"/>
                  <a:pt x="5815" y="0"/>
                  <a:pt x="8368" y="0"/>
                </a:cubicBezTo>
                <a:cubicBezTo>
                  <a:pt x="11016" y="0"/>
                  <a:pt x="13380" y="1231"/>
                  <a:pt x="15460" y="3693"/>
                </a:cubicBezTo>
                <a:cubicBezTo>
                  <a:pt x="17540" y="6155"/>
                  <a:pt x="18628" y="10489"/>
                  <a:pt x="18722" y="16693"/>
                </a:cubicBezTo>
                <a:cubicBezTo>
                  <a:pt x="18722" y="20140"/>
                  <a:pt x="18297" y="23488"/>
                  <a:pt x="17446" y="26738"/>
                </a:cubicBezTo>
                <a:cubicBezTo>
                  <a:pt x="16595" y="29988"/>
                  <a:pt x="15602" y="32795"/>
                  <a:pt x="14467" y="35159"/>
                </a:cubicBezTo>
                <a:cubicBezTo>
                  <a:pt x="13332" y="37522"/>
                  <a:pt x="12103" y="39541"/>
                  <a:pt x="10779" y="41215"/>
                </a:cubicBezTo>
                <a:cubicBezTo>
                  <a:pt x="9456" y="42890"/>
                  <a:pt x="8321" y="44219"/>
                  <a:pt x="7375" y="45204"/>
                </a:cubicBezTo>
                <a:cubicBezTo>
                  <a:pt x="6430" y="46189"/>
                  <a:pt x="5815" y="46632"/>
                  <a:pt x="5532" y="46534"/>
                </a:cubicBezTo>
                <a:cubicBezTo>
                  <a:pt x="5153" y="46534"/>
                  <a:pt x="4539" y="46090"/>
                  <a:pt x="3688" y="45204"/>
                </a:cubicBezTo>
                <a:cubicBezTo>
                  <a:pt x="2837" y="44318"/>
                  <a:pt x="2411" y="43678"/>
                  <a:pt x="2411" y="43284"/>
                </a:cubicBezTo>
                <a:cubicBezTo>
                  <a:pt x="2411" y="42890"/>
                  <a:pt x="2931" y="42102"/>
                  <a:pt x="3971" y="40920"/>
                </a:cubicBezTo>
                <a:cubicBezTo>
                  <a:pt x="5011" y="39738"/>
                  <a:pt x="6193" y="38261"/>
                  <a:pt x="7517" y="36488"/>
                </a:cubicBezTo>
                <a:cubicBezTo>
                  <a:pt x="8841" y="34716"/>
                  <a:pt x="10070" y="32253"/>
                  <a:pt x="11205" y="29102"/>
                </a:cubicBezTo>
                <a:cubicBezTo>
                  <a:pt x="12340" y="25950"/>
                  <a:pt x="13096" y="22356"/>
                  <a:pt x="13474" y="18318"/>
                </a:cubicBezTo>
                <a:lnTo>
                  <a:pt x="13474" y="16545"/>
                </a:lnTo>
                <a:lnTo>
                  <a:pt x="13332" y="16693"/>
                </a:lnTo>
                <a:cubicBezTo>
                  <a:pt x="13143" y="16791"/>
                  <a:pt x="12907" y="16890"/>
                  <a:pt x="12623" y="16988"/>
                </a:cubicBezTo>
                <a:cubicBezTo>
                  <a:pt x="12340" y="17087"/>
                  <a:pt x="12056" y="17235"/>
                  <a:pt x="11772" y="17432"/>
                </a:cubicBezTo>
                <a:cubicBezTo>
                  <a:pt x="11489" y="17629"/>
                  <a:pt x="11063" y="17727"/>
                  <a:pt x="10496" y="17727"/>
                </a:cubicBezTo>
                <a:cubicBezTo>
                  <a:pt x="9928" y="17727"/>
                  <a:pt x="9361" y="17776"/>
                  <a:pt x="8794" y="17875"/>
                </a:cubicBezTo>
                <a:cubicBezTo>
                  <a:pt x="6241" y="17875"/>
                  <a:pt x="4160" y="17038"/>
                  <a:pt x="2553" y="15363"/>
                </a:cubicBezTo>
                <a:lnTo>
                  <a:pt x="0" y="127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198DB7-E1A4-4527-8B92-06914B2D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5411" y="1413556"/>
            <a:ext cx="18722" cy="46632"/>
          </a:xfrm>
          <a:custGeom xmlns:a="http://schemas.openxmlformats.org/drawingml/2006/main">
            <a:pathLst>
              <a:path w="18722" h="46632" fill="none">
                <a:moveTo>
                  <a:pt x="0" y="12704"/>
                </a:moveTo>
                <a:cubicBezTo>
                  <a:pt x="0" y="12704"/>
                  <a:pt x="0" y="11473"/>
                  <a:pt x="0" y="9011"/>
                </a:cubicBezTo>
                <a:cubicBezTo>
                  <a:pt x="0" y="6549"/>
                  <a:pt x="756" y="4432"/>
                  <a:pt x="2269" y="2659"/>
                </a:cubicBezTo>
                <a:cubicBezTo>
                  <a:pt x="3782" y="886"/>
                  <a:pt x="5815" y="0"/>
                  <a:pt x="8368" y="0"/>
                </a:cubicBezTo>
                <a:cubicBezTo>
                  <a:pt x="11016" y="0"/>
                  <a:pt x="13380" y="1231"/>
                  <a:pt x="15460" y="3693"/>
                </a:cubicBezTo>
                <a:cubicBezTo>
                  <a:pt x="17540" y="6155"/>
                  <a:pt x="18628" y="10489"/>
                  <a:pt x="18722" y="16693"/>
                </a:cubicBezTo>
                <a:cubicBezTo>
                  <a:pt x="18722" y="20140"/>
                  <a:pt x="18297" y="23488"/>
                  <a:pt x="17446" y="26738"/>
                </a:cubicBezTo>
                <a:cubicBezTo>
                  <a:pt x="16595" y="29988"/>
                  <a:pt x="15602" y="32795"/>
                  <a:pt x="14467" y="35159"/>
                </a:cubicBezTo>
                <a:cubicBezTo>
                  <a:pt x="13332" y="37522"/>
                  <a:pt x="12103" y="39541"/>
                  <a:pt x="10779" y="41215"/>
                </a:cubicBezTo>
                <a:cubicBezTo>
                  <a:pt x="9456" y="42890"/>
                  <a:pt x="8321" y="44219"/>
                  <a:pt x="7375" y="45204"/>
                </a:cubicBezTo>
                <a:cubicBezTo>
                  <a:pt x="6430" y="46189"/>
                  <a:pt x="5815" y="46632"/>
                  <a:pt x="5532" y="46534"/>
                </a:cubicBezTo>
                <a:cubicBezTo>
                  <a:pt x="5153" y="46534"/>
                  <a:pt x="4539" y="46090"/>
                  <a:pt x="3688" y="45204"/>
                </a:cubicBezTo>
                <a:cubicBezTo>
                  <a:pt x="2837" y="44318"/>
                  <a:pt x="2411" y="43678"/>
                  <a:pt x="2411" y="43284"/>
                </a:cubicBezTo>
                <a:cubicBezTo>
                  <a:pt x="2411" y="42890"/>
                  <a:pt x="2931" y="42102"/>
                  <a:pt x="3971" y="40920"/>
                </a:cubicBezTo>
                <a:cubicBezTo>
                  <a:pt x="5011" y="39738"/>
                  <a:pt x="6193" y="38261"/>
                  <a:pt x="7517" y="36488"/>
                </a:cubicBezTo>
                <a:cubicBezTo>
                  <a:pt x="8841" y="34716"/>
                  <a:pt x="10070" y="32253"/>
                  <a:pt x="11205" y="29102"/>
                </a:cubicBezTo>
                <a:cubicBezTo>
                  <a:pt x="12340" y="25950"/>
                  <a:pt x="13096" y="22356"/>
                  <a:pt x="13474" y="18318"/>
                </a:cubicBezTo>
                <a:lnTo>
                  <a:pt x="13474" y="16545"/>
                </a:lnTo>
                <a:lnTo>
                  <a:pt x="13332" y="16693"/>
                </a:lnTo>
                <a:cubicBezTo>
                  <a:pt x="13143" y="16791"/>
                  <a:pt x="12907" y="16890"/>
                  <a:pt x="12623" y="16988"/>
                </a:cubicBezTo>
                <a:cubicBezTo>
                  <a:pt x="12340" y="17087"/>
                  <a:pt x="12056" y="17235"/>
                  <a:pt x="11772" y="17432"/>
                </a:cubicBezTo>
                <a:cubicBezTo>
                  <a:pt x="11489" y="17629"/>
                  <a:pt x="11063" y="17727"/>
                  <a:pt x="10496" y="17727"/>
                </a:cubicBezTo>
                <a:cubicBezTo>
                  <a:pt x="9928" y="17727"/>
                  <a:pt x="9361" y="17776"/>
                  <a:pt x="8794" y="17875"/>
                </a:cubicBezTo>
                <a:cubicBezTo>
                  <a:pt x="6241" y="17875"/>
                  <a:pt x="4160" y="17038"/>
                  <a:pt x="2553" y="15363"/>
                </a:cubicBezTo>
                <a:lnTo>
                  <a:pt x="0" y="127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8980"/>
              </a:srgbClr>
            </a:solidFill>
            <a:miter/>
          </a:ln>
        </p:spPr>
      </p:sp>
      <p:sp>
        <p:nvSpPr>
          <p:cNvPr id="6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14481F-ED6F-4849-91E5-09CAFB6B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9309" y="1333045"/>
            <a:ext cx="59712" cy="101635"/>
          </a:xfrm>
          <a:custGeom xmlns:a="http://schemas.openxmlformats.org/drawingml/2006/main">
            <a:pathLst>
              <a:path w="59712" h="101635">
                <a:moveTo>
                  <a:pt x="8085" y="11966"/>
                </a:moveTo>
                <a:cubicBezTo>
                  <a:pt x="13380" y="3989"/>
                  <a:pt x="20613" y="0"/>
                  <a:pt x="29785" y="0"/>
                </a:cubicBezTo>
                <a:cubicBezTo>
                  <a:pt x="34324" y="0"/>
                  <a:pt x="38863" y="1280"/>
                  <a:pt x="43401" y="3841"/>
                </a:cubicBezTo>
                <a:cubicBezTo>
                  <a:pt x="47940" y="6401"/>
                  <a:pt x="51628" y="10932"/>
                  <a:pt x="54464" y="17432"/>
                </a:cubicBezTo>
                <a:cubicBezTo>
                  <a:pt x="57963" y="25606"/>
                  <a:pt x="59712" y="36833"/>
                  <a:pt x="59712" y="51113"/>
                </a:cubicBezTo>
                <a:cubicBezTo>
                  <a:pt x="59712" y="66378"/>
                  <a:pt x="57679" y="78048"/>
                  <a:pt x="53613" y="86124"/>
                </a:cubicBezTo>
                <a:cubicBezTo>
                  <a:pt x="51722" y="90260"/>
                  <a:pt x="49122" y="93560"/>
                  <a:pt x="45813" y="96022"/>
                </a:cubicBezTo>
                <a:cubicBezTo>
                  <a:pt x="42503" y="98484"/>
                  <a:pt x="39619" y="100010"/>
                  <a:pt x="37161" y="100601"/>
                </a:cubicBezTo>
                <a:cubicBezTo>
                  <a:pt x="34702" y="101192"/>
                  <a:pt x="32291" y="101537"/>
                  <a:pt x="29927" y="101635"/>
                </a:cubicBezTo>
                <a:cubicBezTo>
                  <a:pt x="27469" y="101635"/>
                  <a:pt x="25010" y="101340"/>
                  <a:pt x="22552" y="100749"/>
                </a:cubicBezTo>
                <a:cubicBezTo>
                  <a:pt x="20093" y="100158"/>
                  <a:pt x="17209" y="98582"/>
                  <a:pt x="13900" y="96022"/>
                </a:cubicBezTo>
                <a:cubicBezTo>
                  <a:pt x="10590" y="93461"/>
                  <a:pt x="7990" y="90162"/>
                  <a:pt x="6099" y="86124"/>
                </a:cubicBezTo>
                <a:cubicBezTo>
                  <a:pt x="2033" y="78048"/>
                  <a:pt x="0" y="66378"/>
                  <a:pt x="0" y="51113"/>
                </a:cubicBezTo>
                <a:cubicBezTo>
                  <a:pt x="0" y="33977"/>
                  <a:pt x="2695" y="20928"/>
                  <a:pt x="8085" y="11966"/>
                </a:cubicBezTo>
                <a:close/>
                <a:moveTo>
                  <a:pt x="39997" y="10193"/>
                </a:moveTo>
                <a:cubicBezTo>
                  <a:pt x="37161" y="7042"/>
                  <a:pt x="33804" y="5466"/>
                  <a:pt x="29927" y="5466"/>
                </a:cubicBezTo>
                <a:cubicBezTo>
                  <a:pt x="25956" y="5466"/>
                  <a:pt x="22552" y="7042"/>
                  <a:pt x="19715" y="10193"/>
                </a:cubicBezTo>
                <a:cubicBezTo>
                  <a:pt x="17351" y="12754"/>
                  <a:pt x="15791" y="16299"/>
                  <a:pt x="15034" y="20829"/>
                </a:cubicBezTo>
                <a:cubicBezTo>
                  <a:pt x="14278" y="25360"/>
                  <a:pt x="13900" y="34814"/>
                  <a:pt x="13900" y="49193"/>
                </a:cubicBezTo>
                <a:cubicBezTo>
                  <a:pt x="13900" y="64753"/>
                  <a:pt x="14278" y="74995"/>
                  <a:pt x="15034" y="79920"/>
                </a:cubicBezTo>
                <a:cubicBezTo>
                  <a:pt x="15791" y="84844"/>
                  <a:pt x="17493" y="88734"/>
                  <a:pt x="20141" y="91590"/>
                </a:cubicBezTo>
                <a:cubicBezTo>
                  <a:pt x="22788" y="94544"/>
                  <a:pt x="26050" y="96022"/>
                  <a:pt x="29927" y="96022"/>
                </a:cubicBezTo>
                <a:cubicBezTo>
                  <a:pt x="33709" y="96022"/>
                  <a:pt x="36924" y="94544"/>
                  <a:pt x="39572" y="91590"/>
                </a:cubicBezTo>
                <a:cubicBezTo>
                  <a:pt x="42314" y="88635"/>
                  <a:pt x="44016" y="84499"/>
                  <a:pt x="44678" y="79181"/>
                </a:cubicBezTo>
                <a:cubicBezTo>
                  <a:pt x="45340" y="73863"/>
                  <a:pt x="45718" y="63867"/>
                  <a:pt x="45813" y="49193"/>
                </a:cubicBezTo>
                <a:cubicBezTo>
                  <a:pt x="45813" y="34913"/>
                  <a:pt x="45434" y="25507"/>
                  <a:pt x="44678" y="20977"/>
                </a:cubicBezTo>
                <a:cubicBezTo>
                  <a:pt x="43921" y="16447"/>
                  <a:pt x="42361" y="12852"/>
                  <a:pt x="39997" y="101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0B71C6-81E3-404A-AD69-3B10659F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9309" y="1333045"/>
            <a:ext cx="59712" cy="101635"/>
          </a:xfrm>
          <a:custGeom xmlns:a="http://schemas.openxmlformats.org/drawingml/2006/main">
            <a:pathLst>
              <a:path w="59712" h="101635" fill="none">
                <a:moveTo>
                  <a:pt x="8085" y="11966"/>
                </a:moveTo>
                <a:cubicBezTo>
                  <a:pt x="13380" y="3989"/>
                  <a:pt x="20613" y="0"/>
                  <a:pt x="29785" y="0"/>
                </a:cubicBezTo>
                <a:cubicBezTo>
                  <a:pt x="34324" y="0"/>
                  <a:pt x="38863" y="1280"/>
                  <a:pt x="43401" y="3841"/>
                </a:cubicBezTo>
                <a:cubicBezTo>
                  <a:pt x="47940" y="6401"/>
                  <a:pt x="51628" y="10932"/>
                  <a:pt x="54464" y="17432"/>
                </a:cubicBezTo>
                <a:cubicBezTo>
                  <a:pt x="57963" y="25606"/>
                  <a:pt x="59712" y="36833"/>
                  <a:pt x="59712" y="51113"/>
                </a:cubicBezTo>
                <a:cubicBezTo>
                  <a:pt x="59712" y="66378"/>
                  <a:pt x="57679" y="78048"/>
                  <a:pt x="53613" y="86124"/>
                </a:cubicBezTo>
                <a:cubicBezTo>
                  <a:pt x="51722" y="90260"/>
                  <a:pt x="49122" y="93560"/>
                  <a:pt x="45813" y="96022"/>
                </a:cubicBezTo>
                <a:cubicBezTo>
                  <a:pt x="42503" y="98484"/>
                  <a:pt x="39619" y="100010"/>
                  <a:pt x="37161" y="100601"/>
                </a:cubicBezTo>
                <a:cubicBezTo>
                  <a:pt x="34702" y="101192"/>
                  <a:pt x="32291" y="101537"/>
                  <a:pt x="29927" y="101635"/>
                </a:cubicBezTo>
                <a:cubicBezTo>
                  <a:pt x="27469" y="101635"/>
                  <a:pt x="25010" y="101340"/>
                  <a:pt x="22552" y="100749"/>
                </a:cubicBezTo>
                <a:cubicBezTo>
                  <a:pt x="20093" y="100158"/>
                  <a:pt x="17209" y="98582"/>
                  <a:pt x="13900" y="96022"/>
                </a:cubicBezTo>
                <a:cubicBezTo>
                  <a:pt x="10590" y="93461"/>
                  <a:pt x="7990" y="90162"/>
                  <a:pt x="6099" y="86124"/>
                </a:cubicBezTo>
                <a:cubicBezTo>
                  <a:pt x="2033" y="78048"/>
                  <a:pt x="0" y="66378"/>
                  <a:pt x="0" y="51113"/>
                </a:cubicBezTo>
                <a:cubicBezTo>
                  <a:pt x="0" y="33977"/>
                  <a:pt x="2695" y="20928"/>
                  <a:pt x="8085" y="11966"/>
                </a:cubicBezTo>
                <a:close/>
                <a:moveTo>
                  <a:pt x="39997" y="10193"/>
                </a:moveTo>
                <a:cubicBezTo>
                  <a:pt x="37161" y="7042"/>
                  <a:pt x="33804" y="5466"/>
                  <a:pt x="29927" y="5466"/>
                </a:cubicBezTo>
                <a:cubicBezTo>
                  <a:pt x="25956" y="5466"/>
                  <a:pt x="22552" y="7042"/>
                  <a:pt x="19715" y="10193"/>
                </a:cubicBezTo>
                <a:cubicBezTo>
                  <a:pt x="17351" y="12754"/>
                  <a:pt x="15791" y="16299"/>
                  <a:pt x="15034" y="20829"/>
                </a:cubicBezTo>
                <a:cubicBezTo>
                  <a:pt x="14278" y="25360"/>
                  <a:pt x="13900" y="34814"/>
                  <a:pt x="13900" y="49193"/>
                </a:cubicBezTo>
                <a:cubicBezTo>
                  <a:pt x="13900" y="64753"/>
                  <a:pt x="14278" y="74995"/>
                  <a:pt x="15034" y="79920"/>
                </a:cubicBezTo>
                <a:cubicBezTo>
                  <a:pt x="15791" y="84844"/>
                  <a:pt x="17493" y="88734"/>
                  <a:pt x="20141" y="91590"/>
                </a:cubicBezTo>
                <a:cubicBezTo>
                  <a:pt x="22788" y="94544"/>
                  <a:pt x="26050" y="96022"/>
                  <a:pt x="29927" y="96022"/>
                </a:cubicBezTo>
                <a:cubicBezTo>
                  <a:pt x="33709" y="96022"/>
                  <a:pt x="36924" y="94544"/>
                  <a:pt x="39572" y="91590"/>
                </a:cubicBezTo>
                <a:cubicBezTo>
                  <a:pt x="42314" y="88635"/>
                  <a:pt x="44016" y="84499"/>
                  <a:pt x="44678" y="79181"/>
                </a:cubicBezTo>
                <a:cubicBezTo>
                  <a:pt x="45340" y="73863"/>
                  <a:pt x="45718" y="63867"/>
                  <a:pt x="45813" y="49193"/>
                </a:cubicBezTo>
                <a:cubicBezTo>
                  <a:pt x="45813" y="34913"/>
                  <a:pt x="45434" y="25507"/>
                  <a:pt x="44678" y="20977"/>
                </a:cubicBezTo>
                <a:cubicBezTo>
                  <a:pt x="43921" y="16447"/>
                  <a:pt x="42361" y="12852"/>
                  <a:pt x="39997" y="101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8980"/>
              </a:srgbClr>
            </a:solidFill>
            <a:miter/>
          </a:ln>
        </p:spPr>
      </p:sp>
      <p:sp>
        <p:nvSpPr>
          <p:cNvPr id="6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12ED8B-09D9-4CD1-94B8-162921DC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790" y="1243378"/>
            <a:ext cx="44871" cy="208947"/>
          </a:xfrm>
          <a:custGeom xmlns:a="http://schemas.openxmlformats.org/drawingml/2006/main">
            <a:pathLst>
              <a:path w="44871" h="208947">
                <a:moveTo>
                  <a:pt x="0" y="3761"/>
                </a:moveTo>
                <a:cubicBezTo>
                  <a:pt x="134" y="2786"/>
                  <a:pt x="535" y="1950"/>
                  <a:pt x="1204" y="1254"/>
                </a:cubicBezTo>
                <a:cubicBezTo>
                  <a:pt x="1872" y="557"/>
                  <a:pt x="2809" y="139"/>
                  <a:pt x="4012" y="0"/>
                </a:cubicBezTo>
                <a:cubicBezTo>
                  <a:pt x="5350" y="0"/>
                  <a:pt x="6487" y="696"/>
                  <a:pt x="7423" y="2089"/>
                </a:cubicBezTo>
                <a:cubicBezTo>
                  <a:pt x="7824" y="3065"/>
                  <a:pt x="14110" y="20198"/>
                  <a:pt x="26281" y="53491"/>
                </a:cubicBezTo>
                <a:cubicBezTo>
                  <a:pt x="38451" y="86783"/>
                  <a:pt x="44603" y="103777"/>
                  <a:pt x="44737" y="104474"/>
                </a:cubicBezTo>
                <a:cubicBezTo>
                  <a:pt x="44871" y="105170"/>
                  <a:pt x="38786" y="122165"/>
                  <a:pt x="26481" y="155457"/>
                </a:cubicBezTo>
                <a:cubicBezTo>
                  <a:pt x="14177" y="188749"/>
                  <a:pt x="7824" y="205883"/>
                  <a:pt x="7423" y="206858"/>
                </a:cubicBezTo>
                <a:cubicBezTo>
                  <a:pt x="6487" y="208251"/>
                  <a:pt x="5350" y="208947"/>
                  <a:pt x="4012" y="208947"/>
                </a:cubicBezTo>
                <a:cubicBezTo>
                  <a:pt x="2942" y="208947"/>
                  <a:pt x="2073" y="208599"/>
                  <a:pt x="1404" y="207903"/>
                </a:cubicBezTo>
                <a:cubicBezTo>
                  <a:pt x="736" y="207206"/>
                  <a:pt x="267" y="206301"/>
                  <a:pt x="0" y="205186"/>
                </a:cubicBezTo>
                <a:cubicBezTo>
                  <a:pt x="0" y="204490"/>
                  <a:pt x="6018" y="187565"/>
                  <a:pt x="18055" y="154412"/>
                </a:cubicBezTo>
                <a:cubicBezTo>
                  <a:pt x="30226" y="121398"/>
                  <a:pt x="36311" y="104752"/>
                  <a:pt x="36311" y="104474"/>
                </a:cubicBezTo>
                <a:cubicBezTo>
                  <a:pt x="36311" y="104195"/>
                  <a:pt x="30226" y="87549"/>
                  <a:pt x="18055" y="54535"/>
                </a:cubicBezTo>
                <a:cubicBezTo>
                  <a:pt x="6018" y="21382"/>
                  <a:pt x="0" y="4458"/>
                  <a:pt x="0" y="37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5EDBB1-6547-4769-8B13-4ECA02FB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790" y="1243378"/>
            <a:ext cx="44871" cy="208947"/>
          </a:xfrm>
          <a:custGeom xmlns:a="http://schemas.openxmlformats.org/drawingml/2006/main">
            <a:pathLst>
              <a:path w="44871" h="208947" fill="none">
                <a:moveTo>
                  <a:pt x="0" y="3761"/>
                </a:moveTo>
                <a:cubicBezTo>
                  <a:pt x="134" y="2786"/>
                  <a:pt x="535" y="1950"/>
                  <a:pt x="1204" y="1254"/>
                </a:cubicBezTo>
                <a:cubicBezTo>
                  <a:pt x="1872" y="557"/>
                  <a:pt x="2809" y="139"/>
                  <a:pt x="4012" y="0"/>
                </a:cubicBezTo>
                <a:cubicBezTo>
                  <a:pt x="5350" y="0"/>
                  <a:pt x="6487" y="696"/>
                  <a:pt x="7423" y="2089"/>
                </a:cubicBezTo>
                <a:cubicBezTo>
                  <a:pt x="7824" y="3065"/>
                  <a:pt x="14110" y="20198"/>
                  <a:pt x="26281" y="53491"/>
                </a:cubicBezTo>
                <a:cubicBezTo>
                  <a:pt x="38451" y="86783"/>
                  <a:pt x="44603" y="103777"/>
                  <a:pt x="44737" y="104474"/>
                </a:cubicBezTo>
                <a:cubicBezTo>
                  <a:pt x="44871" y="105170"/>
                  <a:pt x="38786" y="122165"/>
                  <a:pt x="26481" y="155457"/>
                </a:cubicBezTo>
                <a:cubicBezTo>
                  <a:pt x="14177" y="188749"/>
                  <a:pt x="7824" y="205883"/>
                  <a:pt x="7423" y="206858"/>
                </a:cubicBezTo>
                <a:cubicBezTo>
                  <a:pt x="6487" y="208251"/>
                  <a:pt x="5350" y="208947"/>
                  <a:pt x="4012" y="208947"/>
                </a:cubicBezTo>
                <a:cubicBezTo>
                  <a:pt x="2942" y="208947"/>
                  <a:pt x="2073" y="208599"/>
                  <a:pt x="1404" y="207903"/>
                </a:cubicBezTo>
                <a:cubicBezTo>
                  <a:pt x="736" y="207206"/>
                  <a:pt x="267" y="206301"/>
                  <a:pt x="0" y="205186"/>
                </a:cubicBezTo>
                <a:cubicBezTo>
                  <a:pt x="0" y="204490"/>
                  <a:pt x="6018" y="187565"/>
                  <a:pt x="18055" y="154412"/>
                </a:cubicBezTo>
                <a:cubicBezTo>
                  <a:pt x="30226" y="121398"/>
                  <a:pt x="36311" y="104752"/>
                  <a:pt x="36311" y="104474"/>
                </a:cubicBezTo>
                <a:cubicBezTo>
                  <a:pt x="36311" y="104195"/>
                  <a:pt x="30226" y="87549"/>
                  <a:pt x="18055" y="54535"/>
                </a:cubicBezTo>
                <a:cubicBezTo>
                  <a:pt x="6018" y="21382"/>
                  <a:pt x="0" y="4458"/>
                  <a:pt x="0" y="376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00"/>
              </a:srgbClr>
            </a:solidFill>
            <a:miter/>
          </a:ln>
        </p:spPr>
      </p:sp>
      <p:sp>
        <p:nvSpPr>
          <p:cNvPr id="6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83F15F-D1E2-40B2-AC9E-2907D2F5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550" y="1857418"/>
            <a:ext cx="657673" cy="10"/>
          </a:xfrm>
          <a:custGeom xmlns:a="http://schemas.openxmlformats.org/drawingml/2006/main">
            <a:pathLst>
              <a:path w="657673" h="1" fill="none">
                <a:moveTo>
                  <a:pt x="0" y="0"/>
                </a:moveTo>
                <a:lnTo>
                  <a:pt x="6576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448" cap="flat">
            <a:solidFill>
              <a:srgbClr val="999999"/>
            </a:solidFill>
            <a:miter/>
          </a:ln>
        </p:spPr>
      </p:sp>
      <p:sp>
        <p:nvSpPr>
          <p:cNvPr id="6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0ED1D2-6951-480A-9865-CA770261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368" y="1823755"/>
            <a:ext cx="101136" cy="67328"/>
          </a:xfrm>
          <a:custGeom xmlns:a="http://schemas.openxmlformats.org/drawingml/2006/main">
            <a:pathLst>
              <a:path w="101136" h="67328" fill="none">
                <a:moveTo>
                  <a:pt x="101136" y="0"/>
                </a:moveTo>
                <a:lnTo>
                  <a:pt x="0" y="33664"/>
                </a:lnTo>
                <a:lnTo>
                  <a:pt x="101136" y="67328"/>
                </a:lnTo>
              </a:path>
            </a:pathLst>
          </a:custGeom>
          <a:noFill xmlns:a="http://schemas.openxmlformats.org/drawingml/2006/main"/>
          <a:ln xmlns:a="http://schemas.openxmlformats.org/drawingml/2006/main" w="14448" cap="flat">
            <a:solidFill>
              <a:srgbClr val="999999"/>
            </a:solidFill>
            <a:miter/>
          </a:ln>
        </p:spPr>
      </p:sp>
      <p:sp>
        <p:nvSpPr>
          <p:cNvPr id="6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ABDA04-53AC-4DB9-9B44-2C00C5D1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269" y="1823755"/>
            <a:ext cx="101136" cy="67328"/>
          </a:xfrm>
          <a:custGeom xmlns:a="http://schemas.openxmlformats.org/drawingml/2006/main">
            <a:pathLst>
              <a:path w="101136" h="67328" fill="none">
                <a:moveTo>
                  <a:pt x="0" y="67328"/>
                </a:moveTo>
                <a:lnTo>
                  <a:pt x="101136" y="3366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448" cap="flat">
            <a:solidFill>
              <a:srgbClr val="999999"/>
            </a:solidFill>
            <a:miter/>
          </a:ln>
        </p:spPr>
      </p:sp>
      <p:sp>
        <p:nvSpPr>
          <p:cNvPr id="6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DC5979-F4A3-481A-B43C-71F58EC2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955" y="1109589"/>
            <a:ext cx="10" cy="368713"/>
          </a:xfrm>
          <a:custGeom xmlns:a="http://schemas.openxmlformats.org/drawingml/2006/main">
            <a:pathLst>
              <a:path w="1" h="368713" fill="none">
                <a:moveTo>
                  <a:pt x="0" y="0"/>
                </a:moveTo>
                <a:lnTo>
                  <a:pt x="0" y="368713"/>
                </a:lnTo>
              </a:path>
            </a:pathLst>
          </a:custGeom>
          <a:noFill xmlns:a="http://schemas.openxmlformats.org/drawingml/2006/main"/>
          <a:ln xmlns:a="http://schemas.openxmlformats.org/drawingml/2006/main" w="14448" cap="flat">
            <a:solidFill>
              <a:srgbClr val="999999"/>
            </a:solidFill>
            <a:miter/>
          </a:ln>
        </p:spPr>
      </p:sp>
      <p:sp>
        <p:nvSpPr>
          <p:cNvPr id="6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825E69-62B9-4383-BBB3-A7DA3F41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291" y="1093408"/>
            <a:ext cx="67328" cy="101136"/>
          </a:xfrm>
          <a:custGeom xmlns:a="http://schemas.openxmlformats.org/drawingml/2006/main">
            <a:pathLst>
              <a:path w="67328" h="101136" fill="none">
                <a:moveTo>
                  <a:pt x="67328" y="101136"/>
                </a:moveTo>
                <a:lnTo>
                  <a:pt x="33664" y="0"/>
                </a:lnTo>
                <a:lnTo>
                  <a:pt x="0" y="101136"/>
                </a:lnTo>
              </a:path>
            </a:pathLst>
          </a:custGeom>
          <a:noFill xmlns:a="http://schemas.openxmlformats.org/drawingml/2006/main"/>
          <a:ln xmlns:a="http://schemas.openxmlformats.org/drawingml/2006/main" w="14448" cap="flat">
            <a:solidFill>
              <a:srgbClr val="999999"/>
            </a:solidFill>
            <a:miter/>
          </a:ln>
        </p:spPr>
      </p:sp>
      <p:sp>
        <p:nvSpPr>
          <p:cNvPr id="6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675EC3-91E7-4101-A57D-1C60883C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291" y="1393348"/>
            <a:ext cx="67328" cy="101136"/>
          </a:xfrm>
          <a:custGeom xmlns:a="http://schemas.openxmlformats.org/drawingml/2006/main">
            <a:pathLst>
              <a:path w="67328" h="101136" fill="none">
                <a:moveTo>
                  <a:pt x="0" y="0"/>
                </a:moveTo>
                <a:lnTo>
                  <a:pt x="33664" y="101136"/>
                </a:lnTo>
                <a:lnTo>
                  <a:pt x="67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448" cap="flat">
            <a:solidFill>
              <a:srgbClr val="999999"/>
            </a:solidFill>
            <a:miter/>
          </a:ln>
        </p:spPr>
      </p:sp>
      <p:sp>
        <p:nvSpPr>
          <p:cNvPr id="6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AA675A-D468-4D68-836C-E1789F2F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444" y="1025791"/>
            <a:ext cx="727168" cy="608550"/>
          </a:xfrm>
          <a:custGeom xmlns:a="http://schemas.openxmlformats.org/drawingml/2006/main">
            <a:pathLst>
              <a:path w="727168" h="608550" fill="none">
                <a:moveTo>
                  <a:pt x="0" y="608550"/>
                </a:moveTo>
                <a:lnTo>
                  <a:pt x="7271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448" cap="flat">
            <a:solidFill>
              <a:srgbClr val="999999"/>
            </a:solidFill>
            <a:miter/>
          </a:ln>
        </p:spPr>
      </p:sp>
      <p:sp>
        <p:nvSpPr>
          <p:cNvPr id="6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7F559E-12D3-4A27-8C8C-592911F7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64" y="1554010"/>
            <a:ext cx="99113" cy="90734"/>
          </a:xfrm>
          <a:custGeom xmlns:a="http://schemas.openxmlformats.org/drawingml/2006/main">
            <a:pathLst>
              <a:path w="99113" h="90734" fill="none">
                <a:moveTo>
                  <a:pt x="55914" y="0"/>
                </a:moveTo>
                <a:lnTo>
                  <a:pt x="0" y="90734"/>
                </a:lnTo>
                <a:lnTo>
                  <a:pt x="99113" y="51724"/>
                </a:lnTo>
              </a:path>
            </a:pathLst>
          </a:custGeom>
          <a:noFill xmlns:a="http://schemas.openxmlformats.org/drawingml/2006/main"/>
          <a:ln xmlns:a="http://schemas.openxmlformats.org/drawingml/2006/main" w="14448" cap="flat">
            <a:solidFill>
              <a:srgbClr val="999999"/>
            </a:solidFill>
            <a:miter/>
          </a:ln>
        </p:spPr>
      </p:sp>
      <p:sp>
        <p:nvSpPr>
          <p:cNvPr id="6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794220-61E6-4409-8A97-5409ACF9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780" y="1015388"/>
            <a:ext cx="99113" cy="90734"/>
          </a:xfrm>
          <a:custGeom xmlns:a="http://schemas.openxmlformats.org/drawingml/2006/main">
            <a:pathLst>
              <a:path w="99113" h="90734" fill="none">
                <a:moveTo>
                  <a:pt x="43200" y="90734"/>
                </a:moveTo>
                <a:lnTo>
                  <a:pt x="99113" y="0"/>
                </a:lnTo>
                <a:lnTo>
                  <a:pt x="0" y="39010"/>
                </a:lnTo>
              </a:path>
            </a:pathLst>
          </a:custGeom>
          <a:noFill xmlns:a="http://schemas.openxmlformats.org/drawingml/2006/main"/>
          <a:ln xmlns:a="http://schemas.openxmlformats.org/drawingml/2006/main" w="14448" cap="flat">
            <a:solidFill>
              <a:srgbClr val="999999"/>
            </a:solidFill>
            <a:miter/>
          </a:ln>
        </p:spPr>
      </p:sp>
      <p:sp>
        <p:nvSpPr>
          <p:cNvPr id="7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FECEE7-4DBB-4D83-8AD4-42B69801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834" y="1185586"/>
            <a:ext cx="46477" cy="208947"/>
          </a:xfrm>
          <a:custGeom xmlns:a="http://schemas.openxmlformats.org/drawingml/2006/main">
            <a:pathLst>
              <a:path w="46477" h="208947">
                <a:moveTo>
                  <a:pt x="46477" y="205186"/>
                </a:moveTo>
                <a:cubicBezTo>
                  <a:pt x="46339" y="206161"/>
                  <a:pt x="45923" y="206997"/>
                  <a:pt x="45231" y="207694"/>
                </a:cubicBezTo>
                <a:cubicBezTo>
                  <a:pt x="44538" y="208390"/>
                  <a:pt x="43568" y="208808"/>
                  <a:pt x="42321" y="208947"/>
                </a:cubicBezTo>
                <a:cubicBezTo>
                  <a:pt x="40936" y="208947"/>
                  <a:pt x="39759" y="208251"/>
                  <a:pt x="38789" y="206858"/>
                </a:cubicBezTo>
                <a:cubicBezTo>
                  <a:pt x="38373" y="205883"/>
                  <a:pt x="31862" y="188749"/>
                  <a:pt x="19256" y="155457"/>
                </a:cubicBezTo>
                <a:cubicBezTo>
                  <a:pt x="6650" y="122165"/>
                  <a:pt x="277" y="105170"/>
                  <a:pt x="139" y="104474"/>
                </a:cubicBezTo>
                <a:cubicBezTo>
                  <a:pt x="0" y="103777"/>
                  <a:pt x="6303" y="86783"/>
                  <a:pt x="19048" y="53491"/>
                </a:cubicBezTo>
                <a:cubicBezTo>
                  <a:pt x="31793" y="20198"/>
                  <a:pt x="38373" y="3065"/>
                  <a:pt x="38789" y="2089"/>
                </a:cubicBezTo>
                <a:cubicBezTo>
                  <a:pt x="39205" y="1393"/>
                  <a:pt x="39897" y="766"/>
                  <a:pt x="40867" y="209"/>
                </a:cubicBezTo>
                <a:lnTo>
                  <a:pt x="41490" y="0"/>
                </a:lnTo>
                <a:cubicBezTo>
                  <a:pt x="41906" y="0"/>
                  <a:pt x="42183" y="0"/>
                  <a:pt x="42321" y="0"/>
                </a:cubicBezTo>
                <a:cubicBezTo>
                  <a:pt x="44815" y="0"/>
                  <a:pt x="46200" y="1254"/>
                  <a:pt x="46477" y="3761"/>
                </a:cubicBezTo>
                <a:cubicBezTo>
                  <a:pt x="46477" y="4458"/>
                  <a:pt x="40244" y="21382"/>
                  <a:pt x="27776" y="54535"/>
                </a:cubicBezTo>
                <a:cubicBezTo>
                  <a:pt x="15169" y="87549"/>
                  <a:pt x="8866" y="104195"/>
                  <a:pt x="8866" y="104474"/>
                </a:cubicBezTo>
                <a:cubicBezTo>
                  <a:pt x="8866" y="104752"/>
                  <a:pt x="15169" y="121398"/>
                  <a:pt x="27776" y="154412"/>
                </a:cubicBezTo>
                <a:cubicBezTo>
                  <a:pt x="40244" y="187565"/>
                  <a:pt x="46477" y="204490"/>
                  <a:pt x="46477" y="2051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2F82B3-C966-428D-93E1-57974946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834" y="1185586"/>
            <a:ext cx="46477" cy="208947"/>
          </a:xfrm>
          <a:custGeom xmlns:a="http://schemas.openxmlformats.org/drawingml/2006/main">
            <a:pathLst>
              <a:path w="46477" h="208947" fill="none">
                <a:moveTo>
                  <a:pt x="46477" y="205186"/>
                </a:moveTo>
                <a:cubicBezTo>
                  <a:pt x="46339" y="206161"/>
                  <a:pt x="45923" y="206997"/>
                  <a:pt x="45231" y="207694"/>
                </a:cubicBezTo>
                <a:cubicBezTo>
                  <a:pt x="44538" y="208390"/>
                  <a:pt x="43568" y="208808"/>
                  <a:pt x="42321" y="208947"/>
                </a:cubicBezTo>
                <a:cubicBezTo>
                  <a:pt x="40936" y="208947"/>
                  <a:pt x="39759" y="208251"/>
                  <a:pt x="38789" y="206858"/>
                </a:cubicBezTo>
                <a:cubicBezTo>
                  <a:pt x="38373" y="205883"/>
                  <a:pt x="31862" y="188749"/>
                  <a:pt x="19256" y="155457"/>
                </a:cubicBezTo>
                <a:cubicBezTo>
                  <a:pt x="6650" y="122165"/>
                  <a:pt x="277" y="105170"/>
                  <a:pt x="139" y="104474"/>
                </a:cubicBezTo>
                <a:cubicBezTo>
                  <a:pt x="0" y="103777"/>
                  <a:pt x="6303" y="86783"/>
                  <a:pt x="19048" y="53491"/>
                </a:cubicBezTo>
                <a:cubicBezTo>
                  <a:pt x="31793" y="20198"/>
                  <a:pt x="38373" y="3065"/>
                  <a:pt x="38789" y="2089"/>
                </a:cubicBezTo>
                <a:cubicBezTo>
                  <a:pt x="39205" y="1393"/>
                  <a:pt x="39897" y="766"/>
                  <a:pt x="40867" y="209"/>
                </a:cubicBezTo>
                <a:lnTo>
                  <a:pt x="41490" y="0"/>
                </a:lnTo>
                <a:cubicBezTo>
                  <a:pt x="41906" y="0"/>
                  <a:pt x="42183" y="0"/>
                  <a:pt x="42321" y="0"/>
                </a:cubicBezTo>
                <a:cubicBezTo>
                  <a:pt x="44815" y="0"/>
                  <a:pt x="46200" y="1254"/>
                  <a:pt x="46477" y="3761"/>
                </a:cubicBezTo>
                <a:cubicBezTo>
                  <a:pt x="46477" y="4458"/>
                  <a:pt x="40244" y="21382"/>
                  <a:pt x="27776" y="54535"/>
                </a:cubicBezTo>
                <a:cubicBezTo>
                  <a:pt x="15169" y="87549"/>
                  <a:pt x="8866" y="104195"/>
                  <a:pt x="8866" y="104474"/>
                </a:cubicBezTo>
                <a:cubicBezTo>
                  <a:pt x="8866" y="104752"/>
                  <a:pt x="15169" y="121398"/>
                  <a:pt x="27776" y="154412"/>
                </a:cubicBezTo>
                <a:cubicBezTo>
                  <a:pt x="40244" y="187565"/>
                  <a:pt x="46477" y="204490"/>
                  <a:pt x="46477" y="20518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8" cap="flat">
            <a:solidFill>
              <a:srgbClr val="000000">
                <a:alpha val="12920"/>
              </a:srgbClr>
            </a:solidFill>
            <a:miter/>
          </a:ln>
        </p:spPr>
      </p:sp>
      <p:sp>
        <p:nvSpPr>
          <p:cNvPr id="7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974F80-6104-47B8-AD5A-F94925AD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89" y="1200212"/>
            <a:ext cx="152316" cy="142084"/>
          </a:xfrm>
          <a:custGeom xmlns:a="http://schemas.openxmlformats.org/drawingml/2006/main">
            <a:pathLst>
              <a:path w="152316" h="142084">
                <a:moveTo>
                  <a:pt x="95795" y="97578"/>
                </a:moveTo>
                <a:cubicBezTo>
                  <a:pt x="93024" y="97578"/>
                  <a:pt x="91639" y="96673"/>
                  <a:pt x="91639" y="94862"/>
                </a:cubicBezTo>
                <a:cubicBezTo>
                  <a:pt x="91639" y="94305"/>
                  <a:pt x="91985" y="92633"/>
                  <a:pt x="92678" y="89847"/>
                </a:cubicBezTo>
                <a:cubicBezTo>
                  <a:pt x="93371" y="87061"/>
                  <a:pt x="93717" y="84624"/>
                  <a:pt x="93717" y="82534"/>
                </a:cubicBezTo>
                <a:cubicBezTo>
                  <a:pt x="93717" y="78216"/>
                  <a:pt x="92262" y="75569"/>
                  <a:pt x="89353" y="74594"/>
                </a:cubicBezTo>
                <a:cubicBezTo>
                  <a:pt x="86444" y="73619"/>
                  <a:pt x="79725" y="73132"/>
                  <a:pt x="69197" y="73132"/>
                </a:cubicBezTo>
                <a:lnTo>
                  <a:pt x="58391" y="73132"/>
                </a:lnTo>
                <a:cubicBezTo>
                  <a:pt x="58253" y="73410"/>
                  <a:pt x="55828" y="83022"/>
                  <a:pt x="51118" y="101966"/>
                </a:cubicBezTo>
                <a:cubicBezTo>
                  <a:pt x="46408" y="120911"/>
                  <a:pt x="44053" y="130662"/>
                  <a:pt x="44053" y="131219"/>
                </a:cubicBezTo>
                <a:cubicBezTo>
                  <a:pt x="44053" y="131776"/>
                  <a:pt x="44815" y="132055"/>
                  <a:pt x="46339" y="132055"/>
                </a:cubicBezTo>
                <a:cubicBezTo>
                  <a:pt x="47863" y="132055"/>
                  <a:pt x="53404" y="132194"/>
                  <a:pt x="62963" y="132473"/>
                </a:cubicBezTo>
                <a:cubicBezTo>
                  <a:pt x="75985" y="132473"/>
                  <a:pt x="84574" y="132333"/>
                  <a:pt x="88730" y="132055"/>
                </a:cubicBezTo>
                <a:cubicBezTo>
                  <a:pt x="92886" y="131776"/>
                  <a:pt x="97042" y="130871"/>
                  <a:pt x="101198" y="129338"/>
                </a:cubicBezTo>
                <a:cubicBezTo>
                  <a:pt x="107986" y="127110"/>
                  <a:pt x="113596" y="123209"/>
                  <a:pt x="118029" y="117637"/>
                </a:cubicBezTo>
                <a:cubicBezTo>
                  <a:pt x="122462" y="112065"/>
                  <a:pt x="127380" y="102941"/>
                  <a:pt x="132783" y="90265"/>
                </a:cubicBezTo>
                <a:cubicBezTo>
                  <a:pt x="134168" y="87201"/>
                  <a:pt x="135069" y="85529"/>
                  <a:pt x="135484" y="85251"/>
                </a:cubicBezTo>
                <a:cubicBezTo>
                  <a:pt x="136454" y="84972"/>
                  <a:pt x="137493" y="84833"/>
                  <a:pt x="138601" y="84833"/>
                </a:cubicBezTo>
                <a:cubicBezTo>
                  <a:pt x="141372" y="84833"/>
                  <a:pt x="142757" y="85738"/>
                  <a:pt x="142757" y="87549"/>
                </a:cubicBezTo>
                <a:cubicBezTo>
                  <a:pt x="128211" y="122931"/>
                  <a:pt x="120592" y="140970"/>
                  <a:pt x="119899" y="141666"/>
                </a:cubicBezTo>
                <a:cubicBezTo>
                  <a:pt x="119484" y="141945"/>
                  <a:pt x="99674" y="142084"/>
                  <a:pt x="60469" y="142084"/>
                </a:cubicBezTo>
                <a:lnTo>
                  <a:pt x="21195" y="142084"/>
                </a:lnTo>
                <a:cubicBezTo>
                  <a:pt x="7065" y="142084"/>
                  <a:pt x="0" y="141318"/>
                  <a:pt x="0" y="139786"/>
                </a:cubicBezTo>
                <a:cubicBezTo>
                  <a:pt x="0" y="139507"/>
                  <a:pt x="208" y="138532"/>
                  <a:pt x="623" y="136861"/>
                </a:cubicBezTo>
                <a:cubicBezTo>
                  <a:pt x="1178" y="134632"/>
                  <a:pt x="1732" y="133378"/>
                  <a:pt x="2286" y="133099"/>
                </a:cubicBezTo>
                <a:cubicBezTo>
                  <a:pt x="2840" y="132821"/>
                  <a:pt x="4433" y="132612"/>
                  <a:pt x="7065" y="132473"/>
                </a:cubicBezTo>
                <a:cubicBezTo>
                  <a:pt x="10805" y="132473"/>
                  <a:pt x="14961" y="132264"/>
                  <a:pt x="19533" y="131846"/>
                </a:cubicBezTo>
                <a:cubicBezTo>
                  <a:pt x="21472" y="131428"/>
                  <a:pt x="22788" y="130592"/>
                  <a:pt x="23481" y="129338"/>
                </a:cubicBezTo>
                <a:cubicBezTo>
                  <a:pt x="23758" y="128642"/>
                  <a:pt x="28676" y="109071"/>
                  <a:pt x="38235" y="70624"/>
                </a:cubicBezTo>
                <a:cubicBezTo>
                  <a:pt x="47794" y="32178"/>
                  <a:pt x="52642" y="12676"/>
                  <a:pt x="52781" y="12119"/>
                </a:cubicBezTo>
                <a:cubicBezTo>
                  <a:pt x="52781" y="11144"/>
                  <a:pt x="52504" y="10656"/>
                  <a:pt x="51949" y="10656"/>
                </a:cubicBezTo>
                <a:cubicBezTo>
                  <a:pt x="50841" y="10238"/>
                  <a:pt x="47170" y="9890"/>
                  <a:pt x="40936" y="9612"/>
                </a:cubicBezTo>
                <a:lnTo>
                  <a:pt x="34494" y="9612"/>
                </a:lnTo>
                <a:cubicBezTo>
                  <a:pt x="33663" y="8776"/>
                  <a:pt x="33248" y="8219"/>
                  <a:pt x="33248" y="7940"/>
                </a:cubicBezTo>
                <a:cubicBezTo>
                  <a:pt x="33248" y="7661"/>
                  <a:pt x="33386" y="6477"/>
                  <a:pt x="33663" y="4388"/>
                </a:cubicBezTo>
                <a:cubicBezTo>
                  <a:pt x="34217" y="2020"/>
                  <a:pt x="34910" y="557"/>
                  <a:pt x="35741" y="0"/>
                </a:cubicBezTo>
                <a:lnTo>
                  <a:pt x="150861" y="0"/>
                </a:lnTo>
                <a:cubicBezTo>
                  <a:pt x="151831" y="557"/>
                  <a:pt x="152316" y="1323"/>
                  <a:pt x="152316" y="2298"/>
                </a:cubicBezTo>
                <a:cubicBezTo>
                  <a:pt x="152316" y="2995"/>
                  <a:pt x="151415" y="10796"/>
                  <a:pt x="149614" y="25701"/>
                </a:cubicBezTo>
                <a:cubicBezTo>
                  <a:pt x="147814" y="40605"/>
                  <a:pt x="146844" y="48267"/>
                  <a:pt x="146705" y="48685"/>
                </a:cubicBezTo>
                <a:cubicBezTo>
                  <a:pt x="146428" y="49660"/>
                  <a:pt x="145043" y="50147"/>
                  <a:pt x="142549" y="50147"/>
                </a:cubicBezTo>
                <a:lnTo>
                  <a:pt x="140056" y="50147"/>
                </a:lnTo>
                <a:cubicBezTo>
                  <a:pt x="139086" y="49451"/>
                  <a:pt x="138601" y="48545"/>
                  <a:pt x="138601" y="47431"/>
                </a:cubicBezTo>
                <a:lnTo>
                  <a:pt x="139225" y="42625"/>
                </a:lnTo>
                <a:cubicBezTo>
                  <a:pt x="139640" y="39282"/>
                  <a:pt x="139848" y="35660"/>
                  <a:pt x="139848" y="31760"/>
                </a:cubicBezTo>
                <a:cubicBezTo>
                  <a:pt x="139848" y="27581"/>
                  <a:pt x="139363" y="24099"/>
                  <a:pt x="138393" y="21313"/>
                </a:cubicBezTo>
                <a:cubicBezTo>
                  <a:pt x="137424" y="18527"/>
                  <a:pt x="136108" y="16368"/>
                  <a:pt x="134445" y="14835"/>
                </a:cubicBezTo>
                <a:cubicBezTo>
                  <a:pt x="132783" y="13303"/>
                  <a:pt x="130359" y="12189"/>
                  <a:pt x="127172" y="11492"/>
                </a:cubicBezTo>
                <a:cubicBezTo>
                  <a:pt x="123986" y="10796"/>
                  <a:pt x="120731" y="10308"/>
                  <a:pt x="117406" y="10029"/>
                </a:cubicBezTo>
                <a:cubicBezTo>
                  <a:pt x="114081" y="9751"/>
                  <a:pt x="109648" y="9612"/>
                  <a:pt x="104107" y="9612"/>
                </a:cubicBezTo>
                <a:lnTo>
                  <a:pt x="94340" y="9612"/>
                </a:lnTo>
                <a:cubicBezTo>
                  <a:pt x="82149" y="9751"/>
                  <a:pt x="75708" y="9960"/>
                  <a:pt x="75015" y="10238"/>
                </a:cubicBezTo>
                <a:cubicBezTo>
                  <a:pt x="74461" y="10517"/>
                  <a:pt x="74045" y="11144"/>
                  <a:pt x="73768" y="12119"/>
                </a:cubicBezTo>
                <a:cubicBezTo>
                  <a:pt x="73630" y="12537"/>
                  <a:pt x="71482" y="21104"/>
                  <a:pt x="67327" y="37819"/>
                </a:cubicBezTo>
                <a:cubicBezTo>
                  <a:pt x="63171" y="54535"/>
                  <a:pt x="61023" y="63032"/>
                  <a:pt x="60885" y="63311"/>
                </a:cubicBezTo>
                <a:cubicBezTo>
                  <a:pt x="64071" y="63450"/>
                  <a:pt x="67396" y="63520"/>
                  <a:pt x="70859" y="63520"/>
                </a:cubicBezTo>
                <a:lnTo>
                  <a:pt x="76262" y="63520"/>
                </a:lnTo>
                <a:cubicBezTo>
                  <a:pt x="85405" y="63520"/>
                  <a:pt x="91708" y="62475"/>
                  <a:pt x="95171" y="60386"/>
                </a:cubicBezTo>
                <a:cubicBezTo>
                  <a:pt x="98635" y="58296"/>
                  <a:pt x="101752" y="52655"/>
                  <a:pt x="104522" y="43461"/>
                </a:cubicBezTo>
                <a:cubicBezTo>
                  <a:pt x="105076" y="41232"/>
                  <a:pt x="105492" y="39979"/>
                  <a:pt x="105769" y="39700"/>
                </a:cubicBezTo>
                <a:cubicBezTo>
                  <a:pt x="106046" y="39421"/>
                  <a:pt x="107224" y="39212"/>
                  <a:pt x="109302" y="39073"/>
                </a:cubicBezTo>
                <a:cubicBezTo>
                  <a:pt x="109994" y="39073"/>
                  <a:pt x="110548" y="39073"/>
                  <a:pt x="110964" y="39073"/>
                </a:cubicBezTo>
                <a:cubicBezTo>
                  <a:pt x="111380" y="39073"/>
                  <a:pt x="111726" y="39143"/>
                  <a:pt x="112003" y="39282"/>
                </a:cubicBezTo>
                <a:cubicBezTo>
                  <a:pt x="112280" y="39421"/>
                  <a:pt x="112419" y="39491"/>
                  <a:pt x="112419" y="39491"/>
                </a:cubicBezTo>
                <a:cubicBezTo>
                  <a:pt x="112419" y="39491"/>
                  <a:pt x="112557" y="39770"/>
                  <a:pt x="112834" y="40327"/>
                </a:cubicBezTo>
                <a:cubicBezTo>
                  <a:pt x="113111" y="40884"/>
                  <a:pt x="113319" y="41163"/>
                  <a:pt x="113458" y="41163"/>
                </a:cubicBezTo>
                <a:lnTo>
                  <a:pt x="106600" y="68744"/>
                </a:lnTo>
                <a:cubicBezTo>
                  <a:pt x="102029" y="87270"/>
                  <a:pt x="99535" y="96673"/>
                  <a:pt x="99120" y="96952"/>
                </a:cubicBezTo>
                <a:cubicBezTo>
                  <a:pt x="98704" y="97369"/>
                  <a:pt x="97596" y="97578"/>
                  <a:pt x="95795" y="975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00182D-0745-4754-A2F2-9C82D0DB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89" y="1200212"/>
            <a:ext cx="152316" cy="142084"/>
          </a:xfrm>
          <a:custGeom xmlns:a="http://schemas.openxmlformats.org/drawingml/2006/main">
            <a:pathLst>
              <a:path w="152316" h="142084" fill="none">
                <a:moveTo>
                  <a:pt x="95795" y="97578"/>
                </a:moveTo>
                <a:cubicBezTo>
                  <a:pt x="93024" y="97578"/>
                  <a:pt x="91639" y="96673"/>
                  <a:pt x="91639" y="94862"/>
                </a:cubicBezTo>
                <a:cubicBezTo>
                  <a:pt x="91639" y="94305"/>
                  <a:pt x="91985" y="92633"/>
                  <a:pt x="92678" y="89847"/>
                </a:cubicBezTo>
                <a:cubicBezTo>
                  <a:pt x="93371" y="87061"/>
                  <a:pt x="93717" y="84624"/>
                  <a:pt x="93717" y="82534"/>
                </a:cubicBezTo>
                <a:cubicBezTo>
                  <a:pt x="93717" y="78216"/>
                  <a:pt x="92262" y="75569"/>
                  <a:pt x="89353" y="74594"/>
                </a:cubicBezTo>
                <a:cubicBezTo>
                  <a:pt x="86444" y="73619"/>
                  <a:pt x="79725" y="73132"/>
                  <a:pt x="69197" y="73132"/>
                </a:cubicBezTo>
                <a:lnTo>
                  <a:pt x="58391" y="73132"/>
                </a:lnTo>
                <a:cubicBezTo>
                  <a:pt x="58253" y="73410"/>
                  <a:pt x="55828" y="83022"/>
                  <a:pt x="51118" y="101966"/>
                </a:cubicBezTo>
                <a:cubicBezTo>
                  <a:pt x="46408" y="120911"/>
                  <a:pt x="44053" y="130662"/>
                  <a:pt x="44053" y="131219"/>
                </a:cubicBezTo>
                <a:cubicBezTo>
                  <a:pt x="44053" y="131776"/>
                  <a:pt x="44815" y="132055"/>
                  <a:pt x="46339" y="132055"/>
                </a:cubicBezTo>
                <a:cubicBezTo>
                  <a:pt x="47863" y="132055"/>
                  <a:pt x="53404" y="132194"/>
                  <a:pt x="62963" y="132473"/>
                </a:cubicBezTo>
                <a:cubicBezTo>
                  <a:pt x="75985" y="132473"/>
                  <a:pt x="84574" y="132333"/>
                  <a:pt x="88730" y="132055"/>
                </a:cubicBezTo>
                <a:cubicBezTo>
                  <a:pt x="92886" y="131776"/>
                  <a:pt x="97042" y="130871"/>
                  <a:pt x="101198" y="129338"/>
                </a:cubicBezTo>
                <a:cubicBezTo>
                  <a:pt x="107986" y="127110"/>
                  <a:pt x="113596" y="123209"/>
                  <a:pt x="118029" y="117637"/>
                </a:cubicBezTo>
                <a:cubicBezTo>
                  <a:pt x="122462" y="112065"/>
                  <a:pt x="127380" y="102941"/>
                  <a:pt x="132783" y="90265"/>
                </a:cubicBezTo>
                <a:cubicBezTo>
                  <a:pt x="134168" y="87201"/>
                  <a:pt x="135069" y="85529"/>
                  <a:pt x="135484" y="85251"/>
                </a:cubicBezTo>
                <a:cubicBezTo>
                  <a:pt x="136454" y="84972"/>
                  <a:pt x="137493" y="84833"/>
                  <a:pt x="138601" y="84833"/>
                </a:cubicBezTo>
                <a:cubicBezTo>
                  <a:pt x="141372" y="84833"/>
                  <a:pt x="142757" y="85738"/>
                  <a:pt x="142757" y="87549"/>
                </a:cubicBezTo>
                <a:cubicBezTo>
                  <a:pt x="128211" y="122931"/>
                  <a:pt x="120592" y="140970"/>
                  <a:pt x="119899" y="141666"/>
                </a:cubicBezTo>
                <a:cubicBezTo>
                  <a:pt x="119484" y="141945"/>
                  <a:pt x="99674" y="142084"/>
                  <a:pt x="60469" y="142084"/>
                </a:cubicBezTo>
                <a:lnTo>
                  <a:pt x="21195" y="142084"/>
                </a:lnTo>
                <a:cubicBezTo>
                  <a:pt x="7065" y="142084"/>
                  <a:pt x="0" y="141318"/>
                  <a:pt x="0" y="139786"/>
                </a:cubicBezTo>
                <a:cubicBezTo>
                  <a:pt x="0" y="139507"/>
                  <a:pt x="208" y="138532"/>
                  <a:pt x="623" y="136861"/>
                </a:cubicBezTo>
                <a:cubicBezTo>
                  <a:pt x="1178" y="134632"/>
                  <a:pt x="1732" y="133378"/>
                  <a:pt x="2286" y="133099"/>
                </a:cubicBezTo>
                <a:cubicBezTo>
                  <a:pt x="2840" y="132821"/>
                  <a:pt x="4433" y="132612"/>
                  <a:pt x="7065" y="132473"/>
                </a:cubicBezTo>
                <a:cubicBezTo>
                  <a:pt x="10805" y="132473"/>
                  <a:pt x="14961" y="132264"/>
                  <a:pt x="19533" y="131846"/>
                </a:cubicBezTo>
                <a:cubicBezTo>
                  <a:pt x="21472" y="131428"/>
                  <a:pt x="22788" y="130592"/>
                  <a:pt x="23481" y="129338"/>
                </a:cubicBezTo>
                <a:cubicBezTo>
                  <a:pt x="23758" y="128642"/>
                  <a:pt x="28676" y="109071"/>
                  <a:pt x="38235" y="70624"/>
                </a:cubicBezTo>
                <a:cubicBezTo>
                  <a:pt x="47794" y="32178"/>
                  <a:pt x="52642" y="12676"/>
                  <a:pt x="52781" y="12119"/>
                </a:cubicBezTo>
                <a:cubicBezTo>
                  <a:pt x="52781" y="11144"/>
                  <a:pt x="52504" y="10656"/>
                  <a:pt x="51949" y="10656"/>
                </a:cubicBezTo>
                <a:cubicBezTo>
                  <a:pt x="50841" y="10238"/>
                  <a:pt x="47170" y="9890"/>
                  <a:pt x="40936" y="9612"/>
                </a:cubicBezTo>
                <a:lnTo>
                  <a:pt x="34494" y="9612"/>
                </a:lnTo>
                <a:cubicBezTo>
                  <a:pt x="33663" y="8776"/>
                  <a:pt x="33248" y="8219"/>
                  <a:pt x="33248" y="7940"/>
                </a:cubicBezTo>
                <a:cubicBezTo>
                  <a:pt x="33248" y="7661"/>
                  <a:pt x="33386" y="6477"/>
                  <a:pt x="33663" y="4388"/>
                </a:cubicBezTo>
                <a:cubicBezTo>
                  <a:pt x="34217" y="2020"/>
                  <a:pt x="34910" y="557"/>
                  <a:pt x="35741" y="0"/>
                </a:cubicBezTo>
                <a:lnTo>
                  <a:pt x="150861" y="0"/>
                </a:lnTo>
                <a:cubicBezTo>
                  <a:pt x="151831" y="557"/>
                  <a:pt x="152316" y="1323"/>
                  <a:pt x="152316" y="2298"/>
                </a:cubicBezTo>
                <a:cubicBezTo>
                  <a:pt x="152316" y="2995"/>
                  <a:pt x="151415" y="10796"/>
                  <a:pt x="149614" y="25701"/>
                </a:cubicBezTo>
                <a:cubicBezTo>
                  <a:pt x="147814" y="40605"/>
                  <a:pt x="146844" y="48267"/>
                  <a:pt x="146705" y="48685"/>
                </a:cubicBezTo>
                <a:cubicBezTo>
                  <a:pt x="146428" y="49660"/>
                  <a:pt x="145043" y="50147"/>
                  <a:pt x="142549" y="50147"/>
                </a:cubicBezTo>
                <a:lnTo>
                  <a:pt x="140056" y="50147"/>
                </a:lnTo>
                <a:cubicBezTo>
                  <a:pt x="139086" y="49451"/>
                  <a:pt x="138601" y="48545"/>
                  <a:pt x="138601" y="47431"/>
                </a:cubicBezTo>
                <a:lnTo>
                  <a:pt x="139225" y="42625"/>
                </a:lnTo>
                <a:cubicBezTo>
                  <a:pt x="139640" y="39282"/>
                  <a:pt x="139848" y="35660"/>
                  <a:pt x="139848" y="31760"/>
                </a:cubicBezTo>
                <a:cubicBezTo>
                  <a:pt x="139848" y="27581"/>
                  <a:pt x="139363" y="24099"/>
                  <a:pt x="138393" y="21313"/>
                </a:cubicBezTo>
                <a:cubicBezTo>
                  <a:pt x="137424" y="18527"/>
                  <a:pt x="136108" y="16368"/>
                  <a:pt x="134445" y="14835"/>
                </a:cubicBezTo>
                <a:cubicBezTo>
                  <a:pt x="132783" y="13303"/>
                  <a:pt x="130359" y="12189"/>
                  <a:pt x="127172" y="11492"/>
                </a:cubicBezTo>
                <a:cubicBezTo>
                  <a:pt x="123986" y="10796"/>
                  <a:pt x="120731" y="10308"/>
                  <a:pt x="117406" y="10029"/>
                </a:cubicBezTo>
                <a:cubicBezTo>
                  <a:pt x="114081" y="9751"/>
                  <a:pt x="109648" y="9612"/>
                  <a:pt x="104107" y="9612"/>
                </a:cubicBezTo>
                <a:lnTo>
                  <a:pt x="94340" y="9612"/>
                </a:lnTo>
                <a:cubicBezTo>
                  <a:pt x="82149" y="9751"/>
                  <a:pt x="75708" y="9960"/>
                  <a:pt x="75015" y="10238"/>
                </a:cubicBezTo>
                <a:cubicBezTo>
                  <a:pt x="74461" y="10517"/>
                  <a:pt x="74045" y="11144"/>
                  <a:pt x="73768" y="12119"/>
                </a:cubicBezTo>
                <a:cubicBezTo>
                  <a:pt x="73630" y="12537"/>
                  <a:pt x="71482" y="21104"/>
                  <a:pt x="67327" y="37819"/>
                </a:cubicBezTo>
                <a:cubicBezTo>
                  <a:pt x="63171" y="54535"/>
                  <a:pt x="61023" y="63032"/>
                  <a:pt x="60885" y="63311"/>
                </a:cubicBezTo>
                <a:cubicBezTo>
                  <a:pt x="64071" y="63450"/>
                  <a:pt x="67396" y="63520"/>
                  <a:pt x="70859" y="63520"/>
                </a:cubicBezTo>
                <a:lnTo>
                  <a:pt x="76262" y="63520"/>
                </a:lnTo>
                <a:cubicBezTo>
                  <a:pt x="85405" y="63520"/>
                  <a:pt x="91708" y="62475"/>
                  <a:pt x="95171" y="60386"/>
                </a:cubicBezTo>
                <a:cubicBezTo>
                  <a:pt x="98635" y="58296"/>
                  <a:pt x="101752" y="52655"/>
                  <a:pt x="104522" y="43461"/>
                </a:cubicBezTo>
                <a:cubicBezTo>
                  <a:pt x="105076" y="41232"/>
                  <a:pt x="105492" y="39979"/>
                  <a:pt x="105769" y="39700"/>
                </a:cubicBezTo>
                <a:cubicBezTo>
                  <a:pt x="106046" y="39421"/>
                  <a:pt x="107224" y="39212"/>
                  <a:pt x="109302" y="39073"/>
                </a:cubicBezTo>
                <a:cubicBezTo>
                  <a:pt x="109994" y="39073"/>
                  <a:pt x="110548" y="39073"/>
                  <a:pt x="110964" y="39073"/>
                </a:cubicBezTo>
                <a:cubicBezTo>
                  <a:pt x="111380" y="39073"/>
                  <a:pt x="111726" y="39143"/>
                  <a:pt x="112003" y="39282"/>
                </a:cubicBezTo>
                <a:cubicBezTo>
                  <a:pt x="112280" y="39421"/>
                  <a:pt x="112419" y="39491"/>
                  <a:pt x="112419" y="39491"/>
                </a:cubicBezTo>
                <a:cubicBezTo>
                  <a:pt x="112419" y="39491"/>
                  <a:pt x="112557" y="39770"/>
                  <a:pt x="112834" y="40327"/>
                </a:cubicBezTo>
                <a:cubicBezTo>
                  <a:pt x="113111" y="40884"/>
                  <a:pt x="113319" y="41163"/>
                  <a:pt x="113458" y="41163"/>
                </a:cubicBezTo>
                <a:lnTo>
                  <a:pt x="106600" y="68744"/>
                </a:lnTo>
                <a:cubicBezTo>
                  <a:pt x="102029" y="87270"/>
                  <a:pt x="99535" y="96673"/>
                  <a:pt x="99120" y="96952"/>
                </a:cubicBezTo>
                <a:cubicBezTo>
                  <a:pt x="98704" y="97369"/>
                  <a:pt x="97596" y="97578"/>
                  <a:pt x="95795" y="9757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8" cap="flat">
            <a:solidFill>
              <a:srgbClr val="000000">
                <a:alpha val="12920"/>
              </a:srgbClr>
            </a:solidFill>
            <a:miter/>
          </a:ln>
        </p:spPr>
      </p:sp>
      <p:sp>
        <p:nvSpPr>
          <p:cNvPr id="7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17E04E-9C5F-4BEE-8EFE-107BAC0D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890" y="1275253"/>
            <a:ext cx="61850" cy="101635"/>
          </a:xfrm>
          <a:custGeom xmlns:a="http://schemas.openxmlformats.org/drawingml/2006/main">
            <a:pathLst>
              <a:path w="61850" h="101635">
                <a:moveTo>
                  <a:pt x="8374" y="11966"/>
                </a:moveTo>
                <a:cubicBezTo>
                  <a:pt x="13859" y="3989"/>
                  <a:pt x="21351" y="0"/>
                  <a:pt x="30852" y="0"/>
                </a:cubicBezTo>
                <a:cubicBezTo>
                  <a:pt x="35553" y="0"/>
                  <a:pt x="40254" y="1280"/>
                  <a:pt x="44955" y="3841"/>
                </a:cubicBezTo>
                <a:cubicBezTo>
                  <a:pt x="49657" y="6401"/>
                  <a:pt x="53476" y="10932"/>
                  <a:pt x="56415" y="17432"/>
                </a:cubicBezTo>
                <a:cubicBezTo>
                  <a:pt x="60038" y="25606"/>
                  <a:pt x="61850" y="36833"/>
                  <a:pt x="61850" y="51113"/>
                </a:cubicBezTo>
                <a:cubicBezTo>
                  <a:pt x="61850" y="66378"/>
                  <a:pt x="59745" y="78048"/>
                  <a:pt x="55533" y="86124"/>
                </a:cubicBezTo>
                <a:cubicBezTo>
                  <a:pt x="53574" y="90260"/>
                  <a:pt x="50881" y="93560"/>
                  <a:pt x="47453" y="96022"/>
                </a:cubicBezTo>
                <a:cubicBezTo>
                  <a:pt x="44025" y="98484"/>
                  <a:pt x="41038" y="100010"/>
                  <a:pt x="38491" y="100601"/>
                </a:cubicBezTo>
                <a:cubicBezTo>
                  <a:pt x="35945" y="101192"/>
                  <a:pt x="33447" y="101537"/>
                  <a:pt x="30999" y="101635"/>
                </a:cubicBezTo>
                <a:cubicBezTo>
                  <a:pt x="28452" y="101635"/>
                  <a:pt x="25906" y="101340"/>
                  <a:pt x="23359" y="100749"/>
                </a:cubicBezTo>
                <a:cubicBezTo>
                  <a:pt x="20813" y="100158"/>
                  <a:pt x="17825" y="98582"/>
                  <a:pt x="14397" y="96022"/>
                </a:cubicBezTo>
                <a:cubicBezTo>
                  <a:pt x="10970" y="93461"/>
                  <a:pt x="8276" y="90162"/>
                  <a:pt x="6317" y="86124"/>
                </a:cubicBezTo>
                <a:cubicBezTo>
                  <a:pt x="2106" y="78048"/>
                  <a:pt x="0" y="66378"/>
                  <a:pt x="0" y="51113"/>
                </a:cubicBezTo>
                <a:cubicBezTo>
                  <a:pt x="0" y="33977"/>
                  <a:pt x="2791" y="20928"/>
                  <a:pt x="8374" y="11966"/>
                </a:cubicBezTo>
                <a:close/>
                <a:moveTo>
                  <a:pt x="41429" y="10193"/>
                </a:moveTo>
                <a:cubicBezTo>
                  <a:pt x="38491" y="7042"/>
                  <a:pt x="35014" y="5466"/>
                  <a:pt x="30999" y="5466"/>
                </a:cubicBezTo>
                <a:cubicBezTo>
                  <a:pt x="26885" y="5466"/>
                  <a:pt x="23359" y="7042"/>
                  <a:pt x="20421" y="10193"/>
                </a:cubicBezTo>
                <a:cubicBezTo>
                  <a:pt x="17972" y="12754"/>
                  <a:pt x="16356" y="16299"/>
                  <a:pt x="15573" y="20829"/>
                </a:cubicBezTo>
                <a:cubicBezTo>
                  <a:pt x="14789" y="25360"/>
                  <a:pt x="14397" y="34814"/>
                  <a:pt x="14397" y="49193"/>
                </a:cubicBezTo>
                <a:cubicBezTo>
                  <a:pt x="14397" y="64753"/>
                  <a:pt x="14789" y="74995"/>
                  <a:pt x="15573" y="79920"/>
                </a:cubicBezTo>
                <a:cubicBezTo>
                  <a:pt x="16356" y="84844"/>
                  <a:pt x="18119" y="88734"/>
                  <a:pt x="20862" y="91590"/>
                </a:cubicBezTo>
                <a:cubicBezTo>
                  <a:pt x="23604" y="94544"/>
                  <a:pt x="26983" y="96022"/>
                  <a:pt x="30999" y="96022"/>
                </a:cubicBezTo>
                <a:cubicBezTo>
                  <a:pt x="34916" y="96022"/>
                  <a:pt x="38246" y="94544"/>
                  <a:pt x="40989" y="91590"/>
                </a:cubicBezTo>
                <a:cubicBezTo>
                  <a:pt x="43829" y="88635"/>
                  <a:pt x="45592" y="84499"/>
                  <a:pt x="46278" y="79181"/>
                </a:cubicBezTo>
                <a:cubicBezTo>
                  <a:pt x="46963" y="73863"/>
                  <a:pt x="47355" y="63867"/>
                  <a:pt x="47453" y="49193"/>
                </a:cubicBezTo>
                <a:cubicBezTo>
                  <a:pt x="47453" y="34913"/>
                  <a:pt x="47061" y="25507"/>
                  <a:pt x="46278" y="20977"/>
                </a:cubicBezTo>
                <a:cubicBezTo>
                  <a:pt x="45494" y="16447"/>
                  <a:pt x="43878" y="12852"/>
                  <a:pt x="41429" y="101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CB39C5-017F-4D8E-BF9D-00CA904A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890" y="1275253"/>
            <a:ext cx="61850" cy="101635"/>
          </a:xfrm>
          <a:custGeom xmlns:a="http://schemas.openxmlformats.org/drawingml/2006/main">
            <a:pathLst>
              <a:path w="61850" h="101635" fill="none">
                <a:moveTo>
                  <a:pt x="8374" y="11966"/>
                </a:moveTo>
                <a:cubicBezTo>
                  <a:pt x="13859" y="3989"/>
                  <a:pt x="21351" y="0"/>
                  <a:pt x="30852" y="0"/>
                </a:cubicBezTo>
                <a:cubicBezTo>
                  <a:pt x="35553" y="0"/>
                  <a:pt x="40254" y="1280"/>
                  <a:pt x="44955" y="3841"/>
                </a:cubicBezTo>
                <a:cubicBezTo>
                  <a:pt x="49657" y="6401"/>
                  <a:pt x="53476" y="10932"/>
                  <a:pt x="56415" y="17432"/>
                </a:cubicBezTo>
                <a:cubicBezTo>
                  <a:pt x="60038" y="25606"/>
                  <a:pt x="61850" y="36833"/>
                  <a:pt x="61850" y="51113"/>
                </a:cubicBezTo>
                <a:cubicBezTo>
                  <a:pt x="61850" y="66378"/>
                  <a:pt x="59745" y="78048"/>
                  <a:pt x="55533" y="86124"/>
                </a:cubicBezTo>
                <a:cubicBezTo>
                  <a:pt x="53574" y="90260"/>
                  <a:pt x="50881" y="93560"/>
                  <a:pt x="47453" y="96022"/>
                </a:cubicBezTo>
                <a:cubicBezTo>
                  <a:pt x="44025" y="98484"/>
                  <a:pt x="41038" y="100010"/>
                  <a:pt x="38491" y="100601"/>
                </a:cubicBezTo>
                <a:cubicBezTo>
                  <a:pt x="35945" y="101192"/>
                  <a:pt x="33447" y="101537"/>
                  <a:pt x="30999" y="101635"/>
                </a:cubicBezTo>
                <a:cubicBezTo>
                  <a:pt x="28452" y="101635"/>
                  <a:pt x="25906" y="101340"/>
                  <a:pt x="23359" y="100749"/>
                </a:cubicBezTo>
                <a:cubicBezTo>
                  <a:pt x="20813" y="100158"/>
                  <a:pt x="17825" y="98582"/>
                  <a:pt x="14397" y="96022"/>
                </a:cubicBezTo>
                <a:cubicBezTo>
                  <a:pt x="10970" y="93461"/>
                  <a:pt x="8276" y="90162"/>
                  <a:pt x="6317" y="86124"/>
                </a:cubicBezTo>
                <a:cubicBezTo>
                  <a:pt x="2106" y="78048"/>
                  <a:pt x="0" y="66378"/>
                  <a:pt x="0" y="51113"/>
                </a:cubicBezTo>
                <a:cubicBezTo>
                  <a:pt x="0" y="33977"/>
                  <a:pt x="2791" y="20928"/>
                  <a:pt x="8374" y="11966"/>
                </a:cubicBezTo>
                <a:close/>
                <a:moveTo>
                  <a:pt x="41429" y="10193"/>
                </a:moveTo>
                <a:cubicBezTo>
                  <a:pt x="38491" y="7042"/>
                  <a:pt x="35014" y="5466"/>
                  <a:pt x="30999" y="5466"/>
                </a:cubicBezTo>
                <a:cubicBezTo>
                  <a:pt x="26885" y="5466"/>
                  <a:pt x="23359" y="7042"/>
                  <a:pt x="20421" y="10193"/>
                </a:cubicBezTo>
                <a:cubicBezTo>
                  <a:pt x="17972" y="12754"/>
                  <a:pt x="16356" y="16299"/>
                  <a:pt x="15573" y="20829"/>
                </a:cubicBezTo>
                <a:cubicBezTo>
                  <a:pt x="14789" y="25360"/>
                  <a:pt x="14397" y="34814"/>
                  <a:pt x="14397" y="49193"/>
                </a:cubicBezTo>
                <a:cubicBezTo>
                  <a:pt x="14397" y="64753"/>
                  <a:pt x="14789" y="74995"/>
                  <a:pt x="15573" y="79920"/>
                </a:cubicBezTo>
                <a:cubicBezTo>
                  <a:pt x="16356" y="84844"/>
                  <a:pt x="18119" y="88734"/>
                  <a:pt x="20862" y="91590"/>
                </a:cubicBezTo>
                <a:cubicBezTo>
                  <a:pt x="23604" y="94544"/>
                  <a:pt x="26983" y="96022"/>
                  <a:pt x="30999" y="96022"/>
                </a:cubicBezTo>
                <a:cubicBezTo>
                  <a:pt x="34916" y="96022"/>
                  <a:pt x="38246" y="94544"/>
                  <a:pt x="40989" y="91590"/>
                </a:cubicBezTo>
                <a:cubicBezTo>
                  <a:pt x="43829" y="88635"/>
                  <a:pt x="45592" y="84499"/>
                  <a:pt x="46278" y="79181"/>
                </a:cubicBezTo>
                <a:cubicBezTo>
                  <a:pt x="46963" y="73863"/>
                  <a:pt x="47355" y="63867"/>
                  <a:pt x="47453" y="49193"/>
                </a:cubicBezTo>
                <a:cubicBezTo>
                  <a:pt x="47453" y="34913"/>
                  <a:pt x="47061" y="25507"/>
                  <a:pt x="46278" y="20977"/>
                </a:cubicBezTo>
                <a:cubicBezTo>
                  <a:pt x="45494" y="16447"/>
                  <a:pt x="43878" y="12852"/>
                  <a:pt x="41429" y="101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7" cap="flat">
            <a:solidFill>
              <a:srgbClr val="000000">
                <a:alpha val="9140"/>
              </a:srgbClr>
            </a:solidFill>
            <a:miter/>
          </a:ln>
        </p:spPr>
      </p:sp>
      <p:sp>
        <p:nvSpPr>
          <p:cNvPr id="7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CCDAA1-6686-4393-9609-1C63C69E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076" y="1355764"/>
            <a:ext cx="19393" cy="46632"/>
          </a:xfrm>
          <a:custGeom xmlns:a="http://schemas.openxmlformats.org/drawingml/2006/main">
            <a:pathLst>
              <a:path w="19393" h="46632">
                <a:moveTo>
                  <a:pt x="0" y="12704"/>
                </a:moveTo>
                <a:cubicBezTo>
                  <a:pt x="0" y="12704"/>
                  <a:pt x="0" y="11473"/>
                  <a:pt x="0" y="9011"/>
                </a:cubicBezTo>
                <a:cubicBezTo>
                  <a:pt x="0" y="6549"/>
                  <a:pt x="784" y="4432"/>
                  <a:pt x="2351" y="2659"/>
                </a:cubicBezTo>
                <a:cubicBezTo>
                  <a:pt x="3918" y="886"/>
                  <a:pt x="6023" y="0"/>
                  <a:pt x="8668" y="0"/>
                </a:cubicBezTo>
                <a:cubicBezTo>
                  <a:pt x="11410" y="0"/>
                  <a:pt x="13859" y="1231"/>
                  <a:pt x="16014" y="3693"/>
                </a:cubicBezTo>
                <a:cubicBezTo>
                  <a:pt x="18168" y="6155"/>
                  <a:pt x="19295" y="10489"/>
                  <a:pt x="19393" y="16693"/>
                </a:cubicBezTo>
                <a:cubicBezTo>
                  <a:pt x="19393" y="20140"/>
                  <a:pt x="18952" y="23488"/>
                  <a:pt x="18070" y="26738"/>
                </a:cubicBezTo>
                <a:cubicBezTo>
                  <a:pt x="17189" y="29988"/>
                  <a:pt x="16160" y="32795"/>
                  <a:pt x="14985" y="35159"/>
                </a:cubicBezTo>
                <a:cubicBezTo>
                  <a:pt x="13810" y="37522"/>
                  <a:pt x="12537" y="39541"/>
                  <a:pt x="11165" y="41215"/>
                </a:cubicBezTo>
                <a:cubicBezTo>
                  <a:pt x="9794" y="42890"/>
                  <a:pt x="8619" y="44219"/>
                  <a:pt x="7639" y="45204"/>
                </a:cubicBezTo>
                <a:cubicBezTo>
                  <a:pt x="6660" y="46189"/>
                  <a:pt x="6023" y="46632"/>
                  <a:pt x="5730" y="46534"/>
                </a:cubicBezTo>
                <a:cubicBezTo>
                  <a:pt x="5338" y="46534"/>
                  <a:pt x="4701" y="46090"/>
                  <a:pt x="3820" y="45204"/>
                </a:cubicBezTo>
                <a:cubicBezTo>
                  <a:pt x="2938" y="44318"/>
                  <a:pt x="2498" y="43678"/>
                  <a:pt x="2498" y="43284"/>
                </a:cubicBezTo>
                <a:cubicBezTo>
                  <a:pt x="2498" y="42890"/>
                  <a:pt x="3036" y="42102"/>
                  <a:pt x="4114" y="40920"/>
                </a:cubicBezTo>
                <a:cubicBezTo>
                  <a:pt x="5191" y="39738"/>
                  <a:pt x="6415" y="38261"/>
                  <a:pt x="7786" y="36488"/>
                </a:cubicBezTo>
                <a:cubicBezTo>
                  <a:pt x="9158" y="34716"/>
                  <a:pt x="10431" y="32253"/>
                  <a:pt x="11606" y="29102"/>
                </a:cubicBezTo>
                <a:cubicBezTo>
                  <a:pt x="12781" y="25950"/>
                  <a:pt x="13565" y="22356"/>
                  <a:pt x="13957" y="18318"/>
                </a:cubicBezTo>
                <a:lnTo>
                  <a:pt x="13957" y="16545"/>
                </a:lnTo>
                <a:lnTo>
                  <a:pt x="13810" y="16693"/>
                </a:lnTo>
                <a:cubicBezTo>
                  <a:pt x="13614" y="16791"/>
                  <a:pt x="13369" y="16890"/>
                  <a:pt x="13075" y="16988"/>
                </a:cubicBezTo>
                <a:cubicBezTo>
                  <a:pt x="12781" y="17087"/>
                  <a:pt x="12488" y="17235"/>
                  <a:pt x="12194" y="17432"/>
                </a:cubicBezTo>
                <a:cubicBezTo>
                  <a:pt x="11900" y="17629"/>
                  <a:pt x="11459" y="17727"/>
                  <a:pt x="10872" y="17727"/>
                </a:cubicBezTo>
                <a:cubicBezTo>
                  <a:pt x="10284" y="17727"/>
                  <a:pt x="9696" y="17776"/>
                  <a:pt x="9109" y="17875"/>
                </a:cubicBezTo>
                <a:cubicBezTo>
                  <a:pt x="6464" y="17875"/>
                  <a:pt x="4309" y="17038"/>
                  <a:pt x="2644" y="15363"/>
                </a:cubicBezTo>
                <a:lnTo>
                  <a:pt x="0" y="127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C06CA0-4BA7-4D58-A72B-41F42DEA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076" y="1355764"/>
            <a:ext cx="19393" cy="46632"/>
          </a:xfrm>
          <a:custGeom xmlns:a="http://schemas.openxmlformats.org/drawingml/2006/main">
            <a:pathLst>
              <a:path w="19393" h="46632" fill="none">
                <a:moveTo>
                  <a:pt x="0" y="12704"/>
                </a:moveTo>
                <a:cubicBezTo>
                  <a:pt x="0" y="12704"/>
                  <a:pt x="0" y="11473"/>
                  <a:pt x="0" y="9011"/>
                </a:cubicBezTo>
                <a:cubicBezTo>
                  <a:pt x="0" y="6549"/>
                  <a:pt x="784" y="4432"/>
                  <a:pt x="2351" y="2659"/>
                </a:cubicBezTo>
                <a:cubicBezTo>
                  <a:pt x="3918" y="886"/>
                  <a:pt x="6023" y="0"/>
                  <a:pt x="8668" y="0"/>
                </a:cubicBezTo>
                <a:cubicBezTo>
                  <a:pt x="11410" y="0"/>
                  <a:pt x="13859" y="1231"/>
                  <a:pt x="16014" y="3693"/>
                </a:cubicBezTo>
                <a:cubicBezTo>
                  <a:pt x="18168" y="6155"/>
                  <a:pt x="19295" y="10489"/>
                  <a:pt x="19393" y="16693"/>
                </a:cubicBezTo>
                <a:cubicBezTo>
                  <a:pt x="19393" y="20140"/>
                  <a:pt x="18952" y="23488"/>
                  <a:pt x="18070" y="26738"/>
                </a:cubicBezTo>
                <a:cubicBezTo>
                  <a:pt x="17189" y="29988"/>
                  <a:pt x="16160" y="32795"/>
                  <a:pt x="14985" y="35159"/>
                </a:cubicBezTo>
                <a:cubicBezTo>
                  <a:pt x="13810" y="37522"/>
                  <a:pt x="12537" y="39541"/>
                  <a:pt x="11165" y="41215"/>
                </a:cubicBezTo>
                <a:cubicBezTo>
                  <a:pt x="9794" y="42890"/>
                  <a:pt x="8619" y="44219"/>
                  <a:pt x="7639" y="45204"/>
                </a:cubicBezTo>
                <a:cubicBezTo>
                  <a:pt x="6660" y="46189"/>
                  <a:pt x="6023" y="46632"/>
                  <a:pt x="5730" y="46534"/>
                </a:cubicBezTo>
                <a:cubicBezTo>
                  <a:pt x="5338" y="46534"/>
                  <a:pt x="4701" y="46090"/>
                  <a:pt x="3820" y="45204"/>
                </a:cubicBezTo>
                <a:cubicBezTo>
                  <a:pt x="2938" y="44318"/>
                  <a:pt x="2498" y="43678"/>
                  <a:pt x="2498" y="43284"/>
                </a:cubicBezTo>
                <a:cubicBezTo>
                  <a:pt x="2498" y="42890"/>
                  <a:pt x="3036" y="42102"/>
                  <a:pt x="4114" y="40920"/>
                </a:cubicBezTo>
                <a:cubicBezTo>
                  <a:pt x="5191" y="39738"/>
                  <a:pt x="6415" y="38261"/>
                  <a:pt x="7786" y="36488"/>
                </a:cubicBezTo>
                <a:cubicBezTo>
                  <a:pt x="9158" y="34716"/>
                  <a:pt x="10431" y="32253"/>
                  <a:pt x="11606" y="29102"/>
                </a:cubicBezTo>
                <a:cubicBezTo>
                  <a:pt x="12781" y="25950"/>
                  <a:pt x="13565" y="22356"/>
                  <a:pt x="13957" y="18318"/>
                </a:cubicBezTo>
                <a:lnTo>
                  <a:pt x="13957" y="16545"/>
                </a:lnTo>
                <a:lnTo>
                  <a:pt x="13810" y="16693"/>
                </a:lnTo>
                <a:cubicBezTo>
                  <a:pt x="13614" y="16791"/>
                  <a:pt x="13369" y="16890"/>
                  <a:pt x="13075" y="16988"/>
                </a:cubicBezTo>
                <a:cubicBezTo>
                  <a:pt x="12781" y="17087"/>
                  <a:pt x="12488" y="17235"/>
                  <a:pt x="12194" y="17432"/>
                </a:cubicBezTo>
                <a:cubicBezTo>
                  <a:pt x="11900" y="17629"/>
                  <a:pt x="11459" y="17727"/>
                  <a:pt x="10872" y="17727"/>
                </a:cubicBezTo>
                <a:cubicBezTo>
                  <a:pt x="10284" y="17727"/>
                  <a:pt x="9696" y="17776"/>
                  <a:pt x="9109" y="17875"/>
                </a:cubicBezTo>
                <a:cubicBezTo>
                  <a:pt x="6464" y="17875"/>
                  <a:pt x="4309" y="17038"/>
                  <a:pt x="2644" y="15363"/>
                </a:cubicBezTo>
                <a:lnTo>
                  <a:pt x="0" y="127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" cap="flat">
            <a:solidFill>
              <a:srgbClr val="000000">
                <a:alpha val="9140"/>
              </a:srgbClr>
            </a:solidFill>
            <a:miter/>
          </a:ln>
        </p:spPr>
      </p:sp>
      <p:sp>
        <p:nvSpPr>
          <p:cNvPr id="7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FD397F-5131-41D2-B996-F4351BB7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804" y="1275253"/>
            <a:ext cx="58618" cy="98385"/>
          </a:xfrm>
          <a:custGeom xmlns:a="http://schemas.openxmlformats.org/drawingml/2006/main">
            <a:pathLst>
              <a:path w="58618" h="98385">
                <a:moveTo>
                  <a:pt x="8668" y="35011"/>
                </a:moveTo>
                <a:cubicBezTo>
                  <a:pt x="6023" y="35011"/>
                  <a:pt x="3918" y="34125"/>
                  <a:pt x="2351" y="32352"/>
                </a:cubicBezTo>
                <a:cubicBezTo>
                  <a:pt x="784" y="30579"/>
                  <a:pt x="0" y="28413"/>
                  <a:pt x="0" y="25852"/>
                </a:cubicBezTo>
                <a:cubicBezTo>
                  <a:pt x="0" y="18860"/>
                  <a:pt x="2595" y="12803"/>
                  <a:pt x="7786" y="7682"/>
                </a:cubicBezTo>
                <a:cubicBezTo>
                  <a:pt x="12977" y="2561"/>
                  <a:pt x="19441" y="0"/>
                  <a:pt x="27179" y="0"/>
                </a:cubicBezTo>
                <a:cubicBezTo>
                  <a:pt x="36092" y="0"/>
                  <a:pt x="43535" y="2758"/>
                  <a:pt x="49510" y="8273"/>
                </a:cubicBezTo>
                <a:cubicBezTo>
                  <a:pt x="55484" y="13788"/>
                  <a:pt x="58520" y="20928"/>
                  <a:pt x="58618" y="29693"/>
                </a:cubicBezTo>
                <a:cubicBezTo>
                  <a:pt x="58618" y="33928"/>
                  <a:pt x="57639" y="37966"/>
                  <a:pt x="55680" y="41806"/>
                </a:cubicBezTo>
                <a:cubicBezTo>
                  <a:pt x="53721" y="45647"/>
                  <a:pt x="51371" y="48996"/>
                  <a:pt x="48628" y="51852"/>
                </a:cubicBezTo>
                <a:cubicBezTo>
                  <a:pt x="45886" y="54708"/>
                  <a:pt x="41968" y="58352"/>
                  <a:pt x="36875" y="62783"/>
                </a:cubicBezTo>
                <a:cubicBezTo>
                  <a:pt x="33349" y="65836"/>
                  <a:pt x="28452" y="70367"/>
                  <a:pt x="22184" y="76374"/>
                </a:cubicBezTo>
                <a:lnTo>
                  <a:pt x="13516" y="84647"/>
                </a:lnTo>
                <a:lnTo>
                  <a:pt x="24681" y="84795"/>
                </a:lnTo>
                <a:cubicBezTo>
                  <a:pt x="40058" y="84795"/>
                  <a:pt x="48236" y="84548"/>
                  <a:pt x="49216" y="84056"/>
                </a:cubicBezTo>
                <a:cubicBezTo>
                  <a:pt x="49901" y="83859"/>
                  <a:pt x="51077" y="79476"/>
                  <a:pt x="52742" y="70908"/>
                </a:cubicBezTo>
                <a:lnTo>
                  <a:pt x="52742" y="70465"/>
                </a:lnTo>
                <a:lnTo>
                  <a:pt x="58618" y="70465"/>
                </a:lnTo>
                <a:lnTo>
                  <a:pt x="58618" y="70908"/>
                </a:lnTo>
                <a:cubicBezTo>
                  <a:pt x="58520" y="71204"/>
                  <a:pt x="57884" y="75685"/>
                  <a:pt x="56708" y="84351"/>
                </a:cubicBezTo>
                <a:cubicBezTo>
                  <a:pt x="55533" y="93018"/>
                  <a:pt x="54799" y="97548"/>
                  <a:pt x="54505" y="97942"/>
                </a:cubicBezTo>
                <a:lnTo>
                  <a:pt x="54505" y="98385"/>
                </a:lnTo>
                <a:lnTo>
                  <a:pt x="0" y="98385"/>
                </a:lnTo>
                <a:lnTo>
                  <a:pt x="0" y="95579"/>
                </a:lnTo>
                <a:lnTo>
                  <a:pt x="0" y="93806"/>
                </a:lnTo>
                <a:cubicBezTo>
                  <a:pt x="0" y="93116"/>
                  <a:pt x="294" y="92378"/>
                  <a:pt x="881" y="91590"/>
                </a:cubicBezTo>
                <a:cubicBezTo>
                  <a:pt x="1469" y="90802"/>
                  <a:pt x="2938" y="89079"/>
                  <a:pt x="5289" y="86420"/>
                </a:cubicBezTo>
                <a:cubicBezTo>
                  <a:pt x="8129" y="83268"/>
                  <a:pt x="10578" y="80511"/>
                  <a:pt x="12635" y="78147"/>
                </a:cubicBezTo>
                <a:cubicBezTo>
                  <a:pt x="13516" y="77162"/>
                  <a:pt x="15181" y="75340"/>
                  <a:pt x="17630" y="72681"/>
                </a:cubicBezTo>
                <a:cubicBezTo>
                  <a:pt x="20078" y="70022"/>
                  <a:pt x="21743" y="68200"/>
                  <a:pt x="22625" y="67215"/>
                </a:cubicBezTo>
                <a:cubicBezTo>
                  <a:pt x="23506" y="66230"/>
                  <a:pt x="24926" y="64605"/>
                  <a:pt x="26885" y="62340"/>
                </a:cubicBezTo>
                <a:cubicBezTo>
                  <a:pt x="28844" y="60075"/>
                  <a:pt x="30215" y="58401"/>
                  <a:pt x="30999" y="57318"/>
                </a:cubicBezTo>
                <a:cubicBezTo>
                  <a:pt x="31782" y="56234"/>
                  <a:pt x="32909" y="54757"/>
                  <a:pt x="34378" y="52886"/>
                </a:cubicBezTo>
                <a:cubicBezTo>
                  <a:pt x="35847" y="51015"/>
                  <a:pt x="36875" y="49439"/>
                  <a:pt x="37463" y="48159"/>
                </a:cubicBezTo>
                <a:cubicBezTo>
                  <a:pt x="38050" y="46878"/>
                  <a:pt x="38785" y="45450"/>
                  <a:pt x="39667" y="43875"/>
                </a:cubicBezTo>
                <a:cubicBezTo>
                  <a:pt x="40548" y="42299"/>
                  <a:pt x="41185" y="40723"/>
                  <a:pt x="41576" y="39147"/>
                </a:cubicBezTo>
                <a:cubicBezTo>
                  <a:pt x="41968" y="37572"/>
                  <a:pt x="42311" y="36094"/>
                  <a:pt x="42605" y="34716"/>
                </a:cubicBezTo>
                <a:cubicBezTo>
                  <a:pt x="42899" y="33337"/>
                  <a:pt x="43046" y="31712"/>
                  <a:pt x="43046" y="29841"/>
                </a:cubicBezTo>
                <a:cubicBezTo>
                  <a:pt x="43046" y="23636"/>
                  <a:pt x="41381" y="18269"/>
                  <a:pt x="38050" y="13738"/>
                </a:cubicBezTo>
                <a:cubicBezTo>
                  <a:pt x="34720" y="9208"/>
                  <a:pt x="29970" y="6943"/>
                  <a:pt x="23800" y="6943"/>
                </a:cubicBezTo>
                <a:cubicBezTo>
                  <a:pt x="20568" y="6943"/>
                  <a:pt x="17728" y="7780"/>
                  <a:pt x="15279" y="9454"/>
                </a:cubicBezTo>
                <a:cubicBezTo>
                  <a:pt x="12830" y="11129"/>
                  <a:pt x="11116" y="12754"/>
                  <a:pt x="10137" y="14329"/>
                </a:cubicBezTo>
                <a:cubicBezTo>
                  <a:pt x="9158" y="15905"/>
                  <a:pt x="8668" y="16841"/>
                  <a:pt x="8668" y="17136"/>
                </a:cubicBezTo>
                <a:cubicBezTo>
                  <a:pt x="8668" y="17235"/>
                  <a:pt x="8913" y="17284"/>
                  <a:pt x="9402" y="17284"/>
                </a:cubicBezTo>
                <a:cubicBezTo>
                  <a:pt x="11165" y="17284"/>
                  <a:pt x="12977" y="17973"/>
                  <a:pt x="14838" y="19352"/>
                </a:cubicBezTo>
                <a:cubicBezTo>
                  <a:pt x="16699" y="20731"/>
                  <a:pt x="17630" y="22996"/>
                  <a:pt x="17630" y="26147"/>
                </a:cubicBezTo>
                <a:cubicBezTo>
                  <a:pt x="17630" y="28610"/>
                  <a:pt x="16846" y="30678"/>
                  <a:pt x="15279" y="32352"/>
                </a:cubicBezTo>
                <a:cubicBezTo>
                  <a:pt x="13712" y="34026"/>
                  <a:pt x="11508" y="34913"/>
                  <a:pt x="8668" y="350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A418CB-73F8-422A-B2C0-BAAF859A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804" y="1275253"/>
            <a:ext cx="58618" cy="98385"/>
          </a:xfrm>
          <a:custGeom xmlns:a="http://schemas.openxmlformats.org/drawingml/2006/main">
            <a:pathLst>
              <a:path w="58618" h="98385" fill="none">
                <a:moveTo>
                  <a:pt x="8668" y="35011"/>
                </a:moveTo>
                <a:cubicBezTo>
                  <a:pt x="6023" y="35011"/>
                  <a:pt x="3918" y="34125"/>
                  <a:pt x="2351" y="32352"/>
                </a:cubicBezTo>
                <a:cubicBezTo>
                  <a:pt x="784" y="30579"/>
                  <a:pt x="0" y="28413"/>
                  <a:pt x="0" y="25852"/>
                </a:cubicBezTo>
                <a:cubicBezTo>
                  <a:pt x="0" y="18860"/>
                  <a:pt x="2595" y="12803"/>
                  <a:pt x="7786" y="7682"/>
                </a:cubicBezTo>
                <a:cubicBezTo>
                  <a:pt x="12977" y="2561"/>
                  <a:pt x="19441" y="0"/>
                  <a:pt x="27179" y="0"/>
                </a:cubicBezTo>
                <a:cubicBezTo>
                  <a:pt x="36092" y="0"/>
                  <a:pt x="43535" y="2758"/>
                  <a:pt x="49510" y="8273"/>
                </a:cubicBezTo>
                <a:cubicBezTo>
                  <a:pt x="55484" y="13788"/>
                  <a:pt x="58520" y="20928"/>
                  <a:pt x="58618" y="29693"/>
                </a:cubicBezTo>
                <a:cubicBezTo>
                  <a:pt x="58618" y="33928"/>
                  <a:pt x="57639" y="37966"/>
                  <a:pt x="55680" y="41806"/>
                </a:cubicBezTo>
                <a:cubicBezTo>
                  <a:pt x="53721" y="45647"/>
                  <a:pt x="51371" y="48996"/>
                  <a:pt x="48628" y="51852"/>
                </a:cubicBezTo>
                <a:cubicBezTo>
                  <a:pt x="45886" y="54708"/>
                  <a:pt x="41968" y="58352"/>
                  <a:pt x="36875" y="62783"/>
                </a:cubicBezTo>
                <a:cubicBezTo>
                  <a:pt x="33349" y="65836"/>
                  <a:pt x="28452" y="70367"/>
                  <a:pt x="22184" y="76374"/>
                </a:cubicBezTo>
                <a:lnTo>
                  <a:pt x="13516" y="84647"/>
                </a:lnTo>
                <a:lnTo>
                  <a:pt x="24681" y="84795"/>
                </a:lnTo>
                <a:cubicBezTo>
                  <a:pt x="40058" y="84795"/>
                  <a:pt x="48236" y="84548"/>
                  <a:pt x="49216" y="84056"/>
                </a:cubicBezTo>
                <a:cubicBezTo>
                  <a:pt x="49901" y="83859"/>
                  <a:pt x="51077" y="79476"/>
                  <a:pt x="52742" y="70908"/>
                </a:cubicBezTo>
                <a:lnTo>
                  <a:pt x="52742" y="70465"/>
                </a:lnTo>
                <a:lnTo>
                  <a:pt x="58618" y="70465"/>
                </a:lnTo>
                <a:lnTo>
                  <a:pt x="58618" y="70908"/>
                </a:lnTo>
                <a:cubicBezTo>
                  <a:pt x="58520" y="71204"/>
                  <a:pt x="57884" y="75685"/>
                  <a:pt x="56708" y="84351"/>
                </a:cubicBezTo>
                <a:cubicBezTo>
                  <a:pt x="55533" y="93018"/>
                  <a:pt x="54799" y="97548"/>
                  <a:pt x="54505" y="97942"/>
                </a:cubicBezTo>
                <a:lnTo>
                  <a:pt x="54505" y="98385"/>
                </a:lnTo>
                <a:lnTo>
                  <a:pt x="0" y="98385"/>
                </a:lnTo>
                <a:lnTo>
                  <a:pt x="0" y="95579"/>
                </a:lnTo>
                <a:lnTo>
                  <a:pt x="0" y="93806"/>
                </a:lnTo>
                <a:cubicBezTo>
                  <a:pt x="0" y="93116"/>
                  <a:pt x="294" y="92378"/>
                  <a:pt x="881" y="91590"/>
                </a:cubicBezTo>
                <a:cubicBezTo>
                  <a:pt x="1469" y="90802"/>
                  <a:pt x="2938" y="89079"/>
                  <a:pt x="5289" y="86420"/>
                </a:cubicBezTo>
                <a:cubicBezTo>
                  <a:pt x="8129" y="83268"/>
                  <a:pt x="10578" y="80511"/>
                  <a:pt x="12635" y="78147"/>
                </a:cubicBezTo>
                <a:cubicBezTo>
                  <a:pt x="13516" y="77162"/>
                  <a:pt x="15181" y="75340"/>
                  <a:pt x="17630" y="72681"/>
                </a:cubicBezTo>
                <a:cubicBezTo>
                  <a:pt x="20078" y="70022"/>
                  <a:pt x="21743" y="68200"/>
                  <a:pt x="22625" y="67215"/>
                </a:cubicBezTo>
                <a:cubicBezTo>
                  <a:pt x="23506" y="66230"/>
                  <a:pt x="24926" y="64605"/>
                  <a:pt x="26885" y="62340"/>
                </a:cubicBezTo>
                <a:cubicBezTo>
                  <a:pt x="28844" y="60075"/>
                  <a:pt x="30215" y="58401"/>
                  <a:pt x="30999" y="57318"/>
                </a:cubicBezTo>
                <a:cubicBezTo>
                  <a:pt x="31782" y="56234"/>
                  <a:pt x="32909" y="54757"/>
                  <a:pt x="34378" y="52886"/>
                </a:cubicBezTo>
                <a:cubicBezTo>
                  <a:pt x="35847" y="51015"/>
                  <a:pt x="36875" y="49439"/>
                  <a:pt x="37463" y="48159"/>
                </a:cubicBezTo>
                <a:cubicBezTo>
                  <a:pt x="38050" y="46878"/>
                  <a:pt x="38785" y="45450"/>
                  <a:pt x="39667" y="43875"/>
                </a:cubicBezTo>
                <a:cubicBezTo>
                  <a:pt x="40548" y="42299"/>
                  <a:pt x="41185" y="40723"/>
                  <a:pt x="41576" y="39147"/>
                </a:cubicBezTo>
                <a:cubicBezTo>
                  <a:pt x="41968" y="37572"/>
                  <a:pt x="42311" y="36094"/>
                  <a:pt x="42605" y="34716"/>
                </a:cubicBezTo>
                <a:cubicBezTo>
                  <a:pt x="42899" y="33337"/>
                  <a:pt x="43046" y="31712"/>
                  <a:pt x="43046" y="29841"/>
                </a:cubicBezTo>
                <a:cubicBezTo>
                  <a:pt x="43046" y="23636"/>
                  <a:pt x="41381" y="18269"/>
                  <a:pt x="38050" y="13738"/>
                </a:cubicBezTo>
                <a:cubicBezTo>
                  <a:pt x="34720" y="9208"/>
                  <a:pt x="29970" y="6943"/>
                  <a:pt x="23800" y="6943"/>
                </a:cubicBezTo>
                <a:cubicBezTo>
                  <a:pt x="20568" y="6943"/>
                  <a:pt x="17728" y="7780"/>
                  <a:pt x="15279" y="9454"/>
                </a:cubicBezTo>
                <a:cubicBezTo>
                  <a:pt x="12830" y="11129"/>
                  <a:pt x="11116" y="12754"/>
                  <a:pt x="10137" y="14329"/>
                </a:cubicBezTo>
                <a:cubicBezTo>
                  <a:pt x="9158" y="15905"/>
                  <a:pt x="8668" y="16841"/>
                  <a:pt x="8668" y="17136"/>
                </a:cubicBezTo>
                <a:cubicBezTo>
                  <a:pt x="8668" y="17235"/>
                  <a:pt x="8913" y="17284"/>
                  <a:pt x="9402" y="17284"/>
                </a:cubicBezTo>
                <a:cubicBezTo>
                  <a:pt x="11165" y="17284"/>
                  <a:pt x="12977" y="17973"/>
                  <a:pt x="14838" y="19352"/>
                </a:cubicBezTo>
                <a:cubicBezTo>
                  <a:pt x="16699" y="20731"/>
                  <a:pt x="17630" y="22996"/>
                  <a:pt x="17630" y="26147"/>
                </a:cubicBezTo>
                <a:cubicBezTo>
                  <a:pt x="17630" y="28610"/>
                  <a:pt x="16846" y="30678"/>
                  <a:pt x="15279" y="32352"/>
                </a:cubicBezTo>
                <a:cubicBezTo>
                  <a:pt x="13712" y="34026"/>
                  <a:pt x="11508" y="34913"/>
                  <a:pt x="8668" y="3501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7" cap="flat">
            <a:solidFill>
              <a:srgbClr val="000000">
                <a:alpha val="9140"/>
              </a:srgbClr>
            </a:solidFill>
            <a:miter/>
          </a:ln>
        </p:spPr>
      </p:sp>
      <p:sp>
        <p:nvSpPr>
          <p:cNvPr id="7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011A98-760E-40DA-8638-D0B004E6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766" y="1185586"/>
            <a:ext cx="46477" cy="208947"/>
          </a:xfrm>
          <a:custGeom xmlns:a="http://schemas.openxmlformats.org/drawingml/2006/main">
            <a:pathLst>
              <a:path w="46477" h="208947">
                <a:moveTo>
                  <a:pt x="0" y="3761"/>
                </a:moveTo>
                <a:cubicBezTo>
                  <a:pt x="139" y="2786"/>
                  <a:pt x="554" y="1950"/>
                  <a:pt x="1247" y="1254"/>
                </a:cubicBezTo>
                <a:cubicBezTo>
                  <a:pt x="1939" y="557"/>
                  <a:pt x="2909" y="139"/>
                  <a:pt x="4156" y="0"/>
                </a:cubicBezTo>
                <a:cubicBezTo>
                  <a:pt x="5541" y="0"/>
                  <a:pt x="6719" y="696"/>
                  <a:pt x="7689" y="2089"/>
                </a:cubicBezTo>
                <a:cubicBezTo>
                  <a:pt x="8104" y="3065"/>
                  <a:pt x="14615" y="20198"/>
                  <a:pt x="27222" y="53491"/>
                </a:cubicBezTo>
                <a:cubicBezTo>
                  <a:pt x="39828" y="86783"/>
                  <a:pt x="46200" y="103777"/>
                  <a:pt x="46339" y="104474"/>
                </a:cubicBezTo>
                <a:cubicBezTo>
                  <a:pt x="46477" y="105170"/>
                  <a:pt x="40174" y="122165"/>
                  <a:pt x="27429" y="155457"/>
                </a:cubicBezTo>
                <a:cubicBezTo>
                  <a:pt x="14684" y="188749"/>
                  <a:pt x="8104" y="205883"/>
                  <a:pt x="7689" y="206858"/>
                </a:cubicBezTo>
                <a:cubicBezTo>
                  <a:pt x="6719" y="208251"/>
                  <a:pt x="5541" y="208947"/>
                  <a:pt x="4156" y="208947"/>
                </a:cubicBezTo>
                <a:cubicBezTo>
                  <a:pt x="3048" y="208947"/>
                  <a:pt x="2147" y="208599"/>
                  <a:pt x="1455" y="207903"/>
                </a:cubicBezTo>
                <a:cubicBezTo>
                  <a:pt x="762" y="207206"/>
                  <a:pt x="277" y="206301"/>
                  <a:pt x="0" y="205186"/>
                </a:cubicBezTo>
                <a:cubicBezTo>
                  <a:pt x="0" y="204490"/>
                  <a:pt x="6234" y="187565"/>
                  <a:pt x="18702" y="154412"/>
                </a:cubicBezTo>
                <a:cubicBezTo>
                  <a:pt x="31308" y="121398"/>
                  <a:pt x="37611" y="104752"/>
                  <a:pt x="37611" y="104474"/>
                </a:cubicBezTo>
                <a:cubicBezTo>
                  <a:pt x="37611" y="104195"/>
                  <a:pt x="31308" y="87549"/>
                  <a:pt x="18702" y="54535"/>
                </a:cubicBezTo>
                <a:cubicBezTo>
                  <a:pt x="6234" y="21382"/>
                  <a:pt x="0" y="4458"/>
                  <a:pt x="0" y="37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18A799-4307-4BA4-8619-51D92900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766" y="1185586"/>
            <a:ext cx="46477" cy="208947"/>
          </a:xfrm>
          <a:custGeom xmlns:a="http://schemas.openxmlformats.org/drawingml/2006/main">
            <a:pathLst>
              <a:path w="46477" h="208947" fill="none">
                <a:moveTo>
                  <a:pt x="0" y="3761"/>
                </a:moveTo>
                <a:cubicBezTo>
                  <a:pt x="139" y="2786"/>
                  <a:pt x="554" y="1950"/>
                  <a:pt x="1247" y="1254"/>
                </a:cubicBezTo>
                <a:cubicBezTo>
                  <a:pt x="1939" y="557"/>
                  <a:pt x="2909" y="139"/>
                  <a:pt x="4156" y="0"/>
                </a:cubicBezTo>
                <a:cubicBezTo>
                  <a:pt x="5541" y="0"/>
                  <a:pt x="6719" y="696"/>
                  <a:pt x="7689" y="2089"/>
                </a:cubicBezTo>
                <a:cubicBezTo>
                  <a:pt x="8104" y="3065"/>
                  <a:pt x="14615" y="20198"/>
                  <a:pt x="27222" y="53491"/>
                </a:cubicBezTo>
                <a:cubicBezTo>
                  <a:pt x="39828" y="86783"/>
                  <a:pt x="46200" y="103777"/>
                  <a:pt x="46339" y="104474"/>
                </a:cubicBezTo>
                <a:cubicBezTo>
                  <a:pt x="46477" y="105170"/>
                  <a:pt x="40174" y="122165"/>
                  <a:pt x="27429" y="155457"/>
                </a:cubicBezTo>
                <a:cubicBezTo>
                  <a:pt x="14684" y="188749"/>
                  <a:pt x="8104" y="205883"/>
                  <a:pt x="7689" y="206858"/>
                </a:cubicBezTo>
                <a:cubicBezTo>
                  <a:pt x="6719" y="208251"/>
                  <a:pt x="5541" y="208947"/>
                  <a:pt x="4156" y="208947"/>
                </a:cubicBezTo>
                <a:cubicBezTo>
                  <a:pt x="3048" y="208947"/>
                  <a:pt x="2147" y="208599"/>
                  <a:pt x="1455" y="207903"/>
                </a:cubicBezTo>
                <a:cubicBezTo>
                  <a:pt x="762" y="207206"/>
                  <a:pt x="277" y="206301"/>
                  <a:pt x="0" y="205186"/>
                </a:cubicBezTo>
                <a:cubicBezTo>
                  <a:pt x="0" y="204490"/>
                  <a:pt x="6234" y="187565"/>
                  <a:pt x="18702" y="154412"/>
                </a:cubicBezTo>
                <a:cubicBezTo>
                  <a:pt x="31308" y="121398"/>
                  <a:pt x="37611" y="104752"/>
                  <a:pt x="37611" y="104474"/>
                </a:cubicBezTo>
                <a:cubicBezTo>
                  <a:pt x="37611" y="104195"/>
                  <a:pt x="31308" y="87549"/>
                  <a:pt x="18702" y="54535"/>
                </a:cubicBezTo>
                <a:cubicBezTo>
                  <a:pt x="6234" y="21382"/>
                  <a:pt x="0" y="4458"/>
                  <a:pt x="0" y="376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8" cap="flat">
            <a:solidFill>
              <a:srgbClr val="000000">
                <a:alpha val="12920"/>
              </a:srgbClr>
            </a:solidFill>
            <a:miter/>
          </a:ln>
        </p:spPr>
      </p:sp>
      <p:sp>
        <p:nvSpPr>
          <p:cNvPr id="7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CE2C3A-273E-4874-B482-FCF627F7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273" y="1842970"/>
            <a:ext cx="657673" cy="10"/>
          </a:xfrm>
          <a:custGeom xmlns:a="http://schemas.openxmlformats.org/drawingml/2006/main">
            <a:pathLst>
              <a:path w="657673" h="1" fill="none">
                <a:moveTo>
                  <a:pt x="0" y="0"/>
                </a:moveTo>
                <a:lnTo>
                  <a:pt x="6576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448" cap="flat">
            <a:solidFill>
              <a:srgbClr val="999999"/>
            </a:solidFill>
            <a:miter/>
          </a:ln>
        </p:spPr>
      </p:sp>
      <p:sp>
        <p:nvSpPr>
          <p:cNvPr id="7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15873F-F429-40D1-B92F-F3EBC760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091" y="1809307"/>
            <a:ext cx="101136" cy="67328"/>
          </a:xfrm>
          <a:custGeom xmlns:a="http://schemas.openxmlformats.org/drawingml/2006/main">
            <a:pathLst>
              <a:path w="101136" h="67328" fill="none">
                <a:moveTo>
                  <a:pt x="101136" y="0"/>
                </a:moveTo>
                <a:lnTo>
                  <a:pt x="0" y="33664"/>
                </a:lnTo>
                <a:lnTo>
                  <a:pt x="101136" y="67328"/>
                </a:lnTo>
              </a:path>
            </a:pathLst>
          </a:custGeom>
          <a:noFill xmlns:a="http://schemas.openxmlformats.org/drawingml/2006/main"/>
          <a:ln xmlns:a="http://schemas.openxmlformats.org/drawingml/2006/main" w="14448" cap="flat">
            <a:solidFill>
              <a:srgbClr val="999999"/>
            </a:solidFill>
            <a:miter/>
          </a:ln>
        </p:spPr>
      </p:sp>
      <p:sp>
        <p:nvSpPr>
          <p:cNvPr id="7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E1A270-5EC1-4189-BDCB-89BB8B26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992" y="1809307"/>
            <a:ext cx="101136" cy="67328"/>
          </a:xfrm>
          <a:custGeom xmlns:a="http://schemas.openxmlformats.org/drawingml/2006/main">
            <a:pathLst>
              <a:path w="101136" h="67328" fill="none">
                <a:moveTo>
                  <a:pt x="0" y="67328"/>
                </a:moveTo>
                <a:lnTo>
                  <a:pt x="101136" y="3366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448" cap="flat">
            <a:solidFill>
              <a:srgbClr val="999999"/>
            </a:solidFill>
            <a:miter/>
          </a:ln>
        </p:spPr>
      </p:sp>
      <p:sp>
        <p:nvSpPr>
          <p:cNvPr id="7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441954-E74C-46C4-BBC7-80134F34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269" y="1038939"/>
            <a:ext cx="686281" cy="567807"/>
          </a:xfrm>
          <a:custGeom xmlns:a="http://schemas.openxmlformats.org/drawingml/2006/main">
            <a:pathLst>
              <a:path w="686281" h="567807" fill="none">
                <a:moveTo>
                  <a:pt x="0" y="0"/>
                </a:moveTo>
                <a:lnTo>
                  <a:pt x="686281" y="567807"/>
                </a:lnTo>
              </a:path>
            </a:pathLst>
          </a:custGeom>
          <a:noFill xmlns:a="http://schemas.openxmlformats.org/drawingml/2006/main"/>
          <a:ln xmlns:a="http://schemas.openxmlformats.org/drawingml/2006/main" w="28896" cap="flat">
            <a:solidFill>
              <a:srgbClr val="000000"/>
            </a:solidFill>
            <a:miter/>
          </a:ln>
        </p:spPr>
      </p:sp>
      <p:sp>
        <p:nvSpPr>
          <p:cNvPr id="7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C844C4-63D2-4146-8022-4D6340C8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274" y="1018423"/>
            <a:ext cx="113706" cy="103303"/>
          </a:xfrm>
          <a:custGeom xmlns:a="http://schemas.openxmlformats.org/drawingml/2006/main">
            <a:pathLst>
              <a:path w="113706" h="103303" fill="none">
                <a:moveTo>
                  <a:pt x="113706" y="43922"/>
                </a:moveTo>
                <a:lnTo>
                  <a:pt x="0" y="0"/>
                </a:lnTo>
                <a:lnTo>
                  <a:pt x="64583" y="103303"/>
                </a:lnTo>
              </a:path>
            </a:pathLst>
          </a:custGeom>
          <a:noFill xmlns:a="http://schemas.openxmlformats.org/drawingml/2006/main"/>
          <a:ln xmlns:a="http://schemas.openxmlformats.org/drawingml/2006/main" w="28896" cap="flat">
            <a:solidFill>
              <a:srgbClr val="000000"/>
            </a:solidFill>
            <a:miter/>
          </a:ln>
        </p:spPr>
      </p:sp>
      <p:sp>
        <p:nvSpPr>
          <p:cNvPr id="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E6BC10-6080-4174-9916-C955AA65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838" y="1523958"/>
            <a:ext cx="113706" cy="103303"/>
          </a:xfrm>
          <a:custGeom xmlns:a="http://schemas.openxmlformats.org/drawingml/2006/main">
            <a:pathLst>
              <a:path w="113706" h="103303" fill="none">
                <a:moveTo>
                  <a:pt x="0" y="59381"/>
                </a:moveTo>
                <a:lnTo>
                  <a:pt x="113706" y="103303"/>
                </a:lnTo>
                <a:lnTo>
                  <a:pt x="491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896" cap="flat">
            <a:solidFill>
              <a:srgbClr val="000000"/>
            </a:solidFill>
            <a:miter/>
          </a:ln>
        </p:spPr>
      </p:sp>
      <p:sp>
        <p:nvSpPr>
          <p:cNvPr id="7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FB7B28-1CA2-45D0-A3F3-EBA145C9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541" y="1109589"/>
            <a:ext cx="10" cy="368713"/>
          </a:xfrm>
          <a:custGeom xmlns:a="http://schemas.openxmlformats.org/drawingml/2006/main">
            <a:pathLst>
              <a:path w="1" h="368713" fill="none">
                <a:moveTo>
                  <a:pt x="0" y="0"/>
                </a:moveTo>
                <a:lnTo>
                  <a:pt x="0" y="368713"/>
                </a:lnTo>
              </a:path>
            </a:pathLst>
          </a:custGeom>
          <a:noFill xmlns:a="http://schemas.openxmlformats.org/drawingml/2006/main"/>
          <a:ln xmlns:a="http://schemas.openxmlformats.org/drawingml/2006/main" w="14448" cap="flat">
            <a:solidFill>
              <a:srgbClr val="999999"/>
            </a:solidFill>
            <a:miter/>
          </a:ln>
        </p:spPr>
      </p:sp>
      <p:sp>
        <p:nvSpPr>
          <p:cNvPr id="7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DAD422-B6A2-49D6-9583-78DF2EE5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0877" y="1093408"/>
            <a:ext cx="67328" cy="101136"/>
          </a:xfrm>
          <a:custGeom xmlns:a="http://schemas.openxmlformats.org/drawingml/2006/main">
            <a:pathLst>
              <a:path w="67328" h="101136" fill="none">
                <a:moveTo>
                  <a:pt x="67328" y="101136"/>
                </a:moveTo>
                <a:lnTo>
                  <a:pt x="33664" y="0"/>
                </a:lnTo>
                <a:lnTo>
                  <a:pt x="0" y="101136"/>
                </a:lnTo>
              </a:path>
            </a:pathLst>
          </a:custGeom>
          <a:noFill xmlns:a="http://schemas.openxmlformats.org/drawingml/2006/main"/>
          <a:ln xmlns:a="http://schemas.openxmlformats.org/drawingml/2006/main" w="14448" cap="flat">
            <a:solidFill>
              <a:srgbClr val="999999"/>
            </a:solidFill>
            <a:miter/>
          </a:ln>
        </p:spPr>
      </p:sp>
      <p:sp>
        <p:nvSpPr>
          <p:cNvPr id="7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9AAC18-829A-4094-B6B2-1045CBF9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0877" y="1393348"/>
            <a:ext cx="67328" cy="101136"/>
          </a:xfrm>
          <a:custGeom xmlns:a="http://schemas.openxmlformats.org/drawingml/2006/main">
            <a:pathLst>
              <a:path w="67328" h="101136" fill="none">
                <a:moveTo>
                  <a:pt x="0" y="0"/>
                </a:moveTo>
                <a:lnTo>
                  <a:pt x="33664" y="101136"/>
                </a:lnTo>
                <a:lnTo>
                  <a:pt x="67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448" cap="flat">
            <a:solidFill>
              <a:srgbClr val="999999"/>
            </a:solidFill>
            <a:miter/>
          </a:ln>
        </p:spPr>
      </p:sp>
      <p:sp>
        <p:nvSpPr>
          <p:cNvPr id="7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9684A1-077E-41C3-9233-25B2CDB6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334" y="1109589"/>
            <a:ext cx="10" cy="368713"/>
          </a:xfrm>
          <a:custGeom xmlns:a="http://schemas.openxmlformats.org/drawingml/2006/main">
            <a:pathLst>
              <a:path w="1" h="368713" fill="none">
                <a:moveTo>
                  <a:pt x="0" y="0"/>
                </a:moveTo>
                <a:lnTo>
                  <a:pt x="0" y="368713"/>
                </a:lnTo>
              </a:path>
            </a:pathLst>
          </a:custGeom>
          <a:noFill xmlns:a="http://schemas.openxmlformats.org/drawingml/2006/main"/>
          <a:ln xmlns:a="http://schemas.openxmlformats.org/drawingml/2006/main" w="14448" cap="flat">
            <a:solidFill>
              <a:srgbClr val="999999"/>
            </a:solidFill>
            <a:miter/>
          </a:ln>
        </p:spPr>
      </p:sp>
      <p:sp>
        <p:nvSpPr>
          <p:cNvPr id="7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C527BF-54D1-4E69-98F6-EAD4B61D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670" y="1093408"/>
            <a:ext cx="67328" cy="101136"/>
          </a:xfrm>
          <a:custGeom xmlns:a="http://schemas.openxmlformats.org/drawingml/2006/main">
            <a:pathLst>
              <a:path w="67328" h="101136" fill="none">
                <a:moveTo>
                  <a:pt x="67328" y="101136"/>
                </a:moveTo>
                <a:lnTo>
                  <a:pt x="33664" y="0"/>
                </a:lnTo>
                <a:lnTo>
                  <a:pt x="0" y="101136"/>
                </a:lnTo>
              </a:path>
            </a:pathLst>
          </a:custGeom>
          <a:noFill xmlns:a="http://schemas.openxmlformats.org/drawingml/2006/main"/>
          <a:ln xmlns:a="http://schemas.openxmlformats.org/drawingml/2006/main" w="14448" cap="flat">
            <a:solidFill>
              <a:srgbClr val="999999"/>
            </a:solidFill>
            <a:miter/>
          </a:ln>
        </p:spPr>
      </p:sp>
      <p:sp>
        <p:nvSpPr>
          <p:cNvPr id="7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13E385-88DE-47BE-971F-6A36FB10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670" y="1393348"/>
            <a:ext cx="67328" cy="101136"/>
          </a:xfrm>
          <a:custGeom xmlns:a="http://schemas.openxmlformats.org/drawingml/2006/main">
            <a:pathLst>
              <a:path w="67328" h="101136" fill="none">
                <a:moveTo>
                  <a:pt x="0" y="0"/>
                </a:moveTo>
                <a:lnTo>
                  <a:pt x="33664" y="101136"/>
                </a:lnTo>
                <a:lnTo>
                  <a:pt x="67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448" cap="flat">
            <a:solidFill>
              <a:srgbClr val="999999"/>
            </a:solidFill>
            <a:miter/>
          </a:ln>
        </p:spPr>
      </p:sp>
      <p:sp>
        <p:nvSpPr>
          <p:cNvPr id="724" name="Text (a)TheCoGNNparadigm.">
            <a:extLst xmlns:a="http://schemas.openxmlformats.org/drawingml/2006/main">
              <a:ext uri="{FF2B5EF4-FFF2-40B4-BE49-F238E27FC236}">
                <a16:creationId xmlns:a16="http://schemas.microsoft.com/office/drawing/2014/main" id="{4746BFE7-2A68-4EDC-AEB5-92B866E8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5127" y="3595395"/>
            <a:ext cx="2310012" cy="190984"/>
          </a:xfrm>
          <a:custGeom xmlns:a="http://schemas.openxmlformats.org/drawingml/2006/main">
            <a:pathLst>
              <a:path w="2310012" h="190984">
                <a:moveTo>
                  <a:pt x="0" y="93064"/>
                </a:moveTo>
                <a:cubicBezTo>
                  <a:pt x="0" y="102031"/>
                  <a:pt x="994" y="146867"/>
                  <a:pt x="46231" y="185925"/>
                </a:cubicBezTo>
                <a:lnTo>
                  <a:pt x="52209" y="179548"/>
                </a:lnTo>
                <a:cubicBezTo>
                  <a:pt x="45833" y="172375"/>
                  <a:pt x="22915" y="145672"/>
                  <a:pt x="22915" y="93064"/>
                </a:cubicBezTo>
                <a:cubicBezTo>
                  <a:pt x="22915" y="40454"/>
                  <a:pt x="46231" y="13750"/>
                  <a:pt x="52209" y="6778"/>
                </a:cubicBezTo>
                <a:lnTo>
                  <a:pt x="46629" y="0"/>
                </a:lnTo>
                <a:cubicBezTo>
                  <a:pt x="20525" y="22520"/>
                  <a:pt x="0" y="56794"/>
                  <a:pt x="0" y="93064"/>
                </a:cubicBezTo>
                <a:close/>
                <a:moveTo>
                  <a:pt x="111994" y="133691"/>
                </a:moveTo>
                <a:cubicBezTo>
                  <a:pt x="113387" y="141862"/>
                  <a:pt x="118769" y="145447"/>
                  <a:pt x="127535" y="145447"/>
                </a:cubicBezTo>
                <a:cubicBezTo>
                  <a:pt x="138497" y="145447"/>
                  <a:pt x="146269" y="141263"/>
                  <a:pt x="153643" y="134287"/>
                </a:cubicBezTo>
                <a:cubicBezTo>
                  <a:pt x="153244" y="131897"/>
                  <a:pt x="152445" y="130304"/>
                  <a:pt x="150055" y="128707"/>
                </a:cubicBezTo>
                <a:cubicBezTo>
                  <a:pt x="147464" y="130702"/>
                  <a:pt x="145472" y="131499"/>
                  <a:pt x="141687" y="131499"/>
                </a:cubicBezTo>
                <a:cubicBezTo>
                  <a:pt x="137302" y="131499"/>
                  <a:pt x="136107" y="127911"/>
                  <a:pt x="136107" y="118144"/>
                </a:cubicBezTo>
                <a:lnTo>
                  <a:pt x="136505" y="89440"/>
                </a:lnTo>
                <a:cubicBezTo>
                  <a:pt x="136505" y="60735"/>
                  <a:pt x="118769" y="54955"/>
                  <a:pt x="102428" y="54955"/>
                </a:cubicBezTo>
                <a:cubicBezTo>
                  <a:pt x="87881" y="54955"/>
                  <a:pt x="65562" y="63326"/>
                  <a:pt x="65562" y="76483"/>
                </a:cubicBezTo>
                <a:cubicBezTo>
                  <a:pt x="65562" y="82063"/>
                  <a:pt x="67952" y="86448"/>
                  <a:pt x="75724" y="86448"/>
                </a:cubicBezTo>
                <a:cubicBezTo>
                  <a:pt x="82897" y="86448"/>
                  <a:pt x="88079" y="82063"/>
                  <a:pt x="88079" y="77280"/>
                </a:cubicBezTo>
                <a:cubicBezTo>
                  <a:pt x="88079" y="74689"/>
                  <a:pt x="86686" y="71299"/>
                  <a:pt x="87282" y="67911"/>
                </a:cubicBezTo>
                <a:cubicBezTo>
                  <a:pt x="87483" y="65719"/>
                  <a:pt x="89076" y="63326"/>
                  <a:pt x="95653" y="63326"/>
                </a:cubicBezTo>
                <a:cubicBezTo>
                  <a:pt x="104021" y="63326"/>
                  <a:pt x="110997" y="66914"/>
                  <a:pt x="110997" y="92231"/>
                </a:cubicBezTo>
                <a:lnTo>
                  <a:pt x="97645" y="96415"/>
                </a:lnTo>
                <a:cubicBezTo>
                  <a:pt x="76722" y="102992"/>
                  <a:pt x="61974" y="108776"/>
                  <a:pt x="61974" y="124520"/>
                </a:cubicBezTo>
                <a:cubicBezTo>
                  <a:pt x="61974" y="138274"/>
                  <a:pt x="69546" y="145447"/>
                  <a:pt x="86884" y="145447"/>
                </a:cubicBezTo>
                <a:cubicBezTo>
                  <a:pt x="92664" y="145447"/>
                  <a:pt x="104222" y="139070"/>
                  <a:pt x="110796" y="133889"/>
                </a:cubicBezTo>
                <a:lnTo>
                  <a:pt x="111994" y="133691"/>
                </a:lnTo>
                <a:moveTo>
                  <a:pt x="110997" y="100003"/>
                </a:moveTo>
                <a:lnTo>
                  <a:pt x="110997" y="126314"/>
                </a:lnTo>
                <a:cubicBezTo>
                  <a:pt x="106016" y="130301"/>
                  <a:pt x="101032" y="133490"/>
                  <a:pt x="97447" y="133490"/>
                </a:cubicBezTo>
                <a:cubicBezTo>
                  <a:pt x="88876" y="133490"/>
                  <a:pt x="85886" y="127710"/>
                  <a:pt x="85886" y="121531"/>
                </a:cubicBezTo>
                <a:cubicBezTo>
                  <a:pt x="85886" y="114158"/>
                  <a:pt x="86486" y="107976"/>
                  <a:pt x="100634" y="103393"/>
                </a:cubicBezTo>
                <a:lnTo>
                  <a:pt x="110997" y="100003"/>
                </a:lnTo>
                <a:close/>
                <a:moveTo>
                  <a:pt x="209638" y="93447"/>
                </a:moveTo>
                <a:cubicBezTo>
                  <a:pt x="209638" y="84480"/>
                  <a:pt x="208641" y="39642"/>
                  <a:pt x="163407" y="584"/>
                </a:cubicBezTo>
                <a:lnTo>
                  <a:pt x="157429" y="6960"/>
                </a:lnTo>
                <a:cubicBezTo>
                  <a:pt x="163806" y="14136"/>
                  <a:pt x="186721" y="40840"/>
                  <a:pt x="186721" y="93447"/>
                </a:cubicBezTo>
                <a:cubicBezTo>
                  <a:pt x="186721" y="146058"/>
                  <a:pt x="163407" y="172761"/>
                  <a:pt x="157429" y="179734"/>
                </a:cubicBezTo>
                <a:lnTo>
                  <a:pt x="163009" y="186508"/>
                </a:lnTo>
                <a:cubicBezTo>
                  <a:pt x="189114" y="163992"/>
                  <a:pt x="209638" y="129717"/>
                  <a:pt x="209638" y="93447"/>
                </a:cubicBezTo>
                <a:close/>
                <a:moveTo>
                  <a:pt x="347340" y="118998"/>
                </a:moveTo>
                <a:lnTo>
                  <a:pt x="347340" y="43342"/>
                </a:lnTo>
                <a:cubicBezTo>
                  <a:pt x="347340" y="30599"/>
                  <a:pt x="349332" y="23231"/>
                  <a:pt x="356505" y="23231"/>
                </a:cubicBezTo>
                <a:lnTo>
                  <a:pt x="360889" y="23231"/>
                </a:lnTo>
                <a:cubicBezTo>
                  <a:pt x="375834" y="23231"/>
                  <a:pt x="384205" y="28212"/>
                  <a:pt x="387593" y="43540"/>
                </a:cubicBezTo>
                <a:cubicBezTo>
                  <a:pt x="389785" y="43540"/>
                  <a:pt x="393571" y="43342"/>
                  <a:pt x="395365" y="42546"/>
                </a:cubicBezTo>
                <a:cubicBezTo>
                  <a:pt x="393969" y="33387"/>
                  <a:pt x="392972" y="23033"/>
                  <a:pt x="392774" y="14066"/>
                </a:cubicBezTo>
                <a:cubicBezTo>
                  <a:pt x="392774" y="13866"/>
                  <a:pt x="392376" y="13467"/>
                  <a:pt x="392175" y="13467"/>
                </a:cubicBezTo>
                <a:cubicBezTo>
                  <a:pt x="385400" y="14066"/>
                  <a:pt x="363282" y="15061"/>
                  <a:pt x="347537" y="15061"/>
                </a:cubicBezTo>
                <a:lnTo>
                  <a:pt x="319441" y="15061"/>
                </a:lnTo>
                <a:cubicBezTo>
                  <a:pt x="304095" y="15061"/>
                  <a:pt x="280581" y="14066"/>
                  <a:pt x="273010" y="13467"/>
                </a:cubicBezTo>
                <a:cubicBezTo>
                  <a:pt x="272611" y="13467"/>
                  <a:pt x="272213" y="13866"/>
                  <a:pt x="272213" y="14066"/>
                </a:cubicBezTo>
                <a:cubicBezTo>
                  <a:pt x="271413" y="23033"/>
                  <a:pt x="269422" y="33585"/>
                  <a:pt x="267229" y="43142"/>
                </a:cubicBezTo>
                <a:cubicBezTo>
                  <a:pt x="269221" y="43938"/>
                  <a:pt x="272611" y="44139"/>
                  <a:pt x="275001" y="44139"/>
                </a:cubicBezTo>
                <a:cubicBezTo>
                  <a:pt x="278988" y="28212"/>
                  <a:pt x="287158" y="23231"/>
                  <a:pt x="300309" y="23231"/>
                </a:cubicBezTo>
                <a:lnTo>
                  <a:pt x="310073" y="23231"/>
                </a:lnTo>
                <a:cubicBezTo>
                  <a:pt x="317447" y="23231"/>
                  <a:pt x="319441" y="30599"/>
                  <a:pt x="319441" y="42743"/>
                </a:cubicBezTo>
                <a:lnTo>
                  <a:pt x="319441" y="118998"/>
                </a:lnTo>
                <a:cubicBezTo>
                  <a:pt x="319441" y="135522"/>
                  <a:pt x="316051" y="136519"/>
                  <a:pt x="300111" y="137115"/>
                </a:cubicBezTo>
                <a:cubicBezTo>
                  <a:pt x="298913" y="138310"/>
                  <a:pt x="298913" y="142695"/>
                  <a:pt x="300111" y="143890"/>
                </a:cubicBezTo>
                <a:cubicBezTo>
                  <a:pt x="309875" y="143692"/>
                  <a:pt x="320238" y="143491"/>
                  <a:pt x="332991" y="143491"/>
                </a:cubicBezTo>
                <a:cubicBezTo>
                  <a:pt x="346142" y="143491"/>
                  <a:pt x="356705" y="143692"/>
                  <a:pt x="366670" y="143890"/>
                </a:cubicBezTo>
                <a:cubicBezTo>
                  <a:pt x="367865" y="142695"/>
                  <a:pt x="367865" y="138310"/>
                  <a:pt x="366670" y="137115"/>
                </a:cubicBezTo>
                <a:cubicBezTo>
                  <a:pt x="350727" y="136519"/>
                  <a:pt x="347340" y="135522"/>
                  <a:pt x="347340" y="118998"/>
                </a:cubicBezTo>
                <a:close/>
                <a:moveTo>
                  <a:pt x="501779" y="117968"/>
                </a:moveTo>
                <a:lnTo>
                  <a:pt x="501779" y="86855"/>
                </a:lnTo>
                <a:cubicBezTo>
                  <a:pt x="501779" y="64919"/>
                  <a:pt x="492411" y="54955"/>
                  <a:pt x="475273" y="54955"/>
                </a:cubicBezTo>
                <a:cubicBezTo>
                  <a:pt x="467900" y="54955"/>
                  <a:pt x="453751" y="62329"/>
                  <a:pt x="442394" y="69304"/>
                </a:cubicBezTo>
                <a:lnTo>
                  <a:pt x="442394" y="27217"/>
                </a:lnTo>
                <a:cubicBezTo>
                  <a:pt x="442394" y="14246"/>
                  <a:pt x="442990" y="6912"/>
                  <a:pt x="442990" y="6912"/>
                </a:cubicBezTo>
                <a:cubicBezTo>
                  <a:pt x="442990" y="5145"/>
                  <a:pt x="441597" y="4357"/>
                  <a:pt x="439803" y="4357"/>
                </a:cubicBezTo>
                <a:cubicBezTo>
                  <a:pt x="432430" y="6714"/>
                  <a:pt x="416487" y="8876"/>
                  <a:pt x="402339" y="9463"/>
                </a:cubicBezTo>
                <a:cubicBezTo>
                  <a:pt x="401740" y="11856"/>
                  <a:pt x="401940" y="14048"/>
                  <a:pt x="402938" y="15839"/>
                </a:cubicBezTo>
                <a:cubicBezTo>
                  <a:pt x="415490" y="16839"/>
                  <a:pt x="416487" y="17037"/>
                  <a:pt x="416487" y="30809"/>
                </a:cubicBezTo>
                <a:lnTo>
                  <a:pt x="416487" y="118168"/>
                </a:lnTo>
                <a:cubicBezTo>
                  <a:pt x="416487" y="134722"/>
                  <a:pt x="413301" y="136516"/>
                  <a:pt x="401144" y="137115"/>
                </a:cubicBezTo>
                <a:cubicBezTo>
                  <a:pt x="399949" y="138310"/>
                  <a:pt x="399949" y="142695"/>
                  <a:pt x="401144" y="143890"/>
                </a:cubicBezTo>
                <a:cubicBezTo>
                  <a:pt x="409512" y="143692"/>
                  <a:pt x="418479" y="143491"/>
                  <a:pt x="429441" y="143491"/>
                </a:cubicBezTo>
                <a:cubicBezTo>
                  <a:pt x="439007" y="143491"/>
                  <a:pt x="445182" y="143692"/>
                  <a:pt x="453751" y="143890"/>
                </a:cubicBezTo>
                <a:cubicBezTo>
                  <a:pt x="454949" y="142695"/>
                  <a:pt x="454949" y="138310"/>
                  <a:pt x="453751" y="137115"/>
                </a:cubicBezTo>
                <a:cubicBezTo>
                  <a:pt x="445383" y="136516"/>
                  <a:pt x="442394" y="134722"/>
                  <a:pt x="442394" y="118168"/>
                </a:cubicBezTo>
                <a:lnTo>
                  <a:pt x="442394" y="77283"/>
                </a:lnTo>
                <a:cubicBezTo>
                  <a:pt x="450762" y="72095"/>
                  <a:pt x="457339" y="69702"/>
                  <a:pt x="460927" y="69702"/>
                </a:cubicBezTo>
                <a:cubicBezTo>
                  <a:pt x="468897" y="69702"/>
                  <a:pt x="475872" y="73293"/>
                  <a:pt x="475872" y="84663"/>
                </a:cubicBezTo>
                <a:lnTo>
                  <a:pt x="475872" y="117968"/>
                </a:lnTo>
                <a:cubicBezTo>
                  <a:pt x="475872" y="134722"/>
                  <a:pt x="472683" y="136516"/>
                  <a:pt x="464512" y="137115"/>
                </a:cubicBezTo>
                <a:cubicBezTo>
                  <a:pt x="463317" y="138310"/>
                  <a:pt x="463317" y="142695"/>
                  <a:pt x="464512" y="143890"/>
                </a:cubicBezTo>
                <a:cubicBezTo>
                  <a:pt x="472883" y="143692"/>
                  <a:pt x="479260" y="143491"/>
                  <a:pt x="488826" y="143491"/>
                </a:cubicBezTo>
                <a:cubicBezTo>
                  <a:pt x="499785" y="143491"/>
                  <a:pt x="508554" y="143692"/>
                  <a:pt x="517123" y="143890"/>
                </a:cubicBezTo>
                <a:cubicBezTo>
                  <a:pt x="518318" y="142695"/>
                  <a:pt x="518318" y="138310"/>
                  <a:pt x="517123" y="137115"/>
                </a:cubicBezTo>
                <a:cubicBezTo>
                  <a:pt x="504966" y="136516"/>
                  <a:pt x="501779" y="134722"/>
                  <a:pt x="501779" y="117968"/>
                </a:cubicBezTo>
                <a:close/>
                <a:moveTo>
                  <a:pt x="555183" y="88631"/>
                </a:moveTo>
                <a:cubicBezTo>
                  <a:pt x="555384" y="81658"/>
                  <a:pt x="556381" y="74084"/>
                  <a:pt x="559169" y="70101"/>
                </a:cubicBezTo>
                <a:cubicBezTo>
                  <a:pt x="562359" y="65318"/>
                  <a:pt x="567738" y="63326"/>
                  <a:pt x="569930" y="63326"/>
                </a:cubicBezTo>
                <a:cubicBezTo>
                  <a:pt x="575312" y="63326"/>
                  <a:pt x="582683" y="68507"/>
                  <a:pt x="582683" y="84447"/>
                </a:cubicBezTo>
                <a:cubicBezTo>
                  <a:pt x="582683" y="85642"/>
                  <a:pt x="582683" y="88232"/>
                  <a:pt x="582285" y="88631"/>
                </a:cubicBezTo>
                <a:lnTo>
                  <a:pt x="555183" y="88631"/>
                </a:lnTo>
                <a:moveTo>
                  <a:pt x="605802" y="117740"/>
                </a:moveTo>
                <a:cubicBezTo>
                  <a:pt x="597631" y="126117"/>
                  <a:pt x="586870" y="128309"/>
                  <a:pt x="579296" y="128309"/>
                </a:cubicBezTo>
                <a:cubicBezTo>
                  <a:pt x="563752" y="128309"/>
                  <a:pt x="554189" y="119336"/>
                  <a:pt x="554189" y="99793"/>
                </a:cubicBezTo>
                <a:cubicBezTo>
                  <a:pt x="554189" y="98398"/>
                  <a:pt x="554386" y="97598"/>
                  <a:pt x="554386" y="96600"/>
                </a:cubicBezTo>
                <a:lnTo>
                  <a:pt x="602214" y="96600"/>
                </a:lnTo>
                <a:cubicBezTo>
                  <a:pt x="606997" y="96600"/>
                  <a:pt x="607991" y="93213"/>
                  <a:pt x="607991" y="90425"/>
                </a:cubicBezTo>
                <a:cubicBezTo>
                  <a:pt x="607991" y="73488"/>
                  <a:pt x="601417" y="54955"/>
                  <a:pt x="572123" y="54955"/>
                </a:cubicBezTo>
                <a:cubicBezTo>
                  <a:pt x="551200" y="54955"/>
                  <a:pt x="527284" y="73488"/>
                  <a:pt x="527284" y="103980"/>
                </a:cubicBezTo>
                <a:cubicBezTo>
                  <a:pt x="527284" y="115547"/>
                  <a:pt x="531471" y="127713"/>
                  <a:pt x="540040" y="135485"/>
                </a:cubicBezTo>
                <a:cubicBezTo>
                  <a:pt x="547612" y="142260"/>
                  <a:pt x="557375" y="145447"/>
                  <a:pt x="571524" y="145447"/>
                </a:cubicBezTo>
                <a:cubicBezTo>
                  <a:pt x="585274" y="145447"/>
                  <a:pt x="598826" y="138474"/>
                  <a:pt x="608791" y="123924"/>
                </a:cubicBezTo>
                <a:cubicBezTo>
                  <a:pt x="608791" y="121331"/>
                  <a:pt x="607793" y="117740"/>
                  <a:pt x="605802" y="117740"/>
                </a:cubicBezTo>
                <a:close/>
                <a:moveTo>
                  <a:pt x="746289" y="145447"/>
                </a:moveTo>
                <a:cubicBezTo>
                  <a:pt x="765619" y="145447"/>
                  <a:pt x="783356" y="136282"/>
                  <a:pt x="796908" y="118545"/>
                </a:cubicBezTo>
                <a:cubicBezTo>
                  <a:pt x="795911" y="116754"/>
                  <a:pt x="792523" y="114361"/>
                  <a:pt x="790331" y="114361"/>
                </a:cubicBezTo>
                <a:cubicBezTo>
                  <a:pt x="776183" y="129905"/>
                  <a:pt x="760039" y="135087"/>
                  <a:pt x="746092" y="135087"/>
                </a:cubicBezTo>
                <a:cubicBezTo>
                  <a:pt x="722976" y="135087"/>
                  <a:pt x="704641" y="107985"/>
                  <a:pt x="704641" y="76900"/>
                </a:cubicBezTo>
                <a:cubicBezTo>
                  <a:pt x="704641" y="46015"/>
                  <a:pt x="720583" y="20507"/>
                  <a:pt x="744298" y="20507"/>
                </a:cubicBezTo>
                <a:cubicBezTo>
                  <a:pt x="771798" y="20507"/>
                  <a:pt x="780765" y="36051"/>
                  <a:pt x="785946" y="53188"/>
                </a:cubicBezTo>
                <a:cubicBezTo>
                  <a:pt x="788336" y="53985"/>
                  <a:pt x="792323" y="53386"/>
                  <a:pt x="794515" y="52191"/>
                </a:cubicBezTo>
                <a:cubicBezTo>
                  <a:pt x="793518" y="41831"/>
                  <a:pt x="791924" y="32265"/>
                  <a:pt x="790130" y="21306"/>
                </a:cubicBezTo>
                <a:cubicBezTo>
                  <a:pt x="779968" y="20309"/>
                  <a:pt x="771001" y="12336"/>
                  <a:pt x="746490" y="12336"/>
                </a:cubicBezTo>
                <a:cubicBezTo>
                  <a:pt x="707432" y="12336"/>
                  <a:pt x="674550" y="36847"/>
                  <a:pt x="674550" y="80685"/>
                </a:cubicBezTo>
                <a:cubicBezTo>
                  <a:pt x="674550" y="99416"/>
                  <a:pt x="682720" y="121337"/>
                  <a:pt x="698663" y="132894"/>
                </a:cubicBezTo>
                <a:cubicBezTo>
                  <a:pt x="711418" y="142059"/>
                  <a:pt x="726959" y="145447"/>
                  <a:pt x="746289" y="145447"/>
                </a:cubicBezTo>
                <a:close/>
                <a:moveTo>
                  <a:pt x="859679" y="63326"/>
                </a:moveTo>
                <a:cubicBezTo>
                  <a:pt x="873228" y="63326"/>
                  <a:pt x="882396" y="79472"/>
                  <a:pt x="882396" y="106781"/>
                </a:cubicBezTo>
                <a:cubicBezTo>
                  <a:pt x="882396" y="130699"/>
                  <a:pt x="873031" y="137079"/>
                  <a:pt x="865858" y="137079"/>
                </a:cubicBezTo>
                <a:cubicBezTo>
                  <a:pt x="849517" y="137079"/>
                  <a:pt x="843137" y="112561"/>
                  <a:pt x="843137" y="97811"/>
                </a:cubicBezTo>
                <a:cubicBezTo>
                  <a:pt x="843137" y="79472"/>
                  <a:pt x="846327" y="63326"/>
                  <a:pt x="859679" y="63326"/>
                </a:cubicBezTo>
                <a:moveTo>
                  <a:pt x="815239" y="102195"/>
                </a:moveTo>
                <a:cubicBezTo>
                  <a:pt x="815239" y="128309"/>
                  <a:pt x="835964" y="145447"/>
                  <a:pt x="862668" y="145447"/>
                </a:cubicBezTo>
                <a:cubicBezTo>
                  <a:pt x="876816" y="145447"/>
                  <a:pt x="888575" y="141463"/>
                  <a:pt x="896745" y="134089"/>
                </a:cubicBezTo>
                <a:cubicBezTo>
                  <a:pt x="906907" y="125119"/>
                  <a:pt x="910295" y="111564"/>
                  <a:pt x="910295" y="100401"/>
                </a:cubicBezTo>
                <a:cubicBezTo>
                  <a:pt x="910295" y="74291"/>
                  <a:pt x="892558" y="54955"/>
                  <a:pt x="862866" y="54955"/>
                </a:cubicBezTo>
                <a:cubicBezTo>
                  <a:pt x="846327" y="54955"/>
                  <a:pt x="833973" y="60735"/>
                  <a:pt x="826201" y="69705"/>
                </a:cubicBezTo>
                <a:cubicBezTo>
                  <a:pt x="818626" y="78475"/>
                  <a:pt x="815239" y="90434"/>
                  <a:pt x="815239" y="102195"/>
                </a:cubicBezTo>
                <a:close/>
                <a:moveTo>
                  <a:pt x="996381" y="12336"/>
                </a:moveTo>
                <a:cubicBezTo>
                  <a:pt x="976854" y="12336"/>
                  <a:pt x="959117" y="18515"/>
                  <a:pt x="945367" y="30860"/>
                </a:cubicBezTo>
                <a:cubicBezTo>
                  <a:pt x="932015" y="42807"/>
                  <a:pt x="924243" y="60726"/>
                  <a:pt x="924243" y="82227"/>
                </a:cubicBezTo>
                <a:cubicBezTo>
                  <a:pt x="924243" y="100173"/>
                  <a:pt x="931416" y="118725"/>
                  <a:pt x="945167" y="130295"/>
                </a:cubicBezTo>
                <a:cubicBezTo>
                  <a:pt x="957722" y="141065"/>
                  <a:pt x="973466" y="145447"/>
                  <a:pt x="994390" y="145447"/>
                </a:cubicBezTo>
                <a:cubicBezTo>
                  <a:pt x="1016708" y="145447"/>
                  <a:pt x="1038231" y="138672"/>
                  <a:pt x="1050983" y="127902"/>
                </a:cubicBezTo>
                <a:cubicBezTo>
                  <a:pt x="1048992" y="126108"/>
                  <a:pt x="1047994" y="124511"/>
                  <a:pt x="1047994" y="122316"/>
                </a:cubicBezTo>
                <a:lnTo>
                  <a:pt x="1047994" y="98978"/>
                </a:lnTo>
                <a:cubicBezTo>
                  <a:pt x="1047994" y="91994"/>
                  <a:pt x="1050983" y="89999"/>
                  <a:pt x="1056563" y="89400"/>
                </a:cubicBezTo>
                <a:cubicBezTo>
                  <a:pt x="1057758" y="88205"/>
                  <a:pt x="1057758" y="83224"/>
                  <a:pt x="1056563" y="82029"/>
                </a:cubicBezTo>
                <a:cubicBezTo>
                  <a:pt x="1050983" y="82227"/>
                  <a:pt x="1041618" y="82428"/>
                  <a:pt x="1034047" y="82428"/>
                </a:cubicBezTo>
                <a:cubicBezTo>
                  <a:pt x="1026673" y="82428"/>
                  <a:pt x="1013519" y="82227"/>
                  <a:pt x="1004552" y="82029"/>
                </a:cubicBezTo>
                <a:cubicBezTo>
                  <a:pt x="1003357" y="83224"/>
                  <a:pt x="1003357" y="88205"/>
                  <a:pt x="1004552" y="89400"/>
                </a:cubicBezTo>
                <a:cubicBezTo>
                  <a:pt x="1014914" y="90200"/>
                  <a:pt x="1020096" y="90996"/>
                  <a:pt x="1020096" y="98978"/>
                </a:cubicBezTo>
                <a:lnTo>
                  <a:pt x="1020096" y="128701"/>
                </a:lnTo>
                <a:cubicBezTo>
                  <a:pt x="1013719" y="135084"/>
                  <a:pt x="1008936" y="137079"/>
                  <a:pt x="998774" y="137079"/>
                </a:cubicBezTo>
                <a:cubicBezTo>
                  <a:pt x="965095" y="137079"/>
                  <a:pt x="954334" y="104561"/>
                  <a:pt x="954334" y="78247"/>
                </a:cubicBezTo>
                <a:cubicBezTo>
                  <a:pt x="954334" y="61124"/>
                  <a:pt x="956925" y="45592"/>
                  <a:pt x="964299" y="35440"/>
                </a:cubicBezTo>
                <a:cubicBezTo>
                  <a:pt x="972071" y="24888"/>
                  <a:pt x="983030" y="20707"/>
                  <a:pt x="993593" y="20707"/>
                </a:cubicBezTo>
                <a:cubicBezTo>
                  <a:pt x="1019497" y="20707"/>
                  <a:pt x="1032651" y="36039"/>
                  <a:pt x="1037632" y="53161"/>
                </a:cubicBezTo>
                <a:cubicBezTo>
                  <a:pt x="1040821" y="53559"/>
                  <a:pt x="1044008" y="53161"/>
                  <a:pt x="1046401" y="51966"/>
                </a:cubicBezTo>
                <a:cubicBezTo>
                  <a:pt x="1044607" y="43604"/>
                  <a:pt x="1043610" y="33649"/>
                  <a:pt x="1042217" y="19312"/>
                </a:cubicBezTo>
                <a:cubicBezTo>
                  <a:pt x="1031854" y="19312"/>
                  <a:pt x="1021291" y="12336"/>
                  <a:pt x="996381" y="12336"/>
                </a:cubicBezTo>
                <a:close/>
                <a:moveTo>
                  <a:pt x="1189282" y="143491"/>
                </a:moveTo>
                <a:cubicBezTo>
                  <a:pt x="1189282" y="143491"/>
                  <a:pt x="1188285" y="129340"/>
                  <a:pt x="1188285" y="123155"/>
                </a:cubicBezTo>
                <a:lnTo>
                  <a:pt x="1188285" y="41393"/>
                </a:lnTo>
                <a:cubicBezTo>
                  <a:pt x="1188285" y="23648"/>
                  <a:pt x="1191672" y="22650"/>
                  <a:pt x="1205623" y="21255"/>
                </a:cubicBezTo>
                <a:cubicBezTo>
                  <a:pt x="1206818" y="20060"/>
                  <a:pt x="1206818" y="15675"/>
                  <a:pt x="1205623" y="14477"/>
                </a:cubicBezTo>
                <a:cubicBezTo>
                  <a:pt x="1195856" y="14678"/>
                  <a:pt x="1192469" y="14878"/>
                  <a:pt x="1184101" y="14878"/>
                </a:cubicBezTo>
                <a:cubicBezTo>
                  <a:pt x="1175134" y="14878"/>
                  <a:pt x="1170947" y="14678"/>
                  <a:pt x="1160985" y="14477"/>
                </a:cubicBezTo>
                <a:cubicBezTo>
                  <a:pt x="1159787" y="15675"/>
                  <a:pt x="1159787" y="20060"/>
                  <a:pt x="1160985" y="21255"/>
                </a:cubicBezTo>
                <a:cubicBezTo>
                  <a:pt x="1174933" y="22650"/>
                  <a:pt x="1178321" y="23246"/>
                  <a:pt x="1178321" y="41393"/>
                </a:cubicBezTo>
                <a:lnTo>
                  <a:pt x="1178321" y="97431"/>
                </a:lnTo>
                <a:cubicBezTo>
                  <a:pt x="1178321" y="102417"/>
                  <a:pt x="1175730" y="101420"/>
                  <a:pt x="1172942" y="98030"/>
                </a:cubicBezTo>
                <a:lnTo>
                  <a:pt x="1120133" y="35811"/>
                </a:lnTo>
                <a:lnTo>
                  <a:pt x="1102397" y="14878"/>
                </a:lnTo>
                <a:lnTo>
                  <a:pt x="1069916" y="14477"/>
                </a:lnTo>
                <a:cubicBezTo>
                  <a:pt x="1068718" y="15675"/>
                  <a:pt x="1068718" y="20060"/>
                  <a:pt x="1069916" y="21255"/>
                </a:cubicBezTo>
                <a:cubicBezTo>
                  <a:pt x="1078485" y="21851"/>
                  <a:pt x="1084463" y="28631"/>
                  <a:pt x="1085658" y="33816"/>
                </a:cubicBezTo>
                <a:lnTo>
                  <a:pt x="1085658" y="116973"/>
                </a:lnTo>
                <a:cubicBezTo>
                  <a:pt x="1085658" y="134722"/>
                  <a:pt x="1082270" y="135719"/>
                  <a:pt x="1068320" y="137115"/>
                </a:cubicBezTo>
                <a:cubicBezTo>
                  <a:pt x="1067125" y="138310"/>
                  <a:pt x="1067125" y="142695"/>
                  <a:pt x="1068320" y="143890"/>
                </a:cubicBezTo>
                <a:cubicBezTo>
                  <a:pt x="1078086" y="143692"/>
                  <a:pt x="1081872" y="143491"/>
                  <a:pt x="1090638" y="143491"/>
                </a:cubicBezTo>
                <a:cubicBezTo>
                  <a:pt x="1099408" y="143491"/>
                  <a:pt x="1102996" y="143692"/>
                  <a:pt x="1112957" y="143890"/>
                </a:cubicBezTo>
                <a:cubicBezTo>
                  <a:pt x="1114155" y="142695"/>
                  <a:pt x="1114155" y="138310"/>
                  <a:pt x="1112957" y="137115"/>
                </a:cubicBezTo>
                <a:cubicBezTo>
                  <a:pt x="1099010" y="135719"/>
                  <a:pt x="1095622" y="135120"/>
                  <a:pt x="1095622" y="116973"/>
                </a:cubicBezTo>
                <a:lnTo>
                  <a:pt x="1095622" y="57746"/>
                </a:lnTo>
                <a:cubicBezTo>
                  <a:pt x="1095622" y="55752"/>
                  <a:pt x="1096021" y="53760"/>
                  <a:pt x="1097216" y="53760"/>
                </a:cubicBezTo>
                <a:cubicBezTo>
                  <a:pt x="1098213" y="53760"/>
                  <a:pt x="1099806" y="55156"/>
                  <a:pt x="1101999" y="57746"/>
                </a:cubicBezTo>
                <a:lnTo>
                  <a:pt x="1168758" y="137115"/>
                </a:lnTo>
                <a:cubicBezTo>
                  <a:pt x="1172741" y="142050"/>
                  <a:pt x="1176727" y="145836"/>
                  <a:pt x="1176727" y="145836"/>
                </a:cubicBezTo>
                <a:cubicBezTo>
                  <a:pt x="1183703" y="145884"/>
                  <a:pt x="1185694" y="145285"/>
                  <a:pt x="1189282" y="143491"/>
                </a:cubicBezTo>
                <a:close/>
                <a:moveTo>
                  <a:pt x="1336747" y="143491"/>
                </a:moveTo>
                <a:cubicBezTo>
                  <a:pt x="1336747" y="143491"/>
                  <a:pt x="1335750" y="129340"/>
                  <a:pt x="1335750" y="123155"/>
                </a:cubicBezTo>
                <a:lnTo>
                  <a:pt x="1335750" y="41393"/>
                </a:lnTo>
                <a:cubicBezTo>
                  <a:pt x="1335750" y="23648"/>
                  <a:pt x="1339137" y="22650"/>
                  <a:pt x="1353088" y="21255"/>
                </a:cubicBezTo>
                <a:cubicBezTo>
                  <a:pt x="1354283" y="20060"/>
                  <a:pt x="1354283" y="15675"/>
                  <a:pt x="1353088" y="14477"/>
                </a:cubicBezTo>
                <a:cubicBezTo>
                  <a:pt x="1343321" y="14678"/>
                  <a:pt x="1339934" y="14878"/>
                  <a:pt x="1331566" y="14878"/>
                </a:cubicBezTo>
                <a:cubicBezTo>
                  <a:pt x="1322599" y="14878"/>
                  <a:pt x="1318412" y="14678"/>
                  <a:pt x="1308450" y="14477"/>
                </a:cubicBezTo>
                <a:cubicBezTo>
                  <a:pt x="1307252" y="15675"/>
                  <a:pt x="1307252" y="20060"/>
                  <a:pt x="1308450" y="21255"/>
                </a:cubicBezTo>
                <a:cubicBezTo>
                  <a:pt x="1322398" y="22650"/>
                  <a:pt x="1325785" y="23246"/>
                  <a:pt x="1325785" y="41393"/>
                </a:cubicBezTo>
                <a:lnTo>
                  <a:pt x="1325785" y="97431"/>
                </a:lnTo>
                <a:cubicBezTo>
                  <a:pt x="1325785" y="102417"/>
                  <a:pt x="1323195" y="101420"/>
                  <a:pt x="1320406" y="98030"/>
                </a:cubicBezTo>
                <a:lnTo>
                  <a:pt x="1267598" y="35811"/>
                </a:lnTo>
                <a:lnTo>
                  <a:pt x="1249862" y="14878"/>
                </a:lnTo>
                <a:lnTo>
                  <a:pt x="1217381" y="14477"/>
                </a:lnTo>
                <a:cubicBezTo>
                  <a:pt x="1216183" y="15675"/>
                  <a:pt x="1216183" y="20060"/>
                  <a:pt x="1217381" y="21255"/>
                </a:cubicBezTo>
                <a:cubicBezTo>
                  <a:pt x="1225949" y="21851"/>
                  <a:pt x="1231928" y="28631"/>
                  <a:pt x="1233123" y="33816"/>
                </a:cubicBezTo>
                <a:lnTo>
                  <a:pt x="1233123" y="116973"/>
                </a:lnTo>
                <a:cubicBezTo>
                  <a:pt x="1233123" y="134722"/>
                  <a:pt x="1229735" y="135719"/>
                  <a:pt x="1215784" y="137115"/>
                </a:cubicBezTo>
                <a:cubicBezTo>
                  <a:pt x="1214589" y="138310"/>
                  <a:pt x="1214589" y="142695"/>
                  <a:pt x="1215784" y="143890"/>
                </a:cubicBezTo>
                <a:cubicBezTo>
                  <a:pt x="1225551" y="143692"/>
                  <a:pt x="1229337" y="143491"/>
                  <a:pt x="1238103" y="143491"/>
                </a:cubicBezTo>
                <a:cubicBezTo>
                  <a:pt x="1246873" y="143491"/>
                  <a:pt x="1250461" y="143692"/>
                  <a:pt x="1260422" y="143890"/>
                </a:cubicBezTo>
                <a:cubicBezTo>
                  <a:pt x="1261620" y="142695"/>
                  <a:pt x="1261620" y="138310"/>
                  <a:pt x="1260422" y="137115"/>
                </a:cubicBezTo>
                <a:cubicBezTo>
                  <a:pt x="1246474" y="135719"/>
                  <a:pt x="1243087" y="135120"/>
                  <a:pt x="1243087" y="116973"/>
                </a:cubicBezTo>
                <a:lnTo>
                  <a:pt x="1243087" y="57746"/>
                </a:lnTo>
                <a:cubicBezTo>
                  <a:pt x="1243087" y="55752"/>
                  <a:pt x="1243485" y="53760"/>
                  <a:pt x="1244680" y="53760"/>
                </a:cubicBezTo>
                <a:cubicBezTo>
                  <a:pt x="1245678" y="53760"/>
                  <a:pt x="1247271" y="55156"/>
                  <a:pt x="1249463" y="57746"/>
                </a:cubicBezTo>
                <a:lnTo>
                  <a:pt x="1316222" y="137115"/>
                </a:lnTo>
                <a:cubicBezTo>
                  <a:pt x="1320206" y="142050"/>
                  <a:pt x="1324192" y="145836"/>
                  <a:pt x="1324192" y="145836"/>
                </a:cubicBezTo>
                <a:cubicBezTo>
                  <a:pt x="1331167" y="145884"/>
                  <a:pt x="1333159" y="145285"/>
                  <a:pt x="1336747" y="143491"/>
                </a:cubicBezTo>
                <a:close/>
                <a:moveTo>
                  <a:pt x="1427217" y="81862"/>
                </a:moveTo>
                <a:lnTo>
                  <a:pt x="1427217" y="165439"/>
                </a:lnTo>
                <a:cubicBezTo>
                  <a:pt x="1427217" y="182032"/>
                  <a:pt x="1425027" y="182434"/>
                  <a:pt x="1412871" y="183431"/>
                </a:cubicBezTo>
                <a:cubicBezTo>
                  <a:pt x="1411676" y="184626"/>
                  <a:pt x="1411676" y="189011"/>
                  <a:pt x="1412871" y="190206"/>
                </a:cubicBezTo>
                <a:cubicBezTo>
                  <a:pt x="1421239" y="190008"/>
                  <a:pt x="1429610" y="189808"/>
                  <a:pt x="1440170" y="189808"/>
                </a:cubicBezTo>
                <a:cubicBezTo>
                  <a:pt x="1450733" y="189808"/>
                  <a:pt x="1458904" y="190008"/>
                  <a:pt x="1467473" y="190206"/>
                </a:cubicBezTo>
                <a:cubicBezTo>
                  <a:pt x="1468668" y="189011"/>
                  <a:pt x="1468668" y="184626"/>
                  <a:pt x="1467473" y="183431"/>
                </a:cubicBezTo>
                <a:cubicBezTo>
                  <a:pt x="1455316" y="182631"/>
                  <a:pt x="1453123" y="182032"/>
                  <a:pt x="1453123" y="165439"/>
                </a:cubicBezTo>
                <a:lnTo>
                  <a:pt x="1453123" y="142059"/>
                </a:lnTo>
                <a:cubicBezTo>
                  <a:pt x="1457508" y="144252"/>
                  <a:pt x="1461692" y="145447"/>
                  <a:pt x="1466475" y="145447"/>
                </a:cubicBezTo>
                <a:cubicBezTo>
                  <a:pt x="1496767" y="145447"/>
                  <a:pt x="1516495" y="125518"/>
                  <a:pt x="1516495" y="96214"/>
                </a:cubicBezTo>
                <a:cubicBezTo>
                  <a:pt x="1516495" y="85052"/>
                  <a:pt x="1512308" y="72694"/>
                  <a:pt x="1504536" y="64919"/>
                </a:cubicBezTo>
                <a:cubicBezTo>
                  <a:pt x="1497564" y="57947"/>
                  <a:pt x="1487599" y="54955"/>
                  <a:pt x="1477236" y="54955"/>
                </a:cubicBezTo>
                <a:cubicBezTo>
                  <a:pt x="1471456" y="54955"/>
                  <a:pt x="1460698" y="61930"/>
                  <a:pt x="1453723" y="68307"/>
                </a:cubicBezTo>
                <a:lnTo>
                  <a:pt x="1452528" y="68307"/>
                </a:lnTo>
                <a:cubicBezTo>
                  <a:pt x="1452126" y="62727"/>
                  <a:pt x="1451530" y="58345"/>
                  <a:pt x="1451530" y="58345"/>
                </a:cubicBezTo>
                <a:cubicBezTo>
                  <a:pt x="1451329" y="55952"/>
                  <a:pt x="1449736" y="54955"/>
                  <a:pt x="1446948" y="54955"/>
                </a:cubicBezTo>
                <a:cubicBezTo>
                  <a:pt x="1439574" y="56989"/>
                  <a:pt x="1427618" y="59780"/>
                  <a:pt x="1413868" y="61571"/>
                </a:cubicBezTo>
                <a:cubicBezTo>
                  <a:pt x="1413466" y="62769"/>
                  <a:pt x="1413868" y="66753"/>
                  <a:pt x="1414266" y="67951"/>
                </a:cubicBezTo>
                <a:cubicBezTo>
                  <a:pt x="1425225" y="68906"/>
                  <a:pt x="1427217" y="70499"/>
                  <a:pt x="1427217" y="81862"/>
                </a:cubicBezTo>
                <a:moveTo>
                  <a:pt x="1453123" y="130501"/>
                </a:moveTo>
                <a:lnTo>
                  <a:pt x="1453123" y="79469"/>
                </a:lnTo>
                <a:cubicBezTo>
                  <a:pt x="1453123" y="78274"/>
                  <a:pt x="1453123" y="77277"/>
                  <a:pt x="1453123" y="76082"/>
                </a:cubicBezTo>
                <a:cubicBezTo>
                  <a:pt x="1458904" y="70900"/>
                  <a:pt x="1466278" y="68307"/>
                  <a:pt x="1470860" y="68307"/>
                </a:cubicBezTo>
                <a:cubicBezTo>
                  <a:pt x="1479030" y="68307"/>
                  <a:pt x="1488596" y="78274"/>
                  <a:pt x="1488596" y="101596"/>
                </a:cubicBezTo>
                <a:cubicBezTo>
                  <a:pt x="1488596" y="118342"/>
                  <a:pt x="1482615" y="137079"/>
                  <a:pt x="1465280" y="137079"/>
                </a:cubicBezTo>
                <a:cubicBezTo>
                  <a:pt x="1463088" y="137079"/>
                  <a:pt x="1458107" y="135884"/>
                  <a:pt x="1453123" y="130501"/>
                </a:cubicBezTo>
                <a:close/>
                <a:moveTo>
                  <a:pt x="1582854" y="133691"/>
                </a:moveTo>
                <a:cubicBezTo>
                  <a:pt x="1584246" y="141862"/>
                  <a:pt x="1589628" y="145447"/>
                  <a:pt x="1598395" y="145447"/>
                </a:cubicBezTo>
                <a:cubicBezTo>
                  <a:pt x="1609357" y="145447"/>
                  <a:pt x="1617129" y="141263"/>
                  <a:pt x="1624502" y="134287"/>
                </a:cubicBezTo>
                <a:cubicBezTo>
                  <a:pt x="1624104" y="131897"/>
                  <a:pt x="1623304" y="130304"/>
                  <a:pt x="1620914" y="128707"/>
                </a:cubicBezTo>
                <a:cubicBezTo>
                  <a:pt x="1618324" y="130702"/>
                  <a:pt x="1616332" y="131499"/>
                  <a:pt x="1612546" y="131499"/>
                </a:cubicBezTo>
                <a:cubicBezTo>
                  <a:pt x="1608162" y="131499"/>
                  <a:pt x="1606967" y="127911"/>
                  <a:pt x="1606967" y="118144"/>
                </a:cubicBezTo>
                <a:lnTo>
                  <a:pt x="1607365" y="89440"/>
                </a:lnTo>
                <a:cubicBezTo>
                  <a:pt x="1607365" y="60735"/>
                  <a:pt x="1589628" y="54955"/>
                  <a:pt x="1573288" y="54955"/>
                </a:cubicBezTo>
                <a:cubicBezTo>
                  <a:pt x="1558741" y="54955"/>
                  <a:pt x="1536422" y="63326"/>
                  <a:pt x="1536422" y="76483"/>
                </a:cubicBezTo>
                <a:cubicBezTo>
                  <a:pt x="1536422" y="82063"/>
                  <a:pt x="1538812" y="86448"/>
                  <a:pt x="1546584" y="86448"/>
                </a:cubicBezTo>
                <a:cubicBezTo>
                  <a:pt x="1553757" y="86448"/>
                  <a:pt x="1558938" y="82063"/>
                  <a:pt x="1558938" y="77280"/>
                </a:cubicBezTo>
                <a:cubicBezTo>
                  <a:pt x="1558938" y="74689"/>
                  <a:pt x="1557546" y="71299"/>
                  <a:pt x="1558142" y="67911"/>
                </a:cubicBezTo>
                <a:cubicBezTo>
                  <a:pt x="1558342" y="65719"/>
                  <a:pt x="1559936" y="63326"/>
                  <a:pt x="1566513" y="63326"/>
                </a:cubicBezTo>
                <a:cubicBezTo>
                  <a:pt x="1574881" y="63326"/>
                  <a:pt x="1581856" y="66914"/>
                  <a:pt x="1581856" y="92231"/>
                </a:cubicBezTo>
                <a:lnTo>
                  <a:pt x="1568504" y="96415"/>
                </a:lnTo>
                <a:cubicBezTo>
                  <a:pt x="1547581" y="102992"/>
                  <a:pt x="1532834" y="108776"/>
                  <a:pt x="1532834" y="124520"/>
                </a:cubicBezTo>
                <a:cubicBezTo>
                  <a:pt x="1532834" y="138274"/>
                  <a:pt x="1540405" y="145447"/>
                  <a:pt x="1557743" y="145447"/>
                </a:cubicBezTo>
                <a:cubicBezTo>
                  <a:pt x="1563524" y="145447"/>
                  <a:pt x="1575082" y="139070"/>
                  <a:pt x="1581656" y="133889"/>
                </a:cubicBezTo>
                <a:lnTo>
                  <a:pt x="1582854" y="133691"/>
                </a:lnTo>
                <a:moveTo>
                  <a:pt x="1581856" y="100003"/>
                </a:moveTo>
                <a:lnTo>
                  <a:pt x="1581856" y="126314"/>
                </a:lnTo>
                <a:cubicBezTo>
                  <a:pt x="1576876" y="130301"/>
                  <a:pt x="1571892" y="133490"/>
                  <a:pt x="1568307" y="133490"/>
                </a:cubicBezTo>
                <a:cubicBezTo>
                  <a:pt x="1559735" y="133490"/>
                  <a:pt x="1556746" y="127710"/>
                  <a:pt x="1556746" y="121531"/>
                </a:cubicBezTo>
                <a:cubicBezTo>
                  <a:pt x="1556746" y="114158"/>
                  <a:pt x="1557345" y="107976"/>
                  <a:pt x="1571494" y="103393"/>
                </a:cubicBezTo>
                <a:lnTo>
                  <a:pt x="1581856" y="100003"/>
                </a:lnTo>
                <a:close/>
                <a:moveTo>
                  <a:pt x="1670336" y="90045"/>
                </a:moveTo>
                <a:cubicBezTo>
                  <a:pt x="1670336" y="82863"/>
                  <a:pt x="1672528" y="79870"/>
                  <a:pt x="1675119" y="76878"/>
                </a:cubicBezTo>
                <a:cubicBezTo>
                  <a:pt x="1676712" y="74884"/>
                  <a:pt x="1678506" y="73488"/>
                  <a:pt x="1681495" y="73488"/>
                </a:cubicBezTo>
                <a:cubicBezTo>
                  <a:pt x="1683289" y="73488"/>
                  <a:pt x="1685479" y="75285"/>
                  <a:pt x="1687075" y="77280"/>
                </a:cubicBezTo>
                <a:cubicBezTo>
                  <a:pt x="1688471" y="78873"/>
                  <a:pt x="1691858" y="80469"/>
                  <a:pt x="1696440" y="80469"/>
                </a:cubicBezTo>
                <a:cubicBezTo>
                  <a:pt x="1702221" y="80469"/>
                  <a:pt x="1707801" y="74485"/>
                  <a:pt x="1707801" y="66117"/>
                </a:cubicBezTo>
                <a:cubicBezTo>
                  <a:pt x="1707801" y="60936"/>
                  <a:pt x="1701819" y="54955"/>
                  <a:pt x="1694646" y="54955"/>
                </a:cubicBezTo>
                <a:cubicBezTo>
                  <a:pt x="1687671" y="54955"/>
                  <a:pt x="1680100" y="60936"/>
                  <a:pt x="1670932" y="74087"/>
                </a:cubicBezTo>
                <a:lnTo>
                  <a:pt x="1670135" y="74087"/>
                </a:lnTo>
                <a:cubicBezTo>
                  <a:pt x="1669737" y="68109"/>
                  <a:pt x="1668740" y="58345"/>
                  <a:pt x="1668740" y="58345"/>
                </a:cubicBezTo>
                <a:cubicBezTo>
                  <a:pt x="1668542" y="56551"/>
                  <a:pt x="1666949" y="54955"/>
                  <a:pt x="1664157" y="54955"/>
                </a:cubicBezTo>
                <a:cubicBezTo>
                  <a:pt x="1654792" y="57387"/>
                  <a:pt x="1644231" y="60179"/>
                  <a:pt x="1631077" y="61571"/>
                </a:cubicBezTo>
                <a:cubicBezTo>
                  <a:pt x="1630679" y="62769"/>
                  <a:pt x="1631077" y="66555"/>
                  <a:pt x="1631476" y="67750"/>
                </a:cubicBezTo>
                <a:cubicBezTo>
                  <a:pt x="1642437" y="68748"/>
                  <a:pt x="1644429" y="70542"/>
                  <a:pt x="1644429" y="81902"/>
                </a:cubicBezTo>
                <a:lnTo>
                  <a:pt x="1644429" y="119178"/>
                </a:lnTo>
                <a:cubicBezTo>
                  <a:pt x="1644429" y="135719"/>
                  <a:pt x="1642237" y="136121"/>
                  <a:pt x="1630080" y="137115"/>
                </a:cubicBezTo>
                <a:cubicBezTo>
                  <a:pt x="1628885" y="138310"/>
                  <a:pt x="1628885" y="142695"/>
                  <a:pt x="1630080" y="143890"/>
                </a:cubicBezTo>
                <a:cubicBezTo>
                  <a:pt x="1638451" y="143692"/>
                  <a:pt x="1646819" y="143491"/>
                  <a:pt x="1657382" y="143491"/>
                </a:cubicBezTo>
                <a:cubicBezTo>
                  <a:pt x="1667943" y="143491"/>
                  <a:pt x="1676113" y="143692"/>
                  <a:pt x="1684682" y="143890"/>
                </a:cubicBezTo>
                <a:cubicBezTo>
                  <a:pt x="1685880" y="142695"/>
                  <a:pt x="1685880" y="138310"/>
                  <a:pt x="1684682" y="137115"/>
                </a:cubicBezTo>
                <a:cubicBezTo>
                  <a:pt x="1672528" y="136318"/>
                  <a:pt x="1670336" y="135719"/>
                  <a:pt x="1670336" y="119178"/>
                </a:cubicBezTo>
                <a:lnTo>
                  <a:pt x="1670336" y="90045"/>
                </a:lnTo>
                <a:close/>
                <a:moveTo>
                  <a:pt x="1768978" y="133691"/>
                </a:moveTo>
                <a:cubicBezTo>
                  <a:pt x="1770371" y="141862"/>
                  <a:pt x="1775753" y="145447"/>
                  <a:pt x="1784519" y="145447"/>
                </a:cubicBezTo>
                <a:cubicBezTo>
                  <a:pt x="1795481" y="145447"/>
                  <a:pt x="1803253" y="141263"/>
                  <a:pt x="1810627" y="134287"/>
                </a:cubicBezTo>
                <a:cubicBezTo>
                  <a:pt x="1810228" y="131897"/>
                  <a:pt x="1809429" y="130304"/>
                  <a:pt x="1807039" y="128707"/>
                </a:cubicBezTo>
                <a:cubicBezTo>
                  <a:pt x="1804448" y="130702"/>
                  <a:pt x="1802456" y="131499"/>
                  <a:pt x="1798671" y="131499"/>
                </a:cubicBezTo>
                <a:cubicBezTo>
                  <a:pt x="1794286" y="131499"/>
                  <a:pt x="1793091" y="127911"/>
                  <a:pt x="1793091" y="118144"/>
                </a:cubicBezTo>
                <a:lnTo>
                  <a:pt x="1793489" y="89440"/>
                </a:lnTo>
                <a:cubicBezTo>
                  <a:pt x="1793489" y="60735"/>
                  <a:pt x="1775753" y="54955"/>
                  <a:pt x="1759412" y="54955"/>
                </a:cubicBezTo>
                <a:cubicBezTo>
                  <a:pt x="1744865" y="54955"/>
                  <a:pt x="1722546" y="63326"/>
                  <a:pt x="1722546" y="76483"/>
                </a:cubicBezTo>
                <a:cubicBezTo>
                  <a:pt x="1722546" y="82063"/>
                  <a:pt x="1724936" y="86448"/>
                  <a:pt x="1732708" y="86448"/>
                </a:cubicBezTo>
                <a:cubicBezTo>
                  <a:pt x="1739881" y="86448"/>
                  <a:pt x="1745063" y="82063"/>
                  <a:pt x="1745063" y="77280"/>
                </a:cubicBezTo>
                <a:cubicBezTo>
                  <a:pt x="1745063" y="74689"/>
                  <a:pt x="1743670" y="71299"/>
                  <a:pt x="1744266" y="67911"/>
                </a:cubicBezTo>
                <a:cubicBezTo>
                  <a:pt x="1744467" y="65719"/>
                  <a:pt x="1746060" y="63326"/>
                  <a:pt x="1752637" y="63326"/>
                </a:cubicBezTo>
                <a:cubicBezTo>
                  <a:pt x="1761005" y="63326"/>
                  <a:pt x="1767981" y="66914"/>
                  <a:pt x="1767981" y="92231"/>
                </a:cubicBezTo>
                <a:lnTo>
                  <a:pt x="1754629" y="96415"/>
                </a:lnTo>
                <a:cubicBezTo>
                  <a:pt x="1733706" y="102992"/>
                  <a:pt x="1718958" y="108776"/>
                  <a:pt x="1718958" y="124520"/>
                </a:cubicBezTo>
                <a:cubicBezTo>
                  <a:pt x="1718958" y="138274"/>
                  <a:pt x="1726530" y="145447"/>
                  <a:pt x="1743868" y="145447"/>
                </a:cubicBezTo>
                <a:cubicBezTo>
                  <a:pt x="1749648" y="145447"/>
                  <a:pt x="1761206" y="139070"/>
                  <a:pt x="1767780" y="133889"/>
                </a:cubicBezTo>
                <a:lnTo>
                  <a:pt x="1768978" y="133691"/>
                </a:lnTo>
                <a:moveTo>
                  <a:pt x="1767981" y="100003"/>
                </a:moveTo>
                <a:lnTo>
                  <a:pt x="1767981" y="126314"/>
                </a:lnTo>
                <a:cubicBezTo>
                  <a:pt x="1763000" y="130301"/>
                  <a:pt x="1758016" y="133490"/>
                  <a:pt x="1754431" y="133490"/>
                </a:cubicBezTo>
                <a:cubicBezTo>
                  <a:pt x="1745859" y="133490"/>
                  <a:pt x="1742870" y="127710"/>
                  <a:pt x="1742870" y="121531"/>
                </a:cubicBezTo>
                <a:cubicBezTo>
                  <a:pt x="1742870" y="114158"/>
                  <a:pt x="1743469" y="107976"/>
                  <a:pt x="1757618" y="103393"/>
                </a:cubicBezTo>
                <a:lnTo>
                  <a:pt x="1767981" y="100003"/>
                </a:lnTo>
                <a:close/>
                <a:moveTo>
                  <a:pt x="1881169" y="124520"/>
                </a:moveTo>
                <a:cubicBezTo>
                  <a:pt x="1876985" y="127911"/>
                  <a:pt x="1866424" y="132295"/>
                  <a:pt x="1864031" y="132295"/>
                </a:cubicBezTo>
                <a:cubicBezTo>
                  <a:pt x="1854067" y="132295"/>
                  <a:pt x="1846295" y="121133"/>
                  <a:pt x="1846295" y="97811"/>
                </a:cubicBezTo>
                <a:cubicBezTo>
                  <a:pt x="1846295" y="87247"/>
                  <a:pt x="1847493" y="78076"/>
                  <a:pt x="1851279" y="71898"/>
                </a:cubicBezTo>
                <a:cubicBezTo>
                  <a:pt x="1854666" y="66516"/>
                  <a:pt x="1860045" y="63326"/>
                  <a:pt x="1866023" y="63326"/>
                </a:cubicBezTo>
                <a:cubicBezTo>
                  <a:pt x="1871204" y="63326"/>
                  <a:pt x="1876188" y="63925"/>
                  <a:pt x="1880971" y="70502"/>
                </a:cubicBezTo>
                <a:lnTo>
                  <a:pt x="1880971" y="119540"/>
                </a:lnTo>
                <a:cubicBezTo>
                  <a:pt x="1880971" y="121133"/>
                  <a:pt x="1880971" y="122927"/>
                  <a:pt x="1881169" y="124520"/>
                </a:cubicBezTo>
                <a:moveTo>
                  <a:pt x="1881768" y="133889"/>
                </a:moveTo>
                <a:cubicBezTo>
                  <a:pt x="1882166" y="138672"/>
                  <a:pt x="1882565" y="142059"/>
                  <a:pt x="1882565" y="142059"/>
                </a:cubicBezTo>
                <a:cubicBezTo>
                  <a:pt x="1882765" y="144452"/>
                  <a:pt x="1884359" y="145447"/>
                  <a:pt x="1887147" y="145447"/>
                </a:cubicBezTo>
                <a:cubicBezTo>
                  <a:pt x="1894521" y="143415"/>
                  <a:pt x="1906477" y="140624"/>
                  <a:pt x="1920227" y="138830"/>
                </a:cubicBezTo>
                <a:cubicBezTo>
                  <a:pt x="1920625" y="137635"/>
                  <a:pt x="1920227" y="133652"/>
                  <a:pt x="1919829" y="132454"/>
                </a:cubicBezTo>
                <a:cubicBezTo>
                  <a:pt x="1909067" y="131459"/>
                  <a:pt x="1906875" y="128270"/>
                  <a:pt x="1906875" y="116916"/>
                </a:cubicBezTo>
                <a:lnTo>
                  <a:pt x="1906875" y="27324"/>
                </a:lnTo>
                <a:cubicBezTo>
                  <a:pt x="1906875" y="14395"/>
                  <a:pt x="1907474" y="6985"/>
                  <a:pt x="1907474" y="6985"/>
                </a:cubicBezTo>
                <a:cubicBezTo>
                  <a:pt x="1907474" y="5166"/>
                  <a:pt x="1906078" y="4357"/>
                  <a:pt x="1904284" y="4357"/>
                </a:cubicBezTo>
                <a:cubicBezTo>
                  <a:pt x="1896914" y="6784"/>
                  <a:pt x="1880971" y="9007"/>
                  <a:pt x="1866823" y="9612"/>
                </a:cubicBezTo>
                <a:cubicBezTo>
                  <a:pt x="1866224" y="12005"/>
                  <a:pt x="1866424" y="14595"/>
                  <a:pt x="1867419" y="16389"/>
                </a:cubicBezTo>
                <a:cubicBezTo>
                  <a:pt x="1879974" y="17384"/>
                  <a:pt x="1880971" y="17581"/>
                  <a:pt x="1880971" y="31298"/>
                </a:cubicBezTo>
                <a:lnTo>
                  <a:pt x="1880971" y="57147"/>
                </a:lnTo>
                <a:cubicBezTo>
                  <a:pt x="1877182" y="55952"/>
                  <a:pt x="1872402" y="54955"/>
                  <a:pt x="1866622" y="54955"/>
                </a:cubicBezTo>
                <a:cubicBezTo>
                  <a:pt x="1840916" y="54955"/>
                  <a:pt x="1818396" y="77471"/>
                  <a:pt x="1818396" y="103965"/>
                </a:cubicBezTo>
                <a:cubicBezTo>
                  <a:pt x="1818396" y="115918"/>
                  <a:pt x="1822583" y="129468"/>
                  <a:pt x="1832347" y="137039"/>
                </a:cubicBezTo>
                <a:cubicBezTo>
                  <a:pt x="1839520" y="142658"/>
                  <a:pt x="1844504" y="145447"/>
                  <a:pt x="1855663" y="145447"/>
                </a:cubicBezTo>
                <a:cubicBezTo>
                  <a:pt x="1861042" y="145447"/>
                  <a:pt x="1875790" y="136680"/>
                  <a:pt x="1879974" y="133889"/>
                </a:cubicBezTo>
                <a:lnTo>
                  <a:pt x="1881768" y="133889"/>
                </a:lnTo>
                <a:close/>
                <a:moveTo>
                  <a:pt x="1969051" y="119184"/>
                </a:moveTo>
                <a:lnTo>
                  <a:pt x="1969051" y="79530"/>
                </a:lnTo>
                <a:cubicBezTo>
                  <a:pt x="1969051" y="69569"/>
                  <a:pt x="1969848" y="58382"/>
                  <a:pt x="1969848" y="58382"/>
                </a:cubicBezTo>
                <a:cubicBezTo>
                  <a:pt x="1969848" y="56165"/>
                  <a:pt x="1968054" y="54955"/>
                  <a:pt x="1965265" y="54955"/>
                </a:cubicBezTo>
                <a:cubicBezTo>
                  <a:pt x="1959686" y="57175"/>
                  <a:pt x="1943542" y="58786"/>
                  <a:pt x="1929792" y="60598"/>
                </a:cubicBezTo>
                <a:cubicBezTo>
                  <a:pt x="1929394" y="61796"/>
                  <a:pt x="1929792" y="65780"/>
                  <a:pt x="1930191" y="66978"/>
                </a:cubicBezTo>
                <a:cubicBezTo>
                  <a:pt x="1941152" y="67972"/>
                  <a:pt x="1943144" y="69569"/>
                  <a:pt x="1943144" y="80926"/>
                </a:cubicBezTo>
                <a:lnTo>
                  <a:pt x="1943144" y="119184"/>
                </a:lnTo>
                <a:cubicBezTo>
                  <a:pt x="1943144" y="135722"/>
                  <a:pt x="1940952" y="136121"/>
                  <a:pt x="1928798" y="137115"/>
                </a:cubicBezTo>
                <a:cubicBezTo>
                  <a:pt x="1927600" y="138310"/>
                  <a:pt x="1927600" y="142695"/>
                  <a:pt x="1928798" y="143890"/>
                </a:cubicBezTo>
                <a:cubicBezTo>
                  <a:pt x="1937166" y="143692"/>
                  <a:pt x="1945537" y="143491"/>
                  <a:pt x="1956097" y="143491"/>
                </a:cubicBezTo>
                <a:cubicBezTo>
                  <a:pt x="1966658" y="143491"/>
                  <a:pt x="1974828" y="143692"/>
                  <a:pt x="1983397" y="143890"/>
                </a:cubicBezTo>
                <a:cubicBezTo>
                  <a:pt x="1984595" y="142695"/>
                  <a:pt x="1984595" y="138310"/>
                  <a:pt x="1983397" y="137115"/>
                </a:cubicBezTo>
                <a:cubicBezTo>
                  <a:pt x="1971243" y="136318"/>
                  <a:pt x="1969051" y="135722"/>
                  <a:pt x="1969051" y="119184"/>
                </a:cubicBezTo>
                <a:moveTo>
                  <a:pt x="1942150" y="24694"/>
                </a:moveTo>
                <a:cubicBezTo>
                  <a:pt x="1942150" y="31268"/>
                  <a:pt x="1946930" y="37845"/>
                  <a:pt x="1954902" y="37845"/>
                </a:cubicBezTo>
                <a:cubicBezTo>
                  <a:pt x="1963870" y="37845"/>
                  <a:pt x="1969051" y="30672"/>
                  <a:pt x="1969051" y="25490"/>
                </a:cubicBezTo>
                <a:cubicBezTo>
                  <a:pt x="1969051" y="19512"/>
                  <a:pt x="1964469" y="12336"/>
                  <a:pt x="1956097" y="12336"/>
                </a:cubicBezTo>
                <a:cubicBezTo>
                  <a:pt x="1946732" y="12336"/>
                  <a:pt x="1942150" y="18716"/>
                  <a:pt x="1942150" y="24694"/>
                </a:cubicBezTo>
                <a:close/>
                <a:moveTo>
                  <a:pt x="2044776" y="86110"/>
                </a:moveTo>
                <a:cubicBezTo>
                  <a:pt x="2044776" y="105297"/>
                  <a:pt x="2039196" y="107693"/>
                  <a:pt x="2034014" y="107693"/>
                </a:cubicBezTo>
                <a:cubicBezTo>
                  <a:pt x="2021660" y="107693"/>
                  <a:pt x="2020064" y="92906"/>
                  <a:pt x="2020064" y="82714"/>
                </a:cubicBezTo>
                <a:cubicBezTo>
                  <a:pt x="2020064" y="67924"/>
                  <a:pt x="2023652" y="62529"/>
                  <a:pt x="2031424" y="62529"/>
                </a:cubicBezTo>
                <a:cubicBezTo>
                  <a:pt x="2040789" y="62529"/>
                  <a:pt x="2044776" y="70323"/>
                  <a:pt x="2044776" y="86110"/>
                </a:cubicBezTo>
                <a:moveTo>
                  <a:pt x="2021858" y="148560"/>
                </a:moveTo>
                <a:cubicBezTo>
                  <a:pt x="2037204" y="148560"/>
                  <a:pt x="2066696" y="149159"/>
                  <a:pt x="2066696" y="159714"/>
                </a:cubicBezTo>
                <a:cubicBezTo>
                  <a:pt x="2066696" y="166884"/>
                  <a:pt x="2063506" y="175048"/>
                  <a:pt x="2056932" y="178633"/>
                </a:cubicBezTo>
                <a:cubicBezTo>
                  <a:pt x="2050754" y="182218"/>
                  <a:pt x="2040592" y="182616"/>
                  <a:pt x="2033017" y="182616"/>
                </a:cubicBezTo>
                <a:cubicBezTo>
                  <a:pt x="2019866" y="182616"/>
                  <a:pt x="2010899" y="172859"/>
                  <a:pt x="2010899" y="162703"/>
                </a:cubicBezTo>
                <a:cubicBezTo>
                  <a:pt x="2010899" y="155931"/>
                  <a:pt x="2010899" y="151349"/>
                  <a:pt x="2013091" y="147365"/>
                </a:cubicBezTo>
                <a:cubicBezTo>
                  <a:pt x="2015083" y="148162"/>
                  <a:pt x="2017674" y="148560"/>
                  <a:pt x="2021858" y="148560"/>
                </a:cubicBezTo>
                <a:moveTo>
                  <a:pt x="2080048" y="64928"/>
                </a:moveTo>
                <a:cubicBezTo>
                  <a:pt x="2085628" y="64928"/>
                  <a:pt x="2088814" y="62529"/>
                  <a:pt x="2088814" y="55156"/>
                </a:cubicBezTo>
                <a:cubicBezTo>
                  <a:pt x="2088814" y="51370"/>
                  <a:pt x="2083636" y="45589"/>
                  <a:pt x="2076061" y="45589"/>
                </a:cubicBezTo>
                <a:cubicBezTo>
                  <a:pt x="2067295" y="45589"/>
                  <a:pt x="2055734" y="52167"/>
                  <a:pt x="2049957" y="57348"/>
                </a:cubicBezTo>
                <a:cubicBezTo>
                  <a:pt x="2046369" y="55356"/>
                  <a:pt x="2042185" y="54955"/>
                  <a:pt x="2033218" y="54955"/>
                </a:cubicBezTo>
                <a:cubicBezTo>
                  <a:pt x="2024649" y="54955"/>
                  <a:pt x="2016278" y="56950"/>
                  <a:pt x="2009704" y="61334"/>
                </a:cubicBezTo>
                <a:cubicBezTo>
                  <a:pt x="2001534" y="66525"/>
                  <a:pt x="1996151" y="74321"/>
                  <a:pt x="1996151" y="84514"/>
                </a:cubicBezTo>
                <a:cubicBezTo>
                  <a:pt x="1996151" y="94305"/>
                  <a:pt x="2001932" y="104896"/>
                  <a:pt x="2011495" y="110086"/>
                </a:cubicBezTo>
                <a:cubicBezTo>
                  <a:pt x="2005319" y="115468"/>
                  <a:pt x="1995753" y="126041"/>
                  <a:pt x="1995753" y="130030"/>
                </a:cubicBezTo>
                <a:cubicBezTo>
                  <a:pt x="1995753" y="133816"/>
                  <a:pt x="1996352" y="136206"/>
                  <a:pt x="1998344" y="139195"/>
                </a:cubicBezTo>
                <a:cubicBezTo>
                  <a:pt x="2000138" y="141986"/>
                  <a:pt x="2002528" y="143580"/>
                  <a:pt x="2006514" y="144775"/>
                </a:cubicBezTo>
                <a:cubicBezTo>
                  <a:pt x="1997946" y="149956"/>
                  <a:pt x="1989176" y="161307"/>
                  <a:pt x="1989176" y="164694"/>
                </a:cubicBezTo>
                <a:cubicBezTo>
                  <a:pt x="1989176" y="172062"/>
                  <a:pt x="1991569" y="180625"/>
                  <a:pt x="1996948" y="184410"/>
                </a:cubicBezTo>
                <a:cubicBezTo>
                  <a:pt x="2004720" y="189789"/>
                  <a:pt x="2017874" y="190984"/>
                  <a:pt x="2027437" y="190984"/>
                </a:cubicBezTo>
                <a:cubicBezTo>
                  <a:pt x="2055138" y="190984"/>
                  <a:pt x="2086823" y="176444"/>
                  <a:pt x="2086823" y="154535"/>
                </a:cubicBezTo>
                <a:cubicBezTo>
                  <a:pt x="2086823" y="150354"/>
                  <a:pt x="2084831" y="141786"/>
                  <a:pt x="2076858" y="136407"/>
                </a:cubicBezTo>
                <a:cubicBezTo>
                  <a:pt x="2069086" y="131225"/>
                  <a:pt x="2039196" y="129829"/>
                  <a:pt x="2024448" y="129829"/>
                </a:cubicBezTo>
                <a:cubicBezTo>
                  <a:pt x="2020863" y="129829"/>
                  <a:pt x="2015481" y="129431"/>
                  <a:pt x="2015481" y="121452"/>
                </a:cubicBezTo>
                <a:cubicBezTo>
                  <a:pt x="2015481" y="118260"/>
                  <a:pt x="2017476" y="115468"/>
                  <a:pt x="2018470" y="113075"/>
                </a:cubicBezTo>
                <a:cubicBezTo>
                  <a:pt x="2022654" y="115067"/>
                  <a:pt x="2026841" y="115267"/>
                  <a:pt x="2033017" y="115267"/>
                </a:cubicBezTo>
                <a:cubicBezTo>
                  <a:pt x="2043182" y="115267"/>
                  <a:pt x="2052548" y="112677"/>
                  <a:pt x="2059322" y="106696"/>
                </a:cubicBezTo>
                <a:cubicBezTo>
                  <a:pt x="2065103" y="101499"/>
                  <a:pt x="2069086" y="94505"/>
                  <a:pt x="2069086" y="85511"/>
                </a:cubicBezTo>
                <a:cubicBezTo>
                  <a:pt x="2069086" y="74321"/>
                  <a:pt x="2063506" y="66926"/>
                  <a:pt x="2056732" y="61334"/>
                </a:cubicBezTo>
                <a:cubicBezTo>
                  <a:pt x="2058325" y="59340"/>
                  <a:pt x="2064902" y="55755"/>
                  <a:pt x="2066894" y="55755"/>
                </a:cubicBezTo>
                <a:cubicBezTo>
                  <a:pt x="2068688" y="55755"/>
                  <a:pt x="2070083" y="56950"/>
                  <a:pt x="2070682" y="58145"/>
                </a:cubicBezTo>
                <a:cubicBezTo>
                  <a:pt x="2071479" y="60735"/>
                  <a:pt x="2075064" y="64928"/>
                  <a:pt x="2080048" y="64928"/>
                </a:cubicBezTo>
                <a:close/>
                <a:moveTo>
                  <a:pt x="2136244" y="119166"/>
                </a:moveTo>
                <a:lnTo>
                  <a:pt x="2136244" y="79475"/>
                </a:lnTo>
                <a:cubicBezTo>
                  <a:pt x="2136244" y="78478"/>
                  <a:pt x="2136244" y="77480"/>
                  <a:pt x="2136244" y="76483"/>
                </a:cubicBezTo>
                <a:cubicBezTo>
                  <a:pt x="2144016" y="71697"/>
                  <a:pt x="2150989" y="69702"/>
                  <a:pt x="2154379" y="69702"/>
                </a:cubicBezTo>
                <a:cubicBezTo>
                  <a:pt x="2162349" y="69702"/>
                  <a:pt x="2168327" y="73293"/>
                  <a:pt x="2168327" y="84663"/>
                </a:cubicBezTo>
                <a:lnTo>
                  <a:pt x="2168327" y="117968"/>
                </a:lnTo>
                <a:cubicBezTo>
                  <a:pt x="2168327" y="134722"/>
                  <a:pt x="2165137" y="136516"/>
                  <a:pt x="2156967" y="137115"/>
                </a:cubicBezTo>
                <a:cubicBezTo>
                  <a:pt x="2155772" y="138310"/>
                  <a:pt x="2155772" y="142695"/>
                  <a:pt x="2156967" y="143890"/>
                </a:cubicBezTo>
                <a:cubicBezTo>
                  <a:pt x="2165338" y="143692"/>
                  <a:pt x="2171714" y="143491"/>
                  <a:pt x="2181280" y="143491"/>
                </a:cubicBezTo>
                <a:cubicBezTo>
                  <a:pt x="2190846" y="143491"/>
                  <a:pt x="2197022" y="143692"/>
                  <a:pt x="2205591" y="143890"/>
                </a:cubicBezTo>
                <a:cubicBezTo>
                  <a:pt x="2206789" y="142695"/>
                  <a:pt x="2206789" y="138310"/>
                  <a:pt x="2205591" y="137115"/>
                </a:cubicBezTo>
                <a:cubicBezTo>
                  <a:pt x="2197621" y="136516"/>
                  <a:pt x="2194234" y="134722"/>
                  <a:pt x="2194234" y="117968"/>
                </a:cubicBezTo>
                <a:lnTo>
                  <a:pt x="2194234" y="86855"/>
                </a:lnTo>
                <a:cubicBezTo>
                  <a:pt x="2194234" y="81868"/>
                  <a:pt x="2194033" y="77882"/>
                  <a:pt x="2193437" y="75887"/>
                </a:cubicBezTo>
                <a:cubicBezTo>
                  <a:pt x="2201008" y="72095"/>
                  <a:pt x="2209577" y="69702"/>
                  <a:pt x="2212767" y="69702"/>
                </a:cubicBezTo>
                <a:cubicBezTo>
                  <a:pt x="2220736" y="69702"/>
                  <a:pt x="2226316" y="73293"/>
                  <a:pt x="2226316" y="84663"/>
                </a:cubicBezTo>
                <a:lnTo>
                  <a:pt x="2226316" y="117968"/>
                </a:lnTo>
                <a:cubicBezTo>
                  <a:pt x="2226316" y="134722"/>
                  <a:pt x="2223126" y="136516"/>
                  <a:pt x="2214959" y="137115"/>
                </a:cubicBezTo>
                <a:cubicBezTo>
                  <a:pt x="2213761" y="138310"/>
                  <a:pt x="2213761" y="142695"/>
                  <a:pt x="2214959" y="143890"/>
                </a:cubicBezTo>
                <a:cubicBezTo>
                  <a:pt x="2223327" y="143692"/>
                  <a:pt x="2229704" y="143491"/>
                  <a:pt x="2239270" y="143491"/>
                </a:cubicBezTo>
                <a:cubicBezTo>
                  <a:pt x="2250228" y="143491"/>
                  <a:pt x="2258998" y="143692"/>
                  <a:pt x="2267567" y="143890"/>
                </a:cubicBezTo>
                <a:cubicBezTo>
                  <a:pt x="2268762" y="142695"/>
                  <a:pt x="2268762" y="138310"/>
                  <a:pt x="2267567" y="137115"/>
                </a:cubicBezTo>
                <a:cubicBezTo>
                  <a:pt x="2255410" y="136516"/>
                  <a:pt x="2252223" y="134722"/>
                  <a:pt x="2252223" y="117968"/>
                </a:cubicBezTo>
                <a:lnTo>
                  <a:pt x="2252223" y="86855"/>
                </a:lnTo>
                <a:cubicBezTo>
                  <a:pt x="2252223" y="64919"/>
                  <a:pt x="2244250" y="54955"/>
                  <a:pt x="2227113" y="54955"/>
                </a:cubicBezTo>
                <a:cubicBezTo>
                  <a:pt x="2219739" y="54955"/>
                  <a:pt x="2203000" y="62928"/>
                  <a:pt x="2191442" y="69505"/>
                </a:cubicBezTo>
                <a:cubicBezTo>
                  <a:pt x="2188453" y="60735"/>
                  <a:pt x="2180483" y="54955"/>
                  <a:pt x="2168725" y="54955"/>
                </a:cubicBezTo>
                <a:cubicBezTo>
                  <a:pt x="2161552" y="54955"/>
                  <a:pt x="2147203" y="62529"/>
                  <a:pt x="2135846" y="68906"/>
                </a:cubicBezTo>
                <a:cubicBezTo>
                  <a:pt x="2135247" y="62928"/>
                  <a:pt x="2134648" y="58345"/>
                  <a:pt x="2134648" y="58345"/>
                </a:cubicBezTo>
                <a:cubicBezTo>
                  <a:pt x="2134450" y="55952"/>
                  <a:pt x="2132857" y="54955"/>
                  <a:pt x="2130065" y="54955"/>
                </a:cubicBezTo>
                <a:cubicBezTo>
                  <a:pt x="2122692" y="56989"/>
                  <a:pt x="2110736" y="59780"/>
                  <a:pt x="2096985" y="61571"/>
                </a:cubicBezTo>
                <a:cubicBezTo>
                  <a:pt x="2096587" y="62769"/>
                  <a:pt x="2096985" y="66753"/>
                  <a:pt x="2097384" y="67951"/>
                </a:cubicBezTo>
                <a:cubicBezTo>
                  <a:pt x="2108346" y="68948"/>
                  <a:pt x="2110337" y="70542"/>
                  <a:pt x="2110337" y="81902"/>
                </a:cubicBezTo>
                <a:lnTo>
                  <a:pt x="2110337" y="119178"/>
                </a:lnTo>
                <a:cubicBezTo>
                  <a:pt x="2110337" y="135719"/>
                  <a:pt x="2108145" y="136121"/>
                  <a:pt x="2095988" y="137115"/>
                </a:cubicBezTo>
                <a:cubicBezTo>
                  <a:pt x="2094793" y="138310"/>
                  <a:pt x="2094793" y="142695"/>
                  <a:pt x="2095988" y="143890"/>
                </a:cubicBezTo>
                <a:cubicBezTo>
                  <a:pt x="2104359" y="143692"/>
                  <a:pt x="2112727" y="143491"/>
                  <a:pt x="2123291" y="143491"/>
                </a:cubicBezTo>
                <a:cubicBezTo>
                  <a:pt x="2132458" y="143491"/>
                  <a:pt x="2138038" y="143692"/>
                  <a:pt x="2146607" y="143890"/>
                </a:cubicBezTo>
                <a:cubicBezTo>
                  <a:pt x="2147802" y="142695"/>
                  <a:pt x="2147802" y="138310"/>
                  <a:pt x="2146607" y="137115"/>
                </a:cubicBezTo>
                <a:cubicBezTo>
                  <a:pt x="2138236" y="136318"/>
                  <a:pt x="2136244" y="135719"/>
                  <a:pt x="2136244" y="119166"/>
                </a:cubicBezTo>
                <a:close/>
                <a:moveTo>
                  <a:pt x="2280919" y="131897"/>
                </a:moveTo>
                <a:cubicBezTo>
                  <a:pt x="2280919" y="139469"/>
                  <a:pt x="2287295" y="145447"/>
                  <a:pt x="2295265" y="145447"/>
                </a:cubicBezTo>
                <a:cubicBezTo>
                  <a:pt x="2303237" y="145447"/>
                  <a:pt x="2310012" y="139070"/>
                  <a:pt x="2310012" y="131499"/>
                </a:cubicBezTo>
                <a:cubicBezTo>
                  <a:pt x="2310012" y="123727"/>
                  <a:pt x="2303636" y="117749"/>
                  <a:pt x="2295663" y="117749"/>
                </a:cubicBezTo>
                <a:cubicBezTo>
                  <a:pt x="2287693" y="117749"/>
                  <a:pt x="2280919" y="124125"/>
                  <a:pt x="2280919" y="1318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7FCCFF-99C7-4D4F-AE72-90DDEBBF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3" y="4120348"/>
            <a:ext cx="6865222" cy="2633868"/>
          </a:xfrm>
          <a:custGeom xmlns:a="http://schemas.openxmlformats.org/drawingml/2006/main">
            <a:pathLst>
              <a:path w="6865222" h="2633868">
                <a:moveTo>
                  <a:pt x="6865222" y="2633868"/>
                </a:moveTo>
                <a:lnTo>
                  <a:pt x="6865222" y="0"/>
                </a:lnTo>
                <a:lnTo>
                  <a:pt x="0" y="0"/>
                </a:lnTo>
                <a:lnTo>
                  <a:pt x="0" y="2633868"/>
                </a:lnTo>
                <a:lnTo>
                  <a:pt x="6865222" y="263386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413288-BB28-429A-904F-901FB202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84" y="4196607"/>
            <a:ext cx="862739" cy="575160"/>
          </a:xfrm>
          <a:custGeom xmlns:a="http://schemas.openxmlformats.org/drawingml/2006/main">
            <a:pathLst>
              <a:path w="862739" h="575160">
                <a:moveTo>
                  <a:pt x="123372" y="434102"/>
                </a:moveTo>
                <a:cubicBezTo>
                  <a:pt x="73045" y="425618"/>
                  <a:pt x="32353" y="394559"/>
                  <a:pt x="17686" y="353436"/>
                </a:cubicBezTo>
                <a:cubicBezTo>
                  <a:pt x="0" y="313462"/>
                  <a:pt x="8052" y="268743"/>
                  <a:pt x="38967" y="234953"/>
                </a:cubicBezTo>
                <a:cubicBezTo>
                  <a:pt x="66431" y="203750"/>
                  <a:pt x="110431" y="186064"/>
                  <a:pt x="156587" y="187646"/>
                </a:cubicBezTo>
                <a:cubicBezTo>
                  <a:pt x="182901" y="153999"/>
                  <a:pt x="230639" y="136600"/>
                  <a:pt x="277946" y="143502"/>
                </a:cubicBezTo>
                <a:cubicBezTo>
                  <a:pt x="280534" y="107555"/>
                  <a:pt x="298652" y="73620"/>
                  <a:pt x="328991" y="48170"/>
                </a:cubicBezTo>
                <a:cubicBezTo>
                  <a:pt x="371697" y="11072"/>
                  <a:pt x="437265" y="0"/>
                  <a:pt x="493918" y="20274"/>
                </a:cubicBezTo>
                <a:cubicBezTo>
                  <a:pt x="529291" y="31778"/>
                  <a:pt x="558192" y="54209"/>
                  <a:pt x="574441" y="82967"/>
                </a:cubicBezTo>
                <a:cubicBezTo>
                  <a:pt x="617002" y="64130"/>
                  <a:pt x="668192" y="64993"/>
                  <a:pt x="709747" y="85267"/>
                </a:cubicBezTo>
                <a:cubicBezTo>
                  <a:pt x="749433" y="103241"/>
                  <a:pt x="778191" y="134587"/>
                  <a:pt x="788400" y="171398"/>
                </a:cubicBezTo>
                <a:cubicBezTo>
                  <a:pt x="794008" y="187790"/>
                  <a:pt x="795302" y="204901"/>
                  <a:pt x="792138" y="221724"/>
                </a:cubicBezTo>
                <a:cubicBezTo>
                  <a:pt x="835994" y="242861"/>
                  <a:pt x="862739" y="282403"/>
                  <a:pt x="861589" y="324821"/>
                </a:cubicBezTo>
                <a:cubicBezTo>
                  <a:pt x="860582" y="363069"/>
                  <a:pt x="837001" y="398442"/>
                  <a:pt x="798609" y="419435"/>
                </a:cubicBezTo>
                <a:cubicBezTo>
                  <a:pt x="792426" y="410808"/>
                  <a:pt x="784949" y="403043"/>
                  <a:pt x="776465" y="396141"/>
                </a:cubicBezTo>
                <a:cubicBezTo>
                  <a:pt x="807955" y="380180"/>
                  <a:pt x="826792" y="351135"/>
                  <a:pt x="825498" y="320220"/>
                </a:cubicBezTo>
                <a:cubicBezTo>
                  <a:pt x="825066" y="297645"/>
                  <a:pt x="814138" y="276220"/>
                  <a:pt x="794870" y="260547"/>
                </a:cubicBezTo>
                <a:cubicBezTo>
                  <a:pt x="782792" y="251920"/>
                  <a:pt x="769420" y="244587"/>
                  <a:pt x="755041" y="238835"/>
                </a:cubicBezTo>
                <a:cubicBezTo>
                  <a:pt x="761080" y="217554"/>
                  <a:pt x="760792" y="195554"/>
                  <a:pt x="754178" y="174417"/>
                </a:cubicBezTo>
                <a:cubicBezTo>
                  <a:pt x="742675" y="146091"/>
                  <a:pt x="718374" y="122365"/>
                  <a:pt x="686597" y="108561"/>
                </a:cubicBezTo>
                <a:cubicBezTo>
                  <a:pt x="663447" y="99503"/>
                  <a:pt x="637277" y="97202"/>
                  <a:pt x="612401" y="102378"/>
                </a:cubicBezTo>
                <a:cubicBezTo>
                  <a:pt x="594427" y="107411"/>
                  <a:pt x="577029" y="113882"/>
                  <a:pt x="560493" y="121790"/>
                </a:cubicBezTo>
                <a:lnTo>
                  <a:pt x="534611" y="82248"/>
                </a:lnTo>
                <a:cubicBezTo>
                  <a:pt x="516637" y="62117"/>
                  <a:pt x="491186" y="47451"/>
                  <a:pt x="462428" y="40405"/>
                </a:cubicBezTo>
                <a:cubicBezTo>
                  <a:pt x="422598" y="33647"/>
                  <a:pt x="381618" y="44143"/>
                  <a:pt x="353004" y="68300"/>
                </a:cubicBezTo>
                <a:cubicBezTo>
                  <a:pt x="331004" y="86130"/>
                  <a:pt x="316769" y="109568"/>
                  <a:pt x="312312" y="134875"/>
                </a:cubicBezTo>
                <a:lnTo>
                  <a:pt x="310442" y="178299"/>
                </a:lnTo>
                <a:lnTo>
                  <a:pt x="268743" y="171398"/>
                </a:lnTo>
                <a:cubicBezTo>
                  <a:pt x="238979" y="167803"/>
                  <a:pt x="209358" y="177868"/>
                  <a:pt x="190953" y="197711"/>
                </a:cubicBezTo>
                <a:lnTo>
                  <a:pt x="173267" y="218704"/>
                </a:lnTo>
                <a:cubicBezTo>
                  <a:pt x="157594" y="217267"/>
                  <a:pt x="141777" y="217410"/>
                  <a:pt x="126104" y="219423"/>
                </a:cubicBezTo>
                <a:cubicBezTo>
                  <a:pt x="89006" y="228051"/>
                  <a:pt x="59960" y="252064"/>
                  <a:pt x="49176" y="282978"/>
                </a:cubicBezTo>
                <a:cubicBezTo>
                  <a:pt x="39686" y="308861"/>
                  <a:pt x="43137" y="336756"/>
                  <a:pt x="58522" y="360481"/>
                </a:cubicBezTo>
                <a:cubicBezTo>
                  <a:pt x="73908" y="384494"/>
                  <a:pt x="102091" y="400886"/>
                  <a:pt x="134444" y="404625"/>
                </a:cubicBezTo>
                <a:lnTo>
                  <a:pt x="388233" y="404625"/>
                </a:lnTo>
                <a:cubicBezTo>
                  <a:pt x="380468" y="413683"/>
                  <a:pt x="374141" y="423605"/>
                  <a:pt x="369684" y="434102"/>
                </a:cubicBezTo>
                <a:lnTo>
                  <a:pt x="123372" y="434102"/>
                </a:lnTo>
                <a:close/>
                <a:moveTo>
                  <a:pt x="486441" y="285279"/>
                </a:moveTo>
                <a:cubicBezTo>
                  <a:pt x="486441" y="234521"/>
                  <a:pt x="530872" y="193254"/>
                  <a:pt x="586519" y="192247"/>
                </a:cubicBezTo>
                <a:cubicBezTo>
                  <a:pt x="639577" y="192103"/>
                  <a:pt x="684008" y="229201"/>
                  <a:pt x="688466" y="277514"/>
                </a:cubicBezTo>
                <a:cubicBezTo>
                  <a:pt x="692061" y="304116"/>
                  <a:pt x="683002" y="330861"/>
                  <a:pt x="663447" y="350991"/>
                </a:cubicBezTo>
                <a:cubicBezTo>
                  <a:pt x="643891" y="370978"/>
                  <a:pt x="615852" y="382337"/>
                  <a:pt x="586519" y="382194"/>
                </a:cubicBezTo>
                <a:cubicBezTo>
                  <a:pt x="559055" y="381762"/>
                  <a:pt x="532885" y="371265"/>
                  <a:pt x="514049" y="353004"/>
                </a:cubicBezTo>
                <a:cubicBezTo>
                  <a:pt x="495212" y="334743"/>
                  <a:pt x="485291" y="310299"/>
                  <a:pt x="486441" y="285279"/>
                </a:cubicBezTo>
                <a:close/>
                <a:moveTo>
                  <a:pt x="379893" y="575160"/>
                </a:moveTo>
                <a:cubicBezTo>
                  <a:pt x="382912" y="533173"/>
                  <a:pt x="390102" y="491474"/>
                  <a:pt x="401174" y="450350"/>
                </a:cubicBezTo>
                <a:cubicBezTo>
                  <a:pt x="405344" y="436834"/>
                  <a:pt x="414834" y="424755"/>
                  <a:pt x="428062" y="416272"/>
                </a:cubicBezTo>
                <a:cubicBezTo>
                  <a:pt x="444598" y="406638"/>
                  <a:pt x="462284" y="398586"/>
                  <a:pt x="480833" y="392259"/>
                </a:cubicBezTo>
                <a:cubicBezTo>
                  <a:pt x="488023" y="388089"/>
                  <a:pt x="497657" y="388808"/>
                  <a:pt x="503984" y="393840"/>
                </a:cubicBezTo>
                <a:cubicBezTo>
                  <a:pt x="523108" y="410808"/>
                  <a:pt x="554598" y="421017"/>
                  <a:pt x="588388" y="421017"/>
                </a:cubicBezTo>
                <a:cubicBezTo>
                  <a:pt x="622179" y="421017"/>
                  <a:pt x="653669" y="410808"/>
                  <a:pt x="672649" y="393840"/>
                </a:cubicBezTo>
                <a:cubicBezTo>
                  <a:pt x="678832" y="389239"/>
                  <a:pt x="687891" y="388520"/>
                  <a:pt x="694937" y="392259"/>
                </a:cubicBezTo>
                <a:cubicBezTo>
                  <a:pt x="713198" y="397723"/>
                  <a:pt x="730453" y="405487"/>
                  <a:pt x="745838" y="415553"/>
                </a:cubicBezTo>
                <a:cubicBezTo>
                  <a:pt x="761080" y="424612"/>
                  <a:pt x="771720" y="438128"/>
                  <a:pt x="775459" y="453513"/>
                </a:cubicBezTo>
                <a:cubicBezTo>
                  <a:pt x="786674" y="493487"/>
                  <a:pt x="794152" y="534179"/>
                  <a:pt x="797746" y="575160"/>
                </a:cubicBezTo>
                <a:lnTo>
                  <a:pt x="379893" y="575160"/>
                </a:lnTo>
                <a:close/>
              </a:path>
            </a:pathLst>
          </a:custGeom>
          <a:solidFill xmlns:a="http://schemas.openxmlformats.org/drawingml/2006/main">
            <a:srgbClr val="505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7DFFBE-D0D1-4706-8FF2-334D6B99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395" y="4196607"/>
            <a:ext cx="862739" cy="575160"/>
          </a:xfrm>
          <a:custGeom xmlns:a="http://schemas.openxmlformats.org/drawingml/2006/main">
            <a:pathLst>
              <a:path w="862739" h="575160">
                <a:moveTo>
                  <a:pt x="123372" y="434102"/>
                </a:moveTo>
                <a:cubicBezTo>
                  <a:pt x="73045" y="425618"/>
                  <a:pt x="32353" y="394559"/>
                  <a:pt x="17686" y="353436"/>
                </a:cubicBezTo>
                <a:cubicBezTo>
                  <a:pt x="0" y="313462"/>
                  <a:pt x="8052" y="268743"/>
                  <a:pt x="38967" y="234953"/>
                </a:cubicBezTo>
                <a:cubicBezTo>
                  <a:pt x="66431" y="203750"/>
                  <a:pt x="110431" y="186064"/>
                  <a:pt x="156587" y="187646"/>
                </a:cubicBezTo>
                <a:cubicBezTo>
                  <a:pt x="182901" y="153999"/>
                  <a:pt x="230639" y="136600"/>
                  <a:pt x="277946" y="143502"/>
                </a:cubicBezTo>
                <a:cubicBezTo>
                  <a:pt x="280534" y="107555"/>
                  <a:pt x="298652" y="73620"/>
                  <a:pt x="328991" y="48170"/>
                </a:cubicBezTo>
                <a:cubicBezTo>
                  <a:pt x="371697" y="11072"/>
                  <a:pt x="437265" y="0"/>
                  <a:pt x="493918" y="20274"/>
                </a:cubicBezTo>
                <a:cubicBezTo>
                  <a:pt x="529291" y="31778"/>
                  <a:pt x="558192" y="54209"/>
                  <a:pt x="574441" y="82967"/>
                </a:cubicBezTo>
                <a:cubicBezTo>
                  <a:pt x="617002" y="64130"/>
                  <a:pt x="668192" y="64993"/>
                  <a:pt x="709747" y="85267"/>
                </a:cubicBezTo>
                <a:cubicBezTo>
                  <a:pt x="749433" y="103241"/>
                  <a:pt x="778191" y="134587"/>
                  <a:pt x="788400" y="171398"/>
                </a:cubicBezTo>
                <a:cubicBezTo>
                  <a:pt x="794008" y="187790"/>
                  <a:pt x="795302" y="204901"/>
                  <a:pt x="792138" y="221724"/>
                </a:cubicBezTo>
                <a:cubicBezTo>
                  <a:pt x="835994" y="242861"/>
                  <a:pt x="862739" y="282403"/>
                  <a:pt x="861589" y="324821"/>
                </a:cubicBezTo>
                <a:cubicBezTo>
                  <a:pt x="860582" y="363069"/>
                  <a:pt x="837001" y="398442"/>
                  <a:pt x="798609" y="419435"/>
                </a:cubicBezTo>
                <a:cubicBezTo>
                  <a:pt x="792426" y="410808"/>
                  <a:pt x="784949" y="403043"/>
                  <a:pt x="776465" y="396141"/>
                </a:cubicBezTo>
                <a:cubicBezTo>
                  <a:pt x="807955" y="380180"/>
                  <a:pt x="826792" y="351135"/>
                  <a:pt x="825498" y="320220"/>
                </a:cubicBezTo>
                <a:cubicBezTo>
                  <a:pt x="825066" y="297645"/>
                  <a:pt x="814138" y="276220"/>
                  <a:pt x="794870" y="260547"/>
                </a:cubicBezTo>
                <a:cubicBezTo>
                  <a:pt x="782792" y="251920"/>
                  <a:pt x="769420" y="244587"/>
                  <a:pt x="755041" y="238835"/>
                </a:cubicBezTo>
                <a:cubicBezTo>
                  <a:pt x="761080" y="217554"/>
                  <a:pt x="760792" y="195554"/>
                  <a:pt x="754178" y="174417"/>
                </a:cubicBezTo>
                <a:cubicBezTo>
                  <a:pt x="742675" y="146091"/>
                  <a:pt x="718374" y="122365"/>
                  <a:pt x="686597" y="108561"/>
                </a:cubicBezTo>
                <a:cubicBezTo>
                  <a:pt x="663447" y="99503"/>
                  <a:pt x="637277" y="97202"/>
                  <a:pt x="612401" y="102378"/>
                </a:cubicBezTo>
                <a:cubicBezTo>
                  <a:pt x="594427" y="107411"/>
                  <a:pt x="577029" y="113882"/>
                  <a:pt x="560493" y="121790"/>
                </a:cubicBezTo>
                <a:lnTo>
                  <a:pt x="534611" y="82248"/>
                </a:lnTo>
                <a:cubicBezTo>
                  <a:pt x="516637" y="62117"/>
                  <a:pt x="491186" y="47451"/>
                  <a:pt x="462428" y="40405"/>
                </a:cubicBezTo>
                <a:cubicBezTo>
                  <a:pt x="422598" y="33647"/>
                  <a:pt x="381618" y="44143"/>
                  <a:pt x="353004" y="68300"/>
                </a:cubicBezTo>
                <a:cubicBezTo>
                  <a:pt x="331004" y="86130"/>
                  <a:pt x="316769" y="109568"/>
                  <a:pt x="312312" y="134875"/>
                </a:cubicBezTo>
                <a:lnTo>
                  <a:pt x="310442" y="178299"/>
                </a:lnTo>
                <a:lnTo>
                  <a:pt x="268743" y="171398"/>
                </a:lnTo>
                <a:cubicBezTo>
                  <a:pt x="238979" y="167803"/>
                  <a:pt x="209358" y="177868"/>
                  <a:pt x="190953" y="197711"/>
                </a:cubicBezTo>
                <a:lnTo>
                  <a:pt x="173267" y="218704"/>
                </a:lnTo>
                <a:cubicBezTo>
                  <a:pt x="157594" y="217267"/>
                  <a:pt x="141777" y="217410"/>
                  <a:pt x="126104" y="219423"/>
                </a:cubicBezTo>
                <a:cubicBezTo>
                  <a:pt x="89006" y="228051"/>
                  <a:pt x="59960" y="252064"/>
                  <a:pt x="49176" y="282978"/>
                </a:cubicBezTo>
                <a:cubicBezTo>
                  <a:pt x="39686" y="308861"/>
                  <a:pt x="43137" y="336756"/>
                  <a:pt x="58522" y="360481"/>
                </a:cubicBezTo>
                <a:cubicBezTo>
                  <a:pt x="73908" y="384494"/>
                  <a:pt x="102091" y="400886"/>
                  <a:pt x="134444" y="404625"/>
                </a:cubicBezTo>
                <a:lnTo>
                  <a:pt x="388233" y="404625"/>
                </a:lnTo>
                <a:cubicBezTo>
                  <a:pt x="380468" y="413683"/>
                  <a:pt x="374141" y="423605"/>
                  <a:pt x="369684" y="434102"/>
                </a:cubicBezTo>
                <a:lnTo>
                  <a:pt x="123372" y="434102"/>
                </a:lnTo>
                <a:close/>
                <a:moveTo>
                  <a:pt x="486441" y="285279"/>
                </a:moveTo>
                <a:cubicBezTo>
                  <a:pt x="486441" y="234521"/>
                  <a:pt x="530872" y="193254"/>
                  <a:pt x="586519" y="192247"/>
                </a:cubicBezTo>
                <a:cubicBezTo>
                  <a:pt x="639577" y="192103"/>
                  <a:pt x="684008" y="229201"/>
                  <a:pt x="688466" y="277514"/>
                </a:cubicBezTo>
                <a:cubicBezTo>
                  <a:pt x="692061" y="304116"/>
                  <a:pt x="683002" y="330861"/>
                  <a:pt x="663447" y="350991"/>
                </a:cubicBezTo>
                <a:cubicBezTo>
                  <a:pt x="643891" y="370978"/>
                  <a:pt x="615852" y="382337"/>
                  <a:pt x="586519" y="382194"/>
                </a:cubicBezTo>
                <a:cubicBezTo>
                  <a:pt x="559055" y="381762"/>
                  <a:pt x="532885" y="371265"/>
                  <a:pt x="514049" y="353004"/>
                </a:cubicBezTo>
                <a:cubicBezTo>
                  <a:pt x="495212" y="334743"/>
                  <a:pt x="485291" y="310299"/>
                  <a:pt x="486441" y="285279"/>
                </a:cubicBezTo>
                <a:close/>
                <a:moveTo>
                  <a:pt x="379893" y="575160"/>
                </a:moveTo>
                <a:cubicBezTo>
                  <a:pt x="382912" y="533173"/>
                  <a:pt x="390102" y="491474"/>
                  <a:pt x="401174" y="450350"/>
                </a:cubicBezTo>
                <a:cubicBezTo>
                  <a:pt x="405344" y="436834"/>
                  <a:pt x="414834" y="424755"/>
                  <a:pt x="428062" y="416272"/>
                </a:cubicBezTo>
                <a:cubicBezTo>
                  <a:pt x="444598" y="406638"/>
                  <a:pt x="462284" y="398586"/>
                  <a:pt x="480833" y="392259"/>
                </a:cubicBezTo>
                <a:cubicBezTo>
                  <a:pt x="488023" y="388089"/>
                  <a:pt x="497657" y="388808"/>
                  <a:pt x="503984" y="393840"/>
                </a:cubicBezTo>
                <a:cubicBezTo>
                  <a:pt x="523108" y="410808"/>
                  <a:pt x="554598" y="421017"/>
                  <a:pt x="588388" y="421017"/>
                </a:cubicBezTo>
                <a:cubicBezTo>
                  <a:pt x="622179" y="421017"/>
                  <a:pt x="653669" y="410808"/>
                  <a:pt x="672649" y="393840"/>
                </a:cubicBezTo>
                <a:cubicBezTo>
                  <a:pt x="678832" y="389239"/>
                  <a:pt x="687891" y="388520"/>
                  <a:pt x="694937" y="392259"/>
                </a:cubicBezTo>
                <a:cubicBezTo>
                  <a:pt x="713198" y="397723"/>
                  <a:pt x="730453" y="405487"/>
                  <a:pt x="745838" y="415553"/>
                </a:cubicBezTo>
                <a:cubicBezTo>
                  <a:pt x="761080" y="424612"/>
                  <a:pt x="771720" y="438128"/>
                  <a:pt x="775459" y="453513"/>
                </a:cubicBezTo>
                <a:cubicBezTo>
                  <a:pt x="786674" y="493487"/>
                  <a:pt x="794152" y="534179"/>
                  <a:pt x="797746" y="575160"/>
                </a:cubicBezTo>
                <a:lnTo>
                  <a:pt x="379893" y="575160"/>
                </a:lnTo>
                <a:close/>
              </a:path>
            </a:pathLst>
          </a:custGeom>
          <a:solidFill xmlns:a="http://schemas.openxmlformats.org/drawingml/2006/main">
            <a:srgbClr val="505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A50B54-A936-4C9B-A850-0E80A8F2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84" y="5404442"/>
            <a:ext cx="862739" cy="575160"/>
          </a:xfrm>
          <a:custGeom xmlns:a="http://schemas.openxmlformats.org/drawingml/2006/main">
            <a:pathLst>
              <a:path w="862739" h="575160">
                <a:moveTo>
                  <a:pt x="123372" y="434102"/>
                </a:moveTo>
                <a:cubicBezTo>
                  <a:pt x="73045" y="425618"/>
                  <a:pt x="32353" y="394559"/>
                  <a:pt x="17686" y="353436"/>
                </a:cubicBezTo>
                <a:cubicBezTo>
                  <a:pt x="0" y="313462"/>
                  <a:pt x="8052" y="268743"/>
                  <a:pt x="38967" y="234953"/>
                </a:cubicBezTo>
                <a:cubicBezTo>
                  <a:pt x="66431" y="203750"/>
                  <a:pt x="110431" y="186064"/>
                  <a:pt x="156587" y="187646"/>
                </a:cubicBezTo>
                <a:cubicBezTo>
                  <a:pt x="182901" y="153999"/>
                  <a:pt x="230639" y="136600"/>
                  <a:pt x="277946" y="143502"/>
                </a:cubicBezTo>
                <a:cubicBezTo>
                  <a:pt x="280534" y="107555"/>
                  <a:pt x="298652" y="73620"/>
                  <a:pt x="328991" y="48170"/>
                </a:cubicBezTo>
                <a:cubicBezTo>
                  <a:pt x="371697" y="11072"/>
                  <a:pt x="437265" y="0"/>
                  <a:pt x="493918" y="20274"/>
                </a:cubicBezTo>
                <a:cubicBezTo>
                  <a:pt x="529291" y="31778"/>
                  <a:pt x="558192" y="54209"/>
                  <a:pt x="574441" y="82967"/>
                </a:cubicBezTo>
                <a:cubicBezTo>
                  <a:pt x="617002" y="64130"/>
                  <a:pt x="668192" y="64993"/>
                  <a:pt x="709747" y="85267"/>
                </a:cubicBezTo>
                <a:cubicBezTo>
                  <a:pt x="749433" y="103241"/>
                  <a:pt x="778191" y="134587"/>
                  <a:pt x="788400" y="171398"/>
                </a:cubicBezTo>
                <a:cubicBezTo>
                  <a:pt x="794008" y="187790"/>
                  <a:pt x="795302" y="204901"/>
                  <a:pt x="792138" y="221724"/>
                </a:cubicBezTo>
                <a:cubicBezTo>
                  <a:pt x="835994" y="242861"/>
                  <a:pt x="862739" y="282403"/>
                  <a:pt x="861589" y="324821"/>
                </a:cubicBezTo>
                <a:cubicBezTo>
                  <a:pt x="860582" y="363069"/>
                  <a:pt x="837001" y="398442"/>
                  <a:pt x="798609" y="419435"/>
                </a:cubicBezTo>
                <a:cubicBezTo>
                  <a:pt x="792426" y="410808"/>
                  <a:pt x="784949" y="403043"/>
                  <a:pt x="776465" y="396141"/>
                </a:cubicBezTo>
                <a:cubicBezTo>
                  <a:pt x="807955" y="380180"/>
                  <a:pt x="826792" y="351135"/>
                  <a:pt x="825498" y="320220"/>
                </a:cubicBezTo>
                <a:cubicBezTo>
                  <a:pt x="825066" y="297645"/>
                  <a:pt x="814138" y="276220"/>
                  <a:pt x="794870" y="260547"/>
                </a:cubicBezTo>
                <a:cubicBezTo>
                  <a:pt x="782792" y="251920"/>
                  <a:pt x="769420" y="244587"/>
                  <a:pt x="755041" y="238835"/>
                </a:cubicBezTo>
                <a:cubicBezTo>
                  <a:pt x="761080" y="217554"/>
                  <a:pt x="760792" y="195554"/>
                  <a:pt x="754178" y="174417"/>
                </a:cubicBezTo>
                <a:cubicBezTo>
                  <a:pt x="742675" y="146091"/>
                  <a:pt x="718374" y="122365"/>
                  <a:pt x="686597" y="108561"/>
                </a:cubicBezTo>
                <a:cubicBezTo>
                  <a:pt x="663447" y="99503"/>
                  <a:pt x="637277" y="97202"/>
                  <a:pt x="612401" y="102378"/>
                </a:cubicBezTo>
                <a:cubicBezTo>
                  <a:pt x="594427" y="107411"/>
                  <a:pt x="577029" y="113882"/>
                  <a:pt x="560493" y="121790"/>
                </a:cubicBezTo>
                <a:lnTo>
                  <a:pt x="534611" y="82248"/>
                </a:lnTo>
                <a:cubicBezTo>
                  <a:pt x="516637" y="62117"/>
                  <a:pt x="491186" y="47451"/>
                  <a:pt x="462428" y="40405"/>
                </a:cubicBezTo>
                <a:cubicBezTo>
                  <a:pt x="422598" y="33647"/>
                  <a:pt x="381618" y="44143"/>
                  <a:pt x="353004" y="68300"/>
                </a:cubicBezTo>
                <a:cubicBezTo>
                  <a:pt x="331004" y="86130"/>
                  <a:pt x="316769" y="109568"/>
                  <a:pt x="312312" y="134875"/>
                </a:cubicBezTo>
                <a:lnTo>
                  <a:pt x="310442" y="178299"/>
                </a:lnTo>
                <a:lnTo>
                  <a:pt x="268743" y="171398"/>
                </a:lnTo>
                <a:cubicBezTo>
                  <a:pt x="238979" y="167803"/>
                  <a:pt x="209358" y="177868"/>
                  <a:pt x="190953" y="197711"/>
                </a:cubicBezTo>
                <a:lnTo>
                  <a:pt x="173267" y="218704"/>
                </a:lnTo>
                <a:cubicBezTo>
                  <a:pt x="157594" y="217267"/>
                  <a:pt x="141777" y="217410"/>
                  <a:pt x="126104" y="219423"/>
                </a:cubicBezTo>
                <a:cubicBezTo>
                  <a:pt x="89006" y="228051"/>
                  <a:pt x="59960" y="252064"/>
                  <a:pt x="49176" y="282978"/>
                </a:cubicBezTo>
                <a:cubicBezTo>
                  <a:pt x="39686" y="308861"/>
                  <a:pt x="43137" y="336756"/>
                  <a:pt x="58522" y="360481"/>
                </a:cubicBezTo>
                <a:cubicBezTo>
                  <a:pt x="73908" y="384494"/>
                  <a:pt x="102091" y="400886"/>
                  <a:pt x="134444" y="404625"/>
                </a:cubicBezTo>
                <a:lnTo>
                  <a:pt x="388233" y="404625"/>
                </a:lnTo>
                <a:cubicBezTo>
                  <a:pt x="380468" y="413683"/>
                  <a:pt x="374141" y="423605"/>
                  <a:pt x="369684" y="434102"/>
                </a:cubicBezTo>
                <a:lnTo>
                  <a:pt x="123372" y="434102"/>
                </a:lnTo>
                <a:close/>
                <a:moveTo>
                  <a:pt x="486441" y="285279"/>
                </a:moveTo>
                <a:cubicBezTo>
                  <a:pt x="486441" y="234521"/>
                  <a:pt x="530872" y="193254"/>
                  <a:pt x="586519" y="192247"/>
                </a:cubicBezTo>
                <a:cubicBezTo>
                  <a:pt x="639577" y="192103"/>
                  <a:pt x="684008" y="229201"/>
                  <a:pt x="688466" y="277514"/>
                </a:cubicBezTo>
                <a:cubicBezTo>
                  <a:pt x="692061" y="304116"/>
                  <a:pt x="683002" y="330861"/>
                  <a:pt x="663447" y="350991"/>
                </a:cubicBezTo>
                <a:cubicBezTo>
                  <a:pt x="643891" y="370978"/>
                  <a:pt x="615852" y="382337"/>
                  <a:pt x="586519" y="382194"/>
                </a:cubicBezTo>
                <a:cubicBezTo>
                  <a:pt x="559055" y="381762"/>
                  <a:pt x="532885" y="371265"/>
                  <a:pt x="514049" y="353004"/>
                </a:cubicBezTo>
                <a:cubicBezTo>
                  <a:pt x="495212" y="334743"/>
                  <a:pt x="485291" y="310299"/>
                  <a:pt x="486441" y="285279"/>
                </a:cubicBezTo>
                <a:close/>
                <a:moveTo>
                  <a:pt x="379893" y="575160"/>
                </a:moveTo>
                <a:cubicBezTo>
                  <a:pt x="382912" y="533173"/>
                  <a:pt x="390102" y="491474"/>
                  <a:pt x="401174" y="450350"/>
                </a:cubicBezTo>
                <a:cubicBezTo>
                  <a:pt x="405344" y="436834"/>
                  <a:pt x="414834" y="424755"/>
                  <a:pt x="428062" y="416272"/>
                </a:cubicBezTo>
                <a:cubicBezTo>
                  <a:pt x="444598" y="406638"/>
                  <a:pt x="462284" y="398586"/>
                  <a:pt x="480833" y="392259"/>
                </a:cubicBezTo>
                <a:cubicBezTo>
                  <a:pt x="488023" y="388089"/>
                  <a:pt x="497657" y="388808"/>
                  <a:pt x="503984" y="393840"/>
                </a:cubicBezTo>
                <a:cubicBezTo>
                  <a:pt x="523108" y="410808"/>
                  <a:pt x="554598" y="421017"/>
                  <a:pt x="588388" y="421017"/>
                </a:cubicBezTo>
                <a:cubicBezTo>
                  <a:pt x="622179" y="421017"/>
                  <a:pt x="653669" y="410808"/>
                  <a:pt x="672649" y="393840"/>
                </a:cubicBezTo>
                <a:cubicBezTo>
                  <a:pt x="678832" y="389239"/>
                  <a:pt x="687891" y="388520"/>
                  <a:pt x="694937" y="392259"/>
                </a:cubicBezTo>
                <a:cubicBezTo>
                  <a:pt x="713198" y="397723"/>
                  <a:pt x="730453" y="405487"/>
                  <a:pt x="745838" y="415553"/>
                </a:cubicBezTo>
                <a:cubicBezTo>
                  <a:pt x="761080" y="424612"/>
                  <a:pt x="771720" y="438128"/>
                  <a:pt x="775459" y="453513"/>
                </a:cubicBezTo>
                <a:cubicBezTo>
                  <a:pt x="786674" y="493487"/>
                  <a:pt x="794152" y="534179"/>
                  <a:pt x="797746" y="575160"/>
                </a:cubicBezTo>
                <a:lnTo>
                  <a:pt x="379893" y="575160"/>
                </a:lnTo>
                <a:close/>
              </a:path>
            </a:pathLst>
          </a:custGeom>
          <a:solidFill xmlns:a="http://schemas.openxmlformats.org/drawingml/2006/main">
            <a:srgbClr val="505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9E3D6C-488A-4ABC-BAFA-7D1EFD57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395" y="5404442"/>
            <a:ext cx="862739" cy="575160"/>
          </a:xfrm>
          <a:custGeom xmlns:a="http://schemas.openxmlformats.org/drawingml/2006/main">
            <a:pathLst>
              <a:path w="862739" h="575160">
                <a:moveTo>
                  <a:pt x="123372" y="434102"/>
                </a:moveTo>
                <a:cubicBezTo>
                  <a:pt x="73045" y="425618"/>
                  <a:pt x="32353" y="394559"/>
                  <a:pt x="17686" y="353436"/>
                </a:cubicBezTo>
                <a:cubicBezTo>
                  <a:pt x="0" y="313462"/>
                  <a:pt x="8052" y="268743"/>
                  <a:pt x="38967" y="234953"/>
                </a:cubicBezTo>
                <a:cubicBezTo>
                  <a:pt x="66431" y="203750"/>
                  <a:pt x="110431" y="186064"/>
                  <a:pt x="156587" y="187646"/>
                </a:cubicBezTo>
                <a:cubicBezTo>
                  <a:pt x="182901" y="153999"/>
                  <a:pt x="230639" y="136600"/>
                  <a:pt x="277946" y="143502"/>
                </a:cubicBezTo>
                <a:cubicBezTo>
                  <a:pt x="280534" y="107555"/>
                  <a:pt x="298652" y="73620"/>
                  <a:pt x="328991" y="48170"/>
                </a:cubicBezTo>
                <a:cubicBezTo>
                  <a:pt x="371697" y="11072"/>
                  <a:pt x="437265" y="0"/>
                  <a:pt x="493918" y="20274"/>
                </a:cubicBezTo>
                <a:cubicBezTo>
                  <a:pt x="529291" y="31778"/>
                  <a:pt x="558192" y="54209"/>
                  <a:pt x="574441" y="82967"/>
                </a:cubicBezTo>
                <a:cubicBezTo>
                  <a:pt x="617002" y="64130"/>
                  <a:pt x="668192" y="64993"/>
                  <a:pt x="709747" y="85267"/>
                </a:cubicBezTo>
                <a:cubicBezTo>
                  <a:pt x="749433" y="103241"/>
                  <a:pt x="778191" y="134587"/>
                  <a:pt x="788400" y="171398"/>
                </a:cubicBezTo>
                <a:cubicBezTo>
                  <a:pt x="794008" y="187790"/>
                  <a:pt x="795302" y="204901"/>
                  <a:pt x="792138" y="221724"/>
                </a:cubicBezTo>
                <a:cubicBezTo>
                  <a:pt x="835994" y="242861"/>
                  <a:pt x="862739" y="282403"/>
                  <a:pt x="861589" y="324821"/>
                </a:cubicBezTo>
                <a:cubicBezTo>
                  <a:pt x="860582" y="363069"/>
                  <a:pt x="837001" y="398442"/>
                  <a:pt x="798609" y="419435"/>
                </a:cubicBezTo>
                <a:cubicBezTo>
                  <a:pt x="792426" y="410808"/>
                  <a:pt x="784949" y="403043"/>
                  <a:pt x="776465" y="396141"/>
                </a:cubicBezTo>
                <a:cubicBezTo>
                  <a:pt x="807955" y="380180"/>
                  <a:pt x="826792" y="351135"/>
                  <a:pt x="825498" y="320220"/>
                </a:cubicBezTo>
                <a:cubicBezTo>
                  <a:pt x="825066" y="297645"/>
                  <a:pt x="814138" y="276220"/>
                  <a:pt x="794870" y="260547"/>
                </a:cubicBezTo>
                <a:cubicBezTo>
                  <a:pt x="782792" y="251920"/>
                  <a:pt x="769420" y="244587"/>
                  <a:pt x="755041" y="238835"/>
                </a:cubicBezTo>
                <a:cubicBezTo>
                  <a:pt x="761080" y="217554"/>
                  <a:pt x="760792" y="195554"/>
                  <a:pt x="754178" y="174417"/>
                </a:cubicBezTo>
                <a:cubicBezTo>
                  <a:pt x="742675" y="146091"/>
                  <a:pt x="718374" y="122365"/>
                  <a:pt x="686597" y="108561"/>
                </a:cubicBezTo>
                <a:cubicBezTo>
                  <a:pt x="663447" y="99503"/>
                  <a:pt x="637277" y="97202"/>
                  <a:pt x="612401" y="102378"/>
                </a:cubicBezTo>
                <a:cubicBezTo>
                  <a:pt x="594427" y="107411"/>
                  <a:pt x="577029" y="113882"/>
                  <a:pt x="560493" y="121790"/>
                </a:cubicBezTo>
                <a:lnTo>
                  <a:pt x="534611" y="82248"/>
                </a:lnTo>
                <a:cubicBezTo>
                  <a:pt x="516637" y="62117"/>
                  <a:pt x="491186" y="47451"/>
                  <a:pt x="462428" y="40405"/>
                </a:cubicBezTo>
                <a:cubicBezTo>
                  <a:pt x="422598" y="33647"/>
                  <a:pt x="381618" y="44143"/>
                  <a:pt x="353004" y="68300"/>
                </a:cubicBezTo>
                <a:cubicBezTo>
                  <a:pt x="331004" y="86130"/>
                  <a:pt x="316769" y="109568"/>
                  <a:pt x="312312" y="134875"/>
                </a:cubicBezTo>
                <a:lnTo>
                  <a:pt x="310442" y="178299"/>
                </a:lnTo>
                <a:lnTo>
                  <a:pt x="268743" y="171398"/>
                </a:lnTo>
                <a:cubicBezTo>
                  <a:pt x="238979" y="167803"/>
                  <a:pt x="209358" y="177868"/>
                  <a:pt x="190953" y="197711"/>
                </a:cubicBezTo>
                <a:lnTo>
                  <a:pt x="173267" y="218704"/>
                </a:lnTo>
                <a:cubicBezTo>
                  <a:pt x="157594" y="217267"/>
                  <a:pt x="141777" y="217410"/>
                  <a:pt x="126104" y="219423"/>
                </a:cubicBezTo>
                <a:cubicBezTo>
                  <a:pt x="89006" y="228051"/>
                  <a:pt x="59960" y="252064"/>
                  <a:pt x="49176" y="282978"/>
                </a:cubicBezTo>
                <a:cubicBezTo>
                  <a:pt x="39686" y="308861"/>
                  <a:pt x="43137" y="336756"/>
                  <a:pt x="58522" y="360481"/>
                </a:cubicBezTo>
                <a:cubicBezTo>
                  <a:pt x="73908" y="384494"/>
                  <a:pt x="102091" y="400886"/>
                  <a:pt x="134444" y="404625"/>
                </a:cubicBezTo>
                <a:lnTo>
                  <a:pt x="388233" y="404625"/>
                </a:lnTo>
                <a:cubicBezTo>
                  <a:pt x="380468" y="413683"/>
                  <a:pt x="374141" y="423605"/>
                  <a:pt x="369684" y="434102"/>
                </a:cubicBezTo>
                <a:lnTo>
                  <a:pt x="123372" y="434102"/>
                </a:lnTo>
                <a:close/>
                <a:moveTo>
                  <a:pt x="486441" y="285279"/>
                </a:moveTo>
                <a:cubicBezTo>
                  <a:pt x="486441" y="234521"/>
                  <a:pt x="530872" y="193254"/>
                  <a:pt x="586519" y="192247"/>
                </a:cubicBezTo>
                <a:cubicBezTo>
                  <a:pt x="639577" y="192103"/>
                  <a:pt x="684008" y="229201"/>
                  <a:pt x="688466" y="277514"/>
                </a:cubicBezTo>
                <a:cubicBezTo>
                  <a:pt x="692061" y="304116"/>
                  <a:pt x="683002" y="330861"/>
                  <a:pt x="663447" y="350991"/>
                </a:cubicBezTo>
                <a:cubicBezTo>
                  <a:pt x="643891" y="370978"/>
                  <a:pt x="615852" y="382337"/>
                  <a:pt x="586519" y="382194"/>
                </a:cubicBezTo>
                <a:cubicBezTo>
                  <a:pt x="559055" y="381762"/>
                  <a:pt x="532885" y="371265"/>
                  <a:pt x="514049" y="353004"/>
                </a:cubicBezTo>
                <a:cubicBezTo>
                  <a:pt x="495212" y="334743"/>
                  <a:pt x="485291" y="310299"/>
                  <a:pt x="486441" y="285279"/>
                </a:cubicBezTo>
                <a:close/>
                <a:moveTo>
                  <a:pt x="379893" y="575160"/>
                </a:moveTo>
                <a:cubicBezTo>
                  <a:pt x="382912" y="533173"/>
                  <a:pt x="390102" y="491474"/>
                  <a:pt x="401174" y="450350"/>
                </a:cubicBezTo>
                <a:cubicBezTo>
                  <a:pt x="405344" y="436834"/>
                  <a:pt x="414834" y="424755"/>
                  <a:pt x="428062" y="416272"/>
                </a:cubicBezTo>
                <a:cubicBezTo>
                  <a:pt x="444598" y="406638"/>
                  <a:pt x="462284" y="398586"/>
                  <a:pt x="480833" y="392259"/>
                </a:cubicBezTo>
                <a:cubicBezTo>
                  <a:pt x="488023" y="388089"/>
                  <a:pt x="497657" y="388808"/>
                  <a:pt x="503984" y="393840"/>
                </a:cubicBezTo>
                <a:cubicBezTo>
                  <a:pt x="523108" y="410808"/>
                  <a:pt x="554598" y="421017"/>
                  <a:pt x="588388" y="421017"/>
                </a:cubicBezTo>
                <a:cubicBezTo>
                  <a:pt x="622179" y="421017"/>
                  <a:pt x="653669" y="410808"/>
                  <a:pt x="672649" y="393840"/>
                </a:cubicBezTo>
                <a:cubicBezTo>
                  <a:pt x="678832" y="389239"/>
                  <a:pt x="687891" y="388520"/>
                  <a:pt x="694937" y="392259"/>
                </a:cubicBezTo>
                <a:cubicBezTo>
                  <a:pt x="713198" y="397723"/>
                  <a:pt x="730453" y="405487"/>
                  <a:pt x="745838" y="415553"/>
                </a:cubicBezTo>
                <a:cubicBezTo>
                  <a:pt x="761080" y="424612"/>
                  <a:pt x="771720" y="438128"/>
                  <a:pt x="775459" y="453513"/>
                </a:cubicBezTo>
                <a:cubicBezTo>
                  <a:pt x="786674" y="493487"/>
                  <a:pt x="794152" y="534179"/>
                  <a:pt x="797746" y="575160"/>
                </a:cubicBezTo>
                <a:lnTo>
                  <a:pt x="379893" y="575160"/>
                </a:lnTo>
                <a:close/>
              </a:path>
            </a:pathLst>
          </a:custGeom>
          <a:solidFill xmlns:a="http://schemas.openxmlformats.org/drawingml/2006/main">
            <a:srgbClr val="505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8E3CAA-ADF6-4824-A312-B6D67406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81" y="4806823"/>
            <a:ext cx="144031" cy="137492"/>
          </a:xfrm>
          <a:custGeom xmlns:a="http://schemas.openxmlformats.org/drawingml/2006/main">
            <a:pathLst>
              <a:path w="144031" h="137492">
                <a:moveTo>
                  <a:pt x="50953" y="11072"/>
                </a:moveTo>
                <a:cubicBezTo>
                  <a:pt x="50953" y="10132"/>
                  <a:pt x="47141" y="9528"/>
                  <a:pt x="39518" y="9260"/>
                </a:cubicBezTo>
                <a:cubicBezTo>
                  <a:pt x="36309" y="9260"/>
                  <a:pt x="34236" y="9193"/>
                  <a:pt x="33300" y="9059"/>
                </a:cubicBezTo>
                <a:cubicBezTo>
                  <a:pt x="32364" y="8925"/>
                  <a:pt x="31896" y="8254"/>
                  <a:pt x="31896" y="7046"/>
                </a:cubicBezTo>
                <a:cubicBezTo>
                  <a:pt x="31896" y="6911"/>
                  <a:pt x="32029" y="6173"/>
                  <a:pt x="32297" y="4831"/>
                </a:cubicBezTo>
                <a:cubicBezTo>
                  <a:pt x="33099" y="2147"/>
                  <a:pt x="33701" y="671"/>
                  <a:pt x="34102" y="403"/>
                </a:cubicBezTo>
                <a:cubicBezTo>
                  <a:pt x="34503" y="134"/>
                  <a:pt x="47476" y="0"/>
                  <a:pt x="73019" y="0"/>
                </a:cubicBezTo>
                <a:cubicBezTo>
                  <a:pt x="98428" y="134"/>
                  <a:pt x="112002" y="336"/>
                  <a:pt x="113741" y="604"/>
                </a:cubicBezTo>
                <a:cubicBezTo>
                  <a:pt x="122300" y="2080"/>
                  <a:pt x="129454" y="5368"/>
                  <a:pt x="135205" y="10468"/>
                </a:cubicBezTo>
                <a:cubicBezTo>
                  <a:pt x="140956" y="15568"/>
                  <a:pt x="143898" y="22345"/>
                  <a:pt x="144031" y="30800"/>
                </a:cubicBezTo>
                <a:cubicBezTo>
                  <a:pt x="144031" y="41133"/>
                  <a:pt x="139618" y="50595"/>
                  <a:pt x="130792" y="59184"/>
                </a:cubicBezTo>
                <a:cubicBezTo>
                  <a:pt x="121564" y="68310"/>
                  <a:pt x="109662" y="74081"/>
                  <a:pt x="95085" y="76496"/>
                </a:cubicBezTo>
                <a:cubicBezTo>
                  <a:pt x="94149" y="76630"/>
                  <a:pt x="87128" y="76765"/>
                  <a:pt x="74022" y="76899"/>
                </a:cubicBezTo>
                <a:lnTo>
                  <a:pt x="54965" y="76899"/>
                </a:lnTo>
                <a:lnTo>
                  <a:pt x="48947" y="100854"/>
                </a:lnTo>
                <a:cubicBezTo>
                  <a:pt x="44935" y="116422"/>
                  <a:pt x="42929" y="124675"/>
                  <a:pt x="42929" y="125615"/>
                </a:cubicBezTo>
                <a:cubicBezTo>
                  <a:pt x="42929" y="126152"/>
                  <a:pt x="42995" y="126487"/>
                  <a:pt x="43129" y="126621"/>
                </a:cubicBezTo>
                <a:cubicBezTo>
                  <a:pt x="43263" y="126756"/>
                  <a:pt x="43731" y="127024"/>
                  <a:pt x="44533" y="127427"/>
                </a:cubicBezTo>
                <a:cubicBezTo>
                  <a:pt x="45336" y="127829"/>
                  <a:pt x="46473" y="127963"/>
                  <a:pt x="47944" y="127829"/>
                </a:cubicBezTo>
                <a:cubicBezTo>
                  <a:pt x="49415" y="127695"/>
                  <a:pt x="51621" y="127829"/>
                  <a:pt x="54563" y="128232"/>
                </a:cubicBezTo>
                <a:lnTo>
                  <a:pt x="60782" y="128232"/>
                </a:lnTo>
                <a:cubicBezTo>
                  <a:pt x="61584" y="129440"/>
                  <a:pt x="61986" y="130178"/>
                  <a:pt x="61986" y="130446"/>
                </a:cubicBezTo>
                <a:cubicBezTo>
                  <a:pt x="61986" y="132593"/>
                  <a:pt x="61518" y="134607"/>
                  <a:pt x="60581" y="136485"/>
                </a:cubicBezTo>
                <a:cubicBezTo>
                  <a:pt x="59913" y="137156"/>
                  <a:pt x="58843" y="137492"/>
                  <a:pt x="57372" y="137492"/>
                </a:cubicBezTo>
                <a:cubicBezTo>
                  <a:pt x="56971" y="137492"/>
                  <a:pt x="54497" y="137425"/>
                  <a:pt x="49950" y="137291"/>
                </a:cubicBezTo>
                <a:cubicBezTo>
                  <a:pt x="45403" y="137156"/>
                  <a:pt x="38716" y="137089"/>
                  <a:pt x="29890" y="137089"/>
                </a:cubicBezTo>
                <a:cubicBezTo>
                  <a:pt x="21598" y="137089"/>
                  <a:pt x="15246" y="137089"/>
                  <a:pt x="10832" y="137089"/>
                </a:cubicBezTo>
                <a:cubicBezTo>
                  <a:pt x="6419" y="137089"/>
                  <a:pt x="4012" y="137156"/>
                  <a:pt x="3611" y="137291"/>
                </a:cubicBezTo>
                <a:cubicBezTo>
                  <a:pt x="1204" y="137291"/>
                  <a:pt x="0" y="136620"/>
                  <a:pt x="0" y="135278"/>
                </a:cubicBezTo>
                <a:cubicBezTo>
                  <a:pt x="0" y="135009"/>
                  <a:pt x="201" y="134070"/>
                  <a:pt x="602" y="132459"/>
                </a:cubicBezTo>
                <a:cubicBezTo>
                  <a:pt x="1137" y="130312"/>
                  <a:pt x="1672" y="129104"/>
                  <a:pt x="2207" y="128836"/>
                </a:cubicBezTo>
                <a:cubicBezTo>
                  <a:pt x="2742" y="128567"/>
                  <a:pt x="4279" y="128366"/>
                  <a:pt x="6820" y="128232"/>
                </a:cubicBezTo>
                <a:cubicBezTo>
                  <a:pt x="10431" y="128232"/>
                  <a:pt x="14443" y="128031"/>
                  <a:pt x="18856" y="127628"/>
                </a:cubicBezTo>
                <a:cubicBezTo>
                  <a:pt x="20729" y="127225"/>
                  <a:pt x="21999" y="126420"/>
                  <a:pt x="22668" y="125212"/>
                </a:cubicBezTo>
                <a:cubicBezTo>
                  <a:pt x="23069" y="124675"/>
                  <a:pt x="27884" y="106021"/>
                  <a:pt x="37111" y="69249"/>
                </a:cubicBezTo>
                <a:cubicBezTo>
                  <a:pt x="46339" y="32477"/>
                  <a:pt x="50953" y="13085"/>
                  <a:pt x="50953" y="11072"/>
                </a:cubicBezTo>
                <a:close/>
                <a:moveTo>
                  <a:pt x="122768" y="25968"/>
                </a:moveTo>
                <a:cubicBezTo>
                  <a:pt x="122768" y="24224"/>
                  <a:pt x="122634" y="22815"/>
                  <a:pt x="122367" y="21741"/>
                </a:cubicBezTo>
                <a:cubicBezTo>
                  <a:pt x="122099" y="20667"/>
                  <a:pt x="121497" y="19191"/>
                  <a:pt x="120561" y="17312"/>
                </a:cubicBezTo>
                <a:cubicBezTo>
                  <a:pt x="119625" y="15433"/>
                  <a:pt x="117953" y="13957"/>
                  <a:pt x="115546" y="12884"/>
                </a:cubicBezTo>
                <a:cubicBezTo>
                  <a:pt x="113139" y="11810"/>
                  <a:pt x="109862" y="10736"/>
                  <a:pt x="105717" y="9663"/>
                </a:cubicBezTo>
                <a:cubicBezTo>
                  <a:pt x="104781" y="9528"/>
                  <a:pt x="99431" y="9394"/>
                  <a:pt x="89669" y="9260"/>
                </a:cubicBezTo>
                <a:cubicBezTo>
                  <a:pt x="87395" y="9260"/>
                  <a:pt x="85055" y="9260"/>
                  <a:pt x="82648" y="9260"/>
                </a:cubicBezTo>
                <a:cubicBezTo>
                  <a:pt x="80240" y="9260"/>
                  <a:pt x="78301" y="9327"/>
                  <a:pt x="76830" y="9461"/>
                </a:cubicBezTo>
                <a:cubicBezTo>
                  <a:pt x="75359" y="9596"/>
                  <a:pt x="74557" y="9596"/>
                  <a:pt x="74423" y="9461"/>
                </a:cubicBezTo>
                <a:cubicBezTo>
                  <a:pt x="72684" y="9596"/>
                  <a:pt x="71481" y="10200"/>
                  <a:pt x="70812" y="11273"/>
                </a:cubicBezTo>
                <a:cubicBezTo>
                  <a:pt x="70545" y="12078"/>
                  <a:pt x="69274" y="17245"/>
                  <a:pt x="67001" y="26774"/>
                </a:cubicBezTo>
                <a:cubicBezTo>
                  <a:pt x="64727" y="36302"/>
                  <a:pt x="62387" y="45562"/>
                  <a:pt x="59980" y="54554"/>
                </a:cubicBezTo>
                <a:cubicBezTo>
                  <a:pt x="57572" y="63546"/>
                  <a:pt x="56369" y="68108"/>
                  <a:pt x="56369" y="68243"/>
                </a:cubicBezTo>
                <a:cubicBezTo>
                  <a:pt x="56369" y="68511"/>
                  <a:pt x="61785" y="68645"/>
                  <a:pt x="72618" y="68645"/>
                </a:cubicBezTo>
                <a:lnTo>
                  <a:pt x="75025" y="68645"/>
                </a:lnTo>
                <a:lnTo>
                  <a:pt x="79639" y="68645"/>
                </a:lnTo>
                <a:cubicBezTo>
                  <a:pt x="94617" y="68645"/>
                  <a:pt x="105315" y="65290"/>
                  <a:pt x="111735" y="58580"/>
                </a:cubicBezTo>
                <a:cubicBezTo>
                  <a:pt x="115345" y="54956"/>
                  <a:pt x="118087" y="49655"/>
                  <a:pt x="119959" y="42677"/>
                </a:cubicBezTo>
                <a:cubicBezTo>
                  <a:pt x="121832" y="35698"/>
                  <a:pt x="122768" y="30129"/>
                  <a:pt x="122768" y="259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850F4C-D856-452E-BAA8-C58416BF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81" y="4806823"/>
            <a:ext cx="144031" cy="137492"/>
          </a:xfrm>
          <a:custGeom xmlns:a="http://schemas.openxmlformats.org/drawingml/2006/main">
            <a:pathLst>
              <a:path w="144031" h="137492" fill="none">
                <a:moveTo>
                  <a:pt x="50953" y="11072"/>
                </a:moveTo>
                <a:cubicBezTo>
                  <a:pt x="50953" y="10132"/>
                  <a:pt x="47141" y="9528"/>
                  <a:pt x="39518" y="9260"/>
                </a:cubicBezTo>
                <a:cubicBezTo>
                  <a:pt x="36309" y="9260"/>
                  <a:pt x="34236" y="9193"/>
                  <a:pt x="33300" y="9059"/>
                </a:cubicBezTo>
                <a:cubicBezTo>
                  <a:pt x="32364" y="8925"/>
                  <a:pt x="31896" y="8254"/>
                  <a:pt x="31896" y="7046"/>
                </a:cubicBezTo>
                <a:cubicBezTo>
                  <a:pt x="31896" y="6911"/>
                  <a:pt x="32029" y="6173"/>
                  <a:pt x="32297" y="4831"/>
                </a:cubicBezTo>
                <a:cubicBezTo>
                  <a:pt x="33099" y="2147"/>
                  <a:pt x="33701" y="671"/>
                  <a:pt x="34102" y="403"/>
                </a:cubicBezTo>
                <a:cubicBezTo>
                  <a:pt x="34503" y="134"/>
                  <a:pt x="47476" y="0"/>
                  <a:pt x="73019" y="0"/>
                </a:cubicBezTo>
                <a:cubicBezTo>
                  <a:pt x="98428" y="134"/>
                  <a:pt x="112002" y="336"/>
                  <a:pt x="113741" y="604"/>
                </a:cubicBezTo>
                <a:cubicBezTo>
                  <a:pt x="122300" y="2080"/>
                  <a:pt x="129454" y="5368"/>
                  <a:pt x="135205" y="10468"/>
                </a:cubicBezTo>
                <a:cubicBezTo>
                  <a:pt x="140956" y="15568"/>
                  <a:pt x="143898" y="22345"/>
                  <a:pt x="144031" y="30800"/>
                </a:cubicBezTo>
                <a:cubicBezTo>
                  <a:pt x="144031" y="41133"/>
                  <a:pt x="139618" y="50595"/>
                  <a:pt x="130792" y="59184"/>
                </a:cubicBezTo>
                <a:cubicBezTo>
                  <a:pt x="121564" y="68310"/>
                  <a:pt x="109662" y="74081"/>
                  <a:pt x="95085" y="76496"/>
                </a:cubicBezTo>
                <a:cubicBezTo>
                  <a:pt x="94149" y="76630"/>
                  <a:pt x="87128" y="76765"/>
                  <a:pt x="74022" y="76899"/>
                </a:cubicBezTo>
                <a:lnTo>
                  <a:pt x="54965" y="76899"/>
                </a:lnTo>
                <a:lnTo>
                  <a:pt x="48947" y="100854"/>
                </a:lnTo>
                <a:cubicBezTo>
                  <a:pt x="44935" y="116422"/>
                  <a:pt x="42929" y="124675"/>
                  <a:pt x="42929" y="125615"/>
                </a:cubicBezTo>
                <a:cubicBezTo>
                  <a:pt x="42929" y="126152"/>
                  <a:pt x="42995" y="126487"/>
                  <a:pt x="43129" y="126621"/>
                </a:cubicBezTo>
                <a:cubicBezTo>
                  <a:pt x="43263" y="126756"/>
                  <a:pt x="43731" y="127024"/>
                  <a:pt x="44533" y="127427"/>
                </a:cubicBezTo>
                <a:cubicBezTo>
                  <a:pt x="45336" y="127829"/>
                  <a:pt x="46473" y="127963"/>
                  <a:pt x="47944" y="127829"/>
                </a:cubicBezTo>
                <a:cubicBezTo>
                  <a:pt x="49415" y="127695"/>
                  <a:pt x="51621" y="127829"/>
                  <a:pt x="54563" y="128232"/>
                </a:cubicBezTo>
                <a:lnTo>
                  <a:pt x="60782" y="128232"/>
                </a:lnTo>
                <a:cubicBezTo>
                  <a:pt x="61584" y="129440"/>
                  <a:pt x="61986" y="130178"/>
                  <a:pt x="61986" y="130446"/>
                </a:cubicBezTo>
                <a:cubicBezTo>
                  <a:pt x="61986" y="132593"/>
                  <a:pt x="61518" y="134607"/>
                  <a:pt x="60581" y="136485"/>
                </a:cubicBezTo>
                <a:cubicBezTo>
                  <a:pt x="59913" y="137156"/>
                  <a:pt x="58843" y="137492"/>
                  <a:pt x="57372" y="137492"/>
                </a:cubicBezTo>
                <a:cubicBezTo>
                  <a:pt x="56971" y="137492"/>
                  <a:pt x="54497" y="137425"/>
                  <a:pt x="49950" y="137291"/>
                </a:cubicBezTo>
                <a:cubicBezTo>
                  <a:pt x="45403" y="137156"/>
                  <a:pt x="38716" y="137089"/>
                  <a:pt x="29890" y="137089"/>
                </a:cubicBezTo>
                <a:cubicBezTo>
                  <a:pt x="21598" y="137089"/>
                  <a:pt x="15246" y="137089"/>
                  <a:pt x="10832" y="137089"/>
                </a:cubicBezTo>
                <a:cubicBezTo>
                  <a:pt x="6419" y="137089"/>
                  <a:pt x="4012" y="137156"/>
                  <a:pt x="3611" y="137291"/>
                </a:cubicBezTo>
                <a:cubicBezTo>
                  <a:pt x="1204" y="137291"/>
                  <a:pt x="0" y="136620"/>
                  <a:pt x="0" y="135278"/>
                </a:cubicBezTo>
                <a:cubicBezTo>
                  <a:pt x="0" y="135009"/>
                  <a:pt x="201" y="134070"/>
                  <a:pt x="602" y="132459"/>
                </a:cubicBezTo>
                <a:cubicBezTo>
                  <a:pt x="1137" y="130312"/>
                  <a:pt x="1672" y="129104"/>
                  <a:pt x="2207" y="128836"/>
                </a:cubicBezTo>
                <a:cubicBezTo>
                  <a:pt x="2742" y="128567"/>
                  <a:pt x="4279" y="128366"/>
                  <a:pt x="6820" y="128232"/>
                </a:cubicBezTo>
                <a:cubicBezTo>
                  <a:pt x="10431" y="128232"/>
                  <a:pt x="14443" y="128031"/>
                  <a:pt x="18856" y="127628"/>
                </a:cubicBezTo>
                <a:cubicBezTo>
                  <a:pt x="20729" y="127225"/>
                  <a:pt x="21999" y="126420"/>
                  <a:pt x="22668" y="125212"/>
                </a:cubicBezTo>
                <a:cubicBezTo>
                  <a:pt x="23069" y="124675"/>
                  <a:pt x="27884" y="106021"/>
                  <a:pt x="37111" y="69249"/>
                </a:cubicBezTo>
                <a:cubicBezTo>
                  <a:pt x="46339" y="32477"/>
                  <a:pt x="50953" y="13085"/>
                  <a:pt x="50953" y="11072"/>
                </a:cubicBezTo>
                <a:close/>
                <a:moveTo>
                  <a:pt x="122768" y="25968"/>
                </a:moveTo>
                <a:cubicBezTo>
                  <a:pt x="122768" y="24224"/>
                  <a:pt x="122634" y="22815"/>
                  <a:pt x="122367" y="21741"/>
                </a:cubicBezTo>
                <a:cubicBezTo>
                  <a:pt x="122099" y="20667"/>
                  <a:pt x="121497" y="19191"/>
                  <a:pt x="120561" y="17312"/>
                </a:cubicBezTo>
                <a:cubicBezTo>
                  <a:pt x="119625" y="15433"/>
                  <a:pt x="117953" y="13957"/>
                  <a:pt x="115546" y="12884"/>
                </a:cubicBezTo>
                <a:cubicBezTo>
                  <a:pt x="113139" y="11810"/>
                  <a:pt x="109862" y="10736"/>
                  <a:pt x="105717" y="9663"/>
                </a:cubicBezTo>
                <a:cubicBezTo>
                  <a:pt x="104781" y="9528"/>
                  <a:pt x="99431" y="9394"/>
                  <a:pt x="89669" y="9260"/>
                </a:cubicBezTo>
                <a:cubicBezTo>
                  <a:pt x="87395" y="9260"/>
                  <a:pt x="85055" y="9260"/>
                  <a:pt x="82648" y="9260"/>
                </a:cubicBezTo>
                <a:cubicBezTo>
                  <a:pt x="80240" y="9260"/>
                  <a:pt x="78301" y="9327"/>
                  <a:pt x="76830" y="9461"/>
                </a:cubicBezTo>
                <a:cubicBezTo>
                  <a:pt x="75359" y="9596"/>
                  <a:pt x="74557" y="9596"/>
                  <a:pt x="74423" y="9461"/>
                </a:cubicBezTo>
                <a:cubicBezTo>
                  <a:pt x="72684" y="9596"/>
                  <a:pt x="71481" y="10200"/>
                  <a:pt x="70812" y="11273"/>
                </a:cubicBezTo>
                <a:cubicBezTo>
                  <a:pt x="70545" y="12078"/>
                  <a:pt x="69274" y="17245"/>
                  <a:pt x="67001" y="26774"/>
                </a:cubicBezTo>
                <a:cubicBezTo>
                  <a:pt x="64727" y="36302"/>
                  <a:pt x="62387" y="45562"/>
                  <a:pt x="59980" y="54554"/>
                </a:cubicBezTo>
                <a:cubicBezTo>
                  <a:pt x="57572" y="63546"/>
                  <a:pt x="56369" y="68108"/>
                  <a:pt x="56369" y="68243"/>
                </a:cubicBezTo>
                <a:cubicBezTo>
                  <a:pt x="56369" y="68511"/>
                  <a:pt x="61785" y="68645"/>
                  <a:pt x="72618" y="68645"/>
                </a:cubicBezTo>
                <a:lnTo>
                  <a:pt x="75025" y="68645"/>
                </a:lnTo>
                <a:lnTo>
                  <a:pt x="79639" y="68645"/>
                </a:lnTo>
                <a:cubicBezTo>
                  <a:pt x="94617" y="68645"/>
                  <a:pt x="105315" y="65290"/>
                  <a:pt x="111735" y="58580"/>
                </a:cubicBezTo>
                <a:cubicBezTo>
                  <a:pt x="115345" y="54956"/>
                  <a:pt x="118087" y="49655"/>
                  <a:pt x="119959" y="42677"/>
                </a:cubicBezTo>
                <a:cubicBezTo>
                  <a:pt x="121832" y="35698"/>
                  <a:pt x="122768" y="30129"/>
                  <a:pt x="122768" y="259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1" cap="flat">
            <a:solidFill>
              <a:srgbClr val="000000">
                <a:alpha val="12530"/>
              </a:srgbClr>
            </a:solidFill>
            <a:miter/>
          </a:ln>
        </p:spPr>
      </p:sp>
      <p:sp>
        <p:nvSpPr>
          <p:cNvPr id="7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87E81F-2362-4C1D-907C-9127F846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98" y="4879723"/>
            <a:ext cx="59708" cy="97918"/>
          </a:xfrm>
          <a:custGeom xmlns:a="http://schemas.openxmlformats.org/drawingml/2006/main">
            <a:pathLst>
              <a:path w="59708" h="97918">
                <a:moveTo>
                  <a:pt x="8084" y="11528"/>
                </a:moveTo>
                <a:cubicBezTo>
                  <a:pt x="13379" y="3843"/>
                  <a:pt x="20612" y="0"/>
                  <a:pt x="29783" y="0"/>
                </a:cubicBezTo>
                <a:cubicBezTo>
                  <a:pt x="34322" y="0"/>
                  <a:pt x="38860" y="1233"/>
                  <a:pt x="43398" y="3700"/>
                </a:cubicBezTo>
                <a:cubicBezTo>
                  <a:pt x="47937" y="6167"/>
                  <a:pt x="51624" y="10532"/>
                  <a:pt x="54461" y="16794"/>
                </a:cubicBezTo>
                <a:cubicBezTo>
                  <a:pt x="57959" y="24669"/>
                  <a:pt x="59708" y="35486"/>
                  <a:pt x="59708" y="49244"/>
                </a:cubicBezTo>
                <a:cubicBezTo>
                  <a:pt x="59708" y="63951"/>
                  <a:pt x="57675" y="75194"/>
                  <a:pt x="53610" y="82974"/>
                </a:cubicBezTo>
                <a:cubicBezTo>
                  <a:pt x="51719" y="86959"/>
                  <a:pt x="49119" y="90138"/>
                  <a:pt x="45809" y="92510"/>
                </a:cubicBezTo>
                <a:cubicBezTo>
                  <a:pt x="42500" y="94882"/>
                  <a:pt x="39616" y="96353"/>
                  <a:pt x="37158" y="96922"/>
                </a:cubicBezTo>
                <a:cubicBezTo>
                  <a:pt x="34700" y="97491"/>
                  <a:pt x="32289" y="97824"/>
                  <a:pt x="29925" y="97918"/>
                </a:cubicBezTo>
                <a:cubicBezTo>
                  <a:pt x="27467" y="97918"/>
                  <a:pt x="25008" y="97634"/>
                  <a:pt x="22550" y="97064"/>
                </a:cubicBezTo>
                <a:cubicBezTo>
                  <a:pt x="20092" y="96495"/>
                  <a:pt x="17208" y="94977"/>
                  <a:pt x="13899" y="92510"/>
                </a:cubicBezTo>
                <a:cubicBezTo>
                  <a:pt x="10590" y="90043"/>
                  <a:pt x="7989" y="86865"/>
                  <a:pt x="6098" y="82974"/>
                </a:cubicBezTo>
                <a:cubicBezTo>
                  <a:pt x="2033" y="75194"/>
                  <a:pt x="0" y="63951"/>
                  <a:pt x="0" y="49244"/>
                </a:cubicBezTo>
                <a:cubicBezTo>
                  <a:pt x="0" y="32734"/>
                  <a:pt x="2695" y="20162"/>
                  <a:pt x="8084" y="11528"/>
                </a:cubicBezTo>
                <a:close/>
                <a:moveTo>
                  <a:pt x="39995" y="9820"/>
                </a:moveTo>
                <a:cubicBezTo>
                  <a:pt x="37158" y="6784"/>
                  <a:pt x="33802" y="5266"/>
                  <a:pt x="29925" y="5266"/>
                </a:cubicBezTo>
                <a:cubicBezTo>
                  <a:pt x="25954" y="5266"/>
                  <a:pt x="22550" y="6784"/>
                  <a:pt x="19714" y="9820"/>
                </a:cubicBezTo>
                <a:cubicBezTo>
                  <a:pt x="17350" y="12287"/>
                  <a:pt x="15790" y="15703"/>
                  <a:pt x="15033" y="20068"/>
                </a:cubicBezTo>
                <a:cubicBezTo>
                  <a:pt x="14277" y="24432"/>
                  <a:pt x="13899" y="33541"/>
                  <a:pt x="13899" y="47394"/>
                </a:cubicBezTo>
                <a:cubicBezTo>
                  <a:pt x="13899" y="62385"/>
                  <a:pt x="14277" y="72253"/>
                  <a:pt x="15033" y="76997"/>
                </a:cubicBezTo>
                <a:cubicBezTo>
                  <a:pt x="15790" y="81741"/>
                  <a:pt x="17492" y="85489"/>
                  <a:pt x="20139" y="88240"/>
                </a:cubicBezTo>
                <a:cubicBezTo>
                  <a:pt x="22787" y="91087"/>
                  <a:pt x="26048" y="92510"/>
                  <a:pt x="29925" y="92510"/>
                </a:cubicBezTo>
                <a:cubicBezTo>
                  <a:pt x="33707" y="92510"/>
                  <a:pt x="36922" y="91087"/>
                  <a:pt x="39569" y="88240"/>
                </a:cubicBezTo>
                <a:cubicBezTo>
                  <a:pt x="42311" y="85394"/>
                  <a:pt x="44013" y="81409"/>
                  <a:pt x="44675" y="76285"/>
                </a:cubicBezTo>
                <a:cubicBezTo>
                  <a:pt x="45337" y="71162"/>
                  <a:pt x="45715" y="61531"/>
                  <a:pt x="45809" y="47394"/>
                </a:cubicBezTo>
                <a:cubicBezTo>
                  <a:pt x="45809" y="33636"/>
                  <a:pt x="45431" y="24574"/>
                  <a:pt x="44675" y="20210"/>
                </a:cubicBezTo>
                <a:cubicBezTo>
                  <a:pt x="43918" y="15845"/>
                  <a:pt x="42358" y="12382"/>
                  <a:pt x="39995" y="98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1CC2AA-AD4C-4FDF-93B0-9430F7B3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98" y="4879723"/>
            <a:ext cx="59708" cy="97918"/>
          </a:xfrm>
          <a:custGeom xmlns:a="http://schemas.openxmlformats.org/drawingml/2006/main">
            <a:pathLst>
              <a:path w="59708" h="97918" fill="none">
                <a:moveTo>
                  <a:pt x="8084" y="11528"/>
                </a:moveTo>
                <a:cubicBezTo>
                  <a:pt x="13379" y="3843"/>
                  <a:pt x="20612" y="0"/>
                  <a:pt x="29783" y="0"/>
                </a:cubicBezTo>
                <a:cubicBezTo>
                  <a:pt x="34322" y="0"/>
                  <a:pt x="38860" y="1233"/>
                  <a:pt x="43398" y="3700"/>
                </a:cubicBezTo>
                <a:cubicBezTo>
                  <a:pt x="47937" y="6167"/>
                  <a:pt x="51624" y="10532"/>
                  <a:pt x="54461" y="16794"/>
                </a:cubicBezTo>
                <a:cubicBezTo>
                  <a:pt x="57959" y="24669"/>
                  <a:pt x="59708" y="35486"/>
                  <a:pt x="59708" y="49244"/>
                </a:cubicBezTo>
                <a:cubicBezTo>
                  <a:pt x="59708" y="63951"/>
                  <a:pt x="57675" y="75194"/>
                  <a:pt x="53610" y="82974"/>
                </a:cubicBezTo>
                <a:cubicBezTo>
                  <a:pt x="51719" y="86959"/>
                  <a:pt x="49119" y="90138"/>
                  <a:pt x="45809" y="92510"/>
                </a:cubicBezTo>
                <a:cubicBezTo>
                  <a:pt x="42500" y="94882"/>
                  <a:pt x="39616" y="96353"/>
                  <a:pt x="37158" y="96922"/>
                </a:cubicBezTo>
                <a:cubicBezTo>
                  <a:pt x="34700" y="97491"/>
                  <a:pt x="32289" y="97824"/>
                  <a:pt x="29925" y="97918"/>
                </a:cubicBezTo>
                <a:cubicBezTo>
                  <a:pt x="27467" y="97918"/>
                  <a:pt x="25008" y="97634"/>
                  <a:pt x="22550" y="97064"/>
                </a:cubicBezTo>
                <a:cubicBezTo>
                  <a:pt x="20092" y="96495"/>
                  <a:pt x="17208" y="94977"/>
                  <a:pt x="13899" y="92510"/>
                </a:cubicBezTo>
                <a:cubicBezTo>
                  <a:pt x="10590" y="90043"/>
                  <a:pt x="7989" y="86865"/>
                  <a:pt x="6098" y="82974"/>
                </a:cubicBezTo>
                <a:cubicBezTo>
                  <a:pt x="2033" y="75194"/>
                  <a:pt x="0" y="63951"/>
                  <a:pt x="0" y="49244"/>
                </a:cubicBezTo>
                <a:cubicBezTo>
                  <a:pt x="0" y="32734"/>
                  <a:pt x="2695" y="20162"/>
                  <a:pt x="8084" y="11528"/>
                </a:cubicBezTo>
                <a:close/>
                <a:moveTo>
                  <a:pt x="39995" y="9820"/>
                </a:moveTo>
                <a:cubicBezTo>
                  <a:pt x="37158" y="6784"/>
                  <a:pt x="33802" y="5266"/>
                  <a:pt x="29925" y="5266"/>
                </a:cubicBezTo>
                <a:cubicBezTo>
                  <a:pt x="25954" y="5266"/>
                  <a:pt x="22550" y="6784"/>
                  <a:pt x="19714" y="9820"/>
                </a:cubicBezTo>
                <a:cubicBezTo>
                  <a:pt x="17350" y="12287"/>
                  <a:pt x="15790" y="15703"/>
                  <a:pt x="15033" y="20068"/>
                </a:cubicBezTo>
                <a:cubicBezTo>
                  <a:pt x="14277" y="24432"/>
                  <a:pt x="13899" y="33541"/>
                  <a:pt x="13899" y="47394"/>
                </a:cubicBezTo>
                <a:cubicBezTo>
                  <a:pt x="13899" y="62385"/>
                  <a:pt x="14277" y="72253"/>
                  <a:pt x="15033" y="76997"/>
                </a:cubicBezTo>
                <a:cubicBezTo>
                  <a:pt x="15790" y="81741"/>
                  <a:pt x="17492" y="85489"/>
                  <a:pt x="20139" y="88240"/>
                </a:cubicBezTo>
                <a:cubicBezTo>
                  <a:pt x="22787" y="91087"/>
                  <a:pt x="26048" y="92510"/>
                  <a:pt x="29925" y="92510"/>
                </a:cubicBezTo>
                <a:cubicBezTo>
                  <a:pt x="33707" y="92510"/>
                  <a:pt x="36922" y="91087"/>
                  <a:pt x="39569" y="88240"/>
                </a:cubicBezTo>
                <a:cubicBezTo>
                  <a:pt x="42311" y="85394"/>
                  <a:pt x="44013" y="81409"/>
                  <a:pt x="44675" y="76285"/>
                </a:cubicBezTo>
                <a:cubicBezTo>
                  <a:pt x="45337" y="71162"/>
                  <a:pt x="45715" y="61531"/>
                  <a:pt x="45809" y="47394"/>
                </a:cubicBezTo>
                <a:cubicBezTo>
                  <a:pt x="45809" y="33636"/>
                  <a:pt x="45431" y="24574"/>
                  <a:pt x="44675" y="20210"/>
                </a:cubicBezTo>
                <a:cubicBezTo>
                  <a:pt x="43918" y="15845"/>
                  <a:pt x="42358" y="12382"/>
                  <a:pt x="39995" y="982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" cap="flat">
            <a:solidFill>
              <a:srgbClr val="000000">
                <a:alpha val="8860"/>
              </a:srgbClr>
            </a:solidFill>
            <a:miter/>
          </a:ln>
        </p:spPr>
      </p:sp>
      <p:sp>
        <p:nvSpPr>
          <p:cNvPr id="7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FF5602-A122-473E-BDC8-D6CC1878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186" y="4793335"/>
            <a:ext cx="47944" cy="201306"/>
          </a:xfrm>
          <a:custGeom xmlns:a="http://schemas.openxmlformats.org/drawingml/2006/main">
            <a:pathLst>
              <a:path w="47944" h="201306">
                <a:moveTo>
                  <a:pt x="0" y="100653"/>
                </a:moveTo>
                <a:cubicBezTo>
                  <a:pt x="0" y="91393"/>
                  <a:pt x="669" y="82602"/>
                  <a:pt x="2006" y="74282"/>
                </a:cubicBezTo>
                <a:cubicBezTo>
                  <a:pt x="3343" y="65961"/>
                  <a:pt x="4881" y="58781"/>
                  <a:pt x="6620" y="52742"/>
                </a:cubicBezTo>
                <a:cubicBezTo>
                  <a:pt x="8358" y="46703"/>
                  <a:pt x="10832" y="40798"/>
                  <a:pt x="14042" y="35027"/>
                </a:cubicBezTo>
                <a:cubicBezTo>
                  <a:pt x="17252" y="29256"/>
                  <a:pt x="19793" y="24761"/>
                  <a:pt x="21665" y="21540"/>
                </a:cubicBezTo>
                <a:cubicBezTo>
                  <a:pt x="23537" y="18319"/>
                  <a:pt x="26346" y="14830"/>
                  <a:pt x="30090" y="11072"/>
                </a:cubicBezTo>
                <a:cubicBezTo>
                  <a:pt x="33835" y="7314"/>
                  <a:pt x="36041" y="5033"/>
                  <a:pt x="36710" y="4227"/>
                </a:cubicBezTo>
                <a:cubicBezTo>
                  <a:pt x="37379" y="3422"/>
                  <a:pt x="39050" y="2013"/>
                  <a:pt x="41725" y="0"/>
                </a:cubicBezTo>
                <a:lnTo>
                  <a:pt x="44333" y="0"/>
                </a:lnTo>
                <a:lnTo>
                  <a:pt x="45135" y="0"/>
                </a:lnTo>
                <a:cubicBezTo>
                  <a:pt x="47007" y="0"/>
                  <a:pt x="47944" y="604"/>
                  <a:pt x="47944" y="1812"/>
                </a:cubicBezTo>
                <a:cubicBezTo>
                  <a:pt x="47944" y="2214"/>
                  <a:pt x="46807" y="3624"/>
                  <a:pt x="44533" y="6039"/>
                </a:cubicBezTo>
                <a:cubicBezTo>
                  <a:pt x="42260" y="8455"/>
                  <a:pt x="39518" y="12011"/>
                  <a:pt x="36309" y="16708"/>
                </a:cubicBezTo>
                <a:cubicBezTo>
                  <a:pt x="33099" y="21406"/>
                  <a:pt x="29823" y="27176"/>
                  <a:pt x="26479" y="34021"/>
                </a:cubicBezTo>
                <a:cubicBezTo>
                  <a:pt x="23136" y="40865"/>
                  <a:pt x="20328" y="50125"/>
                  <a:pt x="18054" y="61801"/>
                </a:cubicBezTo>
                <a:cubicBezTo>
                  <a:pt x="15781" y="73477"/>
                  <a:pt x="14644" y="86427"/>
                  <a:pt x="14644" y="100653"/>
                </a:cubicBezTo>
                <a:cubicBezTo>
                  <a:pt x="14644" y="114879"/>
                  <a:pt x="15781" y="127762"/>
                  <a:pt x="18054" y="139304"/>
                </a:cubicBezTo>
                <a:cubicBezTo>
                  <a:pt x="20328" y="150845"/>
                  <a:pt x="23069" y="160172"/>
                  <a:pt x="26279" y="167285"/>
                </a:cubicBezTo>
                <a:cubicBezTo>
                  <a:pt x="29488" y="174398"/>
                  <a:pt x="32765" y="180169"/>
                  <a:pt x="36108" y="184597"/>
                </a:cubicBezTo>
                <a:cubicBezTo>
                  <a:pt x="39452" y="189026"/>
                  <a:pt x="42260" y="192583"/>
                  <a:pt x="44533" y="195267"/>
                </a:cubicBezTo>
                <a:cubicBezTo>
                  <a:pt x="46807" y="197951"/>
                  <a:pt x="47944" y="199360"/>
                  <a:pt x="47944" y="199494"/>
                </a:cubicBezTo>
                <a:cubicBezTo>
                  <a:pt x="47944" y="200702"/>
                  <a:pt x="46941" y="201306"/>
                  <a:pt x="44935" y="201306"/>
                </a:cubicBezTo>
                <a:lnTo>
                  <a:pt x="44333" y="201306"/>
                </a:lnTo>
                <a:lnTo>
                  <a:pt x="41725" y="201306"/>
                </a:lnTo>
                <a:lnTo>
                  <a:pt x="36108" y="196474"/>
                </a:lnTo>
                <a:cubicBezTo>
                  <a:pt x="23537" y="185067"/>
                  <a:pt x="14376" y="170842"/>
                  <a:pt x="8626" y="153798"/>
                </a:cubicBezTo>
                <a:cubicBezTo>
                  <a:pt x="2875" y="136754"/>
                  <a:pt x="0" y="119039"/>
                  <a:pt x="0" y="1006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CA2E62-35DD-42FA-857D-C0D696E6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186" y="4793335"/>
            <a:ext cx="47944" cy="201306"/>
          </a:xfrm>
          <a:custGeom xmlns:a="http://schemas.openxmlformats.org/drawingml/2006/main">
            <a:pathLst>
              <a:path w="47944" h="201306" fill="none">
                <a:moveTo>
                  <a:pt x="0" y="100653"/>
                </a:moveTo>
                <a:cubicBezTo>
                  <a:pt x="0" y="91393"/>
                  <a:pt x="669" y="82602"/>
                  <a:pt x="2006" y="74282"/>
                </a:cubicBezTo>
                <a:cubicBezTo>
                  <a:pt x="3343" y="65961"/>
                  <a:pt x="4881" y="58781"/>
                  <a:pt x="6620" y="52742"/>
                </a:cubicBezTo>
                <a:cubicBezTo>
                  <a:pt x="8358" y="46703"/>
                  <a:pt x="10832" y="40798"/>
                  <a:pt x="14042" y="35027"/>
                </a:cubicBezTo>
                <a:cubicBezTo>
                  <a:pt x="17252" y="29256"/>
                  <a:pt x="19793" y="24761"/>
                  <a:pt x="21665" y="21540"/>
                </a:cubicBezTo>
                <a:cubicBezTo>
                  <a:pt x="23537" y="18319"/>
                  <a:pt x="26346" y="14830"/>
                  <a:pt x="30090" y="11072"/>
                </a:cubicBezTo>
                <a:cubicBezTo>
                  <a:pt x="33835" y="7314"/>
                  <a:pt x="36041" y="5033"/>
                  <a:pt x="36710" y="4227"/>
                </a:cubicBezTo>
                <a:cubicBezTo>
                  <a:pt x="37379" y="3422"/>
                  <a:pt x="39050" y="2013"/>
                  <a:pt x="41725" y="0"/>
                </a:cubicBezTo>
                <a:lnTo>
                  <a:pt x="44333" y="0"/>
                </a:lnTo>
                <a:lnTo>
                  <a:pt x="45135" y="0"/>
                </a:lnTo>
                <a:cubicBezTo>
                  <a:pt x="47007" y="0"/>
                  <a:pt x="47944" y="604"/>
                  <a:pt x="47944" y="1812"/>
                </a:cubicBezTo>
                <a:cubicBezTo>
                  <a:pt x="47944" y="2214"/>
                  <a:pt x="46807" y="3624"/>
                  <a:pt x="44533" y="6039"/>
                </a:cubicBezTo>
                <a:cubicBezTo>
                  <a:pt x="42260" y="8455"/>
                  <a:pt x="39518" y="12011"/>
                  <a:pt x="36309" y="16708"/>
                </a:cubicBezTo>
                <a:cubicBezTo>
                  <a:pt x="33099" y="21406"/>
                  <a:pt x="29823" y="27176"/>
                  <a:pt x="26479" y="34021"/>
                </a:cubicBezTo>
                <a:cubicBezTo>
                  <a:pt x="23136" y="40865"/>
                  <a:pt x="20328" y="50125"/>
                  <a:pt x="18054" y="61801"/>
                </a:cubicBezTo>
                <a:cubicBezTo>
                  <a:pt x="15781" y="73477"/>
                  <a:pt x="14644" y="86427"/>
                  <a:pt x="14644" y="100653"/>
                </a:cubicBezTo>
                <a:cubicBezTo>
                  <a:pt x="14644" y="114879"/>
                  <a:pt x="15781" y="127762"/>
                  <a:pt x="18054" y="139304"/>
                </a:cubicBezTo>
                <a:cubicBezTo>
                  <a:pt x="20328" y="150845"/>
                  <a:pt x="23069" y="160172"/>
                  <a:pt x="26279" y="167285"/>
                </a:cubicBezTo>
                <a:cubicBezTo>
                  <a:pt x="29488" y="174398"/>
                  <a:pt x="32765" y="180169"/>
                  <a:pt x="36108" y="184597"/>
                </a:cubicBezTo>
                <a:cubicBezTo>
                  <a:pt x="39452" y="189026"/>
                  <a:pt x="42260" y="192583"/>
                  <a:pt x="44533" y="195267"/>
                </a:cubicBezTo>
                <a:cubicBezTo>
                  <a:pt x="46807" y="197951"/>
                  <a:pt x="47944" y="199360"/>
                  <a:pt x="47944" y="199494"/>
                </a:cubicBezTo>
                <a:cubicBezTo>
                  <a:pt x="47944" y="200702"/>
                  <a:pt x="46941" y="201306"/>
                  <a:pt x="44935" y="201306"/>
                </a:cubicBezTo>
                <a:lnTo>
                  <a:pt x="44333" y="201306"/>
                </a:lnTo>
                <a:lnTo>
                  <a:pt x="41725" y="201306"/>
                </a:lnTo>
                <a:lnTo>
                  <a:pt x="36108" y="196474"/>
                </a:lnTo>
                <a:cubicBezTo>
                  <a:pt x="23537" y="185067"/>
                  <a:pt x="14376" y="170842"/>
                  <a:pt x="8626" y="153798"/>
                </a:cubicBezTo>
                <a:cubicBezTo>
                  <a:pt x="2875" y="136754"/>
                  <a:pt x="0" y="119039"/>
                  <a:pt x="0" y="10065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1" cap="flat">
            <a:solidFill>
              <a:srgbClr val="000000">
                <a:alpha val="12530"/>
              </a:srgbClr>
            </a:solidFill>
            <a:miter/>
          </a:ln>
        </p:spPr>
      </p:sp>
      <p:sp>
        <p:nvSpPr>
          <p:cNvPr id="7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647049-EA3F-4D06-B59F-D49837A8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93" y="4802394"/>
            <a:ext cx="142427" cy="146349"/>
          </a:xfrm>
          <a:custGeom xmlns:a="http://schemas.openxmlformats.org/drawingml/2006/main">
            <a:pathLst>
              <a:path w="142427" h="146349">
                <a:moveTo>
                  <a:pt x="0" y="91192"/>
                </a:moveTo>
                <a:cubicBezTo>
                  <a:pt x="0" y="75758"/>
                  <a:pt x="4480" y="60929"/>
                  <a:pt x="13440" y="46703"/>
                </a:cubicBezTo>
                <a:cubicBezTo>
                  <a:pt x="22400" y="32477"/>
                  <a:pt x="33701" y="21204"/>
                  <a:pt x="47342" y="12884"/>
                </a:cubicBezTo>
                <a:cubicBezTo>
                  <a:pt x="60983" y="4563"/>
                  <a:pt x="74624" y="336"/>
                  <a:pt x="88264" y="201"/>
                </a:cubicBezTo>
                <a:cubicBezTo>
                  <a:pt x="100300" y="201"/>
                  <a:pt x="109862" y="3624"/>
                  <a:pt x="116950" y="10468"/>
                </a:cubicBezTo>
                <a:cubicBezTo>
                  <a:pt x="118154" y="11810"/>
                  <a:pt x="119157" y="12951"/>
                  <a:pt x="119959" y="13890"/>
                </a:cubicBezTo>
                <a:cubicBezTo>
                  <a:pt x="120762" y="14830"/>
                  <a:pt x="121297" y="15501"/>
                  <a:pt x="121564" y="15903"/>
                </a:cubicBezTo>
                <a:lnTo>
                  <a:pt x="121765" y="16507"/>
                </a:lnTo>
                <a:cubicBezTo>
                  <a:pt x="122166" y="16507"/>
                  <a:pt x="123971" y="14762"/>
                  <a:pt x="127181" y="11273"/>
                </a:cubicBezTo>
                <a:cubicBezTo>
                  <a:pt x="128117" y="10468"/>
                  <a:pt x="129120" y="9528"/>
                  <a:pt x="130190" y="8455"/>
                </a:cubicBezTo>
                <a:cubicBezTo>
                  <a:pt x="131260" y="7381"/>
                  <a:pt x="132330" y="6308"/>
                  <a:pt x="133400" y="5234"/>
                </a:cubicBezTo>
                <a:cubicBezTo>
                  <a:pt x="134469" y="4160"/>
                  <a:pt x="135138" y="3422"/>
                  <a:pt x="135406" y="3020"/>
                </a:cubicBezTo>
                <a:lnTo>
                  <a:pt x="138415" y="0"/>
                </a:lnTo>
                <a:lnTo>
                  <a:pt x="139618" y="0"/>
                </a:lnTo>
                <a:cubicBezTo>
                  <a:pt x="141490" y="0"/>
                  <a:pt x="142427" y="470"/>
                  <a:pt x="142427" y="1409"/>
                </a:cubicBezTo>
                <a:cubicBezTo>
                  <a:pt x="142427" y="1946"/>
                  <a:pt x="140287" y="11139"/>
                  <a:pt x="136007" y="28988"/>
                </a:cubicBezTo>
                <a:cubicBezTo>
                  <a:pt x="131193" y="47642"/>
                  <a:pt x="128786" y="57037"/>
                  <a:pt x="128786" y="57171"/>
                </a:cubicBezTo>
                <a:cubicBezTo>
                  <a:pt x="128518" y="57842"/>
                  <a:pt x="128184" y="58244"/>
                  <a:pt x="127783" y="58379"/>
                </a:cubicBezTo>
                <a:cubicBezTo>
                  <a:pt x="127382" y="58513"/>
                  <a:pt x="126178" y="58647"/>
                  <a:pt x="124172" y="58781"/>
                </a:cubicBezTo>
                <a:lnTo>
                  <a:pt x="120962" y="58781"/>
                </a:lnTo>
                <a:cubicBezTo>
                  <a:pt x="120160" y="57976"/>
                  <a:pt x="119759" y="57372"/>
                  <a:pt x="119759" y="56970"/>
                </a:cubicBezTo>
                <a:cubicBezTo>
                  <a:pt x="119759" y="56835"/>
                  <a:pt x="119826" y="56366"/>
                  <a:pt x="119959" y="55560"/>
                </a:cubicBezTo>
                <a:cubicBezTo>
                  <a:pt x="120093" y="54755"/>
                  <a:pt x="120227" y="53413"/>
                  <a:pt x="120361" y="51534"/>
                </a:cubicBezTo>
                <a:cubicBezTo>
                  <a:pt x="120494" y="49655"/>
                  <a:pt x="120561" y="47508"/>
                  <a:pt x="120561" y="45093"/>
                </a:cubicBezTo>
                <a:cubicBezTo>
                  <a:pt x="120561" y="35564"/>
                  <a:pt x="118421" y="27243"/>
                  <a:pt x="114142" y="20131"/>
                </a:cubicBezTo>
                <a:cubicBezTo>
                  <a:pt x="109862" y="13018"/>
                  <a:pt x="102574" y="9394"/>
                  <a:pt x="92276" y="9260"/>
                </a:cubicBezTo>
                <a:cubicBezTo>
                  <a:pt x="89869" y="9260"/>
                  <a:pt x="87261" y="9461"/>
                  <a:pt x="84453" y="9864"/>
                </a:cubicBezTo>
                <a:cubicBezTo>
                  <a:pt x="81645" y="10267"/>
                  <a:pt x="78101" y="11139"/>
                  <a:pt x="73821" y="12481"/>
                </a:cubicBezTo>
                <a:cubicBezTo>
                  <a:pt x="69542" y="13823"/>
                  <a:pt x="65463" y="15702"/>
                  <a:pt x="61584" y="18118"/>
                </a:cubicBezTo>
                <a:cubicBezTo>
                  <a:pt x="57706" y="20533"/>
                  <a:pt x="53494" y="23754"/>
                  <a:pt x="48947" y="27780"/>
                </a:cubicBezTo>
                <a:cubicBezTo>
                  <a:pt x="44400" y="31806"/>
                  <a:pt x="40521" y="36571"/>
                  <a:pt x="37312" y="42073"/>
                </a:cubicBezTo>
                <a:cubicBezTo>
                  <a:pt x="34102" y="47575"/>
                  <a:pt x="30959" y="54420"/>
                  <a:pt x="27884" y="62606"/>
                </a:cubicBezTo>
                <a:cubicBezTo>
                  <a:pt x="24808" y="70793"/>
                  <a:pt x="22735" y="79784"/>
                  <a:pt x="21665" y="89581"/>
                </a:cubicBezTo>
                <a:cubicBezTo>
                  <a:pt x="21397" y="91997"/>
                  <a:pt x="21264" y="94614"/>
                  <a:pt x="21264" y="97432"/>
                </a:cubicBezTo>
                <a:cubicBezTo>
                  <a:pt x="21264" y="103874"/>
                  <a:pt x="22200" y="109577"/>
                  <a:pt x="24072" y="114543"/>
                </a:cubicBezTo>
                <a:cubicBezTo>
                  <a:pt x="25944" y="119509"/>
                  <a:pt x="28352" y="123333"/>
                  <a:pt x="31294" y="126017"/>
                </a:cubicBezTo>
                <a:cubicBezTo>
                  <a:pt x="34236" y="128702"/>
                  <a:pt x="37579" y="130983"/>
                  <a:pt x="41324" y="132862"/>
                </a:cubicBezTo>
                <a:cubicBezTo>
                  <a:pt x="45068" y="134741"/>
                  <a:pt x="48545" y="135881"/>
                  <a:pt x="51755" y="136284"/>
                </a:cubicBezTo>
                <a:cubicBezTo>
                  <a:pt x="54965" y="136687"/>
                  <a:pt x="57974" y="136955"/>
                  <a:pt x="60782" y="137089"/>
                </a:cubicBezTo>
                <a:cubicBezTo>
                  <a:pt x="68004" y="137089"/>
                  <a:pt x="74624" y="135546"/>
                  <a:pt x="80642" y="132459"/>
                </a:cubicBezTo>
                <a:cubicBezTo>
                  <a:pt x="86660" y="129373"/>
                  <a:pt x="90805" y="125414"/>
                  <a:pt x="93079" y="120582"/>
                </a:cubicBezTo>
                <a:cubicBezTo>
                  <a:pt x="93480" y="119509"/>
                  <a:pt x="94483" y="115818"/>
                  <a:pt x="96088" y="109510"/>
                </a:cubicBezTo>
                <a:cubicBezTo>
                  <a:pt x="97693" y="103203"/>
                  <a:pt x="98495" y="99646"/>
                  <a:pt x="98495" y="98841"/>
                </a:cubicBezTo>
                <a:cubicBezTo>
                  <a:pt x="98495" y="97768"/>
                  <a:pt x="97626" y="97097"/>
                  <a:pt x="95887" y="96828"/>
                </a:cubicBezTo>
                <a:cubicBezTo>
                  <a:pt x="94149" y="96560"/>
                  <a:pt x="90137" y="96358"/>
                  <a:pt x="83851" y="96224"/>
                </a:cubicBezTo>
                <a:lnTo>
                  <a:pt x="76429" y="96224"/>
                </a:lnTo>
                <a:cubicBezTo>
                  <a:pt x="75627" y="95419"/>
                  <a:pt x="75225" y="94882"/>
                  <a:pt x="75225" y="94614"/>
                </a:cubicBezTo>
                <a:cubicBezTo>
                  <a:pt x="75225" y="94345"/>
                  <a:pt x="75359" y="93070"/>
                  <a:pt x="75627" y="90789"/>
                </a:cubicBezTo>
                <a:cubicBezTo>
                  <a:pt x="76161" y="89044"/>
                  <a:pt x="76830" y="87769"/>
                  <a:pt x="77633" y="86964"/>
                </a:cubicBezTo>
                <a:lnTo>
                  <a:pt x="81043" y="86964"/>
                </a:lnTo>
                <a:cubicBezTo>
                  <a:pt x="86392" y="87233"/>
                  <a:pt x="95753" y="87367"/>
                  <a:pt x="109127" y="87367"/>
                </a:cubicBezTo>
                <a:cubicBezTo>
                  <a:pt x="114476" y="87367"/>
                  <a:pt x="118823" y="87367"/>
                  <a:pt x="122166" y="87367"/>
                </a:cubicBezTo>
                <a:cubicBezTo>
                  <a:pt x="125509" y="87367"/>
                  <a:pt x="127916" y="87300"/>
                  <a:pt x="129388" y="87165"/>
                </a:cubicBezTo>
                <a:cubicBezTo>
                  <a:pt x="130859" y="87031"/>
                  <a:pt x="131661" y="87031"/>
                  <a:pt x="131795" y="87165"/>
                </a:cubicBezTo>
                <a:cubicBezTo>
                  <a:pt x="133667" y="87165"/>
                  <a:pt x="134603" y="87769"/>
                  <a:pt x="134603" y="88977"/>
                </a:cubicBezTo>
                <a:cubicBezTo>
                  <a:pt x="134603" y="89246"/>
                  <a:pt x="134469" y="90185"/>
                  <a:pt x="134202" y="91795"/>
                </a:cubicBezTo>
                <a:cubicBezTo>
                  <a:pt x="133533" y="94345"/>
                  <a:pt x="132865" y="95754"/>
                  <a:pt x="132196" y="96023"/>
                </a:cubicBezTo>
                <a:cubicBezTo>
                  <a:pt x="131795" y="96157"/>
                  <a:pt x="130792" y="96224"/>
                  <a:pt x="129187" y="96224"/>
                </a:cubicBezTo>
                <a:cubicBezTo>
                  <a:pt x="126512" y="96224"/>
                  <a:pt x="123771" y="96425"/>
                  <a:pt x="120962" y="96828"/>
                </a:cubicBezTo>
                <a:cubicBezTo>
                  <a:pt x="120026" y="97231"/>
                  <a:pt x="119358" y="97835"/>
                  <a:pt x="118956" y="98640"/>
                </a:cubicBezTo>
                <a:cubicBezTo>
                  <a:pt x="118555" y="99445"/>
                  <a:pt x="117619" y="102867"/>
                  <a:pt x="116148" y="108906"/>
                </a:cubicBezTo>
                <a:cubicBezTo>
                  <a:pt x="114944" y="113335"/>
                  <a:pt x="113941" y="117093"/>
                  <a:pt x="113139" y="120180"/>
                </a:cubicBezTo>
                <a:cubicBezTo>
                  <a:pt x="109796" y="133868"/>
                  <a:pt x="107923" y="140914"/>
                  <a:pt x="107522" y="141317"/>
                </a:cubicBezTo>
                <a:cubicBezTo>
                  <a:pt x="107255" y="141585"/>
                  <a:pt x="106920" y="141719"/>
                  <a:pt x="106519" y="141719"/>
                </a:cubicBezTo>
                <a:cubicBezTo>
                  <a:pt x="105182" y="141719"/>
                  <a:pt x="103309" y="140377"/>
                  <a:pt x="100902" y="137693"/>
                </a:cubicBezTo>
                <a:cubicBezTo>
                  <a:pt x="98495" y="135009"/>
                  <a:pt x="96957" y="132929"/>
                  <a:pt x="96288" y="131453"/>
                </a:cubicBezTo>
                <a:cubicBezTo>
                  <a:pt x="96288" y="131319"/>
                  <a:pt x="96155" y="131319"/>
                  <a:pt x="95887" y="131453"/>
                </a:cubicBezTo>
                <a:cubicBezTo>
                  <a:pt x="95620" y="131587"/>
                  <a:pt x="95219" y="131922"/>
                  <a:pt x="94684" y="132459"/>
                </a:cubicBezTo>
                <a:cubicBezTo>
                  <a:pt x="84787" y="141719"/>
                  <a:pt x="71414" y="146349"/>
                  <a:pt x="54563" y="146349"/>
                </a:cubicBezTo>
                <a:cubicBezTo>
                  <a:pt x="38382" y="146349"/>
                  <a:pt x="25276" y="141182"/>
                  <a:pt x="15246" y="130849"/>
                </a:cubicBezTo>
                <a:cubicBezTo>
                  <a:pt x="5216" y="120515"/>
                  <a:pt x="134" y="107296"/>
                  <a:pt x="0" y="911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B4262A-5C9C-4349-833C-138E0B3E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93" y="4802394"/>
            <a:ext cx="142427" cy="146349"/>
          </a:xfrm>
          <a:custGeom xmlns:a="http://schemas.openxmlformats.org/drawingml/2006/main">
            <a:pathLst>
              <a:path w="142427" h="146349" fill="none">
                <a:moveTo>
                  <a:pt x="0" y="91192"/>
                </a:moveTo>
                <a:cubicBezTo>
                  <a:pt x="0" y="75758"/>
                  <a:pt x="4480" y="60929"/>
                  <a:pt x="13440" y="46703"/>
                </a:cubicBezTo>
                <a:cubicBezTo>
                  <a:pt x="22400" y="32477"/>
                  <a:pt x="33701" y="21204"/>
                  <a:pt x="47342" y="12884"/>
                </a:cubicBezTo>
                <a:cubicBezTo>
                  <a:pt x="60983" y="4563"/>
                  <a:pt x="74624" y="336"/>
                  <a:pt x="88264" y="201"/>
                </a:cubicBezTo>
                <a:cubicBezTo>
                  <a:pt x="100300" y="201"/>
                  <a:pt x="109862" y="3624"/>
                  <a:pt x="116950" y="10468"/>
                </a:cubicBezTo>
                <a:cubicBezTo>
                  <a:pt x="118154" y="11810"/>
                  <a:pt x="119157" y="12951"/>
                  <a:pt x="119959" y="13890"/>
                </a:cubicBezTo>
                <a:cubicBezTo>
                  <a:pt x="120762" y="14830"/>
                  <a:pt x="121297" y="15501"/>
                  <a:pt x="121564" y="15903"/>
                </a:cubicBezTo>
                <a:lnTo>
                  <a:pt x="121765" y="16507"/>
                </a:lnTo>
                <a:cubicBezTo>
                  <a:pt x="122166" y="16507"/>
                  <a:pt x="123971" y="14762"/>
                  <a:pt x="127181" y="11273"/>
                </a:cubicBezTo>
                <a:cubicBezTo>
                  <a:pt x="128117" y="10468"/>
                  <a:pt x="129120" y="9528"/>
                  <a:pt x="130190" y="8455"/>
                </a:cubicBezTo>
                <a:cubicBezTo>
                  <a:pt x="131260" y="7381"/>
                  <a:pt x="132330" y="6308"/>
                  <a:pt x="133400" y="5234"/>
                </a:cubicBezTo>
                <a:cubicBezTo>
                  <a:pt x="134469" y="4160"/>
                  <a:pt x="135138" y="3422"/>
                  <a:pt x="135406" y="3020"/>
                </a:cubicBezTo>
                <a:lnTo>
                  <a:pt x="138415" y="0"/>
                </a:lnTo>
                <a:lnTo>
                  <a:pt x="139618" y="0"/>
                </a:lnTo>
                <a:cubicBezTo>
                  <a:pt x="141490" y="0"/>
                  <a:pt x="142427" y="470"/>
                  <a:pt x="142427" y="1409"/>
                </a:cubicBezTo>
                <a:cubicBezTo>
                  <a:pt x="142427" y="1946"/>
                  <a:pt x="140287" y="11139"/>
                  <a:pt x="136007" y="28988"/>
                </a:cubicBezTo>
                <a:cubicBezTo>
                  <a:pt x="131193" y="47642"/>
                  <a:pt x="128786" y="57037"/>
                  <a:pt x="128786" y="57171"/>
                </a:cubicBezTo>
                <a:cubicBezTo>
                  <a:pt x="128518" y="57842"/>
                  <a:pt x="128184" y="58244"/>
                  <a:pt x="127783" y="58379"/>
                </a:cubicBezTo>
                <a:cubicBezTo>
                  <a:pt x="127382" y="58513"/>
                  <a:pt x="126178" y="58647"/>
                  <a:pt x="124172" y="58781"/>
                </a:cubicBezTo>
                <a:lnTo>
                  <a:pt x="120962" y="58781"/>
                </a:lnTo>
                <a:cubicBezTo>
                  <a:pt x="120160" y="57976"/>
                  <a:pt x="119759" y="57372"/>
                  <a:pt x="119759" y="56970"/>
                </a:cubicBezTo>
                <a:cubicBezTo>
                  <a:pt x="119759" y="56835"/>
                  <a:pt x="119826" y="56366"/>
                  <a:pt x="119959" y="55560"/>
                </a:cubicBezTo>
                <a:cubicBezTo>
                  <a:pt x="120093" y="54755"/>
                  <a:pt x="120227" y="53413"/>
                  <a:pt x="120361" y="51534"/>
                </a:cubicBezTo>
                <a:cubicBezTo>
                  <a:pt x="120494" y="49655"/>
                  <a:pt x="120561" y="47508"/>
                  <a:pt x="120561" y="45093"/>
                </a:cubicBezTo>
                <a:cubicBezTo>
                  <a:pt x="120561" y="35564"/>
                  <a:pt x="118421" y="27243"/>
                  <a:pt x="114142" y="20131"/>
                </a:cubicBezTo>
                <a:cubicBezTo>
                  <a:pt x="109862" y="13018"/>
                  <a:pt x="102574" y="9394"/>
                  <a:pt x="92276" y="9260"/>
                </a:cubicBezTo>
                <a:cubicBezTo>
                  <a:pt x="89869" y="9260"/>
                  <a:pt x="87261" y="9461"/>
                  <a:pt x="84453" y="9864"/>
                </a:cubicBezTo>
                <a:cubicBezTo>
                  <a:pt x="81645" y="10267"/>
                  <a:pt x="78101" y="11139"/>
                  <a:pt x="73821" y="12481"/>
                </a:cubicBezTo>
                <a:cubicBezTo>
                  <a:pt x="69542" y="13823"/>
                  <a:pt x="65463" y="15702"/>
                  <a:pt x="61584" y="18118"/>
                </a:cubicBezTo>
                <a:cubicBezTo>
                  <a:pt x="57706" y="20533"/>
                  <a:pt x="53494" y="23754"/>
                  <a:pt x="48947" y="27780"/>
                </a:cubicBezTo>
                <a:cubicBezTo>
                  <a:pt x="44400" y="31806"/>
                  <a:pt x="40521" y="36571"/>
                  <a:pt x="37312" y="42073"/>
                </a:cubicBezTo>
                <a:cubicBezTo>
                  <a:pt x="34102" y="47575"/>
                  <a:pt x="30959" y="54420"/>
                  <a:pt x="27884" y="62606"/>
                </a:cubicBezTo>
                <a:cubicBezTo>
                  <a:pt x="24808" y="70793"/>
                  <a:pt x="22735" y="79784"/>
                  <a:pt x="21665" y="89581"/>
                </a:cubicBezTo>
                <a:cubicBezTo>
                  <a:pt x="21397" y="91997"/>
                  <a:pt x="21264" y="94614"/>
                  <a:pt x="21264" y="97432"/>
                </a:cubicBezTo>
                <a:cubicBezTo>
                  <a:pt x="21264" y="103874"/>
                  <a:pt x="22200" y="109577"/>
                  <a:pt x="24072" y="114543"/>
                </a:cubicBezTo>
                <a:cubicBezTo>
                  <a:pt x="25944" y="119509"/>
                  <a:pt x="28352" y="123333"/>
                  <a:pt x="31294" y="126017"/>
                </a:cubicBezTo>
                <a:cubicBezTo>
                  <a:pt x="34236" y="128702"/>
                  <a:pt x="37579" y="130983"/>
                  <a:pt x="41324" y="132862"/>
                </a:cubicBezTo>
                <a:cubicBezTo>
                  <a:pt x="45068" y="134741"/>
                  <a:pt x="48545" y="135881"/>
                  <a:pt x="51755" y="136284"/>
                </a:cubicBezTo>
                <a:cubicBezTo>
                  <a:pt x="54965" y="136687"/>
                  <a:pt x="57974" y="136955"/>
                  <a:pt x="60782" y="137089"/>
                </a:cubicBezTo>
                <a:cubicBezTo>
                  <a:pt x="68004" y="137089"/>
                  <a:pt x="74624" y="135546"/>
                  <a:pt x="80642" y="132459"/>
                </a:cubicBezTo>
                <a:cubicBezTo>
                  <a:pt x="86660" y="129373"/>
                  <a:pt x="90805" y="125414"/>
                  <a:pt x="93079" y="120582"/>
                </a:cubicBezTo>
                <a:cubicBezTo>
                  <a:pt x="93480" y="119509"/>
                  <a:pt x="94483" y="115818"/>
                  <a:pt x="96088" y="109510"/>
                </a:cubicBezTo>
                <a:cubicBezTo>
                  <a:pt x="97693" y="103203"/>
                  <a:pt x="98495" y="99646"/>
                  <a:pt x="98495" y="98841"/>
                </a:cubicBezTo>
                <a:cubicBezTo>
                  <a:pt x="98495" y="97768"/>
                  <a:pt x="97626" y="97097"/>
                  <a:pt x="95887" y="96828"/>
                </a:cubicBezTo>
                <a:cubicBezTo>
                  <a:pt x="94149" y="96560"/>
                  <a:pt x="90137" y="96358"/>
                  <a:pt x="83851" y="96224"/>
                </a:cubicBezTo>
                <a:lnTo>
                  <a:pt x="76429" y="96224"/>
                </a:lnTo>
                <a:cubicBezTo>
                  <a:pt x="75627" y="95419"/>
                  <a:pt x="75225" y="94882"/>
                  <a:pt x="75225" y="94614"/>
                </a:cubicBezTo>
                <a:cubicBezTo>
                  <a:pt x="75225" y="94345"/>
                  <a:pt x="75359" y="93070"/>
                  <a:pt x="75627" y="90789"/>
                </a:cubicBezTo>
                <a:cubicBezTo>
                  <a:pt x="76161" y="89044"/>
                  <a:pt x="76830" y="87769"/>
                  <a:pt x="77633" y="86964"/>
                </a:cubicBezTo>
                <a:lnTo>
                  <a:pt x="81043" y="86964"/>
                </a:lnTo>
                <a:cubicBezTo>
                  <a:pt x="86392" y="87233"/>
                  <a:pt x="95753" y="87367"/>
                  <a:pt x="109127" y="87367"/>
                </a:cubicBezTo>
                <a:cubicBezTo>
                  <a:pt x="114476" y="87367"/>
                  <a:pt x="118823" y="87367"/>
                  <a:pt x="122166" y="87367"/>
                </a:cubicBezTo>
                <a:cubicBezTo>
                  <a:pt x="125509" y="87367"/>
                  <a:pt x="127916" y="87300"/>
                  <a:pt x="129388" y="87165"/>
                </a:cubicBezTo>
                <a:cubicBezTo>
                  <a:pt x="130859" y="87031"/>
                  <a:pt x="131661" y="87031"/>
                  <a:pt x="131795" y="87165"/>
                </a:cubicBezTo>
                <a:cubicBezTo>
                  <a:pt x="133667" y="87165"/>
                  <a:pt x="134603" y="87769"/>
                  <a:pt x="134603" y="88977"/>
                </a:cubicBezTo>
                <a:cubicBezTo>
                  <a:pt x="134603" y="89246"/>
                  <a:pt x="134469" y="90185"/>
                  <a:pt x="134202" y="91795"/>
                </a:cubicBezTo>
                <a:cubicBezTo>
                  <a:pt x="133533" y="94345"/>
                  <a:pt x="132865" y="95754"/>
                  <a:pt x="132196" y="96023"/>
                </a:cubicBezTo>
                <a:cubicBezTo>
                  <a:pt x="131795" y="96157"/>
                  <a:pt x="130792" y="96224"/>
                  <a:pt x="129187" y="96224"/>
                </a:cubicBezTo>
                <a:cubicBezTo>
                  <a:pt x="126512" y="96224"/>
                  <a:pt x="123771" y="96425"/>
                  <a:pt x="120962" y="96828"/>
                </a:cubicBezTo>
                <a:cubicBezTo>
                  <a:pt x="120026" y="97231"/>
                  <a:pt x="119358" y="97835"/>
                  <a:pt x="118956" y="98640"/>
                </a:cubicBezTo>
                <a:cubicBezTo>
                  <a:pt x="118555" y="99445"/>
                  <a:pt x="117619" y="102867"/>
                  <a:pt x="116148" y="108906"/>
                </a:cubicBezTo>
                <a:cubicBezTo>
                  <a:pt x="114944" y="113335"/>
                  <a:pt x="113941" y="117093"/>
                  <a:pt x="113139" y="120180"/>
                </a:cubicBezTo>
                <a:cubicBezTo>
                  <a:pt x="109796" y="133868"/>
                  <a:pt x="107923" y="140914"/>
                  <a:pt x="107522" y="141317"/>
                </a:cubicBezTo>
                <a:cubicBezTo>
                  <a:pt x="107255" y="141585"/>
                  <a:pt x="106920" y="141719"/>
                  <a:pt x="106519" y="141719"/>
                </a:cubicBezTo>
                <a:cubicBezTo>
                  <a:pt x="105182" y="141719"/>
                  <a:pt x="103309" y="140377"/>
                  <a:pt x="100902" y="137693"/>
                </a:cubicBezTo>
                <a:cubicBezTo>
                  <a:pt x="98495" y="135009"/>
                  <a:pt x="96957" y="132929"/>
                  <a:pt x="96288" y="131453"/>
                </a:cubicBezTo>
                <a:cubicBezTo>
                  <a:pt x="96288" y="131319"/>
                  <a:pt x="96155" y="131319"/>
                  <a:pt x="95887" y="131453"/>
                </a:cubicBezTo>
                <a:cubicBezTo>
                  <a:pt x="95620" y="131587"/>
                  <a:pt x="95219" y="131922"/>
                  <a:pt x="94684" y="132459"/>
                </a:cubicBezTo>
                <a:cubicBezTo>
                  <a:pt x="84787" y="141719"/>
                  <a:pt x="71414" y="146349"/>
                  <a:pt x="54563" y="146349"/>
                </a:cubicBezTo>
                <a:cubicBezTo>
                  <a:pt x="38382" y="146349"/>
                  <a:pt x="25276" y="141182"/>
                  <a:pt x="15246" y="130849"/>
                </a:cubicBezTo>
                <a:cubicBezTo>
                  <a:pt x="5216" y="120515"/>
                  <a:pt x="134" y="107296"/>
                  <a:pt x="0" y="9119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1" cap="flat">
            <a:solidFill>
              <a:srgbClr val="000000">
                <a:alpha val="12530"/>
              </a:srgbClr>
            </a:solidFill>
            <a:miter/>
          </a:ln>
        </p:spPr>
      </p:sp>
      <p:sp>
        <p:nvSpPr>
          <p:cNvPr id="7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09FE2E-96ED-460A-9FAB-D6A41C7F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86" y="4879723"/>
            <a:ext cx="59708" cy="97918"/>
          </a:xfrm>
          <a:custGeom xmlns:a="http://schemas.openxmlformats.org/drawingml/2006/main">
            <a:pathLst>
              <a:path w="59708" h="97918">
                <a:moveTo>
                  <a:pt x="8084" y="11528"/>
                </a:moveTo>
                <a:cubicBezTo>
                  <a:pt x="13379" y="3843"/>
                  <a:pt x="20612" y="0"/>
                  <a:pt x="29783" y="0"/>
                </a:cubicBezTo>
                <a:cubicBezTo>
                  <a:pt x="34322" y="0"/>
                  <a:pt x="38860" y="1233"/>
                  <a:pt x="43398" y="3700"/>
                </a:cubicBezTo>
                <a:cubicBezTo>
                  <a:pt x="47937" y="6167"/>
                  <a:pt x="51624" y="10532"/>
                  <a:pt x="54461" y="16794"/>
                </a:cubicBezTo>
                <a:cubicBezTo>
                  <a:pt x="57959" y="24669"/>
                  <a:pt x="59708" y="35486"/>
                  <a:pt x="59708" y="49244"/>
                </a:cubicBezTo>
                <a:cubicBezTo>
                  <a:pt x="59708" y="63951"/>
                  <a:pt x="57675" y="75194"/>
                  <a:pt x="53610" y="82974"/>
                </a:cubicBezTo>
                <a:cubicBezTo>
                  <a:pt x="51719" y="86959"/>
                  <a:pt x="49119" y="90138"/>
                  <a:pt x="45809" y="92510"/>
                </a:cubicBezTo>
                <a:cubicBezTo>
                  <a:pt x="42500" y="94882"/>
                  <a:pt x="39616" y="96353"/>
                  <a:pt x="37158" y="96922"/>
                </a:cubicBezTo>
                <a:cubicBezTo>
                  <a:pt x="34700" y="97491"/>
                  <a:pt x="32289" y="97824"/>
                  <a:pt x="29925" y="97918"/>
                </a:cubicBezTo>
                <a:cubicBezTo>
                  <a:pt x="27467" y="97918"/>
                  <a:pt x="25008" y="97634"/>
                  <a:pt x="22550" y="97064"/>
                </a:cubicBezTo>
                <a:cubicBezTo>
                  <a:pt x="20092" y="96495"/>
                  <a:pt x="17208" y="94977"/>
                  <a:pt x="13899" y="92510"/>
                </a:cubicBezTo>
                <a:cubicBezTo>
                  <a:pt x="10590" y="90043"/>
                  <a:pt x="7989" y="86865"/>
                  <a:pt x="6098" y="82974"/>
                </a:cubicBezTo>
                <a:cubicBezTo>
                  <a:pt x="2033" y="75194"/>
                  <a:pt x="0" y="63951"/>
                  <a:pt x="0" y="49244"/>
                </a:cubicBezTo>
                <a:cubicBezTo>
                  <a:pt x="0" y="32734"/>
                  <a:pt x="2695" y="20162"/>
                  <a:pt x="8084" y="11528"/>
                </a:cubicBezTo>
                <a:close/>
                <a:moveTo>
                  <a:pt x="39995" y="9820"/>
                </a:moveTo>
                <a:cubicBezTo>
                  <a:pt x="37158" y="6784"/>
                  <a:pt x="33802" y="5266"/>
                  <a:pt x="29925" y="5266"/>
                </a:cubicBezTo>
                <a:cubicBezTo>
                  <a:pt x="25954" y="5266"/>
                  <a:pt x="22550" y="6784"/>
                  <a:pt x="19714" y="9820"/>
                </a:cubicBezTo>
                <a:cubicBezTo>
                  <a:pt x="17350" y="12287"/>
                  <a:pt x="15790" y="15703"/>
                  <a:pt x="15033" y="20068"/>
                </a:cubicBezTo>
                <a:cubicBezTo>
                  <a:pt x="14277" y="24432"/>
                  <a:pt x="13899" y="33541"/>
                  <a:pt x="13899" y="47394"/>
                </a:cubicBezTo>
                <a:cubicBezTo>
                  <a:pt x="13899" y="62385"/>
                  <a:pt x="14277" y="72253"/>
                  <a:pt x="15033" y="76997"/>
                </a:cubicBezTo>
                <a:cubicBezTo>
                  <a:pt x="15790" y="81741"/>
                  <a:pt x="17492" y="85489"/>
                  <a:pt x="20139" y="88240"/>
                </a:cubicBezTo>
                <a:cubicBezTo>
                  <a:pt x="22787" y="91087"/>
                  <a:pt x="26048" y="92510"/>
                  <a:pt x="29925" y="92510"/>
                </a:cubicBezTo>
                <a:cubicBezTo>
                  <a:pt x="33707" y="92510"/>
                  <a:pt x="36922" y="91087"/>
                  <a:pt x="39569" y="88240"/>
                </a:cubicBezTo>
                <a:cubicBezTo>
                  <a:pt x="42311" y="85394"/>
                  <a:pt x="44013" y="81409"/>
                  <a:pt x="44675" y="76285"/>
                </a:cubicBezTo>
                <a:cubicBezTo>
                  <a:pt x="45337" y="71162"/>
                  <a:pt x="45715" y="61531"/>
                  <a:pt x="45809" y="47394"/>
                </a:cubicBezTo>
                <a:cubicBezTo>
                  <a:pt x="45809" y="33636"/>
                  <a:pt x="45431" y="24574"/>
                  <a:pt x="44675" y="20210"/>
                </a:cubicBezTo>
                <a:cubicBezTo>
                  <a:pt x="43918" y="15845"/>
                  <a:pt x="42358" y="12382"/>
                  <a:pt x="39995" y="98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E3ED17-BDDF-450D-8B2E-65C0F0D3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86" y="4879723"/>
            <a:ext cx="59708" cy="97918"/>
          </a:xfrm>
          <a:custGeom xmlns:a="http://schemas.openxmlformats.org/drawingml/2006/main">
            <a:pathLst>
              <a:path w="59708" h="97918" fill="none">
                <a:moveTo>
                  <a:pt x="8084" y="11528"/>
                </a:moveTo>
                <a:cubicBezTo>
                  <a:pt x="13379" y="3843"/>
                  <a:pt x="20612" y="0"/>
                  <a:pt x="29783" y="0"/>
                </a:cubicBezTo>
                <a:cubicBezTo>
                  <a:pt x="34322" y="0"/>
                  <a:pt x="38860" y="1233"/>
                  <a:pt x="43398" y="3700"/>
                </a:cubicBezTo>
                <a:cubicBezTo>
                  <a:pt x="47937" y="6167"/>
                  <a:pt x="51624" y="10532"/>
                  <a:pt x="54461" y="16794"/>
                </a:cubicBezTo>
                <a:cubicBezTo>
                  <a:pt x="57959" y="24669"/>
                  <a:pt x="59708" y="35486"/>
                  <a:pt x="59708" y="49244"/>
                </a:cubicBezTo>
                <a:cubicBezTo>
                  <a:pt x="59708" y="63951"/>
                  <a:pt x="57675" y="75194"/>
                  <a:pt x="53610" y="82974"/>
                </a:cubicBezTo>
                <a:cubicBezTo>
                  <a:pt x="51719" y="86959"/>
                  <a:pt x="49119" y="90138"/>
                  <a:pt x="45809" y="92510"/>
                </a:cubicBezTo>
                <a:cubicBezTo>
                  <a:pt x="42500" y="94882"/>
                  <a:pt x="39616" y="96353"/>
                  <a:pt x="37158" y="96922"/>
                </a:cubicBezTo>
                <a:cubicBezTo>
                  <a:pt x="34700" y="97491"/>
                  <a:pt x="32289" y="97824"/>
                  <a:pt x="29925" y="97918"/>
                </a:cubicBezTo>
                <a:cubicBezTo>
                  <a:pt x="27467" y="97918"/>
                  <a:pt x="25008" y="97634"/>
                  <a:pt x="22550" y="97064"/>
                </a:cubicBezTo>
                <a:cubicBezTo>
                  <a:pt x="20092" y="96495"/>
                  <a:pt x="17208" y="94977"/>
                  <a:pt x="13899" y="92510"/>
                </a:cubicBezTo>
                <a:cubicBezTo>
                  <a:pt x="10590" y="90043"/>
                  <a:pt x="7989" y="86865"/>
                  <a:pt x="6098" y="82974"/>
                </a:cubicBezTo>
                <a:cubicBezTo>
                  <a:pt x="2033" y="75194"/>
                  <a:pt x="0" y="63951"/>
                  <a:pt x="0" y="49244"/>
                </a:cubicBezTo>
                <a:cubicBezTo>
                  <a:pt x="0" y="32734"/>
                  <a:pt x="2695" y="20162"/>
                  <a:pt x="8084" y="11528"/>
                </a:cubicBezTo>
                <a:close/>
                <a:moveTo>
                  <a:pt x="39995" y="9820"/>
                </a:moveTo>
                <a:cubicBezTo>
                  <a:pt x="37158" y="6784"/>
                  <a:pt x="33802" y="5266"/>
                  <a:pt x="29925" y="5266"/>
                </a:cubicBezTo>
                <a:cubicBezTo>
                  <a:pt x="25954" y="5266"/>
                  <a:pt x="22550" y="6784"/>
                  <a:pt x="19714" y="9820"/>
                </a:cubicBezTo>
                <a:cubicBezTo>
                  <a:pt x="17350" y="12287"/>
                  <a:pt x="15790" y="15703"/>
                  <a:pt x="15033" y="20068"/>
                </a:cubicBezTo>
                <a:cubicBezTo>
                  <a:pt x="14277" y="24432"/>
                  <a:pt x="13899" y="33541"/>
                  <a:pt x="13899" y="47394"/>
                </a:cubicBezTo>
                <a:cubicBezTo>
                  <a:pt x="13899" y="62385"/>
                  <a:pt x="14277" y="72253"/>
                  <a:pt x="15033" y="76997"/>
                </a:cubicBezTo>
                <a:cubicBezTo>
                  <a:pt x="15790" y="81741"/>
                  <a:pt x="17492" y="85489"/>
                  <a:pt x="20139" y="88240"/>
                </a:cubicBezTo>
                <a:cubicBezTo>
                  <a:pt x="22787" y="91087"/>
                  <a:pt x="26048" y="92510"/>
                  <a:pt x="29925" y="92510"/>
                </a:cubicBezTo>
                <a:cubicBezTo>
                  <a:pt x="33707" y="92510"/>
                  <a:pt x="36922" y="91087"/>
                  <a:pt x="39569" y="88240"/>
                </a:cubicBezTo>
                <a:cubicBezTo>
                  <a:pt x="42311" y="85394"/>
                  <a:pt x="44013" y="81409"/>
                  <a:pt x="44675" y="76285"/>
                </a:cubicBezTo>
                <a:cubicBezTo>
                  <a:pt x="45337" y="71162"/>
                  <a:pt x="45715" y="61531"/>
                  <a:pt x="45809" y="47394"/>
                </a:cubicBezTo>
                <a:cubicBezTo>
                  <a:pt x="45809" y="33636"/>
                  <a:pt x="45431" y="24574"/>
                  <a:pt x="44675" y="20210"/>
                </a:cubicBezTo>
                <a:cubicBezTo>
                  <a:pt x="43918" y="15845"/>
                  <a:pt x="42358" y="12382"/>
                  <a:pt x="39995" y="982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" cap="flat">
            <a:solidFill>
              <a:srgbClr val="000000">
                <a:alpha val="8860"/>
              </a:srgbClr>
            </a:solidFill>
            <a:miter/>
          </a:ln>
        </p:spPr>
      </p:sp>
      <p:sp>
        <p:nvSpPr>
          <p:cNvPr id="7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CBC955-D9E2-4752-B6F6-62BFE2C0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630" y="4793335"/>
            <a:ext cx="47944" cy="201306"/>
          </a:xfrm>
          <a:custGeom xmlns:a="http://schemas.openxmlformats.org/drawingml/2006/main">
            <a:pathLst>
              <a:path w="47944" h="201306">
                <a:moveTo>
                  <a:pt x="1003" y="201"/>
                </a:moveTo>
                <a:lnTo>
                  <a:pt x="1805" y="0"/>
                </a:lnTo>
                <a:cubicBezTo>
                  <a:pt x="2474" y="0"/>
                  <a:pt x="3143" y="0"/>
                  <a:pt x="3811" y="0"/>
                </a:cubicBezTo>
                <a:lnTo>
                  <a:pt x="6219" y="0"/>
                </a:lnTo>
                <a:lnTo>
                  <a:pt x="11835" y="4831"/>
                </a:lnTo>
                <a:cubicBezTo>
                  <a:pt x="24406" y="16239"/>
                  <a:pt x="33567" y="30464"/>
                  <a:pt x="39318" y="47508"/>
                </a:cubicBezTo>
                <a:cubicBezTo>
                  <a:pt x="45068" y="64552"/>
                  <a:pt x="47944" y="82267"/>
                  <a:pt x="47944" y="100653"/>
                </a:cubicBezTo>
                <a:cubicBezTo>
                  <a:pt x="47944" y="109779"/>
                  <a:pt x="47275" y="118569"/>
                  <a:pt x="45938" y="127024"/>
                </a:cubicBezTo>
                <a:cubicBezTo>
                  <a:pt x="44600" y="135479"/>
                  <a:pt x="43062" y="142659"/>
                  <a:pt x="41324" y="148564"/>
                </a:cubicBezTo>
                <a:cubicBezTo>
                  <a:pt x="39585" y="154469"/>
                  <a:pt x="37111" y="160374"/>
                  <a:pt x="33902" y="166279"/>
                </a:cubicBezTo>
                <a:cubicBezTo>
                  <a:pt x="30692" y="172184"/>
                  <a:pt x="28151" y="176679"/>
                  <a:pt x="26279" y="179766"/>
                </a:cubicBezTo>
                <a:cubicBezTo>
                  <a:pt x="24406" y="182853"/>
                  <a:pt x="21665" y="186275"/>
                  <a:pt x="18054" y="190033"/>
                </a:cubicBezTo>
                <a:cubicBezTo>
                  <a:pt x="14443" y="193790"/>
                  <a:pt x="12304" y="196005"/>
                  <a:pt x="11635" y="196676"/>
                </a:cubicBezTo>
                <a:cubicBezTo>
                  <a:pt x="10966" y="197347"/>
                  <a:pt x="9428" y="198622"/>
                  <a:pt x="7021" y="200501"/>
                </a:cubicBezTo>
                <a:cubicBezTo>
                  <a:pt x="6620" y="200903"/>
                  <a:pt x="6352" y="201172"/>
                  <a:pt x="6219" y="201306"/>
                </a:cubicBezTo>
                <a:lnTo>
                  <a:pt x="3811" y="201306"/>
                </a:lnTo>
                <a:cubicBezTo>
                  <a:pt x="2742" y="201306"/>
                  <a:pt x="2006" y="201306"/>
                  <a:pt x="1605" y="201306"/>
                </a:cubicBezTo>
                <a:cubicBezTo>
                  <a:pt x="1204" y="201306"/>
                  <a:pt x="869" y="201105"/>
                  <a:pt x="602" y="200702"/>
                </a:cubicBezTo>
                <a:cubicBezTo>
                  <a:pt x="334" y="200299"/>
                  <a:pt x="134" y="199695"/>
                  <a:pt x="0" y="198890"/>
                </a:cubicBezTo>
                <a:cubicBezTo>
                  <a:pt x="134" y="198756"/>
                  <a:pt x="869" y="197884"/>
                  <a:pt x="2207" y="196273"/>
                </a:cubicBezTo>
                <a:cubicBezTo>
                  <a:pt x="22935" y="174666"/>
                  <a:pt x="33300" y="142793"/>
                  <a:pt x="33300" y="100653"/>
                </a:cubicBezTo>
                <a:cubicBezTo>
                  <a:pt x="33300" y="58513"/>
                  <a:pt x="22935" y="26639"/>
                  <a:pt x="2207" y="5033"/>
                </a:cubicBezTo>
                <a:cubicBezTo>
                  <a:pt x="869" y="3422"/>
                  <a:pt x="134" y="2550"/>
                  <a:pt x="0" y="2416"/>
                </a:cubicBezTo>
                <a:cubicBezTo>
                  <a:pt x="0" y="1342"/>
                  <a:pt x="334" y="604"/>
                  <a:pt x="1003" y="2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97A62C-1000-4221-B8E3-D3F2E697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630" y="4793335"/>
            <a:ext cx="47944" cy="201306"/>
          </a:xfrm>
          <a:custGeom xmlns:a="http://schemas.openxmlformats.org/drawingml/2006/main">
            <a:pathLst>
              <a:path w="47944" h="201306" fill="none">
                <a:moveTo>
                  <a:pt x="1003" y="201"/>
                </a:moveTo>
                <a:lnTo>
                  <a:pt x="1805" y="0"/>
                </a:lnTo>
                <a:cubicBezTo>
                  <a:pt x="2474" y="0"/>
                  <a:pt x="3143" y="0"/>
                  <a:pt x="3811" y="0"/>
                </a:cubicBezTo>
                <a:lnTo>
                  <a:pt x="6219" y="0"/>
                </a:lnTo>
                <a:lnTo>
                  <a:pt x="11835" y="4831"/>
                </a:lnTo>
                <a:cubicBezTo>
                  <a:pt x="24406" y="16239"/>
                  <a:pt x="33567" y="30464"/>
                  <a:pt x="39318" y="47508"/>
                </a:cubicBezTo>
                <a:cubicBezTo>
                  <a:pt x="45068" y="64552"/>
                  <a:pt x="47944" y="82267"/>
                  <a:pt x="47944" y="100653"/>
                </a:cubicBezTo>
                <a:cubicBezTo>
                  <a:pt x="47944" y="109779"/>
                  <a:pt x="47275" y="118569"/>
                  <a:pt x="45938" y="127024"/>
                </a:cubicBezTo>
                <a:cubicBezTo>
                  <a:pt x="44600" y="135479"/>
                  <a:pt x="43062" y="142659"/>
                  <a:pt x="41324" y="148564"/>
                </a:cubicBezTo>
                <a:cubicBezTo>
                  <a:pt x="39585" y="154469"/>
                  <a:pt x="37111" y="160374"/>
                  <a:pt x="33902" y="166279"/>
                </a:cubicBezTo>
                <a:cubicBezTo>
                  <a:pt x="30692" y="172184"/>
                  <a:pt x="28151" y="176679"/>
                  <a:pt x="26279" y="179766"/>
                </a:cubicBezTo>
                <a:cubicBezTo>
                  <a:pt x="24406" y="182853"/>
                  <a:pt x="21665" y="186275"/>
                  <a:pt x="18054" y="190033"/>
                </a:cubicBezTo>
                <a:cubicBezTo>
                  <a:pt x="14443" y="193790"/>
                  <a:pt x="12304" y="196005"/>
                  <a:pt x="11635" y="196676"/>
                </a:cubicBezTo>
                <a:cubicBezTo>
                  <a:pt x="10966" y="197347"/>
                  <a:pt x="9428" y="198622"/>
                  <a:pt x="7021" y="200501"/>
                </a:cubicBezTo>
                <a:cubicBezTo>
                  <a:pt x="6620" y="200903"/>
                  <a:pt x="6352" y="201172"/>
                  <a:pt x="6219" y="201306"/>
                </a:cubicBezTo>
                <a:lnTo>
                  <a:pt x="3811" y="201306"/>
                </a:lnTo>
                <a:cubicBezTo>
                  <a:pt x="2742" y="201306"/>
                  <a:pt x="2006" y="201306"/>
                  <a:pt x="1605" y="201306"/>
                </a:cubicBezTo>
                <a:cubicBezTo>
                  <a:pt x="1204" y="201306"/>
                  <a:pt x="869" y="201105"/>
                  <a:pt x="602" y="200702"/>
                </a:cubicBezTo>
                <a:cubicBezTo>
                  <a:pt x="334" y="200299"/>
                  <a:pt x="134" y="199695"/>
                  <a:pt x="0" y="198890"/>
                </a:cubicBezTo>
                <a:cubicBezTo>
                  <a:pt x="134" y="198756"/>
                  <a:pt x="869" y="197884"/>
                  <a:pt x="2207" y="196273"/>
                </a:cubicBezTo>
                <a:cubicBezTo>
                  <a:pt x="22935" y="174666"/>
                  <a:pt x="33300" y="142793"/>
                  <a:pt x="33300" y="100653"/>
                </a:cubicBezTo>
                <a:cubicBezTo>
                  <a:pt x="33300" y="58513"/>
                  <a:pt x="22935" y="26639"/>
                  <a:pt x="2207" y="5033"/>
                </a:cubicBezTo>
                <a:cubicBezTo>
                  <a:pt x="869" y="3422"/>
                  <a:pt x="134" y="2550"/>
                  <a:pt x="0" y="2416"/>
                </a:cubicBezTo>
                <a:cubicBezTo>
                  <a:pt x="0" y="1342"/>
                  <a:pt x="334" y="604"/>
                  <a:pt x="1003" y="20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1" cap="flat">
            <a:solidFill>
              <a:srgbClr val="000000">
                <a:alpha val="12530"/>
              </a:srgbClr>
            </a:solidFill>
            <a:miter/>
          </a:ln>
        </p:spPr>
      </p:sp>
      <p:sp>
        <p:nvSpPr>
          <p:cNvPr id="7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7ED9A6-B35C-40D4-9798-47C98A73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42" y="6014657"/>
            <a:ext cx="147381" cy="137492"/>
          </a:xfrm>
          <a:custGeom xmlns:a="http://schemas.openxmlformats.org/drawingml/2006/main">
            <a:pathLst>
              <a:path w="147381" h="137492">
                <a:moveTo>
                  <a:pt x="52138" y="11072"/>
                </a:moveTo>
                <a:cubicBezTo>
                  <a:pt x="52138" y="10132"/>
                  <a:pt x="48238" y="9528"/>
                  <a:pt x="40437" y="9260"/>
                </a:cubicBezTo>
                <a:cubicBezTo>
                  <a:pt x="37153" y="9260"/>
                  <a:pt x="35032" y="9193"/>
                  <a:pt x="34074" y="9059"/>
                </a:cubicBezTo>
                <a:cubicBezTo>
                  <a:pt x="33116" y="8925"/>
                  <a:pt x="32637" y="8254"/>
                  <a:pt x="32637" y="7046"/>
                </a:cubicBezTo>
                <a:cubicBezTo>
                  <a:pt x="32637" y="6911"/>
                  <a:pt x="32774" y="6173"/>
                  <a:pt x="33048" y="4831"/>
                </a:cubicBezTo>
                <a:cubicBezTo>
                  <a:pt x="33869" y="2147"/>
                  <a:pt x="34485" y="671"/>
                  <a:pt x="34895" y="403"/>
                </a:cubicBezTo>
                <a:cubicBezTo>
                  <a:pt x="35306" y="134"/>
                  <a:pt x="48580" y="0"/>
                  <a:pt x="74717" y="0"/>
                </a:cubicBezTo>
                <a:cubicBezTo>
                  <a:pt x="100717" y="134"/>
                  <a:pt x="114607" y="336"/>
                  <a:pt x="116386" y="604"/>
                </a:cubicBezTo>
                <a:cubicBezTo>
                  <a:pt x="125144" y="2080"/>
                  <a:pt x="132465" y="5368"/>
                  <a:pt x="138349" y="10468"/>
                </a:cubicBezTo>
                <a:cubicBezTo>
                  <a:pt x="144234" y="15568"/>
                  <a:pt x="147244" y="22345"/>
                  <a:pt x="147381" y="30800"/>
                </a:cubicBezTo>
                <a:cubicBezTo>
                  <a:pt x="147381" y="41133"/>
                  <a:pt x="142865" y="50595"/>
                  <a:pt x="133833" y="59184"/>
                </a:cubicBezTo>
                <a:cubicBezTo>
                  <a:pt x="124391" y="68310"/>
                  <a:pt x="112212" y="74081"/>
                  <a:pt x="97296" y="76496"/>
                </a:cubicBezTo>
                <a:cubicBezTo>
                  <a:pt x="96338" y="76630"/>
                  <a:pt x="89154" y="76765"/>
                  <a:pt x="75743" y="76899"/>
                </a:cubicBezTo>
                <a:lnTo>
                  <a:pt x="56243" y="76899"/>
                </a:lnTo>
                <a:lnTo>
                  <a:pt x="50085" y="100854"/>
                </a:lnTo>
                <a:cubicBezTo>
                  <a:pt x="45980" y="116422"/>
                  <a:pt x="43927" y="124675"/>
                  <a:pt x="43927" y="125615"/>
                </a:cubicBezTo>
                <a:cubicBezTo>
                  <a:pt x="43927" y="126152"/>
                  <a:pt x="43995" y="126487"/>
                  <a:pt x="44132" y="126621"/>
                </a:cubicBezTo>
                <a:cubicBezTo>
                  <a:pt x="44269" y="126756"/>
                  <a:pt x="44748" y="127024"/>
                  <a:pt x="45569" y="127427"/>
                </a:cubicBezTo>
                <a:cubicBezTo>
                  <a:pt x="46390" y="127829"/>
                  <a:pt x="47553" y="127963"/>
                  <a:pt x="49059" y="127829"/>
                </a:cubicBezTo>
                <a:cubicBezTo>
                  <a:pt x="50564" y="127695"/>
                  <a:pt x="52822" y="127829"/>
                  <a:pt x="55832" y="128232"/>
                </a:cubicBezTo>
                <a:lnTo>
                  <a:pt x="62196" y="128232"/>
                </a:lnTo>
                <a:cubicBezTo>
                  <a:pt x="63017" y="129440"/>
                  <a:pt x="63427" y="130178"/>
                  <a:pt x="63427" y="130446"/>
                </a:cubicBezTo>
                <a:cubicBezTo>
                  <a:pt x="63427" y="132593"/>
                  <a:pt x="62948" y="134607"/>
                  <a:pt x="61990" y="136485"/>
                </a:cubicBezTo>
                <a:cubicBezTo>
                  <a:pt x="61306" y="137156"/>
                  <a:pt x="60211" y="137492"/>
                  <a:pt x="58706" y="137492"/>
                </a:cubicBezTo>
                <a:cubicBezTo>
                  <a:pt x="58296" y="137492"/>
                  <a:pt x="55764" y="137425"/>
                  <a:pt x="51111" y="137291"/>
                </a:cubicBezTo>
                <a:cubicBezTo>
                  <a:pt x="46459" y="137156"/>
                  <a:pt x="39616" y="137089"/>
                  <a:pt x="30585" y="137089"/>
                </a:cubicBezTo>
                <a:cubicBezTo>
                  <a:pt x="22100" y="137089"/>
                  <a:pt x="15600" y="137089"/>
                  <a:pt x="11084" y="137089"/>
                </a:cubicBezTo>
                <a:cubicBezTo>
                  <a:pt x="6569" y="137089"/>
                  <a:pt x="4105" y="137156"/>
                  <a:pt x="3695" y="137291"/>
                </a:cubicBezTo>
                <a:cubicBezTo>
                  <a:pt x="1232" y="137291"/>
                  <a:pt x="0" y="136620"/>
                  <a:pt x="0" y="135278"/>
                </a:cubicBezTo>
                <a:cubicBezTo>
                  <a:pt x="0" y="135009"/>
                  <a:pt x="205" y="134070"/>
                  <a:pt x="616" y="132459"/>
                </a:cubicBezTo>
                <a:cubicBezTo>
                  <a:pt x="1163" y="130312"/>
                  <a:pt x="1711" y="129104"/>
                  <a:pt x="2258" y="128836"/>
                </a:cubicBezTo>
                <a:cubicBezTo>
                  <a:pt x="2805" y="128567"/>
                  <a:pt x="4379" y="128366"/>
                  <a:pt x="6979" y="128232"/>
                </a:cubicBezTo>
                <a:cubicBezTo>
                  <a:pt x="10674" y="128232"/>
                  <a:pt x="14779" y="128031"/>
                  <a:pt x="19295" y="127628"/>
                </a:cubicBezTo>
                <a:cubicBezTo>
                  <a:pt x="21211" y="127225"/>
                  <a:pt x="22511" y="126420"/>
                  <a:pt x="23195" y="125212"/>
                </a:cubicBezTo>
                <a:cubicBezTo>
                  <a:pt x="23606" y="124675"/>
                  <a:pt x="28532" y="106021"/>
                  <a:pt x="37974" y="69249"/>
                </a:cubicBezTo>
                <a:cubicBezTo>
                  <a:pt x="47416" y="32477"/>
                  <a:pt x="52138" y="13085"/>
                  <a:pt x="52138" y="11072"/>
                </a:cubicBezTo>
                <a:close/>
                <a:moveTo>
                  <a:pt x="125623" y="25968"/>
                </a:moveTo>
                <a:cubicBezTo>
                  <a:pt x="125623" y="24224"/>
                  <a:pt x="125486" y="22815"/>
                  <a:pt x="125212" y="21741"/>
                </a:cubicBezTo>
                <a:cubicBezTo>
                  <a:pt x="124939" y="20667"/>
                  <a:pt x="124323" y="19191"/>
                  <a:pt x="123365" y="17312"/>
                </a:cubicBezTo>
                <a:cubicBezTo>
                  <a:pt x="122407" y="15433"/>
                  <a:pt x="120696" y="13957"/>
                  <a:pt x="118233" y="12884"/>
                </a:cubicBezTo>
                <a:cubicBezTo>
                  <a:pt x="115770" y="11810"/>
                  <a:pt x="112417" y="10736"/>
                  <a:pt x="108175" y="9663"/>
                </a:cubicBezTo>
                <a:cubicBezTo>
                  <a:pt x="107217" y="9528"/>
                  <a:pt x="101744" y="9394"/>
                  <a:pt x="91754" y="9260"/>
                </a:cubicBezTo>
                <a:cubicBezTo>
                  <a:pt x="89428" y="9260"/>
                  <a:pt x="87033" y="9260"/>
                  <a:pt x="84570" y="9260"/>
                </a:cubicBezTo>
                <a:cubicBezTo>
                  <a:pt x="82106" y="9260"/>
                  <a:pt x="80122" y="9327"/>
                  <a:pt x="78617" y="9461"/>
                </a:cubicBezTo>
                <a:cubicBezTo>
                  <a:pt x="77112" y="9596"/>
                  <a:pt x="76291" y="9596"/>
                  <a:pt x="76154" y="9461"/>
                </a:cubicBezTo>
                <a:cubicBezTo>
                  <a:pt x="74375" y="9596"/>
                  <a:pt x="73143" y="10200"/>
                  <a:pt x="72459" y="11273"/>
                </a:cubicBezTo>
                <a:cubicBezTo>
                  <a:pt x="72185" y="12078"/>
                  <a:pt x="70885" y="17245"/>
                  <a:pt x="68559" y="26774"/>
                </a:cubicBezTo>
                <a:cubicBezTo>
                  <a:pt x="66232" y="36302"/>
                  <a:pt x="63838" y="45562"/>
                  <a:pt x="61375" y="54554"/>
                </a:cubicBezTo>
                <a:cubicBezTo>
                  <a:pt x="58911" y="63546"/>
                  <a:pt x="57680" y="68108"/>
                  <a:pt x="57680" y="68243"/>
                </a:cubicBezTo>
                <a:cubicBezTo>
                  <a:pt x="57680" y="68511"/>
                  <a:pt x="63222" y="68645"/>
                  <a:pt x="74306" y="68645"/>
                </a:cubicBezTo>
                <a:lnTo>
                  <a:pt x="76769" y="68645"/>
                </a:lnTo>
                <a:lnTo>
                  <a:pt x="81491" y="68645"/>
                </a:lnTo>
                <a:cubicBezTo>
                  <a:pt x="96817" y="68645"/>
                  <a:pt x="107765" y="65290"/>
                  <a:pt x="114333" y="58580"/>
                </a:cubicBezTo>
                <a:cubicBezTo>
                  <a:pt x="118028" y="54956"/>
                  <a:pt x="120833" y="49655"/>
                  <a:pt x="122749" y="42677"/>
                </a:cubicBezTo>
                <a:cubicBezTo>
                  <a:pt x="124665" y="35698"/>
                  <a:pt x="125623" y="30129"/>
                  <a:pt x="125623" y="259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0D18D1-143F-4E90-B158-0FCEB71B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42" y="6014657"/>
            <a:ext cx="147381" cy="137492"/>
          </a:xfrm>
          <a:custGeom xmlns:a="http://schemas.openxmlformats.org/drawingml/2006/main">
            <a:pathLst>
              <a:path w="147381" h="137492" fill="none">
                <a:moveTo>
                  <a:pt x="52138" y="11072"/>
                </a:moveTo>
                <a:cubicBezTo>
                  <a:pt x="52138" y="10132"/>
                  <a:pt x="48238" y="9528"/>
                  <a:pt x="40437" y="9260"/>
                </a:cubicBezTo>
                <a:cubicBezTo>
                  <a:pt x="37153" y="9260"/>
                  <a:pt x="35032" y="9193"/>
                  <a:pt x="34074" y="9059"/>
                </a:cubicBezTo>
                <a:cubicBezTo>
                  <a:pt x="33116" y="8925"/>
                  <a:pt x="32637" y="8254"/>
                  <a:pt x="32637" y="7046"/>
                </a:cubicBezTo>
                <a:cubicBezTo>
                  <a:pt x="32637" y="6911"/>
                  <a:pt x="32774" y="6173"/>
                  <a:pt x="33048" y="4831"/>
                </a:cubicBezTo>
                <a:cubicBezTo>
                  <a:pt x="33869" y="2147"/>
                  <a:pt x="34485" y="671"/>
                  <a:pt x="34895" y="403"/>
                </a:cubicBezTo>
                <a:cubicBezTo>
                  <a:pt x="35306" y="134"/>
                  <a:pt x="48580" y="0"/>
                  <a:pt x="74717" y="0"/>
                </a:cubicBezTo>
                <a:cubicBezTo>
                  <a:pt x="100717" y="134"/>
                  <a:pt x="114607" y="336"/>
                  <a:pt x="116386" y="604"/>
                </a:cubicBezTo>
                <a:cubicBezTo>
                  <a:pt x="125144" y="2080"/>
                  <a:pt x="132465" y="5368"/>
                  <a:pt x="138349" y="10468"/>
                </a:cubicBezTo>
                <a:cubicBezTo>
                  <a:pt x="144234" y="15568"/>
                  <a:pt x="147244" y="22345"/>
                  <a:pt x="147381" y="30800"/>
                </a:cubicBezTo>
                <a:cubicBezTo>
                  <a:pt x="147381" y="41133"/>
                  <a:pt x="142865" y="50595"/>
                  <a:pt x="133833" y="59184"/>
                </a:cubicBezTo>
                <a:cubicBezTo>
                  <a:pt x="124391" y="68310"/>
                  <a:pt x="112212" y="74081"/>
                  <a:pt x="97296" y="76496"/>
                </a:cubicBezTo>
                <a:cubicBezTo>
                  <a:pt x="96338" y="76630"/>
                  <a:pt x="89154" y="76765"/>
                  <a:pt x="75743" y="76899"/>
                </a:cubicBezTo>
                <a:lnTo>
                  <a:pt x="56243" y="76899"/>
                </a:lnTo>
                <a:lnTo>
                  <a:pt x="50085" y="100854"/>
                </a:lnTo>
                <a:cubicBezTo>
                  <a:pt x="45980" y="116422"/>
                  <a:pt x="43927" y="124675"/>
                  <a:pt x="43927" y="125615"/>
                </a:cubicBezTo>
                <a:cubicBezTo>
                  <a:pt x="43927" y="126152"/>
                  <a:pt x="43995" y="126487"/>
                  <a:pt x="44132" y="126621"/>
                </a:cubicBezTo>
                <a:cubicBezTo>
                  <a:pt x="44269" y="126756"/>
                  <a:pt x="44748" y="127024"/>
                  <a:pt x="45569" y="127427"/>
                </a:cubicBezTo>
                <a:cubicBezTo>
                  <a:pt x="46390" y="127829"/>
                  <a:pt x="47553" y="127963"/>
                  <a:pt x="49059" y="127829"/>
                </a:cubicBezTo>
                <a:cubicBezTo>
                  <a:pt x="50564" y="127695"/>
                  <a:pt x="52822" y="127829"/>
                  <a:pt x="55832" y="128232"/>
                </a:cubicBezTo>
                <a:lnTo>
                  <a:pt x="62196" y="128232"/>
                </a:lnTo>
                <a:cubicBezTo>
                  <a:pt x="63017" y="129440"/>
                  <a:pt x="63427" y="130178"/>
                  <a:pt x="63427" y="130446"/>
                </a:cubicBezTo>
                <a:cubicBezTo>
                  <a:pt x="63427" y="132593"/>
                  <a:pt x="62948" y="134607"/>
                  <a:pt x="61990" y="136485"/>
                </a:cubicBezTo>
                <a:cubicBezTo>
                  <a:pt x="61306" y="137156"/>
                  <a:pt x="60211" y="137492"/>
                  <a:pt x="58706" y="137492"/>
                </a:cubicBezTo>
                <a:cubicBezTo>
                  <a:pt x="58296" y="137492"/>
                  <a:pt x="55764" y="137425"/>
                  <a:pt x="51111" y="137291"/>
                </a:cubicBezTo>
                <a:cubicBezTo>
                  <a:pt x="46459" y="137156"/>
                  <a:pt x="39616" y="137089"/>
                  <a:pt x="30585" y="137089"/>
                </a:cubicBezTo>
                <a:cubicBezTo>
                  <a:pt x="22100" y="137089"/>
                  <a:pt x="15600" y="137089"/>
                  <a:pt x="11084" y="137089"/>
                </a:cubicBezTo>
                <a:cubicBezTo>
                  <a:pt x="6569" y="137089"/>
                  <a:pt x="4105" y="137156"/>
                  <a:pt x="3695" y="137291"/>
                </a:cubicBezTo>
                <a:cubicBezTo>
                  <a:pt x="1232" y="137291"/>
                  <a:pt x="0" y="136620"/>
                  <a:pt x="0" y="135278"/>
                </a:cubicBezTo>
                <a:cubicBezTo>
                  <a:pt x="0" y="135009"/>
                  <a:pt x="205" y="134070"/>
                  <a:pt x="616" y="132459"/>
                </a:cubicBezTo>
                <a:cubicBezTo>
                  <a:pt x="1163" y="130312"/>
                  <a:pt x="1711" y="129104"/>
                  <a:pt x="2258" y="128836"/>
                </a:cubicBezTo>
                <a:cubicBezTo>
                  <a:pt x="2805" y="128567"/>
                  <a:pt x="4379" y="128366"/>
                  <a:pt x="6979" y="128232"/>
                </a:cubicBezTo>
                <a:cubicBezTo>
                  <a:pt x="10674" y="128232"/>
                  <a:pt x="14779" y="128031"/>
                  <a:pt x="19295" y="127628"/>
                </a:cubicBezTo>
                <a:cubicBezTo>
                  <a:pt x="21211" y="127225"/>
                  <a:pt x="22511" y="126420"/>
                  <a:pt x="23195" y="125212"/>
                </a:cubicBezTo>
                <a:cubicBezTo>
                  <a:pt x="23606" y="124675"/>
                  <a:pt x="28532" y="106021"/>
                  <a:pt x="37974" y="69249"/>
                </a:cubicBezTo>
                <a:cubicBezTo>
                  <a:pt x="47416" y="32477"/>
                  <a:pt x="52138" y="13085"/>
                  <a:pt x="52138" y="11072"/>
                </a:cubicBezTo>
                <a:close/>
                <a:moveTo>
                  <a:pt x="125623" y="25968"/>
                </a:moveTo>
                <a:cubicBezTo>
                  <a:pt x="125623" y="24224"/>
                  <a:pt x="125486" y="22815"/>
                  <a:pt x="125212" y="21741"/>
                </a:cubicBezTo>
                <a:cubicBezTo>
                  <a:pt x="124939" y="20667"/>
                  <a:pt x="124323" y="19191"/>
                  <a:pt x="123365" y="17312"/>
                </a:cubicBezTo>
                <a:cubicBezTo>
                  <a:pt x="122407" y="15433"/>
                  <a:pt x="120696" y="13957"/>
                  <a:pt x="118233" y="12884"/>
                </a:cubicBezTo>
                <a:cubicBezTo>
                  <a:pt x="115770" y="11810"/>
                  <a:pt x="112417" y="10736"/>
                  <a:pt x="108175" y="9663"/>
                </a:cubicBezTo>
                <a:cubicBezTo>
                  <a:pt x="107217" y="9528"/>
                  <a:pt x="101744" y="9394"/>
                  <a:pt x="91754" y="9260"/>
                </a:cubicBezTo>
                <a:cubicBezTo>
                  <a:pt x="89428" y="9260"/>
                  <a:pt x="87033" y="9260"/>
                  <a:pt x="84570" y="9260"/>
                </a:cubicBezTo>
                <a:cubicBezTo>
                  <a:pt x="82106" y="9260"/>
                  <a:pt x="80122" y="9327"/>
                  <a:pt x="78617" y="9461"/>
                </a:cubicBezTo>
                <a:cubicBezTo>
                  <a:pt x="77112" y="9596"/>
                  <a:pt x="76291" y="9596"/>
                  <a:pt x="76154" y="9461"/>
                </a:cubicBezTo>
                <a:cubicBezTo>
                  <a:pt x="74375" y="9596"/>
                  <a:pt x="73143" y="10200"/>
                  <a:pt x="72459" y="11273"/>
                </a:cubicBezTo>
                <a:cubicBezTo>
                  <a:pt x="72185" y="12078"/>
                  <a:pt x="70885" y="17245"/>
                  <a:pt x="68559" y="26774"/>
                </a:cubicBezTo>
                <a:cubicBezTo>
                  <a:pt x="66232" y="36302"/>
                  <a:pt x="63838" y="45562"/>
                  <a:pt x="61375" y="54554"/>
                </a:cubicBezTo>
                <a:cubicBezTo>
                  <a:pt x="58911" y="63546"/>
                  <a:pt x="57680" y="68108"/>
                  <a:pt x="57680" y="68243"/>
                </a:cubicBezTo>
                <a:cubicBezTo>
                  <a:pt x="57680" y="68511"/>
                  <a:pt x="63222" y="68645"/>
                  <a:pt x="74306" y="68645"/>
                </a:cubicBezTo>
                <a:lnTo>
                  <a:pt x="76769" y="68645"/>
                </a:lnTo>
                <a:lnTo>
                  <a:pt x="81491" y="68645"/>
                </a:lnTo>
                <a:cubicBezTo>
                  <a:pt x="96817" y="68645"/>
                  <a:pt x="107765" y="65290"/>
                  <a:pt x="114333" y="58580"/>
                </a:cubicBezTo>
                <a:cubicBezTo>
                  <a:pt x="118028" y="54956"/>
                  <a:pt x="120833" y="49655"/>
                  <a:pt x="122749" y="42677"/>
                </a:cubicBezTo>
                <a:cubicBezTo>
                  <a:pt x="124665" y="35698"/>
                  <a:pt x="125623" y="30129"/>
                  <a:pt x="125623" y="259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3" cap="flat">
            <a:solidFill>
              <a:srgbClr val="000000">
                <a:alpha val="12680"/>
              </a:srgbClr>
            </a:solidFill>
            <a:miter/>
          </a:ln>
        </p:spPr>
      </p:sp>
      <p:sp>
        <p:nvSpPr>
          <p:cNvPr id="7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A2304B-D9DF-425A-85C2-C34C6122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618" y="6087700"/>
            <a:ext cx="60226" cy="97776"/>
          </a:xfrm>
          <a:custGeom xmlns:a="http://schemas.openxmlformats.org/drawingml/2006/main">
            <a:pathLst>
              <a:path w="60226" h="97776">
                <a:moveTo>
                  <a:pt x="12335" y="28749"/>
                </a:moveTo>
                <a:cubicBezTo>
                  <a:pt x="9723" y="28749"/>
                  <a:pt x="7692" y="27943"/>
                  <a:pt x="6240" y="26330"/>
                </a:cubicBezTo>
                <a:cubicBezTo>
                  <a:pt x="4789" y="24717"/>
                  <a:pt x="4015" y="22629"/>
                  <a:pt x="3918" y="20068"/>
                </a:cubicBezTo>
                <a:cubicBezTo>
                  <a:pt x="3918" y="14849"/>
                  <a:pt x="6240" y="10200"/>
                  <a:pt x="10884" y="6120"/>
                </a:cubicBezTo>
                <a:cubicBezTo>
                  <a:pt x="15528" y="2040"/>
                  <a:pt x="21140" y="0"/>
                  <a:pt x="27719" y="0"/>
                </a:cubicBezTo>
                <a:cubicBezTo>
                  <a:pt x="31105" y="0"/>
                  <a:pt x="33233" y="47"/>
                  <a:pt x="34104" y="142"/>
                </a:cubicBezTo>
                <a:cubicBezTo>
                  <a:pt x="41263" y="1281"/>
                  <a:pt x="46730" y="3795"/>
                  <a:pt x="50503" y="7685"/>
                </a:cubicBezTo>
                <a:cubicBezTo>
                  <a:pt x="54276" y="11576"/>
                  <a:pt x="56211" y="15798"/>
                  <a:pt x="56308" y="20352"/>
                </a:cubicBezTo>
                <a:cubicBezTo>
                  <a:pt x="56308" y="25286"/>
                  <a:pt x="54663" y="30078"/>
                  <a:pt x="51374" y="34727"/>
                </a:cubicBezTo>
                <a:cubicBezTo>
                  <a:pt x="48084" y="39376"/>
                  <a:pt x="43537" y="42744"/>
                  <a:pt x="37732" y="44832"/>
                </a:cubicBezTo>
                <a:lnTo>
                  <a:pt x="37297" y="45116"/>
                </a:lnTo>
                <a:cubicBezTo>
                  <a:pt x="37297" y="45211"/>
                  <a:pt x="37732" y="45354"/>
                  <a:pt x="38603" y="45543"/>
                </a:cubicBezTo>
                <a:cubicBezTo>
                  <a:pt x="39473" y="45733"/>
                  <a:pt x="40876" y="46160"/>
                  <a:pt x="42811" y="46824"/>
                </a:cubicBezTo>
                <a:cubicBezTo>
                  <a:pt x="44746" y="47489"/>
                  <a:pt x="46584" y="48485"/>
                  <a:pt x="48326" y="49813"/>
                </a:cubicBezTo>
                <a:cubicBezTo>
                  <a:pt x="56259" y="54842"/>
                  <a:pt x="60226" y="61484"/>
                  <a:pt x="60226" y="69738"/>
                </a:cubicBezTo>
                <a:cubicBezTo>
                  <a:pt x="60226" y="77234"/>
                  <a:pt x="57227" y="83781"/>
                  <a:pt x="51228" y="89379"/>
                </a:cubicBezTo>
                <a:cubicBezTo>
                  <a:pt x="45230" y="94977"/>
                  <a:pt x="37635" y="97776"/>
                  <a:pt x="28444" y="97776"/>
                </a:cubicBezTo>
                <a:cubicBezTo>
                  <a:pt x="20704" y="97776"/>
                  <a:pt x="14029" y="95736"/>
                  <a:pt x="8417" y="91656"/>
                </a:cubicBezTo>
                <a:cubicBezTo>
                  <a:pt x="2806" y="87576"/>
                  <a:pt x="0" y="82405"/>
                  <a:pt x="0" y="76143"/>
                </a:cubicBezTo>
                <a:cubicBezTo>
                  <a:pt x="0" y="73486"/>
                  <a:pt x="871" y="71351"/>
                  <a:pt x="2612" y="69738"/>
                </a:cubicBezTo>
                <a:cubicBezTo>
                  <a:pt x="4354" y="68125"/>
                  <a:pt x="6531" y="67271"/>
                  <a:pt x="9143" y="67177"/>
                </a:cubicBezTo>
                <a:cubicBezTo>
                  <a:pt x="11852" y="67177"/>
                  <a:pt x="14077" y="68031"/>
                  <a:pt x="15818" y="69738"/>
                </a:cubicBezTo>
                <a:cubicBezTo>
                  <a:pt x="17560" y="71446"/>
                  <a:pt x="18431" y="73581"/>
                  <a:pt x="18431" y="76143"/>
                </a:cubicBezTo>
                <a:cubicBezTo>
                  <a:pt x="18431" y="77187"/>
                  <a:pt x="18286" y="78135"/>
                  <a:pt x="17995" y="78989"/>
                </a:cubicBezTo>
                <a:cubicBezTo>
                  <a:pt x="17705" y="79843"/>
                  <a:pt x="17366" y="80602"/>
                  <a:pt x="16979" y="81267"/>
                </a:cubicBezTo>
                <a:cubicBezTo>
                  <a:pt x="16592" y="81931"/>
                  <a:pt x="16060" y="82500"/>
                  <a:pt x="15383" y="82974"/>
                </a:cubicBezTo>
                <a:cubicBezTo>
                  <a:pt x="14706" y="83449"/>
                  <a:pt x="14125" y="83828"/>
                  <a:pt x="13642" y="84113"/>
                </a:cubicBezTo>
                <a:cubicBezTo>
                  <a:pt x="13158" y="84398"/>
                  <a:pt x="12674" y="84587"/>
                  <a:pt x="12190" y="84682"/>
                </a:cubicBezTo>
                <a:cubicBezTo>
                  <a:pt x="11707" y="84777"/>
                  <a:pt x="11320" y="84920"/>
                  <a:pt x="11029" y="85109"/>
                </a:cubicBezTo>
                <a:lnTo>
                  <a:pt x="10449" y="85252"/>
                </a:lnTo>
                <a:cubicBezTo>
                  <a:pt x="15383" y="89521"/>
                  <a:pt x="21381" y="91656"/>
                  <a:pt x="28444" y="91656"/>
                </a:cubicBezTo>
                <a:cubicBezTo>
                  <a:pt x="33765" y="91656"/>
                  <a:pt x="37780" y="89142"/>
                  <a:pt x="40489" y="84113"/>
                </a:cubicBezTo>
                <a:cubicBezTo>
                  <a:pt x="42134" y="80982"/>
                  <a:pt x="42956" y="76190"/>
                  <a:pt x="42956" y="69738"/>
                </a:cubicBezTo>
                <a:lnTo>
                  <a:pt x="42956" y="66892"/>
                </a:lnTo>
                <a:cubicBezTo>
                  <a:pt x="42956" y="57878"/>
                  <a:pt x="39860" y="51853"/>
                  <a:pt x="33669" y="48817"/>
                </a:cubicBezTo>
                <a:cubicBezTo>
                  <a:pt x="32217" y="48248"/>
                  <a:pt x="29266" y="47915"/>
                  <a:pt x="24816" y="47821"/>
                </a:cubicBezTo>
                <a:lnTo>
                  <a:pt x="18721" y="47678"/>
                </a:lnTo>
                <a:lnTo>
                  <a:pt x="18286" y="47394"/>
                </a:lnTo>
                <a:cubicBezTo>
                  <a:pt x="18092" y="47109"/>
                  <a:pt x="17995" y="46350"/>
                  <a:pt x="17995" y="45116"/>
                </a:cubicBezTo>
                <a:cubicBezTo>
                  <a:pt x="17995" y="43409"/>
                  <a:pt x="18382" y="42555"/>
                  <a:pt x="19156" y="42555"/>
                </a:cubicBezTo>
                <a:cubicBezTo>
                  <a:pt x="21865" y="42555"/>
                  <a:pt x="24671" y="42317"/>
                  <a:pt x="27573" y="41843"/>
                </a:cubicBezTo>
                <a:cubicBezTo>
                  <a:pt x="30863" y="41369"/>
                  <a:pt x="33862" y="39376"/>
                  <a:pt x="36571" y="35865"/>
                </a:cubicBezTo>
                <a:cubicBezTo>
                  <a:pt x="39280" y="32355"/>
                  <a:pt x="40634" y="27041"/>
                  <a:pt x="40634" y="19925"/>
                </a:cubicBezTo>
                <a:lnTo>
                  <a:pt x="40634" y="18787"/>
                </a:lnTo>
                <a:cubicBezTo>
                  <a:pt x="40634" y="13378"/>
                  <a:pt x="38941" y="9631"/>
                  <a:pt x="35555" y="7543"/>
                </a:cubicBezTo>
                <a:cubicBezTo>
                  <a:pt x="33427" y="6215"/>
                  <a:pt x="31153" y="5551"/>
                  <a:pt x="28734" y="5551"/>
                </a:cubicBezTo>
                <a:cubicBezTo>
                  <a:pt x="25638" y="5551"/>
                  <a:pt x="22784" y="6072"/>
                  <a:pt x="20172" y="7116"/>
                </a:cubicBezTo>
                <a:cubicBezTo>
                  <a:pt x="17560" y="8160"/>
                  <a:pt x="15722" y="9251"/>
                  <a:pt x="14657" y="10390"/>
                </a:cubicBezTo>
                <a:cubicBezTo>
                  <a:pt x="13593" y="11528"/>
                  <a:pt x="13061" y="12097"/>
                  <a:pt x="13061" y="12097"/>
                </a:cubicBezTo>
                <a:lnTo>
                  <a:pt x="13496" y="12097"/>
                </a:lnTo>
                <a:cubicBezTo>
                  <a:pt x="13787" y="12192"/>
                  <a:pt x="14174" y="12287"/>
                  <a:pt x="14657" y="12382"/>
                </a:cubicBezTo>
                <a:cubicBezTo>
                  <a:pt x="15141" y="12477"/>
                  <a:pt x="15625" y="12714"/>
                  <a:pt x="16109" y="13094"/>
                </a:cubicBezTo>
                <a:cubicBezTo>
                  <a:pt x="16592" y="13473"/>
                  <a:pt x="17173" y="13805"/>
                  <a:pt x="17850" y="14090"/>
                </a:cubicBezTo>
                <a:cubicBezTo>
                  <a:pt x="18527" y="14375"/>
                  <a:pt x="19011" y="14897"/>
                  <a:pt x="19301" y="15656"/>
                </a:cubicBezTo>
                <a:cubicBezTo>
                  <a:pt x="19592" y="16415"/>
                  <a:pt x="19979" y="17126"/>
                  <a:pt x="20462" y="17790"/>
                </a:cubicBezTo>
                <a:cubicBezTo>
                  <a:pt x="20946" y="18455"/>
                  <a:pt x="21091" y="19403"/>
                  <a:pt x="20898" y="20637"/>
                </a:cubicBezTo>
                <a:cubicBezTo>
                  <a:pt x="20898" y="22724"/>
                  <a:pt x="20220" y="24574"/>
                  <a:pt x="18866" y="26187"/>
                </a:cubicBezTo>
                <a:cubicBezTo>
                  <a:pt x="17512" y="27800"/>
                  <a:pt x="15335" y="28654"/>
                  <a:pt x="12335" y="2874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FEABCE-1F87-4191-8D5C-9E464B02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618" y="6087700"/>
            <a:ext cx="60226" cy="97776"/>
          </a:xfrm>
          <a:custGeom xmlns:a="http://schemas.openxmlformats.org/drawingml/2006/main">
            <a:pathLst>
              <a:path w="60226" h="97776" fill="none">
                <a:moveTo>
                  <a:pt x="12335" y="28749"/>
                </a:moveTo>
                <a:cubicBezTo>
                  <a:pt x="9723" y="28749"/>
                  <a:pt x="7692" y="27943"/>
                  <a:pt x="6240" y="26330"/>
                </a:cubicBezTo>
                <a:cubicBezTo>
                  <a:pt x="4789" y="24717"/>
                  <a:pt x="4015" y="22629"/>
                  <a:pt x="3918" y="20068"/>
                </a:cubicBezTo>
                <a:cubicBezTo>
                  <a:pt x="3918" y="14849"/>
                  <a:pt x="6240" y="10200"/>
                  <a:pt x="10884" y="6120"/>
                </a:cubicBezTo>
                <a:cubicBezTo>
                  <a:pt x="15528" y="2040"/>
                  <a:pt x="21140" y="0"/>
                  <a:pt x="27719" y="0"/>
                </a:cubicBezTo>
                <a:cubicBezTo>
                  <a:pt x="31105" y="0"/>
                  <a:pt x="33233" y="47"/>
                  <a:pt x="34104" y="142"/>
                </a:cubicBezTo>
                <a:cubicBezTo>
                  <a:pt x="41263" y="1281"/>
                  <a:pt x="46730" y="3795"/>
                  <a:pt x="50503" y="7685"/>
                </a:cubicBezTo>
                <a:cubicBezTo>
                  <a:pt x="54276" y="11576"/>
                  <a:pt x="56211" y="15798"/>
                  <a:pt x="56308" y="20352"/>
                </a:cubicBezTo>
                <a:cubicBezTo>
                  <a:pt x="56308" y="25286"/>
                  <a:pt x="54663" y="30078"/>
                  <a:pt x="51374" y="34727"/>
                </a:cubicBezTo>
                <a:cubicBezTo>
                  <a:pt x="48084" y="39376"/>
                  <a:pt x="43537" y="42744"/>
                  <a:pt x="37732" y="44832"/>
                </a:cubicBezTo>
                <a:lnTo>
                  <a:pt x="37297" y="45116"/>
                </a:lnTo>
                <a:cubicBezTo>
                  <a:pt x="37297" y="45211"/>
                  <a:pt x="37732" y="45354"/>
                  <a:pt x="38603" y="45543"/>
                </a:cubicBezTo>
                <a:cubicBezTo>
                  <a:pt x="39473" y="45733"/>
                  <a:pt x="40876" y="46160"/>
                  <a:pt x="42811" y="46824"/>
                </a:cubicBezTo>
                <a:cubicBezTo>
                  <a:pt x="44746" y="47489"/>
                  <a:pt x="46584" y="48485"/>
                  <a:pt x="48326" y="49813"/>
                </a:cubicBezTo>
                <a:cubicBezTo>
                  <a:pt x="56259" y="54842"/>
                  <a:pt x="60226" y="61484"/>
                  <a:pt x="60226" y="69738"/>
                </a:cubicBezTo>
                <a:cubicBezTo>
                  <a:pt x="60226" y="77234"/>
                  <a:pt x="57227" y="83781"/>
                  <a:pt x="51228" y="89379"/>
                </a:cubicBezTo>
                <a:cubicBezTo>
                  <a:pt x="45230" y="94977"/>
                  <a:pt x="37635" y="97776"/>
                  <a:pt x="28444" y="97776"/>
                </a:cubicBezTo>
                <a:cubicBezTo>
                  <a:pt x="20704" y="97776"/>
                  <a:pt x="14029" y="95736"/>
                  <a:pt x="8417" y="91656"/>
                </a:cubicBezTo>
                <a:cubicBezTo>
                  <a:pt x="2806" y="87576"/>
                  <a:pt x="0" y="82405"/>
                  <a:pt x="0" y="76143"/>
                </a:cubicBezTo>
                <a:cubicBezTo>
                  <a:pt x="0" y="73486"/>
                  <a:pt x="871" y="71351"/>
                  <a:pt x="2612" y="69738"/>
                </a:cubicBezTo>
                <a:cubicBezTo>
                  <a:pt x="4354" y="68125"/>
                  <a:pt x="6531" y="67271"/>
                  <a:pt x="9143" y="67177"/>
                </a:cubicBezTo>
                <a:cubicBezTo>
                  <a:pt x="11852" y="67177"/>
                  <a:pt x="14077" y="68031"/>
                  <a:pt x="15818" y="69738"/>
                </a:cubicBezTo>
                <a:cubicBezTo>
                  <a:pt x="17560" y="71446"/>
                  <a:pt x="18431" y="73581"/>
                  <a:pt x="18431" y="76143"/>
                </a:cubicBezTo>
                <a:cubicBezTo>
                  <a:pt x="18431" y="77187"/>
                  <a:pt x="18286" y="78135"/>
                  <a:pt x="17995" y="78989"/>
                </a:cubicBezTo>
                <a:cubicBezTo>
                  <a:pt x="17705" y="79843"/>
                  <a:pt x="17366" y="80602"/>
                  <a:pt x="16979" y="81267"/>
                </a:cubicBezTo>
                <a:cubicBezTo>
                  <a:pt x="16592" y="81931"/>
                  <a:pt x="16060" y="82500"/>
                  <a:pt x="15383" y="82974"/>
                </a:cubicBezTo>
                <a:cubicBezTo>
                  <a:pt x="14706" y="83449"/>
                  <a:pt x="14125" y="83828"/>
                  <a:pt x="13642" y="84113"/>
                </a:cubicBezTo>
                <a:cubicBezTo>
                  <a:pt x="13158" y="84398"/>
                  <a:pt x="12674" y="84587"/>
                  <a:pt x="12190" y="84682"/>
                </a:cubicBezTo>
                <a:cubicBezTo>
                  <a:pt x="11707" y="84777"/>
                  <a:pt x="11320" y="84920"/>
                  <a:pt x="11029" y="85109"/>
                </a:cubicBezTo>
                <a:lnTo>
                  <a:pt x="10449" y="85252"/>
                </a:lnTo>
                <a:cubicBezTo>
                  <a:pt x="15383" y="89521"/>
                  <a:pt x="21381" y="91656"/>
                  <a:pt x="28444" y="91656"/>
                </a:cubicBezTo>
                <a:cubicBezTo>
                  <a:pt x="33765" y="91656"/>
                  <a:pt x="37780" y="89142"/>
                  <a:pt x="40489" y="84113"/>
                </a:cubicBezTo>
                <a:cubicBezTo>
                  <a:pt x="42134" y="80982"/>
                  <a:pt x="42956" y="76190"/>
                  <a:pt x="42956" y="69738"/>
                </a:cubicBezTo>
                <a:lnTo>
                  <a:pt x="42956" y="66892"/>
                </a:lnTo>
                <a:cubicBezTo>
                  <a:pt x="42956" y="57878"/>
                  <a:pt x="39860" y="51853"/>
                  <a:pt x="33669" y="48817"/>
                </a:cubicBezTo>
                <a:cubicBezTo>
                  <a:pt x="32217" y="48248"/>
                  <a:pt x="29266" y="47915"/>
                  <a:pt x="24816" y="47821"/>
                </a:cubicBezTo>
                <a:lnTo>
                  <a:pt x="18721" y="47678"/>
                </a:lnTo>
                <a:lnTo>
                  <a:pt x="18286" y="47394"/>
                </a:lnTo>
                <a:cubicBezTo>
                  <a:pt x="18092" y="47109"/>
                  <a:pt x="17995" y="46350"/>
                  <a:pt x="17995" y="45116"/>
                </a:cubicBezTo>
                <a:cubicBezTo>
                  <a:pt x="17995" y="43409"/>
                  <a:pt x="18382" y="42555"/>
                  <a:pt x="19156" y="42555"/>
                </a:cubicBezTo>
                <a:cubicBezTo>
                  <a:pt x="21865" y="42555"/>
                  <a:pt x="24671" y="42317"/>
                  <a:pt x="27573" y="41843"/>
                </a:cubicBezTo>
                <a:cubicBezTo>
                  <a:pt x="30863" y="41369"/>
                  <a:pt x="33862" y="39376"/>
                  <a:pt x="36571" y="35865"/>
                </a:cubicBezTo>
                <a:cubicBezTo>
                  <a:pt x="39280" y="32355"/>
                  <a:pt x="40634" y="27041"/>
                  <a:pt x="40634" y="19925"/>
                </a:cubicBezTo>
                <a:lnTo>
                  <a:pt x="40634" y="18787"/>
                </a:lnTo>
                <a:cubicBezTo>
                  <a:pt x="40634" y="13378"/>
                  <a:pt x="38941" y="9631"/>
                  <a:pt x="35555" y="7543"/>
                </a:cubicBezTo>
                <a:cubicBezTo>
                  <a:pt x="33427" y="6215"/>
                  <a:pt x="31153" y="5551"/>
                  <a:pt x="28734" y="5551"/>
                </a:cubicBezTo>
                <a:cubicBezTo>
                  <a:pt x="25638" y="5551"/>
                  <a:pt x="22784" y="6072"/>
                  <a:pt x="20172" y="7116"/>
                </a:cubicBezTo>
                <a:cubicBezTo>
                  <a:pt x="17560" y="8160"/>
                  <a:pt x="15722" y="9251"/>
                  <a:pt x="14657" y="10390"/>
                </a:cubicBezTo>
                <a:cubicBezTo>
                  <a:pt x="13593" y="11528"/>
                  <a:pt x="13061" y="12097"/>
                  <a:pt x="13061" y="12097"/>
                </a:cubicBezTo>
                <a:lnTo>
                  <a:pt x="13496" y="12097"/>
                </a:lnTo>
                <a:cubicBezTo>
                  <a:pt x="13787" y="12192"/>
                  <a:pt x="14174" y="12287"/>
                  <a:pt x="14657" y="12382"/>
                </a:cubicBezTo>
                <a:cubicBezTo>
                  <a:pt x="15141" y="12477"/>
                  <a:pt x="15625" y="12714"/>
                  <a:pt x="16109" y="13094"/>
                </a:cubicBezTo>
                <a:cubicBezTo>
                  <a:pt x="16592" y="13473"/>
                  <a:pt x="17173" y="13805"/>
                  <a:pt x="17850" y="14090"/>
                </a:cubicBezTo>
                <a:cubicBezTo>
                  <a:pt x="18527" y="14375"/>
                  <a:pt x="19011" y="14897"/>
                  <a:pt x="19301" y="15656"/>
                </a:cubicBezTo>
                <a:cubicBezTo>
                  <a:pt x="19592" y="16415"/>
                  <a:pt x="19979" y="17126"/>
                  <a:pt x="20462" y="17790"/>
                </a:cubicBezTo>
                <a:cubicBezTo>
                  <a:pt x="20946" y="18455"/>
                  <a:pt x="21091" y="19403"/>
                  <a:pt x="20898" y="20637"/>
                </a:cubicBezTo>
                <a:cubicBezTo>
                  <a:pt x="20898" y="22724"/>
                  <a:pt x="20220" y="24574"/>
                  <a:pt x="18866" y="26187"/>
                </a:cubicBezTo>
                <a:cubicBezTo>
                  <a:pt x="17512" y="27800"/>
                  <a:pt x="15335" y="28654"/>
                  <a:pt x="12335" y="2874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4" cap="flat">
            <a:solidFill>
              <a:srgbClr val="000000">
                <a:alpha val="8960"/>
              </a:srgbClr>
            </a:solidFill>
            <a:miter/>
          </a:ln>
        </p:spPr>
      </p:sp>
      <p:sp>
        <p:nvSpPr>
          <p:cNvPr id="7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8DCAC9-6475-42A9-8935-5F2597F1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63" y="6001170"/>
            <a:ext cx="49059" cy="201306"/>
          </a:xfrm>
          <a:custGeom xmlns:a="http://schemas.openxmlformats.org/drawingml/2006/main">
            <a:pathLst>
              <a:path w="49059" h="201306">
                <a:moveTo>
                  <a:pt x="0" y="100653"/>
                </a:moveTo>
                <a:cubicBezTo>
                  <a:pt x="0" y="91393"/>
                  <a:pt x="684" y="82602"/>
                  <a:pt x="2053" y="74282"/>
                </a:cubicBezTo>
                <a:cubicBezTo>
                  <a:pt x="3421" y="65961"/>
                  <a:pt x="4995" y="58781"/>
                  <a:pt x="6774" y="52742"/>
                </a:cubicBezTo>
                <a:cubicBezTo>
                  <a:pt x="8553" y="46703"/>
                  <a:pt x="11084" y="40798"/>
                  <a:pt x="14369" y="35027"/>
                </a:cubicBezTo>
                <a:cubicBezTo>
                  <a:pt x="17653" y="29256"/>
                  <a:pt x="20253" y="24761"/>
                  <a:pt x="22169" y="21540"/>
                </a:cubicBezTo>
                <a:cubicBezTo>
                  <a:pt x="24085" y="18319"/>
                  <a:pt x="26958" y="14830"/>
                  <a:pt x="30790" y="11072"/>
                </a:cubicBezTo>
                <a:cubicBezTo>
                  <a:pt x="34622" y="7314"/>
                  <a:pt x="36879" y="5033"/>
                  <a:pt x="37564" y="4227"/>
                </a:cubicBezTo>
                <a:cubicBezTo>
                  <a:pt x="38248" y="3422"/>
                  <a:pt x="39958" y="2013"/>
                  <a:pt x="42695" y="0"/>
                </a:cubicBezTo>
                <a:lnTo>
                  <a:pt x="45364" y="0"/>
                </a:lnTo>
                <a:lnTo>
                  <a:pt x="46185" y="0"/>
                </a:lnTo>
                <a:cubicBezTo>
                  <a:pt x="48101" y="0"/>
                  <a:pt x="49059" y="604"/>
                  <a:pt x="49059" y="1812"/>
                </a:cubicBezTo>
                <a:cubicBezTo>
                  <a:pt x="49059" y="2214"/>
                  <a:pt x="47895" y="3624"/>
                  <a:pt x="45569" y="6039"/>
                </a:cubicBezTo>
                <a:cubicBezTo>
                  <a:pt x="43243" y="8455"/>
                  <a:pt x="40437" y="12011"/>
                  <a:pt x="37153" y="16708"/>
                </a:cubicBezTo>
                <a:cubicBezTo>
                  <a:pt x="33869" y="21406"/>
                  <a:pt x="30516" y="27176"/>
                  <a:pt x="27095" y="34021"/>
                </a:cubicBezTo>
                <a:cubicBezTo>
                  <a:pt x="23674" y="40865"/>
                  <a:pt x="20800" y="50125"/>
                  <a:pt x="18474" y="61801"/>
                </a:cubicBezTo>
                <a:cubicBezTo>
                  <a:pt x="16148" y="73477"/>
                  <a:pt x="14984" y="86427"/>
                  <a:pt x="14984" y="100653"/>
                </a:cubicBezTo>
                <a:cubicBezTo>
                  <a:pt x="14984" y="114879"/>
                  <a:pt x="16148" y="127762"/>
                  <a:pt x="18474" y="139304"/>
                </a:cubicBezTo>
                <a:cubicBezTo>
                  <a:pt x="20800" y="150845"/>
                  <a:pt x="23606" y="160172"/>
                  <a:pt x="26890" y="167285"/>
                </a:cubicBezTo>
                <a:cubicBezTo>
                  <a:pt x="30174" y="174398"/>
                  <a:pt x="33527" y="180169"/>
                  <a:pt x="36948" y="184597"/>
                </a:cubicBezTo>
                <a:cubicBezTo>
                  <a:pt x="40369" y="189026"/>
                  <a:pt x="43243" y="192583"/>
                  <a:pt x="45569" y="195267"/>
                </a:cubicBezTo>
                <a:cubicBezTo>
                  <a:pt x="47895" y="197951"/>
                  <a:pt x="49059" y="199360"/>
                  <a:pt x="49059" y="199494"/>
                </a:cubicBezTo>
                <a:cubicBezTo>
                  <a:pt x="49059" y="200702"/>
                  <a:pt x="48032" y="201306"/>
                  <a:pt x="45980" y="201306"/>
                </a:cubicBezTo>
                <a:lnTo>
                  <a:pt x="45364" y="201306"/>
                </a:lnTo>
                <a:lnTo>
                  <a:pt x="42695" y="201306"/>
                </a:lnTo>
                <a:lnTo>
                  <a:pt x="36948" y="196474"/>
                </a:lnTo>
                <a:cubicBezTo>
                  <a:pt x="24085" y="185067"/>
                  <a:pt x="14711" y="170842"/>
                  <a:pt x="8826" y="153798"/>
                </a:cubicBezTo>
                <a:cubicBezTo>
                  <a:pt x="2942" y="136754"/>
                  <a:pt x="0" y="119039"/>
                  <a:pt x="0" y="1006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70F3DB-2512-43BA-BDDD-FFC69DD5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63" y="6001170"/>
            <a:ext cx="49059" cy="201306"/>
          </a:xfrm>
          <a:custGeom xmlns:a="http://schemas.openxmlformats.org/drawingml/2006/main">
            <a:pathLst>
              <a:path w="49059" h="201306" fill="none">
                <a:moveTo>
                  <a:pt x="0" y="100653"/>
                </a:moveTo>
                <a:cubicBezTo>
                  <a:pt x="0" y="91393"/>
                  <a:pt x="684" y="82602"/>
                  <a:pt x="2053" y="74282"/>
                </a:cubicBezTo>
                <a:cubicBezTo>
                  <a:pt x="3421" y="65961"/>
                  <a:pt x="4995" y="58781"/>
                  <a:pt x="6774" y="52742"/>
                </a:cubicBezTo>
                <a:cubicBezTo>
                  <a:pt x="8553" y="46703"/>
                  <a:pt x="11084" y="40798"/>
                  <a:pt x="14369" y="35027"/>
                </a:cubicBezTo>
                <a:cubicBezTo>
                  <a:pt x="17653" y="29256"/>
                  <a:pt x="20253" y="24761"/>
                  <a:pt x="22169" y="21540"/>
                </a:cubicBezTo>
                <a:cubicBezTo>
                  <a:pt x="24085" y="18319"/>
                  <a:pt x="26958" y="14830"/>
                  <a:pt x="30790" y="11072"/>
                </a:cubicBezTo>
                <a:cubicBezTo>
                  <a:pt x="34622" y="7314"/>
                  <a:pt x="36879" y="5033"/>
                  <a:pt x="37564" y="4227"/>
                </a:cubicBezTo>
                <a:cubicBezTo>
                  <a:pt x="38248" y="3422"/>
                  <a:pt x="39958" y="2013"/>
                  <a:pt x="42695" y="0"/>
                </a:cubicBezTo>
                <a:lnTo>
                  <a:pt x="45364" y="0"/>
                </a:lnTo>
                <a:lnTo>
                  <a:pt x="46185" y="0"/>
                </a:lnTo>
                <a:cubicBezTo>
                  <a:pt x="48101" y="0"/>
                  <a:pt x="49059" y="604"/>
                  <a:pt x="49059" y="1812"/>
                </a:cubicBezTo>
                <a:cubicBezTo>
                  <a:pt x="49059" y="2214"/>
                  <a:pt x="47895" y="3624"/>
                  <a:pt x="45569" y="6039"/>
                </a:cubicBezTo>
                <a:cubicBezTo>
                  <a:pt x="43243" y="8455"/>
                  <a:pt x="40437" y="12011"/>
                  <a:pt x="37153" y="16708"/>
                </a:cubicBezTo>
                <a:cubicBezTo>
                  <a:pt x="33869" y="21406"/>
                  <a:pt x="30516" y="27176"/>
                  <a:pt x="27095" y="34021"/>
                </a:cubicBezTo>
                <a:cubicBezTo>
                  <a:pt x="23674" y="40865"/>
                  <a:pt x="20800" y="50125"/>
                  <a:pt x="18474" y="61801"/>
                </a:cubicBezTo>
                <a:cubicBezTo>
                  <a:pt x="16148" y="73477"/>
                  <a:pt x="14984" y="86427"/>
                  <a:pt x="14984" y="100653"/>
                </a:cubicBezTo>
                <a:cubicBezTo>
                  <a:pt x="14984" y="114879"/>
                  <a:pt x="16148" y="127762"/>
                  <a:pt x="18474" y="139304"/>
                </a:cubicBezTo>
                <a:cubicBezTo>
                  <a:pt x="20800" y="150845"/>
                  <a:pt x="23606" y="160172"/>
                  <a:pt x="26890" y="167285"/>
                </a:cubicBezTo>
                <a:cubicBezTo>
                  <a:pt x="30174" y="174398"/>
                  <a:pt x="33527" y="180169"/>
                  <a:pt x="36948" y="184597"/>
                </a:cubicBezTo>
                <a:cubicBezTo>
                  <a:pt x="40369" y="189026"/>
                  <a:pt x="43243" y="192583"/>
                  <a:pt x="45569" y="195267"/>
                </a:cubicBezTo>
                <a:cubicBezTo>
                  <a:pt x="47895" y="197951"/>
                  <a:pt x="49059" y="199360"/>
                  <a:pt x="49059" y="199494"/>
                </a:cubicBezTo>
                <a:cubicBezTo>
                  <a:pt x="49059" y="200702"/>
                  <a:pt x="48032" y="201306"/>
                  <a:pt x="45980" y="201306"/>
                </a:cubicBezTo>
                <a:lnTo>
                  <a:pt x="45364" y="201306"/>
                </a:lnTo>
                <a:lnTo>
                  <a:pt x="42695" y="201306"/>
                </a:lnTo>
                <a:lnTo>
                  <a:pt x="36948" y="196474"/>
                </a:lnTo>
                <a:cubicBezTo>
                  <a:pt x="24085" y="185067"/>
                  <a:pt x="14711" y="170842"/>
                  <a:pt x="8826" y="153798"/>
                </a:cubicBezTo>
                <a:cubicBezTo>
                  <a:pt x="2942" y="136754"/>
                  <a:pt x="0" y="119039"/>
                  <a:pt x="0" y="10065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3" cap="flat">
            <a:solidFill>
              <a:srgbClr val="000000">
                <a:alpha val="12680"/>
              </a:srgbClr>
            </a:solidFill>
            <a:miter/>
          </a:ln>
        </p:spPr>
      </p:sp>
      <p:sp>
        <p:nvSpPr>
          <p:cNvPr id="7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EBF074-A246-4727-93DF-EDDC6106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480" y="6010229"/>
            <a:ext cx="145739" cy="146349"/>
          </a:xfrm>
          <a:custGeom xmlns:a="http://schemas.openxmlformats.org/drawingml/2006/main">
            <a:pathLst>
              <a:path w="145739" h="146349">
                <a:moveTo>
                  <a:pt x="0" y="91192"/>
                </a:moveTo>
                <a:cubicBezTo>
                  <a:pt x="0" y="75758"/>
                  <a:pt x="4584" y="60929"/>
                  <a:pt x="13753" y="46703"/>
                </a:cubicBezTo>
                <a:cubicBezTo>
                  <a:pt x="22921" y="32477"/>
                  <a:pt x="34485" y="21204"/>
                  <a:pt x="48443" y="12884"/>
                </a:cubicBezTo>
                <a:cubicBezTo>
                  <a:pt x="62401" y="4563"/>
                  <a:pt x="76359" y="336"/>
                  <a:pt x="90317" y="201"/>
                </a:cubicBezTo>
                <a:cubicBezTo>
                  <a:pt x="102633" y="201"/>
                  <a:pt x="112417" y="3624"/>
                  <a:pt x="119670" y="10468"/>
                </a:cubicBezTo>
                <a:cubicBezTo>
                  <a:pt x="120902" y="11810"/>
                  <a:pt x="121928" y="12951"/>
                  <a:pt x="122749" y="13890"/>
                </a:cubicBezTo>
                <a:cubicBezTo>
                  <a:pt x="123570" y="14830"/>
                  <a:pt x="124118" y="15501"/>
                  <a:pt x="124391" y="15903"/>
                </a:cubicBezTo>
                <a:lnTo>
                  <a:pt x="124596" y="16507"/>
                </a:lnTo>
                <a:cubicBezTo>
                  <a:pt x="125007" y="16507"/>
                  <a:pt x="126854" y="14762"/>
                  <a:pt x="130139" y="11273"/>
                </a:cubicBezTo>
                <a:cubicBezTo>
                  <a:pt x="131097" y="10468"/>
                  <a:pt x="132123" y="9528"/>
                  <a:pt x="133218" y="8455"/>
                </a:cubicBezTo>
                <a:cubicBezTo>
                  <a:pt x="134312" y="7381"/>
                  <a:pt x="135407" y="6308"/>
                  <a:pt x="136502" y="5234"/>
                </a:cubicBezTo>
                <a:cubicBezTo>
                  <a:pt x="137597" y="4160"/>
                  <a:pt x="138281" y="3422"/>
                  <a:pt x="138555" y="3020"/>
                </a:cubicBezTo>
                <a:lnTo>
                  <a:pt x="141634" y="0"/>
                </a:lnTo>
                <a:lnTo>
                  <a:pt x="142865" y="0"/>
                </a:lnTo>
                <a:cubicBezTo>
                  <a:pt x="144781" y="0"/>
                  <a:pt x="145739" y="470"/>
                  <a:pt x="145739" y="1409"/>
                </a:cubicBezTo>
                <a:cubicBezTo>
                  <a:pt x="145739" y="1946"/>
                  <a:pt x="143549" y="11139"/>
                  <a:pt x="139170" y="28988"/>
                </a:cubicBezTo>
                <a:cubicBezTo>
                  <a:pt x="134244" y="47642"/>
                  <a:pt x="131781" y="57037"/>
                  <a:pt x="131781" y="57171"/>
                </a:cubicBezTo>
                <a:cubicBezTo>
                  <a:pt x="131507" y="57842"/>
                  <a:pt x="131165" y="58244"/>
                  <a:pt x="130754" y="58379"/>
                </a:cubicBezTo>
                <a:cubicBezTo>
                  <a:pt x="130344" y="58513"/>
                  <a:pt x="129112" y="58647"/>
                  <a:pt x="127060" y="58781"/>
                </a:cubicBezTo>
                <a:lnTo>
                  <a:pt x="123775" y="58781"/>
                </a:lnTo>
                <a:cubicBezTo>
                  <a:pt x="122954" y="57976"/>
                  <a:pt x="122544" y="57372"/>
                  <a:pt x="122544" y="56970"/>
                </a:cubicBezTo>
                <a:cubicBezTo>
                  <a:pt x="122544" y="56835"/>
                  <a:pt x="122612" y="56366"/>
                  <a:pt x="122749" y="55560"/>
                </a:cubicBezTo>
                <a:cubicBezTo>
                  <a:pt x="122886" y="54755"/>
                  <a:pt x="123023" y="53413"/>
                  <a:pt x="123160" y="51534"/>
                </a:cubicBezTo>
                <a:cubicBezTo>
                  <a:pt x="123296" y="49655"/>
                  <a:pt x="123365" y="47508"/>
                  <a:pt x="123365" y="45093"/>
                </a:cubicBezTo>
                <a:cubicBezTo>
                  <a:pt x="123365" y="35564"/>
                  <a:pt x="121175" y="27243"/>
                  <a:pt x="116796" y="20131"/>
                </a:cubicBezTo>
                <a:cubicBezTo>
                  <a:pt x="112417" y="13018"/>
                  <a:pt x="104959" y="9394"/>
                  <a:pt x="94422" y="9260"/>
                </a:cubicBezTo>
                <a:cubicBezTo>
                  <a:pt x="91959" y="9260"/>
                  <a:pt x="89291" y="9461"/>
                  <a:pt x="86417" y="9864"/>
                </a:cubicBezTo>
                <a:cubicBezTo>
                  <a:pt x="83543" y="10267"/>
                  <a:pt x="79917" y="11139"/>
                  <a:pt x="75538" y="12481"/>
                </a:cubicBezTo>
                <a:cubicBezTo>
                  <a:pt x="71159" y="13823"/>
                  <a:pt x="66985" y="15702"/>
                  <a:pt x="63017" y="18118"/>
                </a:cubicBezTo>
                <a:cubicBezTo>
                  <a:pt x="59048" y="20533"/>
                  <a:pt x="54738" y="23754"/>
                  <a:pt x="50085" y="27780"/>
                </a:cubicBezTo>
                <a:cubicBezTo>
                  <a:pt x="45432" y="31806"/>
                  <a:pt x="41464" y="36571"/>
                  <a:pt x="38179" y="42073"/>
                </a:cubicBezTo>
                <a:cubicBezTo>
                  <a:pt x="34895" y="47575"/>
                  <a:pt x="31679" y="54420"/>
                  <a:pt x="28532" y="62606"/>
                </a:cubicBezTo>
                <a:cubicBezTo>
                  <a:pt x="25385" y="70793"/>
                  <a:pt x="23263" y="79784"/>
                  <a:pt x="22169" y="89581"/>
                </a:cubicBezTo>
                <a:cubicBezTo>
                  <a:pt x="21895" y="91997"/>
                  <a:pt x="21758" y="94614"/>
                  <a:pt x="21758" y="97432"/>
                </a:cubicBezTo>
                <a:cubicBezTo>
                  <a:pt x="21758" y="103874"/>
                  <a:pt x="22716" y="109577"/>
                  <a:pt x="24632" y="114543"/>
                </a:cubicBezTo>
                <a:cubicBezTo>
                  <a:pt x="26548" y="119509"/>
                  <a:pt x="29011" y="123333"/>
                  <a:pt x="32021" y="126017"/>
                </a:cubicBezTo>
                <a:cubicBezTo>
                  <a:pt x="35032" y="128702"/>
                  <a:pt x="38453" y="130983"/>
                  <a:pt x="42285" y="132862"/>
                </a:cubicBezTo>
                <a:cubicBezTo>
                  <a:pt x="46116" y="134741"/>
                  <a:pt x="49674" y="135881"/>
                  <a:pt x="52959" y="136284"/>
                </a:cubicBezTo>
                <a:cubicBezTo>
                  <a:pt x="56243" y="136687"/>
                  <a:pt x="59322" y="136955"/>
                  <a:pt x="62196" y="137089"/>
                </a:cubicBezTo>
                <a:cubicBezTo>
                  <a:pt x="69585" y="137089"/>
                  <a:pt x="76359" y="135546"/>
                  <a:pt x="82517" y="132459"/>
                </a:cubicBezTo>
                <a:cubicBezTo>
                  <a:pt x="88675" y="129373"/>
                  <a:pt x="92917" y="125414"/>
                  <a:pt x="95243" y="120582"/>
                </a:cubicBezTo>
                <a:cubicBezTo>
                  <a:pt x="95654" y="119509"/>
                  <a:pt x="96680" y="115818"/>
                  <a:pt x="98322" y="109510"/>
                </a:cubicBezTo>
                <a:cubicBezTo>
                  <a:pt x="99965" y="103203"/>
                  <a:pt x="100786" y="99646"/>
                  <a:pt x="100786" y="98841"/>
                </a:cubicBezTo>
                <a:cubicBezTo>
                  <a:pt x="100786" y="97768"/>
                  <a:pt x="99896" y="97097"/>
                  <a:pt x="98117" y="96828"/>
                </a:cubicBezTo>
                <a:cubicBezTo>
                  <a:pt x="96338" y="96560"/>
                  <a:pt x="92233" y="96358"/>
                  <a:pt x="85801" y="96224"/>
                </a:cubicBezTo>
                <a:lnTo>
                  <a:pt x="78206" y="96224"/>
                </a:lnTo>
                <a:cubicBezTo>
                  <a:pt x="77385" y="95419"/>
                  <a:pt x="76975" y="94882"/>
                  <a:pt x="76975" y="94614"/>
                </a:cubicBezTo>
                <a:cubicBezTo>
                  <a:pt x="76975" y="94345"/>
                  <a:pt x="77112" y="93070"/>
                  <a:pt x="77385" y="90789"/>
                </a:cubicBezTo>
                <a:cubicBezTo>
                  <a:pt x="77933" y="89044"/>
                  <a:pt x="78617" y="87769"/>
                  <a:pt x="79438" y="86964"/>
                </a:cubicBezTo>
                <a:lnTo>
                  <a:pt x="82927" y="86964"/>
                </a:lnTo>
                <a:cubicBezTo>
                  <a:pt x="88401" y="87233"/>
                  <a:pt x="97980" y="87367"/>
                  <a:pt x="111665" y="87367"/>
                </a:cubicBezTo>
                <a:cubicBezTo>
                  <a:pt x="117138" y="87367"/>
                  <a:pt x="121586" y="87367"/>
                  <a:pt x="125007" y="87367"/>
                </a:cubicBezTo>
                <a:cubicBezTo>
                  <a:pt x="128428" y="87367"/>
                  <a:pt x="130891" y="87300"/>
                  <a:pt x="132397" y="87165"/>
                </a:cubicBezTo>
                <a:cubicBezTo>
                  <a:pt x="133902" y="87031"/>
                  <a:pt x="134723" y="87031"/>
                  <a:pt x="134860" y="87165"/>
                </a:cubicBezTo>
                <a:cubicBezTo>
                  <a:pt x="136776" y="87165"/>
                  <a:pt x="137733" y="87769"/>
                  <a:pt x="137733" y="88977"/>
                </a:cubicBezTo>
                <a:cubicBezTo>
                  <a:pt x="137733" y="89246"/>
                  <a:pt x="137597" y="90185"/>
                  <a:pt x="137323" y="91795"/>
                </a:cubicBezTo>
                <a:cubicBezTo>
                  <a:pt x="136639" y="94345"/>
                  <a:pt x="135955" y="95754"/>
                  <a:pt x="135270" y="96023"/>
                </a:cubicBezTo>
                <a:cubicBezTo>
                  <a:pt x="134860" y="96157"/>
                  <a:pt x="133833" y="96224"/>
                  <a:pt x="132191" y="96224"/>
                </a:cubicBezTo>
                <a:cubicBezTo>
                  <a:pt x="129454" y="96224"/>
                  <a:pt x="126649" y="96425"/>
                  <a:pt x="123775" y="96828"/>
                </a:cubicBezTo>
                <a:cubicBezTo>
                  <a:pt x="122817" y="97231"/>
                  <a:pt x="122133" y="97835"/>
                  <a:pt x="121723" y="98640"/>
                </a:cubicBezTo>
                <a:cubicBezTo>
                  <a:pt x="121312" y="99445"/>
                  <a:pt x="120354" y="102867"/>
                  <a:pt x="118849" y="108906"/>
                </a:cubicBezTo>
                <a:cubicBezTo>
                  <a:pt x="117617" y="113335"/>
                  <a:pt x="116591" y="117093"/>
                  <a:pt x="115770" y="120180"/>
                </a:cubicBezTo>
                <a:cubicBezTo>
                  <a:pt x="112349" y="133868"/>
                  <a:pt x="110433" y="140914"/>
                  <a:pt x="110023" y="141317"/>
                </a:cubicBezTo>
                <a:cubicBezTo>
                  <a:pt x="109749" y="141585"/>
                  <a:pt x="109407" y="141719"/>
                  <a:pt x="108996" y="141719"/>
                </a:cubicBezTo>
                <a:cubicBezTo>
                  <a:pt x="107628" y="141719"/>
                  <a:pt x="105712" y="140377"/>
                  <a:pt x="103249" y="137693"/>
                </a:cubicBezTo>
                <a:cubicBezTo>
                  <a:pt x="100786" y="135009"/>
                  <a:pt x="99212" y="132929"/>
                  <a:pt x="98528" y="131453"/>
                </a:cubicBezTo>
                <a:cubicBezTo>
                  <a:pt x="98528" y="131319"/>
                  <a:pt x="98391" y="131319"/>
                  <a:pt x="98117" y="131453"/>
                </a:cubicBezTo>
                <a:cubicBezTo>
                  <a:pt x="97843" y="131587"/>
                  <a:pt x="97433" y="131922"/>
                  <a:pt x="96886" y="132459"/>
                </a:cubicBezTo>
                <a:cubicBezTo>
                  <a:pt x="86759" y="141719"/>
                  <a:pt x="73075" y="146349"/>
                  <a:pt x="55832" y="146349"/>
                </a:cubicBezTo>
                <a:cubicBezTo>
                  <a:pt x="39274" y="146349"/>
                  <a:pt x="25864" y="141182"/>
                  <a:pt x="15600" y="130849"/>
                </a:cubicBezTo>
                <a:cubicBezTo>
                  <a:pt x="5337" y="120515"/>
                  <a:pt x="137" y="107296"/>
                  <a:pt x="0" y="911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9FA86E-DF6D-4849-87A1-42C83AFB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480" y="6010229"/>
            <a:ext cx="145739" cy="146349"/>
          </a:xfrm>
          <a:custGeom xmlns:a="http://schemas.openxmlformats.org/drawingml/2006/main">
            <a:pathLst>
              <a:path w="145739" h="146349" fill="none">
                <a:moveTo>
                  <a:pt x="0" y="91192"/>
                </a:moveTo>
                <a:cubicBezTo>
                  <a:pt x="0" y="75758"/>
                  <a:pt x="4584" y="60929"/>
                  <a:pt x="13753" y="46703"/>
                </a:cubicBezTo>
                <a:cubicBezTo>
                  <a:pt x="22921" y="32477"/>
                  <a:pt x="34485" y="21204"/>
                  <a:pt x="48443" y="12884"/>
                </a:cubicBezTo>
                <a:cubicBezTo>
                  <a:pt x="62401" y="4563"/>
                  <a:pt x="76359" y="336"/>
                  <a:pt x="90317" y="201"/>
                </a:cubicBezTo>
                <a:cubicBezTo>
                  <a:pt x="102633" y="201"/>
                  <a:pt x="112417" y="3624"/>
                  <a:pt x="119670" y="10468"/>
                </a:cubicBezTo>
                <a:cubicBezTo>
                  <a:pt x="120902" y="11810"/>
                  <a:pt x="121928" y="12951"/>
                  <a:pt x="122749" y="13890"/>
                </a:cubicBezTo>
                <a:cubicBezTo>
                  <a:pt x="123570" y="14830"/>
                  <a:pt x="124118" y="15501"/>
                  <a:pt x="124391" y="15903"/>
                </a:cubicBezTo>
                <a:lnTo>
                  <a:pt x="124596" y="16507"/>
                </a:lnTo>
                <a:cubicBezTo>
                  <a:pt x="125007" y="16507"/>
                  <a:pt x="126854" y="14762"/>
                  <a:pt x="130139" y="11273"/>
                </a:cubicBezTo>
                <a:cubicBezTo>
                  <a:pt x="131097" y="10468"/>
                  <a:pt x="132123" y="9528"/>
                  <a:pt x="133218" y="8455"/>
                </a:cubicBezTo>
                <a:cubicBezTo>
                  <a:pt x="134312" y="7381"/>
                  <a:pt x="135407" y="6308"/>
                  <a:pt x="136502" y="5234"/>
                </a:cubicBezTo>
                <a:cubicBezTo>
                  <a:pt x="137597" y="4160"/>
                  <a:pt x="138281" y="3422"/>
                  <a:pt x="138555" y="3020"/>
                </a:cubicBezTo>
                <a:lnTo>
                  <a:pt x="141634" y="0"/>
                </a:lnTo>
                <a:lnTo>
                  <a:pt x="142865" y="0"/>
                </a:lnTo>
                <a:cubicBezTo>
                  <a:pt x="144781" y="0"/>
                  <a:pt x="145739" y="470"/>
                  <a:pt x="145739" y="1409"/>
                </a:cubicBezTo>
                <a:cubicBezTo>
                  <a:pt x="145739" y="1946"/>
                  <a:pt x="143549" y="11139"/>
                  <a:pt x="139170" y="28988"/>
                </a:cubicBezTo>
                <a:cubicBezTo>
                  <a:pt x="134244" y="47642"/>
                  <a:pt x="131781" y="57037"/>
                  <a:pt x="131781" y="57171"/>
                </a:cubicBezTo>
                <a:cubicBezTo>
                  <a:pt x="131507" y="57842"/>
                  <a:pt x="131165" y="58244"/>
                  <a:pt x="130754" y="58379"/>
                </a:cubicBezTo>
                <a:cubicBezTo>
                  <a:pt x="130344" y="58513"/>
                  <a:pt x="129112" y="58647"/>
                  <a:pt x="127060" y="58781"/>
                </a:cubicBezTo>
                <a:lnTo>
                  <a:pt x="123775" y="58781"/>
                </a:lnTo>
                <a:cubicBezTo>
                  <a:pt x="122954" y="57976"/>
                  <a:pt x="122544" y="57372"/>
                  <a:pt x="122544" y="56970"/>
                </a:cubicBezTo>
                <a:cubicBezTo>
                  <a:pt x="122544" y="56835"/>
                  <a:pt x="122612" y="56366"/>
                  <a:pt x="122749" y="55560"/>
                </a:cubicBezTo>
                <a:cubicBezTo>
                  <a:pt x="122886" y="54755"/>
                  <a:pt x="123023" y="53413"/>
                  <a:pt x="123160" y="51534"/>
                </a:cubicBezTo>
                <a:cubicBezTo>
                  <a:pt x="123296" y="49655"/>
                  <a:pt x="123365" y="47508"/>
                  <a:pt x="123365" y="45093"/>
                </a:cubicBezTo>
                <a:cubicBezTo>
                  <a:pt x="123365" y="35564"/>
                  <a:pt x="121175" y="27243"/>
                  <a:pt x="116796" y="20131"/>
                </a:cubicBezTo>
                <a:cubicBezTo>
                  <a:pt x="112417" y="13018"/>
                  <a:pt x="104959" y="9394"/>
                  <a:pt x="94422" y="9260"/>
                </a:cubicBezTo>
                <a:cubicBezTo>
                  <a:pt x="91959" y="9260"/>
                  <a:pt x="89291" y="9461"/>
                  <a:pt x="86417" y="9864"/>
                </a:cubicBezTo>
                <a:cubicBezTo>
                  <a:pt x="83543" y="10267"/>
                  <a:pt x="79917" y="11139"/>
                  <a:pt x="75538" y="12481"/>
                </a:cubicBezTo>
                <a:cubicBezTo>
                  <a:pt x="71159" y="13823"/>
                  <a:pt x="66985" y="15702"/>
                  <a:pt x="63017" y="18118"/>
                </a:cubicBezTo>
                <a:cubicBezTo>
                  <a:pt x="59048" y="20533"/>
                  <a:pt x="54738" y="23754"/>
                  <a:pt x="50085" y="27780"/>
                </a:cubicBezTo>
                <a:cubicBezTo>
                  <a:pt x="45432" y="31806"/>
                  <a:pt x="41464" y="36571"/>
                  <a:pt x="38179" y="42073"/>
                </a:cubicBezTo>
                <a:cubicBezTo>
                  <a:pt x="34895" y="47575"/>
                  <a:pt x="31679" y="54420"/>
                  <a:pt x="28532" y="62606"/>
                </a:cubicBezTo>
                <a:cubicBezTo>
                  <a:pt x="25385" y="70793"/>
                  <a:pt x="23263" y="79784"/>
                  <a:pt x="22169" y="89581"/>
                </a:cubicBezTo>
                <a:cubicBezTo>
                  <a:pt x="21895" y="91997"/>
                  <a:pt x="21758" y="94614"/>
                  <a:pt x="21758" y="97432"/>
                </a:cubicBezTo>
                <a:cubicBezTo>
                  <a:pt x="21758" y="103874"/>
                  <a:pt x="22716" y="109577"/>
                  <a:pt x="24632" y="114543"/>
                </a:cubicBezTo>
                <a:cubicBezTo>
                  <a:pt x="26548" y="119509"/>
                  <a:pt x="29011" y="123333"/>
                  <a:pt x="32021" y="126017"/>
                </a:cubicBezTo>
                <a:cubicBezTo>
                  <a:pt x="35032" y="128702"/>
                  <a:pt x="38453" y="130983"/>
                  <a:pt x="42285" y="132862"/>
                </a:cubicBezTo>
                <a:cubicBezTo>
                  <a:pt x="46116" y="134741"/>
                  <a:pt x="49674" y="135881"/>
                  <a:pt x="52959" y="136284"/>
                </a:cubicBezTo>
                <a:cubicBezTo>
                  <a:pt x="56243" y="136687"/>
                  <a:pt x="59322" y="136955"/>
                  <a:pt x="62196" y="137089"/>
                </a:cubicBezTo>
                <a:cubicBezTo>
                  <a:pt x="69585" y="137089"/>
                  <a:pt x="76359" y="135546"/>
                  <a:pt x="82517" y="132459"/>
                </a:cubicBezTo>
                <a:cubicBezTo>
                  <a:pt x="88675" y="129373"/>
                  <a:pt x="92917" y="125414"/>
                  <a:pt x="95243" y="120582"/>
                </a:cubicBezTo>
                <a:cubicBezTo>
                  <a:pt x="95654" y="119509"/>
                  <a:pt x="96680" y="115818"/>
                  <a:pt x="98322" y="109510"/>
                </a:cubicBezTo>
                <a:cubicBezTo>
                  <a:pt x="99965" y="103203"/>
                  <a:pt x="100786" y="99646"/>
                  <a:pt x="100786" y="98841"/>
                </a:cubicBezTo>
                <a:cubicBezTo>
                  <a:pt x="100786" y="97768"/>
                  <a:pt x="99896" y="97097"/>
                  <a:pt x="98117" y="96828"/>
                </a:cubicBezTo>
                <a:cubicBezTo>
                  <a:pt x="96338" y="96560"/>
                  <a:pt x="92233" y="96358"/>
                  <a:pt x="85801" y="96224"/>
                </a:cubicBezTo>
                <a:lnTo>
                  <a:pt x="78206" y="96224"/>
                </a:lnTo>
                <a:cubicBezTo>
                  <a:pt x="77385" y="95419"/>
                  <a:pt x="76975" y="94882"/>
                  <a:pt x="76975" y="94614"/>
                </a:cubicBezTo>
                <a:cubicBezTo>
                  <a:pt x="76975" y="94345"/>
                  <a:pt x="77112" y="93070"/>
                  <a:pt x="77385" y="90789"/>
                </a:cubicBezTo>
                <a:cubicBezTo>
                  <a:pt x="77933" y="89044"/>
                  <a:pt x="78617" y="87769"/>
                  <a:pt x="79438" y="86964"/>
                </a:cubicBezTo>
                <a:lnTo>
                  <a:pt x="82927" y="86964"/>
                </a:lnTo>
                <a:cubicBezTo>
                  <a:pt x="88401" y="87233"/>
                  <a:pt x="97980" y="87367"/>
                  <a:pt x="111665" y="87367"/>
                </a:cubicBezTo>
                <a:cubicBezTo>
                  <a:pt x="117138" y="87367"/>
                  <a:pt x="121586" y="87367"/>
                  <a:pt x="125007" y="87367"/>
                </a:cubicBezTo>
                <a:cubicBezTo>
                  <a:pt x="128428" y="87367"/>
                  <a:pt x="130891" y="87300"/>
                  <a:pt x="132397" y="87165"/>
                </a:cubicBezTo>
                <a:cubicBezTo>
                  <a:pt x="133902" y="87031"/>
                  <a:pt x="134723" y="87031"/>
                  <a:pt x="134860" y="87165"/>
                </a:cubicBezTo>
                <a:cubicBezTo>
                  <a:pt x="136776" y="87165"/>
                  <a:pt x="137733" y="87769"/>
                  <a:pt x="137733" y="88977"/>
                </a:cubicBezTo>
                <a:cubicBezTo>
                  <a:pt x="137733" y="89246"/>
                  <a:pt x="137597" y="90185"/>
                  <a:pt x="137323" y="91795"/>
                </a:cubicBezTo>
                <a:cubicBezTo>
                  <a:pt x="136639" y="94345"/>
                  <a:pt x="135955" y="95754"/>
                  <a:pt x="135270" y="96023"/>
                </a:cubicBezTo>
                <a:cubicBezTo>
                  <a:pt x="134860" y="96157"/>
                  <a:pt x="133833" y="96224"/>
                  <a:pt x="132191" y="96224"/>
                </a:cubicBezTo>
                <a:cubicBezTo>
                  <a:pt x="129454" y="96224"/>
                  <a:pt x="126649" y="96425"/>
                  <a:pt x="123775" y="96828"/>
                </a:cubicBezTo>
                <a:cubicBezTo>
                  <a:pt x="122817" y="97231"/>
                  <a:pt x="122133" y="97835"/>
                  <a:pt x="121723" y="98640"/>
                </a:cubicBezTo>
                <a:cubicBezTo>
                  <a:pt x="121312" y="99445"/>
                  <a:pt x="120354" y="102867"/>
                  <a:pt x="118849" y="108906"/>
                </a:cubicBezTo>
                <a:cubicBezTo>
                  <a:pt x="117617" y="113335"/>
                  <a:pt x="116591" y="117093"/>
                  <a:pt x="115770" y="120180"/>
                </a:cubicBezTo>
                <a:cubicBezTo>
                  <a:pt x="112349" y="133868"/>
                  <a:pt x="110433" y="140914"/>
                  <a:pt x="110023" y="141317"/>
                </a:cubicBezTo>
                <a:cubicBezTo>
                  <a:pt x="109749" y="141585"/>
                  <a:pt x="109407" y="141719"/>
                  <a:pt x="108996" y="141719"/>
                </a:cubicBezTo>
                <a:cubicBezTo>
                  <a:pt x="107628" y="141719"/>
                  <a:pt x="105712" y="140377"/>
                  <a:pt x="103249" y="137693"/>
                </a:cubicBezTo>
                <a:cubicBezTo>
                  <a:pt x="100786" y="135009"/>
                  <a:pt x="99212" y="132929"/>
                  <a:pt x="98528" y="131453"/>
                </a:cubicBezTo>
                <a:cubicBezTo>
                  <a:pt x="98528" y="131319"/>
                  <a:pt x="98391" y="131319"/>
                  <a:pt x="98117" y="131453"/>
                </a:cubicBezTo>
                <a:cubicBezTo>
                  <a:pt x="97843" y="131587"/>
                  <a:pt x="97433" y="131922"/>
                  <a:pt x="96886" y="132459"/>
                </a:cubicBezTo>
                <a:cubicBezTo>
                  <a:pt x="86759" y="141719"/>
                  <a:pt x="73075" y="146349"/>
                  <a:pt x="55832" y="146349"/>
                </a:cubicBezTo>
                <a:cubicBezTo>
                  <a:pt x="39274" y="146349"/>
                  <a:pt x="25864" y="141182"/>
                  <a:pt x="15600" y="130849"/>
                </a:cubicBezTo>
                <a:cubicBezTo>
                  <a:pt x="5337" y="120515"/>
                  <a:pt x="137" y="107296"/>
                  <a:pt x="0" y="9119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3" cap="flat">
            <a:solidFill>
              <a:srgbClr val="000000">
                <a:alpha val="12680"/>
              </a:srgbClr>
            </a:solidFill>
            <a:miter/>
          </a:ln>
        </p:spPr>
      </p:sp>
      <p:sp>
        <p:nvSpPr>
          <p:cNvPr id="7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1D0B59-6378-4C91-AA22-4AF128DC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25" y="6087700"/>
            <a:ext cx="60226" cy="97776"/>
          </a:xfrm>
          <a:custGeom xmlns:a="http://schemas.openxmlformats.org/drawingml/2006/main">
            <a:pathLst>
              <a:path w="60226" h="97776">
                <a:moveTo>
                  <a:pt x="12335" y="28749"/>
                </a:moveTo>
                <a:cubicBezTo>
                  <a:pt x="9723" y="28749"/>
                  <a:pt x="7692" y="27943"/>
                  <a:pt x="6240" y="26330"/>
                </a:cubicBezTo>
                <a:cubicBezTo>
                  <a:pt x="4789" y="24717"/>
                  <a:pt x="4015" y="22629"/>
                  <a:pt x="3918" y="20068"/>
                </a:cubicBezTo>
                <a:cubicBezTo>
                  <a:pt x="3918" y="14849"/>
                  <a:pt x="6240" y="10200"/>
                  <a:pt x="10884" y="6120"/>
                </a:cubicBezTo>
                <a:cubicBezTo>
                  <a:pt x="15528" y="2040"/>
                  <a:pt x="21140" y="0"/>
                  <a:pt x="27719" y="0"/>
                </a:cubicBezTo>
                <a:cubicBezTo>
                  <a:pt x="31105" y="0"/>
                  <a:pt x="33233" y="47"/>
                  <a:pt x="34104" y="142"/>
                </a:cubicBezTo>
                <a:cubicBezTo>
                  <a:pt x="41263" y="1281"/>
                  <a:pt x="46730" y="3795"/>
                  <a:pt x="50503" y="7685"/>
                </a:cubicBezTo>
                <a:cubicBezTo>
                  <a:pt x="54276" y="11576"/>
                  <a:pt x="56211" y="15798"/>
                  <a:pt x="56308" y="20352"/>
                </a:cubicBezTo>
                <a:cubicBezTo>
                  <a:pt x="56308" y="25286"/>
                  <a:pt x="54663" y="30078"/>
                  <a:pt x="51374" y="34727"/>
                </a:cubicBezTo>
                <a:cubicBezTo>
                  <a:pt x="48084" y="39376"/>
                  <a:pt x="43537" y="42744"/>
                  <a:pt x="37732" y="44832"/>
                </a:cubicBezTo>
                <a:lnTo>
                  <a:pt x="37297" y="45116"/>
                </a:lnTo>
                <a:cubicBezTo>
                  <a:pt x="37297" y="45211"/>
                  <a:pt x="37732" y="45354"/>
                  <a:pt x="38603" y="45543"/>
                </a:cubicBezTo>
                <a:cubicBezTo>
                  <a:pt x="39473" y="45733"/>
                  <a:pt x="40876" y="46160"/>
                  <a:pt x="42811" y="46824"/>
                </a:cubicBezTo>
                <a:cubicBezTo>
                  <a:pt x="44746" y="47489"/>
                  <a:pt x="46584" y="48485"/>
                  <a:pt x="48326" y="49813"/>
                </a:cubicBezTo>
                <a:cubicBezTo>
                  <a:pt x="56259" y="54842"/>
                  <a:pt x="60226" y="61484"/>
                  <a:pt x="60226" y="69738"/>
                </a:cubicBezTo>
                <a:cubicBezTo>
                  <a:pt x="60226" y="77234"/>
                  <a:pt x="57227" y="83781"/>
                  <a:pt x="51228" y="89379"/>
                </a:cubicBezTo>
                <a:cubicBezTo>
                  <a:pt x="45230" y="94977"/>
                  <a:pt x="37635" y="97776"/>
                  <a:pt x="28444" y="97776"/>
                </a:cubicBezTo>
                <a:cubicBezTo>
                  <a:pt x="20704" y="97776"/>
                  <a:pt x="14029" y="95736"/>
                  <a:pt x="8417" y="91656"/>
                </a:cubicBezTo>
                <a:cubicBezTo>
                  <a:pt x="2806" y="87576"/>
                  <a:pt x="0" y="82405"/>
                  <a:pt x="0" y="76143"/>
                </a:cubicBezTo>
                <a:cubicBezTo>
                  <a:pt x="0" y="73486"/>
                  <a:pt x="871" y="71351"/>
                  <a:pt x="2612" y="69738"/>
                </a:cubicBezTo>
                <a:cubicBezTo>
                  <a:pt x="4354" y="68125"/>
                  <a:pt x="6531" y="67271"/>
                  <a:pt x="9143" y="67177"/>
                </a:cubicBezTo>
                <a:cubicBezTo>
                  <a:pt x="11852" y="67177"/>
                  <a:pt x="14077" y="68031"/>
                  <a:pt x="15818" y="69738"/>
                </a:cubicBezTo>
                <a:cubicBezTo>
                  <a:pt x="17560" y="71446"/>
                  <a:pt x="18431" y="73581"/>
                  <a:pt x="18431" y="76143"/>
                </a:cubicBezTo>
                <a:cubicBezTo>
                  <a:pt x="18431" y="77187"/>
                  <a:pt x="18286" y="78135"/>
                  <a:pt x="17995" y="78989"/>
                </a:cubicBezTo>
                <a:cubicBezTo>
                  <a:pt x="17705" y="79843"/>
                  <a:pt x="17366" y="80602"/>
                  <a:pt x="16979" y="81267"/>
                </a:cubicBezTo>
                <a:cubicBezTo>
                  <a:pt x="16592" y="81931"/>
                  <a:pt x="16060" y="82500"/>
                  <a:pt x="15383" y="82974"/>
                </a:cubicBezTo>
                <a:cubicBezTo>
                  <a:pt x="14706" y="83449"/>
                  <a:pt x="14125" y="83828"/>
                  <a:pt x="13642" y="84113"/>
                </a:cubicBezTo>
                <a:cubicBezTo>
                  <a:pt x="13158" y="84398"/>
                  <a:pt x="12674" y="84587"/>
                  <a:pt x="12190" y="84682"/>
                </a:cubicBezTo>
                <a:cubicBezTo>
                  <a:pt x="11707" y="84777"/>
                  <a:pt x="11320" y="84920"/>
                  <a:pt x="11029" y="85109"/>
                </a:cubicBezTo>
                <a:lnTo>
                  <a:pt x="10449" y="85252"/>
                </a:lnTo>
                <a:cubicBezTo>
                  <a:pt x="15383" y="89521"/>
                  <a:pt x="21381" y="91656"/>
                  <a:pt x="28444" y="91656"/>
                </a:cubicBezTo>
                <a:cubicBezTo>
                  <a:pt x="33765" y="91656"/>
                  <a:pt x="37780" y="89142"/>
                  <a:pt x="40489" y="84113"/>
                </a:cubicBezTo>
                <a:cubicBezTo>
                  <a:pt x="42134" y="80982"/>
                  <a:pt x="42956" y="76190"/>
                  <a:pt x="42956" y="69738"/>
                </a:cubicBezTo>
                <a:lnTo>
                  <a:pt x="42956" y="66892"/>
                </a:lnTo>
                <a:cubicBezTo>
                  <a:pt x="42956" y="57878"/>
                  <a:pt x="39860" y="51853"/>
                  <a:pt x="33669" y="48817"/>
                </a:cubicBezTo>
                <a:cubicBezTo>
                  <a:pt x="32217" y="48248"/>
                  <a:pt x="29266" y="47915"/>
                  <a:pt x="24816" y="47821"/>
                </a:cubicBezTo>
                <a:lnTo>
                  <a:pt x="18721" y="47678"/>
                </a:lnTo>
                <a:lnTo>
                  <a:pt x="18286" y="47394"/>
                </a:lnTo>
                <a:cubicBezTo>
                  <a:pt x="18092" y="47109"/>
                  <a:pt x="17995" y="46350"/>
                  <a:pt x="17995" y="45116"/>
                </a:cubicBezTo>
                <a:cubicBezTo>
                  <a:pt x="17995" y="43409"/>
                  <a:pt x="18382" y="42555"/>
                  <a:pt x="19156" y="42555"/>
                </a:cubicBezTo>
                <a:cubicBezTo>
                  <a:pt x="21865" y="42555"/>
                  <a:pt x="24671" y="42317"/>
                  <a:pt x="27573" y="41843"/>
                </a:cubicBezTo>
                <a:cubicBezTo>
                  <a:pt x="30863" y="41369"/>
                  <a:pt x="33862" y="39376"/>
                  <a:pt x="36571" y="35865"/>
                </a:cubicBezTo>
                <a:cubicBezTo>
                  <a:pt x="39280" y="32355"/>
                  <a:pt x="40634" y="27041"/>
                  <a:pt x="40634" y="19925"/>
                </a:cubicBezTo>
                <a:lnTo>
                  <a:pt x="40634" y="18787"/>
                </a:lnTo>
                <a:cubicBezTo>
                  <a:pt x="40634" y="13378"/>
                  <a:pt x="38941" y="9631"/>
                  <a:pt x="35555" y="7543"/>
                </a:cubicBezTo>
                <a:cubicBezTo>
                  <a:pt x="33427" y="6215"/>
                  <a:pt x="31153" y="5551"/>
                  <a:pt x="28734" y="5551"/>
                </a:cubicBezTo>
                <a:cubicBezTo>
                  <a:pt x="25638" y="5551"/>
                  <a:pt x="22784" y="6072"/>
                  <a:pt x="20172" y="7116"/>
                </a:cubicBezTo>
                <a:cubicBezTo>
                  <a:pt x="17560" y="8160"/>
                  <a:pt x="15722" y="9251"/>
                  <a:pt x="14657" y="10390"/>
                </a:cubicBezTo>
                <a:cubicBezTo>
                  <a:pt x="13593" y="11528"/>
                  <a:pt x="13061" y="12097"/>
                  <a:pt x="13061" y="12097"/>
                </a:cubicBezTo>
                <a:lnTo>
                  <a:pt x="13496" y="12097"/>
                </a:lnTo>
                <a:cubicBezTo>
                  <a:pt x="13787" y="12192"/>
                  <a:pt x="14174" y="12287"/>
                  <a:pt x="14657" y="12382"/>
                </a:cubicBezTo>
                <a:cubicBezTo>
                  <a:pt x="15141" y="12477"/>
                  <a:pt x="15625" y="12714"/>
                  <a:pt x="16109" y="13094"/>
                </a:cubicBezTo>
                <a:cubicBezTo>
                  <a:pt x="16592" y="13473"/>
                  <a:pt x="17173" y="13805"/>
                  <a:pt x="17850" y="14090"/>
                </a:cubicBezTo>
                <a:cubicBezTo>
                  <a:pt x="18527" y="14375"/>
                  <a:pt x="19011" y="14897"/>
                  <a:pt x="19301" y="15656"/>
                </a:cubicBezTo>
                <a:cubicBezTo>
                  <a:pt x="19592" y="16415"/>
                  <a:pt x="19979" y="17126"/>
                  <a:pt x="20462" y="17790"/>
                </a:cubicBezTo>
                <a:cubicBezTo>
                  <a:pt x="20946" y="18455"/>
                  <a:pt x="21091" y="19403"/>
                  <a:pt x="20898" y="20637"/>
                </a:cubicBezTo>
                <a:cubicBezTo>
                  <a:pt x="20898" y="22724"/>
                  <a:pt x="20220" y="24574"/>
                  <a:pt x="18866" y="26187"/>
                </a:cubicBezTo>
                <a:cubicBezTo>
                  <a:pt x="17512" y="27800"/>
                  <a:pt x="15335" y="28654"/>
                  <a:pt x="12335" y="2874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00240C-3A2A-49A5-AAFE-A6DC6F2F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25" y="6087700"/>
            <a:ext cx="60226" cy="97776"/>
          </a:xfrm>
          <a:custGeom xmlns:a="http://schemas.openxmlformats.org/drawingml/2006/main">
            <a:pathLst>
              <a:path w="60226" h="97776" fill="none">
                <a:moveTo>
                  <a:pt x="12335" y="28749"/>
                </a:moveTo>
                <a:cubicBezTo>
                  <a:pt x="9723" y="28749"/>
                  <a:pt x="7692" y="27943"/>
                  <a:pt x="6240" y="26330"/>
                </a:cubicBezTo>
                <a:cubicBezTo>
                  <a:pt x="4789" y="24717"/>
                  <a:pt x="4015" y="22629"/>
                  <a:pt x="3918" y="20068"/>
                </a:cubicBezTo>
                <a:cubicBezTo>
                  <a:pt x="3918" y="14849"/>
                  <a:pt x="6240" y="10200"/>
                  <a:pt x="10884" y="6120"/>
                </a:cubicBezTo>
                <a:cubicBezTo>
                  <a:pt x="15528" y="2040"/>
                  <a:pt x="21140" y="0"/>
                  <a:pt x="27719" y="0"/>
                </a:cubicBezTo>
                <a:cubicBezTo>
                  <a:pt x="31105" y="0"/>
                  <a:pt x="33233" y="47"/>
                  <a:pt x="34104" y="142"/>
                </a:cubicBezTo>
                <a:cubicBezTo>
                  <a:pt x="41263" y="1281"/>
                  <a:pt x="46730" y="3795"/>
                  <a:pt x="50503" y="7685"/>
                </a:cubicBezTo>
                <a:cubicBezTo>
                  <a:pt x="54276" y="11576"/>
                  <a:pt x="56211" y="15798"/>
                  <a:pt x="56308" y="20352"/>
                </a:cubicBezTo>
                <a:cubicBezTo>
                  <a:pt x="56308" y="25286"/>
                  <a:pt x="54663" y="30078"/>
                  <a:pt x="51374" y="34727"/>
                </a:cubicBezTo>
                <a:cubicBezTo>
                  <a:pt x="48084" y="39376"/>
                  <a:pt x="43537" y="42744"/>
                  <a:pt x="37732" y="44832"/>
                </a:cubicBezTo>
                <a:lnTo>
                  <a:pt x="37297" y="45116"/>
                </a:lnTo>
                <a:cubicBezTo>
                  <a:pt x="37297" y="45211"/>
                  <a:pt x="37732" y="45354"/>
                  <a:pt x="38603" y="45543"/>
                </a:cubicBezTo>
                <a:cubicBezTo>
                  <a:pt x="39473" y="45733"/>
                  <a:pt x="40876" y="46160"/>
                  <a:pt x="42811" y="46824"/>
                </a:cubicBezTo>
                <a:cubicBezTo>
                  <a:pt x="44746" y="47489"/>
                  <a:pt x="46584" y="48485"/>
                  <a:pt x="48326" y="49813"/>
                </a:cubicBezTo>
                <a:cubicBezTo>
                  <a:pt x="56259" y="54842"/>
                  <a:pt x="60226" y="61484"/>
                  <a:pt x="60226" y="69738"/>
                </a:cubicBezTo>
                <a:cubicBezTo>
                  <a:pt x="60226" y="77234"/>
                  <a:pt x="57227" y="83781"/>
                  <a:pt x="51228" y="89379"/>
                </a:cubicBezTo>
                <a:cubicBezTo>
                  <a:pt x="45230" y="94977"/>
                  <a:pt x="37635" y="97776"/>
                  <a:pt x="28444" y="97776"/>
                </a:cubicBezTo>
                <a:cubicBezTo>
                  <a:pt x="20704" y="97776"/>
                  <a:pt x="14029" y="95736"/>
                  <a:pt x="8417" y="91656"/>
                </a:cubicBezTo>
                <a:cubicBezTo>
                  <a:pt x="2806" y="87576"/>
                  <a:pt x="0" y="82405"/>
                  <a:pt x="0" y="76143"/>
                </a:cubicBezTo>
                <a:cubicBezTo>
                  <a:pt x="0" y="73486"/>
                  <a:pt x="871" y="71351"/>
                  <a:pt x="2612" y="69738"/>
                </a:cubicBezTo>
                <a:cubicBezTo>
                  <a:pt x="4354" y="68125"/>
                  <a:pt x="6531" y="67271"/>
                  <a:pt x="9143" y="67177"/>
                </a:cubicBezTo>
                <a:cubicBezTo>
                  <a:pt x="11852" y="67177"/>
                  <a:pt x="14077" y="68031"/>
                  <a:pt x="15818" y="69738"/>
                </a:cubicBezTo>
                <a:cubicBezTo>
                  <a:pt x="17560" y="71446"/>
                  <a:pt x="18431" y="73581"/>
                  <a:pt x="18431" y="76143"/>
                </a:cubicBezTo>
                <a:cubicBezTo>
                  <a:pt x="18431" y="77187"/>
                  <a:pt x="18286" y="78135"/>
                  <a:pt x="17995" y="78989"/>
                </a:cubicBezTo>
                <a:cubicBezTo>
                  <a:pt x="17705" y="79843"/>
                  <a:pt x="17366" y="80602"/>
                  <a:pt x="16979" y="81267"/>
                </a:cubicBezTo>
                <a:cubicBezTo>
                  <a:pt x="16592" y="81931"/>
                  <a:pt x="16060" y="82500"/>
                  <a:pt x="15383" y="82974"/>
                </a:cubicBezTo>
                <a:cubicBezTo>
                  <a:pt x="14706" y="83449"/>
                  <a:pt x="14125" y="83828"/>
                  <a:pt x="13642" y="84113"/>
                </a:cubicBezTo>
                <a:cubicBezTo>
                  <a:pt x="13158" y="84398"/>
                  <a:pt x="12674" y="84587"/>
                  <a:pt x="12190" y="84682"/>
                </a:cubicBezTo>
                <a:cubicBezTo>
                  <a:pt x="11707" y="84777"/>
                  <a:pt x="11320" y="84920"/>
                  <a:pt x="11029" y="85109"/>
                </a:cubicBezTo>
                <a:lnTo>
                  <a:pt x="10449" y="85252"/>
                </a:lnTo>
                <a:cubicBezTo>
                  <a:pt x="15383" y="89521"/>
                  <a:pt x="21381" y="91656"/>
                  <a:pt x="28444" y="91656"/>
                </a:cubicBezTo>
                <a:cubicBezTo>
                  <a:pt x="33765" y="91656"/>
                  <a:pt x="37780" y="89142"/>
                  <a:pt x="40489" y="84113"/>
                </a:cubicBezTo>
                <a:cubicBezTo>
                  <a:pt x="42134" y="80982"/>
                  <a:pt x="42956" y="76190"/>
                  <a:pt x="42956" y="69738"/>
                </a:cubicBezTo>
                <a:lnTo>
                  <a:pt x="42956" y="66892"/>
                </a:lnTo>
                <a:cubicBezTo>
                  <a:pt x="42956" y="57878"/>
                  <a:pt x="39860" y="51853"/>
                  <a:pt x="33669" y="48817"/>
                </a:cubicBezTo>
                <a:cubicBezTo>
                  <a:pt x="32217" y="48248"/>
                  <a:pt x="29266" y="47915"/>
                  <a:pt x="24816" y="47821"/>
                </a:cubicBezTo>
                <a:lnTo>
                  <a:pt x="18721" y="47678"/>
                </a:lnTo>
                <a:lnTo>
                  <a:pt x="18286" y="47394"/>
                </a:lnTo>
                <a:cubicBezTo>
                  <a:pt x="18092" y="47109"/>
                  <a:pt x="17995" y="46350"/>
                  <a:pt x="17995" y="45116"/>
                </a:cubicBezTo>
                <a:cubicBezTo>
                  <a:pt x="17995" y="43409"/>
                  <a:pt x="18382" y="42555"/>
                  <a:pt x="19156" y="42555"/>
                </a:cubicBezTo>
                <a:cubicBezTo>
                  <a:pt x="21865" y="42555"/>
                  <a:pt x="24671" y="42317"/>
                  <a:pt x="27573" y="41843"/>
                </a:cubicBezTo>
                <a:cubicBezTo>
                  <a:pt x="30863" y="41369"/>
                  <a:pt x="33862" y="39376"/>
                  <a:pt x="36571" y="35865"/>
                </a:cubicBezTo>
                <a:cubicBezTo>
                  <a:pt x="39280" y="32355"/>
                  <a:pt x="40634" y="27041"/>
                  <a:pt x="40634" y="19925"/>
                </a:cubicBezTo>
                <a:lnTo>
                  <a:pt x="40634" y="18787"/>
                </a:lnTo>
                <a:cubicBezTo>
                  <a:pt x="40634" y="13378"/>
                  <a:pt x="38941" y="9631"/>
                  <a:pt x="35555" y="7543"/>
                </a:cubicBezTo>
                <a:cubicBezTo>
                  <a:pt x="33427" y="6215"/>
                  <a:pt x="31153" y="5551"/>
                  <a:pt x="28734" y="5551"/>
                </a:cubicBezTo>
                <a:cubicBezTo>
                  <a:pt x="25638" y="5551"/>
                  <a:pt x="22784" y="6072"/>
                  <a:pt x="20172" y="7116"/>
                </a:cubicBezTo>
                <a:cubicBezTo>
                  <a:pt x="17560" y="8160"/>
                  <a:pt x="15722" y="9251"/>
                  <a:pt x="14657" y="10390"/>
                </a:cubicBezTo>
                <a:cubicBezTo>
                  <a:pt x="13593" y="11528"/>
                  <a:pt x="13061" y="12097"/>
                  <a:pt x="13061" y="12097"/>
                </a:cubicBezTo>
                <a:lnTo>
                  <a:pt x="13496" y="12097"/>
                </a:lnTo>
                <a:cubicBezTo>
                  <a:pt x="13787" y="12192"/>
                  <a:pt x="14174" y="12287"/>
                  <a:pt x="14657" y="12382"/>
                </a:cubicBezTo>
                <a:cubicBezTo>
                  <a:pt x="15141" y="12477"/>
                  <a:pt x="15625" y="12714"/>
                  <a:pt x="16109" y="13094"/>
                </a:cubicBezTo>
                <a:cubicBezTo>
                  <a:pt x="16592" y="13473"/>
                  <a:pt x="17173" y="13805"/>
                  <a:pt x="17850" y="14090"/>
                </a:cubicBezTo>
                <a:cubicBezTo>
                  <a:pt x="18527" y="14375"/>
                  <a:pt x="19011" y="14897"/>
                  <a:pt x="19301" y="15656"/>
                </a:cubicBezTo>
                <a:cubicBezTo>
                  <a:pt x="19592" y="16415"/>
                  <a:pt x="19979" y="17126"/>
                  <a:pt x="20462" y="17790"/>
                </a:cubicBezTo>
                <a:cubicBezTo>
                  <a:pt x="20946" y="18455"/>
                  <a:pt x="21091" y="19403"/>
                  <a:pt x="20898" y="20637"/>
                </a:cubicBezTo>
                <a:cubicBezTo>
                  <a:pt x="20898" y="22724"/>
                  <a:pt x="20220" y="24574"/>
                  <a:pt x="18866" y="26187"/>
                </a:cubicBezTo>
                <a:cubicBezTo>
                  <a:pt x="17512" y="27800"/>
                  <a:pt x="15335" y="28654"/>
                  <a:pt x="12335" y="2874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4" cap="flat">
            <a:solidFill>
              <a:srgbClr val="000000">
                <a:alpha val="8960"/>
              </a:srgbClr>
            </a:solidFill>
            <a:miter/>
          </a:ln>
        </p:spPr>
      </p:sp>
      <p:sp>
        <p:nvSpPr>
          <p:cNvPr id="7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3CA5BA-2E1E-4F69-A72A-D184C1B7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44" y="6001170"/>
            <a:ext cx="49059" cy="201306"/>
          </a:xfrm>
          <a:custGeom xmlns:a="http://schemas.openxmlformats.org/drawingml/2006/main">
            <a:pathLst>
              <a:path w="49059" h="201306">
                <a:moveTo>
                  <a:pt x="1026" y="201"/>
                </a:moveTo>
                <a:lnTo>
                  <a:pt x="1847" y="0"/>
                </a:lnTo>
                <a:cubicBezTo>
                  <a:pt x="2532" y="0"/>
                  <a:pt x="3216" y="0"/>
                  <a:pt x="3900" y="0"/>
                </a:cubicBezTo>
                <a:lnTo>
                  <a:pt x="6363" y="0"/>
                </a:lnTo>
                <a:lnTo>
                  <a:pt x="12111" y="4831"/>
                </a:lnTo>
                <a:cubicBezTo>
                  <a:pt x="24974" y="16239"/>
                  <a:pt x="34348" y="30464"/>
                  <a:pt x="40232" y="47508"/>
                </a:cubicBezTo>
                <a:cubicBezTo>
                  <a:pt x="46116" y="64552"/>
                  <a:pt x="49059" y="82267"/>
                  <a:pt x="49059" y="100653"/>
                </a:cubicBezTo>
                <a:cubicBezTo>
                  <a:pt x="49059" y="109779"/>
                  <a:pt x="48374" y="118569"/>
                  <a:pt x="47006" y="127024"/>
                </a:cubicBezTo>
                <a:cubicBezTo>
                  <a:pt x="45637" y="135479"/>
                  <a:pt x="44064" y="142659"/>
                  <a:pt x="42285" y="148564"/>
                </a:cubicBezTo>
                <a:cubicBezTo>
                  <a:pt x="40506" y="154469"/>
                  <a:pt x="37974" y="160374"/>
                  <a:pt x="34690" y="166279"/>
                </a:cubicBezTo>
                <a:cubicBezTo>
                  <a:pt x="31406" y="172184"/>
                  <a:pt x="28806" y="176679"/>
                  <a:pt x="26890" y="179766"/>
                </a:cubicBezTo>
                <a:cubicBezTo>
                  <a:pt x="24974" y="182853"/>
                  <a:pt x="22169" y="186275"/>
                  <a:pt x="18474" y="190033"/>
                </a:cubicBezTo>
                <a:cubicBezTo>
                  <a:pt x="14779" y="193790"/>
                  <a:pt x="12590" y="196005"/>
                  <a:pt x="11905" y="196676"/>
                </a:cubicBezTo>
                <a:cubicBezTo>
                  <a:pt x="11221" y="197347"/>
                  <a:pt x="9648" y="198622"/>
                  <a:pt x="7184" y="200501"/>
                </a:cubicBezTo>
                <a:cubicBezTo>
                  <a:pt x="6774" y="200903"/>
                  <a:pt x="6500" y="201172"/>
                  <a:pt x="6363" y="201306"/>
                </a:cubicBezTo>
                <a:lnTo>
                  <a:pt x="3900" y="201306"/>
                </a:lnTo>
                <a:cubicBezTo>
                  <a:pt x="2805" y="201306"/>
                  <a:pt x="2053" y="201306"/>
                  <a:pt x="1642" y="201306"/>
                </a:cubicBezTo>
                <a:cubicBezTo>
                  <a:pt x="1232" y="201306"/>
                  <a:pt x="889" y="201105"/>
                  <a:pt x="616" y="200702"/>
                </a:cubicBezTo>
                <a:cubicBezTo>
                  <a:pt x="342" y="200299"/>
                  <a:pt x="137" y="199695"/>
                  <a:pt x="0" y="198890"/>
                </a:cubicBezTo>
                <a:cubicBezTo>
                  <a:pt x="137" y="198756"/>
                  <a:pt x="889" y="197884"/>
                  <a:pt x="2258" y="196273"/>
                </a:cubicBezTo>
                <a:cubicBezTo>
                  <a:pt x="23469" y="174666"/>
                  <a:pt x="34074" y="142793"/>
                  <a:pt x="34074" y="100653"/>
                </a:cubicBezTo>
                <a:cubicBezTo>
                  <a:pt x="34074" y="58513"/>
                  <a:pt x="23469" y="26639"/>
                  <a:pt x="2258" y="5033"/>
                </a:cubicBezTo>
                <a:cubicBezTo>
                  <a:pt x="889" y="3422"/>
                  <a:pt x="137" y="2550"/>
                  <a:pt x="0" y="2416"/>
                </a:cubicBezTo>
                <a:cubicBezTo>
                  <a:pt x="0" y="1342"/>
                  <a:pt x="342" y="604"/>
                  <a:pt x="1026" y="2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88B87B-D87B-48BA-8425-3D508215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44" y="6001170"/>
            <a:ext cx="49059" cy="201306"/>
          </a:xfrm>
          <a:custGeom xmlns:a="http://schemas.openxmlformats.org/drawingml/2006/main">
            <a:pathLst>
              <a:path w="49059" h="201306" fill="none">
                <a:moveTo>
                  <a:pt x="1026" y="201"/>
                </a:moveTo>
                <a:lnTo>
                  <a:pt x="1847" y="0"/>
                </a:lnTo>
                <a:cubicBezTo>
                  <a:pt x="2532" y="0"/>
                  <a:pt x="3216" y="0"/>
                  <a:pt x="3900" y="0"/>
                </a:cubicBezTo>
                <a:lnTo>
                  <a:pt x="6363" y="0"/>
                </a:lnTo>
                <a:lnTo>
                  <a:pt x="12111" y="4831"/>
                </a:lnTo>
                <a:cubicBezTo>
                  <a:pt x="24974" y="16239"/>
                  <a:pt x="34348" y="30464"/>
                  <a:pt x="40232" y="47508"/>
                </a:cubicBezTo>
                <a:cubicBezTo>
                  <a:pt x="46116" y="64552"/>
                  <a:pt x="49059" y="82267"/>
                  <a:pt x="49059" y="100653"/>
                </a:cubicBezTo>
                <a:cubicBezTo>
                  <a:pt x="49059" y="109779"/>
                  <a:pt x="48374" y="118569"/>
                  <a:pt x="47006" y="127024"/>
                </a:cubicBezTo>
                <a:cubicBezTo>
                  <a:pt x="45637" y="135479"/>
                  <a:pt x="44064" y="142659"/>
                  <a:pt x="42285" y="148564"/>
                </a:cubicBezTo>
                <a:cubicBezTo>
                  <a:pt x="40506" y="154469"/>
                  <a:pt x="37974" y="160374"/>
                  <a:pt x="34690" y="166279"/>
                </a:cubicBezTo>
                <a:cubicBezTo>
                  <a:pt x="31406" y="172184"/>
                  <a:pt x="28806" y="176679"/>
                  <a:pt x="26890" y="179766"/>
                </a:cubicBezTo>
                <a:cubicBezTo>
                  <a:pt x="24974" y="182853"/>
                  <a:pt x="22169" y="186275"/>
                  <a:pt x="18474" y="190033"/>
                </a:cubicBezTo>
                <a:cubicBezTo>
                  <a:pt x="14779" y="193790"/>
                  <a:pt x="12590" y="196005"/>
                  <a:pt x="11905" y="196676"/>
                </a:cubicBezTo>
                <a:cubicBezTo>
                  <a:pt x="11221" y="197347"/>
                  <a:pt x="9648" y="198622"/>
                  <a:pt x="7184" y="200501"/>
                </a:cubicBezTo>
                <a:cubicBezTo>
                  <a:pt x="6774" y="200903"/>
                  <a:pt x="6500" y="201172"/>
                  <a:pt x="6363" y="201306"/>
                </a:cubicBezTo>
                <a:lnTo>
                  <a:pt x="3900" y="201306"/>
                </a:lnTo>
                <a:cubicBezTo>
                  <a:pt x="2805" y="201306"/>
                  <a:pt x="2053" y="201306"/>
                  <a:pt x="1642" y="201306"/>
                </a:cubicBezTo>
                <a:cubicBezTo>
                  <a:pt x="1232" y="201306"/>
                  <a:pt x="889" y="201105"/>
                  <a:pt x="616" y="200702"/>
                </a:cubicBezTo>
                <a:cubicBezTo>
                  <a:pt x="342" y="200299"/>
                  <a:pt x="137" y="199695"/>
                  <a:pt x="0" y="198890"/>
                </a:cubicBezTo>
                <a:cubicBezTo>
                  <a:pt x="137" y="198756"/>
                  <a:pt x="889" y="197884"/>
                  <a:pt x="2258" y="196273"/>
                </a:cubicBezTo>
                <a:cubicBezTo>
                  <a:pt x="23469" y="174666"/>
                  <a:pt x="34074" y="142793"/>
                  <a:pt x="34074" y="100653"/>
                </a:cubicBezTo>
                <a:cubicBezTo>
                  <a:pt x="34074" y="58513"/>
                  <a:pt x="23469" y="26639"/>
                  <a:pt x="2258" y="5033"/>
                </a:cubicBezTo>
                <a:cubicBezTo>
                  <a:pt x="889" y="3422"/>
                  <a:pt x="137" y="2550"/>
                  <a:pt x="0" y="2416"/>
                </a:cubicBezTo>
                <a:cubicBezTo>
                  <a:pt x="0" y="1342"/>
                  <a:pt x="342" y="604"/>
                  <a:pt x="1026" y="20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3" cap="flat">
            <a:solidFill>
              <a:srgbClr val="000000">
                <a:alpha val="12680"/>
              </a:srgbClr>
            </a:solidFill>
            <a:miter/>
          </a:ln>
        </p:spPr>
      </p:sp>
      <p:sp>
        <p:nvSpPr>
          <p:cNvPr id="7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3D57E0-41A6-4AB4-9129-D3A5CF69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6389" y="4806823"/>
            <a:ext cx="147381" cy="137492"/>
          </a:xfrm>
          <a:custGeom xmlns:a="http://schemas.openxmlformats.org/drawingml/2006/main">
            <a:pathLst>
              <a:path w="147381" h="137492">
                <a:moveTo>
                  <a:pt x="52138" y="11072"/>
                </a:moveTo>
                <a:cubicBezTo>
                  <a:pt x="52138" y="10132"/>
                  <a:pt x="48238" y="9528"/>
                  <a:pt x="40437" y="9260"/>
                </a:cubicBezTo>
                <a:cubicBezTo>
                  <a:pt x="37153" y="9260"/>
                  <a:pt x="35032" y="9193"/>
                  <a:pt x="34074" y="9059"/>
                </a:cubicBezTo>
                <a:cubicBezTo>
                  <a:pt x="33116" y="8925"/>
                  <a:pt x="32637" y="8254"/>
                  <a:pt x="32637" y="7046"/>
                </a:cubicBezTo>
                <a:cubicBezTo>
                  <a:pt x="32637" y="6911"/>
                  <a:pt x="32774" y="6173"/>
                  <a:pt x="33048" y="4831"/>
                </a:cubicBezTo>
                <a:cubicBezTo>
                  <a:pt x="33869" y="2147"/>
                  <a:pt x="34485" y="671"/>
                  <a:pt x="34895" y="403"/>
                </a:cubicBezTo>
                <a:cubicBezTo>
                  <a:pt x="35306" y="134"/>
                  <a:pt x="48580" y="0"/>
                  <a:pt x="74717" y="0"/>
                </a:cubicBezTo>
                <a:cubicBezTo>
                  <a:pt x="100717" y="134"/>
                  <a:pt x="114607" y="336"/>
                  <a:pt x="116386" y="604"/>
                </a:cubicBezTo>
                <a:cubicBezTo>
                  <a:pt x="125144" y="2080"/>
                  <a:pt x="132465" y="5368"/>
                  <a:pt x="138349" y="10468"/>
                </a:cubicBezTo>
                <a:cubicBezTo>
                  <a:pt x="144234" y="15568"/>
                  <a:pt x="147244" y="22345"/>
                  <a:pt x="147381" y="30800"/>
                </a:cubicBezTo>
                <a:cubicBezTo>
                  <a:pt x="147381" y="41133"/>
                  <a:pt x="142865" y="50595"/>
                  <a:pt x="133833" y="59184"/>
                </a:cubicBezTo>
                <a:cubicBezTo>
                  <a:pt x="124391" y="68310"/>
                  <a:pt x="112212" y="74081"/>
                  <a:pt x="97296" y="76496"/>
                </a:cubicBezTo>
                <a:cubicBezTo>
                  <a:pt x="96338" y="76630"/>
                  <a:pt x="89154" y="76765"/>
                  <a:pt x="75743" y="76899"/>
                </a:cubicBezTo>
                <a:lnTo>
                  <a:pt x="56243" y="76899"/>
                </a:lnTo>
                <a:lnTo>
                  <a:pt x="50085" y="100854"/>
                </a:lnTo>
                <a:cubicBezTo>
                  <a:pt x="45980" y="116422"/>
                  <a:pt x="43927" y="124675"/>
                  <a:pt x="43927" y="125615"/>
                </a:cubicBezTo>
                <a:cubicBezTo>
                  <a:pt x="43927" y="126152"/>
                  <a:pt x="43995" y="126487"/>
                  <a:pt x="44132" y="126621"/>
                </a:cubicBezTo>
                <a:cubicBezTo>
                  <a:pt x="44269" y="126756"/>
                  <a:pt x="44748" y="127024"/>
                  <a:pt x="45569" y="127427"/>
                </a:cubicBezTo>
                <a:cubicBezTo>
                  <a:pt x="46390" y="127829"/>
                  <a:pt x="47553" y="127963"/>
                  <a:pt x="49059" y="127829"/>
                </a:cubicBezTo>
                <a:cubicBezTo>
                  <a:pt x="50564" y="127695"/>
                  <a:pt x="52822" y="127829"/>
                  <a:pt x="55832" y="128232"/>
                </a:cubicBezTo>
                <a:lnTo>
                  <a:pt x="62196" y="128232"/>
                </a:lnTo>
                <a:cubicBezTo>
                  <a:pt x="63017" y="129440"/>
                  <a:pt x="63427" y="130178"/>
                  <a:pt x="63427" y="130446"/>
                </a:cubicBezTo>
                <a:cubicBezTo>
                  <a:pt x="63427" y="132593"/>
                  <a:pt x="62948" y="134607"/>
                  <a:pt x="61990" y="136485"/>
                </a:cubicBezTo>
                <a:cubicBezTo>
                  <a:pt x="61306" y="137156"/>
                  <a:pt x="60211" y="137492"/>
                  <a:pt x="58706" y="137492"/>
                </a:cubicBezTo>
                <a:cubicBezTo>
                  <a:pt x="58296" y="137492"/>
                  <a:pt x="55764" y="137425"/>
                  <a:pt x="51111" y="137291"/>
                </a:cubicBezTo>
                <a:cubicBezTo>
                  <a:pt x="46459" y="137156"/>
                  <a:pt x="39616" y="137089"/>
                  <a:pt x="30585" y="137089"/>
                </a:cubicBezTo>
                <a:cubicBezTo>
                  <a:pt x="22100" y="137089"/>
                  <a:pt x="15600" y="137089"/>
                  <a:pt x="11084" y="137089"/>
                </a:cubicBezTo>
                <a:cubicBezTo>
                  <a:pt x="6569" y="137089"/>
                  <a:pt x="4105" y="137156"/>
                  <a:pt x="3695" y="137291"/>
                </a:cubicBezTo>
                <a:cubicBezTo>
                  <a:pt x="1232" y="137291"/>
                  <a:pt x="0" y="136620"/>
                  <a:pt x="0" y="135278"/>
                </a:cubicBezTo>
                <a:cubicBezTo>
                  <a:pt x="0" y="135009"/>
                  <a:pt x="205" y="134070"/>
                  <a:pt x="616" y="132459"/>
                </a:cubicBezTo>
                <a:cubicBezTo>
                  <a:pt x="1163" y="130312"/>
                  <a:pt x="1711" y="129104"/>
                  <a:pt x="2258" y="128836"/>
                </a:cubicBezTo>
                <a:cubicBezTo>
                  <a:pt x="2805" y="128567"/>
                  <a:pt x="4379" y="128366"/>
                  <a:pt x="6979" y="128232"/>
                </a:cubicBezTo>
                <a:cubicBezTo>
                  <a:pt x="10674" y="128232"/>
                  <a:pt x="14779" y="128031"/>
                  <a:pt x="19295" y="127628"/>
                </a:cubicBezTo>
                <a:cubicBezTo>
                  <a:pt x="21211" y="127225"/>
                  <a:pt x="22511" y="126420"/>
                  <a:pt x="23195" y="125212"/>
                </a:cubicBezTo>
                <a:cubicBezTo>
                  <a:pt x="23606" y="124675"/>
                  <a:pt x="28532" y="106021"/>
                  <a:pt x="37974" y="69249"/>
                </a:cubicBezTo>
                <a:cubicBezTo>
                  <a:pt x="47416" y="32477"/>
                  <a:pt x="52138" y="13085"/>
                  <a:pt x="52138" y="11072"/>
                </a:cubicBezTo>
                <a:close/>
                <a:moveTo>
                  <a:pt x="125623" y="25968"/>
                </a:moveTo>
                <a:cubicBezTo>
                  <a:pt x="125623" y="24224"/>
                  <a:pt x="125486" y="22815"/>
                  <a:pt x="125212" y="21741"/>
                </a:cubicBezTo>
                <a:cubicBezTo>
                  <a:pt x="124939" y="20667"/>
                  <a:pt x="124323" y="19191"/>
                  <a:pt x="123365" y="17312"/>
                </a:cubicBezTo>
                <a:cubicBezTo>
                  <a:pt x="122407" y="15433"/>
                  <a:pt x="120696" y="13957"/>
                  <a:pt x="118233" y="12884"/>
                </a:cubicBezTo>
                <a:cubicBezTo>
                  <a:pt x="115770" y="11810"/>
                  <a:pt x="112417" y="10736"/>
                  <a:pt x="108175" y="9663"/>
                </a:cubicBezTo>
                <a:cubicBezTo>
                  <a:pt x="107217" y="9528"/>
                  <a:pt x="101744" y="9394"/>
                  <a:pt x="91754" y="9260"/>
                </a:cubicBezTo>
                <a:cubicBezTo>
                  <a:pt x="89428" y="9260"/>
                  <a:pt x="87033" y="9260"/>
                  <a:pt x="84570" y="9260"/>
                </a:cubicBezTo>
                <a:cubicBezTo>
                  <a:pt x="82106" y="9260"/>
                  <a:pt x="80122" y="9327"/>
                  <a:pt x="78617" y="9461"/>
                </a:cubicBezTo>
                <a:cubicBezTo>
                  <a:pt x="77112" y="9596"/>
                  <a:pt x="76291" y="9596"/>
                  <a:pt x="76154" y="9461"/>
                </a:cubicBezTo>
                <a:cubicBezTo>
                  <a:pt x="74375" y="9596"/>
                  <a:pt x="73143" y="10200"/>
                  <a:pt x="72459" y="11273"/>
                </a:cubicBezTo>
                <a:cubicBezTo>
                  <a:pt x="72185" y="12078"/>
                  <a:pt x="70885" y="17245"/>
                  <a:pt x="68559" y="26774"/>
                </a:cubicBezTo>
                <a:cubicBezTo>
                  <a:pt x="66232" y="36302"/>
                  <a:pt x="63838" y="45562"/>
                  <a:pt x="61375" y="54554"/>
                </a:cubicBezTo>
                <a:cubicBezTo>
                  <a:pt x="58911" y="63546"/>
                  <a:pt x="57680" y="68108"/>
                  <a:pt x="57680" y="68243"/>
                </a:cubicBezTo>
                <a:cubicBezTo>
                  <a:pt x="57680" y="68511"/>
                  <a:pt x="63222" y="68645"/>
                  <a:pt x="74306" y="68645"/>
                </a:cubicBezTo>
                <a:lnTo>
                  <a:pt x="76769" y="68645"/>
                </a:lnTo>
                <a:lnTo>
                  <a:pt x="81491" y="68645"/>
                </a:lnTo>
                <a:cubicBezTo>
                  <a:pt x="96817" y="68645"/>
                  <a:pt x="107765" y="65290"/>
                  <a:pt x="114333" y="58580"/>
                </a:cubicBezTo>
                <a:cubicBezTo>
                  <a:pt x="118028" y="54956"/>
                  <a:pt x="120833" y="49655"/>
                  <a:pt x="122749" y="42677"/>
                </a:cubicBezTo>
                <a:cubicBezTo>
                  <a:pt x="124665" y="35698"/>
                  <a:pt x="125623" y="30129"/>
                  <a:pt x="125623" y="259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81ED6D-1F04-4471-860B-2B551294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6389" y="4806823"/>
            <a:ext cx="147381" cy="137492"/>
          </a:xfrm>
          <a:custGeom xmlns:a="http://schemas.openxmlformats.org/drawingml/2006/main">
            <a:pathLst>
              <a:path w="147381" h="137492" fill="none">
                <a:moveTo>
                  <a:pt x="52138" y="11072"/>
                </a:moveTo>
                <a:cubicBezTo>
                  <a:pt x="52138" y="10132"/>
                  <a:pt x="48238" y="9528"/>
                  <a:pt x="40437" y="9260"/>
                </a:cubicBezTo>
                <a:cubicBezTo>
                  <a:pt x="37153" y="9260"/>
                  <a:pt x="35032" y="9193"/>
                  <a:pt x="34074" y="9059"/>
                </a:cubicBezTo>
                <a:cubicBezTo>
                  <a:pt x="33116" y="8925"/>
                  <a:pt x="32637" y="8254"/>
                  <a:pt x="32637" y="7046"/>
                </a:cubicBezTo>
                <a:cubicBezTo>
                  <a:pt x="32637" y="6911"/>
                  <a:pt x="32774" y="6173"/>
                  <a:pt x="33048" y="4831"/>
                </a:cubicBezTo>
                <a:cubicBezTo>
                  <a:pt x="33869" y="2147"/>
                  <a:pt x="34485" y="671"/>
                  <a:pt x="34895" y="403"/>
                </a:cubicBezTo>
                <a:cubicBezTo>
                  <a:pt x="35306" y="134"/>
                  <a:pt x="48580" y="0"/>
                  <a:pt x="74717" y="0"/>
                </a:cubicBezTo>
                <a:cubicBezTo>
                  <a:pt x="100717" y="134"/>
                  <a:pt x="114607" y="336"/>
                  <a:pt x="116386" y="604"/>
                </a:cubicBezTo>
                <a:cubicBezTo>
                  <a:pt x="125144" y="2080"/>
                  <a:pt x="132465" y="5368"/>
                  <a:pt x="138349" y="10468"/>
                </a:cubicBezTo>
                <a:cubicBezTo>
                  <a:pt x="144234" y="15568"/>
                  <a:pt x="147244" y="22345"/>
                  <a:pt x="147381" y="30800"/>
                </a:cubicBezTo>
                <a:cubicBezTo>
                  <a:pt x="147381" y="41133"/>
                  <a:pt x="142865" y="50595"/>
                  <a:pt x="133833" y="59184"/>
                </a:cubicBezTo>
                <a:cubicBezTo>
                  <a:pt x="124391" y="68310"/>
                  <a:pt x="112212" y="74081"/>
                  <a:pt x="97296" y="76496"/>
                </a:cubicBezTo>
                <a:cubicBezTo>
                  <a:pt x="96338" y="76630"/>
                  <a:pt x="89154" y="76765"/>
                  <a:pt x="75743" y="76899"/>
                </a:cubicBezTo>
                <a:lnTo>
                  <a:pt x="56243" y="76899"/>
                </a:lnTo>
                <a:lnTo>
                  <a:pt x="50085" y="100854"/>
                </a:lnTo>
                <a:cubicBezTo>
                  <a:pt x="45980" y="116422"/>
                  <a:pt x="43927" y="124675"/>
                  <a:pt x="43927" y="125615"/>
                </a:cubicBezTo>
                <a:cubicBezTo>
                  <a:pt x="43927" y="126152"/>
                  <a:pt x="43995" y="126487"/>
                  <a:pt x="44132" y="126621"/>
                </a:cubicBezTo>
                <a:cubicBezTo>
                  <a:pt x="44269" y="126756"/>
                  <a:pt x="44748" y="127024"/>
                  <a:pt x="45569" y="127427"/>
                </a:cubicBezTo>
                <a:cubicBezTo>
                  <a:pt x="46390" y="127829"/>
                  <a:pt x="47553" y="127963"/>
                  <a:pt x="49059" y="127829"/>
                </a:cubicBezTo>
                <a:cubicBezTo>
                  <a:pt x="50564" y="127695"/>
                  <a:pt x="52822" y="127829"/>
                  <a:pt x="55832" y="128232"/>
                </a:cubicBezTo>
                <a:lnTo>
                  <a:pt x="62196" y="128232"/>
                </a:lnTo>
                <a:cubicBezTo>
                  <a:pt x="63017" y="129440"/>
                  <a:pt x="63427" y="130178"/>
                  <a:pt x="63427" y="130446"/>
                </a:cubicBezTo>
                <a:cubicBezTo>
                  <a:pt x="63427" y="132593"/>
                  <a:pt x="62948" y="134607"/>
                  <a:pt x="61990" y="136485"/>
                </a:cubicBezTo>
                <a:cubicBezTo>
                  <a:pt x="61306" y="137156"/>
                  <a:pt x="60211" y="137492"/>
                  <a:pt x="58706" y="137492"/>
                </a:cubicBezTo>
                <a:cubicBezTo>
                  <a:pt x="58296" y="137492"/>
                  <a:pt x="55764" y="137425"/>
                  <a:pt x="51111" y="137291"/>
                </a:cubicBezTo>
                <a:cubicBezTo>
                  <a:pt x="46459" y="137156"/>
                  <a:pt x="39616" y="137089"/>
                  <a:pt x="30585" y="137089"/>
                </a:cubicBezTo>
                <a:cubicBezTo>
                  <a:pt x="22100" y="137089"/>
                  <a:pt x="15600" y="137089"/>
                  <a:pt x="11084" y="137089"/>
                </a:cubicBezTo>
                <a:cubicBezTo>
                  <a:pt x="6569" y="137089"/>
                  <a:pt x="4105" y="137156"/>
                  <a:pt x="3695" y="137291"/>
                </a:cubicBezTo>
                <a:cubicBezTo>
                  <a:pt x="1232" y="137291"/>
                  <a:pt x="0" y="136620"/>
                  <a:pt x="0" y="135278"/>
                </a:cubicBezTo>
                <a:cubicBezTo>
                  <a:pt x="0" y="135009"/>
                  <a:pt x="205" y="134070"/>
                  <a:pt x="616" y="132459"/>
                </a:cubicBezTo>
                <a:cubicBezTo>
                  <a:pt x="1163" y="130312"/>
                  <a:pt x="1711" y="129104"/>
                  <a:pt x="2258" y="128836"/>
                </a:cubicBezTo>
                <a:cubicBezTo>
                  <a:pt x="2805" y="128567"/>
                  <a:pt x="4379" y="128366"/>
                  <a:pt x="6979" y="128232"/>
                </a:cubicBezTo>
                <a:cubicBezTo>
                  <a:pt x="10674" y="128232"/>
                  <a:pt x="14779" y="128031"/>
                  <a:pt x="19295" y="127628"/>
                </a:cubicBezTo>
                <a:cubicBezTo>
                  <a:pt x="21211" y="127225"/>
                  <a:pt x="22511" y="126420"/>
                  <a:pt x="23195" y="125212"/>
                </a:cubicBezTo>
                <a:cubicBezTo>
                  <a:pt x="23606" y="124675"/>
                  <a:pt x="28532" y="106021"/>
                  <a:pt x="37974" y="69249"/>
                </a:cubicBezTo>
                <a:cubicBezTo>
                  <a:pt x="47416" y="32477"/>
                  <a:pt x="52138" y="13085"/>
                  <a:pt x="52138" y="11072"/>
                </a:cubicBezTo>
                <a:close/>
                <a:moveTo>
                  <a:pt x="125623" y="25968"/>
                </a:moveTo>
                <a:cubicBezTo>
                  <a:pt x="125623" y="24224"/>
                  <a:pt x="125486" y="22815"/>
                  <a:pt x="125212" y="21741"/>
                </a:cubicBezTo>
                <a:cubicBezTo>
                  <a:pt x="124939" y="20667"/>
                  <a:pt x="124323" y="19191"/>
                  <a:pt x="123365" y="17312"/>
                </a:cubicBezTo>
                <a:cubicBezTo>
                  <a:pt x="122407" y="15433"/>
                  <a:pt x="120696" y="13957"/>
                  <a:pt x="118233" y="12884"/>
                </a:cubicBezTo>
                <a:cubicBezTo>
                  <a:pt x="115770" y="11810"/>
                  <a:pt x="112417" y="10736"/>
                  <a:pt x="108175" y="9663"/>
                </a:cubicBezTo>
                <a:cubicBezTo>
                  <a:pt x="107217" y="9528"/>
                  <a:pt x="101744" y="9394"/>
                  <a:pt x="91754" y="9260"/>
                </a:cubicBezTo>
                <a:cubicBezTo>
                  <a:pt x="89428" y="9260"/>
                  <a:pt x="87033" y="9260"/>
                  <a:pt x="84570" y="9260"/>
                </a:cubicBezTo>
                <a:cubicBezTo>
                  <a:pt x="82106" y="9260"/>
                  <a:pt x="80122" y="9327"/>
                  <a:pt x="78617" y="9461"/>
                </a:cubicBezTo>
                <a:cubicBezTo>
                  <a:pt x="77112" y="9596"/>
                  <a:pt x="76291" y="9596"/>
                  <a:pt x="76154" y="9461"/>
                </a:cubicBezTo>
                <a:cubicBezTo>
                  <a:pt x="74375" y="9596"/>
                  <a:pt x="73143" y="10200"/>
                  <a:pt x="72459" y="11273"/>
                </a:cubicBezTo>
                <a:cubicBezTo>
                  <a:pt x="72185" y="12078"/>
                  <a:pt x="70885" y="17245"/>
                  <a:pt x="68559" y="26774"/>
                </a:cubicBezTo>
                <a:cubicBezTo>
                  <a:pt x="66232" y="36302"/>
                  <a:pt x="63838" y="45562"/>
                  <a:pt x="61375" y="54554"/>
                </a:cubicBezTo>
                <a:cubicBezTo>
                  <a:pt x="58911" y="63546"/>
                  <a:pt x="57680" y="68108"/>
                  <a:pt x="57680" y="68243"/>
                </a:cubicBezTo>
                <a:cubicBezTo>
                  <a:pt x="57680" y="68511"/>
                  <a:pt x="63222" y="68645"/>
                  <a:pt x="74306" y="68645"/>
                </a:cubicBezTo>
                <a:lnTo>
                  <a:pt x="76769" y="68645"/>
                </a:lnTo>
                <a:lnTo>
                  <a:pt x="81491" y="68645"/>
                </a:lnTo>
                <a:cubicBezTo>
                  <a:pt x="96817" y="68645"/>
                  <a:pt x="107765" y="65290"/>
                  <a:pt x="114333" y="58580"/>
                </a:cubicBezTo>
                <a:cubicBezTo>
                  <a:pt x="118028" y="54956"/>
                  <a:pt x="120833" y="49655"/>
                  <a:pt x="122749" y="42677"/>
                </a:cubicBezTo>
                <a:cubicBezTo>
                  <a:pt x="124665" y="35698"/>
                  <a:pt x="125623" y="30129"/>
                  <a:pt x="125623" y="259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3" cap="flat">
            <a:solidFill>
              <a:srgbClr val="000000">
                <a:alpha val="12680"/>
              </a:srgbClr>
            </a:solidFill>
            <a:miter/>
          </a:ln>
        </p:spPr>
      </p:sp>
      <p:sp>
        <p:nvSpPr>
          <p:cNvPr id="7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7533C3-CFE5-4304-94AC-73FF015E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215" y="4879723"/>
            <a:ext cx="49922" cy="94787"/>
          </a:xfrm>
          <a:custGeom xmlns:a="http://schemas.openxmlformats.org/drawingml/2006/main">
            <a:pathLst>
              <a:path w="49922" h="94787">
                <a:moveTo>
                  <a:pt x="18866" y="12524"/>
                </a:moveTo>
                <a:lnTo>
                  <a:pt x="16979" y="13236"/>
                </a:lnTo>
                <a:cubicBezTo>
                  <a:pt x="15625" y="13710"/>
                  <a:pt x="13690" y="14185"/>
                  <a:pt x="11174" y="14659"/>
                </a:cubicBezTo>
                <a:cubicBezTo>
                  <a:pt x="8659" y="15134"/>
                  <a:pt x="5853" y="15466"/>
                  <a:pt x="2757" y="15656"/>
                </a:cubicBezTo>
                <a:lnTo>
                  <a:pt x="0" y="15656"/>
                </a:lnTo>
                <a:lnTo>
                  <a:pt x="0" y="9109"/>
                </a:lnTo>
                <a:lnTo>
                  <a:pt x="2757" y="9109"/>
                </a:lnTo>
                <a:cubicBezTo>
                  <a:pt x="7305" y="8919"/>
                  <a:pt x="11513" y="8207"/>
                  <a:pt x="15383" y="6974"/>
                </a:cubicBezTo>
                <a:cubicBezTo>
                  <a:pt x="19253" y="5740"/>
                  <a:pt x="21962" y="4602"/>
                  <a:pt x="23510" y="3558"/>
                </a:cubicBezTo>
                <a:cubicBezTo>
                  <a:pt x="25058" y="2514"/>
                  <a:pt x="26412" y="1471"/>
                  <a:pt x="27573" y="427"/>
                </a:cubicBezTo>
                <a:cubicBezTo>
                  <a:pt x="27767" y="142"/>
                  <a:pt x="28347" y="0"/>
                  <a:pt x="29315" y="0"/>
                </a:cubicBezTo>
                <a:cubicBezTo>
                  <a:pt x="30186" y="0"/>
                  <a:pt x="31008" y="285"/>
                  <a:pt x="31782" y="854"/>
                </a:cubicBezTo>
                <a:lnTo>
                  <a:pt x="31782" y="43409"/>
                </a:lnTo>
                <a:lnTo>
                  <a:pt x="31927" y="86106"/>
                </a:lnTo>
                <a:cubicBezTo>
                  <a:pt x="32604" y="86770"/>
                  <a:pt x="33185" y="87197"/>
                  <a:pt x="33669" y="87386"/>
                </a:cubicBezTo>
                <a:cubicBezTo>
                  <a:pt x="34152" y="87576"/>
                  <a:pt x="35313" y="87766"/>
                  <a:pt x="37152" y="87956"/>
                </a:cubicBezTo>
                <a:cubicBezTo>
                  <a:pt x="38990" y="88146"/>
                  <a:pt x="41989" y="88240"/>
                  <a:pt x="46149" y="88240"/>
                </a:cubicBezTo>
                <a:lnTo>
                  <a:pt x="49922" y="88240"/>
                </a:lnTo>
                <a:lnTo>
                  <a:pt x="49922" y="94787"/>
                </a:lnTo>
                <a:lnTo>
                  <a:pt x="48326" y="94787"/>
                </a:lnTo>
                <a:cubicBezTo>
                  <a:pt x="46294" y="94503"/>
                  <a:pt x="38603" y="94360"/>
                  <a:pt x="25251" y="94360"/>
                </a:cubicBezTo>
                <a:cubicBezTo>
                  <a:pt x="12094" y="94360"/>
                  <a:pt x="4499" y="94503"/>
                  <a:pt x="2467" y="94787"/>
                </a:cubicBezTo>
                <a:lnTo>
                  <a:pt x="726" y="94787"/>
                </a:lnTo>
                <a:lnTo>
                  <a:pt x="726" y="88240"/>
                </a:lnTo>
                <a:lnTo>
                  <a:pt x="4499" y="88240"/>
                </a:lnTo>
                <a:cubicBezTo>
                  <a:pt x="6627" y="88240"/>
                  <a:pt x="8466" y="88240"/>
                  <a:pt x="10013" y="88240"/>
                </a:cubicBezTo>
                <a:cubicBezTo>
                  <a:pt x="11561" y="88240"/>
                  <a:pt x="12771" y="88193"/>
                  <a:pt x="13642" y="88098"/>
                </a:cubicBezTo>
                <a:cubicBezTo>
                  <a:pt x="14512" y="88003"/>
                  <a:pt x="15286" y="87861"/>
                  <a:pt x="15964" y="87671"/>
                </a:cubicBezTo>
                <a:cubicBezTo>
                  <a:pt x="16641" y="87481"/>
                  <a:pt x="17028" y="87386"/>
                  <a:pt x="17125" y="87386"/>
                </a:cubicBezTo>
                <a:cubicBezTo>
                  <a:pt x="17221" y="87386"/>
                  <a:pt x="17512" y="87149"/>
                  <a:pt x="17995" y="86675"/>
                </a:cubicBezTo>
                <a:cubicBezTo>
                  <a:pt x="18479" y="86200"/>
                  <a:pt x="18769" y="86011"/>
                  <a:pt x="18866" y="86106"/>
                </a:cubicBezTo>
                <a:lnTo>
                  <a:pt x="18866" y="125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6D208C-2839-4C51-903B-B3B4AEC8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215" y="4879723"/>
            <a:ext cx="49922" cy="94787"/>
          </a:xfrm>
          <a:custGeom xmlns:a="http://schemas.openxmlformats.org/drawingml/2006/main">
            <a:pathLst>
              <a:path w="49922" h="94787" fill="none">
                <a:moveTo>
                  <a:pt x="18866" y="12524"/>
                </a:moveTo>
                <a:lnTo>
                  <a:pt x="16979" y="13236"/>
                </a:lnTo>
                <a:cubicBezTo>
                  <a:pt x="15625" y="13710"/>
                  <a:pt x="13690" y="14185"/>
                  <a:pt x="11174" y="14659"/>
                </a:cubicBezTo>
                <a:cubicBezTo>
                  <a:pt x="8659" y="15134"/>
                  <a:pt x="5853" y="15466"/>
                  <a:pt x="2757" y="15656"/>
                </a:cubicBezTo>
                <a:lnTo>
                  <a:pt x="0" y="15656"/>
                </a:lnTo>
                <a:lnTo>
                  <a:pt x="0" y="9109"/>
                </a:lnTo>
                <a:lnTo>
                  <a:pt x="2757" y="9109"/>
                </a:lnTo>
                <a:cubicBezTo>
                  <a:pt x="7305" y="8919"/>
                  <a:pt x="11513" y="8207"/>
                  <a:pt x="15383" y="6974"/>
                </a:cubicBezTo>
                <a:cubicBezTo>
                  <a:pt x="19253" y="5740"/>
                  <a:pt x="21962" y="4602"/>
                  <a:pt x="23510" y="3558"/>
                </a:cubicBezTo>
                <a:cubicBezTo>
                  <a:pt x="25058" y="2514"/>
                  <a:pt x="26412" y="1471"/>
                  <a:pt x="27573" y="427"/>
                </a:cubicBezTo>
                <a:cubicBezTo>
                  <a:pt x="27767" y="142"/>
                  <a:pt x="28347" y="0"/>
                  <a:pt x="29315" y="0"/>
                </a:cubicBezTo>
                <a:cubicBezTo>
                  <a:pt x="30186" y="0"/>
                  <a:pt x="31008" y="285"/>
                  <a:pt x="31782" y="854"/>
                </a:cubicBezTo>
                <a:lnTo>
                  <a:pt x="31782" y="43409"/>
                </a:lnTo>
                <a:lnTo>
                  <a:pt x="31927" y="86106"/>
                </a:lnTo>
                <a:cubicBezTo>
                  <a:pt x="32604" y="86770"/>
                  <a:pt x="33185" y="87197"/>
                  <a:pt x="33669" y="87386"/>
                </a:cubicBezTo>
                <a:cubicBezTo>
                  <a:pt x="34152" y="87576"/>
                  <a:pt x="35313" y="87766"/>
                  <a:pt x="37152" y="87956"/>
                </a:cubicBezTo>
                <a:cubicBezTo>
                  <a:pt x="38990" y="88146"/>
                  <a:pt x="41989" y="88240"/>
                  <a:pt x="46149" y="88240"/>
                </a:cubicBezTo>
                <a:lnTo>
                  <a:pt x="49922" y="88240"/>
                </a:lnTo>
                <a:lnTo>
                  <a:pt x="49922" y="94787"/>
                </a:lnTo>
                <a:lnTo>
                  <a:pt x="48326" y="94787"/>
                </a:lnTo>
                <a:cubicBezTo>
                  <a:pt x="46294" y="94503"/>
                  <a:pt x="38603" y="94360"/>
                  <a:pt x="25251" y="94360"/>
                </a:cubicBezTo>
                <a:cubicBezTo>
                  <a:pt x="12094" y="94360"/>
                  <a:pt x="4499" y="94503"/>
                  <a:pt x="2467" y="94787"/>
                </a:cubicBezTo>
                <a:lnTo>
                  <a:pt x="726" y="94787"/>
                </a:lnTo>
                <a:lnTo>
                  <a:pt x="726" y="88240"/>
                </a:lnTo>
                <a:lnTo>
                  <a:pt x="4499" y="88240"/>
                </a:lnTo>
                <a:cubicBezTo>
                  <a:pt x="6627" y="88240"/>
                  <a:pt x="8466" y="88240"/>
                  <a:pt x="10013" y="88240"/>
                </a:cubicBezTo>
                <a:cubicBezTo>
                  <a:pt x="11561" y="88240"/>
                  <a:pt x="12771" y="88193"/>
                  <a:pt x="13642" y="88098"/>
                </a:cubicBezTo>
                <a:cubicBezTo>
                  <a:pt x="14512" y="88003"/>
                  <a:pt x="15286" y="87861"/>
                  <a:pt x="15964" y="87671"/>
                </a:cubicBezTo>
                <a:cubicBezTo>
                  <a:pt x="16641" y="87481"/>
                  <a:pt x="17028" y="87386"/>
                  <a:pt x="17125" y="87386"/>
                </a:cubicBezTo>
                <a:cubicBezTo>
                  <a:pt x="17221" y="87386"/>
                  <a:pt x="17512" y="87149"/>
                  <a:pt x="17995" y="86675"/>
                </a:cubicBezTo>
                <a:cubicBezTo>
                  <a:pt x="18479" y="86200"/>
                  <a:pt x="18769" y="86011"/>
                  <a:pt x="18866" y="86106"/>
                </a:cubicBezTo>
                <a:lnTo>
                  <a:pt x="18866" y="1252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4" cap="flat">
            <a:solidFill>
              <a:srgbClr val="000000">
                <a:alpha val="8960"/>
              </a:srgbClr>
            </a:solidFill>
            <a:miter/>
          </a:ln>
        </p:spPr>
      </p:sp>
      <p:sp>
        <p:nvSpPr>
          <p:cNvPr id="7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3086C1-D656-463C-93C0-01B4B5AA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310" y="4793335"/>
            <a:ext cx="49059" cy="201306"/>
          </a:xfrm>
          <a:custGeom xmlns:a="http://schemas.openxmlformats.org/drawingml/2006/main">
            <a:pathLst>
              <a:path w="49059" h="201306">
                <a:moveTo>
                  <a:pt x="0" y="100653"/>
                </a:moveTo>
                <a:cubicBezTo>
                  <a:pt x="0" y="91393"/>
                  <a:pt x="684" y="82602"/>
                  <a:pt x="2053" y="74282"/>
                </a:cubicBezTo>
                <a:cubicBezTo>
                  <a:pt x="3421" y="65961"/>
                  <a:pt x="4995" y="58781"/>
                  <a:pt x="6774" y="52742"/>
                </a:cubicBezTo>
                <a:cubicBezTo>
                  <a:pt x="8553" y="46703"/>
                  <a:pt x="11084" y="40798"/>
                  <a:pt x="14369" y="35027"/>
                </a:cubicBezTo>
                <a:cubicBezTo>
                  <a:pt x="17653" y="29256"/>
                  <a:pt x="20253" y="24761"/>
                  <a:pt x="22169" y="21540"/>
                </a:cubicBezTo>
                <a:cubicBezTo>
                  <a:pt x="24085" y="18319"/>
                  <a:pt x="26958" y="14830"/>
                  <a:pt x="30790" y="11072"/>
                </a:cubicBezTo>
                <a:cubicBezTo>
                  <a:pt x="34622" y="7314"/>
                  <a:pt x="36879" y="5033"/>
                  <a:pt x="37564" y="4227"/>
                </a:cubicBezTo>
                <a:cubicBezTo>
                  <a:pt x="38248" y="3422"/>
                  <a:pt x="39958" y="2013"/>
                  <a:pt x="42695" y="0"/>
                </a:cubicBezTo>
                <a:lnTo>
                  <a:pt x="45364" y="0"/>
                </a:lnTo>
                <a:lnTo>
                  <a:pt x="46185" y="0"/>
                </a:lnTo>
                <a:cubicBezTo>
                  <a:pt x="48101" y="0"/>
                  <a:pt x="49059" y="604"/>
                  <a:pt x="49059" y="1812"/>
                </a:cubicBezTo>
                <a:cubicBezTo>
                  <a:pt x="49059" y="2214"/>
                  <a:pt x="47895" y="3624"/>
                  <a:pt x="45569" y="6039"/>
                </a:cubicBezTo>
                <a:cubicBezTo>
                  <a:pt x="43243" y="8455"/>
                  <a:pt x="40437" y="12011"/>
                  <a:pt x="37153" y="16708"/>
                </a:cubicBezTo>
                <a:cubicBezTo>
                  <a:pt x="33869" y="21406"/>
                  <a:pt x="30516" y="27176"/>
                  <a:pt x="27095" y="34021"/>
                </a:cubicBezTo>
                <a:cubicBezTo>
                  <a:pt x="23674" y="40865"/>
                  <a:pt x="20800" y="50125"/>
                  <a:pt x="18474" y="61801"/>
                </a:cubicBezTo>
                <a:cubicBezTo>
                  <a:pt x="16148" y="73477"/>
                  <a:pt x="14984" y="86427"/>
                  <a:pt x="14984" y="100653"/>
                </a:cubicBezTo>
                <a:cubicBezTo>
                  <a:pt x="14984" y="114879"/>
                  <a:pt x="16148" y="127762"/>
                  <a:pt x="18474" y="139304"/>
                </a:cubicBezTo>
                <a:cubicBezTo>
                  <a:pt x="20800" y="150845"/>
                  <a:pt x="23606" y="160172"/>
                  <a:pt x="26890" y="167285"/>
                </a:cubicBezTo>
                <a:cubicBezTo>
                  <a:pt x="30174" y="174398"/>
                  <a:pt x="33527" y="180169"/>
                  <a:pt x="36948" y="184597"/>
                </a:cubicBezTo>
                <a:cubicBezTo>
                  <a:pt x="40369" y="189026"/>
                  <a:pt x="43243" y="192583"/>
                  <a:pt x="45569" y="195267"/>
                </a:cubicBezTo>
                <a:cubicBezTo>
                  <a:pt x="47895" y="197951"/>
                  <a:pt x="49059" y="199360"/>
                  <a:pt x="49059" y="199494"/>
                </a:cubicBezTo>
                <a:cubicBezTo>
                  <a:pt x="49059" y="200702"/>
                  <a:pt x="48032" y="201306"/>
                  <a:pt x="45980" y="201306"/>
                </a:cubicBezTo>
                <a:lnTo>
                  <a:pt x="45364" y="201306"/>
                </a:lnTo>
                <a:lnTo>
                  <a:pt x="42695" y="201306"/>
                </a:lnTo>
                <a:lnTo>
                  <a:pt x="36948" y="196474"/>
                </a:lnTo>
                <a:cubicBezTo>
                  <a:pt x="24085" y="185067"/>
                  <a:pt x="14711" y="170842"/>
                  <a:pt x="8826" y="153798"/>
                </a:cubicBezTo>
                <a:cubicBezTo>
                  <a:pt x="2942" y="136754"/>
                  <a:pt x="0" y="119039"/>
                  <a:pt x="0" y="1006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879A27-3651-4953-98F8-91D52620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310" y="4793335"/>
            <a:ext cx="49059" cy="201306"/>
          </a:xfrm>
          <a:custGeom xmlns:a="http://schemas.openxmlformats.org/drawingml/2006/main">
            <a:pathLst>
              <a:path w="49059" h="201306" fill="none">
                <a:moveTo>
                  <a:pt x="0" y="100653"/>
                </a:moveTo>
                <a:cubicBezTo>
                  <a:pt x="0" y="91393"/>
                  <a:pt x="684" y="82602"/>
                  <a:pt x="2053" y="74282"/>
                </a:cubicBezTo>
                <a:cubicBezTo>
                  <a:pt x="3421" y="65961"/>
                  <a:pt x="4995" y="58781"/>
                  <a:pt x="6774" y="52742"/>
                </a:cubicBezTo>
                <a:cubicBezTo>
                  <a:pt x="8553" y="46703"/>
                  <a:pt x="11084" y="40798"/>
                  <a:pt x="14369" y="35027"/>
                </a:cubicBezTo>
                <a:cubicBezTo>
                  <a:pt x="17653" y="29256"/>
                  <a:pt x="20253" y="24761"/>
                  <a:pt x="22169" y="21540"/>
                </a:cubicBezTo>
                <a:cubicBezTo>
                  <a:pt x="24085" y="18319"/>
                  <a:pt x="26958" y="14830"/>
                  <a:pt x="30790" y="11072"/>
                </a:cubicBezTo>
                <a:cubicBezTo>
                  <a:pt x="34622" y="7314"/>
                  <a:pt x="36879" y="5033"/>
                  <a:pt x="37564" y="4227"/>
                </a:cubicBezTo>
                <a:cubicBezTo>
                  <a:pt x="38248" y="3422"/>
                  <a:pt x="39958" y="2013"/>
                  <a:pt x="42695" y="0"/>
                </a:cubicBezTo>
                <a:lnTo>
                  <a:pt x="45364" y="0"/>
                </a:lnTo>
                <a:lnTo>
                  <a:pt x="46185" y="0"/>
                </a:lnTo>
                <a:cubicBezTo>
                  <a:pt x="48101" y="0"/>
                  <a:pt x="49059" y="604"/>
                  <a:pt x="49059" y="1812"/>
                </a:cubicBezTo>
                <a:cubicBezTo>
                  <a:pt x="49059" y="2214"/>
                  <a:pt x="47895" y="3624"/>
                  <a:pt x="45569" y="6039"/>
                </a:cubicBezTo>
                <a:cubicBezTo>
                  <a:pt x="43243" y="8455"/>
                  <a:pt x="40437" y="12011"/>
                  <a:pt x="37153" y="16708"/>
                </a:cubicBezTo>
                <a:cubicBezTo>
                  <a:pt x="33869" y="21406"/>
                  <a:pt x="30516" y="27176"/>
                  <a:pt x="27095" y="34021"/>
                </a:cubicBezTo>
                <a:cubicBezTo>
                  <a:pt x="23674" y="40865"/>
                  <a:pt x="20800" y="50125"/>
                  <a:pt x="18474" y="61801"/>
                </a:cubicBezTo>
                <a:cubicBezTo>
                  <a:pt x="16148" y="73477"/>
                  <a:pt x="14984" y="86427"/>
                  <a:pt x="14984" y="100653"/>
                </a:cubicBezTo>
                <a:cubicBezTo>
                  <a:pt x="14984" y="114879"/>
                  <a:pt x="16148" y="127762"/>
                  <a:pt x="18474" y="139304"/>
                </a:cubicBezTo>
                <a:cubicBezTo>
                  <a:pt x="20800" y="150845"/>
                  <a:pt x="23606" y="160172"/>
                  <a:pt x="26890" y="167285"/>
                </a:cubicBezTo>
                <a:cubicBezTo>
                  <a:pt x="30174" y="174398"/>
                  <a:pt x="33527" y="180169"/>
                  <a:pt x="36948" y="184597"/>
                </a:cubicBezTo>
                <a:cubicBezTo>
                  <a:pt x="40369" y="189026"/>
                  <a:pt x="43243" y="192583"/>
                  <a:pt x="45569" y="195267"/>
                </a:cubicBezTo>
                <a:cubicBezTo>
                  <a:pt x="47895" y="197951"/>
                  <a:pt x="49059" y="199360"/>
                  <a:pt x="49059" y="199494"/>
                </a:cubicBezTo>
                <a:cubicBezTo>
                  <a:pt x="49059" y="200702"/>
                  <a:pt x="48032" y="201306"/>
                  <a:pt x="45980" y="201306"/>
                </a:cubicBezTo>
                <a:lnTo>
                  <a:pt x="45364" y="201306"/>
                </a:lnTo>
                <a:lnTo>
                  <a:pt x="42695" y="201306"/>
                </a:lnTo>
                <a:lnTo>
                  <a:pt x="36948" y="196474"/>
                </a:lnTo>
                <a:cubicBezTo>
                  <a:pt x="24085" y="185067"/>
                  <a:pt x="14711" y="170842"/>
                  <a:pt x="8826" y="153798"/>
                </a:cubicBezTo>
                <a:cubicBezTo>
                  <a:pt x="2942" y="136754"/>
                  <a:pt x="0" y="119039"/>
                  <a:pt x="0" y="10065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3" cap="flat">
            <a:solidFill>
              <a:srgbClr val="000000">
                <a:alpha val="12680"/>
              </a:srgbClr>
            </a:solidFill>
            <a:miter/>
          </a:ln>
        </p:spPr>
      </p:sp>
      <p:sp>
        <p:nvSpPr>
          <p:cNvPr id="7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A81F0A-DCAD-4BFF-83FC-E284D2BF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1128" y="4802394"/>
            <a:ext cx="145739" cy="146349"/>
          </a:xfrm>
          <a:custGeom xmlns:a="http://schemas.openxmlformats.org/drawingml/2006/main">
            <a:pathLst>
              <a:path w="145739" h="146349">
                <a:moveTo>
                  <a:pt x="0" y="91192"/>
                </a:moveTo>
                <a:cubicBezTo>
                  <a:pt x="0" y="75758"/>
                  <a:pt x="4584" y="60929"/>
                  <a:pt x="13753" y="46703"/>
                </a:cubicBezTo>
                <a:cubicBezTo>
                  <a:pt x="22921" y="32477"/>
                  <a:pt x="34485" y="21204"/>
                  <a:pt x="48443" y="12884"/>
                </a:cubicBezTo>
                <a:cubicBezTo>
                  <a:pt x="62401" y="4563"/>
                  <a:pt x="76359" y="336"/>
                  <a:pt x="90317" y="201"/>
                </a:cubicBezTo>
                <a:cubicBezTo>
                  <a:pt x="102633" y="201"/>
                  <a:pt x="112417" y="3624"/>
                  <a:pt x="119670" y="10468"/>
                </a:cubicBezTo>
                <a:cubicBezTo>
                  <a:pt x="120902" y="11810"/>
                  <a:pt x="121928" y="12951"/>
                  <a:pt x="122749" y="13890"/>
                </a:cubicBezTo>
                <a:cubicBezTo>
                  <a:pt x="123570" y="14830"/>
                  <a:pt x="124118" y="15501"/>
                  <a:pt x="124391" y="15903"/>
                </a:cubicBezTo>
                <a:lnTo>
                  <a:pt x="124596" y="16507"/>
                </a:lnTo>
                <a:cubicBezTo>
                  <a:pt x="125007" y="16507"/>
                  <a:pt x="126854" y="14762"/>
                  <a:pt x="130139" y="11273"/>
                </a:cubicBezTo>
                <a:cubicBezTo>
                  <a:pt x="131097" y="10468"/>
                  <a:pt x="132123" y="9528"/>
                  <a:pt x="133218" y="8455"/>
                </a:cubicBezTo>
                <a:cubicBezTo>
                  <a:pt x="134312" y="7381"/>
                  <a:pt x="135407" y="6308"/>
                  <a:pt x="136502" y="5234"/>
                </a:cubicBezTo>
                <a:cubicBezTo>
                  <a:pt x="137597" y="4160"/>
                  <a:pt x="138281" y="3422"/>
                  <a:pt x="138555" y="3020"/>
                </a:cubicBezTo>
                <a:lnTo>
                  <a:pt x="141634" y="0"/>
                </a:lnTo>
                <a:lnTo>
                  <a:pt x="142865" y="0"/>
                </a:lnTo>
                <a:cubicBezTo>
                  <a:pt x="144781" y="0"/>
                  <a:pt x="145739" y="470"/>
                  <a:pt x="145739" y="1409"/>
                </a:cubicBezTo>
                <a:cubicBezTo>
                  <a:pt x="145739" y="1946"/>
                  <a:pt x="143549" y="11139"/>
                  <a:pt x="139170" y="28988"/>
                </a:cubicBezTo>
                <a:cubicBezTo>
                  <a:pt x="134244" y="47642"/>
                  <a:pt x="131781" y="57037"/>
                  <a:pt x="131781" y="57171"/>
                </a:cubicBezTo>
                <a:cubicBezTo>
                  <a:pt x="131507" y="57842"/>
                  <a:pt x="131165" y="58244"/>
                  <a:pt x="130754" y="58379"/>
                </a:cubicBezTo>
                <a:cubicBezTo>
                  <a:pt x="130344" y="58513"/>
                  <a:pt x="129112" y="58647"/>
                  <a:pt x="127060" y="58781"/>
                </a:cubicBezTo>
                <a:lnTo>
                  <a:pt x="123775" y="58781"/>
                </a:lnTo>
                <a:cubicBezTo>
                  <a:pt x="122954" y="57976"/>
                  <a:pt x="122544" y="57372"/>
                  <a:pt x="122544" y="56970"/>
                </a:cubicBezTo>
                <a:cubicBezTo>
                  <a:pt x="122544" y="56835"/>
                  <a:pt x="122612" y="56366"/>
                  <a:pt x="122749" y="55560"/>
                </a:cubicBezTo>
                <a:cubicBezTo>
                  <a:pt x="122886" y="54755"/>
                  <a:pt x="123023" y="53413"/>
                  <a:pt x="123160" y="51534"/>
                </a:cubicBezTo>
                <a:cubicBezTo>
                  <a:pt x="123296" y="49655"/>
                  <a:pt x="123365" y="47508"/>
                  <a:pt x="123365" y="45093"/>
                </a:cubicBezTo>
                <a:cubicBezTo>
                  <a:pt x="123365" y="35564"/>
                  <a:pt x="121175" y="27243"/>
                  <a:pt x="116796" y="20131"/>
                </a:cubicBezTo>
                <a:cubicBezTo>
                  <a:pt x="112417" y="13018"/>
                  <a:pt x="104959" y="9394"/>
                  <a:pt x="94422" y="9260"/>
                </a:cubicBezTo>
                <a:cubicBezTo>
                  <a:pt x="91959" y="9260"/>
                  <a:pt x="89291" y="9461"/>
                  <a:pt x="86417" y="9864"/>
                </a:cubicBezTo>
                <a:cubicBezTo>
                  <a:pt x="83543" y="10267"/>
                  <a:pt x="79917" y="11139"/>
                  <a:pt x="75538" y="12481"/>
                </a:cubicBezTo>
                <a:cubicBezTo>
                  <a:pt x="71159" y="13823"/>
                  <a:pt x="66985" y="15702"/>
                  <a:pt x="63017" y="18118"/>
                </a:cubicBezTo>
                <a:cubicBezTo>
                  <a:pt x="59048" y="20533"/>
                  <a:pt x="54738" y="23754"/>
                  <a:pt x="50085" y="27780"/>
                </a:cubicBezTo>
                <a:cubicBezTo>
                  <a:pt x="45432" y="31806"/>
                  <a:pt x="41464" y="36571"/>
                  <a:pt x="38179" y="42073"/>
                </a:cubicBezTo>
                <a:cubicBezTo>
                  <a:pt x="34895" y="47575"/>
                  <a:pt x="31679" y="54420"/>
                  <a:pt x="28532" y="62606"/>
                </a:cubicBezTo>
                <a:cubicBezTo>
                  <a:pt x="25385" y="70793"/>
                  <a:pt x="23263" y="79784"/>
                  <a:pt x="22169" y="89581"/>
                </a:cubicBezTo>
                <a:cubicBezTo>
                  <a:pt x="21895" y="91997"/>
                  <a:pt x="21758" y="94614"/>
                  <a:pt x="21758" y="97432"/>
                </a:cubicBezTo>
                <a:cubicBezTo>
                  <a:pt x="21758" y="103874"/>
                  <a:pt x="22716" y="109577"/>
                  <a:pt x="24632" y="114543"/>
                </a:cubicBezTo>
                <a:cubicBezTo>
                  <a:pt x="26548" y="119509"/>
                  <a:pt x="29011" y="123333"/>
                  <a:pt x="32021" y="126017"/>
                </a:cubicBezTo>
                <a:cubicBezTo>
                  <a:pt x="35032" y="128702"/>
                  <a:pt x="38453" y="130983"/>
                  <a:pt x="42285" y="132862"/>
                </a:cubicBezTo>
                <a:cubicBezTo>
                  <a:pt x="46116" y="134741"/>
                  <a:pt x="49674" y="135881"/>
                  <a:pt x="52959" y="136284"/>
                </a:cubicBezTo>
                <a:cubicBezTo>
                  <a:pt x="56243" y="136687"/>
                  <a:pt x="59322" y="136955"/>
                  <a:pt x="62196" y="137089"/>
                </a:cubicBezTo>
                <a:cubicBezTo>
                  <a:pt x="69585" y="137089"/>
                  <a:pt x="76359" y="135546"/>
                  <a:pt x="82517" y="132459"/>
                </a:cubicBezTo>
                <a:cubicBezTo>
                  <a:pt x="88675" y="129373"/>
                  <a:pt x="92917" y="125414"/>
                  <a:pt x="95243" y="120582"/>
                </a:cubicBezTo>
                <a:cubicBezTo>
                  <a:pt x="95654" y="119509"/>
                  <a:pt x="96680" y="115818"/>
                  <a:pt x="98322" y="109510"/>
                </a:cubicBezTo>
                <a:cubicBezTo>
                  <a:pt x="99965" y="103203"/>
                  <a:pt x="100786" y="99646"/>
                  <a:pt x="100786" y="98841"/>
                </a:cubicBezTo>
                <a:cubicBezTo>
                  <a:pt x="100786" y="97768"/>
                  <a:pt x="99896" y="97097"/>
                  <a:pt x="98117" y="96828"/>
                </a:cubicBezTo>
                <a:cubicBezTo>
                  <a:pt x="96338" y="96560"/>
                  <a:pt x="92233" y="96358"/>
                  <a:pt x="85801" y="96224"/>
                </a:cubicBezTo>
                <a:lnTo>
                  <a:pt x="78206" y="96224"/>
                </a:lnTo>
                <a:cubicBezTo>
                  <a:pt x="77385" y="95419"/>
                  <a:pt x="76975" y="94882"/>
                  <a:pt x="76975" y="94614"/>
                </a:cubicBezTo>
                <a:cubicBezTo>
                  <a:pt x="76975" y="94345"/>
                  <a:pt x="77112" y="93070"/>
                  <a:pt x="77385" y="90789"/>
                </a:cubicBezTo>
                <a:cubicBezTo>
                  <a:pt x="77933" y="89044"/>
                  <a:pt x="78617" y="87769"/>
                  <a:pt x="79438" y="86964"/>
                </a:cubicBezTo>
                <a:lnTo>
                  <a:pt x="82927" y="86964"/>
                </a:lnTo>
                <a:cubicBezTo>
                  <a:pt x="88401" y="87233"/>
                  <a:pt x="97980" y="87367"/>
                  <a:pt x="111665" y="87367"/>
                </a:cubicBezTo>
                <a:cubicBezTo>
                  <a:pt x="117138" y="87367"/>
                  <a:pt x="121586" y="87367"/>
                  <a:pt x="125007" y="87367"/>
                </a:cubicBezTo>
                <a:cubicBezTo>
                  <a:pt x="128428" y="87367"/>
                  <a:pt x="130891" y="87300"/>
                  <a:pt x="132397" y="87165"/>
                </a:cubicBezTo>
                <a:cubicBezTo>
                  <a:pt x="133902" y="87031"/>
                  <a:pt x="134723" y="87031"/>
                  <a:pt x="134860" y="87165"/>
                </a:cubicBezTo>
                <a:cubicBezTo>
                  <a:pt x="136776" y="87165"/>
                  <a:pt x="137733" y="87769"/>
                  <a:pt x="137733" y="88977"/>
                </a:cubicBezTo>
                <a:cubicBezTo>
                  <a:pt x="137733" y="89246"/>
                  <a:pt x="137597" y="90185"/>
                  <a:pt x="137323" y="91795"/>
                </a:cubicBezTo>
                <a:cubicBezTo>
                  <a:pt x="136639" y="94345"/>
                  <a:pt x="135955" y="95754"/>
                  <a:pt x="135270" y="96023"/>
                </a:cubicBezTo>
                <a:cubicBezTo>
                  <a:pt x="134860" y="96157"/>
                  <a:pt x="133833" y="96224"/>
                  <a:pt x="132191" y="96224"/>
                </a:cubicBezTo>
                <a:cubicBezTo>
                  <a:pt x="129454" y="96224"/>
                  <a:pt x="126649" y="96425"/>
                  <a:pt x="123775" y="96828"/>
                </a:cubicBezTo>
                <a:cubicBezTo>
                  <a:pt x="122817" y="97231"/>
                  <a:pt x="122133" y="97835"/>
                  <a:pt x="121723" y="98640"/>
                </a:cubicBezTo>
                <a:cubicBezTo>
                  <a:pt x="121312" y="99445"/>
                  <a:pt x="120354" y="102867"/>
                  <a:pt x="118849" y="108906"/>
                </a:cubicBezTo>
                <a:cubicBezTo>
                  <a:pt x="117617" y="113335"/>
                  <a:pt x="116591" y="117093"/>
                  <a:pt x="115770" y="120180"/>
                </a:cubicBezTo>
                <a:cubicBezTo>
                  <a:pt x="112349" y="133868"/>
                  <a:pt x="110433" y="140914"/>
                  <a:pt x="110023" y="141317"/>
                </a:cubicBezTo>
                <a:cubicBezTo>
                  <a:pt x="109749" y="141585"/>
                  <a:pt x="109407" y="141719"/>
                  <a:pt x="108996" y="141719"/>
                </a:cubicBezTo>
                <a:cubicBezTo>
                  <a:pt x="107628" y="141719"/>
                  <a:pt x="105712" y="140377"/>
                  <a:pt x="103249" y="137693"/>
                </a:cubicBezTo>
                <a:cubicBezTo>
                  <a:pt x="100786" y="135009"/>
                  <a:pt x="99212" y="132929"/>
                  <a:pt x="98528" y="131453"/>
                </a:cubicBezTo>
                <a:cubicBezTo>
                  <a:pt x="98528" y="131319"/>
                  <a:pt x="98391" y="131319"/>
                  <a:pt x="98117" y="131453"/>
                </a:cubicBezTo>
                <a:cubicBezTo>
                  <a:pt x="97843" y="131587"/>
                  <a:pt x="97433" y="131922"/>
                  <a:pt x="96886" y="132459"/>
                </a:cubicBezTo>
                <a:cubicBezTo>
                  <a:pt x="86759" y="141719"/>
                  <a:pt x="73075" y="146349"/>
                  <a:pt x="55832" y="146349"/>
                </a:cubicBezTo>
                <a:cubicBezTo>
                  <a:pt x="39274" y="146349"/>
                  <a:pt x="25864" y="141182"/>
                  <a:pt x="15600" y="130849"/>
                </a:cubicBezTo>
                <a:cubicBezTo>
                  <a:pt x="5337" y="120515"/>
                  <a:pt x="137" y="107296"/>
                  <a:pt x="0" y="911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A62C4E-1E6A-4F9B-A97D-8A906EF7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1128" y="4802394"/>
            <a:ext cx="145739" cy="146349"/>
          </a:xfrm>
          <a:custGeom xmlns:a="http://schemas.openxmlformats.org/drawingml/2006/main">
            <a:pathLst>
              <a:path w="145739" h="146349" fill="none">
                <a:moveTo>
                  <a:pt x="0" y="91192"/>
                </a:moveTo>
                <a:cubicBezTo>
                  <a:pt x="0" y="75758"/>
                  <a:pt x="4584" y="60929"/>
                  <a:pt x="13753" y="46703"/>
                </a:cubicBezTo>
                <a:cubicBezTo>
                  <a:pt x="22921" y="32477"/>
                  <a:pt x="34485" y="21204"/>
                  <a:pt x="48443" y="12884"/>
                </a:cubicBezTo>
                <a:cubicBezTo>
                  <a:pt x="62401" y="4563"/>
                  <a:pt x="76359" y="336"/>
                  <a:pt x="90317" y="201"/>
                </a:cubicBezTo>
                <a:cubicBezTo>
                  <a:pt x="102633" y="201"/>
                  <a:pt x="112417" y="3624"/>
                  <a:pt x="119670" y="10468"/>
                </a:cubicBezTo>
                <a:cubicBezTo>
                  <a:pt x="120902" y="11810"/>
                  <a:pt x="121928" y="12951"/>
                  <a:pt x="122749" y="13890"/>
                </a:cubicBezTo>
                <a:cubicBezTo>
                  <a:pt x="123570" y="14830"/>
                  <a:pt x="124118" y="15501"/>
                  <a:pt x="124391" y="15903"/>
                </a:cubicBezTo>
                <a:lnTo>
                  <a:pt x="124596" y="16507"/>
                </a:lnTo>
                <a:cubicBezTo>
                  <a:pt x="125007" y="16507"/>
                  <a:pt x="126854" y="14762"/>
                  <a:pt x="130139" y="11273"/>
                </a:cubicBezTo>
                <a:cubicBezTo>
                  <a:pt x="131097" y="10468"/>
                  <a:pt x="132123" y="9528"/>
                  <a:pt x="133218" y="8455"/>
                </a:cubicBezTo>
                <a:cubicBezTo>
                  <a:pt x="134312" y="7381"/>
                  <a:pt x="135407" y="6308"/>
                  <a:pt x="136502" y="5234"/>
                </a:cubicBezTo>
                <a:cubicBezTo>
                  <a:pt x="137597" y="4160"/>
                  <a:pt x="138281" y="3422"/>
                  <a:pt x="138555" y="3020"/>
                </a:cubicBezTo>
                <a:lnTo>
                  <a:pt x="141634" y="0"/>
                </a:lnTo>
                <a:lnTo>
                  <a:pt x="142865" y="0"/>
                </a:lnTo>
                <a:cubicBezTo>
                  <a:pt x="144781" y="0"/>
                  <a:pt x="145739" y="470"/>
                  <a:pt x="145739" y="1409"/>
                </a:cubicBezTo>
                <a:cubicBezTo>
                  <a:pt x="145739" y="1946"/>
                  <a:pt x="143549" y="11139"/>
                  <a:pt x="139170" y="28988"/>
                </a:cubicBezTo>
                <a:cubicBezTo>
                  <a:pt x="134244" y="47642"/>
                  <a:pt x="131781" y="57037"/>
                  <a:pt x="131781" y="57171"/>
                </a:cubicBezTo>
                <a:cubicBezTo>
                  <a:pt x="131507" y="57842"/>
                  <a:pt x="131165" y="58244"/>
                  <a:pt x="130754" y="58379"/>
                </a:cubicBezTo>
                <a:cubicBezTo>
                  <a:pt x="130344" y="58513"/>
                  <a:pt x="129112" y="58647"/>
                  <a:pt x="127060" y="58781"/>
                </a:cubicBezTo>
                <a:lnTo>
                  <a:pt x="123775" y="58781"/>
                </a:lnTo>
                <a:cubicBezTo>
                  <a:pt x="122954" y="57976"/>
                  <a:pt x="122544" y="57372"/>
                  <a:pt x="122544" y="56970"/>
                </a:cubicBezTo>
                <a:cubicBezTo>
                  <a:pt x="122544" y="56835"/>
                  <a:pt x="122612" y="56366"/>
                  <a:pt x="122749" y="55560"/>
                </a:cubicBezTo>
                <a:cubicBezTo>
                  <a:pt x="122886" y="54755"/>
                  <a:pt x="123023" y="53413"/>
                  <a:pt x="123160" y="51534"/>
                </a:cubicBezTo>
                <a:cubicBezTo>
                  <a:pt x="123296" y="49655"/>
                  <a:pt x="123365" y="47508"/>
                  <a:pt x="123365" y="45093"/>
                </a:cubicBezTo>
                <a:cubicBezTo>
                  <a:pt x="123365" y="35564"/>
                  <a:pt x="121175" y="27243"/>
                  <a:pt x="116796" y="20131"/>
                </a:cubicBezTo>
                <a:cubicBezTo>
                  <a:pt x="112417" y="13018"/>
                  <a:pt x="104959" y="9394"/>
                  <a:pt x="94422" y="9260"/>
                </a:cubicBezTo>
                <a:cubicBezTo>
                  <a:pt x="91959" y="9260"/>
                  <a:pt x="89291" y="9461"/>
                  <a:pt x="86417" y="9864"/>
                </a:cubicBezTo>
                <a:cubicBezTo>
                  <a:pt x="83543" y="10267"/>
                  <a:pt x="79917" y="11139"/>
                  <a:pt x="75538" y="12481"/>
                </a:cubicBezTo>
                <a:cubicBezTo>
                  <a:pt x="71159" y="13823"/>
                  <a:pt x="66985" y="15702"/>
                  <a:pt x="63017" y="18118"/>
                </a:cubicBezTo>
                <a:cubicBezTo>
                  <a:pt x="59048" y="20533"/>
                  <a:pt x="54738" y="23754"/>
                  <a:pt x="50085" y="27780"/>
                </a:cubicBezTo>
                <a:cubicBezTo>
                  <a:pt x="45432" y="31806"/>
                  <a:pt x="41464" y="36571"/>
                  <a:pt x="38179" y="42073"/>
                </a:cubicBezTo>
                <a:cubicBezTo>
                  <a:pt x="34895" y="47575"/>
                  <a:pt x="31679" y="54420"/>
                  <a:pt x="28532" y="62606"/>
                </a:cubicBezTo>
                <a:cubicBezTo>
                  <a:pt x="25385" y="70793"/>
                  <a:pt x="23263" y="79784"/>
                  <a:pt x="22169" y="89581"/>
                </a:cubicBezTo>
                <a:cubicBezTo>
                  <a:pt x="21895" y="91997"/>
                  <a:pt x="21758" y="94614"/>
                  <a:pt x="21758" y="97432"/>
                </a:cubicBezTo>
                <a:cubicBezTo>
                  <a:pt x="21758" y="103874"/>
                  <a:pt x="22716" y="109577"/>
                  <a:pt x="24632" y="114543"/>
                </a:cubicBezTo>
                <a:cubicBezTo>
                  <a:pt x="26548" y="119509"/>
                  <a:pt x="29011" y="123333"/>
                  <a:pt x="32021" y="126017"/>
                </a:cubicBezTo>
                <a:cubicBezTo>
                  <a:pt x="35032" y="128702"/>
                  <a:pt x="38453" y="130983"/>
                  <a:pt x="42285" y="132862"/>
                </a:cubicBezTo>
                <a:cubicBezTo>
                  <a:pt x="46116" y="134741"/>
                  <a:pt x="49674" y="135881"/>
                  <a:pt x="52959" y="136284"/>
                </a:cubicBezTo>
                <a:cubicBezTo>
                  <a:pt x="56243" y="136687"/>
                  <a:pt x="59322" y="136955"/>
                  <a:pt x="62196" y="137089"/>
                </a:cubicBezTo>
                <a:cubicBezTo>
                  <a:pt x="69585" y="137089"/>
                  <a:pt x="76359" y="135546"/>
                  <a:pt x="82517" y="132459"/>
                </a:cubicBezTo>
                <a:cubicBezTo>
                  <a:pt x="88675" y="129373"/>
                  <a:pt x="92917" y="125414"/>
                  <a:pt x="95243" y="120582"/>
                </a:cubicBezTo>
                <a:cubicBezTo>
                  <a:pt x="95654" y="119509"/>
                  <a:pt x="96680" y="115818"/>
                  <a:pt x="98322" y="109510"/>
                </a:cubicBezTo>
                <a:cubicBezTo>
                  <a:pt x="99965" y="103203"/>
                  <a:pt x="100786" y="99646"/>
                  <a:pt x="100786" y="98841"/>
                </a:cubicBezTo>
                <a:cubicBezTo>
                  <a:pt x="100786" y="97768"/>
                  <a:pt x="99896" y="97097"/>
                  <a:pt x="98117" y="96828"/>
                </a:cubicBezTo>
                <a:cubicBezTo>
                  <a:pt x="96338" y="96560"/>
                  <a:pt x="92233" y="96358"/>
                  <a:pt x="85801" y="96224"/>
                </a:cubicBezTo>
                <a:lnTo>
                  <a:pt x="78206" y="96224"/>
                </a:lnTo>
                <a:cubicBezTo>
                  <a:pt x="77385" y="95419"/>
                  <a:pt x="76975" y="94882"/>
                  <a:pt x="76975" y="94614"/>
                </a:cubicBezTo>
                <a:cubicBezTo>
                  <a:pt x="76975" y="94345"/>
                  <a:pt x="77112" y="93070"/>
                  <a:pt x="77385" y="90789"/>
                </a:cubicBezTo>
                <a:cubicBezTo>
                  <a:pt x="77933" y="89044"/>
                  <a:pt x="78617" y="87769"/>
                  <a:pt x="79438" y="86964"/>
                </a:cubicBezTo>
                <a:lnTo>
                  <a:pt x="82927" y="86964"/>
                </a:lnTo>
                <a:cubicBezTo>
                  <a:pt x="88401" y="87233"/>
                  <a:pt x="97980" y="87367"/>
                  <a:pt x="111665" y="87367"/>
                </a:cubicBezTo>
                <a:cubicBezTo>
                  <a:pt x="117138" y="87367"/>
                  <a:pt x="121586" y="87367"/>
                  <a:pt x="125007" y="87367"/>
                </a:cubicBezTo>
                <a:cubicBezTo>
                  <a:pt x="128428" y="87367"/>
                  <a:pt x="130891" y="87300"/>
                  <a:pt x="132397" y="87165"/>
                </a:cubicBezTo>
                <a:cubicBezTo>
                  <a:pt x="133902" y="87031"/>
                  <a:pt x="134723" y="87031"/>
                  <a:pt x="134860" y="87165"/>
                </a:cubicBezTo>
                <a:cubicBezTo>
                  <a:pt x="136776" y="87165"/>
                  <a:pt x="137733" y="87769"/>
                  <a:pt x="137733" y="88977"/>
                </a:cubicBezTo>
                <a:cubicBezTo>
                  <a:pt x="137733" y="89246"/>
                  <a:pt x="137597" y="90185"/>
                  <a:pt x="137323" y="91795"/>
                </a:cubicBezTo>
                <a:cubicBezTo>
                  <a:pt x="136639" y="94345"/>
                  <a:pt x="135955" y="95754"/>
                  <a:pt x="135270" y="96023"/>
                </a:cubicBezTo>
                <a:cubicBezTo>
                  <a:pt x="134860" y="96157"/>
                  <a:pt x="133833" y="96224"/>
                  <a:pt x="132191" y="96224"/>
                </a:cubicBezTo>
                <a:cubicBezTo>
                  <a:pt x="129454" y="96224"/>
                  <a:pt x="126649" y="96425"/>
                  <a:pt x="123775" y="96828"/>
                </a:cubicBezTo>
                <a:cubicBezTo>
                  <a:pt x="122817" y="97231"/>
                  <a:pt x="122133" y="97835"/>
                  <a:pt x="121723" y="98640"/>
                </a:cubicBezTo>
                <a:cubicBezTo>
                  <a:pt x="121312" y="99445"/>
                  <a:pt x="120354" y="102867"/>
                  <a:pt x="118849" y="108906"/>
                </a:cubicBezTo>
                <a:cubicBezTo>
                  <a:pt x="117617" y="113335"/>
                  <a:pt x="116591" y="117093"/>
                  <a:pt x="115770" y="120180"/>
                </a:cubicBezTo>
                <a:cubicBezTo>
                  <a:pt x="112349" y="133868"/>
                  <a:pt x="110433" y="140914"/>
                  <a:pt x="110023" y="141317"/>
                </a:cubicBezTo>
                <a:cubicBezTo>
                  <a:pt x="109749" y="141585"/>
                  <a:pt x="109407" y="141719"/>
                  <a:pt x="108996" y="141719"/>
                </a:cubicBezTo>
                <a:cubicBezTo>
                  <a:pt x="107628" y="141719"/>
                  <a:pt x="105712" y="140377"/>
                  <a:pt x="103249" y="137693"/>
                </a:cubicBezTo>
                <a:cubicBezTo>
                  <a:pt x="100786" y="135009"/>
                  <a:pt x="99212" y="132929"/>
                  <a:pt x="98528" y="131453"/>
                </a:cubicBezTo>
                <a:cubicBezTo>
                  <a:pt x="98528" y="131319"/>
                  <a:pt x="98391" y="131319"/>
                  <a:pt x="98117" y="131453"/>
                </a:cubicBezTo>
                <a:cubicBezTo>
                  <a:pt x="97843" y="131587"/>
                  <a:pt x="97433" y="131922"/>
                  <a:pt x="96886" y="132459"/>
                </a:cubicBezTo>
                <a:cubicBezTo>
                  <a:pt x="86759" y="141719"/>
                  <a:pt x="73075" y="146349"/>
                  <a:pt x="55832" y="146349"/>
                </a:cubicBezTo>
                <a:cubicBezTo>
                  <a:pt x="39274" y="146349"/>
                  <a:pt x="25864" y="141182"/>
                  <a:pt x="15600" y="130849"/>
                </a:cubicBezTo>
                <a:cubicBezTo>
                  <a:pt x="5337" y="120515"/>
                  <a:pt x="137" y="107296"/>
                  <a:pt x="0" y="9119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3" cap="flat">
            <a:solidFill>
              <a:srgbClr val="000000">
                <a:alpha val="12680"/>
              </a:srgbClr>
            </a:solidFill>
            <a:miter/>
          </a:ln>
        </p:spPr>
      </p:sp>
      <p:sp>
        <p:nvSpPr>
          <p:cNvPr id="7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6123E5-3594-4E3B-8D21-DB7728D3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1022" y="4879723"/>
            <a:ext cx="49922" cy="94787"/>
          </a:xfrm>
          <a:custGeom xmlns:a="http://schemas.openxmlformats.org/drawingml/2006/main">
            <a:pathLst>
              <a:path w="49922" h="94787">
                <a:moveTo>
                  <a:pt x="18866" y="12524"/>
                </a:moveTo>
                <a:lnTo>
                  <a:pt x="16979" y="13236"/>
                </a:lnTo>
                <a:cubicBezTo>
                  <a:pt x="15625" y="13710"/>
                  <a:pt x="13690" y="14185"/>
                  <a:pt x="11174" y="14659"/>
                </a:cubicBezTo>
                <a:cubicBezTo>
                  <a:pt x="8659" y="15134"/>
                  <a:pt x="5853" y="15466"/>
                  <a:pt x="2757" y="15656"/>
                </a:cubicBezTo>
                <a:lnTo>
                  <a:pt x="0" y="15656"/>
                </a:lnTo>
                <a:lnTo>
                  <a:pt x="0" y="9109"/>
                </a:lnTo>
                <a:lnTo>
                  <a:pt x="2757" y="9109"/>
                </a:lnTo>
                <a:cubicBezTo>
                  <a:pt x="7305" y="8919"/>
                  <a:pt x="11513" y="8207"/>
                  <a:pt x="15383" y="6974"/>
                </a:cubicBezTo>
                <a:cubicBezTo>
                  <a:pt x="19253" y="5740"/>
                  <a:pt x="21962" y="4602"/>
                  <a:pt x="23510" y="3558"/>
                </a:cubicBezTo>
                <a:cubicBezTo>
                  <a:pt x="25058" y="2514"/>
                  <a:pt x="26412" y="1471"/>
                  <a:pt x="27573" y="427"/>
                </a:cubicBezTo>
                <a:cubicBezTo>
                  <a:pt x="27767" y="142"/>
                  <a:pt x="28347" y="0"/>
                  <a:pt x="29315" y="0"/>
                </a:cubicBezTo>
                <a:cubicBezTo>
                  <a:pt x="30186" y="0"/>
                  <a:pt x="31008" y="285"/>
                  <a:pt x="31782" y="854"/>
                </a:cubicBezTo>
                <a:lnTo>
                  <a:pt x="31782" y="43409"/>
                </a:lnTo>
                <a:lnTo>
                  <a:pt x="31927" y="86106"/>
                </a:lnTo>
                <a:cubicBezTo>
                  <a:pt x="32604" y="86770"/>
                  <a:pt x="33185" y="87197"/>
                  <a:pt x="33669" y="87386"/>
                </a:cubicBezTo>
                <a:cubicBezTo>
                  <a:pt x="34152" y="87576"/>
                  <a:pt x="35313" y="87766"/>
                  <a:pt x="37152" y="87956"/>
                </a:cubicBezTo>
                <a:cubicBezTo>
                  <a:pt x="38990" y="88146"/>
                  <a:pt x="41989" y="88240"/>
                  <a:pt x="46149" y="88240"/>
                </a:cubicBezTo>
                <a:lnTo>
                  <a:pt x="49922" y="88240"/>
                </a:lnTo>
                <a:lnTo>
                  <a:pt x="49922" y="94787"/>
                </a:lnTo>
                <a:lnTo>
                  <a:pt x="48326" y="94787"/>
                </a:lnTo>
                <a:cubicBezTo>
                  <a:pt x="46294" y="94503"/>
                  <a:pt x="38603" y="94360"/>
                  <a:pt x="25251" y="94360"/>
                </a:cubicBezTo>
                <a:cubicBezTo>
                  <a:pt x="12094" y="94360"/>
                  <a:pt x="4499" y="94503"/>
                  <a:pt x="2467" y="94787"/>
                </a:cubicBezTo>
                <a:lnTo>
                  <a:pt x="726" y="94787"/>
                </a:lnTo>
                <a:lnTo>
                  <a:pt x="726" y="88240"/>
                </a:lnTo>
                <a:lnTo>
                  <a:pt x="4499" y="88240"/>
                </a:lnTo>
                <a:cubicBezTo>
                  <a:pt x="6627" y="88240"/>
                  <a:pt x="8466" y="88240"/>
                  <a:pt x="10013" y="88240"/>
                </a:cubicBezTo>
                <a:cubicBezTo>
                  <a:pt x="11561" y="88240"/>
                  <a:pt x="12771" y="88193"/>
                  <a:pt x="13642" y="88098"/>
                </a:cubicBezTo>
                <a:cubicBezTo>
                  <a:pt x="14512" y="88003"/>
                  <a:pt x="15286" y="87861"/>
                  <a:pt x="15964" y="87671"/>
                </a:cubicBezTo>
                <a:cubicBezTo>
                  <a:pt x="16641" y="87481"/>
                  <a:pt x="17028" y="87386"/>
                  <a:pt x="17125" y="87386"/>
                </a:cubicBezTo>
                <a:cubicBezTo>
                  <a:pt x="17221" y="87386"/>
                  <a:pt x="17512" y="87149"/>
                  <a:pt x="17995" y="86675"/>
                </a:cubicBezTo>
                <a:cubicBezTo>
                  <a:pt x="18479" y="86200"/>
                  <a:pt x="18769" y="86011"/>
                  <a:pt x="18866" y="86106"/>
                </a:cubicBezTo>
                <a:lnTo>
                  <a:pt x="18866" y="125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C21797-7C8D-46B3-BE38-F896A3A9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1022" y="4879723"/>
            <a:ext cx="49922" cy="94787"/>
          </a:xfrm>
          <a:custGeom xmlns:a="http://schemas.openxmlformats.org/drawingml/2006/main">
            <a:pathLst>
              <a:path w="49922" h="94787" fill="none">
                <a:moveTo>
                  <a:pt x="18866" y="12524"/>
                </a:moveTo>
                <a:lnTo>
                  <a:pt x="16979" y="13236"/>
                </a:lnTo>
                <a:cubicBezTo>
                  <a:pt x="15625" y="13710"/>
                  <a:pt x="13690" y="14185"/>
                  <a:pt x="11174" y="14659"/>
                </a:cubicBezTo>
                <a:cubicBezTo>
                  <a:pt x="8659" y="15134"/>
                  <a:pt x="5853" y="15466"/>
                  <a:pt x="2757" y="15656"/>
                </a:cubicBezTo>
                <a:lnTo>
                  <a:pt x="0" y="15656"/>
                </a:lnTo>
                <a:lnTo>
                  <a:pt x="0" y="9109"/>
                </a:lnTo>
                <a:lnTo>
                  <a:pt x="2757" y="9109"/>
                </a:lnTo>
                <a:cubicBezTo>
                  <a:pt x="7305" y="8919"/>
                  <a:pt x="11513" y="8207"/>
                  <a:pt x="15383" y="6974"/>
                </a:cubicBezTo>
                <a:cubicBezTo>
                  <a:pt x="19253" y="5740"/>
                  <a:pt x="21962" y="4602"/>
                  <a:pt x="23510" y="3558"/>
                </a:cubicBezTo>
                <a:cubicBezTo>
                  <a:pt x="25058" y="2514"/>
                  <a:pt x="26412" y="1471"/>
                  <a:pt x="27573" y="427"/>
                </a:cubicBezTo>
                <a:cubicBezTo>
                  <a:pt x="27767" y="142"/>
                  <a:pt x="28347" y="0"/>
                  <a:pt x="29315" y="0"/>
                </a:cubicBezTo>
                <a:cubicBezTo>
                  <a:pt x="30186" y="0"/>
                  <a:pt x="31008" y="285"/>
                  <a:pt x="31782" y="854"/>
                </a:cubicBezTo>
                <a:lnTo>
                  <a:pt x="31782" y="43409"/>
                </a:lnTo>
                <a:lnTo>
                  <a:pt x="31927" y="86106"/>
                </a:lnTo>
                <a:cubicBezTo>
                  <a:pt x="32604" y="86770"/>
                  <a:pt x="33185" y="87197"/>
                  <a:pt x="33669" y="87386"/>
                </a:cubicBezTo>
                <a:cubicBezTo>
                  <a:pt x="34152" y="87576"/>
                  <a:pt x="35313" y="87766"/>
                  <a:pt x="37152" y="87956"/>
                </a:cubicBezTo>
                <a:cubicBezTo>
                  <a:pt x="38990" y="88146"/>
                  <a:pt x="41989" y="88240"/>
                  <a:pt x="46149" y="88240"/>
                </a:cubicBezTo>
                <a:lnTo>
                  <a:pt x="49922" y="88240"/>
                </a:lnTo>
                <a:lnTo>
                  <a:pt x="49922" y="94787"/>
                </a:lnTo>
                <a:lnTo>
                  <a:pt x="48326" y="94787"/>
                </a:lnTo>
                <a:cubicBezTo>
                  <a:pt x="46294" y="94503"/>
                  <a:pt x="38603" y="94360"/>
                  <a:pt x="25251" y="94360"/>
                </a:cubicBezTo>
                <a:cubicBezTo>
                  <a:pt x="12094" y="94360"/>
                  <a:pt x="4499" y="94503"/>
                  <a:pt x="2467" y="94787"/>
                </a:cubicBezTo>
                <a:lnTo>
                  <a:pt x="726" y="94787"/>
                </a:lnTo>
                <a:lnTo>
                  <a:pt x="726" y="88240"/>
                </a:lnTo>
                <a:lnTo>
                  <a:pt x="4499" y="88240"/>
                </a:lnTo>
                <a:cubicBezTo>
                  <a:pt x="6627" y="88240"/>
                  <a:pt x="8466" y="88240"/>
                  <a:pt x="10013" y="88240"/>
                </a:cubicBezTo>
                <a:cubicBezTo>
                  <a:pt x="11561" y="88240"/>
                  <a:pt x="12771" y="88193"/>
                  <a:pt x="13642" y="88098"/>
                </a:cubicBezTo>
                <a:cubicBezTo>
                  <a:pt x="14512" y="88003"/>
                  <a:pt x="15286" y="87861"/>
                  <a:pt x="15964" y="87671"/>
                </a:cubicBezTo>
                <a:cubicBezTo>
                  <a:pt x="16641" y="87481"/>
                  <a:pt x="17028" y="87386"/>
                  <a:pt x="17125" y="87386"/>
                </a:cubicBezTo>
                <a:cubicBezTo>
                  <a:pt x="17221" y="87386"/>
                  <a:pt x="17512" y="87149"/>
                  <a:pt x="17995" y="86675"/>
                </a:cubicBezTo>
                <a:cubicBezTo>
                  <a:pt x="18479" y="86200"/>
                  <a:pt x="18769" y="86011"/>
                  <a:pt x="18866" y="86106"/>
                </a:cubicBezTo>
                <a:lnTo>
                  <a:pt x="18866" y="1252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4" cap="flat">
            <a:solidFill>
              <a:srgbClr val="000000">
                <a:alpha val="8960"/>
              </a:srgbClr>
            </a:solidFill>
            <a:miter/>
          </a:ln>
        </p:spPr>
      </p:sp>
      <p:sp>
        <p:nvSpPr>
          <p:cNvPr id="7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5DDB91-8170-4063-B51D-F4ACE3D2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091" y="4793335"/>
            <a:ext cx="49059" cy="201306"/>
          </a:xfrm>
          <a:custGeom xmlns:a="http://schemas.openxmlformats.org/drawingml/2006/main">
            <a:pathLst>
              <a:path w="49059" h="201306">
                <a:moveTo>
                  <a:pt x="1026" y="201"/>
                </a:moveTo>
                <a:lnTo>
                  <a:pt x="1847" y="0"/>
                </a:lnTo>
                <a:cubicBezTo>
                  <a:pt x="2532" y="0"/>
                  <a:pt x="3216" y="0"/>
                  <a:pt x="3900" y="0"/>
                </a:cubicBezTo>
                <a:lnTo>
                  <a:pt x="6363" y="0"/>
                </a:lnTo>
                <a:lnTo>
                  <a:pt x="12111" y="4831"/>
                </a:lnTo>
                <a:cubicBezTo>
                  <a:pt x="24974" y="16239"/>
                  <a:pt x="34348" y="30464"/>
                  <a:pt x="40232" y="47508"/>
                </a:cubicBezTo>
                <a:cubicBezTo>
                  <a:pt x="46116" y="64552"/>
                  <a:pt x="49059" y="82267"/>
                  <a:pt x="49059" y="100653"/>
                </a:cubicBezTo>
                <a:cubicBezTo>
                  <a:pt x="49059" y="109779"/>
                  <a:pt x="48374" y="118569"/>
                  <a:pt x="47006" y="127024"/>
                </a:cubicBezTo>
                <a:cubicBezTo>
                  <a:pt x="45637" y="135479"/>
                  <a:pt x="44064" y="142659"/>
                  <a:pt x="42285" y="148564"/>
                </a:cubicBezTo>
                <a:cubicBezTo>
                  <a:pt x="40506" y="154469"/>
                  <a:pt x="37974" y="160374"/>
                  <a:pt x="34690" y="166279"/>
                </a:cubicBezTo>
                <a:cubicBezTo>
                  <a:pt x="31406" y="172184"/>
                  <a:pt x="28806" y="176679"/>
                  <a:pt x="26890" y="179766"/>
                </a:cubicBezTo>
                <a:cubicBezTo>
                  <a:pt x="24974" y="182853"/>
                  <a:pt x="22169" y="186275"/>
                  <a:pt x="18474" y="190033"/>
                </a:cubicBezTo>
                <a:cubicBezTo>
                  <a:pt x="14779" y="193790"/>
                  <a:pt x="12590" y="196005"/>
                  <a:pt x="11905" y="196676"/>
                </a:cubicBezTo>
                <a:cubicBezTo>
                  <a:pt x="11221" y="197347"/>
                  <a:pt x="9648" y="198622"/>
                  <a:pt x="7184" y="200501"/>
                </a:cubicBezTo>
                <a:cubicBezTo>
                  <a:pt x="6774" y="200903"/>
                  <a:pt x="6500" y="201172"/>
                  <a:pt x="6363" y="201306"/>
                </a:cubicBezTo>
                <a:lnTo>
                  <a:pt x="3900" y="201306"/>
                </a:lnTo>
                <a:cubicBezTo>
                  <a:pt x="2805" y="201306"/>
                  <a:pt x="2053" y="201306"/>
                  <a:pt x="1642" y="201306"/>
                </a:cubicBezTo>
                <a:cubicBezTo>
                  <a:pt x="1232" y="201306"/>
                  <a:pt x="889" y="201105"/>
                  <a:pt x="616" y="200702"/>
                </a:cubicBezTo>
                <a:cubicBezTo>
                  <a:pt x="342" y="200299"/>
                  <a:pt x="137" y="199695"/>
                  <a:pt x="0" y="198890"/>
                </a:cubicBezTo>
                <a:cubicBezTo>
                  <a:pt x="137" y="198756"/>
                  <a:pt x="889" y="197884"/>
                  <a:pt x="2258" y="196273"/>
                </a:cubicBezTo>
                <a:cubicBezTo>
                  <a:pt x="23469" y="174666"/>
                  <a:pt x="34074" y="142793"/>
                  <a:pt x="34074" y="100653"/>
                </a:cubicBezTo>
                <a:cubicBezTo>
                  <a:pt x="34074" y="58513"/>
                  <a:pt x="23469" y="26639"/>
                  <a:pt x="2258" y="5033"/>
                </a:cubicBezTo>
                <a:cubicBezTo>
                  <a:pt x="889" y="3422"/>
                  <a:pt x="137" y="2550"/>
                  <a:pt x="0" y="2416"/>
                </a:cubicBezTo>
                <a:cubicBezTo>
                  <a:pt x="0" y="1342"/>
                  <a:pt x="342" y="604"/>
                  <a:pt x="1026" y="2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8225BE-EB23-4BE8-94D5-B565E25E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091" y="4793335"/>
            <a:ext cx="49059" cy="201306"/>
          </a:xfrm>
          <a:custGeom xmlns:a="http://schemas.openxmlformats.org/drawingml/2006/main">
            <a:pathLst>
              <a:path w="49059" h="201306" fill="none">
                <a:moveTo>
                  <a:pt x="1026" y="201"/>
                </a:moveTo>
                <a:lnTo>
                  <a:pt x="1847" y="0"/>
                </a:lnTo>
                <a:cubicBezTo>
                  <a:pt x="2532" y="0"/>
                  <a:pt x="3216" y="0"/>
                  <a:pt x="3900" y="0"/>
                </a:cubicBezTo>
                <a:lnTo>
                  <a:pt x="6363" y="0"/>
                </a:lnTo>
                <a:lnTo>
                  <a:pt x="12111" y="4831"/>
                </a:lnTo>
                <a:cubicBezTo>
                  <a:pt x="24974" y="16239"/>
                  <a:pt x="34348" y="30464"/>
                  <a:pt x="40232" y="47508"/>
                </a:cubicBezTo>
                <a:cubicBezTo>
                  <a:pt x="46116" y="64552"/>
                  <a:pt x="49059" y="82267"/>
                  <a:pt x="49059" y="100653"/>
                </a:cubicBezTo>
                <a:cubicBezTo>
                  <a:pt x="49059" y="109779"/>
                  <a:pt x="48374" y="118569"/>
                  <a:pt x="47006" y="127024"/>
                </a:cubicBezTo>
                <a:cubicBezTo>
                  <a:pt x="45637" y="135479"/>
                  <a:pt x="44064" y="142659"/>
                  <a:pt x="42285" y="148564"/>
                </a:cubicBezTo>
                <a:cubicBezTo>
                  <a:pt x="40506" y="154469"/>
                  <a:pt x="37974" y="160374"/>
                  <a:pt x="34690" y="166279"/>
                </a:cubicBezTo>
                <a:cubicBezTo>
                  <a:pt x="31406" y="172184"/>
                  <a:pt x="28806" y="176679"/>
                  <a:pt x="26890" y="179766"/>
                </a:cubicBezTo>
                <a:cubicBezTo>
                  <a:pt x="24974" y="182853"/>
                  <a:pt x="22169" y="186275"/>
                  <a:pt x="18474" y="190033"/>
                </a:cubicBezTo>
                <a:cubicBezTo>
                  <a:pt x="14779" y="193790"/>
                  <a:pt x="12590" y="196005"/>
                  <a:pt x="11905" y="196676"/>
                </a:cubicBezTo>
                <a:cubicBezTo>
                  <a:pt x="11221" y="197347"/>
                  <a:pt x="9648" y="198622"/>
                  <a:pt x="7184" y="200501"/>
                </a:cubicBezTo>
                <a:cubicBezTo>
                  <a:pt x="6774" y="200903"/>
                  <a:pt x="6500" y="201172"/>
                  <a:pt x="6363" y="201306"/>
                </a:cubicBezTo>
                <a:lnTo>
                  <a:pt x="3900" y="201306"/>
                </a:lnTo>
                <a:cubicBezTo>
                  <a:pt x="2805" y="201306"/>
                  <a:pt x="2053" y="201306"/>
                  <a:pt x="1642" y="201306"/>
                </a:cubicBezTo>
                <a:cubicBezTo>
                  <a:pt x="1232" y="201306"/>
                  <a:pt x="889" y="201105"/>
                  <a:pt x="616" y="200702"/>
                </a:cubicBezTo>
                <a:cubicBezTo>
                  <a:pt x="342" y="200299"/>
                  <a:pt x="137" y="199695"/>
                  <a:pt x="0" y="198890"/>
                </a:cubicBezTo>
                <a:cubicBezTo>
                  <a:pt x="137" y="198756"/>
                  <a:pt x="889" y="197884"/>
                  <a:pt x="2258" y="196273"/>
                </a:cubicBezTo>
                <a:cubicBezTo>
                  <a:pt x="23469" y="174666"/>
                  <a:pt x="34074" y="142793"/>
                  <a:pt x="34074" y="100653"/>
                </a:cubicBezTo>
                <a:cubicBezTo>
                  <a:pt x="34074" y="58513"/>
                  <a:pt x="23469" y="26639"/>
                  <a:pt x="2258" y="5033"/>
                </a:cubicBezTo>
                <a:cubicBezTo>
                  <a:pt x="889" y="3422"/>
                  <a:pt x="137" y="2550"/>
                  <a:pt x="0" y="2416"/>
                </a:cubicBezTo>
                <a:cubicBezTo>
                  <a:pt x="0" y="1342"/>
                  <a:pt x="342" y="604"/>
                  <a:pt x="1026" y="20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3" cap="flat">
            <a:solidFill>
              <a:srgbClr val="000000">
                <a:alpha val="12680"/>
              </a:srgbClr>
            </a:solidFill>
            <a:miter/>
          </a:ln>
        </p:spPr>
      </p:sp>
      <p:sp>
        <p:nvSpPr>
          <p:cNvPr id="7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932019-D8E1-4E05-894C-A990C158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6389" y="6014657"/>
            <a:ext cx="147381" cy="137492"/>
          </a:xfrm>
          <a:custGeom xmlns:a="http://schemas.openxmlformats.org/drawingml/2006/main">
            <a:pathLst>
              <a:path w="147381" h="137492">
                <a:moveTo>
                  <a:pt x="52138" y="11072"/>
                </a:moveTo>
                <a:cubicBezTo>
                  <a:pt x="52138" y="10132"/>
                  <a:pt x="48238" y="9528"/>
                  <a:pt x="40437" y="9260"/>
                </a:cubicBezTo>
                <a:cubicBezTo>
                  <a:pt x="37153" y="9260"/>
                  <a:pt x="35032" y="9193"/>
                  <a:pt x="34074" y="9059"/>
                </a:cubicBezTo>
                <a:cubicBezTo>
                  <a:pt x="33116" y="8925"/>
                  <a:pt x="32637" y="8254"/>
                  <a:pt x="32637" y="7046"/>
                </a:cubicBezTo>
                <a:cubicBezTo>
                  <a:pt x="32637" y="6911"/>
                  <a:pt x="32774" y="6173"/>
                  <a:pt x="33048" y="4831"/>
                </a:cubicBezTo>
                <a:cubicBezTo>
                  <a:pt x="33869" y="2147"/>
                  <a:pt x="34485" y="671"/>
                  <a:pt x="34895" y="403"/>
                </a:cubicBezTo>
                <a:cubicBezTo>
                  <a:pt x="35306" y="134"/>
                  <a:pt x="48580" y="0"/>
                  <a:pt x="74717" y="0"/>
                </a:cubicBezTo>
                <a:cubicBezTo>
                  <a:pt x="100717" y="134"/>
                  <a:pt x="114607" y="336"/>
                  <a:pt x="116386" y="604"/>
                </a:cubicBezTo>
                <a:cubicBezTo>
                  <a:pt x="125144" y="2080"/>
                  <a:pt x="132465" y="5368"/>
                  <a:pt x="138349" y="10468"/>
                </a:cubicBezTo>
                <a:cubicBezTo>
                  <a:pt x="144234" y="15568"/>
                  <a:pt x="147244" y="22345"/>
                  <a:pt x="147381" y="30800"/>
                </a:cubicBezTo>
                <a:cubicBezTo>
                  <a:pt x="147381" y="41133"/>
                  <a:pt x="142865" y="50595"/>
                  <a:pt x="133833" y="59184"/>
                </a:cubicBezTo>
                <a:cubicBezTo>
                  <a:pt x="124391" y="68310"/>
                  <a:pt x="112212" y="74081"/>
                  <a:pt x="97296" y="76496"/>
                </a:cubicBezTo>
                <a:cubicBezTo>
                  <a:pt x="96338" y="76630"/>
                  <a:pt x="89154" y="76765"/>
                  <a:pt x="75743" y="76899"/>
                </a:cubicBezTo>
                <a:lnTo>
                  <a:pt x="56243" y="76899"/>
                </a:lnTo>
                <a:lnTo>
                  <a:pt x="50085" y="100854"/>
                </a:lnTo>
                <a:cubicBezTo>
                  <a:pt x="45980" y="116422"/>
                  <a:pt x="43927" y="124675"/>
                  <a:pt x="43927" y="125615"/>
                </a:cubicBezTo>
                <a:cubicBezTo>
                  <a:pt x="43927" y="126152"/>
                  <a:pt x="43995" y="126487"/>
                  <a:pt x="44132" y="126621"/>
                </a:cubicBezTo>
                <a:cubicBezTo>
                  <a:pt x="44269" y="126756"/>
                  <a:pt x="44748" y="127024"/>
                  <a:pt x="45569" y="127427"/>
                </a:cubicBezTo>
                <a:cubicBezTo>
                  <a:pt x="46390" y="127829"/>
                  <a:pt x="47553" y="127963"/>
                  <a:pt x="49059" y="127829"/>
                </a:cubicBezTo>
                <a:cubicBezTo>
                  <a:pt x="50564" y="127695"/>
                  <a:pt x="52822" y="127829"/>
                  <a:pt x="55832" y="128232"/>
                </a:cubicBezTo>
                <a:lnTo>
                  <a:pt x="62196" y="128232"/>
                </a:lnTo>
                <a:cubicBezTo>
                  <a:pt x="63017" y="129440"/>
                  <a:pt x="63427" y="130178"/>
                  <a:pt x="63427" y="130446"/>
                </a:cubicBezTo>
                <a:cubicBezTo>
                  <a:pt x="63427" y="132593"/>
                  <a:pt x="62948" y="134607"/>
                  <a:pt x="61990" y="136485"/>
                </a:cubicBezTo>
                <a:cubicBezTo>
                  <a:pt x="61306" y="137156"/>
                  <a:pt x="60211" y="137492"/>
                  <a:pt x="58706" y="137492"/>
                </a:cubicBezTo>
                <a:cubicBezTo>
                  <a:pt x="58296" y="137492"/>
                  <a:pt x="55764" y="137425"/>
                  <a:pt x="51111" y="137291"/>
                </a:cubicBezTo>
                <a:cubicBezTo>
                  <a:pt x="46459" y="137156"/>
                  <a:pt x="39616" y="137089"/>
                  <a:pt x="30585" y="137089"/>
                </a:cubicBezTo>
                <a:cubicBezTo>
                  <a:pt x="22100" y="137089"/>
                  <a:pt x="15600" y="137089"/>
                  <a:pt x="11084" y="137089"/>
                </a:cubicBezTo>
                <a:cubicBezTo>
                  <a:pt x="6569" y="137089"/>
                  <a:pt x="4105" y="137156"/>
                  <a:pt x="3695" y="137291"/>
                </a:cubicBezTo>
                <a:cubicBezTo>
                  <a:pt x="1232" y="137291"/>
                  <a:pt x="0" y="136620"/>
                  <a:pt x="0" y="135278"/>
                </a:cubicBezTo>
                <a:cubicBezTo>
                  <a:pt x="0" y="135009"/>
                  <a:pt x="205" y="134070"/>
                  <a:pt x="616" y="132459"/>
                </a:cubicBezTo>
                <a:cubicBezTo>
                  <a:pt x="1163" y="130312"/>
                  <a:pt x="1711" y="129104"/>
                  <a:pt x="2258" y="128836"/>
                </a:cubicBezTo>
                <a:cubicBezTo>
                  <a:pt x="2805" y="128567"/>
                  <a:pt x="4379" y="128366"/>
                  <a:pt x="6979" y="128232"/>
                </a:cubicBezTo>
                <a:cubicBezTo>
                  <a:pt x="10674" y="128232"/>
                  <a:pt x="14779" y="128031"/>
                  <a:pt x="19295" y="127628"/>
                </a:cubicBezTo>
                <a:cubicBezTo>
                  <a:pt x="21211" y="127225"/>
                  <a:pt x="22511" y="126420"/>
                  <a:pt x="23195" y="125212"/>
                </a:cubicBezTo>
                <a:cubicBezTo>
                  <a:pt x="23606" y="124675"/>
                  <a:pt x="28532" y="106021"/>
                  <a:pt x="37974" y="69249"/>
                </a:cubicBezTo>
                <a:cubicBezTo>
                  <a:pt x="47416" y="32477"/>
                  <a:pt x="52138" y="13085"/>
                  <a:pt x="52138" y="11072"/>
                </a:cubicBezTo>
                <a:close/>
                <a:moveTo>
                  <a:pt x="125623" y="25968"/>
                </a:moveTo>
                <a:cubicBezTo>
                  <a:pt x="125623" y="24224"/>
                  <a:pt x="125486" y="22815"/>
                  <a:pt x="125212" y="21741"/>
                </a:cubicBezTo>
                <a:cubicBezTo>
                  <a:pt x="124939" y="20667"/>
                  <a:pt x="124323" y="19191"/>
                  <a:pt x="123365" y="17312"/>
                </a:cubicBezTo>
                <a:cubicBezTo>
                  <a:pt x="122407" y="15433"/>
                  <a:pt x="120696" y="13957"/>
                  <a:pt x="118233" y="12884"/>
                </a:cubicBezTo>
                <a:cubicBezTo>
                  <a:pt x="115770" y="11810"/>
                  <a:pt x="112417" y="10736"/>
                  <a:pt x="108175" y="9663"/>
                </a:cubicBezTo>
                <a:cubicBezTo>
                  <a:pt x="107217" y="9528"/>
                  <a:pt x="101744" y="9394"/>
                  <a:pt x="91754" y="9260"/>
                </a:cubicBezTo>
                <a:cubicBezTo>
                  <a:pt x="89428" y="9260"/>
                  <a:pt x="87033" y="9260"/>
                  <a:pt x="84570" y="9260"/>
                </a:cubicBezTo>
                <a:cubicBezTo>
                  <a:pt x="82106" y="9260"/>
                  <a:pt x="80122" y="9327"/>
                  <a:pt x="78617" y="9461"/>
                </a:cubicBezTo>
                <a:cubicBezTo>
                  <a:pt x="77112" y="9596"/>
                  <a:pt x="76291" y="9596"/>
                  <a:pt x="76154" y="9461"/>
                </a:cubicBezTo>
                <a:cubicBezTo>
                  <a:pt x="74375" y="9596"/>
                  <a:pt x="73143" y="10200"/>
                  <a:pt x="72459" y="11273"/>
                </a:cubicBezTo>
                <a:cubicBezTo>
                  <a:pt x="72185" y="12078"/>
                  <a:pt x="70885" y="17245"/>
                  <a:pt x="68559" y="26774"/>
                </a:cubicBezTo>
                <a:cubicBezTo>
                  <a:pt x="66232" y="36302"/>
                  <a:pt x="63838" y="45562"/>
                  <a:pt x="61375" y="54554"/>
                </a:cubicBezTo>
                <a:cubicBezTo>
                  <a:pt x="58911" y="63546"/>
                  <a:pt x="57680" y="68108"/>
                  <a:pt x="57680" y="68243"/>
                </a:cubicBezTo>
                <a:cubicBezTo>
                  <a:pt x="57680" y="68511"/>
                  <a:pt x="63222" y="68645"/>
                  <a:pt x="74306" y="68645"/>
                </a:cubicBezTo>
                <a:lnTo>
                  <a:pt x="76769" y="68645"/>
                </a:lnTo>
                <a:lnTo>
                  <a:pt x="81491" y="68645"/>
                </a:lnTo>
                <a:cubicBezTo>
                  <a:pt x="96817" y="68645"/>
                  <a:pt x="107765" y="65290"/>
                  <a:pt x="114333" y="58580"/>
                </a:cubicBezTo>
                <a:cubicBezTo>
                  <a:pt x="118028" y="54956"/>
                  <a:pt x="120833" y="49655"/>
                  <a:pt x="122749" y="42677"/>
                </a:cubicBezTo>
                <a:cubicBezTo>
                  <a:pt x="124665" y="35698"/>
                  <a:pt x="125623" y="30129"/>
                  <a:pt x="125623" y="259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FDE9B0-8C18-443E-9905-8294E997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6389" y="6014657"/>
            <a:ext cx="147381" cy="137492"/>
          </a:xfrm>
          <a:custGeom xmlns:a="http://schemas.openxmlformats.org/drawingml/2006/main">
            <a:pathLst>
              <a:path w="147381" h="137492" fill="none">
                <a:moveTo>
                  <a:pt x="52138" y="11072"/>
                </a:moveTo>
                <a:cubicBezTo>
                  <a:pt x="52138" y="10132"/>
                  <a:pt x="48238" y="9528"/>
                  <a:pt x="40437" y="9260"/>
                </a:cubicBezTo>
                <a:cubicBezTo>
                  <a:pt x="37153" y="9260"/>
                  <a:pt x="35032" y="9193"/>
                  <a:pt x="34074" y="9059"/>
                </a:cubicBezTo>
                <a:cubicBezTo>
                  <a:pt x="33116" y="8925"/>
                  <a:pt x="32637" y="8254"/>
                  <a:pt x="32637" y="7046"/>
                </a:cubicBezTo>
                <a:cubicBezTo>
                  <a:pt x="32637" y="6911"/>
                  <a:pt x="32774" y="6173"/>
                  <a:pt x="33048" y="4831"/>
                </a:cubicBezTo>
                <a:cubicBezTo>
                  <a:pt x="33869" y="2147"/>
                  <a:pt x="34485" y="671"/>
                  <a:pt x="34895" y="403"/>
                </a:cubicBezTo>
                <a:cubicBezTo>
                  <a:pt x="35306" y="134"/>
                  <a:pt x="48580" y="0"/>
                  <a:pt x="74717" y="0"/>
                </a:cubicBezTo>
                <a:cubicBezTo>
                  <a:pt x="100717" y="134"/>
                  <a:pt x="114607" y="336"/>
                  <a:pt x="116386" y="604"/>
                </a:cubicBezTo>
                <a:cubicBezTo>
                  <a:pt x="125144" y="2080"/>
                  <a:pt x="132465" y="5368"/>
                  <a:pt x="138349" y="10468"/>
                </a:cubicBezTo>
                <a:cubicBezTo>
                  <a:pt x="144234" y="15568"/>
                  <a:pt x="147244" y="22345"/>
                  <a:pt x="147381" y="30800"/>
                </a:cubicBezTo>
                <a:cubicBezTo>
                  <a:pt x="147381" y="41133"/>
                  <a:pt x="142865" y="50595"/>
                  <a:pt x="133833" y="59184"/>
                </a:cubicBezTo>
                <a:cubicBezTo>
                  <a:pt x="124391" y="68310"/>
                  <a:pt x="112212" y="74081"/>
                  <a:pt x="97296" y="76496"/>
                </a:cubicBezTo>
                <a:cubicBezTo>
                  <a:pt x="96338" y="76630"/>
                  <a:pt x="89154" y="76765"/>
                  <a:pt x="75743" y="76899"/>
                </a:cubicBezTo>
                <a:lnTo>
                  <a:pt x="56243" y="76899"/>
                </a:lnTo>
                <a:lnTo>
                  <a:pt x="50085" y="100854"/>
                </a:lnTo>
                <a:cubicBezTo>
                  <a:pt x="45980" y="116422"/>
                  <a:pt x="43927" y="124675"/>
                  <a:pt x="43927" y="125615"/>
                </a:cubicBezTo>
                <a:cubicBezTo>
                  <a:pt x="43927" y="126152"/>
                  <a:pt x="43995" y="126487"/>
                  <a:pt x="44132" y="126621"/>
                </a:cubicBezTo>
                <a:cubicBezTo>
                  <a:pt x="44269" y="126756"/>
                  <a:pt x="44748" y="127024"/>
                  <a:pt x="45569" y="127427"/>
                </a:cubicBezTo>
                <a:cubicBezTo>
                  <a:pt x="46390" y="127829"/>
                  <a:pt x="47553" y="127963"/>
                  <a:pt x="49059" y="127829"/>
                </a:cubicBezTo>
                <a:cubicBezTo>
                  <a:pt x="50564" y="127695"/>
                  <a:pt x="52822" y="127829"/>
                  <a:pt x="55832" y="128232"/>
                </a:cubicBezTo>
                <a:lnTo>
                  <a:pt x="62196" y="128232"/>
                </a:lnTo>
                <a:cubicBezTo>
                  <a:pt x="63017" y="129440"/>
                  <a:pt x="63427" y="130178"/>
                  <a:pt x="63427" y="130446"/>
                </a:cubicBezTo>
                <a:cubicBezTo>
                  <a:pt x="63427" y="132593"/>
                  <a:pt x="62948" y="134607"/>
                  <a:pt x="61990" y="136485"/>
                </a:cubicBezTo>
                <a:cubicBezTo>
                  <a:pt x="61306" y="137156"/>
                  <a:pt x="60211" y="137492"/>
                  <a:pt x="58706" y="137492"/>
                </a:cubicBezTo>
                <a:cubicBezTo>
                  <a:pt x="58296" y="137492"/>
                  <a:pt x="55764" y="137425"/>
                  <a:pt x="51111" y="137291"/>
                </a:cubicBezTo>
                <a:cubicBezTo>
                  <a:pt x="46459" y="137156"/>
                  <a:pt x="39616" y="137089"/>
                  <a:pt x="30585" y="137089"/>
                </a:cubicBezTo>
                <a:cubicBezTo>
                  <a:pt x="22100" y="137089"/>
                  <a:pt x="15600" y="137089"/>
                  <a:pt x="11084" y="137089"/>
                </a:cubicBezTo>
                <a:cubicBezTo>
                  <a:pt x="6569" y="137089"/>
                  <a:pt x="4105" y="137156"/>
                  <a:pt x="3695" y="137291"/>
                </a:cubicBezTo>
                <a:cubicBezTo>
                  <a:pt x="1232" y="137291"/>
                  <a:pt x="0" y="136620"/>
                  <a:pt x="0" y="135278"/>
                </a:cubicBezTo>
                <a:cubicBezTo>
                  <a:pt x="0" y="135009"/>
                  <a:pt x="205" y="134070"/>
                  <a:pt x="616" y="132459"/>
                </a:cubicBezTo>
                <a:cubicBezTo>
                  <a:pt x="1163" y="130312"/>
                  <a:pt x="1711" y="129104"/>
                  <a:pt x="2258" y="128836"/>
                </a:cubicBezTo>
                <a:cubicBezTo>
                  <a:pt x="2805" y="128567"/>
                  <a:pt x="4379" y="128366"/>
                  <a:pt x="6979" y="128232"/>
                </a:cubicBezTo>
                <a:cubicBezTo>
                  <a:pt x="10674" y="128232"/>
                  <a:pt x="14779" y="128031"/>
                  <a:pt x="19295" y="127628"/>
                </a:cubicBezTo>
                <a:cubicBezTo>
                  <a:pt x="21211" y="127225"/>
                  <a:pt x="22511" y="126420"/>
                  <a:pt x="23195" y="125212"/>
                </a:cubicBezTo>
                <a:cubicBezTo>
                  <a:pt x="23606" y="124675"/>
                  <a:pt x="28532" y="106021"/>
                  <a:pt x="37974" y="69249"/>
                </a:cubicBezTo>
                <a:cubicBezTo>
                  <a:pt x="47416" y="32477"/>
                  <a:pt x="52138" y="13085"/>
                  <a:pt x="52138" y="11072"/>
                </a:cubicBezTo>
                <a:close/>
                <a:moveTo>
                  <a:pt x="125623" y="25968"/>
                </a:moveTo>
                <a:cubicBezTo>
                  <a:pt x="125623" y="24224"/>
                  <a:pt x="125486" y="22815"/>
                  <a:pt x="125212" y="21741"/>
                </a:cubicBezTo>
                <a:cubicBezTo>
                  <a:pt x="124939" y="20667"/>
                  <a:pt x="124323" y="19191"/>
                  <a:pt x="123365" y="17312"/>
                </a:cubicBezTo>
                <a:cubicBezTo>
                  <a:pt x="122407" y="15433"/>
                  <a:pt x="120696" y="13957"/>
                  <a:pt x="118233" y="12884"/>
                </a:cubicBezTo>
                <a:cubicBezTo>
                  <a:pt x="115770" y="11810"/>
                  <a:pt x="112417" y="10736"/>
                  <a:pt x="108175" y="9663"/>
                </a:cubicBezTo>
                <a:cubicBezTo>
                  <a:pt x="107217" y="9528"/>
                  <a:pt x="101744" y="9394"/>
                  <a:pt x="91754" y="9260"/>
                </a:cubicBezTo>
                <a:cubicBezTo>
                  <a:pt x="89428" y="9260"/>
                  <a:pt x="87033" y="9260"/>
                  <a:pt x="84570" y="9260"/>
                </a:cubicBezTo>
                <a:cubicBezTo>
                  <a:pt x="82106" y="9260"/>
                  <a:pt x="80122" y="9327"/>
                  <a:pt x="78617" y="9461"/>
                </a:cubicBezTo>
                <a:cubicBezTo>
                  <a:pt x="77112" y="9596"/>
                  <a:pt x="76291" y="9596"/>
                  <a:pt x="76154" y="9461"/>
                </a:cubicBezTo>
                <a:cubicBezTo>
                  <a:pt x="74375" y="9596"/>
                  <a:pt x="73143" y="10200"/>
                  <a:pt x="72459" y="11273"/>
                </a:cubicBezTo>
                <a:cubicBezTo>
                  <a:pt x="72185" y="12078"/>
                  <a:pt x="70885" y="17245"/>
                  <a:pt x="68559" y="26774"/>
                </a:cubicBezTo>
                <a:cubicBezTo>
                  <a:pt x="66232" y="36302"/>
                  <a:pt x="63838" y="45562"/>
                  <a:pt x="61375" y="54554"/>
                </a:cubicBezTo>
                <a:cubicBezTo>
                  <a:pt x="58911" y="63546"/>
                  <a:pt x="57680" y="68108"/>
                  <a:pt x="57680" y="68243"/>
                </a:cubicBezTo>
                <a:cubicBezTo>
                  <a:pt x="57680" y="68511"/>
                  <a:pt x="63222" y="68645"/>
                  <a:pt x="74306" y="68645"/>
                </a:cubicBezTo>
                <a:lnTo>
                  <a:pt x="76769" y="68645"/>
                </a:lnTo>
                <a:lnTo>
                  <a:pt x="81491" y="68645"/>
                </a:lnTo>
                <a:cubicBezTo>
                  <a:pt x="96817" y="68645"/>
                  <a:pt x="107765" y="65290"/>
                  <a:pt x="114333" y="58580"/>
                </a:cubicBezTo>
                <a:cubicBezTo>
                  <a:pt x="118028" y="54956"/>
                  <a:pt x="120833" y="49655"/>
                  <a:pt x="122749" y="42677"/>
                </a:cubicBezTo>
                <a:cubicBezTo>
                  <a:pt x="124665" y="35698"/>
                  <a:pt x="125623" y="30129"/>
                  <a:pt x="125623" y="259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3" cap="flat">
            <a:solidFill>
              <a:srgbClr val="000000">
                <a:alpha val="12680"/>
              </a:srgbClr>
            </a:solidFill>
            <a:miter/>
          </a:ln>
        </p:spPr>
      </p:sp>
      <p:sp>
        <p:nvSpPr>
          <p:cNvPr id="7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97C6E3-2797-4ADA-90FB-5CAE11DF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426" y="6087558"/>
            <a:ext cx="57904" cy="94787"/>
          </a:xfrm>
          <a:custGeom xmlns:a="http://schemas.openxmlformats.org/drawingml/2006/main">
            <a:pathLst>
              <a:path w="57904" h="94787">
                <a:moveTo>
                  <a:pt x="8562" y="33731"/>
                </a:moveTo>
                <a:cubicBezTo>
                  <a:pt x="5950" y="33731"/>
                  <a:pt x="3870" y="32877"/>
                  <a:pt x="2322" y="31169"/>
                </a:cubicBezTo>
                <a:cubicBezTo>
                  <a:pt x="774" y="29461"/>
                  <a:pt x="0" y="27374"/>
                  <a:pt x="0" y="24907"/>
                </a:cubicBezTo>
                <a:cubicBezTo>
                  <a:pt x="0" y="18170"/>
                  <a:pt x="2564" y="12335"/>
                  <a:pt x="7692" y="7401"/>
                </a:cubicBezTo>
                <a:cubicBezTo>
                  <a:pt x="12819" y="2467"/>
                  <a:pt x="19205" y="0"/>
                  <a:pt x="26848" y="0"/>
                </a:cubicBezTo>
                <a:cubicBezTo>
                  <a:pt x="35652" y="0"/>
                  <a:pt x="43005" y="2657"/>
                  <a:pt x="48906" y="7970"/>
                </a:cubicBezTo>
                <a:cubicBezTo>
                  <a:pt x="54808" y="13283"/>
                  <a:pt x="57807" y="20162"/>
                  <a:pt x="57904" y="28607"/>
                </a:cubicBezTo>
                <a:cubicBezTo>
                  <a:pt x="57904" y="32687"/>
                  <a:pt x="56937" y="36577"/>
                  <a:pt x="55002" y="40277"/>
                </a:cubicBezTo>
                <a:cubicBezTo>
                  <a:pt x="53067" y="43978"/>
                  <a:pt x="50745" y="47204"/>
                  <a:pt x="48036" y="49955"/>
                </a:cubicBezTo>
                <a:cubicBezTo>
                  <a:pt x="45327" y="52707"/>
                  <a:pt x="41457" y="56218"/>
                  <a:pt x="36426" y="60487"/>
                </a:cubicBezTo>
                <a:cubicBezTo>
                  <a:pt x="32943" y="63429"/>
                  <a:pt x="28105" y="67793"/>
                  <a:pt x="21914" y="73581"/>
                </a:cubicBezTo>
                <a:lnTo>
                  <a:pt x="13351" y="81551"/>
                </a:lnTo>
                <a:lnTo>
                  <a:pt x="24381" y="81694"/>
                </a:lnTo>
                <a:cubicBezTo>
                  <a:pt x="39570" y="81694"/>
                  <a:pt x="47649" y="81456"/>
                  <a:pt x="48616" y="80982"/>
                </a:cubicBezTo>
                <a:cubicBezTo>
                  <a:pt x="49293" y="80792"/>
                  <a:pt x="50454" y="76570"/>
                  <a:pt x="52099" y="68315"/>
                </a:cubicBezTo>
                <a:lnTo>
                  <a:pt x="52099" y="67888"/>
                </a:lnTo>
                <a:lnTo>
                  <a:pt x="57904" y="67888"/>
                </a:lnTo>
                <a:lnTo>
                  <a:pt x="57904" y="68315"/>
                </a:lnTo>
                <a:cubicBezTo>
                  <a:pt x="57807" y="68600"/>
                  <a:pt x="57178" y="72917"/>
                  <a:pt x="56017" y="81267"/>
                </a:cubicBezTo>
                <a:cubicBezTo>
                  <a:pt x="54857" y="89616"/>
                  <a:pt x="54131" y="93981"/>
                  <a:pt x="53841" y="94360"/>
                </a:cubicBezTo>
                <a:lnTo>
                  <a:pt x="53841" y="94787"/>
                </a:lnTo>
                <a:lnTo>
                  <a:pt x="0" y="94787"/>
                </a:lnTo>
                <a:lnTo>
                  <a:pt x="0" y="92083"/>
                </a:lnTo>
                <a:lnTo>
                  <a:pt x="0" y="90375"/>
                </a:lnTo>
                <a:cubicBezTo>
                  <a:pt x="0" y="89711"/>
                  <a:pt x="290" y="88999"/>
                  <a:pt x="871" y="88240"/>
                </a:cubicBezTo>
                <a:cubicBezTo>
                  <a:pt x="1451" y="87481"/>
                  <a:pt x="2902" y="85821"/>
                  <a:pt x="5224" y="83259"/>
                </a:cubicBezTo>
                <a:cubicBezTo>
                  <a:pt x="8030" y="80223"/>
                  <a:pt x="10449" y="77566"/>
                  <a:pt x="12481" y="75289"/>
                </a:cubicBezTo>
                <a:cubicBezTo>
                  <a:pt x="13351" y="74340"/>
                  <a:pt x="14996" y="72585"/>
                  <a:pt x="17415" y="70023"/>
                </a:cubicBezTo>
                <a:cubicBezTo>
                  <a:pt x="19833" y="67461"/>
                  <a:pt x="21478" y="65706"/>
                  <a:pt x="22349" y="64757"/>
                </a:cubicBezTo>
                <a:cubicBezTo>
                  <a:pt x="23220" y="63808"/>
                  <a:pt x="24623" y="62243"/>
                  <a:pt x="26558" y="60060"/>
                </a:cubicBezTo>
                <a:cubicBezTo>
                  <a:pt x="28492" y="57878"/>
                  <a:pt x="29847" y="56265"/>
                  <a:pt x="30621" y="55221"/>
                </a:cubicBezTo>
                <a:cubicBezTo>
                  <a:pt x="31395" y="54178"/>
                  <a:pt x="32508" y="52754"/>
                  <a:pt x="33959" y="50952"/>
                </a:cubicBezTo>
                <a:cubicBezTo>
                  <a:pt x="35410" y="49149"/>
                  <a:pt x="36426" y="47631"/>
                  <a:pt x="37006" y="46397"/>
                </a:cubicBezTo>
                <a:cubicBezTo>
                  <a:pt x="37587" y="45164"/>
                  <a:pt x="38312" y="43788"/>
                  <a:pt x="39183" y="42270"/>
                </a:cubicBezTo>
                <a:cubicBezTo>
                  <a:pt x="40054" y="40752"/>
                  <a:pt x="40683" y="39234"/>
                  <a:pt x="41070" y="37716"/>
                </a:cubicBezTo>
                <a:cubicBezTo>
                  <a:pt x="41457" y="36198"/>
                  <a:pt x="41795" y="34774"/>
                  <a:pt x="42086" y="33446"/>
                </a:cubicBezTo>
                <a:cubicBezTo>
                  <a:pt x="42376" y="32118"/>
                  <a:pt x="42521" y="30552"/>
                  <a:pt x="42521" y="28749"/>
                </a:cubicBezTo>
                <a:cubicBezTo>
                  <a:pt x="42521" y="22772"/>
                  <a:pt x="40876" y="17601"/>
                  <a:pt x="37587" y="13236"/>
                </a:cubicBezTo>
                <a:cubicBezTo>
                  <a:pt x="34297" y="8871"/>
                  <a:pt x="29605" y="6689"/>
                  <a:pt x="23510" y="6689"/>
                </a:cubicBezTo>
                <a:cubicBezTo>
                  <a:pt x="20317" y="6689"/>
                  <a:pt x="17512" y="7496"/>
                  <a:pt x="15093" y="9109"/>
                </a:cubicBezTo>
                <a:cubicBezTo>
                  <a:pt x="12674" y="10722"/>
                  <a:pt x="10981" y="12287"/>
                  <a:pt x="10013" y="13805"/>
                </a:cubicBezTo>
                <a:cubicBezTo>
                  <a:pt x="9046" y="15323"/>
                  <a:pt x="8562" y="16225"/>
                  <a:pt x="8562" y="16509"/>
                </a:cubicBezTo>
                <a:cubicBezTo>
                  <a:pt x="8562" y="16604"/>
                  <a:pt x="8804" y="16652"/>
                  <a:pt x="9288" y="16652"/>
                </a:cubicBezTo>
                <a:cubicBezTo>
                  <a:pt x="11029" y="16652"/>
                  <a:pt x="12819" y="17316"/>
                  <a:pt x="14657" y="18644"/>
                </a:cubicBezTo>
                <a:cubicBezTo>
                  <a:pt x="16496" y="19973"/>
                  <a:pt x="17415" y="22155"/>
                  <a:pt x="17415" y="25191"/>
                </a:cubicBezTo>
                <a:cubicBezTo>
                  <a:pt x="17415" y="27563"/>
                  <a:pt x="16641" y="29556"/>
                  <a:pt x="15093" y="31169"/>
                </a:cubicBezTo>
                <a:cubicBezTo>
                  <a:pt x="13545" y="32782"/>
                  <a:pt x="11368" y="33636"/>
                  <a:pt x="8562" y="337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8CF811-BFC6-4903-910D-6F8C9631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426" y="6087558"/>
            <a:ext cx="57904" cy="94787"/>
          </a:xfrm>
          <a:custGeom xmlns:a="http://schemas.openxmlformats.org/drawingml/2006/main">
            <a:pathLst>
              <a:path w="57904" h="94787" fill="none">
                <a:moveTo>
                  <a:pt x="8562" y="33731"/>
                </a:moveTo>
                <a:cubicBezTo>
                  <a:pt x="5950" y="33731"/>
                  <a:pt x="3870" y="32877"/>
                  <a:pt x="2322" y="31169"/>
                </a:cubicBezTo>
                <a:cubicBezTo>
                  <a:pt x="774" y="29461"/>
                  <a:pt x="0" y="27374"/>
                  <a:pt x="0" y="24907"/>
                </a:cubicBezTo>
                <a:cubicBezTo>
                  <a:pt x="0" y="18170"/>
                  <a:pt x="2564" y="12335"/>
                  <a:pt x="7692" y="7401"/>
                </a:cubicBezTo>
                <a:cubicBezTo>
                  <a:pt x="12819" y="2467"/>
                  <a:pt x="19205" y="0"/>
                  <a:pt x="26848" y="0"/>
                </a:cubicBezTo>
                <a:cubicBezTo>
                  <a:pt x="35652" y="0"/>
                  <a:pt x="43005" y="2657"/>
                  <a:pt x="48906" y="7970"/>
                </a:cubicBezTo>
                <a:cubicBezTo>
                  <a:pt x="54808" y="13283"/>
                  <a:pt x="57807" y="20162"/>
                  <a:pt x="57904" y="28607"/>
                </a:cubicBezTo>
                <a:cubicBezTo>
                  <a:pt x="57904" y="32687"/>
                  <a:pt x="56937" y="36577"/>
                  <a:pt x="55002" y="40277"/>
                </a:cubicBezTo>
                <a:cubicBezTo>
                  <a:pt x="53067" y="43978"/>
                  <a:pt x="50745" y="47204"/>
                  <a:pt x="48036" y="49955"/>
                </a:cubicBezTo>
                <a:cubicBezTo>
                  <a:pt x="45327" y="52707"/>
                  <a:pt x="41457" y="56218"/>
                  <a:pt x="36426" y="60487"/>
                </a:cubicBezTo>
                <a:cubicBezTo>
                  <a:pt x="32943" y="63429"/>
                  <a:pt x="28105" y="67793"/>
                  <a:pt x="21914" y="73581"/>
                </a:cubicBezTo>
                <a:lnTo>
                  <a:pt x="13351" y="81551"/>
                </a:lnTo>
                <a:lnTo>
                  <a:pt x="24381" y="81694"/>
                </a:lnTo>
                <a:cubicBezTo>
                  <a:pt x="39570" y="81694"/>
                  <a:pt x="47649" y="81456"/>
                  <a:pt x="48616" y="80982"/>
                </a:cubicBezTo>
                <a:cubicBezTo>
                  <a:pt x="49293" y="80792"/>
                  <a:pt x="50454" y="76570"/>
                  <a:pt x="52099" y="68315"/>
                </a:cubicBezTo>
                <a:lnTo>
                  <a:pt x="52099" y="67888"/>
                </a:lnTo>
                <a:lnTo>
                  <a:pt x="57904" y="67888"/>
                </a:lnTo>
                <a:lnTo>
                  <a:pt x="57904" y="68315"/>
                </a:lnTo>
                <a:cubicBezTo>
                  <a:pt x="57807" y="68600"/>
                  <a:pt x="57178" y="72917"/>
                  <a:pt x="56017" y="81267"/>
                </a:cubicBezTo>
                <a:cubicBezTo>
                  <a:pt x="54857" y="89616"/>
                  <a:pt x="54131" y="93981"/>
                  <a:pt x="53841" y="94360"/>
                </a:cubicBezTo>
                <a:lnTo>
                  <a:pt x="53841" y="94787"/>
                </a:lnTo>
                <a:lnTo>
                  <a:pt x="0" y="94787"/>
                </a:lnTo>
                <a:lnTo>
                  <a:pt x="0" y="92083"/>
                </a:lnTo>
                <a:lnTo>
                  <a:pt x="0" y="90375"/>
                </a:lnTo>
                <a:cubicBezTo>
                  <a:pt x="0" y="89711"/>
                  <a:pt x="290" y="88999"/>
                  <a:pt x="871" y="88240"/>
                </a:cubicBezTo>
                <a:cubicBezTo>
                  <a:pt x="1451" y="87481"/>
                  <a:pt x="2902" y="85821"/>
                  <a:pt x="5224" y="83259"/>
                </a:cubicBezTo>
                <a:cubicBezTo>
                  <a:pt x="8030" y="80223"/>
                  <a:pt x="10449" y="77566"/>
                  <a:pt x="12481" y="75289"/>
                </a:cubicBezTo>
                <a:cubicBezTo>
                  <a:pt x="13351" y="74340"/>
                  <a:pt x="14996" y="72585"/>
                  <a:pt x="17415" y="70023"/>
                </a:cubicBezTo>
                <a:cubicBezTo>
                  <a:pt x="19833" y="67461"/>
                  <a:pt x="21478" y="65706"/>
                  <a:pt x="22349" y="64757"/>
                </a:cubicBezTo>
                <a:cubicBezTo>
                  <a:pt x="23220" y="63808"/>
                  <a:pt x="24623" y="62243"/>
                  <a:pt x="26558" y="60060"/>
                </a:cubicBezTo>
                <a:cubicBezTo>
                  <a:pt x="28492" y="57878"/>
                  <a:pt x="29847" y="56265"/>
                  <a:pt x="30621" y="55221"/>
                </a:cubicBezTo>
                <a:cubicBezTo>
                  <a:pt x="31395" y="54178"/>
                  <a:pt x="32508" y="52754"/>
                  <a:pt x="33959" y="50952"/>
                </a:cubicBezTo>
                <a:cubicBezTo>
                  <a:pt x="35410" y="49149"/>
                  <a:pt x="36426" y="47631"/>
                  <a:pt x="37006" y="46397"/>
                </a:cubicBezTo>
                <a:cubicBezTo>
                  <a:pt x="37587" y="45164"/>
                  <a:pt x="38312" y="43788"/>
                  <a:pt x="39183" y="42270"/>
                </a:cubicBezTo>
                <a:cubicBezTo>
                  <a:pt x="40054" y="40752"/>
                  <a:pt x="40683" y="39234"/>
                  <a:pt x="41070" y="37716"/>
                </a:cubicBezTo>
                <a:cubicBezTo>
                  <a:pt x="41457" y="36198"/>
                  <a:pt x="41795" y="34774"/>
                  <a:pt x="42086" y="33446"/>
                </a:cubicBezTo>
                <a:cubicBezTo>
                  <a:pt x="42376" y="32118"/>
                  <a:pt x="42521" y="30552"/>
                  <a:pt x="42521" y="28749"/>
                </a:cubicBezTo>
                <a:cubicBezTo>
                  <a:pt x="42521" y="22772"/>
                  <a:pt x="40876" y="17601"/>
                  <a:pt x="37587" y="13236"/>
                </a:cubicBezTo>
                <a:cubicBezTo>
                  <a:pt x="34297" y="8871"/>
                  <a:pt x="29605" y="6689"/>
                  <a:pt x="23510" y="6689"/>
                </a:cubicBezTo>
                <a:cubicBezTo>
                  <a:pt x="20317" y="6689"/>
                  <a:pt x="17512" y="7496"/>
                  <a:pt x="15093" y="9109"/>
                </a:cubicBezTo>
                <a:cubicBezTo>
                  <a:pt x="12674" y="10722"/>
                  <a:pt x="10981" y="12287"/>
                  <a:pt x="10013" y="13805"/>
                </a:cubicBezTo>
                <a:cubicBezTo>
                  <a:pt x="9046" y="15323"/>
                  <a:pt x="8562" y="16225"/>
                  <a:pt x="8562" y="16509"/>
                </a:cubicBezTo>
                <a:cubicBezTo>
                  <a:pt x="8562" y="16604"/>
                  <a:pt x="8804" y="16652"/>
                  <a:pt x="9288" y="16652"/>
                </a:cubicBezTo>
                <a:cubicBezTo>
                  <a:pt x="11029" y="16652"/>
                  <a:pt x="12819" y="17316"/>
                  <a:pt x="14657" y="18644"/>
                </a:cubicBezTo>
                <a:cubicBezTo>
                  <a:pt x="16496" y="19973"/>
                  <a:pt x="17415" y="22155"/>
                  <a:pt x="17415" y="25191"/>
                </a:cubicBezTo>
                <a:cubicBezTo>
                  <a:pt x="17415" y="27563"/>
                  <a:pt x="16641" y="29556"/>
                  <a:pt x="15093" y="31169"/>
                </a:cubicBezTo>
                <a:cubicBezTo>
                  <a:pt x="13545" y="32782"/>
                  <a:pt x="11368" y="33636"/>
                  <a:pt x="8562" y="337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4" cap="flat">
            <a:solidFill>
              <a:srgbClr val="000000">
                <a:alpha val="8960"/>
              </a:srgbClr>
            </a:solidFill>
            <a:miter/>
          </a:ln>
        </p:spPr>
      </p:sp>
      <p:sp>
        <p:nvSpPr>
          <p:cNvPr id="7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A6A1D3-2D2D-41C0-9BCF-E24E6506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310" y="6001170"/>
            <a:ext cx="49059" cy="201306"/>
          </a:xfrm>
          <a:custGeom xmlns:a="http://schemas.openxmlformats.org/drawingml/2006/main">
            <a:pathLst>
              <a:path w="49059" h="201306">
                <a:moveTo>
                  <a:pt x="0" y="100653"/>
                </a:moveTo>
                <a:cubicBezTo>
                  <a:pt x="0" y="91393"/>
                  <a:pt x="684" y="82602"/>
                  <a:pt x="2053" y="74282"/>
                </a:cubicBezTo>
                <a:cubicBezTo>
                  <a:pt x="3421" y="65961"/>
                  <a:pt x="4995" y="58781"/>
                  <a:pt x="6774" y="52742"/>
                </a:cubicBezTo>
                <a:cubicBezTo>
                  <a:pt x="8553" y="46703"/>
                  <a:pt x="11084" y="40798"/>
                  <a:pt x="14369" y="35027"/>
                </a:cubicBezTo>
                <a:cubicBezTo>
                  <a:pt x="17653" y="29256"/>
                  <a:pt x="20253" y="24761"/>
                  <a:pt x="22169" y="21540"/>
                </a:cubicBezTo>
                <a:cubicBezTo>
                  <a:pt x="24085" y="18319"/>
                  <a:pt x="26958" y="14830"/>
                  <a:pt x="30790" y="11072"/>
                </a:cubicBezTo>
                <a:cubicBezTo>
                  <a:pt x="34622" y="7314"/>
                  <a:pt x="36879" y="5033"/>
                  <a:pt x="37564" y="4227"/>
                </a:cubicBezTo>
                <a:cubicBezTo>
                  <a:pt x="38248" y="3422"/>
                  <a:pt x="39958" y="2013"/>
                  <a:pt x="42695" y="0"/>
                </a:cubicBezTo>
                <a:lnTo>
                  <a:pt x="45364" y="0"/>
                </a:lnTo>
                <a:lnTo>
                  <a:pt x="46185" y="0"/>
                </a:lnTo>
                <a:cubicBezTo>
                  <a:pt x="48101" y="0"/>
                  <a:pt x="49059" y="604"/>
                  <a:pt x="49059" y="1812"/>
                </a:cubicBezTo>
                <a:cubicBezTo>
                  <a:pt x="49059" y="2214"/>
                  <a:pt x="47895" y="3624"/>
                  <a:pt x="45569" y="6039"/>
                </a:cubicBezTo>
                <a:cubicBezTo>
                  <a:pt x="43243" y="8455"/>
                  <a:pt x="40437" y="12011"/>
                  <a:pt x="37153" y="16708"/>
                </a:cubicBezTo>
                <a:cubicBezTo>
                  <a:pt x="33869" y="21406"/>
                  <a:pt x="30516" y="27176"/>
                  <a:pt x="27095" y="34021"/>
                </a:cubicBezTo>
                <a:cubicBezTo>
                  <a:pt x="23674" y="40865"/>
                  <a:pt x="20800" y="50125"/>
                  <a:pt x="18474" y="61801"/>
                </a:cubicBezTo>
                <a:cubicBezTo>
                  <a:pt x="16148" y="73477"/>
                  <a:pt x="14984" y="86427"/>
                  <a:pt x="14984" y="100653"/>
                </a:cubicBezTo>
                <a:cubicBezTo>
                  <a:pt x="14984" y="114879"/>
                  <a:pt x="16148" y="127762"/>
                  <a:pt x="18474" y="139304"/>
                </a:cubicBezTo>
                <a:cubicBezTo>
                  <a:pt x="20800" y="150845"/>
                  <a:pt x="23606" y="160172"/>
                  <a:pt x="26890" y="167285"/>
                </a:cubicBezTo>
                <a:cubicBezTo>
                  <a:pt x="30174" y="174398"/>
                  <a:pt x="33527" y="180169"/>
                  <a:pt x="36948" y="184597"/>
                </a:cubicBezTo>
                <a:cubicBezTo>
                  <a:pt x="40369" y="189026"/>
                  <a:pt x="43243" y="192583"/>
                  <a:pt x="45569" y="195267"/>
                </a:cubicBezTo>
                <a:cubicBezTo>
                  <a:pt x="47895" y="197951"/>
                  <a:pt x="49059" y="199360"/>
                  <a:pt x="49059" y="199494"/>
                </a:cubicBezTo>
                <a:cubicBezTo>
                  <a:pt x="49059" y="200702"/>
                  <a:pt x="48032" y="201306"/>
                  <a:pt x="45980" y="201306"/>
                </a:cubicBezTo>
                <a:lnTo>
                  <a:pt x="45364" y="201306"/>
                </a:lnTo>
                <a:lnTo>
                  <a:pt x="42695" y="201306"/>
                </a:lnTo>
                <a:lnTo>
                  <a:pt x="36948" y="196474"/>
                </a:lnTo>
                <a:cubicBezTo>
                  <a:pt x="24085" y="185067"/>
                  <a:pt x="14711" y="170842"/>
                  <a:pt x="8826" y="153798"/>
                </a:cubicBezTo>
                <a:cubicBezTo>
                  <a:pt x="2942" y="136754"/>
                  <a:pt x="0" y="119039"/>
                  <a:pt x="0" y="1006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74D94E-31BF-4A8D-9E81-7D35749E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310" y="6001170"/>
            <a:ext cx="49059" cy="201306"/>
          </a:xfrm>
          <a:custGeom xmlns:a="http://schemas.openxmlformats.org/drawingml/2006/main">
            <a:pathLst>
              <a:path w="49059" h="201306" fill="none">
                <a:moveTo>
                  <a:pt x="0" y="100653"/>
                </a:moveTo>
                <a:cubicBezTo>
                  <a:pt x="0" y="91393"/>
                  <a:pt x="684" y="82602"/>
                  <a:pt x="2053" y="74282"/>
                </a:cubicBezTo>
                <a:cubicBezTo>
                  <a:pt x="3421" y="65961"/>
                  <a:pt x="4995" y="58781"/>
                  <a:pt x="6774" y="52742"/>
                </a:cubicBezTo>
                <a:cubicBezTo>
                  <a:pt x="8553" y="46703"/>
                  <a:pt x="11084" y="40798"/>
                  <a:pt x="14369" y="35027"/>
                </a:cubicBezTo>
                <a:cubicBezTo>
                  <a:pt x="17653" y="29256"/>
                  <a:pt x="20253" y="24761"/>
                  <a:pt x="22169" y="21540"/>
                </a:cubicBezTo>
                <a:cubicBezTo>
                  <a:pt x="24085" y="18319"/>
                  <a:pt x="26958" y="14830"/>
                  <a:pt x="30790" y="11072"/>
                </a:cubicBezTo>
                <a:cubicBezTo>
                  <a:pt x="34622" y="7314"/>
                  <a:pt x="36879" y="5033"/>
                  <a:pt x="37564" y="4227"/>
                </a:cubicBezTo>
                <a:cubicBezTo>
                  <a:pt x="38248" y="3422"/>
                  <a:pt x="39958" y="2013"/>
                  <a:pt x="42695" y="0"/>
                </a:cubicBezTo>
                <a:lnTo>
                  <a:pt x="45364" y="0"/>
                </a:lnTo>
                <a:lnTo>
                  <a:pt x="46185" y="0"/>
                </a:lnTo>
                <a:cubicBezTo>
                  <a:pt x="48101" y="0"/>
                  <a:pt x="49059" y="604"/>
                  <a:pt x="49059" y="1812"/>
                </a:cubicBezTo>
                <a:cubicBezTo>
                  <a:pt x="49059" y="2214"/>
                  <a:pt x="47895" y="3624"/>
                  <a:pt x="45569" y="6039"/>
                </a:cubicBezTo>
                <a:cubicBezTo>
                  <a:pt x="43243" y="8455"/>
                  <a:pt x="40437" y="12011"/>
                  <a:pt x="37153" y="16708"/>
                </a:cubicBezTo>
                <a:cubicBezTo>
                  <a:pt x="33869" y="21406"/>
                  <a:pt x="30516" y="27176"/>
                  <a:pt x="27095" y="34021"/>
                </a:cubicBezTo>
                <a:cubicBezTo>
                  <a:pt x="23674" y="40865"/>
                  <a:pt x="20800" y="50125"/>
                  <a:pt x="18474" y="61801"/>
                </a:cubicBezTo>
                <a:cubicBezTo>
                  <a:pt x="16148" y="73477"/>
                  <a:pt x="14984" y="86427"/>
                  <a:pt x="14984" y="100653"/>
                </a:cubicBezTo>
                <a:cubicBezTo>
                  <a:pt x="14984" y="114879"/>
                  <a:pt x="16148" y="127762"/>
                  <a:pt x="18474" y="139304"/>
                </a:cubicBezTo>
                <a:cubicBezTo>
                  <a:pt x="20800" y="150845"/>
                  <a:pt x="23606" y="160172"/>
                  <a:pt x="26890" y="167285"/>
                </a:cubicBezTo>
                <a:cubicBezTo>
                  <a:pt x="30174" y="174398"/>
                  <a:pt x="33527" y="180169"/>
                  <a:pt x="36948" y="184597"/>
                </a:cubicBezTo>
                <a:cubicBezTo>
                  <a:pt x="40369" y="189026"/>
                  <a:pt x="43243" y="192583"/>
                  <a:pt x="45569" y="195267"/>
                </a:cubicBezTo>
                <a:cubicBezTo>
                  <a:pt x="47895" y="197951"/>
                  <a:pt x="49059" y="199360"/>
                  <a:pt x="49059" y="199494"/>
                </a:cubicBezTo>
                <a:cubicBezTo>
                  <a:pt x="49059" y="200702"/>
                  <a:pt x="48032" y="201306"/>
                  <a:pt x="45980" y="201306"/>
                </a:cubicBezTo>
                <a:lnTo>
                  <a:pt x="45364" y="201306"/>
                </a:lnTo>
                <a:lnTo>
                  <a:pt x="42695" y="201306"/>
                </a:lnTo>
                <a:lnTo>
                  <a:pt x="36948" y="196474"/>
                </a:lnTo>
                <a:cubicBezTo>
                  <a:pt x="24085" y="185067"/>
                  <a:pt x="14711" y="170842"/>
                  <a:pt x="8826" y="153798"/>
                </a:cubicBezTo>
                <a:cubicBezTo>
                  <a:pt x="2942" y="136754"/>
                  <a:pt x="0" y="119039"/>
                  <a:pt x="0" y="10065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3" cap="flat">
            <a:solidFill>
              <a:srgbClr val="000000">
                <a:alpha val="12680"/>
              </a:srgbClr>
            </a:solidFill>
            <a:miter/>
          </a:ln>
        </p:spPr>
      </p:sp>
      <p:sp>
        <p:nvSpPr>
          <p:cNvPr id="7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27A573-6DA8-4E75-8B77-D76B265B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1128" y="6010229"/>
            <a:ext cx="145739" cy="146349"/>
          </a:xfrm>
          <a:custGeom xmlns:a="http://schemas.openxmlformats.org/drawingml/2006/main">
            <a:pathLst>
              <a:path w="145739" h="146349">
                <a:moveTo>
                  <a:pt x="0" y="91192"/>
                </a:moveTo>
                <a:cubicBezTo>
                  <a:pt x="0" y="75758"/>
                  <a:pt x="4584" y="60929"/>
                  <a:pt x="13753" y="46703"/>
                </a:cubicBezTo>
                <a:cubicBezTo>
                  <a:pt x="22921" y="32477"/>
                  <a:pt x="34485" y="21204"/>
                  <a:pt x="48443" y="12884"/>
                </a:cubicBezTo>
                <a:cubicBezTo>
                  <a:pt x="62401" y="4563"/>
                  <a:pt x="76359" y="336"/>
                  <a:pt x="90317" y="201"/>
                </a:cubicBezTo>
                <a:cubicBezTo>
                  <a:pt x="102633" y="201"/>
                  <a:pt x="112417" y="3624"/>
                  <a:pt x="119670" y="10468"/>
                </a:cubicBezTo>
                <a:cubicBezTo>
                  <a:pt x="120902" y="11810"/>
                  <a:pt x="121928" y="12951"/>
                  <a:pt x="122749" y="13890"/>
                </a:cubicBezTo>
                <a:cubicBezTo>
                  <a:pt x="123570" y="14830"/>
                  <a:pt x="124118" y="15501"/>
                  <a:pt x="124391" y="15903"/>
                </a:cubicBezTo>
                <a:lnTo>
                  <a:pt x="124596" y="16507"/>
                </a:lnTo>
                <a:cubicBezTo>
                  <a:pt x="125007" y="16507"/>
                  <a:pt x="126854" y="14762"/>
                  <a:pt x="130139" y="11273"/>
                </a:cubicBezTo>
                <a:cubicBezTo>
                  <a:pt x="131097" y="10468"/>
                  <a:pt x="132123" y="9528"/>
                  <a:pt x="133218" y="8455"/>
                </a:cubicBezTo>
                <a:cubicBezTo>
                  <a:pt x="134312" y="7381"/>
                  <a:pt x="135407" y="6308"/>
                  <a:pt x="136502" y="5234"/>
                </a:cubicBezTo>
                <a:cubicBezTo>
                  <a:pt x="137597" y="4160"/>
                  <a:pt x="138281" y="3422"/>
                  <a:pt x="138555" y="3020"/>
                </a:cubicBezTo>
                <a:lnTo>
                  <a:pt x="141634" y="0"/>
                </a:lnTo>
                <a:lnTo>
                  <a:pt x="142865" y="0"/>
                </a:lnTo>
                <a:cubicBezTo>
                  <a:pt x="144781" y="0"/>
                  <a:pt x="145739" y="470"/>
                  <a:pt x="145739" y="1409"/>
                </a:cubicBezTo>
                <a:cubicBezTo>
                  <a:pt x="145739" y="1946"/>
                  <a:pt x="143549" y="11139"/>
                  <a:pt x="139170" y="28988"/>
                </a:cubicBezTo>
                <a:cubicBezTo>
                  <a:pt x="134244" y="47642"/>
                  <a:pt x="131781" y="57037"/>
                  <a:pt x="131781" y="57171"/>
                </a:cubicBezTo>
                <a:cubicBezTo>
                  <a:pt x="131507" y="57842"/>
                  <a:pt x="131165" y="58244"/>
                  <a:pt x="130754" y="58379"/>
                </a:cubicBezTo>
                <a:cubicBezTo>
                  <a:pt x="130344" y="58513"/>
                  <a:pt x="129112" y="58647"/>
                  <a:pt x="127060" y="58781"/>
                </a:cubicBezTo>
                <a:lnTo>
                  <a:pt x="123775" y="58781"/>
                </a:lnTo>
                <a:cubicBezTo>
                  <a:pt x="122954" y="57976"/>
                  <a:pt x="122544" y="57372"/>
                  <a:pt x="122544" y="56970"/>
                </a:cubicBezTo>
                <a:cubicBezTo>
                  <a:pt x="122544" y="56835"/>
                  <a:pt x="122612" y="56366"/>
                  <a:pt x="122749" y="55560"/>
                </a:cubicBezTo>
                <a:cubicBezTo>
                  <a:pt x="122886" y="54755"/>
                  <a:pt x="123023" y="53413"/>
                  <a:pt x="123160" y="51534"/>
                </a:cubicBezTo>
                <a:cubicBezTo>
                  <a:pt x="123296" y="49655"/>
                  <a:pt x="123365" y="47508"/>
                  <a:pt x="123365" y="45093"/>
                </a:cubicBezTo>
                <a:cubicBezTo>
                  <a:pt x="123365" y="35564"/>
                  <a:pt x="121175" y="27243"/>
                  <a:pt x="116796" y="20131"/>
                </a:cubicBezTo>
                <a:cubicBezTo>
                  <a:pt x="112417" y="13018"/>
                  <a:pt x="104959" y="9394"/>
                  <a:pt x="94422" y="9260"/>
                </a:cubicBezTo>
                <a:cubicBezTo>
                  <a:pt x="91959" y="9260"/>
                  <a:pt x="89291" y="9461"/>
                  <a:pt x="86417" y="9864"/>
                </a:cubicBezTo>
                <a:cubicBezTo>
                  <a:pt x="83543" y="10267"/>
                  <a:pt x="79917" y="11139"/>
                  <a:pt x="75538" y="12481"/>
                </a:cubicBezTo>
                <a:cubicBezTo>
                  <a:pt x="71159" y="13823"/>
                  <a:pt x="66985" y="15702"/>
                  <a:pt x="63017" y="18118"/>
                </a:cubicBezTo>
                <a:cubicBezTo>
                  <a:pt x="59048" y="20533"/>
                  <a:pt x="54738" y="23754"/>
                  <a:pt x="50085" y="27780"/>
                </a:cubicBezTo>
                <a:cubicBezTo>
                  <a:pt x="45432" y="31806"/>
                  <a:pt x="41464" y="36571"/>
                  <a:pt x="38179" y="42073"/>
                </a:cubicBezTo>
                <a:cubicBezTo>
                  <a:pt x="34895" y="47575"/>
                  <a:pt x="31679" y="54420"/>
                  <a:pt x="28532" y="62606"/>
                </a:cubicBezTo>
                <a:cubicBezTo>
                  <a:pt x="25385" y="70793"/>
                  <a:pt x="23263" y="79784"/>
                  <a:pt x="22169" y="89581"/>
                </a:cubicBezTo>
                <a:cubicBezTo>
                  <a:pt x="21895" y="91997"/>
                  <a:pt x="21758" y="94614"/>
                  <a:pt x="21758" y="97432"/>
                </a:cubicBezTo>
                <a:cubicBezTo>
                  <a:pt x="21758" y="103874"/>
                  <a:pt x="22716" y="109577"/>
                  <a:pt x="24632" y="114543"/>
                </a:cubicBezTo>
                <a:cubicBezTo>
                  <a:pt x="26548" y="119509"/>
                  <a:pt x="29011" y="123333"/>
                  <a:pt x="32021" y="126017"/>
                </a:cubicBezTo>
                <a:cubicBezTo>
                  <a:pt x="35032" y="128702"/>
                  <a:pt x="38453" y="130983"/>
                  <a:pt x="42285" y="132862"/>
                </a:cubicBezTo>
                <a:cubicBezTo>
                  <a:pt x="46116" y="134741"/>
                  <a:pt x="49674" y="135881"/>
                  <a:pt x="52959" y="136284"/>
                </a:cubicBezTo>
                <a:cubicBezTo>
                  <a:pt x="56243" y="136687"/>
                  <a:pt x="59322" y="136955"/>
                  <a:pt x="62196" y="137089"/>
                </a:cubicBezTo>
                <a:cubicBezTo>
                  <a:pt x="69585" y="137089"/>
                  <a:pt x="76359" y="135546"/>
                  <a:pt x="82517" y="132459"/>
                </a:cubicBezTo>
                <a:cubicBezTo>
                  <a:pt x="88675" y="129373"/>
                  <a:pt x="92917" y="125414"/>
                  <a:pt x="95243" y="120582"/>
                </a:cubicBezTo>
                <a:cubicBezTo>
                  <a:pt x="95654" y="119509"/>
                  <a:pt x="96680" y="115818"/>
                  <a:pt x="98322" y="109510"/>
                </a:cubicBezTo>
                <a:cubicBezTo>
                  <a:pt x="99965" y="103203"/>
                  <a:pt x="100786" y="99646"/>
                  <a:pt x="100786" y="98841"/>
                </a:cubicBezTo>
                <a:cubicBezTo>
                  <a:pt x="100786" y="97768"/>
                  <a:pt x="99896" y="97097"/>
                  <a:pt x="98117" y="96828"/>
                </a:cubicBezTo>
                <a:cubicBezTo>
                  <a:pt x="96338" y="96560"/>
                  <a:pt x="92233" y="96358"/>
                  <a:pt x="85801" y="96224"/>
                </a:cubicBezTo>
                <a:lnTo>
                  <a:pt x="78206" y="96224"/>
                </a:lnTo>
                <a:cubicBezTo>
                  <a:pt x="77385" y="95419"/>
                  <a:pt x="76975" y="94882"/>
                  <a:pt x="76975" y="94614"/>
                </a:cubicBezTo>
                <a:cubicBezTo>
                  <a:pt x="76975" y="94345"/>
                  <a:pt x="77112" y="93070"/>
                  <a:pt x="77385" y="90789"/>
                </a:cubicBezTo>
                <a:cubicBezTo>
                  <a:pt x="77933" y="89044"/>
                  <a:pt x="78617" y="87769"/>
                  <a:pt x="79438" y="86964"/>
                </a:cubicBezTo>
                <a:lnTo>
                  <a:pt x="82927" y="86964"/>
                </a:lnTo>
                <a:cubicBezTo>
                  <a:pt x="88401" y="87233"/>
                  <a:pt x="97980" y="87367"/>
                  <a:pt x="111665" y="87367"/>
                </a:cubicBezTo>
                <a:cubicBezTo>
                  <a:pt x="117138" y="87367"/>
                  <a:pt x="121586" y="87367"/>
                  <a:pt x="125007" y="87367"/>
                </a:cubicBezTo>
                <a:cubicBezTo>
                  <a:pt x="128428" y="87367"/>
                  <a:pt x="130891" y="87300"/>
                  <a:pt x="132397" y="87165"/>
                </a:cubicBezTo>
                <a:cubicBezTo>
                  <a:pt x="133902" y="87031"/>
                  <a:pt x="134723" y="87031"/>
                  <a:pt x="134860" y="87165"/>
                </a:cubicBezTo>
                <a:cubicBezTo>
                  <a:pt x="136776" y="87165"/>
                  <a:pt x="137733" y="87769"/>
                  <a:pt x="137733" y="88977"/>
                </a:cubicBezTo>
                <a:cubicBezTo>
                  <a:pt x="137733" y="89246"/>
                  <a:pt x="137597" y="90185"/>
                  <a:pt x="137323" y="91795"/>
                </a:cubicBezTo>
                <a:cubicBezTo>
                  <a:pt x="136639" y="94345"/>
                  <a:pt x="135955" y="95754"/>
                  <a:pt x="135270" y="96023"/>
                </a:cubicBezTo>
                <a:cubicBezTo>
                  <a:pt x="134860" y="96157"/>
                  <a:pt x="133833" y="96224"/>
                  <a:pt x="132191" y="96224"/>
                </a:cubicBezTo>
                <a:cubicBezTo>
                  <a:pt x="129454" y="96224"/>
                  <a:pt x="126649" y="96425"/>
                  <a:pt x="123775" y="96828"/>
                </a:cubicBezTo>
                <a:cubicBezTo>
                  <a:pt x="122817" y="97231"/>
                  <a:pt x="122133" y="97835"/>
                  <a:pt x="121723" y="98640"/>
                </a:cubicBezTo>
                <a:cubicBezTo>
                  <a:pt x="121312" y="99445"/>
                  <a:pt x="120354" y="102867"/>
                  <a:pt x="118849" y="108906"/>
                </a:cubicBezTo>
                <a:cubicBezTo>
                  <a:pt x="117617" y="113335"/>
                  <a:pt x="116591" y="117093"/>
                  <a:pt x="115770" y="120180"/>
                </a:cubicBezTo>
                <a:cubicBezTo>
                  <a:pt x="112349" y="133868"/>
                  <a:pt x="110433" y="140914"/>
                  <a:pt x="110023" y="141317"/>
                </a:cubicBezTo>
                <a:cubicBezTo>
                  <a:pt x="109749" y="141585"/>
                  <a:pt x="109407" y="141719"/>
                  <a:pt x="108996" y="141719"/>
                </a:cubicBezTo>
                <a:cubicBezTo>
                  <a:pt x="107628" y="141719"/>
                  <a:pt x="105712" y="140377"/>
                  <a:pt x="103249" y="137693"/>
                </a:cubicBezTo>
                <a:cubicBezTo>
                  <a:pt x="100786" y="135009"/>
                  <a:pt x="99212" y="132929"/>
                  <a:pt x="98528" y="131453"/>
                </a:cubicBezTo>
                <a:cubicBezTo>
                  <a:pt x="98528" y="131319"/>
                  <a:pt x="98391" y="131319"/>
                  <a:pt x="98117" y="131453"/>
                </a:cubicBezTo>
                <a:cubicBezTo>
                  <a:pt x="97843" y="131587"/>
                  <a:pt x="97433" y="131922"/>
                  <a:pt x="96886" y="132459"/>
                </a:cubicBezTo>
                <a:cubicBezTo>
                  <a:pt x="86759" y="141719"/>
                  <a:pt x="73075" y="146349"/>
                  <a:pt x="55832" y="146349"/>
                </a:cubicBezTo>
                <a:cubicBezTo>
                  <a:pt x="39274" y="146349"/>
                  <a:pt x="25864" y="141182"/>
                  <a:pt x="15600" y="130849"/>
                </a:cubicBezTo>
                <a:cubicBezTo>
                  <a:pt x="5337" y="120515"/>
                  <a:pt x="137" y="107296"/>
                  <a:pt x="0" y="911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CBDC44-5023-4911-85B5-F4E12532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1128" y="6010229"/>
            <a:ext cx="145739" cy="146349"/>
          </a:xfrm>
          <a:custGeom xmlns:a="http://schemas.openxmlformats.org/drawingml/2006/main">
            <a:pathLst>
              <a:path w="145739" h="146349" fill="none">
                <a:moveTo>
                  <a:pt x="0" y="91192"/>
                </a:moveTo>
                <a:cubicBezTo>
                  <a:pt x="0" y="75758"/>
                  <a:pt x="4584" y="60929"/>
                  <a:pt x="13753" y="46703"/>
                </a:cubicBezTo>
                <a:cubicBezTo>
                  <a:pt x="22921" y="32477"/>
                  <a:pt x="34485" y="21204"/>
                  <a:pt x="48443" y="12884"/>
                </a:cubicBezTo>
                <a:cubicBezTo>
                  <a:pt x="62401" y="4563"/>
                  <a:pt x="76359" y="336"/>
                  <a:pt x="90317" y="201"/>
                </a:cubicBezTo>
                <a:cubicBezTo>
                  <a:pt x="102633" y="201"/>
                  <a:pt x="112417" y="3624"/>
                  <a:pt x="119670" y="10468"/>
                </a:cubicBezTo>
                <a:cubicBezTo>
                  <a:pt x="120902" y="11810"/>
                  <a:pt x="121928" y="12951"/>
                  <a:pt x="122749" y="13890"/>
                </a:cubicBezTo>
                <a:cubicBezTo>
                  <a:pt x="123570" y="14830"/>
                  <a:pt x="124118" y="15501"/>
                  <a:pt x="124391" y="15903"/>
                </a:cubicBezTo>
                <a:lnTo>
                  <a:pt x="124596" y="16507"/>
                </a:lnTo>
                <a:cubicBezTo>
                  <a:pt x="125007" y="16507"/>
                  <a:pt x="126854" y="14762"/>
                  <a:pt x="130139" y="11273"/>
                </a:cubicBezTo>
                <a:cubicBezTo>
                  <a:pt x="131097" y="10468"/>
                  <a:pt x="132123" y="9528"/>
                  <a:pt x="133218" y="8455"/>
                </a:cubicBezTo>
                <a:cubicBezTo>
                  <a:pt x="134312" y="7381"/>
                  <a:pt x="135407" y="6308"/>
                  <a:pt x="136502" y="5234"/>
                </a:cubicBezTo>
                <a:cubicBezTo>
                  <a:pt x="137597" y="4160"/>
                  <a:pt x="138281" y="3422"/>
                  <a:pt x="138555" y="3020"/>
                </a:cubicBezTo>
                <a:lnTo>
                  <a:pt x="141634" y="0"/>
                </a:lnTo>
                <a:lnTo>
                  <a:pt x="142865" y="0"/>
                </a:lnTo>
                <a:cubicBezTo>
                  <a:pt x="144781" y="0"/>
                  <a:pt x="145739" y="470"/>
                  <a:pt x="145739" y="1409"/>
                </a:cubicBezTo>
                <a:cubicBezTo>
                  <a:pt x="145739" y="1946"/>
                  <a:pt x="143549" y="11139"/>
                  <a:pt x="139170" y="28988"/>
                </a:cubicBezTo>
                <a:cubicBezTo>
                  <a:pt x="134244" y="47642"/>
                  <a:pt x="131781" y="57037"/>
                  <a:pt x="131781" y="57171"/>
                </a:cubicBezTo>
                <a:cubicBezTo>
                  <a:pt x="131507" y="57842"/>
                  <a:pt x="131165" y="58244"/>
                  <a:pt x="130754" y="58379"/>
                </a:cubicBezTo>
                <a:cubicBezTo>
                  <a:pt x="130344" y="58513"/>
                  <a:pt x="129112" y="58647"/>
                  <a:pt x="127060" y="58781"/>
                </a:cubicBezTo>
                <a:lnTo>
                  <a:pt x="123775" y="58781"/>
                </a:lnTo>
                <a:cubicBezTo>
                  <a:pt x="122954" y="57976"/>
                  <a:pt x="122544" y="57372"/>
                  <a:pt x="122544" y="56970"/>
                </a:cubicBezTo>
                <a:cubicBezTo>
                  <a:pt x="122544" y="56835"/>
                  <a:pt x="122612" y="56366"/>
                  <a:pt x="122749" y="55560"/>
                </a:cubicBezTo>
                <a:cubicBezTo>
                  <a:pt x="122886" y="54755"/>
                  <a:pt x="123023" y="53413"/>
                  <a:pt x="123160" y="51534"/>
                </a:cubicBezTo>
                <a:cubicBezTo>
                  <a:pt x="123296" y="49655"/>
                  <a:pt x="123365" y="47508"/>
                  <a:pt x="123365" y="45093"/>
                </a:cubicBezTo>
                <a:cubicBezTo>
                  <a:pt x="123365" y="35564"/>
                  <a:pt x="121175" y="27243"/>
                  <a:pt x="116796" y="20131"/>
                </a:cubicBezTo>
                <a:cubicBezTo>
                  <a:pt x="112417" y="13018"/>
                  <a:pt x="104959" y="9394"/>
                  <a:pt x="94422" y="9260"/>
                </a:cubicBezTo>
                <a:cubicBezTo>
                  <a:pt x="91959" y="9260"/>
                  <a:pt x="89291" y="9461"/>
                  <a:pt x="86417" y="9864"/>
                </a:cubicBezTo>
                <a:cubicBezTo>
                  <a:pt x="83543" y="10267"/>
                  <a:pt x="79917" y="11139"/>
                  <a:pt x="75538" y="12481"/>
                </a:cubicBezTo>
                <a:cubicBezTo>
                  <a:pt x="71159" y="13823"/>
                  <a:pt x="66985" y="15702"/>
                  <a:pt x="63017" y="18118"/>
                </a:cubicBezTo>
                <a:cubicBezTo>
                  <a:pt x="59048" y="20533"/>
                  <a:pt x="54738" y="23754"/>
                  <a:pt x="50085" y="27780"/>
                </a:cubicBezTo>
                <a:cubicBezTo>
                  <a:pt x="45432" y="31806"/>
                  <a:pt x="41464" y="36571"/>
                  <a:pt x="38179" y="42073"/>
                </a:cubicBezTo>
                <a:cubicBezTo>
                  <a:pt x="34895" y="47575"/>
                  <a:pt x="31679" y="54420"/>
                  <a:pt x="28532" y="62606"/>
                </a:cubicBezTo>
                <a:cubicBezTo>
                  <a:pt x="25385" y="70793"/>
                  <a:pt x="23263" y="79784"/>
                  <a:pt x="22169" y="89581"/>
                </a:cubicBezTo>
                <a:cubicBezTo>
                  <a:pt x="21895" y="91997"/>
                  <a:pt x="21758" y="94614"/>
                  <a:pt x="21758" y="97432"/>
                </a:cubicBezTo>
                <a:cubicBezTo>
                  <a:pt x="21758" y="103874"/>
                  <a:pt x="22716" y="109577"/>
                  <a:pt x="24632" y="114543"/>
                </a:cubicBezTo>
                <a:cubicBezTo>
                  <a:pt x="26548" y="119509"/>
                  <a:pt x="29011" y="123333"/>
                  <a:pt x="32021" y="126017"/>
                </a:cubicBezTo>
                <a:cubicBezTo>
                  <a:pt x="35032" y="128702"/>
                  <a:pt x="38453" y="130983"/>
                  <a:pt x="42285" y="132862"/>
                </a:cubicBezTo>
                <a:cubicBezTo>
                  <a:pt x="46116" y="134741"/>
                  <a:pt x="49674" y="135881"/>
                  <a:pt x="52959" y="136284"/>
                </a:cubicBezTo>
                <a:cubicBezTo>
                  <a:pt x="56243" y="136687"/>
                  <a:pt x="59322" y="136955"/>
                  <a:pt x="62196" y="137089"/>
                </a:cubicBezTo>
                <a:cubicBezTo>
                  <a:pt x="69585" y="137089"/>
                  <a:pt x="76359" y="135546"/>
                  <a:pt x="82517" y="132459"/>
                </a:cubicBezTo>
                <a:cubicBezTo>
                  <a:pt x="88675" y="129373"/>
                  <a:pt x="92917" y="125414"/>
                  <a:pt x="95243" y="120582"/>
                </a:cubicBezTo>
                <a:cubicBezTo>
                  <a:pt x="95654" y="119509"/>
                  <a:pt x="96680" y="115818"/>
                  <a:pt x="98322" y="109510"/>
                </a:cubicBezTo>
                <a:cubicBezTo>
                  <a:pt x="99965" y="103203"/>
                  <a:pt x="100786" y="99646"/>
                  <a:pt x="100786" y="98841"/>
                </a:cubicBezTo>
                <a:cubicBezTo>
                  <a:pt x="100786" y="97768"/>
                  <a:pt x="99896" y="97097"/>
                  <a:pt x="98117" y="96828"/>
                </a:cubicBezTo>
                <a:cubicBezTo>
                  <a:pt x="96338" y="96560"/>
                  <a:pt x="92233" y="96358"/>
                  <a:pt x="85801" y="96224"/>
                </a:cubicBezTo>
                <a:lnTo>
                  <a:pt x="78206" y="96224"/>
                </a:lnTo>
                <a:cubicBezTo>
                  <a:pt x="77385" y="95419"/>
                  <a:pt x="76975" y="94882"/>
                  <a:pt x="76975" y="94614"/>
                </a:cubicBezTo>
                <a:cubicBezTo>
                  <a:pt x="76975" y="94345"/>
                  <a:pt x="77112" y="93070"/>
                  <a:pt x="77385" y="90789"/>
                </a:cubicBezTo>
                <a:cubicBezTo>
                  <a:pt x="77933" y="89044"/>
                  <a:pt x="78617" y="87769"/>
                  <a:pt x="79438" y="86964"/>
                </a:cubicBezTo>
                <a:lnTo>
                  <a:pt x="82927" y="86964"/>
                </a:lnTo>
                <a:cubicBezTo>
                  <a:pt x="88401" y="87233"/>
                  <a:pt x="97980" y="87367"/>
                  <a:pt x="111665" y="87367"/>
                </a:cubicBezTo>
                <a:cubicBezTo>
                  <a:pt x="117138" y="87367"/>
                  <a:pt x="121586" y="87367"/>
                  <a:pt x="125007" y="87367"/>
                </a:cubicBezTo>
                <a:cubicBezTo>
                  <a:pt x="128428" y="87367"/>
                  <a:pt x="130891" y="87300"/>
                  <a:pt x="132397" y="87165"/>
                </a:cubicBezTo>
                <a:cubicBezTo>
                  <a:pt x="133902" y="87031"/>
                  <a:pt x="134723" y="87031"/>
                  <a:pt x="134860" y="87165"/>
                </a:cubicBezTo>
                <a:cubicBezTo>
                  <a:pt x="136776" y="87165"/>
                  <a:pt x="137733" y="87769"/>
                  <a:pt x="137733" y="88977"/>
                </a:cubicBezTo>
                <a:cubicBezTo>
                  <a:pt x="137733" y="89246"/>
                  <a:pt x="137597" y="90185"/>
                  <a:pt x="137323" y="91795"/>
                </a:cubicBezTo>
                <a:cubicBezTo>
                  <a:pt x="136639" y="94345"/>
                  <a:pt x="135955" y="95754"/>
                  <a:pt x="135270" y="96023"/>
                </a:cubicBezTo>
                <a:cubicBezTo>
                  <a:pt x="134860" y="96157"/>
                  <a:pt x="133833" y="96224"/>
                  <a:pt x="132191" y="96224"/>
                </a:cubicBezTo>
                <a:cubicBezTo>
                  <a:pt x="129454" y="96224"/>
                  <a:pt x="126649" y="96425"/>
                  <a:pt x="123775" y="96828"/>
                </a:cubicBezTo>
                <a:cubicBezTo>
                  <a:pt x="122817" y="97231"/>
                  <a:pt x="122133" y="97835"/>
                  <a:pt x="121723" y="98640"/>
                </a:cubicBezTo>
                <a:cubicBezTo>
                  <a:pt x="121312" y="99445"/>
                  <a:pt x="120354" y="102867"/>
                  <a:pt x="118849" y="108906"/>
                </a:cubicBezTo>
                <a:cubicBezTo>
                  <a:pt x="117617" y="113335"/>
                  <a:pt x="116591" y="117093"/>
                  <a:pt x="115770" y="120180"/>
                </a:cubicBezTo>
                <a:cubicBezTo>
                  <a:pt x="112349" y="133868"/>
                  <a:pt x="110433" y="140914"/>
                  <a:pt x="110023" y="141317"/>
                </a:cubicBezTo>
                <a:cubicBezTo>
                  <a:pt x="109749" y="141585"/>
                  <a:pt x="109407" y="141719"/>
                  <a:pt x="108996" y="141719"/>
                </a:cubicBezTo>
                <a:cubicBezTo>
                  <a:pt x="107628" y="141719"/>
                  <a:pt x="105712" y="140377"/>
                  <a:pt x="103249" y="137693"/>
                </a:cubicBezTo>
                <a:cubicBezTo>
                  <a:pt x="100786" y="135009"/>
                  <a:pt x="99212" y="132929"/>
                  <a:pt x="98528" y="131453"/>
                </a:cubicBezTo>
                <a:cubicBezTo>
                  <a:pt x="98528" y="131319"/>
                  <a:pt x="98391" y="131319"/>
                  <a:pt x="98117" y="131453"/>
                </a:cubicBezTo>
                <a:cubicBezTo>
                  <a:pt x="97843" y="131587"/>
                  <a:pt x="97433" y="131922"/>
                  <a:pt x="96886" y="132459"/>
                </a:cubicBezTo>
                <a:cubicBezTo>
                  <a:pt x="86759" y="141719"/>
                  <a:pt x="73075" y="146349"/>
                  <a:pt x="55832" y="146349"/>
                </a:cubicBezTo>
                <a:cubicBezTo>
                  <a:pt x="39274" y="146349"/>
                  <a:pt x="25864" y="141182"/>
                  <a:pt x="15600" y="130849"/>
                </a:cubicBezTo>
                <a:cubicBezTo>
                  <a:pt x="5337" y="120515"/>
                  <a:pt x="137" y="107296"/>
                  <a:pt x="0" y="9119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3" cap="flat">
            <a:solidFill>
              <a:srgbClr val="000000">
                <a:alpha val="12680"/>
              </a:srgbClr>
            </a:solidFill>
            <a:miter/>
          </a:ln>
        </p:spPr>
      </p:sp>
      <p:sp>
        <p:nvSpPr>
          <p:cNvPr id="7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9527B9-1626-4EE7-A94A-7ED082F6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233" y="6087558"/>
            <a:ext cx="57904" cy="94787"/>
          </a:xfrm>
          <a:custGeom xmlns:a="http://schemas.openxmlformats.org/drawingml/2006/main">
            <a:pathLst>
              <a:path w="57904" h="94787">
                <a:moveTo>
                  <a:pt x="8562" y="33731"/>
                </a:moveTo>
                <a:cubicBezTo>
                  <a:pt x="5950" y="33731"/>
                  <a:pt x="3870" y="32877"/>
                  <a:pt x="2322" y="31169"/>
                </a:cubicBezTo>
                <a:cubicBezTo>
                  <a:pt x="774" y="29461"/>
                  <a:pt x="0" y="27374"/>
                  <a:pt x="0" y="24907"/>
                </a:cubicBezTo>
                <a:cubicBezTo>
                  <a:pt x="0" y="18170"/>
                  <a:pt x="2564" y="12335"/>
                  <a:pt x="7692" y="7401"/>
                </a:cubicBezTo>
                <a:cubicBezTo>
                  <a:pt x="12819" y="2467"/>
                  <a:pt x="19205" y="0"/>
                  <a:pt x="26848" y="0"/>
                </a:cubicBezTo>
                <a:cubicBezTo>
                  <a:pt x="35652" y="0"/>
                  <a:pt x="43005" y="2657"/>
                  <a:pt x="48906" y="7970"/>
                </a:cubicBezTo>
                <a:cubicBezTo>
                  <a:pt x="54808" y="13283"/>
                  <a:pt x="57807" y="20162"/>
                  <a:pt x="57904" y="28607"/>
                </a:cubicBezTo>
                <a:cubicBezTo>
                  <a:pt x="57904" y="32687"/>
                  <a:pt x="56937" y="36577"/>
                  <a:pt x="55002" y="40277"/>
                </a:cubicBezTo>
                <a:cubicBezTo>
                  <a:pt x="53067" y="43978"/>
                  <a:pt x="50745" y="47204"/>
                  <a:pt x="48036" y="49955"/>
                </a:cubicBezTo>
                <a:cubicBezTo>
                  <a:pt x="45327" y="52707"/>
                  <a:pt x="41457" y="56218"/>
                  <a:pt x="36426" y="60487"/>
                </a:cubicBezTo>
                <a:cubicBezTo>
                  <a:pt x="32943" y="63429"/>
                  <a:pt x="28105" y="67793"/>
                  <a:pt x="21914" y="73581"/>
                </a:cubicBezTo>
                <a:lnTo>
                  <a:pt x="13351" y="81551"/>
                </a:lnTo>
                <a:lnTo>
                  <a:pt x="24381" y="81694"/>
                </a:lnTo>
                <a:cubicBezTo>
                  <a:pt x="39570" y="81694"/>
                  <a:pt x="47649" y="81456"/>
                  <a:pt x="48616" y="80982"/>
                </a:cubicBezTo>
                <a:cubicBezTo>
                  <a:pt x="49293" y="80792"/>
                  <a:pt x="50454" y="76570"/>
                  <a:pt x="52099" y="68315"/>
                </a:cubicBezTo>
                <a:lnTo>
                  <a:pt x="52099" y="67888"/>
                </a:lnTo>
                <a:lnTo>
                  <a:pt x="57904" y="67888"/>
                </a:lnTo>
                <a:lnTo>
                  <a:pt x="57904" y="68315"/>
                </a:lnTo>
                <a:cubicBezTo>
                  <a:pt x="57807" y="68600"/>
                  <a:pt x="57178" y="72917"/>
                  <a:pt x="56017" y="81267"/>
                </a:cubicBezTo>
                <a:cubicBezTo>
                  <a:pt x="54857" y="89616"/>
                  <a:pt x="54131" y="93981"/>
                  <a:pt x="53841" y="94360"/>
                </a:cubicBezTo>
                <a:lnTo>
                  <a:pt x="53841" y="94787"/>
                </a:lnTo>
                <a:lnTo>
                  <a:pt x="0" y="94787"/>
                </a:lnTo>
                <a:lnTo>
                  <a:pt x="0" y="92083"/>
                </a:lnTo>
                <a:lnTo>
                  <a:pt x="0" y="90375"/>
                </a:lnTo>
                <a:cubicBezTo>
                  <a:pt x="0" y="89711"/>
                  <a:pt x="290" y="88999"/>
                  <a:pt x="871" y="88240"/>
                </a:cubicBezTo>
                <a:cubicBezTo>
                  <a:pt x="1451" y="87481"/>
                  <a:pt x="2902" y="85821"/>
                  <a:pt x="5224" y="83259"/>
                </a:cubicBezTo>
                <a:cubicBezTo>
                  <a:pt x="8030" y="80223"/>
                  <a:pt x="10449" y="77566"/>
                  <a:pt x="12481" y="75289"/>
                </a:cubicBezTo>
                <a:cubicBezTo>
                  <a:pt x="13351" y="74340"/>
                  <a:pt x="14996" y="72585"/>
                  <a:pt x="17415" y="70023"/>
                </a:cubicBezTo>
                <a:cubicBezTo>
                  <a:pt x="19833" y="67461"/>
                  <a:pt x="21478" y="65706"/>
                  <a:pt x="22349" y="64757"/>
                </a:cubicBezTo>
                <a:cubicBezTo>
                  <a:pt x="23220" y="63808"/>
                  <a:pt x="24623" y="62243"/>
                  <a:pt x="26558" y="60060"/>
                </a:cubicBezTo>
                <a:cubicBezTo>
                  <a:pt x="28492" y="57878"/>
                  <a:pt x="29847" y="56265"/>
                  <a:pt x="30621" y="55221"/>
                </a:cubicBezTo>
                <a:cubicBezTo>
                  <a:pt x="31395" y="54178"/>
                  <a:pt x="32508" y="52754"/>
                  <a:pt x="33959" y="50952"/>
                </a:cubicBezTo>
                <a:cubicBezTo>
                  <a:pt x="35410" y="49149"/>
                  <a:pt x="36426" y="47631"/>
                  <a:pt x="37006" y="46397"/>
                </a:cubicBezTo>
                <a:cubicBezTo>
                  <a:pt x="37587" y="45164"/>
                  <a:pt x="38312" y="43788"/>
                  <a:pt x="39183" y="42270"/>
                </a:cubicBezTo>
                <a:cubicBezTo>
                  <a:pt x="40054" y="40752"/>
                  <a:pt x="40683" y="39234"/>
                  <a:pt x="41070" y="37716"/>
                </a:cubicBezTo>
                <a:cubicBezTo>
                  <a:pt x="41457" y="36198"/>
                  <a:pt x="41795" y="34774"/>
                  <a:pt x="42086" y="33446"/>
                </a:cubicBezTo>
                <a:cubicBezTo>
                  <a:pt x="42376" y="32118"/>
                  <a:pt x="42521" y="30552"/>
                  <a:pt x="42521" y="28749"/>
                </a:cubicBezTo>
                <a:cubicBezTo>
                  <a:pt x="42521" y="22772"/>
                  <a:pt x="40876" y="17601"/>
                  <a:pt x="37587" y="13236"/>
                </a:cubicBezTo>
                <a:cubicBezTo>
                  <a:pt x="34297" y="8871"/>
                  <a:pt x="29605" y="6689"/>
                  <a:pt x="23510" y="6689"/>
                </a:cubicBezTo>
                <a:cubicBezTo>
                  <a:pt x="20317" y="6689"/>
                  <a:pt x="17512" y="7496"/>
                  <a:pt x="15093" y="9109"/>
                </a:cubicBezTo>
                <a:cubicBezTo>
                  <a:pt x="12674" y="10722"/>
                  <a:pt x="10981" y="12287"/>
                  <a:pt x="10013" y="13805"/>
                </a:cubicBezTo>
                <a:cubicBezTo>
                  <a:pt x="9046" y="15323"/>
                  <a:pt x="8562" y="16225"/>
                  <a:pt x="8562" y="16509"/>
                </a:cubicBezTo>
                <a:cubicBezTo>
                  <a:pt x="8562" y="16604"/>
                  <a:pt x="8804" y="16652"/>
                  <a:pt x="9288" y="16652"/>
                </a:cubicBezTo>
                <a:cubicBezTo>
                  <a:pt x="11029" y="16652"/>
                  <a:pt x="12819" y="17316"/>
                  <a:pt x="14657" y="18644"/>
                </a:cubicBezTo>
                <a:cubicBezTo>
                  <a:pt x="16496" y="19973"/>
                  <a:pt x="17415" y="22155"/>
                  <a:pt x="17415" y="25191"/>
                </a:cubicBezTo>
                <a:cubicBezTo>
                  <a:pt x="17415" y="27563"/>
                  <a:pt x="16641" y="29556"/>
                  <a:pt x="15093" y="31169"/>
                </a:cubicBezTo>
                <a:cubicBezTo>
                  <a:pt x="13545" y="32782"/>
                  <a:pt x="11368" y="33636"/>
                  <a:pt x="8562" y="337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724503-3442-4AE5-A3BB-0CBAAF50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233" y="6087558"/>
            <a:ext cx="57904" cy="94787"/>
          </a:xfrm>
          <a:custGeom xmlns:a="http://schemas.openxmlformats.org/drawingml/2006/main">
            <a:pathLst>
              <a:path w="57904" h="94787" fill="none">
                <a:moveTo>
                  <a:pt x="8562" y="33731"/>
                </a:moveTo>
                <a:cubicBezTo>
                  <a:pt x="5950" y="33731"/>
                  <a:pt x="3870" y="32877"/>
                  <a:pt x="2322" y="31169"/>
                </a:cubicBezTo>
                <a:cubicBezTo>
                  <a:pt x="774" y="29461"/>
                  <a:pt x="0" y="27374"/>
                  <a:pt x="0" y="24907"/>
                </a:cubicBezTo>
                <a:cubicBezTo>
                  <a:pt x="0" y="18170"/>
                  <a:pt x="2564" y="12335"/>
                  <a:pt x="7692" y="7401"/>
                </a:cubicBezTo>
                <a:cubicBezTo>
                  <a:pt x="12819" y="2467"/>
                  <a:pt x="19205" y="0"/>
                  <a:pt x="26848" y="0"/>
                </a:cubicBezTo>
                <a:cubicBezTo>
                  <a:pt x="35652" y="0"/>
                  <a:pt x="43005" y="2657"/>
                  <a:pt x="48906" y="7970"/>
                </a:cubicBezTo>
                <a:cubicBezTo>
                  <a:pt x="54808" y="13283"/>
                  <a:pt x="57807" y="20162"/>
                  <a:pt x="57904" y="28607"/>
                </a:cubicBezTo>
                <a:cubicBezTo>
                  <a:pt x="57904" y="32687"/>
                  <a:pt x="56937" y="36577"/>
                  <a:pt x="55002" y="40277"/>
                </a:cubicBezTo>
                <a:cubicBezTo>
                  <a:pt x="53067" y="43978"/>
                  <a:pt x="50745" y="47204"/>
                  <a:pt x="48036" y="49955"/>
                </a:cubicBezTo>
                <a:cubicBezTo>
                  <a:pt x="45327" y="52707"/>
                  <a:pt x="41457" y="56218"/>
                  <a:pt x="36426" y="60487"/>
                </a:cubicBezTo>
                <a:cubicBezTo>
                  <a:pt x="32943" y="63429"/>
                  <a:pt x="28105" y="67793"/>
                  <a:pt x="21914" y="73581"/>
                </a:cubicBezTo>
                <a:lnTo>
                  <a:pt x="13351" y="81551"/>
                </a:lnTo>
                <a:lnTo>
                  <a:pt x="24381" y="81694"/>
                </a:lnTo>
                <a:cubicBezTo>
                  <a:pt x="39570" y="81694"/>
                  <a:pt x="47649" y="81456"/>
                  <a:pt x="48616" y="80982"/>
                </a:cubicBezTo>
                <a:cubicBezTo>
                  <a:pt x="49293" y="80792"/>
                  <a:pt x="50454" y="76570"/>
                  <a:pt x="52099" y="68315"/>
                </a:cubicBezTo>
                <a:lnTo>
                  <a:pt x="52099" y="67888"/>
                </a:lnTo>
                <a:lnTo>
                  <a:pt x="57904" y="67888"/>
                </a:lnTo>
                <a:lnTo>
                  <a:pt x="57904" y="68315"/>
                </a:lnTo>
                <a:cubicBezTo>
                  <a:pt x="57807" y="68600"/>
                  <a:pt x="57178" y="72917"/>
                  <a:pt x="56017" y="81267"/>
                </a:cubicBezTo>
                <a:cubicBezTo>
                  <a:pt x="54857" y="89616"/>
                  <a:pt x="54131" y="93981"/>
                  <a:pt x="53841" y="94360"/>
                </a:cubicBezTo>
                <a:lnTo>
                  <a:pt x="53841" y="94787"/>
                </a:lnTo>
                <a:lnTo>
                  <a:pt x="0" y="94787"/>
                </a:lnTo>
                <a:lnTo>
                  <a:pt x="0" y="92083"/>
                </a:lnTo>
                <a:lnTo>
                  <a:pt x="0" y="90375"/>
                </a:lnTo>
                <a:cubicBezTo>
                  <a:pt x="0" y="89711"/>
                  <a:pt x="290" y="88999"/>
                  <a:pt x="871" y="88240"/>
                </a:cubicBezTo>
                <a:cubicBezTo>
                  <a:pt x="1451" y="87481"/>
                  <a:pt x="2902" y="85821"/>
                  <a:pt x="5224" y="83259"/>
                </a:cubicBezTo>
                <a:cubicBezTo>
                  <a:pt x="8030" y="80223"/>
                  <a:pt x="10449" y="77566"/>
                  <a:pt x="12481" y="75289"/>
                </a:cubicBezTo>
                <a:cubicBezTo>
                  <a:pt x="13351" y="74340"/>
                  <a:pt x="14996" y="72585"/>
                  <a:pt x="17415" y="70023"/>
                </a:cubicBezTo>
                <a:cubicBezTo>
                  <a:pt x="19833" y="67461"/>
                  <a:pt x="21478" y="65706"/>
                  <a:pt x="22349" y="64757"/>
                </a:cubicBezTo>
                <a:cubicBezTo>
                  <a:pt x="23220" y="63808"/>
                  <a:pt x="24623" y="62243"/>
                  <a:pt x="26558" y="60060"/>
                </a:cubicBezTo>
                <a:cubicBezTo>
                  <a:pt x="28492" y="57878"/>
                  <a:pt x="29847" y="56265"/>
                  <a:pt x="30621" y="55221"/>
                </a:cubicBezTo>
                <a:cubicBezTo>
                  <a:pt x="31395" y="54178"/>
                  <a:pt x="32508" y="52754"/>
                  <a:pt x="33959" y="50952"/>
                </a:cubicBezTo>
                <a:cubicBezTo>
                  <a:pt x="35410" y="49149"/>
                  <a:pt x="36426" y="47631"/>
                  <a:pt x="37006" y="46397"/>
                </a:cubicBezTo>
                <a:cubicBezTo>
                  <a:pt x="37587" y="45164"/>
                  <a:pt x="38312" y="43788"/>
                  <a:pt x="39183" y="42270"/>
                </a:cubicBezTo>
                <a:cubicBezTo>
                  <a:pt x="40054" y="40752"/>
                  <a:pt x="40683" y="39234"/>
                  <a:pt x="41070" y="37716"/>
                </a:cubicBezTo>
                <a:cubicBezTo>
                  <a:pt x="41457" y="36198"/>
                  <a:pt x="41795" y="34774"/>
                  <a:pt x="42086" y="33446"/>
                </a:cubicBezTo>
                <a:cubicBezTo>
                  <a:pt x="42376" y="32118"/>
                  <a:pt x="42521" y="30552"/>
                  <a:pt x="42521" y="28749"/>
                </a:cubicBezTo>
                <a:cubicBezTo>
                  <a:pt x="42521" y="22772"/>
                  <a:pt x="40876" y="17601"/>
                  <a:pt x="37587" y="13236"/>
                </a:cubicBezTo>
                <a:cubicBezTo>
                  <a:pt x="34297" y="8871"/>
                  <a:pt x="29605" y="6689"/>
                  <a:pt x="23510" y="6689"/>
                </a:cubicBezTo>
                <a:cubicBezTo>
                  <a:pt x="20317" y="6689"/>
                  <a:pt x="17512" y="7496"/>
                  <a:pt x="15093" y="9109"/>
                </a:cubicBezTo>
                <a:cubicBezTo>
                  <a:pt x="12674" y="10722"/>
                  <a:pt x="10981" y="12287"/>
                  <a:pt x="10013" y="13805"/>
                </a:cubicBezTo>
                <a:cubicBezTo>
                  <a:pt x="9046" y="15323"/>
                  <a:pt x="8562" y="16225"/>
                  <a:pt x="8562" y="16509"/>
                </a:cubicBezTo>
                <a:cubicBezTo>
                  <a:pt x="8562" y="16604"/>
                  <a:pt x="8804" y="16652"/>
                  <a:pt x="9288" y="16652"/>
                </a:cubicBezTo>
                <a:cubicBezTo>
                  <a:pt x="11029" y="16652"/>
                  <a:pt x="12819" y="17316"/>
                  <a:pt x="14657" y="18644"/>
                </a:cubicBezTo>
                <a:cubicBezTo>
                  <a:pt x="16496" y="19973"/>
                  <a:pt x="17415" y="22155"/>
                  <a:pt x="17415" y="25191"/>
                </a:cubicBezTo>
                <a:cubicBezTo>
                  <a:pt x="17415" y="27563"/>
                  <a:pt x="16641" y="29556"/>
                  <a:pt x="15093" y="31169"/>
                </a:cubicBezTo>
                <a:cubicBezTo>
                  <a:pt x="13545" y="32782"/>
                  <a:pt x="11368" y="33636"/>
                  <a:pt x="8562" y="337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4" cap="flat">
            <a:solidFill>
              <a:srgbClr val="000000">
                <a:alpha val="8960"/>
              </a:srgbClr>
            </a:solidFill>
            <a:miter/>
          </a:ln>
        </p:spPr>
      </p:sp>
      <p:sp>
        <p:nvSpPr>
          <p:cNvPr id="7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994AA7-BCE3-4BFC-9541-02D6963A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091" y="6001170"/>
            <a:ext cx="49059" cy="201306"/>
          </a:xfrm>
          <a:custGeom xmlns:a="http://schemas.openxmlformats.org/drawingml/2006/main">
            <a:pathLst>
              <a:path w="49059" h="201306">
                <a:moveTo>
                  <a:pt x="1026" y="201"/>
                </a:moveTo>
                <a:lnTo>
                  <a:pt x="1847" y="0"/>
                </a:lnTo>
                <a:cubicBezTo>
                  <a:pt x="2532" y="0"/>
                  <a:pt x="3216" y="0"/>
                  <a:pt x="3900" y="0"/>
                </a:cubicBezTo>
                <a:lnTo>
                  <a:pt x="6363" y="0"/>
                </a:lnTo>
                <a:lnTo>
                  <a:pt x="12111" y="4831"/>
                </a:lnTo>
                <a:cubicBezTo>
                  <a:pt x="24974" y="16239"/>
                  <a:pt x="34348" y="30464"/>
                  <a:pt x="40232" y="47508"/>
                </a:cubicBezTo>
                <a:cubicBezTo>
                  <a:pt x="46116" y="64552"/>
                  <a:pt x="49059" y="82267"/>
                  <a:pt x="49059" y="100653"/>
                </a:cubicBezTo>
                <a:cubicBezTo>
                  <a:pt x="49059" y="109779"/>
                  <a:pt x="48374" y="118569"/>
                  <a:pt x="47006" y="127024"/>
                </a:cubicBezTo>
                <a:cubicBezTo>
                  <a:pt x="45637" y="135479"/>
                  <a:pt x="44064" y="142659"/>
                  <a:pt x="42285" y="148564"/>
                </a:cubicBezTo>
                <a:cubicBezTo>
                  <a:pt x="40506" y="154469"/>
                  <a:pt x="37974" y="160374"/>
                  <a:pt x="34690" y="166279"/>
                </a:cubicBezTo>
                <a:cubicBezTo>
                  <a:pt x="31406" y="172184"/>
                  <a:pt x="28806" y="176679"/>
                  <a:pt x="26890" y="179766"/>
                </a:cubicBezTo>
                <a:cubicBezTo>
                  <a:pt x="24974" y="182853"/>
                  <a:pt x="22169" y="186275"/>
                  <a:pt x="18474" y="190033"/>
                </a:cubicBezTo>
                <a:cubicBezTo>
                  <a:pt x="14779" y="193790"/>
                  <a:pt x="12590" y="196005"/>
                  <a:pt x="11905" y="196676"/>
                </a:cubicBezTo>
                <a:cubicBezTo>
                  <a:pt x="11221" y="197347"/>
                  <a:pt x="9648" y="198622"/>
                  <a:pt x="7184" y="200501"/>
                </a:cubicBezTo>
                <a:cubicBezTo>
                  <a:pt x="6774" y="200903"/>
                  <a:pt x="6500" y="201172"/>
                  <a:pt x="6363" y="201306"/>
                </a:cubicBezTo>
                <a:lnTo>
                  <a:pt x="3900" y="201306"/>
                </a:lnTo>
                <a:cubicBezTo>
                  <a:pt x="2805" y="201306"/>
                  <a:pt x="2053" y="201306"/>
                  <a:pt x="1642" y="201306"/>
                </a:cubicBezTo>
                <a:cubicBezTo>
                  <a:pt x="1232" y="201306"/>
                  <a:pt x="889" y="201105"/>
                  <a:pt x="616" y="200702"/>
                </a:cubicBezTo>
                <a:cubicBezTo>
                  <a:pt x="342" y="200299"/>
                  <a:pt x="137" y="199695"/>
                  <a:pt x="0" y="198890"/>
                </a:cubicBezTo>
                <a:cubicBezTo>
                  <a:pt x="137" y="198756"/>
                  <a:pt x="889" y="197884"/>
                  <a:pt x="2258" y="196273"/>
                </a:cubicBezTo>
                <a:cubicBezTo>
                  <a:pt x="23469" y="174666"/>
                  <a:pt x="34074" y="142793"/>
                  <a:pt x="34074" y="100653"/>
                </a:cubicBezTo>
                <a:cubicBezTo>
                  <a:pt x="34074" y="58513"/>
                  <a:pt x="23469" y="26639"/>
                  <a:pt x="2258" y="5033"/>
                </a:cubicBezTo>
                <a:cubicBezTo>
                  <a:pt x="889" y="3422"/>
                  <a:pt x="137" y="2550"/>
                  <a:pt x="0" y="2416"/>
                </a:cubicBezTo>
                <a:cubicBezTo>
                  <a:pt x="0" y="1342"/>
                  <a:pt x="342" y="604"/>
                  <a:pt x="1026" y="2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9FEDC8-71B7-46E7-B585-64801B5C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091" y="6001170"/>
            <a:ext cx="49059" cy="201306"/>
          </a:xfrm>
          <a:custGeom xmlns:a="http://schemas.openxmlformats.org/drawingml/2006/main">
            <a:pathLst>
              <a:path w="49059" h="201306" fill="none">
                <a:moveTo>
                  <a:pt x="1026" y="201"/>
                </a:moveTo>
                <a:lnTo>
                  <a:pt x="1847" y="0"/>
                </a:lnTo>
                <a:cubicBezTo>
                  <a:pt x="2532" y="0"/>
                  <a:pt x="3216" y="0"/>
                  <a:pt x="3900" y="0"/>
                </a:cubicBezTo>
                <a:lnTo>
                  <a:pt x="6363" y="0"/>
                </a:lnTo>
                <a:lnTo>
                  <a:pt x="12111" y="4831"/>
                </a:lnTo>
                <a:cubicBezTo>
                  <a:pt x="24974" y="16239"/>
                  <a:pt x="34348" y="30464"/>
                  <a:pt x="40232" y="47508"/>
                </a:cubicBezTo>
                <a:cubicBezTo>
                  <a:pt x="46116" y="64552"/>
                  <a:pt x="49059" y="82267"/>
                  <a:pt x="49059" y="100653"/>
                </a:cubicBezTo>
                <a:cubicBezTo>
                  <a:pt x="49059" y="109779"/>
                  <a:pt x="48374" y="118569"/>
                  <a:pt x="47006" y="127024"/>
                </a:cubicBezTo>
                <a:cubicBezTo>
                  <a:pt x="45637" y="135479"/>
                  <a:pt x="44064" y="142659"/>
                  <a:pt x="42285" y="148564"/>
                </a:cubicBezTo>
                <a:cubicBezTo>
                  <a:pt x="40506" y="154469"/>
                  <a:pt x="37974" y="160374"/>
                  <a:pt x="34690" y="166279"/>
                </a:cubicBezTo>
                <a:cubicBezTo>
                  <a:pt x="31406" y="172184"/>
                  <a:pt x="28806" y="176679"/>
                  <a:pt x="26890" y="179766"/>
                </a:cubicBezTo>
                <a:cubicBezTo>
                  <a:pt x="24974" y="182853"/>
                  <a:pt x="22169" y="186275"/>
                  <a:pt x="18474" y="190033"/>
                </a:cubicBezTo>
                <a:cubicBezTo>
                  <a:pt x="14779" y="193790"/>
                  <a:pt x="12590" y="196005"/>
                  <a:pt x="11905" y="196676"/>
                </a:cubicBezTo>
                <a:cubicBezTo>
                  <a:pt x="11221" y="197347"/>
                  <a:pt x="9648" y="198622"/>
                  <a:pt x="7184" y="200501"/>
                </a:cubicBezTo>
                <a:cubicBezTo>
                  <a:pt x="6774" y="200903"/>
                  <a:pt x="6500" y="201172"/>
                  <a:pt x="6363" y="201306"/>
                </a:cubicBezTo>
                <a:lnTo>
                  <a:pt x="3900" y="201306"/>
                </a:lnTo>
                <a:cubicBezTo>
                  <a:pt x="2805" y="201306"/>
                  <a:pt x="2053" y="201306"/>
                  <a:pt x="1642" y="201306"/>
                </a:cubicBezTo>
                <a:cubicBezTo>
                  <a:pt x="1232" y="201306"/>
                  <a:pt x="889" y="201105"/>
                  <a:pt x="616" y="200702"/>
                </a:cubicBezTo>
                <a:cubicBezTo>
                  <a:pt x="342" y="200299"/>
                  <a:pt x="137" y="199695"/>
                  <a:pt x="0" y="198890"/>
                </a:cubicBezTo>
                <a:cubicBezTo>
                  <a:pt x="137" y="198756"/>
                  <a:pt x="889" y="197884"/>
                  <a:pt x="2258" y="196273"/>
                </a:cubicBezTo>
                <a:cubicBezTo>
                  <a:pt x="23469" y="174666"/>
                  <a:pt x="34074" y="142793"/>
                  <a:pt x="34074" y="100653"/>
                </a:cubicBezTo>
                <a:cubicBezTo>
                  <a:pt x="34074" y="58513"/>
                  <a:pt x="23469" y="26639"/>
                  <a:pt x="2258" y="5033"/>
                </a:cubicBezTo>
                <a:cubicBezTo>
                  <a:pt x="889" y="3422"/>
                  <a:pt x="137" y="2550"/>
                  <a:pt x="0" y="2416"/>
                </a:cubicBezTo>
                <a:cubicBezTo>
                  <a:pt x="0" y="1342"/>
                  <a:pt x="342" y="604"/>
                  <a:pt x="1026" y="20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3" cap="flat">
            <a:solidFill>
              <a:srgbClr val="000000">
                <a:alpha val="12680"/>
              </a:srgbClr>
            </a:solidFill>
            <a:miter/>
          </a:ln>
        </p:spPr>
      </p:sp>
      <p:sp>
        <p:nvSpPr>
          <p:cNvPr id="7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0F4095-F766-4425-BCAF-46D6DFF2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498" y="4476998"/>
            <a:ext cx="590401" cy="10"/>
          </a:xfrm>
          <a:custGeom xmlns:a="http://schemas.openxmlformats.org/drawingml/2006/main">
            <a:pathLst>
              <a:path w="590401" h="1" fill="none">
                <a:moveTo>
                  <a:pt x="0" y="0"/>
                </a:moveTo>
                <a:lnTo>
                  <a:pt x="5904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758" cap="flat">
            <a:solidFill>
              <a:srgbClr val="000000"/>
            </a:solidFill>
            <a:miter/>
          </a:ln>
        </p:spPr>
      </p:sp>
      <p:sp>
        <p:nvSpPr>
          <p:cNvPr id="7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A59B90-34BA-4B2B-A3A3-7618C9D2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433" y="4438606"/>
            <a:ext cx="115032" cy="76784"/>
          </a:xfrm>
          <a:custGeom xmlns:a="http://schemas.openxmlformats.org/drawingml/2006/main">
            <a:pathLst>
              <a:path w="115032" h="76784" fill="none">
                <a:moveTo>
                  <a:pt x="115032" y="0"/>
                </a:moveTo>
                <a:lnTo>
                  <a:pt x="0" y="38392"/>
                </a:lnTo>
                <a:lnTo>
                  <a:pt x="115032" y="76784"/>
                </a:lnTo>
              </a:path>
            </a:pathLst>
          </a:custGeom>
          <a:noFill xmlns:a="http://schemas.openxmlformats.org/drawingml/2006/main"/>
          <a:ln xmlns:a="http://schemas.openxmlformats.org/drawingml/2006/main" w="28758" cap="flat">
            <a:solidFill>
              <a:srgbClr val="000000"/>
            </a:solidFill>
            <a:miter/>
          </a:ln>
        </p:spPr>
      </p:sp>
      <p:sp>
        <p:nvSpPr>
          <p:cNvPr id="7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F86F02-FB9D-4738-BEE5-F2AC0511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932" y="4438606"/>
            <a:ext cx="115032" cy="76784"/>
          </a:xfrm>
          <a:custGeom xmlns:a="http://schemas.openxmlformats.org/drawingml/2006/main">
            <a:pathLst>
              <a:path w="115032" h="76784" fill="none">
                <a:moveTo>
                  <a:pt x="0" y="76784"/>
                </a:moveTo>
                <a:lnTo>
                  <a:pt x="115032" y="383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758" cap="flat">
            <a:solidFill>
              <a:srgbClr val="000000"/>
            </a:solidFill>
            <a:miter/>
          </a:ln>
        </p:spPr>
      </p:sp>
      <p:sp>
        <p:nvSpPr>
          <p:cNvPr id="7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3AFF06-AC12-426F-881B-6F0BD974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235" y="4541703"/>
            <a:ext cx="215685" cy="215685"/>
          </a:xfrm>
          <a:custGeom xmlns:a="http://schemas.openxmlformats.org/drawingml/2006/main">
            <a:pathLst>
              <a:path w="215685" h="215685">
                <a:moveTo>
                  <a:pt x="215685" y="107842"/>
                </a:moveTo>
                <a:cubicBezTo>
                  <a:pt x="215685" y="114923"/>
                  <a:pt x="214994" y="121936"/>
                  <a:pt x="213613" y="128881"/>
                </a:cubicBezTo>
                <a:cubicBezTo>
                  <a:pt x="212231" y="135826"/>
                  <a:pt x="210185" y="142570"/>
                  <a:pt x="207476" y="149112"/>
                </a:cubicBezTo>
                <a:cubicBezTo>
                  <a:pt x="204766" y="155654"/>
                  <a:pt x="201444" y="161869"/>
                  <a:pt x="197510" y="167756"/>
                </a:cubicBezTo>
                <a:cubicBezTo>
                  <a:pt x="193576" y="173644"/>
                  <a:pt x="189106" y="179091"/>
                  <a:pt x="184099" y="184099"/>
                </a:cubicBezTo>
                <a:cubicBezTo>
                  <a:pt x="179091" y="189106"/>
                  <a:pt x="173644" y="193576"/>
                  <a:pt x="167756" y="197510"/>
                </a:cubicBezTo>
                <a:cubicBezTo>
                  <a:pt x="161869" y="201444"/>
                  <a:pt x="155654" y="204766"/>
                  <a:pt x="149112" y="207476"/>
                </a:cubicBezTo>
                <a:cubicBezTo>
                  <a:pt x="142570" y="210186"/>
                  <a:pt x="135826" y="212231"/>
                  <a:pt x="128881" y="213613"/>
                </a:cubicBezTo>
                <a:cubicBezTo>
                  <a:pt x="121936" y="214994"/>
                  <a:pt x="114924" y="215685"/>
                  <a:pt x="107843" y="215685"/>
                </a:cubicBezTo>
                <a:cubicBezTo>
                  <a:pt x="100761" y="215685"/>
                  <a:pt x="93748" y="214994"/>
                  <a:pt x="86803" y="213613"/>
                </a:cubicBezTo>
                <a:cubicBezTo>
                  <a:pt x="79858" y="212231"/>
                  <a:pt x="73115" y="210186"/>
                  <a:pt x="66573" y="207476"/>
                </a:cubicBezTo>
                <a:cubicBezTo>
                  <a:pt x="60031" y="204766"/>
                  <a:pt x="53816" y="201444"/>
                  <a:pt x="47928" y="197510"/>
                </a:cubicBezTo>
                <a:cubicBezTo>
                  <a:pt x="42041" y="193576"/>
                  <a:pt x="36593" y="189106"/>
                  <a:pt x="31586" y="184099"/>
                </a:cubicBezTo>
                <a:cubicBezTo>
                  <a:pt x="26579" y="179091"/>
                  <a:pt x="22109" y="173644"/>
                  <a:pt x="18175" y="167756"/>
                </a:cubicBezTo>
                <a:cubicBezTo>
                  <a:pt x="14241" y="161869"/>
                  <a:pt x="10919" y="155654"/>
                  <a:pt x="8209" y="149112"/>
                </a:cubicBezTo>
                <a:cubicBezTo>
                  <a:pt x="5499" y="142570"/>
                  <a:pt x="3454" y="135826"/>
                  <a:pt x="2072" y="128881"/>
                </a:cubicBezTo>
                <a:cubicBezTo>
                  <a:pt x="691" y="121936"/>
                  <a:pt x="0" y="114923"/>
                  <a:pt x="0" y="107842"/>
                </a:cubicBezTo>
                <a:cubicBezTo>
                  <a:pt x="0" y="100761"/>
                  <a:pt x="691" y="93748"/>
                  <a:pt x="2072" y="86803"/>
                </a:cubicBezTo>
                <a:cubicBezTo>
                  <a:pt x="3454" y="79858"/>
                  <a:pt x="5499" y="73115"/>
                  <a:pt x="8209" y="66573"/>
                </a:cubicBezTo>
                <a:cubicBezTo>
                  <a:pt x="10919" y="60031"/>
                  <a:pt x="14241" y="53816"/>
                  <a:pt x="18175" y="47928"/>
                </a:cubicBezTo>
                <a:cubicBezTo>
                  <a:pt x="22109" y="42041"/>
                  <a:pt x="26579" y="36593"/>
                  <a:pt x="31586" y="31586"/>
                </a:cubicBezTo>
                <a:cubicBezTo>
                  <a:pt x="36593" y="26579"/>
                  <a:pt x="42041" y="22109"/>
                  <a:pt x="47928" y="18175"/>
                </a:cubicBezTo>
                <a:cubicBezTo>
                  <a:pt x="53816" y="14241"/>
                  <a:pt x="60031" y="10919"/>
                  <a:pt x="66573" y="8209"/>
                </a:cubicBezTo>
                <a:cubicBezTo>
                  <a:pt x="73115" y="5499"/>
                  <a:pt x="79858" y="3454"/>
                  <a:pt x="86803" y="2072"/>
                </a:cubicBezTo>
                <a:cubicBezTo>
                  <a:pt x="93748" y="691"/>
                  <a:pt x="100761" y="0"/>
                  <a:pt x="107843" y="0"/>
                </a:cubicBezTo>
                <a:cubicBezTo>
                  <a:pt x="114924" y="0"/>
                  <a:pt x="121936" y="691"/>
                  <a:pt x="128881" y="2072"/>
                </a:cubicBezTo>
                <a:cubicBezTo>
                  <a:pt x="135826" y="3454"/>
                  <a:pt x="142570" y="5499"/>
                  <a:pt x="149112" y="8209"/>
                </a:cubicBezTo>
                <a:cubicBezTo>
                  <a:pt x="155654" y="10919"/>
                  <a:pt x="161869" y="14241"/>
                  <a:pt x="167756" y="18175"/>
                </a:cubicBezTo>
                <a:cubicBezTo>
                  <a:pt x="173644" y="22109"/>
                  <a:pt x="179091" y="26579"/>
                  <a:pt x="184099" y="31586"/>
                </a:cubicBezTo>
                <a:cubicBezTo>
                  <a:pt x="189106" y="36593"/>
                  <a:pt x="193576" y="42041"/>
                  <a:pt x="197510" y="47928"/>
                </a:cubicBezTo>
                <a:cubicBezTo>
                  <a:pt x="201444" y="53816"/>
                  <a:pt x="204766" y="60031"/>
                  <a:pt x="207476" y="66573"/>
                </a:cubicBezTo>
                <a:cubicBezTo>
                  <a:pt x="210186" y="73115"/>
                  <a:pt x="212231" y="79858"/>
                  <a:pt x="213613" y="86803"/>
                </a:cubicBezTo>
                <a:cubicBezTo>
                  <a:pt x="214994" y="93748"/>
                  <a:pt x="215685" y="100761"/>
                  <a:pt x="215685" y="10784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C4E00F-47D5-465C-8FCD-84DA6F4E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235" y="4541703"/>
            <a:ext cx="215685" cy="215685"/>
          </a:xfrm>
          <a:custGeom xmlns:a="http://schemas.openxmlformats.org/drawingml/2006/main">
            <a:pathLst>
              <a:path w="215685" h="215685" fill="none">
                <a:moveTo>
                  <a:pt x="215685" y="107842"/>
                </a:moveTo>
                <a:cubicBezTo>
                  <a:pt x="215685" y="114923"/>
                  <a:pt x="214994" y="121936"/>
                  <a:pt x="213613" y="128881"/>
                </a:cubicBezTo>
                <a:cubicBezTo>
                  <a:pt x="212231" y="135826"/>
                  <a:pt x="210185" y="142570"/>
                  <a:pt x="207476" y="149112"/>
                </a:cubicBezTo>
                <a:cubicBezTo>
                  <a:pt x="204766" y="155654"/>
                  <a:pt x="201444" y="161869"/>
                  <a:pt x="197510" y="167756"/>
                </a:cubicBezTo>
                <a:cubicBezTo>
                  <a:pt x="193576" y="173644"/>
                  <a:pt x="189106" y="179091"/>
                  <a:pt x="184099" y="184099"/>
                </a:cubicBezTo>
                <a:cubicBezTo>
                  <a:pt x="179091" y="189106"/>
                  <a:pt x="173644" y="193576"/>
                  <a:pt x="167756" y="197510"/>
                </a:cubicBezTo>
                <a:cubicBezTo>
                  <a:pt x="161869" y="201444"/>
                  <a:pt x="155654" y="204766"/>
                  <a:pt x="149112" y="207476"/>
                </a:cubicBezTo>
                <a:cubicBezTo>
                  <a:pt x="142570" y="210186"/>
                  <a:pt x="135826" y="212231"/>
                  <a:pt x="128881" y="213613"/>
                </a:cubicBezTo>
                <a:cubicBezTo>
                  <a:pt x="121936" y="214994"/>
                  <a:pt x="114924" y="215685"/>
                  <a:pt x="107843" y="215685"/>
                </a:cubicBezTo>
                <a:cubicBezTo>
                  <a:pt x="100761" y="215685"/>
                  <a:pt x="93748" y="214994"/>
                  <a:pt x="86803" y="213613"/>
                </a:cubicBezTo>
                <a:cubicBezTo>
                  <a:pt x="79858" y="212231"/>
                  <a:pt x="73115" y="210186"/>
                  <a:pt x="66573" y="207476"/>
                </a:cubicBezTo>
                <a:cubicBezTo>
                  <a:pt x="60031" y="204766"/>
                  <a:pt x="53816" y="201444"/>
                  <a:pt x="47928" y="197510"/>
                </a:cubicBezTo>
                <a:cubicBezTo>
                  <a:pt x="42041" y="193576"/>
                  <a:pt x="36593" y="189106"/>
                  <a:pt x="31586" y="184099"/>
                </a:cubicBezTo>
                <a:cubicBezTo>
                  <a:pt x="26579" y="179091"/>
                  <a:pt x="22109" y="173644"/>
                  <a:pt x="18175" y="167756"/>
                </a:cubicBezTo>
                <a:cubicBezTo>
                  <a:pt x="14241" y="161869"/>
                  <a:pt x="10919" y="155654"/>
                  <a:pt x="8209" y="149112"/>
                </a:cubicBezTo>
                <a:cubicBezTo>
                  <a:pt x="5499" y="142570"/>
                  <a:pt x="3454" y="135826"/>
                  <a:pt x="2072" y="128881"/>
                </a:cubicBezTo>
                <a:cubicBezTo>
                  <a:pt x="691" y="121936"/>
                  <a:pt x="0" y="114923"/>
                  <a:pt x="0" y="107842"/>
                </a:cubicBezTo>
                <a:cubicBezTo>
                  <a:pt x="0" y="100761"/>
                  <a:pt x="691" y="93748"/>
                  <a:pt x="2072" y="86803"/>
                </a:cubicBezTo>
                <a:cubicBezTo>
                  <a:pt x="3454" y="79858"/>
                  <a:pt x="5499" y="73115"/>
                  <a:pt x="8209" y="66573"/>
                </a:cubicBezTo>
                <a:cubicBezTo>
                  <a:pt x="10919" y="60031"/>
                  <a:pt x="14241" y="53816"/>
                  <a:pt x="18175" y="47928"/>
                </a:cubicBezTo>
                <a:cubicBezTo>
                  <a:pt x="22109" y="42041"/>
                  <a:pt x="26579" y="36593"/>
                  <a:pt x="31586" y="31586"/>
                </a:cubicBezTo>
                <a:cubicBezTo>
                  <a:pt x="36593" y="26579"/>
                  <a:pt x="42041" y="22109"/>
                  <a:pt x="47928" y="18175"/>
                </a:cubicBezTo>
                <a:cubicBezTo>
                  <a:pt x="53816" y="14241"/>
                  <a:pt x="60031" y="10919"/>
                  <a:pt x="66573" y="8209"/>
                </a:cubicBezTo>
                <a:cubicBezTo>
                  <a:pt x="73115" y="5499"/>
                  <a:pt x="79858" y="3454"/>
                  <a:pt x="86803" y="2072"/>
                </a:cubicBezTo>
                <a:cubicBezTo>
                  <a:pt x="93748" y="691"/>
                  <a:pt x="100761" y="0"/>
                  <a:pt x="107843" y="0"/>
                </a:cubicBezTo>
                <a:cubicBezTo>
                  <a:pt x="114924" y="0"/>
                  <a:pt x="121936" y="691"/>
                  <a:pt x="128881" y="2072"/>
                </a:cubicBezTo>
                <a:cubicBezTo>
                  <a:pt x="135826" y="3454"/>
                  <a:pt x="142570" y="5499"/>
                  <a:pt x="149112" y="8209"/>
                </a:cubicBezTo>
                <a:cubicBezTo>
                  <a:pt x="155654" y="10919"/>
                  <a:pt x="161869" y="14241"/>
                  <a:pt x="167756" y="18175"/>
                </a:cubicBezTo>
                <a:cubicBezTo>
                  <a:pt x="173644" y="22109"/>
                  <a:pt x="179091" y="26579"/>
                  <a:pt x="184099" y="31586"/>
                </a:cubicBezTo>
                <a:cubicBezTo>
                  <a:pt x="189106" y="36593"/>
                  <a:pt x="193576" y="42041"/>
                  <a:pt x="197510" y="47928"/>
                </a:cubicBezTo>
                <a:cubicBezTo>
                  <a:pt x="201444" y="53816"/>
                  <a:pt x="204766" y="60031"/>
                  <a:pt x="207476" y="66573"/>
                </a:cubicBezTo>
                <a:cubicBezTo>
                  <a:pt x="210186" y="73115"/>
                  <a:pt x="212231" y="79858"/>
                  <a:pt x="213613" y="86803"/>
                </a:cubicBezTo>
                <a:cubicBezTo>
                  <a:pt x="214994" y="93748"/>
                  <a:pt x="215685" y="100761"/>
                  <a:pt x="215685" y="10784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379" cap="flat">
            <a:solidFill>
              <a:srgbClr val="000000"/>
            </a:solidFill>
            <a:miter/>
          </a:ln>
        </p:spPr>
      </p:sp>
      <p:sp>
        <p:nvSpPr>
          <p:cNvPr id="783" name="Text 1">
            <a:extLst xmlns:a="http://schemas.openxmlformats.org/drawingml/2006/main">
              <a:ext uri="{FF2B5EF4-FFF2-40B4-BE49-F238E27FC236}">
                <a16:creationId xmlns:a16="http://schemas.microsoft.com/office/drawing/2014/main" id="{B82AC270-22D7-43A7-916A-F5DFBFDC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002" y="4583043"/>
            <a:ext cx="45496" cy="124019"/>
          </a:xfrm>
          <a:custGeom xmlns:a="http://schemas.openxmlformats.org/drawingml/2006/main">
            <a:pathLst>
              <a:path w="45496" h="124019">
                <a:moveTo>
                  <a:pt x="45496" y="124019"/>
                </a:moveTo>
                <a:lnTo>
                  <a:pt x="30331" y="124019"/>
                </a:lnTo>
                <a:lnTo>
                  <a:pt x="30331" y="27382"/>
                </a:lnTo>
                <a:cubicBezTo>
                  <a:pt x="26680" y="30864"/>
                  <a:pt x="21891" y="34347"/>
                  <a:pt x="15966" y="37829"/>
                </a:cubicBezTo>
                <a:cubicBezTo>
                  <a:pt x="10040" y="41312"/>
                  <a:pt x="4718" y="43923"/>
                  <a:pt x="0" y="45665"/>
                </a:cubicBezTo>
                <a:lnTo>
                  <a:pt x="0" y="31005"/>
                </a:lnTo>
                <a:cubicBezTo>
                  <a:pt x="8481" y="27017"/>
                  <a:pt x="15896" y="22186"/>
                  <a:pt x="22242" y="16513"/>
                </a:cubicBezTo>
                <a:cubicBezTo>
                  <a:pt x="28589" y="10840"/>
                  <a:pt x="33083" y="5336"/>
                  <a:pt x="35723" y="0"/>
                </a:cubicBezTo>
                <a:lnTo>
                  <a:pt x="45496" y="0"/>
                </a:lnTo>
                <a:lnTo>
                  <a:pt x="45496" y="1240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A921CF-13B4-4FF0-8AD7-FB50ABA1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10" y="6245613"/>
            <a:ext cx="45116" cy="207949"/>
          </a:xfrm>
          <a:custGeom xmlns:a="http://schemas.openxmlformats.org/drawingml/2006/main">
            <a:pathLst>
              <a:path w="45116" h="207949">
                <a:moveTo>
                  <a:pt x="45116" y="204206"/>
                </a:moveTo>
                <a:cubicBezTo>
                  <a:pt x="44982" y="205176"/>
                  <a:pt x="44579" y="206008"/>
                  <a:pt x="43906" y="206701"/>
                </a:cubicBezTo>
                <a:cubicBezTo>
                  <a:pt x="43234" y="207395"/>
                  <a:pt x="42292" y="207810"/>
                  <a:pt x="41082" y="207949"/>
                </a:cubicBezTo>
                <a:cubicBezTo>
                  <a:pt x="39737" y="207949"/>
                  <a:pt x="38594" y="207256"/>
                  <a:pt x="37653" y="205870"/>
                </a:cubicBezTo>
                <a:cubicBezTo>
                  <a:pt x="37250" y="204899"/>
                  <a:pt x="30929" y="187847"/>
                  <a:pt x="18692" y="154714"/>
                </a:cubicBezTo>
                <a:cubicBezTo>
                  <a:pt x="6455" y="121581"/>
                  <a:pt x="269" y="104668"/>
                  <a:pt x="134" y="103975"/>
                </a:cubicBezTo>
                <a:cubicBezTo>
                  <a:pt x="0" y="103281"/>
                  <a:pt x="6119" y="86368"/>
                  <a:pt x="18490" y="53235"/>
                </a:cubicBezTo>
                <a:cubicBezTo>
                  <a:pt x="30862" y="20102"/>
                  <a:pt x="37250" y="3050"/>
                  <a:pt x="37653" y="2079"/>
                </a:cubicBezTo>
                <a:cubicBezTo>
                  <a:pt x="38056" y="1386"/>
                  <a:pt x="38729" y="762"/>
                  <a:pt x="39670" y="208"/>
                </a:cubicBezTo>
                <a:lnTo>
                  <a:pt x="40275" y="0"/>
                </a:lnTo>
                <a:cubicBezTo>
                  <a:pt x="40679" y="0"/>
                  <a:pt x="40948" y="0"/>
                  <a:pt x="41082" y="0"/>
                </a:cubicBezTo>
                <a:cubicBezTo>
                  <a:pt x="43503" y="0"/>
                  <a:pt x="44847" y="1248"/>
                  <a:pt x="45116" y="3743"/>
                </a:cubicBezTo>
                <a:cubicBezTo>
                  <a:pt x="45116" y="4436"/>
                  <a:pt x="39065" y="21280"/>
                  <a:pt x="26962" y="54275"/>
                </a:cubicBezTo>
                <a:cubicBezTo>
                  <a:pt x="14725" y="87131"/>
                  <a:pt x="8606" y="103697"/>
                  <a:pt x="8606" y="103975"/>
                </a:cubicBezTo>
                <a:cubicBezTo>
                  <a:pt x="8606" y="104252"/>
                  <a:pt x="14725" y="120818"/>
                  <a:pt x="26962" y="153674"/>
                </a:cubicBezTo>
                <a:cubicBezTo>
                  <a:pt x="39065" y="186669"/>
                  <a:pt x="45116" y="203513"/>
                  <a:pt x="45116" y="2042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65FE1D-2AEA-485E-BF80-0C24D07B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10" y="6245613"/>
            <a:ext cx="45116" cy="207949"/>
          </a:xfrm>
          <a:custGeom xmlns:a="http://schemas.openxmlformats.org/drawingml/2006/main">
            <a:pathLst>
              <a:path w="45116" h="207949" fill="none">
                <a:moveTo>
                  <a:pt x="45116" y="204206"/>
                </a:moveTo>
                <a:cubicBezTo>
                  <a:pt x="44982" y="205176"/>
                  <a:pt x="44579" y="206008"/>
                  <a:pt x="43906" y="206701"/>
                </a:cubicBezTo>
                <a:cubicBezTo>
                  <a:pt x="43234" y="207395"/>
                  <a:pt x="42292" y="207810"/>
                  <a:pt x="41082" y="207949"/>
                </a:cubicBezTo>
                <a:cubicBezTo>
                  <a:pt x="39737" y="207949"/>
                  <a:pt x="38594" y="207256"/>
                  <a:pt x="37653" y="205870"/>
                </a:cubicBezTo>
                <a:cubicBezTo>
                  <a:pt x="37250" y="204899"/>
                  <a:pt x="30929" y="187847"/>
                  <a:pt x="18692" y="154714"/>
                </a:cubicBezTo>
                <a:cubicBezTo>
                  <a:pt x="6455" y="121581"/>
                  <a:pt x="269" y="104668"/>
                  <a:pt x="134" y="103975"/>
                </a:cubicBezTo>
                <a:cubicBezTo>
                  <a:pt x="0" y="103281"/>
                  <a:pt x="6119" y="86368"/>
                  <a:pt x="18490" y="53235"/>
                </a:cubicBezTo>
                <a:cubicBezTo>
                  <a:pt x="30862" y="20102"/>
                  <a:pt x="37250" y="3050"/>
                  <a:pt x="37653" y="2079"/>
                </a:cubicBezTo>
                <a:cubicBezTo>
                  <a:pt x="38056" y="1386"/>
                  <a:pt x="38729" y="762"/>
                  <a:pt x="39670" y="208"/>
                </a:cubicBezTo>
                <a:lnTo>
                  <a:pt x="40275" y="0"/>
                </a:lnTo>
                <a:cubicBezTo>
                  <a:pt x="40679" y="0"/>
                  <a:pt x="40948" y="0"/>
                  <a:pt x="41082" y="0"/>
                </a:cubicBezTo>
                <a:cubicBezTo>
                  <a:pt x="43503" y="0"/>
                  <a:pt x="44847" y="1248"/>
                  <a:pt x="45116" y="3743"/>
                </a:cubicBezTo>
                <a:cubicBezTo>
                  <a:pt x="45116" y="4436"/>
                  <a:pt x="39065" y="21280"/>
                  <a:pt x="26962" y="54275"/>
                </a:cubicBezTo>
                <a:cubicBezTo>
                  <a:pt x="14725" y="87131"/>
                  <a:pt x="8606" y="103697"/>
                  <a:pt x="8606" y="103975"/>
                </a:cubicBezTo>
                <a:cubicBezTo>
                  <a:pt x="8606" y="104252"/>
                  <a:pt x="14725" y="120818"/>
                  <a:pt x="26962" y="153674"/>
                </a:cubicBezTo>
                <a:cubicBezTo>
                  <a:pt x="39065" y="186669"/>
                  <a:pt x="45116" y="203513"/>
                  <a:pt x="45116" y="2042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7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6A0E91-C5AB-411A-A815-1CB1F900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25" y="6259546"/>
            <a:ext cx="142611" cy="146604"/>
          </a:xfrm>
          <a:custGeom xmlns:a="http://schemas.openxmlformats.org/drawingml/2006/main">
            <a:pathLst>
              <a:path w="142611" h="146604">
                <a:moveTo>
                  <a:pt x="9480" y="9566"/>
                </a:moveTo>
                <a:cubicBezTo>
                  <a:pt x="4908" y="9566"/>
                  <a:pt x="2488" y="9288"/>
                  <a:pt x="2219" y="8734"/>
                </a:cubicBezTo>
                <a:cubicBezTo>
                  <a:pt x="2084" y="8457"/>
                  <a:pt x="2017" y="7902"/>
                  <a:pt x="2017" y="7070"/>
                </a:cubicBezTo>
                <a:cubicBezTo>
                  <a:pt x="2017" y="3743"/>
                  <a:pt x="2757" y="1456"/>
                  <a:pt x="4236" y="208"/>
                </a:cubicBezTo>
                <a:cubicBezTo>
                  <a:pt x="4505" y="69"/>
                  <a:pt x="5648" y="0"/>
                  <a:pt x="7665" y="0"/>
                </a:cubicBezTo>
                <a:cubicBezTo>
                  <a:pt x="13179" y="277"/>
                  <a:pt x="22323" y="416"/>
                  <a:pt x="35098" y="416"/>
                </a:cubicBezTo>
                <a:cubicBezTo>
                  <a:pt x="39670" y="416"/>
                  <a:pt x="43906" y="416"/>
                  <a:pt x="47806" y="416"/>
                </a:cubicBezTo>
                <a:cubicBezTo>
                  <a:pt x="51706" y="416"/>
                  <a:pt x="54731" y="347"/>
                  <a:pt x="56883" y="208"/>
                </a:cubicBezTo>
                <a:cubicBezTo>
                  <a:pt x="59035" y="69"/>
                  <a:pt x="60379" y="69"/>
                  <a:pt x="60917" y="208"/>
                </a:cubicBezTo>
                <a:cubicBezTo>
                  <a:pt x="63069" y="208"/>
                  <a:pt x="64145" y="901"/>
                  <a:pt x="64145" y="2287"/>
                </a:cubicBezTo>
                <a:cubicBezTo>
                  <a:pt x="64145" y="2565"/>
                  <a:pt x="64010" y="3535"/>
                  <a:pt x="63741" y="5199"/>
                </a:cubicBezTo>
                <a:cubicBezTo>
                  <a:pt x="63069" y="7555"/>
                  <a:pt x="62396" y="8942"/>
                  <a:pt x="61724" y="9358"/>
                </a:cubicBezTo>
                <a:lnTo>
                  <a:pt x="61321" y="9358"/>
                </a:lnTo>
                <a:cubicBezTo>
                  <a:pt x="61052" y="9358"/>
                  <a:pt x="60716" y="9358"/>
                  <a:pt x="60312" y="9358"/>
                </a:cubicBezTo>
                <a:cubicBezTo>
                  <a:pt x="59909" y="9358"/>
                  <a:pt x="59438" y="9358"/>
                  <a:pt x="58900" y="9358"/>
                </a:cubicBezTo>
                <a:cubicBezTo>
                  <a:pt x="58362" y="9358"/>
                  <a:pt x="57757" y="9427"/>
                  <a:pt x="57085" y="9566"/>
                </a:cubicBezTo>
                <a:cubicBezTo>
                  <a:pt x="56412" y="9704"/>
                  <a:pt x="55807" y="9704"/>
                  <a:pt x="55269" y="9566"/>
                </a:cubicBezTo>
                <a:cubicBezTo>
                  <a:pt x="50025" y="9704"/>
                  <a:pt x="46663" y="9912"/>
                  <a:pt x="45184" y="10190"/>
                </a:cubicBezTo>
                <a:cubicBezTo>
                  <a:pt x="43704" y="10467"/>
                  <a:pt x="42494" y="11229"/>
                  <a:pt x="41553" y="12477"/>
                </a:cubicBezTo>
                <a:cubicBezTo>
                  <a:pt x="41418" y="12754"/>
                  <a:pt x="39536" y="20032"/>
                  <a:pt x="35905" y="34312"/>
                </a:cubicBezTo>
                <a:cubicBezTo>
                  <a:pt x="32274" y="48591"/>
                  <a:pt x="28643" y="63563"/>
                  <a:pt x="25012" y="79229"/>
                </a:cubicBezTo>
                <a:cubicBezTo>
                  <a:pt x="21382" y="94894"/>
                  <a:pt x="19364" y="104113"/>
                  <a:pt x="18961" y="106886"/>
                </a:cubicBezTo>
                <a:cubicBezTo>
                  <a:pt x="18692" y="108827"/>
                  <a:pt x="18558" y="110837"/>
                  <a:pt x="18558" y="112916"/>
                </a:cubicBezTo>
                <a:cubicBezTo>
                  <a:pt x="18558" y="120403"/>
                  <a:pt x="20642" y="126294"/>
                  <a:pt x="24811" y="130592"/>
                </a:cubicBezTo>
                <a:cubicBezTo>
                  <a:pt x="28979" y="134890"/>
                  <a:pt x="34762" y="137038"/>
                  <a:pt x="42158" y="137038"/>
                </a:cubicBezTo>
                <a:cubicBezTo>
                  <a:pt x="51168" y="137038"/>
                  <a:pt x="60178" y="133919"/>
                  <a:pt x="69187" y="127681"/>
                </a:cubicBezTo>
                <a:cubicBezTo>
                  <a:pt x="78197" y="121442"/>
                  <a:pt x="84787" y="112015"/>
                  <a:pt x="88955" y="99400"/>
                </a:cubicBezTo>
                <a:lnTo>
                  <a:pt x="99243" y="57602"/>
                </a:lnTo>
                <a:cubicBezTo>
                  <a:pt x="105563" y="30984"/>
                  <a:pt x="108723" y="17121"/>
                  <a:pt x="108723" y="16012"/>
                </a:cubicBezTo>
                <a:cubicBezTo>
                  <a:pt x="108723" y="12269"/>
                  <a:pt x="104420" y="10120"/>
                  <a:pt x="95814" y="9566"/>
                </a:cubicBezTo>
                <a:cubicBezTo>
                  <a:pt x="92586" y="9566"/>
                  <a:pt x="90972" y="8803"/>
                  <a:pt x="90972" y="7278"/>
                </a:cubicBezTo>
                <a:cubicBezTo>
                  <a:pt x="90972" y="7001"/>
                  <a:pt x="91107" y="6169"/>
                  <a:pt x="91376" y="4783"/>
                </a:cubicBezTo>
                <a:cubicBezTo>
                  <a:pt x="91914" y="2565"/>
                  <a:pt x="92317" y="1248"/>
                  <a:pt x="92586" y="832"/>
                </a:cubicBezTo>
                <a:cubicBezTo>
                  <a:pt x="92855" y="416"/>
                  <a:pt x="93527" y="139"/>
                  <a:pt x="94603" y="0"/>
                </a:cubicBezTo>
                <a:cubicBezTo>
                  <a:pt x="95007" y="0"/>
                  <a:pt x="97158" y="69"/>
                  <a:pt x="101058" y="208"/>
                </a:cubicBezTo>
                <a:cubicBezTo>
                  <a:pt x="104958" y="347"/>
                  <a:pt x="110606" y="485"/>
                  <a:pt x="118002" y="624"/>
                </a:cubicBezTo>
                <a:cubicBezTo>
                  <a:pt x="124860" y="624"/>
                  <a:pt x="130105" y="555"/>
                  <a:pt x="133736" y="416"/>
                </a:cubicBezTo>
                <a:cubicBezTo>
                  <a:pt x="137366" y="277"/>
                  <a:pt x="139316" y="208"/>
                  <a:pt x="139585" y="208"/>
                </a:cubicBezTo>
                <a:cubicBezTo>
                  <a:pt x="141602" y="208"/>
                  <a:pt x="142611" y="901"/>
                  <a:pt x="142611" y="2287"/>
                </a:cubicBezTo>
                <a:cubicBezTo>
                  <a:pt x="142611" y="5337"/>
                  <a:pt x="142073" y="7417"/>
                  <a:pt x="140997" y="8526"/>
                </a:cubicBezTo>
                <a:cubicBezTo>
                  <a:pt x="140594" y="9219"/>
                  <a:pt x="139115" y="9566"/>
                  <a:pt x="136560" y="9566"/>
                </a:cubicBezTo>
                <a:cubicBezTo>
                  <a:pt x="127012" y="10120"/>
                  <a:pt x="121028" y="12893"/>
                  <a:pt x="118607" y="17884"/>
                </a:cubicBezTo>
                <a:cubicBezTo>
                  <a:pt x="118338" y="18577"/>
                  <a:pt x="114976" y="31955"/>
                  <a:pt x="108521" y="58018"/>
                </a:cubicBezTo>
                <a:cubicBezTo>
                  <a:pt x="103008" y="81447"/>
                  <a:pt x="99646" y="95241"/>
                  <a:pt x="98436" y="99400"/>
                </a:cubicBezTo>
                <a:cubicBezTo>
                  <a:pt x="93998" y="113263"/>
                  <a:pt x="86266" y="124562"/>
                  <a:pt x="75239" y="133295"/>
                </a:cubicBezTo>
                <a:cubicBezTo>
                  <a:pt x="64212" y="142029"/>
                  <a:pt x="52781" y="146465"/>
                  <a:pt x="40948" y="146604"/>
                </a:cubicBezTo>
                <a:cubicBezTo>
                  <a:pt x="28576" y="146604"/>
                  <a:pt x="18692" y="142722"/>
                  <a:pt x="11296" y="134959"/>
                </a:cubicBezTo>
                <a:cubicBezTo>
                  <a:pt x="3900" y="127196"/>
                  <a:pt x="134" y="117976"/>
                  <a:pt x="0" y="107302"/>
                </a:cubicBezTo>
                <a:lnTo>
                  <a:pt x="0" y="103975"/>
                </a:lnTo>
                <a:cubicBezTo>
                  <a:pt x="0" y="101479"/>
                  <a:pt x="3698" y="84982"/>
                  <a:pt x="11094" y="54483"/>
                </a:cubicBezTo>
                <a:cubicBezTo>
                  <a:pt x="17683" y="26617"/>
                  <a:pt x="20978" y="12269"/>
                  <a:pt x="20978" y="11437"/>
                </a:cubicBezTo>
                <a:cubicBezTo>
                  <a:pt x="20978" y="10467"/>
                  <a:pt x="17146" y="9843"/>
                  <a:pt x="9480" y="95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DDF902-42DE-4C09-9102-18F7E06C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25" y="6259546"/>
            <a:ext cx="142611" cy="146604"/>
          </a:xfrm>
          <a:custGeom xmlns:a="http://schemas.openxmlformats.org/drawingml/2006/main">
            <a:pathLst>
              <a:path w="142611" h="146604" fill="none">
                <a:moveTo>
                  <a:pt x="9480" y="9566"/>
                </a:moveTo>
                <a:cubicBezTo>
                  <a:pt x="4908" y="9566"/>
                  <a:pt x="2488" y="9288"/>
                  <a:pt x="2219" y="8734"/>
                </a:cubicBezTo>
                <a:cubicBezTo>
                  <a:pt x="2084" y="8457"/>
                  <a:pt x="2017" y="7902"/>
                  <a:pt x="2017" y="7070"/>
                </a:cubicBezTo>
                <a:cubicBezTo>
                  <a:pt x="2017" y="3743"/>
                  <a:pt x="2757" y="1456"/>
                  <a:pt x="4236" y="208"/>
                </a:cubicBezTo>
                <a:cubicBezTo>
                  <a:pt x="4505" y="69"/>
                  <a:pt x="5648" y="0"/>
                  <a:pt x="7665" y="0"/>
                </a:cubicBezTo>
                <a:cubicBezTo>
                  <a:pt x="13179" y="277"/>
                  <a:pt x="22323" y="416"/>
                  <a:pt x="35098" y="416"/>
                </a:cubicBezTo>
                <a:cubicBezTo>
                  <a:pt x="39670" y="416"/>
                  <a:pt x="43906" y="416"/>
                  <a:pt x="47806" y="416"/>
                </a:cubicBezTo>
                <a:cubicBezTo>
                  <a:pt x="51706" y="416"/>
                  <a:pt x="54731" y="347"/>
                  <a:pt x="56883" y="208"/>
                </a:cubicBezTo>
                <a:cubicBezTo>
                  <a:pt x="59035" y="69"/>
                  <a:pt x="60379" y="69"/>
                  <a:pt x="60917" y="208"/>
                </a:cubicBezTo>
                <a:cubicBezTo>
                  <a:pt x="63069" y="208"/>
                  <a:pt x="64145" y="901"/>
                  <a:pt x="64145" y="2287"/>
                </a:cubicBezTo>
                <a:cubicBezTo>
                  <a:pt x="64145" y="2565"/>
                  <a:pt x="64010" y="3535"/>
                  <a:pt x="63741" y="5199"/>
                </a:cubicBezTo>
                <a:cubicBezTo>
                  <a:pt x="63069" y="7555"/>
                  <a:pt x="62396" y="8942"/>
                  <a:pt x="61724" y="9358"/>
                </a:cubicBezTo>
                <a:lnTo>
                  <a:pt x="61321" y="9358"/>
                </a:lnTo>
                <a:cubicBezTo>
                  <a:pt x="61052" y="9358"/>
                  <a:pt x="60716" y="9358"/>
                  <a:pt x="60312" y="9358"/>
                </a:cubicBezTo>
                <a:cubicBezTo>
                  <a:pt x="59909" y="9358"/>
                  <a:pt x="59438" y="9358"/>
                  <a:pt x="58900" y="9358"/>
                </a:cubicBezTo>
                <a:cubicBezTo>
                  <a:pt x="58362" y="9358"/>
                  <a:pt x="57757" y="9427"/>
                  <a:pt x="57085" y="9566"/>
                </a:cubicBezTo>
                <a:cubicBezTo>
                  <a:pt x="56412" y="9704"/>
                  <a:pt x="55807" y="9704"/>
                  <a:pt x="55269" y="9566"/>
                </a:cubicBezTo>
                <a:cubicBezTo>
                  <a:pt x="50025" y="9704"/>
                  <a:pt x="46663" y="9912"/>
                  <a:pt x="45184" y="10190"/>
                </a:cubicBezTo>
                <a:cubicBezTo>
                  <a:pt x="43704" y="10467"/>
                  <a:pt x="42494" y="11229"/>
                  <a:pt x="41553" y="12477"/>
                </a:cubicBezTo>
                <a:cubicBezTo>
                  <a:pt x="41418" y="12754"/>
                  <a:pt x="39536" y="20032"/>
                  <a:pt x="35905" y="34312"/>
                </a:cubicBezTo>
                <a:cubicBezTo>
                  <a:pt x="32274" y="48591"/>
                  <a:pt x="28643" y="63563"/>
                  <a:pt x="25012" y="79229"/>
                </a:cubicBezTo>
                <a:cubicBezTo>
                  <a:pt x="21382" y="94894"/>
                  <a:pt x="19364" y="104113"/>
                  <a:pt x="18961" y="106886"/>
                </a:cubicBezTo>
                <a:cubicBezTo>
                  <a:pt x="18692" y="108827"/>
                  <a:pt x="18558" y="110837"/>
                  <a:pt x="18558" y="112916"/>
                </a:cubicBezTo>
                <a:cubicBezTo>
                  <a:pt x="18558" y="120403"/>
                  <a:pt x="20642" y="126294"/>
                  <a:pt x="24811" y="130592"/>
                </a:cubicBezTo>
                <a:cubicBezTo>
                  <a:pt x="28979" y="134890"/>
                  <a:pt x="34762" y="137038"/>
                  <a:pt x="42158" y="137038"/>
                </a:cubicBezTo>
                <a:cubicBezTo>
                  <a:pt x="51168" y="137038"/>
                  <a:pt x="60178" y="133919"/>
                  <a:pt x="69187" y="127681"/>
                </a:cubicBezTo>
                <a:cubicBezTo>
                  <a:pt x="78197" y="121442"/>
                  <a:pt x="84787" y="112015"/>
                  <a:pt x="88955" y="99400"/>
                </a:cubicBezTo>
                <a:lnTo>
                  <a:pt x="99243" y="57602"/>
                </a:lnTo>
                <a:cubicBezTo>
                  <a:pt x="105563" y="30984"/>
                  <a:pt x="108723" y="17121"/>
                  <a:pt x="108723" y="16012"/>
                </a:cubicBezTo>
                <a:cubicBezTo>
                  <a:pt x="108723" y="12269"/>
                  <a:pt x="104420" y="10120"/>
                  <a:pt x="95814" y="9566"/>
                </a:cubicBezTo>
                <a:cubicBezTo>
                  <a:pt x="92586" y="9566"/>
                  <a:pt x="90972" y="8803"/>
                  <a:pt x="90972" y="7278"/>
                </a:cubicBezTo>
                <a:cubicBezTo>
                  <a:pt x="90972" y="7001"/>
                  <a:pt x="91107" y="6169"/>
                  <a:pt x="91376" y="4783"/>
                </a:cubicBezTo>
                <a:cubicBezTo>
                  <a:pt x="91914" y="2565"/>
                  <a:pt x="92317" y="1248"/>
                  <a:pt x="92586" y="832"/>
                </a:cubicBezTo>
                <a:cubicBezTo>
                  <a:pt x="92855" y="416"/>
                  <a:pt x="93527" y="139"/>
                  <a:pt x="94603" y="0"/>
                </a:cubicBezTo>
                <a:cubicBezTo>
                  <a:pt x="95007" y="0"/>
                  <a:pt x="97158" y="69"/>
                  <a:pt x="101058" y="208"/>
                </a:cubicBezTo>
                <a:cubicBezTo>
                  <a:pt x="104958" y="347"/>
                  <a:pt x="110606" y="485"/>
                  <a:pt x="118002" y="624"/>
                </a:cubicBezTo>
                <a:cubicBezTo>
                  <a:pt x="124860" y="624"/>
                  <a:pt x="130105" y="555"/>
                  <a:pt x="133736" y="416"/>
                </a:cubicBezTo>
                <a:cubicBezTo>
                  <a:pt x="137366" y="277"/>
                  <a:pt x="139316" y="208"/>
                  <a:pt x="139585" y="208"/>
                </a:cubicBezTo>
                <a:cubicBezTo>
                  <a:pt x="141602" y="208"/>
                  <a:pt x="142611" y="901"/>
                  <a:pt x="142611" y="2287"/>
                </a:cubicBezTo>
                <a:cubicBezTo>
                  <a:pt x="142611" y="5337"/>
                  <a:pt x="142073" y="7417"/>
                  <a:pt x="140997" y="8526"/>
                </a:cubicBezTo>
                <a:cubicBezTo>
                  <a:pt x="140594" y="9219"/>
                  <a:pt x="139115" y="9566"/>
                  <a:pt x="136560" y="9566"/>
                </a:cubicBezTo>
                <a:cubicBezTo>
                  <a:pt x="127012" y="10120"/>
                  <a:pt x="121028" y="12893"/>
                  <a:pt x="118607" y="17884"/>
                </a:cubicBezTo>
                <a:cubicBezTo>
                  <a:pt x="118338" y="18577"/>
                  <a:pt x="114976" y="31955"/>
                  <a:pt x="108521" y="58018"/>
                </a:cubicBezTo>
                <a:cubicBezTo>
                  <a:pt x="103008" y="81447"/>
                  <a:pt x="99646" y="95241"/>
                  <a:pt x="98436" y="99400"/>
                </a:cubicBezTo>
                <a:cubicBezTo>
                  <a:pt x="93998" y="113263"/>
                  <a:pt x="86266" y="124562"/>
                  <a:pt x="75239" y="133295"/>
                </a:cubicBezTo>
                <a:cubicBezTo>
                  <a:pt x="64212" y="142029"/>
                  <a:pt x="52781" y="146465"/>
                  <a:pt x="40948" y="146604"/>
                </a:cubicBezTo>
                <a:cubicBezTo>
                  <a:pt x="28576" y="146604"/>
                  <a:pt x="18692" y="142722"/>
                  <a:pt x="11296" y="134959"/>
                </a:cubicBezTo>
                <a:cubicBezTo>
                  <a:pt x="3900" y="127196"/>
                  <a:pt x="134" y="117976"/>
                  <a:pt x="0" y="107302"/>
                </a:cubicBezTo>
                <a:lnTo>
                  <a:pt x="0" y="103975"/>
                </a:lnTo>
                <a:cubicBezTo>
                  <a:pt x="0" y="101479"/>
                  <a:pt x="3698" y="84982"/>
                  <a:pt x="11094" y="54483"/>
                </a:cubicBezTo>
                <a:cubicBezTo>
                  <a:pt x="17683" y="26617"/>
                  <a:pt x="20978" y="12269"/>
                  <a:pt x="20978" y="11437"/>
                </a:cubicBezTo>
                <a:cubicBezTo>
                  <a:pt x="20978" y="10467"/>
                  <a:pt x="17146" y="9843"/>
                  <a:pt x="9480" y="956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7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08125C-3472-4DAC-A681-288C63BE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811" y="6334852"/>
            <a:ext cx="60039" cy="101150"/>
          </a:xfrm>
          <a:custGeom xmlns:a="http://schemas.openxmlformats.org/drawingml/2006/main">
            <a:pathLst>
              <a:path w="60039" h="101150">
                <a:moveTo>
                  <a:pt x="8129" y="11909"/>
                </a:moveTo>
                <a:cubicBezTo>
                  <a:pt x="13453" y="3970"/>
                  <a:pt x="20726" y="0"/>
                  <a:pt x="29948" y="0"/>
                </a:cubicBezTo>
                <a:cubicBezTo>
                  <a:pt x="34512" y="0"/>
                  <a:pt x="39075" y="1274"/>
                  <a:pt x="43639" y="3823"/>
                </a:cubicBezTo>
                <a:cubicBezTo>
                  <a:pt x="48202" y="6371"/>
                  <a:pt x="51910" y="10879"/>
                  <a:pt x="54763" y="17348"/>
                </a:cubicBezTo>
                <a:cubicBezTo>
                  <a:pt x="58280" y="25483"/>
                  <a:pt x="60039" y="36657"/>
                  <a:pt x="60039" y="50869"/>
                </a:cubicBezTo>
                <a:cubicBezTo>
                  <a:pt x="60039" y="66061"/>
                  <a:pt x="57995" y="77676"/>
                  <a:pt x="53907" y="85713"/>
                </a:cubicBezTo>
                <a:cubicBezTo>
                  <a:pt x="52005" y="89829"/>
                  <a:pt x="49391" y="93113"/>
                  <a:pt x="46063" y="95563"/>
                </a:cubicBezTo>
                <a:cubicBezTo>
                  <a:pt x="42736" y="98013"/>
                  <a:pt x="39836" y="99533"/>
                  <a:pt x="37364" y="100121"/>
                </a:cubicBezTo>
                <a:cubicBezTo>
                  <a:pt x="34892" y="100709"/>
                  <a:pt x="32468" y="101052"/>
                  <a:pt x="30091" y="101150"/>
                </a:cubicBezTo>
                <a:cubicBezTo>
                  <a:pt x="27619" y="101150"/>
                  <a:pt x="25147" y="100856"/>
                  <a:pt x="22675" y="100268"/>
                </a:cubicBezTo>
                <a:cubicBezTo>
                  <a:pt x="20203" y="99680"/>
                  <a:pt x="17303" y="98111"/>
                  <a:pt x="13976" y="95563"/>
                </a:cubicBezTo>
                <a:cubicBezTo>
                  <a:pt x="10648" y="93015"/>
                  <a:pt x="8034" y="89731"/>
                  <a:pt x="6132" y="85713"/>
                </a:cubicBezTo>
                <a:cubicBezTo>
                  <a:pt x="2044" y="77676"/>
                  <a:pt x="0" y="66061"/>
                  <a:pt x="0" y="50869"/>
                </a:cubicBezTo>
                <a:cubicBezTo>
                  <a:pt x="0" y="33815"/>
                  <a:pt x="2710" y="20828"/>
                  <a:pt x="8129" y="11909"/>
                </a:cubicBezTo>
                <a:close/>
                <a:moveTo>
                  <a:pt x="40216" y="10144"/>
                </a:moveTo>
                <a:cubicBezTo>
                  <a:pt x="37364" y="7008"/>
                  <a:pt x="33989" y="5440"/>
                  <a:pt x="30091" y="5440"/>
                </a:cubicBezTo>
                <a:cubicBezTo>
                  <a:pt x="26098" y="5440"/>
                  <a:pt x="22675" y="7008"/>
                  <a:pt x="19823" y="10144"/>
                </a:cubicBezTo>
                <a:cubicBezTo>
                  <a:pt x="17446" y="12693"/>
                  <a:pt x="15877" y="16221"/>
                  <a:pt x="15117" y="20730"/>
                </a:cubicBezTo>
                <a:cubicBezTo>
                  <a:pt x="14356" y="25238"/>
                  <a:pt x="13976" y="34648"/>
                  <a:pt x="13976" y="48958"/>
                </a:cubicBezTo>
                <a:cubicBezTo>
                  <a:pt x="13976" y="64444"/>
                  <a:pt x="14356" y="74637"/>
                  <a:pt x="15117" y="79538"/>
                </a:cubicBezTo>
                <a:cubicBezTo>
                  <a:pt x="15877" y="84439"/>
                  <a:pt x="17589" y="88310"/>
                  <a:pt x="20251" y="91152"/>
                </a:cubicBezTo>
                <a:cubicBezTo>
                  <a:pt x="22913" y="94093"/>
                  <a:pt x="26193" y="95563"/>
                  <a:pt x="30091" y="95563"/>
                </a:cubicBezTo>
                <a:cubicBezTo>
                  <a:pt x="33894" y="95563"/>
                  <a:pt x="37126" y="94093"/>
                  <a:pt x="39788" y="91152"/>
                </a:cubicBezTo>
                <a:cubicBezTo>
                  <a:pt x="42546" y="88212"/>
                  <a:pt x="44257" y="84095"/>
                  <a:pt x="44922" y="78803"/>
                </a:cubicBezTo>
                <a:cubicBezTo>
                  <a:pt x="45588" y="73510"/>
                  <a:pt x="45968" y="63562"/>
                  <a:pt x="46063" y="48958"/>
                </a:cubicBezTo>
                <a:cubicBezTo>
                  <a:pt x="46063" y="34746"/>
                  <a:pt x="45683" y="25385"/>
                  <a:pt x="44922" y="20877"/>
                </a:cubicBezTo>
                <a:cubicBezTo>
                  <a:pt x="44162" y="16368"/>
                  <a:pt x="42593" y="12791"/>
                  <a:pt x="40216" y="101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9AC9FD-0F0E-4671-9CA5-64D3DC9E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811" y="6334852"/>
            <a:ext cx="60039" cy="101150"/>
          </a:xfrm>
          <a:custGeom xmlns:a="http://schemas.openxmlformats.org/drawingml/2006/main">
            <a:pathLst>
              <a:path w="60039" h="101150" fill="none">
                <a:moveTo>
                  <a:pt x="8129" y="11909"/>
                </a:moveTo>
                <a:cubicBezTo>
                  <a:pt x="13453" y="3970"/>
                  <a:pt x="20726" y="0"/>
                  <a:pt x="29948" y="0"/>
                </a:cubicBezTo>
                <a:cubicBezTo>
                  <a:pt x="34512" y="0"/>
                  <a:pt x="39075" y="1274"/>
                  <a:pt x="43639" y="3823"/>
                </a:cubicBezTo>
                <a:cubicBezTo>
                  <a:pt x="48202" y="6371"/>
                  <a:pt x="51910" y="10879"/>
                  <a:pt x="54763" y="17348"/>
                </a:cubicBezTo>
                <a:cubicBezTo>
                  <a:pt x="58280" y="25483"/>
                  <a:pt x="60039" y="36657"/>
                  <a:pt x="60039" y="50869"/>
                </a:cubicBezTo>
                <a:cubicBezTo>
                  <a:pt x="60039" y="66061"/>
                  <a:pt x="57995" y="77676"/>
                  <a:pt x="53907" y="85713"/>
                </a:cubicBezTo>
                <a:cubicBezTo>
                  <a:pt x="52005" y="89829"/>
                  <a:pt x="49391" y="93113"/>
                  <a:pt x="46063" y="95563"/>
                </a:cubicBezTo>
                <a:cubicBezTo>
                  <a:pt x="42736" y="98013"/>
                  <a:pt x="39836" y="99533"/>
                  <a:pt x="37364" y="100121"/>
                </a:cubicBezTo>
                <a:cubicBezTo>
                  <a:pt x="34892" y="100709"/>
                  <a:pt x="32468" y="101052"/>
                  <a:pt x="30091" y="101150"/>
                </a:cubicBezTo>
                <a:cubicBezTo>
                  <a:pt x="27619" y="101150"/>
                  <a:pt x="25147" y="100856"/>
                  <a:pt x="22675" y="100268"/>
                </a:cubicBezTo>
                <a:cubicBezTo>
                  <a:pt x="20203" y="99680"/>
                  <a:pt x="17303" y="98111"/>
                  <a:pt x="13976" y="95563"/>
                </a:cubicBezTo>
                <a:cubicBezTo>
                  <a:pt x="10648" y="93015"/>
                  <a:pt x="8034" y="89731"/>
                  <a:pt x="6132" y="85713"/>
                </a:cubicBezTo>
                <a:cubicBezTo>
                  <a:pt x="2044" y="77676"/>
                  <a:pt x="0" y="66061"/>
                  <a:pt x="0" y="50869"/>
                </a:cubicBezTo>
                <a:cubicBezTo>
                  <a:pt x="0" y="33815"/>
                  <a:pt x="2710" y="20828"/>
                  <a:pt x="8129" y="11909"/>
                </a:cubicBezTo>
                <a:close/>
                <a:moveTo>
                  <a:pt x="40216" y="10144"/>
                </a:moveTo>
                <a:cubicBezTo>
                  <a:pt x="37364" y="7008"/>
                  <a:pt x="33989" y="5440"/>
                  <a:pt x="30091" y="5440"/>
                </a:cubicBezTo>
                <a:cubicBezTo>
                  <a:pt x="26098" y="5440"/>
                  <a:pt x="22675" y="7008"/>
                  <a:pt x="19823" y="10144"/>
                </a:cubicBezTo>
                <a:cubicBezTo>
                  <a:pt x="17446" y="12693"/>
                  <a:pt x="15877" y="16221"/>
                  <a:pt x="15117" y="20730"/>
                </a:cubicBezTo>
                <a:cubicBezTo>
                  <a:pt x="14356" y="25238"/>
                  <a:pt x="13976" y="34648"/>
                  <a:pt x="13976" y="48958"/>
                </a:cubicBezTo>
                <a:cubicBezTo>
                  <a:pt x="13976" y="64444"/>
                  <a:pt x="14356" y="74637"/>
                  <a:pt x="15117" y="79538"/>
                </a:cubicBezTo>
                <a:cubicBezTo>
                  <a:pt x="15877" y="84439"/>
                  <a:pt x="17589" y="88310"/>
                  <a:pt x="20251" y="91152"/>
                </a:cubicBezTo>
                <a:cubicBezTo>
                  <a:pt x="22913" y="94093"/>
                  <a:pt x="26193" y="95563"/>
                  <a:pt x="30091" y="95563"/>
                </a:cubicBezTo>
                <a:cubicBezTo>
                  <a:pt x="33894" y="95563"/>
                  <a:pt x="37126" y="94093"/>
                  <a:pt x="39788" y="91152"/>
                </a:cubicBezTo>
                <a:cubicBezTo>
                  <a:pt x="42546" y="88212"/>
                  <a:pt x="44257" y="84095"/>
                  <a:pt x="44922" y="78803"/>
                </a:cubicBezTo>
                <a:cubicBezTo>
                  <a:pt x="45588" y="73510"/>
                  <a:pt x="45968" y="63562"/>
                  <a:pt x="46063" y="48958"/>
                </a:cubicBezTo>
                <a:cubicBezTo>
                  <a:pt x="46063" y="34746"/>
                  <a:pt x="45683" y="25385"/>
                  <a:pt x="44922" y="20877"/>
                </a:cubicBezTo>
                <a:cubicBezTo>
                  <a:pt x="44162" y="16368"/>
                  <a:pt x="42593" y="12791"/>
                  <a:pt x="40216" y="101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7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F9332B-8946-472B-AF44-51946786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78" y="6414978"/>
            <a:ext cx="18825" cy="46409"/>
          </a:xfrm>
          <a:custGeom xmlns:a="http://schemas.openxmlformats.org/drawingml/2006/main">
            <a:pathLst>
              <a:path w="18825" h="46409">
                <a:moveTo>
                  <a:pt x="0" y="12644"/>
                </a:moveTo>
                <a:cubicBezTo>
                  <a:pt x="0" y="12644"/>
                  <a:pt x="0" y="11419"/>
                  <a:pt x="0" y="8968"/>
                </a:cubicBezTo>
                <a:cubicBezTo>
                  <a:pt x="0" y="6518"/>
                  <a:pt x="761" y="4411"/>
                  <a:pt x="2282" y="2646"/>
                </a:cubicBezTo>
                <a:cubicBezTo>
                  <a:pt x="3803" y="882"/>
                  <a:pt x="5847" y="0"/>
                  <a:pt x="8414" y="0"/>
                </a:cubicBezTo>
                <a:cubicBezTo>
                  <a:pt x="11076" y="0"/>
                  <a:pt x="13453" y="1225"/>
                  <a:pt x="15545" y="3676"/>
                </a:cubicBezTo>
                <a:cubicBezTo>
                  <a:pt x="17636" y="6126"/>
                  <a:pt x="18730" y="10438"/>
                  <a:pt x="18825" y="16613"/>
                </a:cubicBezTo>
                <a:cubicBezTo>
                  <a:pt x="18825" y="20044"/>
                  <a:pt x="18397" y="23376"/>
                  <a:pt x="17541" y="26611"/>
                </a:cubicBezTo>
                <a:cubicBezTo>
                  <a:pt x="16685" y="29845"/>
                  <a:pt x="15687" y="32638"/>
                  <a:pt x="14546" y="34991"/>
                </a:cubicBezTo>
                <a:cubicBezTo>
                  <a:pt x="13405" y="37343"/>
                  <a:pt x="12169" y="39352"/>
                  <a:pt x="10838" y="41019"/>
                </a:cubicBezTo>
                <a:cubicBezTo>
                  <a:pt x="9507" y="42685"/>
                  <a:pt x="8367" y="44008"/>
                  <a:pt x="7416" y="44988"/>
                </a:cubicBezTo>
                <a:cubicBezTo>
                  <a:pt x="6465" y="45968"/>
                  <a:pt x="5847" y="46409"/>
                  <a:pt x="5562" y="46311"/>
                </a:cubicBezTo>
                <a:cubicBezTo>
                  <a:pt x="5182" y="46311"/>
                  <a:pt x="4564" y="45870"/>
                  <a:pt x="3708" y="44988"/>
                </a:cubicBezTo>
                <a:cubicBezTo>
                  <a:pt x="2852" y="44106"/>
                  <a:pt x="2424" y="43469"/>
                  <a:pt x="2424" y="43077"/>
                </a:cubicBezTo>
                <a:cubicBezTo>
                  <a:pt x="2424" y="42685"/>
                  <a:pt x="2947" y="41901"/>
                  <a:pt x="3993" y="40725"/>
                </a:cubicBezTo>
                <a:cubicBezTo>
                  <a:pt x="5039" y="39548"/>
                  <a:pt x="6227" y="38078"/>
                  <a:pt x="7558" y="36314"/>
                </a:cubicBezTo>
                <a:cubicBezTo>
                  <a:pt x="8889" y="34550"/>
                  <a:pt x="10125" y="32099"/>
                  <a:pt x="11266" y="28963"/>
                </a:cubicBezTo>
                <a:cubicBezTo>
                  <a:pt x="12407" y="25827"/>
                  <a:pt x="13168" y="22249"/>
                  <a:pt x="13548" y="18230"/>
                </a:cubicBezTo>
                <a:lnTo>
                  <a:pt x="13548" y="16466"/>
                </a:lnTo>
                <a:lnTo>
                  <a:pt x="13405" y="16613"/>
                </a:lnTo>
                <a:cubicBezTo>
                  <a:pt x="13215" y="16711"/>
                  <a:pt x="12978" y="16809"/>
                  <a:pt x="12692" y="16907"/>
                </a:cubicBezTo>
                <a:cubicBezTo>
                  <a:pt x="12407" y="17005"/>
                  <a:pt x="12122" y="17152"/>
                  <a:pt x="11837" y="17348"/>
                </a:cubicBezTo>
                <a:cubicBezTo>
                  <a:pt x="11551" y="17544"/>
                  <a:pt x="11124" y="17642"/>
                  <a:pt x="10553" y="17642"/>
                </a:cubicBezTo>
                <a:cubicBezTo>
                  <a:pt x="9983" y="17642"/>
                  <a:pt x="9412" y="17691"/>
                  <a:pt x="8842" y="17789"/>
                </a:cubicBezTo>
                <a:cubicBezTo>
                  <a:pt x="6275" y="17789"/>
                  <a:pt x="4183" y="16956"/>
                  <a:pt x="2567" y="15290"/>
                </a:cubicBezTo>
                <a:lnTo>
                  <a:pt x="0" y="126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4D8921-80FB-4D5E-8F3E-174FCFCE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78" y="6414978"/>
            <a:ext cx="18825" cy="46409"/>
          </a:xfrm>
          <a:custGeom xmlns:a="http://schemas.openxmlformats.org/drawingml/2006/main">
            <a:pathLst>
              <a:path w="18825" h="46409" fill="none">
                <a:moveTo>
                  <a:pt x="0" y="12644"/>
                </a:moveTo>
                <a:cubicBezTo>
                  <a:pt x="0" y="12644"/>
                  <a:pt x="0" y="11419"/>
                  <a:pt x="0" y="8968"/>
                </a:cubicBezTo>
                <a:cubicBezTo>
                  <a:pt x="0" y="6518"/>
                  <a:pt x="761" y="4411"/>
                  <a:pt x="2282" y="2646"/>
                </a:cubicBezTo>
                <a:cubicBezTo>
                  <a:pt x="3803" y="882"/>
                  <a:pt x="5847" y="0"/>
                  <a:pt x="8414" y="0"/>
                </a:cubicBezTo>
                <a:cubicBezTo>
                  <a:pt x="11076" y="0"/>
                  <a:pt x="13453" y="1225"/>
                  <a:pt x="15545" y="3676"/>
                </a:cubicBezTo>
                <a:cubicBezTo>
                  <a:pt x="17636" y="6126"/>
                  <a:pt x="18730" y="10438"/>
                  <a:pt x="18825" y="16613"/>
                </a:cubicBezTo>
                <a:cubicBezTo>
                  <a:pt x="18825" y="20044"/>
                  <a:pt x="18397" y="23376"/>
                  <a:pt x="17541" y="26611"/>
                </a:cubicBezTo>
                <a:cubicBezTo>
                  <a:pt x="16685" y="29845"/>
                  <a:pt x="15687" y="32638"/>
                  <a:pt x="14546" y="34991"/>
                </a:cubicBezTo>
                <a:cubicBezTo>
                  <a:pt x="13405" y="37343"/>
                  <a:pt x="12169" y="39352"/>
                  <a:pt x="10838" y="41019"/>
                </a:cubicBezTo>
                <a:cubicBezTo>
                  <a:pt x="9507" y="42685"/>
                  <a:pt x="8367" y="44008"/>
                  <a:pt x="7416" y="44988"/>
                </a:cubicBezTo>
                <a:cubicBezTo>
                  <a:pt x="6465" y="45968"/>
                  <a:pt x="5847" y="46409"/>
                  <a:pt x="5562" y="46311"/>
                </a:cubicBezTo>
                <a:cubicBezTo>
                  <a:pt x="5182" y="46311"/>
                  <a:pt x="4564" y="45870"/>
                  <a:pt x="3708" y="44988"/>
                </a:cubicBezTo>
                <a:cubicBezTo>
                  <a:pt x="2852" y="44106"/>
                  <a:pt x="2424" y="43469"/>
                  <a:pt x="2424" y="43077"/>
                </a:cubicBezTo>
                <a:cubicBezTo>
                  <a:pt x="2424" y="42685"/>
                  <a:pt x="2947" y="41901"/>
                  <a:pt x="3993" y="40725"/>
                </a:cubicBezTo>
                <a:cubicBezTo>
                  <a:pt x="5039" y="39548"/>
                  <a:pt x="6227" y="38078"/>
                  <a:pt x="7558" y="36314"/>
                </a:cubicBezTo>
                <a:cubicBezTo>
                  <a:pt x="8889" y="34550"/>
                  <a:pt x="10125" y="32099"/>
                  <a:pt x="11266" y="28963"/>
                </a:cubicBezTo>
                <a:cubicBezTo>
                  <a:pt x="12407" y="25827"/>
                  <a:pt x="13168" y="22249"/>
                  <a:pt x="13548" y="18230"/>
                </a:cubicBezTo>
                <a:lnTo>
                  <a:pt x="13548" y="16466"/>
                </a:lnTo>
                <a:lnTo>
                  <a:pt x="13405" y="16613"/>
                </a:lnTo>
                <a:cubicBezTo>
                  <a:pt x="13215" y="16711"/>
                  <a:pt x="12978" y="16809"/>
                  <a:pt x="12692" y="16907"/>
                </a:cubicBezTo>
                <a:cubicBezTo>
                  <a:pt x="12407" y="17005"/>
                  <a:pt x="12122" y="17152"/>
                  <a:pt x="11837" y="17348"/>
                </a:cubicBezTo>
                <a:cubicBezTo>
                  <a:pt x="11551" y="17544"/>
                  <a:pt x="11124" y="17642"/>
                  <a:pt x="10553" y="17642"/>
                </a:cubicBezTo>
                <a:cubicBezTo>
                  <a:pt x="9983" y="17642"/>
                  <a:pt x="9412" y="17691"/>
                  <a:pt x="8842" y="17789"/>
                </a:cubicBezTo>
                <a:cubicBezTo>
                  <a:pt x="6275" y="17789"/>
                  <a:pt x="4183" y="16956"/>
                  <a:pt x="2567" y="15290"/>
                </a:cubicBezTo>
                <a:lnTo>
                  <a:pt x="0" y="126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7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C93E47-E780-4AD2-81B3-520ED512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62" y="6334852"/>
            <a:ext cx="60039" cy="101150"/>
          </a:xfrm>
          <a:custGeom xmlns:a="http://schemas.openxmlformats.org/drawingml/2006/main">
            <a:pathLst>
              <a:path w="60039" h="101150">
                <a:moveTo>
                  <a:pt x="8129" y="11909"/>
                </a:moveTo>
                <a:cubicBezTo>
                  <a:pt x="13453" y="3970"/>
                  <a:pt x="20726" y="0"/>
                  <a:pt x="29948" y="0"/>
                </a:cubicBezTo>
                <a:cubicBezTo>
                  <a:pt x="34512" y="0"/>
                  <a:pt x="39075" y="1274"/>
                  <a:pt x="43639" y="3823"/>
                </a:cubicBezTo>
                <a:cubicBezTo>
                  <a:pt x="48202" y="6371"/>
                  <a:pt x="51910" y="10879"/>
                  <a:pt x="54763" y="17348"/>
                </a:cubicBezTo>
                <a:cubicBezTo>
                  <a:pt x="58280" y="25483"/>
                  <a:pt x="60039" y="36657"/>
                  <a:pt x="60039" y="50869"/>
                </a:cubicBezTo>
                <a:cubicBezTo>
                  <a:pt x="60039" y="66061"/>
                  <a:pt x="57995" y="77676"/>
                  <a:pt x="53907" y="85713"/>
                </a:cubicBezTo>
                <a:cubicBezTo>
                  <a:pt x="52005" y="89829"/>
                  <a:pt x="49391" y="93113"/>
                  <a:pt x="46063" y="95563"/>
                </a:cubicBezTo>
                <a:cubicBezTo>
                  <a:pt x="42736" y="98013"/>
                  <a:pt x="39836" y="99533"/>
                  <a:pt x="37364" y="100121"/>
                </a:cubicBezTo>
                <a:cubicBezTo>
                  <a:pt x="34892" y="100709"/>
                  <a:pt x="32468" y="101052"/>
                  <a:pt x="30091" y="101150"/>
                </a:cubicBezTo>
                <a:cubicBezTo>
                  <a:pt x="27619" y="101150"/>
                  <a:pt x="25147" y="100856"/>
                  <a:pt x="22675" y="100268"/>
                </a:cubicBezTo>
                <a:cubicBezTo>
                  <a:pt x="20203" y="99680"/>
                  <a:pt x="17303" y="98111"/>
                  <a:pt x="13976" y="95563"/>
                </a:cubicBezTo>
                <a:cubicBezTo>
                  <a:pt x="10648" y="93015"/>
                  <a:pt x="8034" y="89731"/>
                  <a:pt x="6132" y="85713"/>
                </a:cubicBezTo>
                <a:cubicBezTo>
                  <a:pt x="2044" y="77676"/>
                  <a:pt x="0" y="66061"/>
                  <a:pt x="0" y="50869"/>
                </a:cubicBezTo>
                <a:cubicBezTo>
                  <a:pt x="0" y="33815"/>
                  <a:pt x="2710" y="20828"/>
                  <a:pt x="8129" y="11909"/>
                </a:cubicBezTo>
                <a:close/>
                <a:moveTo>
                  <a:pt x="40216" y="10144"/>
                </a:moveTo>
                <a:cubicBezTo>
                  <a:pt x="37364" y="7008"/>
                  <a:pt x="33989" y="5440"/>
                  <a:pt x="30091" y="5440"/>
                </a:cubicBezTo>
                <a:cubicBezTo>
                  <a:pt x="26098" y="5440"/>
                  <a:pt x="22675" y="7008"/>
                  <a:pt x="19823" y="10144"/>
                </a:cubicBezTo>
                <a:cubicBezTo>
                  <a:pt x="17446" y="12693"/>
                  <a:pt x="15877" y="16221"/>
                  <a:pt x="15117" y="20730"/>
                </a:cubicBezTo>
                <a:cubicBezTo>
                  <a:pt x="14356" y="25238"/>
                  <a:pt x="13976" y="34648"/>
                  <a:pt x="13976" y="48958"/>
                </a:cubicBezTo>
                <a:cubicBezTo>
                  <a:pt x="13976" y="64444"/>
                  <a:pt x="14356" y="74637"/>
                  <a:pt x="15117" y="79538"/>
                </a:cubicBezTo>
                <a:cubicBezTo>
                  <a:pt x="15877" y="84439"/>
                  <a:pt x="17589" y="88310"/>
                  <a:pt x="20251" y="91152"/>
                </a:cubicBezTo>
                <a:cubicBezTo>
                  <a:pt x="22913" y="94093"/>
                  <a:pt x="26193" y="95563"/>
                  <a:pt x="30091" y="95563"/>
                </a:cubicBezTo>
                <a:cubicBezTo>
                  <a:pt x="33894" y="95563"/>
                  <a:pt x="37126" y="94093"/>
                  <a:pt x="39788" y="91152"/>
                </a:cubicBezTo>
                <a:cubicBezTo>
                  <a:pt x="42546" y="88212"/>
                  <a:pt x="44257" y="84095"/>
                  <a:pt x="44922" y="78803"/>
                </a:cubicBezTo>
                <a:cubicBezTo>
                  <a:pt x="45588" y="73510"/>
                  <a:pt x="45968" y="63562"/>
                  <a:pt x="46063" y="48958"/>
                </a:cubicBezTo>
                <a:cubicBezTo>
                  <a:pt x="46063" y="34746"/>
                  <a:pt x="45683" y="25385"/>
                  <a:pt x="44922" y="20877"/>
                </a:cubicBezTo>
                <a:cubicBezTo>
                  <a:pt x="44162" y="16368"/>
                  <a:pt x="42593" y="12791"/>
                  <a:pt x="40216" y="101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14065E-B4E6-4EDD-8606-56648C00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62" y="6334852"/>
            <a:ext cx="60039" cy="101150"/>
          </a:xfrm>
          <a:custGeom xmlns:a="http://schemas.openxmlformats.org/drawingml/2006/main">
            <a:pathLst>
              <a:path w="60039" h="101150" fill="none">
                <a:moveTo>
                  <a:pt x="8129" y="11909"/>
                </a:moveTo>
                <a:cubicBezTo>
                  <a:pt x="13453" y="3970"/>
                  <a:pt x="20726" y="0"/>
                  <a:pt x="29948" y="0"/>
                </a:cubicBezTo>
                <a:cubicBezTo>
                  <a:pt x="34512" y="0"/>
                  <a:pt x="39075" y="1274"/>
                  <a:pt x="43639" y="3823"/>
                </a:cubicBezTo>
                <a:cubicBezTo>
                  <a:pt x="48202" y="6371"/>
                  <a:pt x="51910" y="10879"/>
                  <a:pt x="54763" y="17348"/>
                </a:cubicBezTo>
                <a:cubicBezTo>
                  <a:pt x="58280" y="25483"/>
                  <a:pt x="60039" y="36657"/>
                  <a:pt x="60039" y="50869"/>
                </a:cubicBezTo>
                <a:cubicBezTo>
                  <a:pt x="60039" y="66061"/>
                  <a:pt x="57995" y="77676"/>
                  <a:pt x="53907" y="85713"/>
                </a:cubicBezTo>
                <a:cubicBezTo>
                  <a:pt x="52005" y="89829"/>
                  <a:pt x="49391" y="93113"/>
                  <a:pt x="46063" y="95563"/>
                </a:cubicBezTo>
                <a:cubicBezTo>
                  <a:pt x="42736" y="98013"/>
                  <a:pt x="39836" y="99533"/>
                  <a:pt x="37364" y="100121"/>
                </a:cubicBezTo>
                <a:cubicBezTo>
                  <a:pt x="34892" y="100709"/>
                  <a:pt x="32468" y="101052"/>
                  <a:pt x="30091" y="101150"/>
                </a:cubicBezTo>
                <a:cubicBezTo>
                  <a:pt x="27619" y="101150"/>
                  <a:pt x="25147" y="100856"/>
                  <a:pt x="22675" y="100268"/>
                </a:cubicBezTo>
                <a:cubicBezTo>
                  <a:pt x="20203" y="99680"/>
                  <a:pt x="17303" y="98111"/>
                  <a:pt x="13976" y="95563"/>
                </a:cubicBezTo>
                <a:cubicBezTo>
                  <a:pt x="10648" y="93015"/>
                  <a:pt x="8034" y="89731"/>
                  <a:pt x="6132" y="85713"/>
                </a:cubicBezTo>
                <a:cubicBezTo>
                  <a:pt x="2044" y="77676"/>
                  <a:pt x="0" y="66061"/>
                  <a:pt x="0" y="50869"/>
                </a:cubicBezTo>
                <a:cubicBezTo>
                  <a:pt x="0" y="33815"/>
                  <a:pt x="2710" y="20828"/>
                  <a:pt x="8129" y="11909"/>
                </a:cubicBezTo>
                <a:close/>
                <a:moveTo>
                  <a:pt x="40216" y="10144"/>
                </a:moveTo>
                <a:cubicBezTo>
                  <a:pt x="37364" y="7008"/>
                  <a:pt x="33989" y="5440"/>
                  <a:pt x="30091" y="5440"/>
                </a:cubicBezTo>
                <a:cubicBezTo>
                  <a:pt x="26098" y="5440"/>
                  <a:pt x="22675" y="7008"/>
                  <a:pt x="19823" y="10144"/>
                </a:cubicBezTo>
                <a:cubicBezTo>
                  <a:pt x="17446" y="12693"/>
                  <a:pt x="15877" y="16221"/>
                  <a:pt x="15117" y="20730"/>
                </a:cubicBezTo>
                <a:cubicBezTo>
                  <a:pt x="14356" y="25238"/>
                  <a:pt x="13976" y="34648"/>
                  <a:pt x="13976" y="48958"/>
                </a:cubicBezTo>
                <a:cubicBezTo>
                  <a:pt x="13976" y="64444"/>
                  <a:pt x="14356" y="74637"/>
                  <a:pt x="15117" y="79538"/>
                </a:cubicBezTo>
                <a:cubicBezTo>
                  <a:pt x="15877" y="84439"/>
                  <a:pt x="17589" y="88310"/>
                  <a:pt x="20251" y="91152"/>
                </a:cubicBezTo>
                <a:cubicBezTo>
                  <a:pt x="22913" y="94093"/>
                  <a:pt x="26193" y="95563"/>
                  <a:pt x="30091" y="95563"/>
                </a:cubicBezTo>
                <a:cubicBezTo>
                  <a:pt x="33894" y="95563"/>
                  <a:pt x="37126" y="94093"/>
                  <a:pt x="39788" y="91152"/>
                </a:cubicBezTo>
                <a:cubicBezTo>
                  <a:pt x="42546" y="88212"/>
                  <a:pt x="44257" y="84095"/>
                  <a:pt x="44922" y="78803"/>
                </a:cubicBezTo>
                <a:cubicBezTo>
                  <a:pt x="45588" y="73510"/>
                  <a:pt x="45968" y="63562"/>
                  <a:pt x="46063" y="48958"/>
                </a:cubicBezTo>
                <a:cubicBezTo>
                  <a:pt x="46063" y="34746"/>
                  <a:pt x="45683" y="25385"/>
                  <a:pt x="44922" y="20877"/>
                </a:cubicBezTo>
                <a:cubicBezTo>
                  <a:pt x="44162" y="16368"/>
                  <a:pt x="42593" y="12791"/>
                  <a:pt x="40216" y="101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7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261ECA-0033-4566-99F8-AD0DE2BA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26" y="6245717"/>
            <a:ext cx="8069" cy="207741"/>
          </a:xfrm>
          <a:custGeom xmlns:a="http://schemas.openxmlformats.org/drawingml/2006/main">
            <a:pathLst>
              <a:path w="8069" h="207741">
                <a:moveTo>
                  <a:pt x="4034" y="207741"/>
                </a:moveTo>
                <a:lnTo>
                  <a:pt x="3631" y="207741"/>
                </a:lnTo>
                <a:cubicBezTo>
                  <a:pt x="2017" y="207741"/>
                  <a:pt x="807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46" y="901"/>
                  <a:pt x="2824" y="0"/>
                  <a:pt x="4034" y="0"/>
                </a:cubicBezTo>
                <a:cubicBezTo>
                  <a:pt x="5782" y="0"/>
                  <a:pt x="7127" y="1040"/>
                  <a:pt x="8069" y="3119"/>
                </a:cubicBezTo>
                <a:lnTo>
                  <a:pt x="8069" y="204830"/>
                </a:lnTo>
                <a:cubicBezTo>
                  <a:pt x="6993" y="206771"/>
                  <a:pt x="5782" y="207741"/>
                  <a:pt x="4438" y="207741"/>
                </a:cubicBezTo>
                <a:lnTo>
                  <a:pt x="4034" y="2077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121195-15ED-4DA9-814C-1B6CCE30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26" y="6245717"/>
            <a:ext cx="8069" cy="207741"/>
          </a:xfrm>
          <a:custGeom xmlns:a="http://schemas.openxmlformats.org/drawingml/2006/main">
            <a:pathLst>
              <a:path w="8069" h="207741" fill="none">
                <a:moveTo>
                  <a:pt x="4034" y="207741"/>
                </a:moveTo>
                <a:lnTo>
                  <a:pt x="3631" y="207741"/>
                </a:lnTo>
                <a:cubicBezTo>
                  <a:pt x="2017" y="207741"/>
                  <a:pt x="807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46" y="901"/>
                  <a:pt x="2824" y="0"/>
                  <a:pt x="4034" y="0"/>
                </a:cubicBezTo>
                <a:cubicBezTo>
                  <a:pt x="5782" y="0"/>
                  <a:pt x="7127" y="1040"/>
                  <a:pt x="8069" y="3119"/>
                </a:cubicBezTo>
                <a:lnTo>
                  <a:pt x="8069" y="204830"/>
                </a:lnTo>
                <a:cubicBezTo>
                  <a:pt x="6993" y="206771"/>
                  <a:pt x="5782" y="207741"/>
                  <a:pt x="4438" y="207741"/>
                </a:cubicBezTo>
                <a:lnTo>
                  <a:pt x="4034" y="2077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7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ABF21C-8D3B-4D58-896B-62BB0EFB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702" y="6245717"/>
            <a:ext cx="8069" cy="207741"/>
          </a:xfrm>
          <a:custGeom xmlns:a="http://schemas.openxmlformats.org/drawingml/2006/main">
            <a:pathLst>
              <a:path w="8069" h="207741">
                <a:moveTo>
                  <a:pt x="4034" y="207741"/>
                </a:moveTo>
                <a:lnTo>
                  <a:pt x="3631" y="207741"/>
                </a:lnTo>
                <a:cubicBezTo>
                  <a:pt x="2017" y="207741"/>
                  <a:pt x="807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46" y="901"/>
                  <a:pt x="2824" y="0"/>
                  <a:pt x="4034" y="0"/>
                </a:cubicBezTo>
                <a:cubicBezTo>
                  <a:pt x="5782" y="0"/>
                  <a:pt x="7127" y="1040"/>
                  <a:pt x="8069" y="3119"/>
                </a:cubicBezTo>
                <a:lnTo>
                  <a:pt x="8069" y="204830"/>
                </a:lnTo>
                <a:cubicBezTo>
                  <a:pt x="6993" y="206771"/>
                  <a:pt x="5782" y="207741"/>
                  <a:pt x="4438" y="207741"/>
                </a:cubicBezTo>
                <a:lnTo>
                  <a:pt x="4034" y="2077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A9B498-007E-42CD-B44C-AF848048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702" y="6245717"/>
            <a:ext cx="8069" cy="207741"/>
          </a:xfrm>
          <a:custGeom xmlns:a="http://schemas.openxmlformats.org/drawingml/2006/main">
            <a:pathLst>
              <a:path w="8069" h="207741" fill="none">
                <a:moveTo>
                  <a:pt x="4034" y="207741"/>
                </a:moveTo>
                <a:lnTo>
                  <a:pt x="3631" y="207741"/>
                </a:lnTo>
                <a:cubicBezTo>
                  <a:pt x="2017" y="207741"/>
                  <a:pt x="807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46" y="901"/>
                  <a:pt x="2824" y="0"/>
                  <a:pt x="4034" y="0"/>
                </a:cubicBezTo>
                <a:cubicBezTo>
                  <a:pt x="5782" y="0"/>
                  <a:pt x="7127" y="1040"/>
                  <a:pt x="8069" y="3119"/>
                </a:cubicBezTo>
                <a:lnTo>
                  <a:pt x="8069" y="204830"/>
                </a:lnTo>
                <a:cubicBezTo>
                  <a:pt x="6993" y="206771"/>
                  <a:pt x="5782" y="207741"/>
                  <a:pt x="4438" y="207741"/>
                </a:cubicBezTo>
                <a:lnTo>
                  <a:pt x="4034" y="2077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7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783266-8BC3-405C-BCBF-FCE5A646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877" y="6259546"/>
            <a:ext cx="142611" cy="146604"/>
          </a:xfrm>
          <a:custGeom xmlns:a="http://schemas.openxmlformats.org/drawingml/2006/main">
            <a:pathLst>
              <a:path w="142611" h="146604">
                <a:moveTo>
                  <a:pt x="9480" y="9566"/>
                </a:moveTo>
                <a:cubicBezTo>
                  <a:pt x="4908" y="9566"/>
                  <a:pt x="2488" y="9288"/>
                  <a:pt x="2219" y="8734"/>
                </a:cubicBezTo>
                <a:cubicBezTo>
                  <a:pt x="2084" y="8457"/>
                  <a:pt x="2017" y="7902"/>
                  <a:pt x="2017" y="7070"/>
                </a:cubicBezTo>
                <a:cubicBezTo>
                  <a:pt x="2017" y="3743"/>
                  <a:pt x="2757" y="1456"/>
                  <a:pt x="4236" y="208"/>
                </a:cubicBezTo>
                <a:cubicBezTo>
                  <a:pt x="4505" y="69"/>
                  <a:pt x="5648" y="0"/>
                  <a:pt x="7665" y="0"/>
                </a:cubicBezTo>
                <a:cubicBezTo>
                  <a:pt x="13179" y="277"/>
                  <a:pt x="22323" y="416"/>
                  <a:pt x="35098" y="416"/>
                </a:cubicBezTo>
                <a:cubicBezTo>
                  <a:pt x="39670" y="416"/>
                  <a:pt x="43906" y="416"/>
                  <a:pt x="47806" y="416"/>
                </a:cubicBezTo>
                <a:cubicBezTo>
                  <a:pt x="51706" y="416"/>
                  <a:pt x="54731" y="347"/>
                  <a:pt x="56883" y="208"/>
                </a:cubicBezTo>
                <a:cubicBezTo>
                  <a:pt x="59035" y="69"/>
                  <a:pt x="60379" y="69"/>
                  <a:pt x="60917" y="208"/>
                </a:cubicBezTo>
                <a:cubicBezTo>
                  <a:pt x="63069" y="208"/>
                  <a:pt x="64145" y="901"/>
                  <a:pt x="64145" y="2287"/>
                </a:cubicBezTo>
                <a:cubicBezTo>
                  <a:pt x="64145" y="2565"/>
                  <a:pt x="64010" y="3535"/>
                  <a:pt x="63741" y="5199"/>
                </a:cubicBezTo>
                <a:cubicBezTo>
                  <a:pt x="63069" y="7555"/>
                  <a:pt x="62396" y="8942"/>
                  <a:pt x="61724" y="9358"/>
                </a:cubicBezTo>
                <a:lnTo>
                  <a:pt x="61321" y="9358"/>
                </a:lnTo>
                <a:cubicBezTo>
                  <a:pt x="61052" y="9358"/>
                  <a:pt x="60716" y="9358"/>
                  <a:pt x="60312" y="9358"/>
                </a:cubicBezTo>
                <a:cubicBezTo>
                  <a:pt x="59909" y="9358"/>
                  <a:pt x="59438" y="9358"/>
                  <a:pt x="58900" y="9358"/>
                </a:cubicBezTo>
                <a:cubicBezTo>
                  <a:pt x="58362" y="9358"/>
                  <a:pt x="57757" y="9427"/>
                  <a:pt x="57085" y="9566"/>
                </a:cubicBezTo>
                <a:cubicBezTo>
                  <a:pt x="56412" y="9704"/>
                  <a:pt x="55807" y="9704"/>
                  <a:pt x="55269" y="9566"/>
                </a:cubicBezTo>
                <a:cubicBezTo>
                  <a:pt x="50025" y="9704"/>
                  <a:pt x="46663" y="9912"/>
                  <a:pt x="45184" y="10190"/>
                </a:cubicBezTo>
                <a:cubicBezTo>
                  <a:pt x="43704" y="10467"/>
                  <a:pt x="42494" y="11229"/>
                  <a:pt x="41553" y="12477"/>
                </a:cubicBezTo>
                <a:cubicBezTo>
                  <a:pt x="41418" y="12754"/>
                  <a:pt x="39536" y="20032"/>
                  <a:pt x="35905" y="34312"/>
                </a:cubicBezTo>
                <a:cubicBezTo>
                  <a:pt x="32274" y="48591"/>
                  <a:pt x="28643" y="63563"/>
                  <a:pt x="25012" y="79229"/>
                </a:cubicBezTo>
                <a:cubicBezTo>
                  <a:pt x="21382" y="94894"/>
                  <a:pt x="19364" y="104113"/>
                  <a:pt x="18961" y="106886"/>
                </a:cubicBezTo>
                <a:cubicBezTo>
                  <a:pt x="18692" y="108827"/>
                  <a:pt x="18558" y="110837"/>
                  <a:pt x="18558" y="112916"/>
                </a:cubicBezTo>
                <a:cubicBezTo>
                  <a:pt x="18558" y="120403"/>
                  <a:pt x="20642" y="126294"/>
                  <a:pt x="24811" y="130592"/>
                </a:cubicBezTo>
                <a:cubicBezTo>
                  <a:pt x="28979" y="134890"/>
                  <a:pt x="34762" y="137038"/>
                  <a:pt x="42158" y="137038"/>
                </a:cubicBezTo>
                <a:cubicBezTo>
                  <a:pt x="51168" y="137038"/>
                  <a:pt x="60178" y="133919"/>
                  <a:pt x="69187" y="127681"/>
                </a:cubicBezTo>
                <a:cubicBezTo>
                  <a:pt x="78197" y="121442"/>
                  <a:pt x="84787" y="112015"/>
                  <a:pt x="88955" y="99400"/>
                </a:cubicBezTo>
                <a:lnTo>
                  <a:pt x="99243" y="57602"/>
                </a:lnTo>
                <a:cubicBezTo>
                  <a:pt x="105563" y="30984"/>
                  <a:pt x="108723" y="17121"/>
                  <a:pt x="108723" y="16012"/>
                </a:cubicBezTo>
                <a:cubicBezTo>
                  <a:pt x="108723" y="12269"/>
                  <a:pt x="104420" y="10120"/>
                  <a:pt x="95814" y="9566"/>
                </a:cubicBezTo>
                <a:cubicBezTo>
                  <a:pt x="92586" y="9566"/>
                  <a:pt x="90972" y="8803"/>
                  <a:pt x="90972" y="7278"/>
                </a:cubicBezTo>
                <a:cubicBezTo>
                  <a:pt x="90972" y="7001"/>
                  <a:pt x="91107" y="6169"/>
                  <a:pt x="91376" y="4783"/>
                </a:cubicBezTo>
                <a:cubicBezTo>
                  <a:pt x="91914" y="2565"/>
                  <a:pt x="92317" y="1248"/>
                  <a:pt x="92586" y="832"/>
                </a:cubicBezTo>
                <a:cubicBezTo>
                  <a:pt x="92855" y="416"/>
                  <a:pt x="93527" y="139"/>
                  <a:pt x="94603" y="0"/>
                </a:cubicBezTo>
                <a:cubicBezTo>
                  <a:pt x="95007" y="0"/>
                  <a:pt x="97158" y="69"/>
                  <a:pt x="101058" y="208"/>
                </a:cubicBezTo>
                <a:cubicBezTo>
                  <a:pt x="104958" y="347"/>
                  <a:pt x="110606" y="485"/>
                  <a:pt x="118002" y="624"/>
                </a:cubicBezTo>
                <a:cubicBezTo>
                  <a:pt x="124860" y="624"/>
                  <a:pt x="130105" y="555"/>
                  <a:pt x="133736" y="416"/>
                </a:cubicBezTo>
                <a:cubicBezTo>
                  <a:pt x="137366" y="277"/>
                  <a:pt x="139316" y="208"/>
                  <a:pt x="139585" y="208"/>
                </a:cubicBezTo>
                <a:cubicBezTo>
                  <a:pt x="141602" y="208"/>
                  <a:pt x="142611" y="901"/>
                  <a:pt x="142611" y="2287"/>
                </a:cubicBezTo>
                <a:cubicBezTo>
                  <a:pt x="142611" y="5337"/>
                  <a:pt x="142073" y="7417"/>
                  <a:pt x="140997" y="8526"/>
                </a:cubicBezTo>
                <a:cubicBezTo>
                  <a:pt x="140594" y="9219"/>
                  <a:pt x="139115" y="9566"/>
                  <a:pt x="136560" y="9566"/>
                </a:cubicBezTo>
                <a:cubicBezTo>
                  <a:pt x="127012" y="10120"/>
                  <a:pt x="121028" y="12893"/>
                  <a:pt x="118607" y="17884"/>
                </a:cubicBezTo>
                <a:cubicBezTo>
                  <a:pt x="118338" y="18577"/>
                  <a:pt x="114976" y="31955"/>
                  <a:pt x="108521" y="58018"/>
                </a:cubicBezTo>
                <a:cubicBezTo>
                  <a:pt x="103008" y="81447"/>
                  <a:pt x="99646" y="95241"/>
                  <a:pt x="98436" y="99400"/>
                </a:cubicBezTo>
                <a:cubicBezTo>
                  <a:pt x="93998" y="113263"/>
                  <a:pt x="86266" y="124562"/>
                  <a:pt x="75239" y="133295"/>
                </a:cubicBezTo>
                <a:cubicBezTo>
                  <a:pt x="64212" y="142029"/>
                  <a:pt x="52781" y="146465"/>
                  <a:pt x="40948" y="146604"/>
                </a:cubicBezTo>
                <a:cubicBezTo>
                  <a:pt x="28576" y="146604"/>
                  <a:pt x="18692" y="142722"/>
                  <a:pt x="11296" y="134959"/>
                </a:cubicBezTo>
                <a:cubicBezTo>
                  <a:pt x="3900" y="127196"/>
                  <a:pt x="134" y="117976"/>
                  <a:pt x="0" y="107302"/>
                </a:cubicBezTo>
                <a:lnTo>
                  <a:pt x="0" y="103975"/>
                </a:lnTo>
                <a:cubicBezTo>
                  <a:pt x="0" y="101479"/>
                  <a:pt x="3698" y="84982"/>
                  <a:pt x="11094" y="54483"/>
                </a:cubicBezTo>
                <a:cubicBezTo>
                  <a:pt x="17683" y="26617"/>
                  <a:pt x="20978" y="12269"/>
                  <a:pt x="20978" y="11437"/>
                </a:cubicBezTo>
                <a:cubicBezTo>
                  <a:pt x="20978" y="10467"/>
                  <a:pt x="17146" y="9843"/>
                  <a:pt x="9480" y="95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D7716E-1441-4938-A46E-1EA063C3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877" y="6259546"/>
            <a:ext cx="142611" cy="146604"/>
          </a:xfrm>
          <a:custGeom xmlns:a="http://schemas.openxmlformats.org/drawingml/2006/main">
            <a:pathLst>
              <a:path w="142611" h="146604" fill="none">
                <a:moveTo>
                  <a:pt x="9480" y="9566"/>
                </a:moveTo>
                <a:cubicBezTo>
                  <a:pt x="4908" y="9566"/>
                  <a:pt x="2488" y="9288"/>
                  <a:pt x="2219" y="8734"/>
                </a:cubicBezTo>
                <a:cubicBezTo>
                  <a:pt x="2084" y="8457"/>
                  <a:pt x="2017" y="7902"/>
                  <a:pt x="2017" y="7070"/>
                </a:cubicBezTo>
                <a:cubicBezTo>
                  <a:pt x="2017" y="3743"/>
                  <a:pt x="2757" y="1456"/>
                  <a:pt x="4236" y="208"/>
                </a:cubicBezTo>
                <a:cubicBezTo>
                  <a:pt x="4505" y="69"/>
                  <a:pt x="5648" y="0"/>
                  <a:pt x="7665" y="0"/>
                </a:cubicBezTo>
                <a:cubicBezTo>
                  <a:pt x="13179" y="277"/>
                  <a:pt x="22323" y="416"/>
                  <a:pt x="35098" y="416"/>
                </a:cubicBezTo>
                <a:cubicBezTo>
                  <a:pt x="39670" y="416"/>
                  <a:pt x="43906" y="416"/>
                  <a:pt x="47806" y="416"/>
                </a:cubicBezTo>
                <a:cubicBezTo>
                  <a:pt x="51706" y="416"/>
                  <a:pt x="54731" y="347"/>
                  <a:pt x="56883" y="208"/>
                </a:cubicBezTo>
                <a:cubicBezTo>
                  <a:pt x="59035" y="69"/>
                  <a:pt x="60379" y="69"/>
                  <a:pt x="60917" y="208"/>
                </a:cubicBezTo>
                <a:cubicBezTo>
                  <a:pt x="63069" y="208"/>
                  <a:pt x="64145" y="901"/>
                  <a:pt x="64145" y="2287"/>
                </a:cubicBezTo>
                <a:cubicBezTo>
                  <a:pt x="64145" y="2565"/>
                  <a:pt x="64010" y="3535"/>
                  <a:pt x="63741" y="5199"/>
                </a:cubicBezTo>
                <a:cubicBezTo>
                  <a:pt x="63069" y="7555"/>
                  <a:pt x="62396" y="8942"/>
                  <a:pt x="61724" y="9358"/>
                </a:cubicBezTo>
                <a:lnTo>
                  <a:pt x="61321" y="9358"/>
                </a:lnTo>
                <a:cubicBezTo>
                  <a:pt x="61052" y="9358"/>
                  <a:pt x="60716" y="9358"/>
                  <a:pt x="60312" y="9358"/>
                </a:cubicBezTo>
                <a:cubicBezTo>
                  <a:pt x="59909" y="9358"/>
                  <a:pt x="59438" y="9358"/>
                  <a:pt x="58900" y="9358"/>
                </a:cubicBezTo>
                <a:cubicBezTo>
                  <a:pt x="58362" y="9358"/>
                  <a:pt x="57757" y="9427"/>
                  <a:pt x="57085" y="9566"/>
                </a:cubicBezTo>
                <a:cubicBezTo>
                  <a:pt x="56412" y="9704"/>
                  <a:pt x="55807" y="9704"/>
                  <a:pt x="55269" y="9566"/>
                </a:cubicBezTo>
                <a:cubicBezTo>
                  <a:pt x="50025" y="9704"/>
                  <a:pt x="46663" y="9912"/>
                  <a:pt x="45184" y="10190"/>
                </a:cubicBezTo>
                <a:cubicBezTo>
                  <a:pt x="43704" y="10467"/>
                  <a:pt x="42494" y="11229"/>
                  <a:pt x="41553" y="12477"/>
                </a:cubicBezTo>
                <a:cubicBezTo>
                  <a:pt x="41418" y="12754"/>
                  <a:pt x="39536" y="20032"/>
                  <a:pt x="35905" y="34312"/>
                </a:cubicBezTo>
                <a:cubicBezTo>
                  <a:pt x="32274" y="48591"/>
                  <a:pt x="28643" y="63563"/>
                  <a:pt x="25012" y="79229"/>
                </a:cubicBezTo>
                <a:cubicBezTo>
                  <a:pt x="21382" y="94894"/>
                  <a:pt x="19364" y="104113"/>
                  <a:pt x="18961" y="106886"/>
                </a:cubicBezTo>
                <a:cubicBezTo>
                  <a:pt x="18692" y="108827"/>
                  <a:pt x="18558" y="110837"/>
                  <a:pt x="18558" y="112916"/>
                </a:cubicBezTo>
                <a:cubicBezTo>
                  <a:pt x="18558" y="120403"/>
                  <a:pt x="20642" y="126294"/>
                  <a:pt x="24811" y="130592"/>
                </a:cubicBezTo>
                <a:cubicBezTo>
                  <a:pt x="28979" y="134890"/>
                  <a:pt x="34762" y="137038"/>
                  <a:pt x="42158" y="137038"/>
                </a:cubicBezTo>
                <a:cubicBezTo>
                  <a:pt x="51168" y="137038"/>
                  <a:pt x="60178" y="133919"/>
                  <a:pt x="69187" y="127681"/>
                </a:cubicBezTo>
                <a:cubicBezTo>
                  <a:pt x="78197" y="121442"/>
                  <a:pt x="84787" y="112015"/>
                  <a:pt x="88955" y="99400"/>
                </a:cubicBezTo>
                <a:lnTo>
                  <a:pt x="99243" y="57602"/>
                </a:lnTo>
                <a:cubicBezTo>
                  <a:pt x="105563" y="30984"/>
                  <a:pt x="108723" y="17121"/>
                  <a:pt x="108723" y="16012"/>
                </a:cubicBezTo>
                <a:cubicBezTo>
                  <a:pt x="108723" y="12269"/>
                  <a:pt x="104420" y="10120"/>
                  <a:pt x="95814" y="9566"/>
                </a:cubicBezTo>
                <a:cubicBezTo>
                  <a:pt x="92586" y="9566"/>
                  <a:pt x="90972" y="8803"/>
                  <a:pt x="90972" y="7278"/>
                </a:cubicBezTo>
                <a:cubicBezTo>
                  <a:pt x="90972" y="7001"/>
                  <a:pt x="91107" y="6169"/>
                  <a:pt x="91376" y="4783"/>
                </a:cubicBezTo>
                <a:cubicBezTo>
                  <a:pt x="91914" y="2565"/>
                  <a:pt x="92317" y="1248"/>
                  <a:pt x="92586" y="832"/>
                </a:cubicBezTo>
                <a:cubicBezTo>
                  <a:pt x="92855" y="416"/>
                  <a:pt x="93527" y="139"/>
                  <a:pt x="94603" y="0"/>
                </a:cubicBezTo>
                <a:cubicBezTo>
                  <a:pt x="95007" y="0"/>
                  <a:pt x="97158" y="69"/>
                  <a:pt x="101058" y="208"/>
                </a:cubicBezTo>
                <a:cubicBezTo>
                  <a:pt x="104958" y="347"/>
                  <a:pt x="110606" y="485"/>
                  <a:pt x="118002" y="624"/>
                </a:cubicBezTo>
                <a:cubicBezTo>
                  <a:pt x="124860" y="624"/>
                  <a:pt x="130105" y="555"/>
                  <a:pt x="133736" y="416"/>
                </a:cubicBezTo>
                <a:cubicBezTo>
                  <a:pt x="137366" y="277"/>
                  <a:pt x="139316" y="208"/>
                  <a:pt x="139585" y="208"/>
                </a:cubicBezTo>
                <a:cubicBezTo>
                  <a:pt x="141602" y="208"/>
                  <a:pt x="142611" y="901"/>
                  <a:pt x="142611" y="2287"/>
                </a:cubicBezTo>
                <a:cubicBezTo>
                  <a:pt x="142611" y="5337"/>
                  <a:pt x="142073" y="7417"/>
                  <a:pt x="140997" y="8526"/>
                </a:cubicBezTo>
                <a:cubicBezTo>
                  <a:pt x="140594" y="9219"/>
                  <a:pt x="139115" y="9566"/>
                  <a:pt x="136560" y="9566"/>
                </a:cubicBezTo>
                <a:cubicBezTo>
                  <a:pt x="127012" y="10120"/>
                  <a:pt x="121028" y="12893"/>
                  <a:pt x="118607" y="17884"/>
                </a:cubicBezTo>
                <a:cubicBezTo>
                  <a:pt x="118338" y="18577"/>
                  <a:pt x="114976" y="31955"/>
                  <a:pt x="108521" y="58018"/>
                </a:cubicBezTo>
                <a:cubicBezTo>
                  <a:pt x="103008" y="81447"/>
                  <a:pt x="99646" y="95241"/>
                  <a:pt x="98436" y="99400"/>
                </a:cubicBezTo>
                <a:cubicBezTo>
                  <a:pt x="93998" y="113263"/>
                  <a:pt x="86266" y="124562"/>
                  <a:pt x="75239" y="133295"/>
                </a:cubicBezTo>
                <a:cubicBezTo>
                  <a:pt x="64212" y="142029"/>
                  <a:pt x="52781" y="146465"/>
                  <a:pt x="40948" y="146604"/>
                </a:cubicBezTo>
                <a:cubicBezTo>
                  <a:pt x="28576" y="146604"/>
                  <a:pt x="18692" y="142722"/>
                  <a:pt x="11296" y="134959"/>
                </a:cubicBezTo>
                <a:cubicBezTo>
                  <a:pt x="3900" y="127196"/>
                  <a:pt x="134" y="117976"/>
                  <a:pt x="0" y="107302"/>
                </a:cubicBezTo>
                <a:lnTo>
                  <a:pt x="0" y="103975"/>
                </a:lnTo>
                <a:cubicBezTo>
                  <a:pt x="0" y="101479"/>
                  <a:pt x="3698" y="84982"/>
                  <a:pt x="11094" y="54483"/>
                </a:cubicBezTo>
                <a:cubicBezTo>
                  <a:pt x="17683" y="26617"/>
                  <a:pt x="20978" y="12269"/>
                  <a:pt x="20978" y="11437"/>
                </a:cubicBezTo>
                <a:cubicBezTo>
                  <a:pt x="20978" y="10467"/>
                  <a:pt x="17146" y="9843"/>
                  <a:pt x="9480" y="956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8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19ED00-0826-40A7-BC35-20701B59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63" y="6334852"/>
            <a:ext cx="60039" cy="101150"/>
          </a:xfrm>
          <a:custGeom xmlns:a="http://schemas.openxmlformats.org/drawingml/2006/main">
            <a:pathLst>
              <a:path w="60039" h="101150">
                <a:moveTo>
                  <a:pt x="8129" y="11909"/>
                </a:moveTo>
                <a:cubicBezTo>
                  <a:pt x="13453" y="3970"/>
                  <a:pt x="20726" y="0"/>
                  <a:pt x="29948" y="0"/>
                </a:cubicBezTo>
                <a:cubicBezTo>
                  <a:pt x="34512" y="0"/>
                  <a:pt x="39075" y="1274"/>
                  <a:pt x="43639" y="3823"/>
                </a:cubicBezTo>
                <a:cubicBezTo>
                  <a:pt x="48202" y="6371"/>
                  <a:pt x="51910" y="10879"/>
                  <a:pt x="54763" y="17348"/>
                </a:cubicBezTo>
                <a:cubicBezTo>
                  <a:pt x="58280" y="25483"/>
                  <a:pt x="60039" y="36657"/>
                  <a:pt x="60039" y="50869"/>
                </a:cubicBezTo>
                <a:cubicBezTo>
                  <a:pt x="60039" y="66061"/>
                  <a:pt x="57995" y="77676"/>
                  <a:pt x="53907" y="85713"/>
                </a:cubicBezTo>
                <a:cubicBezTo>
                  <a:pt x="52005" y="89829"/>
                  <a:pt x="49391" y="93113"/>
                  <a:pt x="46063" y="95563"/>
                </a:cubicBezTo>
                <a:cubicBezTo>
                  <a:pt x="42736" y="98013"/>
                  <a:pt x="39836" y="99533"/>
                  <a:pt x="37364" y="100121"/>
                </a:cubicBezTo>
                <a:cubicBezTo>
                  <a:pt x="34892" y="100709"/>
                  <a:pt x="32468" y="101052"/>
                  <a:pt x="30091" y="101150"/>
                </a:cubicBezTo>
                <a:cubicBezTo>
                  <a:pt x="27619" y="101150"/>
                  <a:pt x="25147" y="100856"/>
                  <a:pt x="22675" y="100268"/>
                </a:cubicBezTo>
                <a:cubicBezTo>
                  <a:pt x="20203" y="99680"/>
                  <a:pt x="17303" y="98111"/>
                  <a:pt x="13976" y="95563"/>
                </a:cubicBezTo>
                <a:cubicBezTo>
                  <a:pt x="10648" y="93015"/>
                  <a:pt x="8034" y="89731"/>
                  <a:pt x="6132" y="85713"/>
                </a:cubicBezTo>
                <a:cubicBezTo>
                  <a:pt x="2044" y="77676"/>
                  <a:pt x="0" y="66061"/>
                  <a:pt x="0" y="50869"/>
                </a:cubicBezTo>
                <a:cubicBezTo>
                  <a:pt x="0" y="33815"/>
                  <a:pt x="2710" y="20828"/>
                  <a:pt x="8129" y="11909"/>
                </a:cubicBezTo>
                <a:close/>
                <a:moveTo>
                  <a:pt x="40216" y="10144"/>
                </a:moveTo>
                <a:cubicBezTo>
                  <a:pt x="37364" y="7008"/>
                  <a:pt x="33989" y="5440"/>
                  <a:pt x="30091" y="5440"/>
                </a:cubicBezTo>
                <a:cubicBezTo>
                  <a:pt x="26098" y="5440"/>
                  <a:pt x="22675" y="7008"/>
                  <a:pt x="19823" y="10144"/>
                </a:cubicBezTo>
                <a:cubicBezTo>
                  <a:pt x="17446" y="12693"/>
                  <a:pt x="15877" y="16221"/>
                  <a:pt x="15117" y="20730"/>
                </a:cubicBezTo>
                <a:cubicBezTo>
                  <a:pt x="14356" y="25238"/>
                  <a:pt x="13976" y="34648"/>
                  <a:pt x="13976" y="48958"/>
                </a:cubicBezTo>
                <a:cubicBezTo>
                  <a:pt x="13976" y="64444"/>
                  <a:pt x="14356" y="74637"/>
                  <a:pt x="15117" y="79538"/>
                </a:cubicBezTo>
                <a:cubicBezTo>
                  <a:pt x="15877" y="84439"/>
                  <a:pt x="17589" y="88310"/>
                  <a:pt x="20251" y="91152"/>
                </a:cubicBezTo>
                <a:cubicBezTo>
                  <a:pt x="22913" y="94093"/>
                  <a:pt x="26193" y="95563"/>
                  <a:pt x="30091" y="95563"/>
                </a:cubicBezTo>
                <a:cubicBezTo>
                  <a:pt x="33894" y="95563"/>
                  <a:pt x="37126" y="94093"/>
                  <a:pt x="39788" y="91152"/>
                </a:cubicBezTo>
                <a:cubicBezTo>
                  <a:pt x="42546" y="88212"/>
                  <a:pt x="44257" y="84095"/>
                  <a:pt x="44922" y="78803"/>
                </a:cubicBezTo>
                <a:cubicBezTo>
                  <a:pt x="45588" y="73510"/>
                  <a:pt x="45968" y="63562"/>
                  <a:pt x="46063" y="48958"/>
                </a:cubicBezTo>
                <a:cubicBezTo>
                  <a:pt x="46063" y="34746"/>
                  <a:pt x="45683" y="25385"/>
                  <a:pt x="44922" y="20877"/>
                </a:cubicBezTo>
                <a:cubicBezTo>
                  <a:pt x="44162" y="16368"/>
                  <a:pt x="42593" y="12791"/>
                  <a:pt x="40216" y="101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BC66A2-16F9-40AE-81BA-C18E64AC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63" y="6334852"/>
            <a:ext cx="60039" cy="101150"/>
          </a:xfrm>
          <a:custGeom xmlns:a="http://schemas.openxmlformats.org/drawingml/2006/main">
            <a:pathLst>
              <a:path w="60039" h="101150" fill="none">
                <a:moveTo>
                  <a:pt x="8129" y="11909"/>
                </a:moveTo>
                <a:cubicBezTo>
                  <a:pt x="13453" y="3970"/>
                  <a:pt x="20726" y="0"/>
                  <a:pt x="29948" y="0"/>
                </a:cubicBezTo>
                <a:cubicBezTo>
                  <a:pt x="34512" y="0"/>
                  <a:pt x="39075" y="1274"/>
                  <a:pt x="43639" y="3823"/>
                </a:cubicBezTo>
                <a:cubicBezTo>
                  <a:pt x="48202" y="6371"/>
                  <a:pt x="51910" y="10879"/>
                  <a:pt x="54763" y="17348"/>
                </a:cubicBezTo>
                <a:cubicBezTo>
                  <a:pt x="58280" y="25483"/>
                  <a:pt x="60039" y="36657"/>
                  <a:pt x="60039" y="50869"/>
                </a:cubicBezTo>
                <a:cubicBezTo>
                  <a:pt x="60039" y="66061"/>
                  <a:pt x="57995" y="77676"/>
                  <a:pt x="53907" y="85713"/>
                </a:cubicBezTo>
                <a:cubicBezTo>
                  <a:pt x="52005" y="89829"/>
                  <a:pt x="49391" y="93113"/>
                  <a:pt x="46063" y="95563"/>
                </a:cubicBezTo>
                <a:cubicBezTo>
                  <a:pt x="42736" y="98013"/>
                  <a:pt x="39836" y="99533"/>
                  <a:pt x="37364" y="100121"/>
                </a:cubicBezTo>
                <a:cubicBezTo>
                  <a:pt x="34892" y="100709"/>
                  <a:pt x="32468" y="101052"/>
                  <a:pt x="30091" y="101150"/>
                </a:cubicBezTo>
                <a:cubicBezTo>
                  <a:pt x="27619" y="101150"/>
                  <a:pt x="25147" y="100856"/>
                  <a:pt x="22675" y="100268"/>
                </a:cubicBezTo>
                <a:cubicBezTo>
                  <a:pt x="20203" y="99680"/>
                  <a:pt x="17303" y="98111"/>
                  <a:pt x="13976" y="95563"/>
                </a:cubicBezTo>
                <a:cubicBezTo>
                  <a:pt x="10648" y="93015"/>
                  <a:pt x="8034" y="89731"/>
                  <a:pt x="6132" y="85713"/>
                </a:cubicBezTo>
                <a:cubicBezTo>
                  <a:pt x="2044" y="77676"/>
                  <a:pt x="0" y="66061"/>
                  <a:pt x="0" y="50869"/>
                </a:cubicBezTo>
                <a:cubicBezTo>
                  <a:pt x="0" y="33815"/>
                  <a:pt x="2710" y="20828"/>
                  <a:pt x="8129" y="11909"/>
                </a:cubicBezTo>
                <a:close/>
                <a:moveTo>
                  <a:pt x="40216" y="10144"/>
                </a:moveTo>
                <a:cubicBezTo>
                  <a:pt x="37364" y="7008"/>
                  <a:pt x="33989" y="5440"/>
                  <a:pt x="30091" y="5440"/>
                </a:cubicBezTo>
                <a:cubicBezTo>
                  <a:pt x="26098" y="5440"/>
                  <a:pt x="22675" y="7008"/>
                  <a:pt x="19823" y="10144"/>
                </a:cubicBezTo>
                <a:cubicBezTo>
                  <a:pt x="17446" y="12693"/>
                  <a:pt x="15877" y="16221"/>
                  <a:pt x="15117" y="20730"/>
                </a:cubicBezTo>
                <a:cubicBezTo>
                  <a:pt x="14356" y="25238"/>
                  <a:pt x="13976" y="34648"/>
                  <a:pt x="13976" y="48958"/>
                </a:cubicBezTo>
                <a:cubicBezTo>
                  <a:pt x="13976" y="64444"/>
                  <a:pt x="14356" y="74637"/>
                  <a:pt x="15117" y="79538"/>
                </a:cubicBezTo>
                <a:cubicBezTo>
                  <a:pt x="15877" y="84439"/>
                  <a:pt x="17589" y="88310"/>
                  <a:pt x="20251" y="91152"/>
                </a:cubicBezTo>
                <a:cubicBezTo>
                  <a:pt x="22913" y="94093"/>
                  <a:pt x="26193" y="95563"/>
                  <a:pt x="30091" y="95563"/>
                </a:cubicBezTo>
                <a:cubicBezTo>
                  <a:pt x="33894" y="95563"/>
                  <a:pt x="37126" y="94093"/>
                  <a:pt x="39788" y="91152"/>
                </a:cubicBezTo>
                <a:cubicBezTo>
                  <a:pt x="42546" y="88212"/>
                  <a:pt x="44257" y="84095"/>
                  <a:pt x="44922" y="78803"/>
                </a:cubicBezTo>
                <a:cubicBezTo>
                  <a:pt x="45588" y="73510"/>
                  <a:pt x="45968" y="63562"/>
                  <a:pt x="46063" y="48958"/>
                </a:cubicBezTo>
                <a:cubicBezTo>
                  <a:pt x="46063" y="34746"/>
                  <a:pt x="45683" y="25385"/>
                  <a:pt x="44922" y="20877"/>
                </a:cubicBezTo>
                <a:cubicBezTo>
                  <a:pt x="44162" y="16368"/>
                  <a:pt x="42593" y="12791"/>
                  <a:pt x="40216" y="101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8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D162B4-D784-46AD-8795-70243204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630" y="6414978"/>
            <a:ext cx="18825" cy="46409"/>
          </a:xfrm>
          <a:custGeom xmlns:a="http://schemas.openxmlformats.org/drawingml/2006/main">
            <a:pathLst>
              <a:path w="18825" h="46409">
                <a:moveTo>
                  <a:pt x="0" y="12644"/>
                </a:moveTo>
                <a:cubicBezTo>
                  <a:pt x="0" y="12644"/>
                  <a:pt x="0" y="11419"/>
                  <a:pt x="0" y="8968"/>
                </a:cubicBezTo>
                <a:cubicBezTo>
                  <a:pt x="0" y="6518"/>
                  <a:pt x="761" y="4411"/>
                  <a:pt x="2282" y="2646"/>
                </a:cubicBezTo>
                <a:cubicBezTo>
                  <a:pt x="3803" y="882"/>
                  <a:pt x="5847" y="0"/>
                  <a:pt x="8414" y="0"/>
                </a:cubicBezTo>
                <a:cubicBezTo>
                  <a:pt x="11076" y="0"/>
                  <a:pt x="13453" y="1225"/>
                  <a:pt x="15545" y="3676"/>
                </a:cubicBezTo>
                <a:cubicBezTo>
                  <a:pt x="17636" y="6126"/>
                  <a:pt x="18730" y="10438"/>
                  <a:pt x="18825" y="16613"/>
                </a:cubicBezTo>
                <a:cubicBezTo>
                  <a:pt x="18825" y="20044"/>
                  <a:pt x="18397" y="23376"/>
                  <a:pt x="17541" y="26611"/>
                </a:cubicBezTo>
                <a:cubicBezTo>
                  <a:pt x="16685" y="29845"/>
                  <a:pt x="15687" y="32638"/>
                  <a:pt x="14546" y="34991"/>
                </a:cubicBezTo>
                <a:cubicBezTo>
                  <a:pt x="13405" y="37343"/>
                  <a:pt x="12169" y="39352"/>
                  <a:pt x="10838" y="41019"/>
                </a:cubicBezTo>
                <a:cubicBezTo>
                  <a:pt x="9507" y="42685"/>
                  <a:pt x="8367" y="44008"/>
                  <a:pt x="7416" y="44988"/>
                </a:cubicBezTo>
                <a:cubicBezTo>
                  <a:pt x="6465" y="45968"/>
                  <a:pt x="5847" y="46409"/>
                  <a:pt x="5562" y="46311"/>
                </a:cubicBezTo>
                <a:cubicBezTo>
                  <a:pt x="5182" y="46311"/>
                  <a:pt x="4564" y="45870"/>
                  <a:pt x="3708" y="44988"/>
                </a:cubicBezTo>
                <a:cubicBezTo>
                  <a:pt x="2852" y="44106"/>
                  <a:pt x="2424" y="43469"/>
                  <a:pt x="2424" y="43077"/>
                </a:cubicBezTo>
                <a:cubicBezTo>
                  <a:pt x="2424" y="42685"/>
                  <a:pt x="2947" y="41901"/>
                  <a:pt x="3993" y="40725"/>
                </a:cubicBezTo>
                <a:cubicBezTo>
                  <a:pt x="5039" y="39548"/>
                  <a:pt x="6227" y="38078"/>
                  <a:pt x="7558" y="36314"/>
                </a:cubicBezTo>
                <a:cubicBezTo>
                  <a:pt x="8889" y="34550"/>
                  <a:pt x="10125" y="32099"/>
                  <a:pt x="11266" y="28963"/>
                </a:cubicBezTo>
                <a:cubicBezTo>
                  <a:pt x="12407" y="25827"/>
                  <a:pt x="13168" y="22249"/>
                  <a:pt x="13548" y="18230"/>
                </a:cubicBezTo>
                <a:lnTo>
                  <a:pt x="13548" y="16466"/>
                </a:lnTo>
                <a:lnTo>
                  <a:pt x="13405" y="16613"/>
                </a:lnTo>
                <a:cubicBezTo>
                  <a:pt x="13215" y="16711"/>
                  <a:pt x="12978" y="16809"/>
                  <a:pt x="12692" y="16907"/>
                </a:cubicBezTo>
                <a:cubicBezTo>
                  <a:pt x="12407" y="17005"/>
                  <a:pt x="12122" y="17152"/>
                  <a:pt x="11837" y="17348"/>
                </a:cubicBezTo>
                <a:cubicBezTo>
                  <a:pt x="11551" y="17544"/>
                  <a:pt x="11124" y="17642"/>
                  <a:pt x="10553" y="17642"/>
                </a:cubicBezTo>
                <a:cubicBezTo>
                  <a:pt x="9983" y="17642"/>
                  <a:pt x="9412" y="17691"/>
                  <a:pt x="8842" y="17789"/>
                </a:cubicBezTo>
                <a:cubicBezTo>
                  <a:pt x="6275" y="17789"/>
                  <a:pt x="4183" y="16956"/>
                  <a:pt x="2567" y="15290"/>
                </a:cubicBezTo>
                <a:lnTo>
                  <a:pt x="0" y="126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805C3F-F93E-48AF-9561-25CA5077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630" y="6414978"/>
            <a:ext cx="18825" cy="46409"/>
          </a:xfrm>
          <a:custGeom xmlns:a="http://schemas.openxmlformats.org/drawingml/2006/main">
            <a:pathLst>
              <a:path w="18825" h="46409" fill="none">
                <a:moveTo>
                  <a:pt x="0" y="12644"/>
                </a:moveTo>
                <a:cubicBezTo>
                  <a:pt x="0" y="12644"/>
                  <a:pt x="0" y="11419"/>
                  <a:pt x="0" y="8968"/>
                </a:cubicBezTo>
                <a:cubicBezTo>
                  <a:pt x="0" y="6518"/>
                  <a:pt x="761" y="4411"/>
                  <a:pt x="2282" y="2646"/>
                </a:cubicBezTo>
                <a:cubicBezTo>
                  <a:pt x="3803" y="882"/>
                  <a:pt x="5847" y="0"/>
                  <a:pt x="8414" y="0"/>
                </a:cubicBezTo>
                <a:cubicBezTo>
                  <a:pt x="11076" y="0"/>
                  <a:pt x="13453" y="1225"/>
                  <a:pt x="15545" y="3676"/>
                </a:cubicBezTo>
                <a:cubicBezTo>
                  <a:pt x="17636" y="6126"/>
                  <a:pt x="18730" y="10438"/>
                  <a:pt x="18825" y="16613"/>
                </a:cubicBezTo>
                <a:cubicBezTo>
                  <a:pt x="18825" y="20044"/>
                  <a:pt x="18397" y="23376"/>
                  <a:pt x="17541" y="26611"/>
                </a:cubicBezTo>
                <a:cubicBezTo>
                  <a:pt x="16685" y="29845"/>
                  <a:pt x="15687" y="32638"/>
                  <a:pt x="14546" y="34991"/>
                </a:cubicBezTo>
                <a:cubicBezTo>
                  <a:pt x="13405" y="37343"/>
                  <a:pt x="12169" y="39352"/>
                  <a:pt x="10838" y="41019"/>
                </a:cubicBezTo>
                <a:cubicBezTo>
                  <a:pt x="9507" y="42685"/>
                  <a:pt x="8367" y="44008"/>
                  <a:pt x="7416" y="44988"/>
                </a:cubicBezTo>
                <a:cubicBezTo>
                  <a:pt x="6465" y="45968"/>
                  <a:pt x="5847" y="46409"/>
                  <a:pt x="5562" y="46311"/>
                </a:cubicBezTo>
                <a:cubicBezTo>
                  <a:pt x="5182" y="46311"/>
                  <a:pt x="4564" y="45870"/>
                  <a:pt x="3708" y="44988"/>
                </a:cubicBezTo>
                <a:cubicBezTo>
                  <a:pt x="2852" y="44106"/>
                  <a:pt x="2424" y="43469"/>
                  <a:pt x="2424" y="43077"/>
                </a:cubicBezTo>
                <a:cubicBezTo>
                  <a:pt x="2424" y="42685"/>
                  <a:pt x="2947" y="41901"/>
                  <a:pt x="3993" y="40725"/>
                </a:cubicBezTo>
                <a:cubicBezTo>
                  <a:pt x="5039" y="39548"/>
                  <a:pt x="6227" y="38078"/>
                  <a:pt x="7558" y="36314"/>
                </a:cubicBezTo>
                <a:cubicBezTo>
                  <a:pt x="8889" y="34550"/>
                  <a:pt x="10125" y="32099"/>
                  <a:pt x="11266" y="28963"/>
                </a:cubicBezTo>
                <a:cubicBezTo>
                  <a:pt x="12407" y="25827"/>
                  <a:pt x="13168" y="22249"/>
                  <a:pt x="13548" y="18230"/>
                </a:cubicBezTo>
                <a:lnTo>
                  <a:pt x="13548" y="16466"/>
                </a:lnTo>
                <a:lnTo>
                  <a:pt x="13405" y="16613"/>
                </a:lnTo>
                <a:cubicBezTo>
                  <a:pt x="13215" y="16711"/>
                  <a:pt x="12978" y="16809"/>
                  <a:pt x="12692" y="16907"/>
                </a:cubicBezTo>
                <a:cubicBezTo>
                  <a:pt x="12407" y="17005"/>
                  <a:pt x="12122" y="17152"/>
                  <a:pt x="11837" y="17348"/>
                </a:cubicBezTo>
                <a:cubicBezTo>
                  <a:pt x="11551" y="17544"/>
                  <a:pt x="11124" y="17642"/>
                  <a:pt x="10553" y="17642"/>
                </a:cubicBezTo>
                <a:cubicBezTo>
                  <a:pt x="9983" y="17642"/>
                  <a:pt x="9412" y="17691"/>
                  <a:pt x="8842" y="17789"/>
                </a:cubicBezTo>
                <a:cubicBezTo>
                  <a:pt x="6275" y="17789"/>
                  <a:pt x="4183" y="16956"/>
                  <a:pt x="2567" y="15290"/>
                </a:cubicBezTo>
                <a:lnTo>
                  <a:pt x="0" y="126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8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FF7C80-4D9D-4C94-A075-B4372ADC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989" y="6334852"/>
            <a:ext cx="49058" cy="97915"/>
          </a:xfrm>
          <a:custGeom xmlns:a="http://schemas.openxmlformats.org/drawingml/2006/main">
            <a:pathLst>
              <a:path w="49058" h="97915">
                <a:moveTo>
                  <a:pt x="18539" y="12938"/>
                </a:moveTo>
                <a:lnTo>
                  <a:pt x="16685" y="13673"/>
                </a:lnTo>
                <a:cubicBezTo>
                  <a:pt x="15354" y="14163"/>
                  <a:pt x="13453" y="14653"/>
                  <a:pt x="10981" y="15143"/>
                </a:cubicBezTo>
                <a:cubicBezTo>
                  <a:pt x="8509" y="15633"/>
                  <a:pt x="5752" y="15976"/>
                  <a:pt x="2710" y="16172"/>
                </a:cubicBezTo>
                <a:lnTo>
                  <a:pt x="0" y="16172"/>
                </a:lnTo>
                <a:lnTo>
                  <a:pt x="0" y="9409"/>
                </a:lnTo>
                <a:lnTo>
                  <a:pt x="2710" y="9409"/>
                </a:lnTo>
                <a:cubicBezTo>
                  <a:pt x="7178" y="9213"/>
                  <a:pt x="11314" y="8478"/>
                  <a:pt x="15117" y="7204"/>
                </a:cubicBezTo>
                <a:cubicBezTo>
                  <a:pt x="18920" y="5930"/>
                  <a:pt x="21582" y="4754"/>
                  <a:pt x="23103" y="3676"/>
                </a:cubicBezTo>
                <a:cubicBezTo>
                  <a:pt x="24624" y="2597"/>
                  <a:pt x="25955" y="1519"/>
                  <a:pt x="27096" y="441"/>
                </a:cubicBezTo>
                <a:cubicBezTo>
                  <a:pt x="27286" y="147"/>
                  <a:pt x="27857" y="0"/>
                  <a:pt x="28807" y="0"/>
                </a:cubicBezTo>
                <a:cubicBezTo>
                  <a:pt x="29663" y="0"/>
                  <a:pt x="30471" y="294"/>
                  <a:pt x="31232" y="882"/>
                </a:cubicBezTo>
                <a:lnTo>
                  <a:pt x="31232" y="44841"/>
                </a:lnTo>
                <a:lnTo>
                  <a:pt x="31374" y="88947"/>
                </a:lnTo>
                <a:cubicBezTo>
                  <a:pt x="32040" y="89633"/>
                  <a:pt x="32610" y="90074"/>
                  <a:pt x="33086" y="90270"/>
                </a:cubicBezTo>
                <a:cubicBezTo>
                  <a:pt x="33561" y="90466"/>
                  <a:pt x="34702" y="90662"/>
                  <a:pt x="36508" y="90858"/>
                </a:cubicBezTo>
                <a:cubicBezTo>
                  <a:pt x="38315" y="91054"/>
                  <a:pt x="41262" y="91152"/>
                  <a:pt x="45350" y="91152"/>
                </a:cubicBezTo>
                <a:lnTo>
                  <a:pt x="49058" y="91152"/>
                </a:lnTo>
                <a:lnTo>
                  <a:pt x="49058" y="97915"/>
                </a:lnTo>
                <a:lnTo>
                  <a:pt x="47489" y="97915"/>
                </a:lnTo>
                <a:cubicBezTo>
                  <a:pt x="45493" y="97621"/>
                  <a:pt x="37934" y="97474"/>
                  <a:pt x="24814" y="97474"/>
                </a:cubicBezTo>
                <a:cubicBezTo>
                  <a:pt x="11884" y="97474"/>
                  <a:pt x="4421" y="97621"/>
                  <a:pt x="2424" y="97915"/>
                </a:cubicBezTo>
                <a:lnTo>
                  <a:pt x="713" y="97915"/>
                </a:lnTo>
                <a:lnTo>
                  <a:pt x="713" y="91152"/>
                </a:lnTo>
                <a:lnTo>
                  <a:pt x="4421" y="91152"/>
                </a:lnTo>
                <a:cubicBezTo>
                  <a:pt x="6513" y="91152"/>
                  <a:pt x="8319" y="91152"/>
                  <a:pt x="9840" y="91152"/>
                </a:cubicBezTo>
                <a:cubicBezTo>
                  <a:pt x="11361" y="91152"/>
                  <a:pt x="12550" y="91103"/>
                  <a:pt x="13405" y="91005"/>
                </a:cubicBezTo>
                <a:cubicBezTo>
                  <a:pt x="14261" y="90907"/>
                  <a:pt x="15022" y="90760"/>
                  <a:pt x="15687" y="90564"/>
                </a:cubicBezTo>
                <a:cubicBezTo>
                  <a:pt x="16353" y="90368"/>
                  <a:pt x="16733" y="90270"/>
                  <a:pt x="16828" y="90270"/>
                </a:cubicBezTo>
                <a:cubicBezTo>
                  <a:pt x="16923" y="90270"/>
                  <a:pt x="17208" y="90025"/>
                  <a:pt x="17684" y="89535"/>
                </a:cubicBezTo>
                <a:cubicBezTo>
                  <a:pt x="18159" y="89045"/>
                  <a:pt x="18444" y="88849"/>
                  <a:pt x="18539" y="88947"/>
                </a:cubicBezTo>
                <a:lnTo>
                  <a:pt x="18539" y="129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915355-7588-46E8-BF26-922BE8C4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989" y="6334852"/>
            <a:ext cx="49058" cy="97915"/>
          </a:xfrm>
          <a:custGeom xmlns:a="http://schemas.openxmlformats.org/drawingml/2006/main">
            <a:pathLst>
              <a:path w="49058" h="97915" fill="none">
                <a:moveTo>
                  <a:pt x="18539" y="12938"/>
                </a:moveTo>
                <a:lnTo>
                  <a:pt x="16685" y="13673"/>
                </a:lnTo>
                <a:cubicBezTo>
                  <a:pt x="15354" y="14163"/>
                  <a:pt x="13453" y="14653"/>
                  <a:pt x="10981" y="15143"/>
                </a:cubicBezTo>
                <a:cubicBezTo>
                  <a:pt x="8509" y="15633"/>
                  <a:pt x="5752" y="15976"/>
                  <a:pt x="2710" y="16172"/>
                </a:cubicBezTo>
                <a:lnTo>
                  <a:pt x="0" y="16172"/>
                </a:lnTo>
                <a:lnTo>
                  <a:pt x="0" y="9409"/>
                </a:lnTo>
                <a:lnTo>
                  <a:pt x="2710" y="9409"/>
                </a:lnTo>
                <a:cubicBezTo>
                  <a:pt x="7178" y="9213"/>
                  <a:pt x="11314" y="8478"/>
                  <a:pt x="15117" y="7204"/>
                </a:cubicBezTo>
                <a:cubicBezTo>
                  <a:pt x="18920" y="5930"/>
                  <a:pt x="21582" y="4754"/>
                  <a:pt x="23103" y="3676"/>
                </a:cubicBezTo>
                <a:cubicBezTo>
                  <a:pt x="24624" y="2597"/>
                  <a:pt x="25955" y="1519"/>
                  <a:pt x="27096" y="441"/>
                </a:cubicBezTo>
                <a:cubicBezTo>
                  <a:pt x="27286" y="147"/>
                  <a:pt x="27857" y="0"/>
                  <a:pt x="28807" y="0"/>
                </a:cubicBezTo>
                <a:cubicBezTo>
                  <a:pt x="29663" y="0"/>
                  <a:pt x="30471" y="294"/>
                  <a:pt x="31232" y="882"/>
                </a:cubicBezTo>
                <a:lnTo>
                  <a:pt x="31232" y="44841"/>
                </a:lnTo>
                <a:lnTo>
                  <a:pt x="31374" y="88947"/>
                </a:lnTo>
                <a:cubicBezTo>
                  <a:pt x="32040" y="89633"/>
                  <a:pt x="32610" y="90074"/>
                  <a:pt x="33086" y="90270"/>
                </a:cubicBezTo>
                <a:cubicBezTo>
                  <a:pt x="33561" y="90466"/>
                  <a:pt x="34702" y="90662"/>
                  <a:pt x="36508" y="90858"/>
                </a:cubicBezTo>
                <a:cubicBezTo>
                  <a:pt x="38315" y="91054"/>
                  <a:pt x="41262" y="91152"/>
                  <a:pt x="45350" y="91152"/>
                </a:cubicBezTo>
                <a:lnTo>
                  <a:pt x="49058" y="91152"/>
                </a:lnTo>
                <a:lnTo>
                  <a:pt x="49058" y="97915"/>
                </a:lnTo>
                <a:lnTo>
                  <a:pt x="47489" y="97915"/>
                </a:lnTo>
                <a:cubicBezTo>
                  <a:pt x="45493" y="97621"/>
                  <a:pt x="37934" y="97474"/>
                  <a:pt x="24814" y="97474"/>
                </a:cubicBezTo>
                <a:cubicBezTo>
                  <a:pt x="11884" y="97474"/>
                  <a:pt x="4421" y="97621"/>
                  <a:pt x="2424" y="97915"/>
                </a:cubicBezTo>
                <a:lnTo>
                  <a:pt x="713" y="97915"/>
                </a:lnTo>
                <a:lnTo>
                  <a:pt x="713" y="91152"/>
                </a:lnTo>
                <a:lnTo>
                  <a:pt x="4421" y="91152"/>
                </a:lnTo>
                <a:cubicBezTo>
                  <a:pt x="6513" y="91152"/>
                  <a:pt x="8319" y="91152"/>
                  <a:pt x="9840" y="91152"/>
                </a:cubicBezTo>
                <a:cubicBezTo>
                  <a:pt x="11361" y="91152"/>
                  <a:pt x="12550" y="91103"/>
                  <a:pt x="13405" y="91005"/>
                </a:cubicBezTo>
                <a:cubicBezTo>
                  <a:pt x="14261" y="90907"/>
                  <a:pt x="15022" y="90760"/>
                  <a:pt x="15687" y="90564"/>
                </a:cubicBezTo>
                <a:cubicBezTo>
                  <a:pt x="16353" y="90368"/>
                  <a:pt x="16733" y="90270"/>
                  <a:pt x="16828" y="90270"/>
                </a:cubicBezTo>
                <a:cubicBezTo>
                  <a:pt x="16923" y="90270"/>
                  <a:pt x="17208" y="90025"/>
                  <a:pt x="17684" y="89535"/>
                </a:cubicBezTo>
                <a:cubicBezTo>
                  <a:pt x="18159" y="89045"/>
                  <a:pt x="18444" y="88849"/>
                  <a:pt x="18539" y="88947"/>
                </a:cubicBezTo>
                <a:lnTo>
                  <a:pt x="18539" y="1293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8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F7DD66-1A5F-46E6-A8A1-282B85AF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578" y="6245717"/>
            <a:ext cx="8069" cy="207741"/>
          </a:xfrm>
          <a:custGeom xmlns:a="http://schemas.openxmlformats.org/drawingml/2006/main">
            <a:pathLst>
              <a:path w="8069" h="207741">
                <a:moveTo>
                  <a:pt x="4034" y="207741"/>
                </a:moveTo>
                <a:lnTo>
                  <a:pt x="3631" y="207741"/>
                </a:lnTo>
                <a:cubicBezTo>
                  <a:pt x="2017" y="207741"/>
                  <a:pt x="807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46" y="901"/>
                  <a:pt x="2824" y="0"/>
                  <a:pt x="4034" y="0"/>
                </a:cubicBezTo>
                <a:cubicBezTo>
                  <a:pt x="5782" y="0"/>
                  <a:pt x="7127" y="1040"/>
                  <a:pt x="8069" y="3119"/>
                </a:cubicBezTo>
                <a:lnTo>
                  <a:pt x="8069" y="204830"/>
                </a:lnTo>
                <a:cubicBezTo>
                  <a:pt x="6993" y="206771"/>
                  <a:pt x="5782" y="207741"/>
                  <a:pt x="4438" y="207741"/>
                </a:cubicBezTo>
                <a:lnTo>
                  <a:pt x="4034" y="2077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8CFFC6-FC84-47EF-A384-201CDC0B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578" y="6245717"/>
            <a:ext cx="8069" cy="207741"/>
          </a:xfrm>
          <a:custGeom xmlns:a="http://schemas.openxmlformats.org/drawingml/2006/main">
            <a:pathLst>
              <a:path w="8069" h="207741" fill="none">
                <a:moveTo>
                  <a:pt x="4034" y="207741"/>
                </a:moveTo>
                <a:lnTo>
                  <a:pt x="3631" y="207741"/>
                </a:lnTo>
                <a:cubicBezTo>
                  <a:pt x="2017" y="207741"/>
                  <a:pt x="807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46" y="901"/>
                  <a:pt x="2824" y="0"/>
                  <a:pt x="4034" y="0"/>
                </a:cubicBezTo>
                <a:cubicBezTo>
                  <a:pt x="5782" y="0"/>
                  <a:pt x="7127" y="1040"/>
                  <a:pt x="8069" y="3119"/>
                </a:cubicBezTo>
                <a:lnTo>
                  <a:pt x="8069" y="204830"/>
                </a:lnTo>
                <a:cubicBezTo>
                  <a:pt x="6993" y="206771"/>
                  <a:pt x="5782" y="207741"/>
                  <a:pt x="4438" y="207741"/>
                </a:cubicBezTo>
                <a:lnTo>
                  <a:pt x="4034" y="2077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8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2554BE-3CD9-4DDC-A15F-9F8ABD80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654" y="6245717"/>
            <a:ext cx="8069" cy="207741"/>
          </a:xfrm>
          <a:custGeom xmlns:a="http://schemas.openxmlformats.org/drawingml/2006/main">
            <a:pathLst>
              <a:path w="8069" h="207741">
                <a:moveTo>
                  <a:pt x="4034" y="207741"/>
                </a:moveTo>
                <a:lnTo>
                  <a:pt x="3631" y="207741"/>
                </a:lnTo>
                <a:cubicBezTo>
                  <a:pt x="2017" y="207741"/>
                  <a:pt x="807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46" y="901"/>
                  <a:pt x="2824" y="0"/>
                  <a:pt x="4034" y="0"/>
                </a:cubicBezTo>
                <a:cubicBezTo>
                  <a:pt x="5782" y="0"/>
                  <a:pt x="7127" y="1040"/>
                  <a:pt x="8069" y="3119"/>
                </a:cubicBezTo>
                <a:lnTo>
                  <a:pt x="8069" y="204830"/>
                </a:lnTo>
                <a:cubicBezTo>
                  <a:pt x="6993" y="206771"/>
                  <a:pt x="5782" y="207741"/>
                  <a:pt x="4438" y="207741"/>
                </a:cubicBezTo>
                <a:lnTo>
                  <a:pt x="4034" y="2077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839B83-3172-4B7B-82BC-4E2BCBDC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654" y="6245717"/>
            <a:ext cx="8069" cy="207741"/>
          </a:xfrm>
          <a:custGeom xmlns:a="http://schemas.openxmlformats.org/drawingml/2006/main">
            <a:pathLst>
              <a:path w="8069" h="207741" fill="none">
                <a:moveTo>
                  <a:pt x="4034" y="207741"/>
                </a:moveTo>
                <a:lnTo>
                  <a:pt x="3631" y="207741"/>
                </a:lnTo>
                <a:cubicBezTo>
                  <a:pt x="2017" y="207741"/>
                  <a:pt x="807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46" y="901"/>
                  <a:pt x="2824" y="0"/>
                  <a:pt x="4034" y="0"/>
                </a:cubicBezTo>
                <a:cubicBezTo>
                  <a:pt x="5782" y="0"/>
                  <a:pt x="7127" y="1040"/>
                  <a:pt x="8069" y="3119"/>
                </a:cubicBezTo>
                <a:lnTo>
                  <a:pt x="8069" y="204830"/>
                </a:lnTo>
                <a:cubicBezTo>
                  <a:pt x="6993" y="206771"/>
                  <a:pt x="5782" y="207741"/>
                  <a:pt x="4438" y="207741"/>
                </a:cubicBezTo>
                <a:lnTo>
                  <a:pt x="4034" y="2077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8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F28EF1-C67A-402E-B605-E85328DE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829" y="6259546"/>
            <a:ext cx="142611" cy="146604"/>
          </a:xfrm>
          <a:custGeom xmlns:a="http://schemas.openxmlformats.org/drawingml/2006/main">
            <a:pathLst>
              <a:path w="142611" h="146604">
                <a:moveTo>
                  <a:pt x="9480" y="9566"/>
                </a:moveTo>
                <a:cubicBezTo>
                  <a:pt x="4908" y="9566"/>
                  <a:pt x="2488" y="9288"/>
                  <a:pt x="2219" y="8734"/>
                </a:cubicBezTo>
                <a:cubicBezTo>
                  <a:pt x="2084" y="8457"/>
                  <a:pt x="2017" y="7902"/>
                  <a:pt x="2017" y="7070"/>
                </a:cubicBezTo>
                <a:cubicBezTo>
                  <a:pt x="2017" y="3743"/>
                  <a:pt x="2757" y="1456"/>
                  <a:pt x="4236" y="208"/>
                </a:cubicBezTo>
                <a:cubicBezTo>
                  <a:pt x="4505" y="69"/>
                  <a:pt x="5648" y="0"/>
                  <a:pt x="7665" y="0"/>
                </a:cubicBezTo>
                <a:cubicBezTo>
                  <a:pt x="13179" y="277"/>
                  <a:pt x="22323" y="416"/>
                  <a:pt x="35098" y="416"/>
                </a:cubicBezTo>
                <a:cubicBezTo>
                  <a:pt x="39670" y="416"/>
                  <a:pt x="43906" y="416"/>
                  <a:pt x="47806" y="416"/>
                </a:cubicBezTo>
                <a:cubicBezTo>
                  <a:pt x="51706" y="416"/>
                  <a:pt x="54731" y="347"/>
                  <a:pt x="56883" y="208"/>
                </a:cubicBezTo>
                <a:cubicBezTo>
                  <a:pt x="59035" y="69"/>
                  <a:pt x="60379" y="69"/>
                  <a:pt x="60917" y="208"/>
                </a:cubicBezTo>
                <a:cubicBezTo>
                  <a:pt x="63069" y="208"/>
                  <a:pt x="64145" y="901"/>
                  <a:pt x="64145" y="2287"/>
                </a:cubicBezTo>
                <a:cubicBezTo>
                  <a:pt x="64145" y="2565"/>
                  <a:pt x="64010" y="3535"/>
                  <a:pt x="63741" y="5199"/>
                </a:cubicBezTo>
                <a:cubicBezTo>
                  <a:pt x="63069" y="7555"/>
                  <a:pt x="62396" y="8942"/>
                  <a:pt x="61724" y="9358"/>
                </a:cubicBezTo>
                <a:lnTo>
                  <a:pt x="61321" y="9358"/>
                </a:lnTo>
                <a:cubicBezTo>
                  <a:pt x="61052" y="9358"/>
                  <a:pt x="60716" y="9358"/>
                  <a:pt x="60312" y="9358"/>
                </a:cubicBezTo>
                <a:cubicBezTo>
                  <a:pt x="59909" y="9358"/>
                  <a:pt x="59438" y="9358"/>
                  <a:pt x="58900" y="9358"/>
                </a:cubicBezTo>
                <a:cubicBezTo>
                  <a:pt x="58362" y="9358"/>
                  <a:pt x="57757" y="9427"/>
                  <a:pt x="57085" y="9566"/>
                </a:cubicBezTo>
                <a:cubicBezTo>
                  <a:pt x="56412" y="9704"/>
                  <a:pt x="55807" y="9704"/>
                  <a:pt x="55269" y="9566"/>
                </a:cubicBezTo>
                <a:cubicBezTo>
                  <a:pt x="50025" y="9704"/>
                  <a:pt x="46663" y="9912"/>
                  <a:pt x="45184" y="10190"/>
                </a:cubicBezTo>
                <a:cubicBezTo>
                  <a:pt x="43704" y="10467"/>
                  <a:pt x="42494" y="11229"/>
                  <a:pt x="41553" y="12477"/>
                </a:cubicBezTo>
                <a:cubicBezTo>
                  <a:pt x="41418" y="12754"/>
                  <a:pt x="39536" y="20032"/>
                  <a:pt x="35905" y="34312"/>
                </a:cubicBezTo>
                <a:cubicBezTo>
                  <a:pt x="32274" y="48591"/>
                  <a:pt x="28643" y="63563"/>
                  <a:pt x="25012" y="79229"/>
                </a:cubicBezTo>
                <a:cubicBezTo>
                  <a:pt x="21382" y="94894"/>
                  <a:pt x="19364" y="104113"/>
                  <a:pt x="18961" y="106886"/>
                </a:cubicBezTo>
                <a:cubicBezTo>
                  <a:pt x="18692" y="108827"/>
                  <a:pt x="18558" y="110837"/>
                  <a:pt x="18558" y="112916"/>
                </a:cubicBezTo>
                <a:cubicBezTo>
                  <a:pt x="18558" y="120403"/>
                  <a:pt x="20642" y="126294"/>
                  <a:pt x="24811" y="130592"/>
                </a:cubicBezTo>
                <a:cubicBezTo>
                  <a:pt x="28979" y="134890"/>
                  <a:pt x="34762" y="137038"/>
                  <a:pt x="42158" y="137038"/>
                </a:cubicBezTo>
                <a:cubicBezTo>
                  <a:pt x="51168" y="137038"/>
                  <a:pt x="60178" y="133919"/>
                  <a:pt x="69187" y="127681"/>
                </a:cubicBezTo>
                <a:cubicBezTo>
                  <a:pt x="78197" y="121442"/>
                  <a:pt x="84787" y="112015"/>
                  <a:pt x="88955" y="99400"/>
                </a:cubicBezTo>
                <a:lnTo>
                  <a:pt x="99243" y="57602"/>
                </a:lnTo>
                <a:cubicBezTo>
                  <a:pt x="105563" y="30984"/>
                  <a:pt x="108723" y="17121"/>
                  <a:pt x="108723" y="16012"/>
                </a:cubicBezTo>
                <a:cubicBezTo>
                  <a:pt x="108723" y="12269"/>
                  <a:pt x="104420" y="10120"/>
                  <a:pt x="95814" y="9566"/>
                </a:cubicBezTo>
                <a:cubicBezTo>
                  <a:pt x="92586" y="9566"/>
                  <a:pt x="90972" y="8803"/>
                  <a:pt x="90972" y="7278"/>
                </a:cubicBezTo>
                <a:cubicBezTo>
                  <a:pt x="90972" y="7001"/>
                  <a:pt x="91107" y="6169"/>
                  <a:pt x="91376" y="4783"/>
                </a:cubicBezTo>
                <a:cubicBezTo>
                  <a:pt x="91914" y="2565"/>
                  <a:pt x="92317" y="1248"/>
                  <a:pt x="92586" y="832"/>
                </a:cubicBezTo>
                <a:cubicBezTo>
                  <a:pt x="92855" y="416"/>
                  <a:pt x="93527" y="139"/>
                  <a:pt x="94603" y="0"/>
                </a:cubicBezTo>
                <a:cubicBezTo>
                  <a:pt x="95007" y="0"/>
                  <a:pt x="97158" y="69"/>
                  <a:pt x="101058" y="208"/>
                </a:cubicBezTo>
                <a:cubicBezTo>
                  <a:pt x="104958" y="347"/>
                  <a:pt x="110606" y="485"/>
                  <a:pt x="118002" y="624"/>
                </a:cubicBezTo>
                <a:cubicBezTo>
                  <a:pt x="124860" y="624"/>
                  <a:pt x="130105" y="555"/>
                  <a:pt x="133736" y="416"/>
                </a:cubicBezTo>
                <a:cubicBezTo>
                  <a:pt x="137366" y="277"/>
                  <a:pt x="139316" y="208"/>
                  <a:pt x="139585" y="208"/>
                </a:cubicBezTo>
                <a:cubicBezTo>
                  <a:pt x="141602" y="208"/>
                  <a:pt x="142611" y="901"/>
                  <a:pt x="142611" y="2287"/>
                </a:cubicBezTo>
                <a:cubicBezTo>
                  <a:pt x="142611" y="5337"/>
                  <a:pt x="142073" y="7417"/>
                  <a:pt x="140997" y="8526"/>
                </a:cubicBezTo>
                <a:cubicBezTo>
                  <a:pt x="140594" y="9219"/>
                  <a:pt x="139115" y="9566"/>
                  <a:pt x="136560" y="9566"/>
                </a:cubicBezTo>
                <a:cubicBezTo>
                  <a:pt x="127012" y="10120"/>
                  <a:pt x="121028" y="12893"/>
                  <a:pt x="118607" y="17884"/>
                </a:cubicBezTo>
                <a:cubicBezTo>
                  <a:pt x="118338" y="18577"/>
                  <a:pt x="114976" y="31955"/>
                  <a:pt x="108521" y="58018"/>
                </a:cubicBezTo>
                <a:cubicBezTo>
                  <a:pt x="103008" y="81447"/>
                  <a:pt x="99646" y="95241"/>
                  <a:pt x="98436" y="99400"/>
                </a:cubicBezTo>
                <a:cubicBezTo>
                  <a:pt x="93998" y="113263"/>
                  <a:pt x="86266" y="124562"/>
                  <a:pt x="75239" y="133295"/>
                </a:cubicBezTo>
                <a:cubicBezTo>
                  <a:pt x="64212" y="142029"/>
                  <a:pt x="52781" y="146465"/>
                  <a:pt x="40948" y="146604"/>
                </a:cubicBezTo>
                <a:cubicBezTo>
                  <a:pt x="28576" y="146604"/>
                  <a:pt x="18692" y="142722"/>
                  <a:pt x="11296" y="134959"/>
                </a:cubicBezTo>
                <a:cubicBezTo>
                  <a:pt x="3900" y="127196"/>
                  <a:pt x="134" y="117976"/>
                  <a:pt x="0" y="107302"/>
                </a:cubicBezTo>
                <a:lnTo>
                  <a:pt x="0" y="103975"/>
                </a:lnTo>
                <a:cubicBezTo>
                  <a:pt x="0" y="101479"/>
                  <a:pt x="3698" y="84982"/>
                  <a:pt x="11094" y="54483"/>
                </a:cubicBezTo>
                <a:cubicBezTo>
                  <a:pt x="17683" y="26617"/>
                  <a:pt x="20978" y="12269"/>
                  <a:pt x="20978" y="11437"/>
                </a:cubicBezTo>
                <a:cubicBezTo>
                  <a:pt x="20978" y="10467"/>
                  <a:pt x="17146" y="9843"/>
                  <a:pt x="9480" y="95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C4CC01-44C7-4369-ACD8-D5F3926A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829" y="6259546"/>
            <a:ext cx="142611" cy="146604"/>
          </a:xfrm>
          <a:custGeom xmlns:a="http://schemas.openxmlformats.org/drawingml/2006/main">
            <a:pathLst>
              <a:path w="142611" h="146604" fill="none">
                <a:moveTo>
                  <a:pt x="9480" y="9566"/>
                </a:moveTo>
                <a:cubicBezTo>
                  <a:pt x="4908" y="9566"/>
                  <a:pt x="2488" y="9288"/>
                  <a:pt x="2219" y="8734"/>
                </a:cubicBezTo>
                <a:cubicBezTo>
                  <a:pt x="2084" y="8457"/>
                  <a:pt x="2017" y="7902"/>
                  <a:pt x="2017" y="7070"/>
                </a:cubicBezTo>
                <a:cubicBezTo>
                  <a:pt x="2017" y="3743"/>
                  <a:pt x="2757" y="1456"/>
                  <a:pt x="4236" y="208"/>
                </a:cubicBezTo>
                <a:cubicBezTo>
                  <a:pt x="4505" y="69"/>
                  <a:pt x="5648" y="0"/>
                  <a:pt x="7665" y="0"/>
                </a:cubicBezTo>
                <a:cubicBezTo>
                  <a:pt x="13179" y="277"/>
                  <a:pt x="22323" y="416"/>
                  <a:pt x="35098" y="416"/>
                </a:cubicBezTo>
                <a:cubicBezTo>
                  <a:pt x="39670" y="416"/>
                  <a:pt x="43906" y="416"/>
                  <a:pt x="47806" y="416"/>
                </a:cubicBezTo>
                <a:cubicBezTo>
                  <a:pt x="51706" y="416"/>
                  <a:pt x="54731" y="347"/>
                  <a:pt x="56883" y="208"/>
                </a:cubicBezTo>
                <a:cubicBezTo>
                  <a:pt x="59035" y="69"/>
                  <a:pt x="60379" y="69"/>
                  <a:pt x="60917" y="208"/>
                </a:cubicBezTo>
                <a:cubicBezTo>
                  <a:pt x="63069" y="208"/>
                  <a:pt x="64145" y="901"/>
                  <a:pt x="64145" y="2287"/>
                </a:cubicBezTo>
                <a:cubicBezTo>
                  <a:pt x="64145" y="2565"/>
                  <a:pt x="64010" y="3535"/>
                  <a:pt x="63741" y="5199"/>
                </a:cubicBezTo>
                <a:cubicBezTo>
                  <a:pt x="63069" y="7555"/>
                  <a:pt x="62396" y="8942"/>
                  <a:pt x="61724" y="9358"/>
                </a:cubicBezTo>
                <a:lnTo>
                  <a:pt x="61321" y="9358"/>
                </a:lnTo>
                <a:cubicBezTo>
                  <a:pt x="61052" y="9358"/>
                  <a:pt x="60716" y="9358"/>
                  <a:pt x="60312" y="9358"/>
                </a:cubicBezTo>
                <a:cubicBezTo>
                  <a:pt x="59909" y="9358"/>
                  <a:pt x="59438" y="9358"/>
                  <a:pt x="58900" y="9358"/>
                </a:cubicBezTo>
                <a:cubicBezTo>
                  <a:pt x="58362" y="9358"/>
                  <a:pt x="57757" y="9427"/>
                  <a:pt x="57085" y="9566"/>
                </a:cubicBezTo>
                <a:cubicBezTo>
                  <a:pt x="56412" y="9704"/>
                  <a:pt x="55807" y="9704"/>
                  <a:pt x="55269" y="9566"/>
                </a:cubicBezTo>
                <a:cubicBezTo>
                  <a:pt x="50025" y="9704"/>
                  <a:pt x="46663" y="9912"/>
                  <a:pt x="45184" y="10190"/>
                </a:cubicBezTo>
                <a:cubicBezTo>
                  <a:pt x="43704" y="10467"/>
                  <a:pt x="42494" y="11229"/>
                  <a:pt x="41553" y="12477"/>
                </a:cubicBezTo>
                <a:cubicBezTo>
                  <a:pt x="41418" y="12754"/>
                  <a:pt x="39536" y="20032"/>
                  <a:pt x="35905" y="34312"/>
                </a:cubicBezTo>
                <a:cubicBezTo>
                  <a:pt x="32274" y="48591"/>
                  <a:pt x="28643" y="63563"/>
                  <a:pt x="25012" y="79229"/>
                </a:cubicBezTo>
                <a:cubicBezTo>
                  <a:pt x="21382" y="94894"/>
                  <a:pt x="19364" y="104113"/>
                  <a:pt x="18961" y="106886"/>
                </a:cubicBezTo>
                <a:cubicBezTo>
                  <a:pt x="18692" y="108827"/>
                  <a:pt x="18558" y="110837"/>
                  <a:pt x="18558" y="112916"/>
                </a:cubicBezTo>
                <a:cubicBezTo>
                  <a:pt x="18558" y="120403"/>
                  <a:pt x="20642" y="126294"/>
                  <a:pt x="24811" y="130592"/>
                </a:cubicBezTo>
                <a:cubicBezTo>
                  <a:pt x="28979" y="134890"/>
                  <a:pt x="34762" y="137038"/>
                  <a:pt x="42158" y="137038"/>
                </a:cubicBezTo>
                <a:cubicBezTo>
                  <a:pt x="51168" y="137038"/>
                  <a:pt x="60178" y="133919"/>
                  <a:pt x="69187" y="127681"/>
                </a:cubicBezTo>
                <a:cubicBezTo>
                  <a:pt x="78197" y="121442"/>
                  <a:pt x="84787" y="112015"/>
                  <a:pt x="88955" y="99400"/>
                </a:cubicBezTo>
                <a:lnTo>
                  <a:pt x="99243" y="57602"/>
                </a:lnTo>
                <a:cubicBezTo>
                  <a:pt x="105563" y="30984"/>
                  <a:pt x="108723" y="17121"/>
                  <a:pt x="108723" y="16012"/>
                </a:cubicBezTo>
                <a:cubicBezTo>
                  <a:pt x="108723" y="12269"/>
                  <a:pt x="104420" y="10120"/>
                  <a:pt x="95814" y="9566"/>
                </a:cubicBezTo>
                <a:cubicBezTo>
                  <a:pt x="92586" y="9566"/>
                  <a:pt x="90972" y="8803"/>
                  <a:pt x="90972" y="7278"/>
                </a:cubicBezTo>
                <a:cubicBezTo>
                  <a:pt x="90972" y="7001"/>
                  <a:pt x="91107" y="6169"/>
                  <a:pt x="91376" y="4783"/>
                </a:cubicBezTo>
                <a:cubicBezTo>
                  <a:pt x="91914" y="2565"/>
                  <a:pt x="92317" y="1248"/>
                  <a:pt x="92586" y="832"/>
                </a:cubicBezTo>
                <a:cubicBezTo>
                  <a:pt x="92855" y="416"/>
                  <a:pt x="93527" y="139"/>
                  <a:pt x="94603" y="0"/>
                </a:cubicBezTo>
                <a:cubicBezTo>
                  <a:pt x="95007" y="0"/>
                  <a:pt x="97158" y="69"/>
                  <a:pt x="101058" y="208"/>
                </a:cubicBezTo>
                <a:cubicBezTo>
                  <a:pt x="104958" y="347"/>
                  <a:pt x="110606" y="485"/>
                  <a:pt x="118002" y="624"/>
                </a:cubicBezTo>
                <a:cubicBezTo>
                  <a:pt x="124860" y="624"/>
                  <a:pt x="130105" y="555"/>
                  <a:pt x="133736" y="416"/>
                </a:cubicBezTo>
                <a:cubicBezTo>
                  <a:pt x="137366" y="277"/>
                  <a:pt x="139316" y="208"/>
                  <a:pt x="139585" y="208"/>
                </a:cubicBezTo>
                <a:cubicBezTo>
                  <a:pt x="141602" y="208"/>
                  <a:pt x="142611" y="901"/>
                  <a:pt x="142611" y="2287"/>
                </a:cubicBezTo>
                <a:cubicBezTo>
                  <a:pt x="142611" y="5337"/>
                  <a:pt x="142073" y="7417"/>
                  <a:pt x="140997" y="8526"/>
                </a:cubicBezTo>
                <a:cubicBezTo>
                  <a:pt x="140594" y="9219"/>
                  <a:pt x="139115" y="9566"/>
                  <a:pt x="136560" y="9566"/>
                </a:cubicBezTo>
                <a:cubicBezTo>
                  <a:pt x="127012" y="10120"/>
                  <a:pt x="121028" y="12893"/>
                  <a:pt x="118607" y="17884"/>
                </a:cubicBezTo>
                <a:cubicBezTo>
                  <a:pt x="118338" y="18577"/>
                  <a:pt x="114976" y="31955"/>
                  <a:pt x="108521" y="58018"/>
                </a:cubicBezTo>
                <a:cubicBezTo>
                  <a:pt x="103008" y="81447"/>
                  <a:pt x="99646" y="95241"/>
                  <a:pt x="98436" y="99400"/>
                </a:cubicBezTo>
                <a:cubicBezTo>
                  <a:pt x="93998" y="113263"/>
                  <a:pt x="86266" y="124562"/>
                  <a:pt x="75239" y="133295"/>
                </a:cubicBezTo>
                <a:cubicBezTo>
                  <a:pt x="64212" y="142029"/>
                  <a:pt x="52781" y="146465"/>
                  <a:pt x="40948" y="146604"/>
                </a:cubicBezTo>
                <a:cubicBezTo>
                  <a:pt x="28576" y="146604"/>
                  <a:pt x="18692" y="142722"/>
                  <a:pt x="11296" y="134959"/>
                </a:cubicBezTo>
                <a:cubicBezTo>
                  <a:pt x="3900" y="127196"/>
                  <a:pt x="134" y="117976"/>
                  <a:pt x="0" y="107302"/>
                </a:cubicBezTo>
                <a:lnTo>
                  <a:pt x="0" y="103975"/>
                </a:lnTo>
                <a:cubicBezTo>
                  <a:pt x="0" y="101479"/>
                  <a:pt x="3698" y="84982"/>
                  <a:pt x="11094" y="54483"/>
                </a:cubicBezTo>
                <a:cubicBezTo>
                  <a:pt x="17683" y="26617"/>
                  <a:pt x="20978" y="12269"/>
                  <a:pt x="20978" y="11437"/>
                </a:cubicBezTo>
                <a:cubicBezTo>
                  <a:pt x="20978" y="10467"/>
                  <a:pt x="17146" y="9843"/>
                  <a:pt x="9480" y="956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8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5F1B76-7F5B-41C2-9E32-FAAC4B4F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715" y="6334852"/>
            <a:ext cx="60039" cy="101150"/>
          </a:xfrm>
          <a:custGeom xmlns:a="http://schemas.openxmlformats.org/drawingml/2006/main">
            <a:pathLst>
              <a:path w="60039" h="101150">
                <a:moveTo>
                  <a:pt x="8129" y="11909"/>
                </a:moveTo>
                <a:cubicBezTo>
                  <a:pt x="13453" y="3970"/>
                  <a:pt x="20726" y="0"/>
                  <a:pt x="29948" y="0"/>
                </a:cubicBezTo>
                <a:cubicBezTo>
                  <a:pt x="34512" y="0"/>
                  <a:pt x="39075" y="1274"/>
                  <a:pt x="43639" y="3823"/>
                </a:cubicBezTo>
                <a:cubicBezTo>
                  <a:pt x="48202" y="6371"/>
                  <a:pt x="51910" y="10879"/>
                  <a:pt x="54763" y="17348"/>
                </a:cubicBezTo>
                <a:cubicBezTo>
                  <a:pt x="58280" y="25483"/>
                  <a:pt x="60039" y="36657"/>
                  <a:pt x="60039" y="50869"/>
                </a:cubicBezTo>
                <a:cubicBezTo>
                  <a:pt x="60039" y="66061"/>
                  <a:pt x="57995" y="77676"/>
                  <a:pt x="53907" y="85713"/>
                </a:cubicBezTo>
                <a:cubicBezTo>
                  <a:pt x="52005" y="89829"/>
                  <a:pt x="49391" y="93113"/>
                  <a:pt x="46063" y="95563"/>
                </a:cubicBezTo>
                <a:cubicBezTo>
                  <a:pt x="42736" y="98013"/>
                  <a:pt x="39836" y="99533"/>
                  <a:pt x="37364" y="100121"/>
                </a:cubicBezTo>
                <a:cubicBezTo>
                  <a:pt x="34892" y="100709"/>
                  <a:pt x="32468" y="101052"/>
                  <a:pt x="30091" y="101150"/>
                </a:cubicBezTo>
                <a:cubicBezTo>
                  <a:pt x="27619" y="101150"/>
                  <a:pt x="25147" y="100856"/>
                  <a:pt x="22675" y="100268"/>
                </a:cubicBezTo>
                <a:cubicBezTo>
                  <a:pt x="20203" y="99680"/>
                  <a:pt x="17303" y="98111"/>
                  <a:pt x="13976" y="95563"/>
                </a:cubicBezTo>
                <a:cubicBezTo>
                  <a:pt x="10648" y="93015"/>
                  <a:pt x="8034" y="89731"/>
                  <a:pt x="6132" y="85713"/>
                </a:cubicBezTo>
                <a:cubicBezTo>
                  <a:pt x="2044" y="77676"/>
                  <a:pt x="0" y="66061"/>
                  <a:pt x="0" y="50869"/>
                </a:cubicBezTo>
                <a:cubicBezTo>
                  <a:pt x="0" y="33815"/>
                  <a:pt x="2710" y="20828"/>
                  <a:pt x="8129" y="11909"/>
                </a:cubicBezTo>
                <a:close/>
                <a:moveTo>
                  <a:pt x="40216" y="10144"/>
                </a:moveTo>
                <a:cubicBezTo>
                  <a:pt x="37364" y="7008"/>
                  <a:pt x="33989" y="5440"/>
                  <a:pt x="30091" y="5440"/>
                </a:cubicBezTo>
                <a:cubicBezTo>
                  <a:pt x="26098" y="5440"/>
                  <a:pt x="22675" y="7008"/>
                  <a:pt x="19823" y="10144"/>
                </a:cubicBezTo>
                <a:cubicBezTo>
                  <a:pt x="17446" y="12693"/>
                  <a:pt x="15877" y="16221"/>
                  <a:pt x="15117" y="20730"/>
                </a:cubicBezTo>
                <a:cubicBezTo>
                  <a:pt x="14356" y="25238"/>
                  <a:pt x="13976" y="34648"/>
                  <a:pt x="13976" y="48958"/>
                </a:cubicBezTo>
                <a:cubicBezTo>
                  <a:pt x="13976" y="64444"/>
                  <a:pt x="14356" y="74637"/>
                  <a:pt x="15117" y="79538"/>
                </a:cubicBezTo>
                <a:cubicBezTo>
                  <a:pt x="15877" y="84439"/>
                  <a:pt x="17589" y="88310"/>
                  <a:pt x="20251" y="91152"/>
                </a:cubicBezTo>
                <a:cubicBezTo>
                  <a:pt x="22913" y="94093"/>
                  <a:pt x="26193" y="95563"/>
                  <a:pt x="30091" y="95563"/>
                </a:cubicBezTo>
                <a:cubicBezTo>
                  <a:pt x="33894" y="95563"/>
                  <a:pt x="37126" y="94093"/>
                  <a:pt x="39788" y="91152"/>
                </a:cubicBezTo>
                <a:cubicBezTo>
                  <a:pt x="42546" y="88212"/>
                  <a:pt x="44257" y="84095"/>
                  <a:pt x="44922" y="78803"/>
                </a:cubicBezTo>
                <a:cubicBezTo>
                  <a:pt x="45588" y="73510"/>
                  <a:pt x="45968" y="63562"/>
                  <a:pt x="46063" y="48958"/>
                </a:cubicBezTo>
                <a:cubicBezTo>
                  <a:pt x="46063" y="34746"/>
                  <a:pt x="45683" y="25385"/>
                  <a:pt x="44922" y="20877"/>
                </a:cubicBezTo>
                <a:cubicBezTo>
                  <a:pt x="44162" y="16368"/>
                  <a:pt x="42593" y="12791"/>
                  <a:pt x="40216" y="101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A5D46B-7117-42F5-8D7A-6F4014B8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715" y="6334852"/>
            <a:ext cx="60039" cy="101150"/>
          </a:xfrm>
          <a:custGeom xmlns:a="http://schemas.openxmlformats.org/drawingml/2006/main">
            <a:pathLst>
              <a:path w="60039" h="101150" fill="none">
                <a:moveTo>
                  <a:pt x="8129" y="11909"/>
                </a:moveTo>
                <a:cubicBezTo>
                  <a:pt x="13453" y="3970"/>
                  <a:pt x="20726" y="0"/>
                  <a:pt x="29948" y="0"/>
                </a:cubicBezTo>
                <a:cubicBezTo>
                  <a:pt x="34512" y="0"/>
                  <a:pt x="39075" y="1274"/>
                  <a:pt x="43639" y="3823"/>
                </a:cubicBezTo>
                <a:cubicBezTo>
                  <a:pt x="48202" y="6371"/>
                  <a:pt x="51910" y="10879"/>
                  <a:pt x="54763" y="17348"/>
                </a:cubicBezTo>
                <a:cubicBezTo>
                  <a:pt x="58280" y="25483"/>
                  <a:pt x="60039" y="36657"/>
                  <a:pt x="60039" y="50869"/>
                </a:cubicBezTo>
                <a:cubicBezTo>
                  <a:pt x="60039" y="66061"/>
                  <a:pt x="57995" y="77676"/>
                  <a:pt x="53907" y="85713"/>
                </a:cubicBezTo>
                <a:cubicBezTo>
                  <a:pt x="52005" y="89829"/>
                  <a:pt x="49391" y="93113"/>
                  <a:pt x="46063" y="95563"/>
                </a:cubicBezTo>
                <a:cubicBezTo>
                  <a:pt x="42736" y="98013"/>
                  <a:pt x="39836" y="99533"/>
                  <a:pt x="37364" y="100121"/>
                </a:cubicBezTo>
                <a:cubicBezTo>
                  <a:pt x="34892" y="100709"/>
                  <a:pt x="32468" y="101052"/>
                  <a:pt x="30091" y="101150"/>
                </a:cubicBezTo>
                <a:cubicBezTo>
                  <a:pt x="27619" y="101150"/>
                  <a:pt x="25147" y="100856"/>
                  <a:pt x="22675" y="100268"/>
                </a:cubicBezTo>
                <a:cubicBezTo>
                  <a:pt x="20203" y="99680"/>
                  <a:pt x="17303" y="98111"/>
                  <a:pt x="13976" y="95563"/>
                </a:cubicBezTo>
                <a:cubicBezTo>
                  <a:pt x="10648" y="93015"/>
                  <a:pt x="8034" y="89731"/>
                  <a:pt x="6132" y="85713"/>
                </a:cubicBezTo>
                <a:cubicBezTo>
                  <a:pt x="2044" y="77676"/>
                  <a:pt x="0" y="66061"/>
                  <a:pt x="0" y="50869"/>
                </a:cubicBezTo>
                <a:cubicBezTo>
                  <a:pt x="0" y="33815"/>
                  <a:pt x="2710" y="20828"/>
                  <a:pt x="8129" y="11909"/>
                </a:cubicBezTo>
                <a:close/>
                <a:moveTo>
                  <a:pt x="40216" y="10144"/>
                </a:moveTo>
                <a:cubicBezTo>
                  <a:pt x="37364" y="7008"/>
                  <a:pt x="33989" y="5440"/>
                  <a:pt x="30091" y="5440"/>
                </a:cubicBezTo>
                <a:cubicBezTo>
                  <a:pt x="26098" y="5440"/>
                  <a:pt x="22675" y="7008"/>
                  <a:pt x="19823" y="10144"/>
                </a:cubicBezTo>
                <a:cubicBezTo>
                  <a:pt x="17446" y="12693"/>
                  <a:pt x="15877" y="16221"/>
                  <a:pt x="15117" y="20730"/>
                </a:cubicBezTo>
                <a:cubicBezTo>
                  <a:pt x="14356" y="25238"/>
                  <a:pt x="13976" y="34648"/>
                  <a:pt x="13976" y="48958"/>
                </a:cubicBezTo>
                <a:cubicBezTo>
                  <a:pt x="13976" y="64444"/>
                  <a:pt x="14356" y="74637"/>
                  <a:pt x="15117" y="79538"/>
                </a:cubicBezTo>
                <a:cubicBezTo>
                  <a:pt x="15877" y="84439"/>
                  <a:pt x="17589" y="88310"/>
                  <a:pt x="20251" y="91152"/>
                </a:cubicBezTo>
                <a:cubicBezTo>
                  <a:pt x="22913" y="94093"/>
                  <a:pt x="26193" y="95563"/>
                  <a:pt x="30091" y="95563"/>
                </a:cubicBezTo>
                <a:cubicBezTo>
                  <a:pt x="33894" y="95563"/>
                  <a:pt x="37126" y="94093"/>
                  <a:pt x="39788" y="91152"/>
                </a:cubicBezTo>
                <a:cubicBezTo>
                  <a:pt x="42546" y="88212"/>
                  <a:pt x="44257" y="84095"/>
                  <a:pt x="44922" y="78803"/>
                </a:cubicBezTo>
                <a:cubicBezTo>
                  <a:pt x="45588" y="73510"/>
                  <a:pt x="45968" y="63562"/>
                  <a:pt x="46063" y="48958"/>
                </a:cubicBezTo>
                <a:cubicBezTo>
                  <a:pt x="46063" y="34746"/>
                  <a:pt x="45683" y="25385"/>
                  <a:pt x="44922" y="20877"/>
                </a:cubicBezTo>
                <a:cubicBezTo>
                  <a:pt x="44162" y="16368"/>
                  <a:pt x="42593" y="12791"/>
                  <a:pt x="40216" y="101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8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7704E5-99C4-42EC-ABB7-B4C4147C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2582" y="6414978"/>
            <a:ext cx="18825" cy="46409"/>
          </a:xfrm>
          <a:custGeom xmlns:a="http://schemas.openxmlformats.org/drawingml/2006/main">
            <a:pathLst>
              <a:path w="18825" h="46409">
                <a:moveTo>
                  <a:pt x="0" y="12644"/>
                </a:moveTo>
                <a:cubicBezTo>
                  <a:pt x="0" y="12644"/>
                  <a:pt x="0" y="11419"/>
                  <a:pt x="0" y="8968"/>
                </a:cubicBezTo>
                <a:cubicBezTo>
                  <a:pt x="0" y="6518"/>
                  <a:pt x="761" y="4411"/>
                  <a:pt x="2282" y="2646"/>
                </a:cubicBezTo>
                <a:cubicBezTo>
                  <a:pt x="3803" y="882"/>
                  <a:pt x="5847" y="0"/>
                  <a:pt x="8414" y="0"/>
                </a:cubicBezTo>
                <a:cubicBezTo>
                  <a:pt x="11076" y="0"/>
                  <a:pt x="13453" y="1225"/>
                  <a:pt x="15545" y="3676"/>
                </a:cubicBezTo>
                <a:cubicBezTo>
                  <a:pt x="17636" y="6126"/>
                  <a:pt x="18730" y="10438"/>
                  <a:pt x="18825" y="16613"/>
                </a:cubicBezTo>
                <a:cubicBezTo>
                  <a:pt x="18825" y="20044"/>
                  <a:pt x="18397" y="23376"/>
                  <a:pt x="17541" y="26611"/>
                </a:cubicBezTo>
                <a:cubicBezTo>
                  <a:pt x="16685" y="29845"/>
                  <a:pt x="15687" y="32638"/>
                  <a:pt x="14546" y="34991"/>
                </a:cubicBezTo>
                <a:cubicBezTo>
                  <a:pt x="13405" y="37343"/>
                  <a:pt x="12169" y="39352"/>
                  <a:pt x="10838" y="41019"/>
                </a:cubicBezTo>
                <a:cubicBezTo>
                  <a:pt x="9507" y="42685"/>
                  <a:pt x="8367" y="44008"/>
                  <a:pt x="7416" y="44988"/>
                </a:cubicBezTo>
                <a:cubicBezTo>
                  <a:pt x="6465" y="45968"/>
                  <a:pt x="5847" y="46409"/>
                  <a:pt x="5562" y="46311"/>
                </a:cubicBezTo>
                <a:cubicBezTo>
                  <a:pt x="5182" y="46311"/>
                  <a:pt x="4564" y="45870"/>
                  <a:pt x="3708" y="44988"/>
                </a:cubicBezTo>
                <a:cubicBezTo>
                  <a:pt x="2852" y="44106"/>
                  <a:pt x="2424" y="43469"/>
                  <a:pt x="2424" y="43077"/>
                </a:cubicBezTo>
                <a:cubicBezTo>
                  <a:pt x="2424" y="42685"/>
                  <a:pt x="2947" y="41901"/>
                  <a:pt x="3993" y="40725"/>
                </a:cubicBezTo>
                <a:cubicBezTo>
                  <a:pt x="5039" y="39548"/>
                  <a:pt x="6227" y="38078"/>
                  <a:pt x="7558" y="36314"/>
                </a:cubicBezTo>
                <a:cubicBezTo>
                  <a:pt x="8889" y="34550"/>
                  <a:pt x="10125" y="32099"/>
                  <a:pt x="11266" y="28963"/>
                </a:cubicBezTo>
                <a:cubicBezTo>
                  <a:pt x="12407" y="25827"/>
                  <a:pt x="13168" y="22249"/>
                  <a:pt x="13548" y="18230"/>
                </a:cubicBezTo>
                <a:lnTo>
                  <a:pt x="13548" y="16466"/>
                </a:lnTo>
                <a:lnTo>
                  <a:pt x="13405" y="16613"/>
                </a:lnTo>
                <a:cubicBezTo>
                  <a:pt x="13215" y="16711"/>
                  <a:pt x="12978" y="16809"/>
                  <a:pt x="12692" y="16907"/>
                </a:cubicBezTo>
                <a:cubicBezTo>
                  <a:pt x="12407" y="17005"/>
                  <a:pt x="12122" y="17152"/>
                  <a:pt x="11837" y="17348"/>
                </a:cubicBezTo>
                <a:cubicBezTo>
                  <a:pt x="11551" y="17544"/>
                  <a:pt x="11124" y="17642"/>
                  <a:pt x="10553" y="17642"/>
                </a:cubicBezTo>
                <a:cubicBezTo>
                  <a:pt x="9983" y="17642"/>
                  <a:pt x="9412" y="17691"/>
                  <a:pt x="8842" y="17789"/>
                </a:cubicBezTo>
                <a:cubicBezTo>
                  <a:pt x="6275" y="17789"/>
                  <a:pt x="4183" y="16956"/>
                  <a:pt x="2567" y="15290"/>
                </a:cubicBezTo>
                <a:lnTo>
                  <a:pt x="0" y="126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2D0AFE-C4D0-45F0-B0BD-FF9A794C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2582" y="6414978"/>
            <a:ext cx="18825" cy="46409"/>
          </a:xfrm>
          <a:custGeom xmlns:a="http://schemas.openxmlformats.org/drawingml/2006/main">
            <a:pathLst>
              <a:path w="18825" h="46409" fill="none">
                <a:moveTo>
                  <a:pt x="0" y="12644"/>
                </a:moveTo>
                <a:cubicBezTo>
                  <a:pt x="0" y="12644"/>
                  <a:pt x="0" y="11419"/>
                  <a:pt x="0" y="8968"/>
                </a:cubicBezTo>
                <a:cubicBezTo>
                  <a:pt x="0" y="6518"/>
                  <a:pt x="761" y="4411"/>
                  <a:pt x="2282" y="2646"/>
                </a:cubicBezTo>
                <a:cubicBezTo>
                  <a:pt x="3803" y="882"/>
                  <a:pt x="5847" y="0"/>
                  <a:pt x="8414" y="0"/>
                </a:cubicBezTo>
                <a:cubicBezTo>
                  <a:pt x="11076" y="0"/>
                  <a:pt x="13453" y="1225"/>
                  <a:pt x="15545" y="3676"/>
                </a:cubicBezTo>
                <a:cubicBezTo>
                  <a:pt x="17636" y="6126"/>
                  <a:pt x="18730" y="10438"/>
                  <a:pt x="18825" y="16613"/>
                </a:cubicBezTo>
                <a:cubicBezTo>
                  <a:pt x="18825" y="20044"/>
                  <a:pt x="18397" y="23376"/>
                  <a:pt x="17541" y="26611"/>
                </a:cubicBezTo>
                <a:cubicBezTo>
                  <a:pt x="16685" y="29845"/>
                  <a:pt x="15687" y="32638"/>
                  <a:pt x="14546" y="34991"/>
                </a:cubicBezTo>
                <a:cubicBezTo>
                  <a:pt x="13405" y="37343"/>
                  <a:pt x="12169" y="39352"/>
                  <a:pt x="10838" y="41019"/>
                </a:cubicBezTo>
                <a:cubicBezTo>
                  <a:pt x="9507" y="42685"/>
                  <a:pt x="8367" y="44008"/>
                  <a:pt x="7416" y="44988"/>
                </a:cubicBezTo>
                <a:cubicBezTo>
                  <a:pt x="6465" y="45968"/>
                  <a:pt x="5847" y="46409"/>
                  <a:pt x="5562" y="46311"/>
                </a:cubicBezTo>
                <a:cubicBezTo>
                  <a:pt x="5182" y="46311"/>
                  <a:pt x="4564" y="45870"/>
                  <a:pt x="3708" y="44988"/>
                </a:cubicBezTo>
                <a:cubicBezTo>
                  <a:pt x="2852" y="44106"/>
                  <a:pt x="2424" y="43469"/>
                  <a:pt x="2424" y="43077"/>
                </a:cubicBezTo>
                <a:cubicBezTo>
                  <a:pt x="2424" y="42685"/>
                  <a:pt x="2947" y="41901"/>
                  <a:pt x="3993" y="40725"/>
                </a:cubicBezTo>
                <a:cubicBezTo>
                  <a:pt x="5039" y="39548"/>
                  <a:pt x="6227" y="38078"/>
                  <a:pt x="7558" y="36314"/>
                </a:cubicBezTo>
                <a:cubicBezTo>
                  <a:pt x="8889" y="34550"/>
                  <a:pt x="10125" y="32099"/>
                  <a:pt x="11266" y="28963"/>
                </a:cubicBezTo>
                <a:cubicBezTo>
                  <a:pt x="12407" y="25827"/>
                  <a:pt x="13168" y="22249"/>
                  <a:pt x="13548" y="18230"/>
                </a:cubicBezTo>
                <a:lnTo>
                  <a:pt x="13548" y="16466"/>
                </a:lnTo>
                <a:lnTo>
                  <a:pt x="13405" y="16613"/>
                </a:lnTo>
                <a:cubicBezTo>
                  <a:pt x="13215" y="16711"/>
                  <a:pt x="12978" y="16809"/>
                  <a:pt x="12692" y="16907"/>
                </a:cubicBezTo>
                <a:cubicBezTo>
                  <a:pt x="12407" y="17005"/>
                  <a:pt x="12122" y="17152"/>
                  <a:pt x="11837" y="17348"/>
                </a:cubicBezTo>
                <a:cubicBezTo>
                  <a:pt x="11551" y="17544"/>
                  <a:pt x="11124" y="17642"/>
                  <a:pt x="10553" y="17642"/>
                </a:cubicBezTo>
                <a:cubicBezTo>
                  <a:pt x="9983" y="17642"/>
                  <a:pt x="9412" y="17691"/>
                  <a:pt x="8842" y="17789"/>
                </a:cubicBezTo>
                <a:cubicBezTo>
                  <a:pt x="6275" y="17789"/>
                  <a:pt x="4183" y="16956"/>
                  <a:pt x="2567" y="15290"/>
                </a:cubicBezTo>
                <a:lnTo>
                  <a:pt x="0" y="126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8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6AD656-09FD-4361-8736-1BF99C87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235" y="6334852"/>
            <a:ext cx="56902" cy="97915"/>
          </a:xfrm>
          <a:custGeom xmlns:a="http://schemas.openxmlformats.org/drawingml/2006/main">
            <a:pathLst>
              <a:path w="56902" h="97915">
                <a:moveTo>
                  <a:pt x="8414" y="34844"/>
                </a:moveTo>
                <a:cubicBezTo>
                  <a:pt x="5847" y="34844"/>
                  <a:pt x="3803" y="33962"/>
                  <a:pt x="2282" y="32197"/>
                </a:cubicBezTo>
                <a:cubicBezTo>
                  <a:pt x="761" y="30433"/>
                  <a:pt x="0" y="28277"/>
                  <a:pt x="0" y="25729"/>
                </a:cubicBezTo>
                <a:cubicBezTo>
                  <a:pt x="0" y="18770"/>
                  <a:pt x="2519" y="12742"/>
                  <a:pt x="7558" y="7645"/>
                </a:cubicBezTo>
                <a:cubicBezTo>
                  <a:pt x="12597" y="2548"/>
                  <a:pt x="18872" y="0"/>
                  <a:pt x="26383" y="0"/>
                </a:cubicBezTo>
                <a:cubicBezTo>
                  <a:pt x="35035" y="0"/>
                  <a:pt x="42260" y="2744"/>
                  <a:pt x="48060" y="8233"/>
                </a:cubicBezTo>
                <a:cubicBezTo>
                  <a:pt x="53859" y="13722"/>
                  <a:pt x="56807" y="20828"/>
                  <a:pt x="56902" y="29551"/>
                </a:cubicBezTo>
                <a:cubicBezTo>
                  <a:pt x="56902" y="33766"/>
                  <a:pt x="55951" y="37784"/>
                  <a:pt x="54050" y="41607"/>
                </a:cubicBezTo>
                <a:cubicBezTo>
                  <a:pt x="52148" y="45429"/>
                  <a:pt x="49866" y="48762"/>
                  <a:pt x="47204" y="51604"/>
                </a:cubicBezTo>
                <a:cubicBezTo>
                  <a:pt x="44542" y="54446"/>
                  <a:pt x="40739" y="58073"/>
                  <a:pt x="35795" y="62484"/>
                </a:cubicBezTo>
                <a:cubicBezTo>
                  <a:pt x="32373" y="65522"/>
                  <a:pt x="27619" y="70031"/>
                  <a:pt x="21534" y="76009"/>
                </a:cubicBezTo>
                <a:lnTo>
                  <a:pt x="13120" y="84242"/>
                </a:lnTo>
                <a:lnTo>
                  <a:pt x="23959" y="84389"/>
                </a:lnTo>
                <a:cubicBezTo>
                  <a:pt x="38885" y="84389"/>
                  <a:pt x="46824" y="84144"/>
                  <a:pt x="47775" y="83654"/>
                </a:cubicBezTo>
                <a:cubicBezTo>
                  <a:pt x="48440" y="83458"/>
                  <a:pt x="49581" y="79097"/>
                  <a:pt x="51197" y="70570"/>
                </a:cubicBezTo>
                <a:lnTo>
                  <a:pt x="51197" y="70129"/>
                </a:lnTo>
                <a:lnTo>
                  <a:pt x="56902" y="70129"/>
                </a:lnTo>
                <a:lnTo>
                  <a:pt x="56902" y="70570"/>
                </a:lnTo>
                <a:cubicBezTo>
                  <a:pt x="56807" y="70864"/>
                  <a:pt x="56189" y="75323"/>
                  <a:pt x="55048" y="83948"/>
                </a:cubicBezTo>
                <a:cubicBezTo>
                  <a:pt x="53907" y="92574"/>
                  <a:pt x="53194" y="97082"/>
                  <a:pt x="52909" y="97474"/>
                </a:cubicBezTo>
                <a:lnTo>
                  <a:pt x="52909" y="97915"/>
                </a:lnTo>
                <a:lnTo>
                  <a:pt x="0" y="97915"/>
                </a:lnTo>
                <a:lnTo>
                  <a:pt x="0" y="95122"/>
                </a:lnTo>
                <a:lnTo>
                  <a:pt x="0" y="93358"/>
                </a:lnTo>
                <a:cubicBezTo>
                  <a:pt x="0" y="92672"/>
                  <a:pt x="285" y="91937"/>
                  <a:pt x="856" y="91152"/>
                </a:cubicBezTo>
                <a:cubicBezTo>
                  <a:pt x="1426" y="90368"/>
                  <a:pt x="2852" y="88653"/>
                  <a:pt x="5134" y="86007"/>
                </a:cubicBezTo>
                <a:cubicBezTo>
                  <a:pt x="7891" y="82870"/>
                  <a:pt x="10268" y="80126"/>
                  <a:pt x="12265" y="77774"/>
                </a:cubicBezTo>
                <a:cubicBezTo>
                  <a:pt x="13120" y="76793"/>
                  <a:pt x="14736" y="74980"/>
                  <a:pt x="17113" y="72334"/>
                </a:cubicBezTo>
                <a:cubicBezTo>
                  <a:pt x="19490" y="69687"/>
                  <a:pt x="21106" y="67874"/>
                  <a:pt x="21962" y="66894"/>
                </a:cubicBezTo>
                <a:cubicBezTo>
                  <a:pt x="22818" y="65914"/>
                  <a:pt x="24196" y="64297"/>
                  <a:pt x="26098" y="62042"/>
                </a:cubicBezTo>
                <a:cubicBezTo>
                  <a:pt x="27999" y="59788"/>
                  <a:pt x="29330" y="58122"/>
                  <a:pt x="30091" y="57044"/>
                </a:cubicBezTo>
                <a:cubicBezTo>
                  <a:pt x="30851" y="55966"/>
                  <a:pt x="31945" y="54495"/>
                  <a:pt x="33371" y="52633"/>
                </a:cubicBezTo>
                <a:cubicBezTo>
                  <a:pt x="34797" y="50771"/>
                  <a:pt x="35795" y="49203"/>
                  <a:pt x="36366" y="47929"/>
                </a:cubicBezTo>
                <a:cubicBezTo>
                  <a:pt x="36936" y="46654"/>
                  <a:pt x="37649" y="45233"/>
                  <a:pt x="38505" y="43665"/>
                </a:cubicBezTo>
                <a:cubicBezTo>
                  <a:pt x="39361" y="42097"/>
                  <a:pt x="39979" y="40529"/>
                  <a:pt x="40359" y="38960"/>
                </a:cubicBezTo>
                <a:cubicBezTo>
                  <a:pt x="40739" y="37392"/>
                  <a:pt x="41072" y="35922"/>
                  <a:pt x="41357" y="34550"/>
                </a:cubicBezTo>
                <a:cubicBezTo>
                  <a:pt x="41642" y="33178"/>
                  <a:pt x="41785" y="31560"/>
                  <a:pt x="41785" y="29698"/>
                </a:cubicBezTo>
                <a:cubicBezTo>
                  <a:pt x="41785" y="23523"/>
                  <a:pt x="40169" y="18181"/>
                  <a:pt x="36936" y="13673"/>
                </a:cubicBezTo>
                <a:cubicBezTo>
                  <a:pt x="33704" y="9164"/>
                  <a:pt x="29093" y="6910"/>
                  <a:pt x="23103" y="6910"/>
                </a:cubicBezTo>
                <a:cubicBezTo>
                  <a:pt x="19966" y="6910"/>
                  <a:pt x="17208" y="7743"/>
                  <a:pt x="14832" y="9409"/>
                </a:cubicBezTo>
                <a:cubicBezTo>
                  <a:pt x="12455" y="11076"/>
                  <a:pt x="10791" y="12693"/>
                  <a:pt x="9840" y="14261"/>
                </a:cubicBezTo>
                <a:cubicBezTo>
                  <a:pt x="8889" y="15829"/>
                  <a:pt x="8414" y="16760"/>
                  <a:pt x="8414" y="17054"/>
                </a:cubicBezTo>
                <a:cubicBezTo>
                  <a:pt x="8414" y="17152"/>
                  <a:pt x="8652" y="17201"/>
                  <a:pt x="9127" y="17201"/>
                </a:cubicBezTo>
                <a:cubicBezTo>
                  <a:pt x="10838" y="17201"/>
                  <a:pt x="12597" y="17887"/>
                  <a:pt x="14404" y="19260"/>
                </a:cubicBezTo>
                <a:cubicBezTo>
                  <a:pt x="16210" y="20632"/>
                  <a:pt x="17113" y="22886"/>
                  <a:pt x="17113" y="26023"/>
                </a:cubicBezTo>
                <a:cubicBezTo>
                  <a:pt x="17113" y="28473"/>
                  <a:pt x="16353" y="30531"/>
                  <a:pt x="14832" y="32197"/>
                </a:cubicBezTo>
                <a:cubicBezTo>
                  <a:pt x="13310" y="33864"/>
                  <a:pt x="11171" y="34746"/>
                  <a:pt x="8414" y="348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01528F-F4E9-49CC-B1EA-705CD8C7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235" y="6334852"/>
            <a:ext cx="56902" cy="97915"/>
          </a:xfrm>
          <a:custGeom xmlns:a="http://schemas.openxmlformats.org/drawingml/2006/main">
            <a:pathLst>
              <a:path w="56902" h="97915" fill="none">
                <a:moveTo>
                  <a:pt x="8414" y="34844"/>
                </a:moveTo>
                <a:cubicBezTo>
                  <a:pt x="5847" y="34844"/>
                  <a:pt x="3803" y="33962"/>
                  <a:pt x="2282" y="32197"/>
                </a:cubicBezTo>
                <a:cubicBezTo>
                  <a:pt x="761" y="30433"/>
                  <a:pt x="0" y="28277"/>
                  <a:pt x="0" y="25729"/>
                </a:cubicBezTo>
                <a:cubicBezTo>
                  <a:pt x="0" y="18770"/>
                  <a:pt x="2519" y="12742"/>
                  <a:pt x="7558" y="7645"/>
                </a:cubicBezTo>
                <a:cubicBezTo>
                  <a:pt x="12597" y="2548"/>
                  <a:pt x="18872" y="0"/>
                  <a:pt x="26383" y="0"/>
                </a:cubicBezTo>
                <a:cubicBezTo>
                  <a:pt x="35035" y="0"/>
                  <a:pt x="42260" y="2744"/>
                  <a:pt x="48060" y="8233"/>
                </a:cubicBezTo>
                <a:cubicBezTo>
                  <a:pt x="53859" y="13722"/>
                  <a:pt x="56807" y="20828"/>
                  <a:pt x="56902" y="29551"/>
                </a:cubicBezTo>
                <a:cubicBezTo>
                  <a:pt x="56902" y="33766"/>
                  <a:pt x="55951" y="37784"/>
                  <a:pt x="54050" y="41607"/>
                </a:cubicBezTo>
                <a:cubicBezTo>
                  <a:pt x="52148" y="45429"/>
                  <a:pt x="49866" y="48762"/>
                  <a:pt x="47204" y="51604"/>
                </a:cubicBezTo>
                <a:cubicBezTo>
                  <a:pt x="44542" y="54446"/>
                  <a:pt x="40739" y="58073"/>
                  <a:pt x="35795" y="62484"/>
                </a:cubicBezTo>
                <a:cubicBezTo>
                  <a:pt x="32373" y="65522"/>
                  <a:pt x="27619" y="70031"/>
                  <a:pt x="21534" y="76009"/>
                </a:cubicBezTo>
                <a:lnTo>
                  <a:pt x="13120" y="84242"/>
                </a:lnTo>
                <a:lnTo>
                  <a:pt x="23959" y="84389"/>
                </a:lnTo>
                <a:cubicBezTo>
                  <a:pt x="38885" y="84389"/>
                  <a:pt x="46824" y="84144"/>
                  <a:pt x="47775" y="83654"/>
                </a:cubicBezTo>
                <a:cubicBezTo>
                  <a:pt x="48440" y="83458"/>
                  <a:pt x="49581" y="79097"/>
                  <a:pt x="51197" y="70570"/>
                </a:cubicBezTo>
                <a:lnTo>
                  <a:pt x="51197" y="70129"/>
                </a:lnTo>
                <a:lnTo>
                  <a:pt x="56902" y="70129"/>
                </a:lnTo>
                <a:lnTo>
                  <a:pt x="56902" y="70570"/>
                </a:lnTo>
                <a:cubicBezTo>
                  <a:pt x="56807" y="70864"/>
                  <a:pt x="56189" y="75323"/>
                  <a:pt x="55048" y="83948"/>
                </a:cubicBezTo>
                <a:cubicBezTo>
                  <a:pt x="53907" y="92574"/>
                  <a:pt x="53194" y="97082"/>
                  <a:pt x="52909" y="97474"/>
                </a:cubicBezTo>
                <a:lnTo>
                  <a:pt x="52909" y="97915"/>
                </a:lnTo>
                <a:lnTo>
                  <a:pt x="0" y="97915"/>
                </a:lnTo>
                <a:lnTo>
                  <a:pt x="0" y="95122"/>
                </a:lnTo>
                <a:lnTo>
                  <a:pt x="0" y="93358"/>
                </a:lnTo>
                <a:cubicBezTo>
                  <a:pt x="0" y="92672"/>
                  <a:pt x="285" y="91937"/>
                  <a:pt x="856" y="91152"/>
                </a:cubicBezTo>
                <a:cubicBezTo>
                  <a:pt x="1426" y="90368"/>
                  <a:pt x="2852" y="88653"/>
                  <a:pt x="5134" y="86007"/>
                </a:cubicBezTo>
                <a:cubicBezTo>
                  <a:pt x="7891" y="82870"/>
                  <a:pt x="10268" y="80126"/>
                  <a:pt x="12265" y="77774"/>
                </a:cubicBezTo>
                <a:cubicBezTo>
                  <a:pt x="13120" y="76793"/>
                  <a:pt x="14736" y="74980"/>
                  <a:pt x="17113" y="72334"/>
                </a:cubicBezTo>
                <a:cubicBezTo>
                  <a:pt x="19490" y="69687"/>
                  <a:pt x="21106" y="67874"/>
                  <a:pt x="21962" y="66894"/>
                </a:cubicBezTo>
                <a:cubicBezTo>
                  <a:pt x="22818" y="65914"/>
                  <a:pt x="24196" y="64297"/>
                  <a:pt x="26098" y="62042"/>
                </a:cubicBezTo>
                <a:cubicBezTo>
                  <a:pt x="27999" y="59788"/>
                  <a:pt x="29330" y="58122"/>
                  <a:pt x="30091" y="57044"/>
                </a:cubicBezTo>
                <a:cubicBezTo>
                  <a:pt x="30851" y="55966"/>
                  <a:pt x="31945" y="54495"/>
                  <a:pt x="33371" y="52633"/>
                </a:cubicBezTo>
                <a:cubicBezTo>
                  <a:pt x="34797" y="50771"/>
                  <a:pt x="35795" y="49203"/>
                  <a:pt x="36366" y="47929"/>
                </a:cubicBezTo>
                <a:cubicBezTo>
                  <a:pt x="36936" y="46654"/>
                  <a:pt x="37649" y="45233"/>
                  <a:pt x="38505" y="43665"/>
                </a:cubicBezTo>
                <a:cubicBezTo>
                  <a:pt x="39361" y="42097"/>
                  <a:pt x="39979" y="40529"/>
                  <a:pt x="40359" y="38960"/>
                </a:cubicBezTo>
                <a:cubicBezTo>
                  <a:pt x="40739" y="37392"/>
                  <a:pt x="41072" y="35922"/>
                  <a:pt x="41357" y="34550"/>
                </a:cubicBezTo>
                <a:cubicBezTo>
                  <a:pt x="41642" y="33178"/>
                  <a:pt x="41785" y="31560"/>
                  <a:pt x="41785" y="29698"/>
                </a:cubicBezTo>
                <a:cubicBezTo>
                  <a:pt x="41785" y="23523"/>
                  <a:pt x="40169" y="18181"/>
                  <a:pt x="36936" y="13673"/>
                </a:cubicBezTo>
                <a:cubicBezTo>
                  <a:pt x="33704" y="9164"/>
                  <a:pt x="29093" y="6910"/>
                  <a:pt x="23103" y="6910"/>
                </a:cubicBezTo>
                <a:cubicBezTo>
                  <a:pt x="19966" y="6910"/>
                  <a:pt x="17208" y="7743"/>
                  <a:pt x="14832" y="9409"/>
                </a:cubicBezTo>
                <a:cubicBezTo>
                  <a:pt x="12455" y="11076"/>
                  <a:pt x="10791" y="12693"/>
                  <a:pt x="9840" y="14261"/>
                </a:cubicBezTo>
                <a:cubicBezTo>
                  <a:pt x="8889" y="15829"/>
                  <a:pt x="8414" y="16760"/>
                  <a:pt x="8414" y="17054"/>
                </a:cubicBezTo>
                <a:cubicBezTo>
                  <a:pt x="8414" y="17152"/>
                  <a:pt x="8652" y="17201"/>
                  <a:pt x="9127" y="17201"/>
                </a:cubicBezTo>
                <a:cubicBezTo>
                  <a:pt x="10838" y="17201"/>
                  <a:pt x="12597" y="17887"/>
                  <a:pt x="14404" y="19260"/>
                </a:cubicBezTo>
                <a:cubicBezTo>
                  <a:pt x="16210" y="20632"/>
                  <a:pt x="17113" y="22886"/>
                  <a:pt x="17113" y="26023"/>
                </a:cubicBezTo>
                <a:cubicBezTo>
                  <a:pt x="17113" y="28473"/>
                  <a:pt x="16353" y="30531"/>
                  <a:pt x="14832" y="32197"/>
                </a:cubicBezTo>
                <a:cubicBezTo>
                  <a:pt x="13310" y="33864"/>
                  <a:pt x="11171" y="34746"/>
                  <a:pt x="8414" y="348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8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2E5D6F-C3A8-4179-94E5-D8A92653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510" y="6245717"/>
            <a:ext cx="8069" cy="207741"/>
          </a:xfrm>
          <a:custGeom xmlns:a="http://schemas.openxmlformats.org/drawingml/2006/main">
            <a:pathLst>
              <a:path w="8069" h="207741">
                <a:moveTo>
                  <a:pt x="4034" y="207741"/>
                </a:moveTo>
                <a:lnTo>
                  <a:pt x="3631" y="207741"/>
                </a:lnTo>
                <a:cubicBezTo>
                  <a:pt x="2017" y="207741"/>
                  <a:pt x="807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46" y="901"/>
                  <a:pt x="2824" y="0"/>
                  <a:pt x="4034" y="0"/>
                </a:cubicBezTo>
                <a:cubicBezTo>
                  <a:pt x="5782" y="0"/>
                  <a:pt x="7127" y="1040"/>
                  <a:pt x="8069" y="3119"/>
                </a:cubicBezTo>
                <a:lnTo>
                  <a:pt x="8069" y="204830"/>
                </a:lnTo>
                <a:cubicBezTo>
                  <a:pt x="6993" y="206771"/>
                  <a:pt x="5782" y="207741"/>
                  <a:pt x="4438" y="207741"/>
                </a:cubicBezTo>
                <a:lnTo>
                  <a:pt x="4034" y="2077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EC2EBC-1E54-493C-98BE-7A5F2FDF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510" y="6245717"/>
            <a:ext cx="8069" cy="207741"/>
          </a:xfrm>
          <a:custGeom xmlns:a="http://schemas.openxmlformats.org/drawingml/2006/main">
            <a:pathLst>
              <a:path w="8069" h="207741" fill="none">
                <a:moveTo>
                  <a:pt x="4034" y="207741"/>
                </a:moveTo>
                <a:lnTo>
                  <a:pt x="3631" y="207741"/>
                </a:lnTo>
                <a:cubicBezTo>
                  <a:pt x="2017" y="207741"/>
                  <a:pt x="807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46" y="901"/>
                  <a:pt x="2824" y="0"/>
                  <a:pt x="4034" y="0"/>
                </a:cubicBezTo>
                <a:cubicBezTo>
                  <a:pt x="5782" y="0"/>
                  <a:pt x="7127" y="1040"/>
                  <a:pt x="8069" y="3119"/>
                </a:cubicBezTo>
                <a:lnTo>
                  <a:pt x="8069" y="204830"/>
                </a:lnTo>
                <a:cubicBezTo>
                  <a:pt x="6993" y="206771"/>
                  <a:pt x="5782" y="207741"/>
                  <a:pt x="4438" y="207741"/>
                </a:cubicBezTo>
                <a:lnTo>
                  <a:pt x="4034" y="2077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8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348926-C9B5-4204-A44B-EF75C9F3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586" y="6245717"/>
            <a:ext cx="8069" cy="207741"/>
          </a:xfrm>
          <a:custGeom xmlns:a="http://schemas.openxmlformats.org/drawingml/2006/main">
            <a:pathLst>
              <a:path w="8069" h="207741">
                <a:moveTo>
                  <a:pt x="4034" y="207741"/>
                </a:moveTo>
                <a:lnTo>
                  <a:pt x="3631" y="207741"/>
                </a:lnTo>
                <a:cubicBezTo>
                  <a:pt x="2017" y="207741"/>
                  <a:pt x="807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46" y="901"/>
                  <a:pt x="2824" y="0"/>
                  <a:pt x="4034" y="0"/>
                </a:cubicBezTo>
                <a:cubicBezTo>
                  <a:pt x="5782" y="0"/>
                  <a:pt x="7127" y="1040"/>
                  <a:pt x="8069" y="3119"/>
                </a:cubicBezTo>
                <a:lnTo>
                  <a:pt x="8069" y="204830"/>
                </a:lnTo>
                <a:cubicBezTo>
                  <a:pt x="6993" y="206771"/>
                  <a:pt x="5782" y="207741"/>
                  <a:pt x="4438" y="207741"/>
                </a:cubicBezTo>
                <a:lnTo>
                  <a:pt x="4034" y="2077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E1E59B-8CC8-4E13-B329-2909C25D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586" y="6245717"/>
            <a:ext cx="8069" cy="207741"/>
          </a:xfrm>
          <a:custGeom xmlns:a="http://schemas.openxmlformats.org/drawingml/2006/main">
            <a:pathLst>
              <a:path w="8069" h="207741" fill="none">
                <a:moveTo>
                  <a:pt x="4034" y="207741"/>
                </a:moveTo>
                <a:lnTo>
                  <a:pt x="3631" y="207741"/>
                </a:lnTo>
                <a:cubicBezTo>
                  <a:pt x="2017" y="207741"/>
                  <a:pt x="807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46" y="901"/>
                  <a:pt x="2824" y="0"/>
                  <a:pt x="4034" y="0"/>
                </a:cubicBezTo>
                <a:cubicBezTo>
                  <a:pt x="5782" y="0"/>
                  <a:pt x="7127" y="1040"/>
                  <a:pt x="8069" y="3119"/>
                </a:cubicBezTo>
                <a:lnTo>
                  <a:pt x="8069" y="204830"/>
                </a:lnTo>
                <a:cubicBezTo>
                  <a:pt x="6993" y="206771"/>
                  <a:pt x="5782" y="207741"/>
                  <a:pt x="4438" y="207741"/>
                </a:cubicBezTo>
                <a:lnTo>
                  <a:pt x="4034" y="2077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8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7C2615-DDB0-4C99-9523-35059BDF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761" y="6259546"/>
            <a:ext cx="142611" cy="146604"/>
          </a:xfrm>
          <a:custGeom xmlns:a="http://schemas.openxmlformats.org/drawingml/2006/main">
            <a:pathLst>
              <a:path w="142611" h="146604">
                <a:moveTo>
                  <a:pt x="9480" y="9566"/>
                </a:moveTo>
                <a:cubicBezTo>
                  <a:pt x="4908" y="9566"/>
                  <a:pt x="2488" y="9288"/>
                  <a:pt x="2219" y="8734"/>
                </a:cubicBezTo>
                <a:cubicBezTo>
                  <a:pt x="2084" y="8457"/>
                  <a:pt x="2017" y="7902"/>
                  <a:pt x="2017" y="7070"/>
                </a:cubicBezTo>
                <a:cubicBezTo>
                  <a:pt x="2017" y="3743"/>
                  <a:pt x="2757" y="1456"/>
                  <a:pt x="4236" y="208"/>
                </a:cubicBezTo>
                <a:cubicBezTo>
                  <a:pt x="4505" y="69"/>
                  <a:pt x="5648" y="0"/>
                  <a:pt x="7665" y="0"/>
                </a:cubicBezTo>
                <a:cubicBezTo>
                  <a:pt x="13179" y="277"/>
                  <a:pt x="22323" y="416"/>
                  <a:pt x="35098" y="416"/>
                </a:cubicBezTo>
                <a:cubicBezTo>
                  <a:pt x="39670" y="416"/>
                  <a:pt x="43906" y="416"/>
                  <a:pt x="47806" y="416"/>
                </a:cubicBezTo>
                <a:cubicBezTo>
                  <a:pt x="51706" y="416"/>
                  <a:pt x="54731" y="347"/>
                  <a:pt x="56883" y="208"/>
                </a:cubicBezTo>
                <a:cubicBezTo>
                  <a:pt x="59035" y="69"/>
                  <a:pt x="60379" y="69"/>
                  <a:pt x="60917" y="208"/>
                </a:cubicBezTo>
                <a:cubicBezTo>
                  <a:pt x="63069" y="208"/>
                  <a:pt x="64145" y="901"/>
                  <a:pt x="64145" y="2287"/>
                </a:cubicBezTo>
                <a:cubicBezTo>
                  <a:pt x="64145" y="2565"/>
                  <a:pt x="64010" y="3535"/>
                  <a:pt x="63741" y="5199"/>
                </a:cubicBezTo>
                <a:cubicBezTo>
                  <a:pt x="63069" y="7555"/>
                  <a:pt x="62396" y="8942"/>
                  <a:pt x="61724" y="9358"/>
                </a:cubicBezTo>
                <a:lnTo>
                  <a:pt x="61321" y="9358"/>
                </a:lnTo>
                <a:cubicBezTo>
                  <a:pt x="61052" y="9358"/>
                  <a:pt x="60716" y="9358"/>
                  <a:pt x="60312" y="9358"/>
                </a:cubicBezTo>
                <a:cubicBezTo>
                  <a:pt x="59909" y="9358"/>
                  <a:pt x="59438" y="9358"/>
                  <a:pt x="58900" y="9358"/>
                </a:cubicBezTo>
                <a:cubicBezTo>
                  <a:pt x="58362" y="9358"/>
                  <a:pt x="57757" y="9427"/>
                  <a:pt x="57085" y="9566"/>
                </a:cubicBezTo>
                <a:cubicBezTo>
                  <a:pt x="56412" y="9704"/>
                  <a:pt x="55807" y="9704"/>
                  <a:pt x="55269" y="9566"/>
                </a:cubicBezTo>
                <a:cubicBezTo>
                  <a:pt x="50025" y="9704"/>
                  <a:pt x="46663" y="9912"/>
                  <a:pt x="45184" y="10190"/>
                </a:cubicBezTo>
                <a:cubicBezTo>
                  <a:pt x="43704" y="10467"/>
                  <a:pt x="42494" y="11229"/>
                  <a:pt x="41553" y="12477"/>
                </a:cubicBezTo>
                <a:cubicBezTo>
                  <a:pt x="41418" y="12754"/>
                  <a:pt x="39536" y="20032"/>
                  <a:pt x="35905" y="34312"/>
                </a:cubicBezTo>
                <a:cubicBezTo>
                  <a:pt x="32274" y="48591"/>
                  <a:pt x="28643" y="63563"/>
                  <a:pt x="25012" y="79229"/>
                </a:cubicBezTo>
                <a:cubicBezTo>
                  <a:pt x="21382" y="94894"/>
                  <a:pt x="19364" y="104113"/>
                  <a:pt x="18961" y="106886"/>
                </a:cubicBezTo>
                <a:cubicBezTo>
                  <a:pt x="18692" y="108827"/>
                  <a:pt x="18558" y="110837"/>
                  <a:pt x="18558" y="112916"/>
                </a:cubicBezTo>
                <a:cubicBezTo>
                  <a:pt x="18558" y="120403"/>
                  <a:pt x="20642" y="126294"/>
                  <a:pt x="24811" y="130592"/>
                </a:cubicBezTo>
                <a:cubicBezTo>
                  <a:pt x="28979" y="134890"/>
                  <a:pt x="34762" y="137038"/>
                  <a:pt x="42158" y="137038"/>
                </a:cubicBezTo>
                <a:cubicBezTo>
                  <a:pt x="51168" y="137038"/>
                  <a:pt x="60178" y="133919"/>
                  <a:pt x="69187" y="127681"/>
                </a:cubicBezTo>
                <a:cubicBezTo>
                  <a:pt x="78197" y="121442"/>
                  <a:pt x="84787" y="112015"/>
                  <a:pt x="88955" y="99400"/>
                </a:cubicBezTo>
                <a:lnTo>
                  <a:pt x="99243" y="57602"/>
                </a:lnTo>
                <a:cubicBezTo>
                  <a:pt x="105563" y="30984"/>
                  <a:pt x="108723" y="17121"/>
                  <a:pt x="108723" y="16012"/>
                </a:cubicBezTo>
                <a:cubicBezTo>
                  <a:pt x="108723" y="12269"/>
                  <a:pt x="104420" y="10120"/>
                  <a:pt x="95814" y="9566"/>
                </a:cubicBezTo>
                <a:cubicBezTo>
                  <a:pt x="92586" y="9566"/>
                  <a:pt x="90972" y="8803"/>
                  <a:pt x="90972" y="7278"/>
                </a:cubicBezTo>
                <a:cubicBezTo>
                  <a:pt x="90972" y="7001"/>
                  <a:pt x="91107" y="6169"/>
                  <a:pt x="91376" y="4783"/>
                </a:cubicBezTo>
                <a:cubicBezTo>
                  <a:pt x="91914" y="2565"/>
                  <a:pt x="92317" y="1248"/>
                  <a:pt x="92586" y="832"/>
                </a:cubicBezTo>
                <a:cubicBezTo>
                  <a:pt x="92855" y="416"/>
                  <a:pt x="93527" y="139"/>
                  <a:pt x="94603" y="0"/>
                </a:cubicBezTo>
                <a:cubicBezTo>
                  <a:pt x="95007" y="0"/>
                  <a:pt x="97158" y="69"/>
                  <a:pt x="101058" y="208"/>
                </a:cubicBezTo>
                <a:cubicBezTo>
                  <a:pt x="104958" y="347"/>
                  <a:pt x="110606" y="485"/>
                  <a:pt x="118002" y="624"/>
                </a:cubicBezTo>
                <a:cubicBezTo>
                  <a:pt x="124860" y="624"/>
                  <a:pt x="130105" y="555"/>
                  <a:pt x="133736" y="416"/>
                </a:cubicBezTo>
                <a:cubicBezTo>
                  <a:pt x="137366" y="277"/>
                  <a:pt x="139316" y="208"/>
                  <a:pt x="139585" y="208"/>
                </a:cubicBezTo>
                <a:cubicBezTo>
                  <a:pt x="141602" y="208"/>
                  <a:pt x="142611" y="901"/>
                  <a:pt x="142611" y="2287"/>
                </a:cubicBezTo>
                <a:cubicBezTo>
                  <a:pt x="142611" y="5337"/>
                  <a:pt x="142073" y="7417"/>
                  <a:pt x="140997" y="8526"/>
                </a:cubicBezTo>
                <a:cubicBezTo>
                  <a:pt x="140594" y="9219"/>
                  <a:pt x="139115" y="9566"/>
                  <a:pt x="136560" y="9566"/>
                </a:cubicBezTo>
                <a:cubicBezTo>
                  <a:pt x="127012" y="10120"/>
                  <a:pt x="121028" y="12893"/>
                  <a:pt x="118607" y="17884"/>
                </a:cubicBezTo>
                <a:cubicBezTo>
                  <a:pt x="118338" y="18577"/>
                  <a:pt x="114976" y="31955"/>
                  <a:pt x="108521" y="58018"/>
                </a:cubicBezTo>
                <a:cubicBezTo>
                  <a:pt x="103008" y="81447"/>
                  <a:pt x="99646" y="95241"/>
                  <a:pt x="98436" y="99400"/>
                </a:cubicBezTo>
                <a:cubicBezTo>
                  <a:pt x="93998" y="113263"/>
                  <a:pt x="86266" y="124562"/>
                  <a:pt x="75239" y="133295"/>
                </a:cubicBezTo>
                <a:cubicBezTo>
                  <a:pt x="64212" y="142029"/>
                  <a:pt x="52781" y="146465"/>
                  <a:pt x="40948" y="146604"/>
                </a:cubicBezTo>
                <a:cubicBezTo>
                  <a:pt x="28576" y="146604"/>
                  <a:pt x="18692" y="142722"/>
                  <a:pt x="11296" y="134959"/>
                </a:cubicBezTo>
                <a:cubicBezTo>
                  <a:pt x="3900" y="127196"/>
                  <a:pt x="134" y="117976"/>
                  <a:pt x="0" y="107302"/>
                </a:cubicBezTo>
                <a:lnTo>
                  <a:pt x="0" y="103975"/>
                </a:lnTo>
                <a:cubicBezTo>
                  <a:pt x="0" y="101479"/>
                  <a:pt x="3698" y="84982"/>
                  <a:pt x="11094" y="54483"/>
                </a:cubicBezTo>
                <a:cubicBezTo>
                  <a:pt x="17683" y="26617"/>
                  <a:pt x="20978" y="12269"/>
                  <a:pt x="20978" y="11437"/>
                </a:cubicBezTo>
                <a:cubicBezTo>
                  <a:pt x="20978" y="10467"/>
                  <a:pt x="17146" y="9843"/>
                  <a:pt x="9480" y="95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B6679A-1F1D-4F46-8A1F-4D4E81BC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761" y="6259546"/>
            <a:ext cx="142611" cy="146604"/>
          </a:xfrm>
          <a:custGeom xmlns:a="http://schemas.openxmlformats.org/drawingml/2006/main">
            <a:pathLst>
              <a:path w="142611" h="146604" fill="none">
                <a:moveTo>
                  <a:pt x="9480" y="9566"/>
                </a:moveTo>
                <a:cubicBezTo>
                  <a:pt x="4908" y="9566"/>
                  <a:pt x="2488" y="9288"/>
                  <a:pt x="2219" y="8734"/>
                </a:cubicBezTo>
                <a:cubicBezTo>
                  <a:pt x="2084" y="8457"/>
                  <a:pt x="2017" y="7902"/>
                  <a:pt x="2017" y="7070"/>
                </a:cubicBezTo>
                <a:cubicBezTo>
                  <a:pt x="2017" y="3743"/>
                  <a:pt x="2757" y="1456"/>
                  <a:pt x="4236" y="208"/>
                </a:cubicBezTo>
                <a:cubicBezTo>
                  <a:pt x="4505" y="69"/>
                  <a:pt x="5648" y="0"/>
                  <a:pt x="7665" y="0"/>
                </a:cubicBezTo>
                <a:cubicBezTo>
                  <a:pt x="13179" y="277"/>
                  <a:pt x="22323" y="416"/>
                  <a:pt x="35098" y="416"/>
                </a:cubicBezTo>
                <a:cubicBezTo>
                  <a:pt x="39670" y="416"/>
                  <a:pt x="43906" y="416"/>
                  <a:pt x="47806" y="416"/>
                </a:cubicBezTo>
                <a:cubicBezTo>
                  <a:pt x="51706" y="416"/>
                  <a:pt x="54731" y="347"/>
                  <a:pt x="56883" y="208"/>
                </a:cubicBezTo>
                <a:cubicBezTo>
                  <a:pt x="59035" y="69"/>
                  <a:pt x="60379" y="69"/>
                  <a:pt x="60917" y="208"/>
                </a:cubicBezTo>
                <a:cubicBezTo>
                  <a:pt x="63069" y="208"/>
                  <a:pt x="64145" y="901"/>
                  <a:pt x="64145" y="2287"/>
                </a:cubicBezTo>
                <a:cubicBezTo>
                  <a:pt x="64145" y="2565"/>
                  <a:pt x="64010" y="3535"/>
                  <a:pt x="63741" y="5199"/>
                </a:cubicBezTo>
                <a:cubicBezTo>
                  <a:pt x="63069" y="7555"/>
                  <a:pt x="62396" y="8942"/>
                  <a:pt x="61724" y="9358"/>
                </a:cubicBezTo>
                <a:lnTo>
                  <a:pt x="61321" y="9358"/>
                </a:lnTo>
                <a:cubicBezTo>
                  <a:pt x="61052" y="9358"/>
                  <a:pt x="60716" y="9358"/>
                  <a:pt x="60312" y="9358"/>
                </a:cubicBezTo>
                <a:cubicBezTo>
                  <a:pt x="59909" y="9358"/>
                  <a:pt x="59438" y="9358"/>
                  <a:pt x="58900" y="9358"/>
                </a:cubicBezTo>
                <a:cubicBezTo>
                  <a:pt x="58362" y="9358"/>
                  <a:pt x="57757" y="9427"/>
                  <a:pt x="57085" y="9566"/>
                </a:cubicBezTo>
                <a:cubicBezTo>
                  <a:pt x="56412" y="9704"/>
                  <a:pt x="55807" y="9704"/>
                  <a:pt x="55269" y="9566"/>
                </a:cubicBezTo>
                <a:cubicBezTo>
                  <a:pt x="50025" y="9704"/>
                  <a:pt x="46663" y="9912"/>
                  <a:pt x="45184" y="10190"/>
                </a:cubicBezTo>
                <a:cubicBezTo>
                  <a:pt x="43704" y="10467"/>
                  <a:pt x="42494" y="11229"/>
                  <a:pt x="41553" y="12477"/>
                </a:cubicBezTo>
                <a:cubicBezTo>
                  <a:pt x="41418" y="12754"/>
                  <a:pt x="39536" y="20032"/>
                  <a:pt x="35905" y="34312"/>
                </a:cubicBezTo>
                <a:cubicBezTo>
                  <a:pt x="32274" y="48591"/>
                  <a:pt x="28643" y="63563"/>
                  <a:pt x="25012" y="79229"/>
                </a:cubicBezTo>
                <a:cubicBezTo>
                  <a:pt x="21382" y="94894"/>
                  <a:pt x="19364" y="104113"/>
                  <a:pt x="18961" y="106886"/>
                </a:cubicBezTo>
                <a:cubicBezTo>
                  <a:pt x="18692" y="108827"/>
                  <a:pt x="18558" y="110837"/>
                  <a:pt x="18558" y="112916"/>
                </a:cubicBezTo>
                <a:cubicBezTo>
                  <a:pt x="18558" y="120403"/>
                  <a:pt x="20642" y="126294"/>
                  <a:pt x="24811" y="130592"/>
                </a:cubicBezTo>
                <a:cubicBezTo>
                  <a:pt x="28979" y="134890"/>
                  <a:pt x="34762" y="137038"/>
                  <a:pt x="42158" y="137038"/>
                </a:cubicBezTo>
                <a:cubicBezTo>
                  <a:pt x="51168" y="137038"/>
                  <a:pt x="60178" y="133919"/>
                  <a:pt x="69187" y="127681"/>
                </a:cubicBezTo>
                <a:cubicBezTo>
                  <a:pt x="78197" y="121442"/>
                  <a:pt x="84787" y="112015"/>
                  <a:pt x="88955" y="99400"/>
                </a:cubicBezTo>
                <a:lnTo>
                  <a:pt x="99243" y="57602"/>
                </a:lnTo>
                <a:cubicBezTo>
                  <a:pt x="105563" y="30984"/>
                  <a:pt x="108723" y="17121"/>
                  <a:pt x="108723" y="16012"/>
                </a:cubicBezTo>
                <a:cubicBezTo>
                  <a:pt x="108723" y="12269"/>
                  <a:pt x="104420" y="10120"/>
                  <a:pt x="95814" y="9566"/>
                </a:cubicBezTo>
                <a:cubicBezTo>
                  <a:pt x="92586" y="9566"/>
                  <a:pt x="90972" y="8803"/>
                  <a:pt x="90972" y="7278"/>
                </a:cubicBezTo>
                <a:cubicBezTo>
                  <a:pt x="90972" y="7001"/>
                  <a:pt x="91107" y="6169"/>
                  <a:pt x="91376" y="4783"/>
                </a:cubicBezTo>
                <a:cubicBezTo>
                  <a:pt x="91914" y="2565"/>
                  <a:pt x="92317" y="1248"/>
                  <a:pt x="92586" y="832"/>
                </a:cubicBezTo>
                <a:cubicBezTo>
                  <a:pt x="92855" y="416"/>
                  <a:pt x="93527" y="139"/>
                  <a:pt x="94603" y="0"/>
                </a:cubicBezTo>
                <a:cubicBezTo>
                  <a:pt x="95007" y="0"/>
                  <a:pt x="97158" y="69"/>
                  <a:pt x="101058" y="208"/>
                </a:cubicBezTo>
                <a:cubicBezTo>
                  <a:pt x="104958" y="347"/>
                  <a:pt x="110606" y="485"/>
                  <a:pt x="118002" y="624"/>
                </a:cubicBezTo>
                <a:cubicBezTo>
                  <a:pt x="124860" y="624"/>
                  <a:pt x="130105" y="555"/>
                  <a:pt x="133736" y="416"/>
                </a:cubicBezTo>
                <a:cubicBezTo>
                  <a:pt x="137366" y="277"/>
                  <a:pt x="139316" y="208"/>
                  <a:pt x="139585" y="208"/>
                </a:cubicBezTo>
                <a:cubicBezTo>
                  <a:pt x="141602" y="208"/>
                  <a:pt x="142611" y="901"/>
                  <a:pt x="142611" y="2287"/>
                </a:cubicBezTo>
                <a:cubicBezTo>
                  <a:pt x="142611" y="5337"/>
                  <a:pt x="142073" y="7417"/>
                  <a:pt x="140997" y="8526"/>
                </a:cubicBezTo>
                <a:cubicBezTo>
                  <a:pt x="140594" y="9219"/>
                  <a:pt x="139115" y="9566"/>
                  <a:pt x="136560" y="9566"/>
                </a:cubicBezTo>
                <a:cubicBezTo>
                  <a:pt x="127012" y="10120"/>
                  <a:pt x="121028" y="12893"/>
                  <a:pt x="118607" y="17884"/>
                </a:cubicBezTo>
                <a:cubicBezTo>
                  <a:pt x="118338" y="18577"/>
                  <a:pt x="114976" y="31955"/>
                  <a:pt x="108521" y="58018"/>
                </a:cubicBezTo>
                <a:cubicBezTo>
                  <a:pt x="103008" y="81447"/>
                  <a:pt x="99646" y="95241"/>
                  <a:pt x="98436" y="99400"/>
                </a:cubicBezTo>
                <a:cubicBezTo>
                  <a:pt x="93998" y="113263"/>
                  <a:pt x="86266" y="124562"/>
                  <a:pt x="75239" y="133295"/>
                </a:cubicBezTo>
                <a:cubicBezTo>
                  <a:pt x="64212" y="142029"/>
                  <a:pt x="52781" y="146465"/>
                  <a:pt x="40948" y="146604"/>
                </a:cubicBezTo>
                <a:cubicBezTo>
                  <a:pt x="28576" y="146604"/>
                  <a:pt x="18692" y="142722"/>
                  <a:pt x="11296" y="134959"/>
                </a:cubicBezTo>
                <a:cubicBezTo>
                  <a:pt x="3900" y="127196"/>
                  <a:pt x="134" y="117976"/>
                  <a:pt x="0" y="107302"/>
                </a:cubicBezTo>
                <a:lnTo>
                  <a:pt x="0" y="103975"/>
                </a:lnTo>
                <a:cubicBezTo>
                  <a:pt x="0" y="101479"/>
                  <a:pt x="3698" y="84982"/>
                  <a:pt x="11094" y="54483"/>
                </a:cubicBezTo>
                <a:cubicBezTo>
                  <a:pt x="17683" y="26617"/>
                  <a:pt x="20978" y="12269"/>
                  <a:pt x="20978" y="11437"/>
                </a:cubicBezTo>
                <a:cubicBezTo>
                  <a:pt x="20978" y="10467"/>
                  <a:pt x="17146" y="9843"/>
                  <a:pt x="9480" y="956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8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5D4939-3DBC-4024-B63B-463E8B21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647" y="6334852"/>
            <a:ext cx="60039" cy="101150"/>
          </a:xfrm>
          <a:custGeom xmlns:a="http://schemas.openxmlformats.org/drawingml/2006/main">
            <a:pathLst>
              <a:path w="60039" h="101150">
                <a:moveTo>
                  <a:pt x="8129" y="11909"/>
                </a:moveTo>
                <a:cubicBezTo>
                  <a:pt x="13453" y="3970"/>
                  <a:pt x="20726" y="0"/>
                  <a:pt x="29948" y="0"/>
                </a:cubicBezTo>
                <a:cubicBezTo>
                  <a:pt x="34512" y="0"/>
                  <a:pt x="39075" y="1274"/>
                  <a:pt x="43639" y="3823"/>
                </a:cubicBezTo>
                <a:cubicBezTo>
                  <a:pt x="48202" y="6371"/>
                  <a:pt x="51910" y="10879"/>
                  <a:pt x="54763" y="17348"/>
                </a:cubicBezTo>
                <a:cubicBezTo>
                  <a:pt x="58280" y="25483"/>
                  <a:pt x="60039" y="36657"/>
                  <a:pt x="60039" y="50869"/>
                </a:cubicBezTo>
                <a:cubicBezTo>
                  <a:pt x="60039" y="66061"/>
                  <a:pt x="57995" y="77676"/>
                  <a:pt x="53907" y="85713"/>
                </a:cubicBezTo>
                <a:cubicBezTo>
                  <a:pt x="52005" y="89829"/>
                  <a:pt x="49391" y="93113"/>
                  <a:pt x="46063" y="95563"/>
                </a:cubicBezTo>
                <a:cubicBezTo>
                  <a:pt x="42736" y="98013"/>
                  <a:pt x="39836" y="99533"/>
                  <a:pt x="37364" y="100121"/>
                </a:cubicBezTo>
                <a:cubicBezTo>
                  <a:pt x="34892" y="100709"/>
                  <a:pt x="32468" y="101052"/>
                  <a:pt x="30091" y="101150"/>
                </a:cubicBezTo>
                <a:cubicBezTo>
                  <a:pt x="27619" y="101150"/>
                  <a:pt x="25147" y="100856"/>
                  <a:pt x="22675" y="100268"/>
                </a:cubicBezTo>
                <a:cubicBezTo>
                  <a:pt x="20203" y="99680"/>
                  <a:pt x="17303" y="98111"/>
                  <a:pt x="13976" y="95563"/>
                </a:cubicBezTo>
                <a:cubicBezTo>
                  <a:pt x="10648" y="93015"/>
                  <a:pt x="8034" y="89731"/>
                  <a:pt x="6132" y="85713"/>
                </a:cubicBezTo>
                <a:cubicBezTo>
                  <a:pt x="2044" y="77676"/>
                  <a:pt x="0" y="66061"/>
                  <a:pt x="0" y="50869"/>
                </a:cubicBezTo>
                <a:cubicBezTo>
                  <a:pt x="0" y="33815"/>
                  <a:pt x="2710" y="20828"/>
                  <a:pt x="8129" y="11909"/>
                </a:cubicBezTo>
                <a:close/>
                <a:moveTo>
                  <a:pt x="40216" y="10144"/>
                </a:moveTo>
                <a:cubicBezTo>
                  <a:pt x="37364" y="7008"/>
                  <a:pt x="33989" y="5440"/>
                  <a:pt x="30091" y="5440"/>
                </a:cubicBezTo>
                <a:cubicBezTo>
                  <a:pt x="26098" y="5440"/>
                  <a:pt x="22675" y="7008"/>
                  <a:pt x="19823" y="10144"/>
                </a:cubicBezTo>
                <a:cubicBezTo>
                  <a:pt x="17446" y="12693"/>
                  <a:pt x="15877" y="16221"/>
                  <a:pt x="15117" y="20730"/>
                </a:cubicBezTo>
                <a:cubicBezTo>
                  <a:pt x="14356" y="25238"/>
                  <a:pt x="13976" y="34648"/>
                  <a:pt x="13976" y="48958"/>
                </a:cubicBezTo>
                <a:cubicBezTo>
                  <a:pt x="13976" y="64444"/>
                  <a:pt x="14356" y="74637"/>
                  <a:pt x="15117" y="79538"/>
                </a:cubicBezTo>
                <a:cubicBezTo>
                  <a:pt x="15877" y="84439"/>
                  <a:pt x="17589" y="88310"/>
                  <a:pt x="20251" y="91152"/>
                </a:cubicBezTo>
                <a:cubicBezTo>
                  <a:pt x="22913" y="94093"/>
                  <a:pt x="26193" y="95563"/>
                  <a:pt x="30091" y="95563"/>
                </a:cubicBezTo>
                <a:cubicBezTo>
                  <a:pt x="33894" y="95563"/>
                  <a:pt x="37126" y="94093"/>
                  <a:pt x="39788" y="91152"/>
                </a:cubicBezTo>
                <a:cubicBezTo>
                  <a:pt x="42546" y="88212"/>
                  <a:pt x="44257" y="84095"/>
                  <a:pt x="44922" y="78803"/>
                </a:cubicBezTo>
                <a:cubicBezTo>
                  <a:pt x="45588" y="73510"/>
                  <a:pt x="45968" y="63562"/>
                  <a:pt x="46063" y="48958"/>
                </a:cubicBezTo>
                <a:cubicBezTo>
                  <a:pt x="46063" y="34746"/>
                  <a:pt x="45683" y="25385"/>
                  <a:pt x="44922" y="20877"/>
                </a:cubicBezTo>
                <a:cubicBezTo>
                  <a:pt x="44162" y="16368"/>
                  <a:pt x="42593" y="12791"/>
                  <a:pt x="40216" y="101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F0AC36-C518-4644-9FCD-1243EE5B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647" y="6334852"/>
            <a:ext cx="60039" cy="101150"/>
          </a:xfrm>
          <a:custGeom xmlns:a="http://schemas.openxmlformats.org/drawingml/2006/main">
            <a:pathLst>
              <a:path w="60039" h="101150" fill="none">
                <a:moveTo>
                  <a:pt x="8129" y="11909"/>
                </a:moveTo>
                <a:cubicBezTo>
                  <a:pt x="13453" y="3970"/>
                  <a:pt x="20726" y="0"/>
                  <a:pt x="29948" y="0"/>
                </a:cubicBezTo>
                <a:cubicBezTo>
                  <a:pt x="34512" y="0"/>
                  <a:pt x="39075" y="1274"/>
                  <a:pt x="43639" y="3823"/>
                </a:cubicBezTo>
                <a:cubicBezTo>
                  <a:pt x="48202" y="6371"/>
                  <a:pt x="51910" y="10879"/>
                  <a:pt x="54763" y="17348"/>
                </a:cubicBezTo>
                <a:cubicBezTo>
                  <a:pt x="58280" y="25483"/>
                  <a:pt x="60039" y="36657"/>
                  <a:pt x="60039" y="50869"/>
                </a:cubicBezTo>
                <a:cubicBezTo>
                  <a:pt x="60039" y="66061"/>
                  <a:pt x="57995" y="77676"/>
                  <a:pt x="53907" y="85713"/>
                </a:cubicBezTo>
                <a:cubicBezTo>
                  <a:pt x="52005" y="89829"/>
                  <a:pt x="49391" y="93113"/>
                  <a:pt x="46063" y="95563"/>
                </a:cubicBezTo>
                <a:cubicBezTo>
                  <a:pt x="42736" y="98013"/>
                  <a:pt x="39836" y="99533"/>
                  <a:pt x="37364" y="100121"/>
                </a:cubicBezTo>
                <a:cubicBezTo>
                  <a:pt x="34892" y="100709"/>
                  <a:pt x="32468" y="101052"/>
                  <a:pt x="30091" y="101150"/>
                </a:cubicBezTo>
                <a:cubicBezTo>
                  <a:pt x="27619" y="101150"/>
                  <a:pt x="25147" y="100856"/>
                  <a:pt x="22675" y="100268"/>
                </a:cubicBezTo>
                <a:cubicBezTo>
                  <a:pt x="20203" y="99680"/>
                  <a:pt x="17303" y="98111"/>
                  <a:pt x="13976" y="95563"/>
                </a:cubicBezTo>
                <a:cubicBezTo>
                  <a:pt x="10648" y="93015"/>
                  <a:pt x="8034" y="89731"/>
                  <a:pt x="6132" y="85713"/>
                </a:cubicBezTo>
                <a:cubicBezTo>
                  <a:pt x="2044" y="77676"/>
                  <a:pt x="0" y="66061"/>
                  <a:pt x="0" y="50869"/>
                </a:cubicBezTo>
                <a:cubicBezTo>
                  <a:pt x="0" y="33815"/>
                  <a:pt x="2710" y="20828"/>
                  <a:pt x="8129" y="11909"/>
                </a:cubicBezTo>
                <a:close/>
                <a:moveTo>
                  <a:pt x="40216" y="10144"/>
                </a:moveTo>
                <a:cubicBezTo>
                  <a:pt x="37364" y="7008"/>
                  <a:pt x="33989" y="5440"/>
                  <a:pt x="30091" y="5440"/>
                </a:cubicBezTo>
                <a:cubicBezTo>
                  <a:pt x="26098" y="5440"/>
                  <a:pt x="22675" y="7008"/>
                  <a:pt x="19823" y="10144"/>
                </a:cubicBezTo>
                <a:cubicBezTo>
                  <a:pt x="17446" y="12693"/>
                  <a:pt x="15877" y="16221"/>
                  <a:pt x="15117" y="20730"/>
                </a:cubicBezTo>
                <a:cubicBezTo>
                  <a:pt x="14356" y="25238"/>
                  <a:pt x="13976" y="34648"/>
                  <a:pt x="13976" y="48958"/>
                </a:cubicBezTo>
                <a:cubicBezTo>
                  <a:pt x="13976" y="64444"/>
                  <a:pt x="14356" y="74637"/>
                  <a:pt x="15117" y="79538"/>
                </a:cubicBezTo>
                <a:cubicBezTo>
                  <a:pt x="15877" y="84439"/>
                  <a:pt x="17589" y="88310"/>
                  <a:pt x="20251" y="91152"/>
                </a:cubicBezTo>
                <a:cubicBezTo>
                  <a:pt x="22913" y="94093"/>
                  <a:pt x="26193" y="95563"/>
                  <a:pt x="30091" y="95563"/>
                </a:cubicBezTo>
                <a:cubicBezTo>
                  <a:pt x="33894" y="95563"/>
                  <a:pt x="37126" y="94093"/>
                  <a:pt x="39788" y="91152"/>
                </a:cubicBezTo>
                <a:cubicBezTo>
                  <a:pt x="42546" y="88212"/>
                  <a:pt x="44257" y="84095"/>
                  <a:pt x="44922" y="78803"/>
                </a:cubicBezTo>
                <a:cubicBezTo>
                  <a:pt x="45588" y="73510"/>
                  <a:pt x="45968" y="63562"/>
                  <a:pt x="46063" y="48958"/>
                </a:cubicBezTo>
                <a:cubicBezTo>
                  <a:pt x="46063" y="34746"/>
                  <a:pt x="45683" y="25385"/>
                  <a:pt x="44922" y="20877"/>
                </a:cubicBezTo>
                <a:cubicBezTo>
                  <a:pt x="44162" y="16368"/>
                  <a:pt x="42593" y="12791"/>
                  <a:pt x="40216" y="101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8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6A6C59-F885-4CA5-8DE6-90964532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1514" y="6414978"/>
            <a:ext cx="18825" cy="46409"/>
          </a:xfrm>
          <a:custGeom xmlns:a="http://schemas.openxmlformats.org/drawingml/2006/main">
            <a:pathLst>
              <a:path w="18825" h="46409">
                <a:moveTo>
                  <a:pt x="0" y="12644"/>
                </a:moveTo>
                <a:cubicBezTo>
                  <a:pt x="0" y="12644"/>
                  <a:pt x="0" y="11419"/>
                  <a:pt x="0" y="8968"/>
                </a:cubicBezTo>
                <a:cubicBezTo>
                  <a:pt x="0" y="6518"/>
                  <a:pt x="761" y="4411"/>
                  <a:pt x="2282" y="2646"/>
                </a:cubicBezTo>
                <a:cubicBezTo>
                  <a:pt x="3803" y="882"/>
                  <a:pt x="5847" y="0"/>
                  <a:pt x="8414" y="0"/>
                </a:cubicBezTo>
                <a:cubicBezTo>
                  <a:pt x="11076" y="0"/>
                  <a:pt x="13453" y="1225"/>
                  <a:pt x="15545" y="3676"/>
                </a:cubicBezTo>
                <a:cubicBezTo>
                  <a:pt x="17636" y="6126"/>
                  <a:pt x="18730" y="10438"/>
                  <a:pt x="18825" y="16613"/>
                </a:cubicBezTo>
                <a:cubicBezTo>
                  <a:pt x="18825" y="20044"/>
                  <a:pt x="18397" y="23376"/>
                  <a:pt x="17541" y="26611"/>
                </a:cubicBezTo>
                <a:cubicBezTo>
                  <a:pt x="16685" y="29845"/>
                  <a:pt x="15687" y="32638"/>
                  <a:pt x="14546" y="34991"/>
                </a:cubicBezTo>
                <a:cubicBezTo>
                  <a:pt x="13405" y="37343"/>
                  <a:pt x="12169" y="39352"/>
                  <a:pt x="10838" y="41019"/>
                </a:cubicBezTo>
                <a:cubicBezTo>
                  <a:pt x="9507" y="42685"/>
                  <a:pt x="8367" y="44008"/>
                  <a:pt x="7416" y="44988"/>
                </a:cubicBezTo>
                <a:cubicBezTo>
                  <a:pt x="6465" y="45968"/>
                  <a:pt x="5847" y="46409"/>
                  <a:pt x="5562" y="46311"/>
                </a:cubicBezTo>
                <a:cubicBezTo>
                  <a:pt x="5182" y="46311"/>
                  <a:pt x="4564" y="45870"/>
                  <a:pt x="3708" y="44988"/>
                </a:cubicBezTo>
                <a:cubicBezTo>
                  <a:pt x="2852" y="44106"/>
                  <a:pt x="2424" y="43469"/>
                  <a:pt x="2424" y="43077"/>
                </a:cubicBezTo>
                <a:cubicBezTo>
                  <a:pt x="2424" y="42685"/>
                  <a:pt x="2947" y="41901"/>
                  <a:pt x="3993" y="40725"/>
                </a:cubicBezTo>
                <a:cubicBezTo>
                  <a:pt x="5039" y="39548"/>
                  <a:pt x="6227" y="38078"/>
                  <a:pt x="7558" y="36314"/>
                </a:cubicBezTo>
                <a:cubicBezTo>
                  <a:pt x="8889" y="34550"/>
                  <a:pt x="10125" y="32099"/>
                  <a:pt x="11266" y="28963"/>
                </a:cubicBezTo>
                <a:cubicBezTo>
                  <a:pt x="12407" y="25827"/>
                  <a:pt x="13168" y="22249"/>
                  <a:pt x="13548" y="18230"/>
                </a:cubicBezTo>
                <a:lnTo>
                  <a:pt x="13548" y="16466"/>
                </a:lnTo>
                <a:lnTo>
                  <a:pt x="13405" y="16613"/>
                </a:lnTo>
                <a:cubicBezTo>
                  <a:pt x="13215" y="16711"/>
                  <a:pt x="12978" y="16809"/>
                  <a:pt x="12692" y="16907"/>
                </a:cubicBezTo>
                <a:cubicBezTo>
                  <a:pt x="12407" y="17005"/>
                  <a:pt x="12122" y="17152"/>
                  <a:pt x="11837" y="17348"/>
                </a:cubicBezTo>
                <a:cubicBezTo>
                  <a:pt x="11551" y="17544"/>
                  <a:pt x="11124" y="17642"/>
                  <a:pt x="10553" y="17642"/>
                </a:cubicBezTo>
                <a:cubicBezTo>
                  <a:pt x="9983" y="17642"/>
                  <a:pt x="9412" y="17691"/>
                  <a:pt x="8842" y="17789"/>
                </a:cubicBezTo>
                <a:cubicBezTo>
                  <a:pt x="6275" y="17789"/>
                  <a:pt x="4183" y="16956"/>
                  <a:pt x="2567" y="15290"/>
                </a:cubicBezTo>
                <a:lnTo>
                  <a:pt x="0" y="126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5AF7CF-C4DC-44B2-B3D9-F3545956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1514" y="6414978"/>
            <a:ext cx="18825" cy="46409"/>
          </a:xfrm>
          <a:custGeom xmlns:a="http://schemas.openxmlformats.org/drawingml/2006/main">
            <a:pathLst>
              <a:path w="18825" h="46409" fill="none">
                <a:moveTo>
                  <a:pt x="0" y="12644"/>
                </a:moveTo>
                <a:cubicBezTo>
                  <a:pt x="0" y="12644"/>
                  <a:pt x="0" y="11419"/>
                  <a:pt x="0" y="8968"/>
                </a:cubicBezTo>
                <a:cubicBezTo>
                  <a:pt x="0" y="6518"/>
                  <a:pt x="761" y="4411"/>
                  <a:pt x="2282" y="2646"/>
                </a:cubicBezTo>
                <a:cubicBezTo>
                  <a:pt x="3803" y="882"/>
                  <a:pt x="5847" y="0"/>
                  <a:pt x="8414" y="0"/>
                </a:cubicBezTo>
                <a:cubicBezTo>
                  <a:pt x="11076" y="0"/>
                  <a:pt x="13453" y="1225"/>
                  <a:pt x="15545" y="3676"/>
                </a:cubicBezTo>
                <a:cubicBezTo>
                  <a:pt x="17636" y="6126"/>
                  <a:pt x="18730" y="10438"/>
                  <a:pt x="18825" y="16613"/>
                </a:cubicBezTo>
                <a:cubicBezTo>
                  <a:pt x="18825" y="20044"/>
                  <a:pt x="18397" y="23376"/>
                  <a:pt x="17541" y="26611"/>
                </a:cubicBezTo>
                <a:cubicBezTo>
                  <a:pt x="16685" y="29845"/>
                  <a:pt x="15687" y="32638"/>
                  <a:pt x="14546" y="34991"/>
                </a:cubicBezTo>
                <a:cubicBezTo>
                  <a:pt x="13405" y="37343"/>
                  <a:pt x="12169" y="39352"/>
                  <a:pt x="10838" y="41019"/>
                </a:cubicBezTo>
                <a:cubicBezTo>
                  <a:pt x="9507" y="42685"/>
                  <a:pt x="8367" y="44008"/>
                  <a:pt x="7416" y="44988"/>
                </a:cubicBezTo>
                <a:cubicBezTo>
                  <a:pt x="6465" y="45968"/>
                  <a:pt x="5847" y="46409"/>
                  <a:pt x="5562" y="46311"/>
                </a:cubicBezTo>
                <a:cubicBezTo>
                  <a:pt x="5182" y="46311"/>
                  <a:pt x="4564" y="45870"/>
                  <a:pt x="3708" y="44988"/>
                </a:cubicBezTo>
                <a:cubicBezTo>
                  <a:pt x="2852" y="44106"/>
                  <a:pt x="2424" y="43469"/>
                  <a:pt x="2424" y="43077"/>
                </a:cubicBezTo>
                <a:cubicBezTo>
                  <a:pt x="2424" y="42685"/>
                  <a:pt x="2947" y="41901"/>
                  <a:pt x="3993" y="40725"/>
                </a:cubicBezTo>
                <a:cubicBezTo>
                  <a:pt x="5039" y="39548"/>
                  <a:pt x="6227" y="38078"/>
                  <a:pt x="7558" y="36314"/>
                </a:cubicBezTo>
                <a:cubicBezTo>
                  <a:pt x="8889" y="34550"/>
                  <a:pt x="10125" y="32099"/>
                  <a:pt x="11266" y="28963"/>
                </a:cubicBezTo>
                <a:cubicBezTo>
                  <a:pt x="12407" y="25827"/>
                  <a:pt x="13168" y="22249"/>
                  <a:pt x="13548" y="18230"/>
                </a:cubicBezTo>
                <a:lnTo>
                  <a:pt x="13548" y="16466"/>
                </a:lnTo>
                <a:lnTo>
                  <a:pt x="13405" y="16613"/>
                </a:lnTo>
                <a:cubicBezTo>
                  <a:pt x="13215" y="16711"/>
                  <a:pt x="12978" y="16809"/>
                  <a:pt x="12692" y="16907"/>
                </a:cubicBezTo>
                <a:cubicBezTo>
                  <a:pt x="12407" y="17005"/>
                  <a:pt x="12122" y="17152"/>
                  <a:pt x="11837" y="17348"/>
                </a:cubicBezTo>
                <a:cubicBezTo>
                  <a:pt x="11551" y="17544"/>
                  <a:pt x="11124" y="17642"/>
                  <a:pt x="10553" y="17642"/>
                </a:cubicBezTo>
                <a:cubicBezTo>
                  <a:pt x="9983" y="17642"/>
                  <a:pt x="9412" y="17691"/>
                  <a:pt x="8842" y="17789"/>
                </a:cubicBezTo>
                <a:cubicBezTo>
                  <a:pt x="6275" y="17789"/>
                  <a:pt x="4183" y="16956"/>
                  <a:pt x="2567" y="15290"/>
                </a:cubicBezTo>
                <a:lnTo>
                  <a:pt x="0" y="126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8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FA4D63-23DF-4165-8D42-F3E60DAE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026" y="6334999"/>
            <a:ext cx="59184" cy="101003"/>
          </a:xfrm>
          <a:custGeom xmlns:a="http://schemas.openxmlformats.org/drawingml/2006/main">
            <a:pathLst>
              <a:path w="59184" h="101003">
                <a:moveTo>
                  <a:pt x="12122" y="29698"/>
                </a:moveTo>
                <a:cubicBezTo>
                  <a:pt x="9555" y="29698"/>
                  <a:pt x="7558" y="28865"/>
                  <a:pt x="6132" y="27199"/>
                </a:cubicBezTo>
                <a:cubicBezTo>
                  <a:pt x="4706" y="25532"/>
                  <a:pt x="3946" y="23376"/>
                  <a:pt x="3850" y="20730"/>
                </a:cubicBezTo>
                <a:cubicBezTo>
                  <a:pt x="3850" y="15339"/>
                  <a:pt x="6132" y="10536"/>
                  <a:pt x="10696" y="6322"/>
                </a:cubicBezTo>
                <a:cubicBezTo>
                  <a:pt x="15259" y="2107"/>
                  <a:pt x="20774" y="0"/>
                  <a:pt x="27239" y="0"/>
                </a:cubicBezTo>
                <a:cubicBezTo>
                  <a:pt x="30566" y="0"/>
                  <a:pt x="32658" y="49"/>
                  <a:pt x="33514" y="147"/>
                </a:cubicBezTo>
                <a:cubicBezTo>
                  <a:pt x="40549" y="1323"/>
                  <a:pt x="45921" y="3921"/>
                  <a:pt x="49629" y="7939"/>
                </a:cubicBezTo>
                <a:cubicBezTo>
                  <a:pt x="53336" y="11958"/>
                  <a:pt x="55238" y="16319"/>
                  <a:pt x="55333" y="21024"/>
                </a:cubicBezTo>
                <a:cubicBezTo>
                  <a:pt x="55333" y="26121"/>
                  <a:pt x="53717" y="31070"/>
                  <a:pt x="50484" y="35873"/>
                </a:cubicBezTo>
                <a:cubicBezTo>
                  <a:pt x="47252" y="40676"/>
                  <a:pt x="42783" y="44155"/>
                  <a:pt x="37079" y="46311"/>
                </a:cubicBezTo>
                <a:lnTo>
                  <a:pt x="36651" y="46605"/>
                </a:lnTo>
                <a:cubicBezTo>
                  <a:pt x="36651" y="46703"/>
                  <a:pt x="37079" y="46850"/>
                  <a:pt x="37934" y="47046"/>
                </a:cubicBezTo>
                <a:cubicBezTo>
                  <a:pt x="38790" y="47242"/>
                  <a:pt x="40169" y="47683"/>
                  <a:pt x="42070" y="48370"/>
                </a:cubicBezTo>
                <a:cubicBezTo>
                  <a:pt x="43972" y="49056"/>
                  <a:pt x="45778" y="50085"/>
                  <a:pt x="47489" y="51457"/>
                </a:cubicBezTo>
                <a:cubicBezTo>
                  <a:pt x="55285" y="56652"/>
                  <a:pt x="59184" y="63513"/>
                  <a:pt x="59184" y="72040"/>
                </a:cubicBezTo>
                <a:cubicBezTo>
                  <a:pt x="59184" y="79783"/>
                  <a:pt x="56236" y="86546"/>
                  <a:pt x="50342" y="92329"/>
                </a:cubicBezTo>
                <a:cubicBezTo>
                  <a:pt x="44447" y="98111"/>
                  <a:pt x="36984" y="101003"/>
                  <a:pt x="27952" y="101003"/>
                </a:cubicBezTo>
                <a:cubicBezTo>
                  <a:pt x="20346" y="101003"/>
                  <a:pt x="13786" y="98895"/>
                  <a:pt x="8271" y="94681"/>
                </a:cubicBezTo>
                <a:cubicBezTo>
                  <a:pt x="2757" y="90466"/>
                  <a:pt x="0" y="85125"/>
                  <a:pt x="0" y="78656"/>
                </a:cubicBezTo>
                <a:cubicBezTo>
                  <a:pt x="0" y="75911"/>
                  <a:pt x="856" y="73706"/>
                  <a:pt x="2567" y="72040"/>
                </a:cubicBezTo>
                <a:cubicBezTo>
                  <a:pt x="4278" y="70374"/>
                  <a:pt x="6417" y="69491"/>
                  <a:pt x="8984" y="69393"/>
                </a:cubicBezTo>
                <a:cubicBezTo>
                  <a:pt x="11647" y="69393"/>
                  <a:pt x="13833" y="70276"/>
                  <a:pt x="15545" y="72040"/>
                </a:cubicBezTo>
                <a:cubicBezTo>
                  <a:pt x="17256" y="73804"/>
                  <a:pt x="18112" y="76009"/>
                  <a:pt x="18112" y="78656"/>
                </a:cubicBezTo>
                <a:cubicBezTo>
                  <a:pt x="18112" y="79734"/>
                  <a:pt x="17969" y="80714"/>
                  <a:pt x="17684" y="81596"/>
                </a:cubicBezTo>
                <a:cubicBezTo>
                  <a:pt x="17399" y="82478"/>
                  <a:pt x="17066" y="83262"/>
                  <a:pt x="16685" y="83948"/>
                </a:cubicBezTo>
                <a:cubicBezTo>
                  <a:pt x="16305" y="84635"/>
                  <a:pt x="15782" y="85223"/>
                  <a:pt x="15117" y="85713"/>
                </a:cubicBezTo>
                <a:cubicBezTo>
                  <a:pt x="14451" y="86203"/>
                  <a:pt x="13881" y="86595"/>
                  <a:pt x="13405" y="86889"/>
                </a:cubicBezTo>
                <a:cubicBezTo>
                  <a:pt x="12930" y="87183"/>
                  <a:pt x="12455" y="87379"/>
                  <a:pt x="11979" y="87477"/>
                </a:cubicBezTo>
                <a:cubicBezTo>
                  <a:pt x="11504" y="87575"/>
                  <a:pt x="11124" y="87722"/>
                  <a:pt x="10838" y="87918"/>
                </a:cubicBezTo>
                <a:lnTo>
                  <a:pt x="10268" y="88065"/>
                </a:lnTo>
                <a:cubicBezTo>
                  <a:pt x="15117" y="92476"/>
                  <a:pt x="21011" y="94681"/>
                  <a:pt x="27952" y="94681"/>
                </a:cubicBezTo>
                <a:cubicBezTo>
                  <a:pt x="33181" y="94681"/>
                  <a:pt x="37126" y="92084"/>
                  <a:pt x="39788" y="86889"/>
                </a:cubicBezTo>
                <a:cubicBezTo>
                  <a:pt x="41405" y="83654"/>
                  <a:pt x="42213" y="78705"/>
                  <a:pt x="42213" y="72040"/>
                </a:cubicBezTo>
                <a:lnTo>
                  <a:pt x="42213" y="69099"/>
                </a:lnTo>
                <a:cubicBezTo>
                  <a:pt x="42213" y="59788"/>
                  <a:pt x="39170" y="53564"/>
                  <a:pt x="33086" y="50428"/>
                </a:cubicBezTo>
                <a:cubicBezTo>
                  <a:pt x="31660" y="49840"/>
                  <a:pt x="28760" y="49497"/>
                  <a:pt x="24386" y="49399"/>
                </a:cubicBezTo>
                <a:lnTo>
                  <a:pt x="18397" y="49252"/>
                </a:lnTo>
                <a:lnTo>
                  <a:pt x="17969" y="48958"/>
                </a:lnTo>
                <a:cubicBezTo>
                  <a:pt x="17779" y="48664"/>
                  <a:pt x="17684" y="47880"/>
                  <a:pt x="17684" y="46605"/>
                </a:cubicBezTo>
                <a:cubicBezTo>
                  <a:pt x="17684" y="44841"/>
                  <a:pt x="18064" y="43959"/>
                  <a:pt x="18825" y="43959"/>
                </a:cubicBezTo>
                <a:cubicBezTo>
                  <a:pt x="21487" y="43959"/>
                  <a:pt x="24244" y="43714"/>
                  <a:pt x="27096" y="43224"/>
                </a:cubicBezTo>
                <a:cubicBezTo>
                  <a:pt x="30329" y="42734"/>
                  <a:pt x="33276" y="40676"/>
                  <a:pt x="35938" y="37049"/>
                </a:cubicBezTo>
                <a:cubicBezTo>
                  <a:pt x="38600" y="33423"/>
                  <a:pt x="39931" y="27934"/>
                  <a:pt x="39931" y="20583"/>
                </a:cubicBezTo>
                <a:lnTo>
                  <a:pt x="39931" y="19407"/>
                </a:lnTo>
                <a:cubicBezTo>
                  <a:pt x="39931" y="13820"/>
                  <a:pt x="38267" y="9948"/>
                  <a:pt x="34940" y="7792"/>
                </a:cubicBezTo>
                <a:cubicBezTo>
                  <a:pt x="32848" y="6420"/>
                  <a:pt x="30614" y="5734"/>
                  <a:pt x="28237" y="5734"/>
                </a:cubicBezTo>
                <a:cubicBezTo>
                  <a:pt x="25195" y="5734"/>
                  <a:pt x="22390" y="6273"/>
                  <a:pt x="19823" y="7351"/>
                </a:cubicBezTo>
                <a:cubicBezTo>
                  <a:pt x="17256" y="8429"/>
                  <a:pt x="15450" y="9556"/>
                  <a:pt x="14404" y="10732"/>
                </a:cubicBezTo>
                <a:cubicBezTo>
                  <a:pt x="13358" y="11909"/>
                  <a:pt x="12835" y="12497"/>
                  <a:pt x="12835" y="12497"/>
                </a:cubicBezTo>
                <a:lnTo>
                  <a:pt x="13263" y="12497"/>
                </a:lnTo>
                <a:cubicBezTo>
                  <a:pt x="13548" y="12595"/>
                  <a:pt x="13928" y="12693"/>
                  <a:pt x="14404" y="12791"/>
                </a:cubicBezTo>
                <a:cubicBezTo>
                  <a:pt x="14879" y="12889"/>
                  <a:pt x="15354" y="13134"/>
                  <a:pt x="15830" y="13526"/>
                </a:cubicBezTo>
                <a:cubicBezTo>
                  <a:pt x="16305" y="13918"/>
                  <a:pt x="16876" y="14261"/>
                  <a:pt x="17541" y="14555"/>
                </a:cubicBezTo>
                <a:cubicBezTo>
                  <a:pt x="18207" y="14849"/>
                  <a:pt x="18682" y="15388"/>
                  <a:pt x="18967" y="16172"/>
                </a:cubicBezTo>
                <a:cubicBezTo>
                  <a:pt x="19252" y="16956"/>
                  <a:pt x="19633" y="17691"/>
                  <a:pt x="20108" y="18378"/>
                </a:cubicBezTo>
                <a:cubicBezTo>
                  <a:pt x="20584" y="19064"/>
                  <a:pt x="20726" y="20044"/>
                  <a:pt x="20536" y="21318"/>
                </a:cubicBezTo>
                <a:cubicBezTo>
                  <a:pt x="20536" y="23474"/>
                  <a:pt x="19870" y="25385"/>
                  <a:pt x="18539" y="27052"/>
                </a:cubicBezTo>
                <a:cubicBezTo>
                  <a:pt x="17208" y="28718"/>
                  <a:pt x="15069" y="29600"/>
                  <a:pt x="12122" y="296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2635F0-B83D-4404-A0F0-763881A1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026" y="6334999"/>
            <a:ext cx="59184" cy="101003"/>
          </a:xfrm>
          <a:custGeom xmlns:a="http://schemas.openxmlformats.org/drawingml/2006/main">
            <a:pathLst>
              <a:path w="59184" h="101003" fill="none">
                <a:moveTo>
                  <a:pt x="12122" y="29698"/>
                </a:moveTo>
                <a:cubicBezTo>
                  <a:pt x="9555" y="29698"/>
                  <a:pt x="7558" y="28865"/>
                  <a:pt x="6132" y="27199"/>
                </a:cubicBezTo>
                <a:cubicBezTo>
                  <a:pt x="4706" y="25532"/>
                  <a:pt x="3946" y="23376"/>
                  <a:pt x="3850" y="20730"/>
                </a:cubicBezTo>
                <a:cubicBezTo>
                  <a:pt x="3850" y="15339"/>
                  <a:pt x="6132" y="10536"/>
                  <a:pt x="10696" y="6322"/>
                </a:cubicBezTo>
                <a:cubicBezTo>
                  <a:pt x="15259" y="2107"/>
                  <a:pt x="20774" y="0"/>
                  <a:pt x="27239" y="0"/>
                </a:cubicBezTo>
                <a:cubicBezTo>
                  <a:pt x="30566" y="0"/>
                  <a:pt x="32658" y="49"/>
                  <a:pt x="33514" y="147"/>
                </a:cubicBezTo>
                <a:cubicBezTo>
                  <a:pt x="40549" y="1323"/>
                  <a:pt x="45921" y="3921"/>
                  <a:pt x="49629" y="7939"/>
                </a:cubicBezTo>
                <a:cubicBezTo>
                  <a:pt x="53336" y="11958"/>
                  <a:pt x="55238" y="16319"/>
                  <a:pt x="55333" y="21024"/>
                </a:cubicBezTo>
                <a:cubicBezTo>
                  <a:pt x="55333" y="26121"/>
                  <a:pt x="53717" y="31070"/>
                  <a:pt x="50484" y="35873"/>
                </a:cubicBezTo>
                <a:cubicBezTo>
                  <a:pt x="47252" y="40676"/>
                  <a:pt x="42783" y="44155"/>
                  <a:pt x="37079" y="46311"/>
                </a:cubicBezTo>
                <a:lnTo>
                  <a:pt x="36651" y="46605"/>
                </a:lnTo>
                <a:cubicBezTo>
                  <a:pt x="36651" y="46703"/>
                  <a:pt x="37079" y="46850"/>
                  <a:pt x="37934" y="47046"/>
                </a:cubicBezTo>
                <a:cubicBezTo>
                  <a:pt x="38790" y="47242"/>
                  <a:pt x="40169" y="47683"/>
                  <a:pt x="42070" y="48370"/>
                </a:cubicBezTo>
                <a:cubicBezTo>
                  <a:pt x="43972" y="49056"/>
                  <a:pt x="45778" y="50085"/>
                  <a:pt x="47489" y="51457"/>
                </a:cubicBezTo>
                <a:cubicBezTo>
                  <a:pt x="55285" y="56652"/>
                  <a:pt x="59184" y="63513"/>
                  <a:pt x="59184" y="72040"/>
                </a:cubicBezTo>
                <a:cubicBezTo>
                  <a:pt x="59184" y="79783"/>
                  <a:pt x="56236" y="86546"/>
                  <a:pt x="50342" y="92329"/>
                </a:cubicBezTo>
                <a:cubicBezTo>
                  <a:pt x="44447" y="98111"/>
                  <a:pt x="36984" y="101003"/>
                  <a:pt x="27952" y="101003"/>
                </a:cubicBezTo>
                <a:cubicBezTo>
                  <a:pt x="20346" y="101003"/>
                  <a:pt x="13786" y="98895"/>
                  <a:pt x="8271" y="94681"/>
                </a:cubicBezTo>
                <a:cubicBezTo>
                  <a:pt x="2757" y="90466"/>
                  <a:pt x="0" y="85125"/>
                  <a:pt x="0" y="78656"/>
                </a:cubicBezTo>
                <a:cubicBezTo>
                  <a:pt x="0" y="75911"/>
                  <a:pt x="856" y="73706"/>
                  <a:pt x="2567" y="72040"/>
                </a:cubicBezTo>
                <a:cubicBezTo>
                  <a:pt x="4278" y="70374"/>
                  <a:pt x="6417" y="69491"/>
                  <a:pt x="8984" y="69393"/>
                </a:cubicBezTo>
                <a:cubicBezTo>
                  <a:pt x="11647" y="69393"/>
                  <a:pt x="13833" y="70276"/>
                  <a:pt x="15545" y="72040"/>
                </a:cubicBezTo>
                <a:cubicBezTo>
                  <a:pt x="17256" y="73804"/>
                  <a:pt x="18112" y="76009"/>
                  <a:pt x="18112" y="78656"/>
                </a:cubicBezTo>
                <a:cubicBezTo>
                  <a:pt x="18112" y="79734"/>
                  <a:pt x="17969" y="80714"/>
                  <a:pt x="17684" y="81596"/>
                </a:cubicBezTo>
                <a:cubicBezTo>
                  <a:pt x="17399" y="82478"/>
                  <a:pt x="17066" y="83262"/>
                  <a:pt x="16685" y="83948"/>
                </a:cubicBezTo>
                <a:cubicBezTo>
                  <a:pt x="16305" y="84635"/>
                  <a:pt x="15782" y="85223"/>
                  <a:pt x="15117" y="85713"/>
                </a:cubicBezTo>
                <a:cubicBezTo>
                  <a:pt x="14451" y="86203"/>
                  <a:pt x="13881" y="86595"/>
                  <a:pt x="13405" y="86889"/>
                </a:cubicBezTo>
                <a:cubicBezTo>
                  <a:pt x="12930" y="87183"/>
                  <a:pt x="12455" y="87379"/>
                  <a:pt x="11979" y="87477"/>
                </a:cubicBezTo>
                <a:cubicBezTo>
                  <a:pt x="11504" y="87575"/>
                  <a:pt x="11124" y="87722"/>
                  <a:pt x="10838" y="87918"/>
                </a:cubicBezTo>
                <a:lnTo>
                  <a:pt x="10268" y="88065"/>
                </a:lnTo>
                <a:cubicBezTo>
                  <a:pt x="15117" y="92476"/>
                  <a:pt x="21011" y="94681"/>
                  <a:pt x="27952" y="94681"/>
                </a:cubicBezTo>
                <a:cubicBezTo>
                  <a:pt x="33181" y="94681"/>
                  <a:pt x="37126" y="92084"/>
                  <a:pt x="39788" y="86889"/>
                </a:cubicBezTo>
                <a:cubicBezTo>
                  <a:pt x="41405" y="83654"/>
                  <a:pt x="42213" y="78705"/>
                  <a:pt x="42213" y="72040"/>
                </a:cubicBezTo>
                <a:lnTo>
                  <a:pt x="42213" y="69099"/>
                </a:lnTo>
                <a:cubicBezTo>
                  <a:pt x="42213" y="59788"/>
                  <a:pt x="39170" y="53564"/>
                  <a:pt x="33086" y="50428"/>
                </a:cubicBezTo>
                <a:cubicBezTo>
                  <a:pt x="31660" y="49840"/>
                  <a:pt x="28760" y="49497"/>
                  <a:pt x="24386" y="49399"/>
                </a:cubicBezTo>
                <a:lnTo>
                  <a:pt x="18397" y="49252"/>
                </a:lnTo>
                <a:lnTo>
                  <a:pt x="17969" y="48958"/>
                </a:lnTo>
                <a:cubicBezTo>
                  <a:pt x="17779" y="48664"/>
                  <a:pt x="17684" y="47880"/>
                  <a:pt x="17684" y="46605"/>
                </a:cubicBezTo>
                <a:cubicBezTo>
                  <a:pt x="17684" y="44841"/>
                  <a:pt x="18064" y="43959"/>
                  <a:pt x="18825" y="43959"/>
                </a:cubicBezTo>
                <a:cubicBezTo>
                  <a:pt x="21487" y="43959"/>
                  <a:pt x="24244" y="43714"/>
                  <a:pt x="27096" y="43224"/>
                </a:cubicBezTo>
                <a:cubicBezTo>
                  <a:pt x="30329" y="42734"/>
                  <a:pt x="33276" y="40676"/>
                  <a:pt x="35938" y="37049"/>
                </a:cubicBezTo>
                <a:cubicBezTo>
                  <a:pt x="38600" y="33423"/>
                  <a:pt x="39931" y="27934"/>
                  <a:pt x="39931" y="20583"/>
                </a:cubicBezTo>
                <a:lnTo>
                  <a:pt x="39931" y="19407"/>
                </a:lnTo>
                <a:cubicBezTo>
                  <a:pt x="39931" y="13820"/>
                  <a:pt x="38267" y="9948"/>
                  <a:pt x="34940" y="7792"/>
                </a:cubicBezTo>
                <a:cubicBezTo>
                  <a:pt x="32848" y="6420"/>
                  <a:pt x="30614" y="5734"/>
                  <a:pt x="28237" y="5734"/>
                </a:cubicBezTo>
                <a:cubicBezTo>
                  <a:pt x="25195" y="5734"/>
                  <a:pt x="22390" y="6273"/>
                  <a:pt x="19823" y="7351"/>
                </a:cubicBezTo>
                <a:cubicBezTo>
                  <a:pt x="17256" y="8429"/>
                  <a:pt x="15450" y="9556"/>
                  <a:pt x="14404" y="10732"/>
                </a:cubicBezTo>
                <a:cubicBezTo>
                  <a:pt x="13358" y="11909"/>
                  <a:pt x="12835" y="12497"/>
                  <a:pt x="12835" y="12497"/>
                </a:cubicBezTo>
                <a:lnTo>
                  <a:pt x="13263" y="12497"/>
                </a:lnTo>
                <a:cubicBezTo>
                  <a:pt x="13548" y="12595"/>
                  <a:pt x="13928" y="12693"/>
                  <a:pt x="14404" y="12791"/>
                </a:cubicBezTo>
                <a:cubicBezTo>
                  <a:pt x="14879" y="12889"/>
                  <a:pt x="15354" y="13134"/>
                  <a:pt x="15830" y="13526"/>
                </a:cubicBezTo>
                <a:cubicBezTo>
                  <a:pt x="16305" y="13918"/>
                  <a:pt x="16876" y="14261"/>
                  <a:pt x="17541" y="14555"/>
                </a:cubicBezTo>
                <a:cubicBezTo>
                  <a:pt x="18207" y="14849"/>
                  <a:pt x="18682" y="15388"/>
                  <a:pt x="18967" y="16172"/>
                </a:cubicBezTo>
                <a:cubicBezTo>
                  <a:pt x="19252" y="16956"/>
                  <a:pt x="19633" y="17691"/>
                  <a:pt x="20108" y="18378"/>
                </a:cubicBezTo>
                <a:cubicBezTo>
                  <a:pt x="20584" y="19064"/>
                  <a:pt x="20726" y="20044"/>
                  <a:pt x="20536" y="21318"/>
                </a:cubicBezTo>
                <a:cubicBezTo>
                  <a:pt x="20536" y="23474"/>
                  <a:pt x="19870" y="25385"/>
                  <a:pt x="18539" y="27052"/>
                </a:cubicBezTo>
                <a:cubicBezTo>
                  <a:pt x="17208" y="28718"/>
                  <a:pt x="15069" y="29600"/>
                  <a:pt x="12122" y="296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8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0215BA-4540-4705-B76F-E9256212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2553" y="6245613"/>
            <a:ext cx="45116" cy="207949"/>
          </a:xfrm>
          <a:custGeom xmlns:a="http://schemas.openxmlformats.org/drawingml/2006/main">
            <a:pathLst>
              <a:path w="45116" h="207949">
                <a:moveTo>
                  <a:pt x="0" y="3743"/>
                </a:moveTo>
                <a:cubicBezTo>
                  <a:pt x="134" y="2773"/>
                  <a:pt x="538" y="1941"/>
                  <a:pt x="1210" y="1248"/>
                </a:cubicBezTo>
                <a:cubicBezTo>
                  <a:pt x="1883" y="555"/>
                  <a:pt x="2824" y="139"/>
                  <a:pt x="4034" y="0"/>
                </a:cubicBezTo>
                <a:cubicBezTo>
                  <a:pt x="5379" y="0"/>
                  <a:pt x="6522" y="693"/>
                  <a:pt x="7463" y="2079"/>
                </a:cubicBezTo>
                <a:cubicBezTo>
                  <a:pt x="7867" y="3050"/>
                  <a:pt x="14187" y="20102"/>
                  <a:pt x="26424" y="53235"/>
                </a:cubicBezTo>
                <a:cubicBezTo>
                  <a:pt x="38662" y="86368"/>
                  <a:pt x="44847" y="103281"/>
                  <a:pt x="44982" y="103975"/>
                </a:cubicBezTo>
                <a:cubicBezTo>
                  <a:pt x="45116" y="104668"/>
                  <a:pt x="38998" y="121581"/>
                  <a:pt x="26626" y="154714"/>
                </a:cubicBezTo>
                <a:cubicBezTo>
                  <a:pt x="14254" y="187847"/>
                  <a:pt x="7867" y="204899"/>
                  <a:pt x="7463" y="205870"/>
                </a:cubicBezTo>
                <a:cubicBezTo>
                  <a:pt x="6522" y="207256"/>
                  <a:pt x="5379" y="207949"/>
                  <a:pt x="4034" y="207949"/>
                </a:cubicBezTo>
                <a:cubicBezTo>
                  <a:pt x="2958" y="207949"/>
                  <a:pt x="2084" y="207603"/>
                  <a:pt x="1412" y="206909"/>
                </a:cubicBezTo>
                <a:cubicBezTo>
                  <a:pt x="740" y="206216"/>
                  <a:pt x="269" y="205315"/>
                  <a:pt x="0" y="204206"/>
                </a:cubicBezTo>
                <a:cubicBezTo>
                  <a:pt x="0" y="203513"/>
                  <a:pt x="6051" y="186669"/>
                  <a:pt x="18154" y="153674"/>
                </a:cubicBezTo>
                <a:cubicBezTo>
                  <a:pt x="30391" y="120818"/>
                  <a:pt x="36510" y="104252"/>
                  <a:pt x="36510" y="103975"/>
                </a:cubicBezTo>
                <a:cubicBezTo>
                  <a:pt x="36510" y="103697"/>
                  <a:pt x="30391" y="87131"/>
                  <a:pt x="18154" y="54275"/>
                </a:cubicBezTo>
                <a:cubicBezTo>
                  <a:pt x="6051" y="21280"/>
                  <a:pt x="0" y="4436"/>
                  <a:pt x="0" y="37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6005F6-0491-403E-942F-E0431405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2553" y="6245613"/>
            <a:ext cx="45116" cy="207949"/>
          </a:xfrm>
          <a:custGeom xmlns:a="http://schemas.openxmlformats.org/drawingml/2006/main">
            <a:pathLst>
              <a:path w="45116" h="207949" fill="none">
                <a:moveTo>
                  <a:pt x="0" y="3743"/>
                </a:moveTo>
                <a:cubicBezTo>
                  <a:pt x="134" y="2773"/>
                  <a:pt x="538" y="1941"/>
                  <a:pt x="1210" y="1248"/>
                </a:cubicBezTo>
                <a:cubicBezTo>
                  <a:pt x="1883" y="555"/>
                  <a:pt x="2824" y="139"/>
                  <a:pt x="4034" y="0"/>
                </a:cubicBezTo>
                <a:cubicBezTo>
                  <a:pt x="5379" y="0"/>
                  <a:pt x="6522" y="693"/>
                  <a:pt x="7463" y="2079"/>
                </a:cubicBezTo>
                <a:cubicBezTo>
                  <a:pt x="7867" y="3050"/>
                  <a:pt x="14187" y="20102"/>
                  <a:pt x="26424" y="53235"/>
                </a:cubicBezTo>
                <a:cubicBezTo>
                  <a:pt x="38662" y="86368"/>
                  <a:pt x="44847" y="103281"/>
                  <a:pt x="44982" y="103975"/>
                </a:cubicBezTo>
                <a:cubicBezTo>
                  <a:pt x="45116" y="104668"/>
                  <a:pt x="38998" y="121581"/>
                  <a:pt x="26626" y="154714"/>
                </a:cubicBezTo>
                <a:cubicBezTo>
                  <a:pt x="14254" y="187847"/>
                  <a:pt x="7867" y="204899"/>
                  <a:pt x="7463" y="205870"/>
                </a:cubicBezTo>
                <a:cubicBezTo>
                  <a:pt x="6522" y="207256"/>
                  <a:pt x="5379" y="207949"/>
                  <a:pt x="4034" y="207949"/>
                </a:cubicBezTo>
                <a:cubicBezTo>
                  <a:pt x="2958" y="207949"/>
                  <a:pt x="2084" y="207603"/>
                  <a:pt x="1412" y="206909"/>
                </a:cubicBezTo>
                <a:cubicBezTo>
                  <a:pt x="740" y="206216"/>
                  <a:pt x="269" y="205315"/>
                  <a:pt x="0" y="204206"/>
                </a:cubicBezTo>
                <a:cubicBezTo>
                  <a:pt x="0" y="203513"/>
                  <a:pt x="6051" y="186669"/>
                  <a:pt x="18154" y="153674"/>
                </a:cubicBezTo>
                <a:cubicBezTo>
                  <a:pt x="30391" y="120818"/>
                  <a:pt x="36510" y="104252"/>
                  <a:pt x="36510" y="103975"/>
                </a:cubicBezTo>
                <a:cubicBezTo>
                  <a:pt x="36510" y="103697"/>
                  <a:pt x="30391" y="87131"/>
                  <a:pt x="18154" y="54275"/>
                </a:cubicBezTo>
                <a:cubicBezTo>
                  <a:pt x="6051" y="21280"/>
                  <a:pt x="0" y="4436"/>
                  <a:pt x="0" y="374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8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AC492C-E05B-457D-B7EF-EA987137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7054" y="6295313"/>
            <a:ext cx="179323" cy="108549"/>
          </a:xfrm>
          <a:custGeom xmlns:a="http://schemas.openxmlformats.org/drawingml/2006/main">
            <a:pathLst>
              <a:path w="179323" h="108549">
                <a:moveTo>
                  <a:pt x="179323" y="51987"/>
                </a:moveTo>
                <a:cubicBezTo>
                  <a:pt x="179323" y="51987"/>
                  <a:pt x="179323" y="52750"/>
                  <a:pt x="179323" y="54275"/>
                </a:cubicBezTo>
                <a:cubicBezTo>
                  <a:pt x="179323" y="55800"/>
                  <a:pt x="178314" y="57186"/>
                  <a:pt x="176297" y="58434"/>
                </a:cubicBezTo>
                <a:lnTo>
                  <a:pt x="22188" y="58434"/>
                </a:lnTo>
                <a:cubicBezTo>
                  <a:pt x="22457" y="58711"/>
                  <a:pt x="23600" y="59681"/>
                  <a:pt x="25618" y="61345"/>
                </a:cubicBezTo>
                <a:cubicBezTo>
                  <a:pt x="27635" y="63009"/>
                  <a:pt x="29585" y="64880"/>
                  <a:pt x="31467" y="66960"/>
                </a:cubicBezTo>
                <a:cubicBezTo>
                  <a:pt x="33350" y="69039"/>
                  <a:pt x="35569" y="71604"/>
                  <a:pt x="38124" y="74654"/>
                </a:cubicBezTo>
                <a:cubicBezTo>
                  <a:pt x="40679" y="77704"/>
                  <a:pt x="42898" y="81585"/>
                  <a:pt x="44780" y="86299"/>
                </a:cubicBezTo>
                <a:cubicBezTo>
                  <a:pt x="46663" y="91012"/>
                  <a:pt x="48411" y="95934"/>
                  <a:pt x="50025" y="101063"/>
                </a:cubicBezTo>
                <a:cubicBezTo>
                  <a:pt x="50697" y="103559"/>
                  <a:pt x="51033" y="105292"/>
                  <a:pt x="51033" y="106262"/>
                </a:cubicBezTo>
                <a:cubicBezTo>
                  <a:pt x="51033" y="107787"/>
                  <a:pt x="49689" y="108549"/>
                  <a:pt x="46999" y="108549"/>
                </a:cubicBezTo>
                <a:cubicBezTo>
                  <a:pt x="46058" y="108549"/>
                  <a:pt x="45385" y="108549"/>
                  <a:pt x="44982" y="108549"/>
                </a:cubicBezTo>
                <a:cubicBezTo>
                  <a:pt x="44579" y="108549"/>
                  <a:pt x="44175" y="108272"/>
                  <a:pt x="43772" y="107718"/>
                </a:cubicBezTo>
                <a:cubicBezTo>
                  <a:pt x="43368" y="107163"/>
                  <a:pt x="43032" y="106539"/>
                  <a:pt x="42763" y="105846"/>
                </a:cubicBezTo>
                <a:cubicBezTo>
                  <a:pt x="42494" y="105153"/>
                  <a:pt x="42225" y="103836"/>
                  <a:pt x="41956" y="101895"/>
                </a:cubicBezTo>
                <a:cubicBezTo>
                  <a:pt x="39536" y="91775"/>
                  <a:pt x="34964" y="82764"/>
                  <a:pt x="28240" y="74862"/>
                </a:cubicBezTo>
                <a:cubicBezTo>
                  <a:pt x="21516" y="66960"/>
                  <a:pt x="13313" y="61068"/>
                  <a:pt x="3631" y="57186"/>
                </a:cubicBezTo>
                <a:cubicBezTo>
                  <a:pt x="1614" y="56354"/>
                  <a:pt x="403" y="55592"/>
                  <a:pt x="0" y="54899"/>
                </a:cubicBezTo>
                <a:cubicBezTo>
                  <a:pt x="0" y="53928"/>
                  <a:pt x="269" y="53235"/>
                  <a:pt x="807" y="52819"/>
                </a:cubicBezTo>
                <a:cubicBezTo>
                  <a:pt x="1345" y="52403"/>
                  <a:pt x="2286" y="51918"/>
                  <a:pt x="3631" y="51363"/>
                </a:cubicBezTo>
                <a:cubicBezTo>
                  <a:pt x="10086" y="48729"/>
                  <a:pt x="15801" y="45264"/>
                  <a:pt x="20776" y="40966"/>
                </a:cubicBezTo>
                <a:cubicBezTo>
                  <a:pt x="25752" y="36668"/>
                  <a:pt x="29585" y="32440"/>
                  <a:pt x="32274" y="28281"/>
                </a:cubicBezTo>
                <a:cubicBezTo>
                  <a:pt x="34964" y="24122"/>
                  <a:pt x="37115" y="20032"/>
                  <a:pt x="38729" y="16012"/>
                </a:cubicBezTo>
                <a:cubicBezTo>
                  <a:pt x="40343" y="11992"/>
                  <a:pt x="41486" y="8803"/>
                  <a:pt x="42158" y="6446"/>
                </a:cubicBezTo>
                <a:lnTo>
                  <a:pt x="42763" y="2911"/>
                </a:lnTo>
                <a:cubicBezTo>
                  <a:pt x="43032" y="2079"/>
                  <a:pt x="43234" y="1525"/>
                  <a:pt x="43368" y="1248"/>
                </a:cubicBezTo>
                <a:cubicBezTo>
                  <a:pt x="43503" y="970"/>
                  <a:pt x="43839" y="693"/>
                  <a:pt x="44377" y="416"/>
                </a:cubicBezTo>
                <a:cubicBezTo>
                  <a:pt x="44915" y="139"/>
                  <a:pt x="45789" y="0"/>
                  <a:pt x="46999" y="0"/>
                </a:cubicBezTo>
                <a:cubicBezTo>
                  <a:pt x="49689" y="0"/>
                  <a:pt x="51033" y="762"/>
                  <a:pt x="51033" y="2287"/>
                </a:cubicBezTo>
                <a:cubicBezTo>
                  <a:pt x="51033" y="3258"/>
                  <a:pt x="50697" y="4991"/>
                  <a:pt x="50025" y="7486"/>
                </a:cubicBezTo>
                <a:cubicBezTo>
                  <a:pt x="48680" y="12616"/>
                  <a:pt x="46999" y="17398"/>
                  <a:pt x="44982" y="21835"/>
                </a:cubicBezTo>
                <a:cubicBezTo>
                  <a:pt x="42965" y="26271"/>
                  <a:pt x="40813" y="30014"/>
                  <a:pt x="38527" y="33064"/>
                </a:cubicBezTo>
                <a:cubicBezTo>
                  <a:pt x="36241" y="36114"/>
                  <a:pt x="34157" y="38679"/>
                  <a:pt x="32274" y="40758"/>
                </a:cubicBezTo>
                <a:cubicBezTo>
                  <a:pt x="30391" y="42838"/>
                  <a:pt x="28374" y="44778"/>
                  <a:pt x="26223" y="46581"/>
                </a:cubicBezTo>
                <a:cubicBezTo>
                  <a:pt x="24071" y="48383"/>
                  <a:pt x="22726" y="49561"/>
                  <a:pt x="22188" y="50116"/>
                </a:cubicBezTo>
                <a:lnTo>
                  <a:pt x="176297" y="50116"/>
                </a:lnTo>
                <a:cubicBezTo>
                  <a:pt x="178314" y="51363"/>
                  <a:pt x="179323" y="52750"/>
                  <a:pt x="179323" y="54275"/>
                </a:cubicBezTo>
                <a:lnTo>
                  <a:pt x="179323" y="519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D7B545-851C-4439-8506-74EE01A4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7054" y="6295313"/>
            <a:ext cx="179323" cy="108549"/>
          </a:xfrm>
          <a:custGeom xmlns:a="http://schemas.openxmlformats.org/drawingml/2006/main">
            <a:pathLst>
              <a:path w="179323" h="108549" fill="none">
                <a:moveTo>
                  <a:pt x="179323" y="51987"/>
                </a:moveTo>
                <a:cubicBezTo>
                  <a:pt x="179323" y="51987"/>
                  <a:pt x="179323" y="52750"/>
                  <a:pt x="179323" y="54275"/>
                </a:cubicBezTo>
                <a:cubicBezTo>
                  <a:pt x="179323" y="55800"/>
                  <a:pt x="178314" y="57186"/>
                  <a:pt x="176297" y="58434"/>
                </a:cubicBezTo>
                <a:lnTo>
                  <a:pt x="22188" y="58434"/>
                </a:lnTo>
                <a:cubicBezTo>
                  <a:pt x="22457" y="58711"/>
                  <a:pt x="23600" y="59681"/>
                  <a:pt x="25618" y="61345"/>
                </a:cubicBezTo>
                <a:cubicBezTo>
                  <a:pt x="27635" y="63009"/>
                  <a:pt x="29585" y="64880"/>
                  <a:pt x="31467" y="66960"/>
                </a:cubicBezTo>
                <a:cubicBezTo>
                  <a:pt x="33350" y="69039"/>
                  <a:pt x="35569" y="71604"/>
                  <a:pt x="38124" y="74654"/>
                </a:cubicBezTo>
                <a:cubicBezTo>
                  <a:pt x="40679" y="77704"/>
                  <a:pt x="42898" y="81585"/>
                  <a:pt x="44780" y="86299"/>
                </a:cubicBezTo>
                <a:cubicBezTo>
                  <a:pt x="46663" y="91012"/>
                  <a:pt x="48411" y="95934"/>
                  <a:pt x="50025" y="101063"/>
                </a:cubicBezTo>
                <a:cubicBezTo>
                  <a:pt x="50697" y="103559"/>
                  <a:pt x="51033" y="105292"/>
                  <a:pt x="51033" y="106262"/>
                </a:cubicBezTo>
                <a:cubicBezTo>
                  <a:pt x="51033" y="107787"/>
                  <a:pt x="49689" y="108549"/>
                  <a:pt x="46999" y="108549"/>
                </a:cubicBezTo>
                <a:cubicBezTo>
                  <a:pt x="46058" y="108549"/>
                  <a:pt x="45385" y="108549"/>
                  <a:pt x="44982" y="108549"/>
                </a:cubicBezTo>
                <a:cubicBezTo>
                  <a:pt x="44579" y="108549"/>
                  <a:pt x="44175" y="108272"/>
                  <a:pt x="43772" y="107718"/>
                </a:cubicBezTo>
                <a:cubicBezTo>
                  <a:pt x="43368" y="107163"/>
                  <a:pt x="43032" y="106539"/>
                  <a:pt x="42763" y="105846"/>
                </a:cubicBezTo>
                <a:cubicBezTo>
                  <a:pt x="42494" y="105153"/>
                  <a:pt x="42225" y="103836"/>
                  <a:pt x="41956" y="101895"/>
                </a:cubicBezTo>
                <a:cubicBezTo>
                  <a:pt x="39536" y="91775"/>
                  <a:pt x="34964" y="82764"/>
                  <a:pt x="28240" y="74862"/>
                </a:cubicBezTo>
                <a:cubicBezTo>
                  <a:pt x="21516" y="66960"/>
                  <a:pt x="13313" y="61068"/>
                  <a:pt x="3631" y="57186"/>
                </a:cubicBezTo>
                <a:cubicBezTo>
                  <a:pt x="1614" y="56354"/>
                  <a:pt x="403" y="55592"/>
                  <a:pt x="0" y="54899"/>
                </a:cubicBezTo>
                <a:cubicBezTo>
                  <a:pt x="0" y="53928"/>
                  <a:pt x="269" y="53235"/>
                  <a:pt x="807" y="52819"/>
                </a:cubicBezTo>
                <a:cubicBezTo>
                  <a:pt x="1345" y="52403"/>
                  <a:pt x="2286" y="51918"/>
                  <a:pt x="3631" y="51363"/>
                </a:cubicBezTo>
                <a:cubicBezTo>
                  <a:pt x="10086" y="48729"/>
                  <a:pt x="15801" y="45264"/>
                  <a:pt x="20776" y="40966"/>
                </a:cubicBezTo>
                <a:cubicBezTo>
                  <a:pt x="25752" y="36668"/>
                  <a:pt x="29585" y="32440"/>
                  <a:pt x="32274" y="28281"/>
                </a:cubicBezTo>
                <a:cubicBezTo>
                  <a:pt x="34964" y="24122"/>
                  <a:pt x="37115" y="20032"/>
                  <a:pt x="38729" y="16012"/>
                </a:cubicBezTo>
                <a:cubicBezTo>
                  <a:pt x="40343" y="11992"/>
                  <a:pt x="41486" y="8803"/>
                  <a:pt x="42158" y="6446"/>
                </a:cubicBezTo>
                <a:lnTo>
                  <a:pt x="42763" y="2911"/>
                </a:lnTo>
                <a:cubicBezTo>
                  <a:pt x="43032" y="2079"/>
                  <a:pt x="43234" y="1525"/>
                  <a:pt x="43368" y="1248"/>
                </a:cubicBezTo>
                <a:cubicBezTo>
                  <a:pt x="43503" y="970"/>
                  <a:pt x="43839" y="693"/>
                  <a:pt x="44377" y="416"/>
                </a:cubicBezTo>
                <a:cubicBezTo>
                  <a:pt x="44915" y="139"/>
                  <a:pt x="45789" y="0"/>
                  <a:pt x="46999" y="0"/>
                </a:cubicBezTo>
                <a:cubicBezTo>
                  <a:pt x="49689" y="0"/>
                  <a:pt x="51033" y="762"/>
                  <a:pt x="51033" y="2287"/>
                </a:cubicBezTo>
                <a:cubicBezTo>
                  <a:pt x="51033" y="3258"/>
                  <a:pt x="50697" y="4991"/>
                  <a:pt x="50025" y="7486"/>
                </a:cubicBezTo>
                <a:cubicBezTo>
                  <a:pt x="48680" y="12616"/>
                  <a:pt x="46999" y="17398"/>
                  <a:pt x="44982" y="21835"/>
                </a:cubicBezTo>
                <a:cubicBezTo>
                  <a:pt x="42965" y="26271"/>
                  <a:pt x="40813" y="30014"/>
                  <a:pt x="38527" y="33064"/>
                </a:cubicBezTo>
                <a:cubicBezTo>
                  <a:pt x="36241" y="36114"/>
                  <a:pt x="34157" y="38679"/>
                  <a:pt x="32274" y="40758"/>
                </a:cubicBezTo>
                <a:cubicBezTo>
                  <a:pt x="30391" y="42838"/>
                  <a:pt x="28374" y="44778"/>
                  <a:pt x="26223" y="46581"/>
                </a:cubicBezTo>
                <a:cubicBezTo>
                  <a:pt x="24071" y="48383"/>
                  <a:pt x="22726" y="49561"/>
                  <a:pt x="22188" y="50116"/>
                </a:cubicBezTo>
                <a:lnTo>
                  <a:pt x="176297" y="50116"/>
                </a:lnTo>
                <a:cubicBezTo>
                  <a:pt x="178314" y="51363"/>
                  <a:pt x="179323" y="52750"/>
                  <a:pt x="179323" y="54275"/>
                </a:cubicBezTo>
                <a:lnTo>
                  <a:pt x="179323" y="5198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8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E374D1-3F7D-40E1-9A23-960884DE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811" y="6231234"/>
            <a:ext cx="215685" cy="215685"/>
          </a:xfrm>
          <a:custGeom xmlns:a="http://schemas.openxmlformats.org/drawingml/2006/main">
            <a:pathLst>
              <a:path w="215685" h="215685">
                <a:moveTo>
                  <a:pt x="215685" y="107842"/>
                </a:moveTo>
                <a:cubicBezTo>
                  <a:pt x="215685" y="114923"/>
                  <a:pt x="214994" y="121936"/>
                  <a:pt x="213613" y="128881"/>
                </a:cubicBezTo>
                <a:cubicBezTo>
                  <a:pt x="212231" y="135826"/>
                  <a:pt x="210186" y="142570"/>
                  <a:pt x="207476" y="149112"/>
                </a:cubicBezTo>
                <a:cubicBezTo>
                  <a:pt x="204766" y="155654"/>
                  <a:pt x="201444" y="161869"/>
                  <a:pt x="197510" y="167756"/>
                </a:cubicBezTo>
                <a:cubicBezTo>
                  <a:pt x="193576" y="173644"/>
                  <a:pt x="189106" y="179091"/>
                  <a:pt x="184098" y="184098"/>
                </a:cubicBezTo>
                <a:cubicBezTo>
                  <a:pt x="179091" y="189105"/>
                  <a:pt x="173644" y="193576"/>
                  <a:pt x="167756" y="197510"/>
                </a:cubicBezTo>
                <a:cubicBezTo>
                  <a:pt x="161869" y="201444"/>
                  <a:pt x="155654" y="204766"/>
                  <a:pt x="149112" y="207475"/>
                </a:cubicBezTo>
                <a:cubicBezTo>
                  <a:pt x="142570" y="210185"/>
                  <a:pt x="135826" y="212231"/>
                  <a:pt x="128881" y="213612"/>
                </a:cubicBezTo>
                <a:cubicBezTo>
                  <a:pt x="121936" y="214994"/>
                  <a:pt x="114924" y="215685"/>
                  <a:pt x="107842" y="215685"/>
                </a:cubicBezTo>
                <a:cubicBezTo>
                  <a:pt x="100761" y="215685"/>
                  <a:pt x="93748" y="214994"/>
                  <a:pt x="86803" y="213612"/>
                </a:cubicBezTo>
                <a:cubicBezTo>
                  <a:pt x="79858" y="212231"/>
                  <a:pt x="73115" y="210185"/>
                  <a:pt x="66573" y="207475"/>
                </a:cubicBezTo>
                <a:cubicBezTo>
                  <a:pt x="60031" y="204766"/>
                  <a:pt x="53816" y="201444"/>
                  <a:pt x="47928" y="197510"/>
                </a:cubicBezTo>
                <a:cubicBezTo>
                  <a:pt x="42041" y="193576"/>
                  <a:pt x="36593" y="189105"/>
                  <a:pt x="31586" y="184098"/>
                </a:cubicBezTo>
                <a:cubicBezTo>
                  <a:pt x="26579" y="179091"/>
                  <a:pt x="22109" y="173644"/>
                  <a:pt x="18175" y="167756"/>
                </a:cubicBezTo>
                <a:cubicBezTo>
                  <a:pt x="14241" y="161869"/>
                  <a:pt x="10919" y="155654"/>
                  <a:pt x="8209" y="149112"/>
                </a:cubicBezTo>
                <a:cubicBezTo>
                  <a:pt x="5499" y="142570"/>
                  <a:pt x="3454" y="135826"/>
                  <a:pt x="2072" y="128881"/>
                </a:cubicBezTo>
                <a:cubicBezTo>
                  <a:pt x="691" y="121936"/>
                  <a:pt x="0" y="114923"/>
                  <a:pt x="0" y="107842"/>
                </a:cubicBezTo>
                <a:cubicBezTo>
                  <a:pt x="0" y="100761"/>
                  <a:pt x="691" y="93748"/>
                  <a:pt x="2072" y="86803"/>
                </a:cubicBezTo>
                <a:cubicBezTo>
                  <a:pt x="3454" y="79858"/>
                  <a:pt x="5499" y="73115"/>
                  <a:pt x="8209" y="66573"/>
                </a:cubicBezTo>
                <a:cubicBezTo>
                  <a:pt x="10919" y="60031"/>
                  <a:pt x="14241" y="53816"/>
                  <a:pt x="18175" y="47928"/>
                </a:cubicBezTo>
                <a:cubicBezTo>
                  <a:pt x="22109" y="42041"/>
                  <a:pt x="26579" y="36593"/>
                  <a:pt x="31586" y="31586"/>
                </a:cubicBezTo>
                <a:cubicBezTo>
                  <a:pt x="36593" y="26579"/>
                  <a:pt x="42041" y="22109"/>
                  <a:pt x="47928" y="18175"/>
                </a:cubicBezTo>
                <a:cubicBezTo>
                  <a:pt x="53816" y="14241"/>
                  <a:pt x="60031" y="10919"/>
                  <a:pt x="66573" y="8209"/>
                </a:cubicBezTo>
                <a:cubicBezTo>
                  <a:pt x="73115" y="5499"/>
                  <a:pt x="79858" y="3454"/>
                  <a:pt x="86803" y="2072"/>
                </a:cubicBezTo>
                <a:cubicBezTo>
                  <a:pt x="93748" y="691"/>
                  <a:pt x="100761" y="0"/>
                  <a:pt x="107842" y="0"/>
                </a:cubicBezTo>
                <a:cubicBezTo>
                  <a:pt x="114924" y="0"/>
                  <a:pt x="121936" y="691"/>
                  <a:pt x="128881" y="2072"/>
                </a:cubicBezTo>
                <a:cubicBezTo>
                  <a:pt x="135826" y="3454"/>
                  <a:pt x="142570" y="5499"/>
                  <a:pt x="149112" y="8209"/>
                </a:cubicBezTo>
                <a:cubicBezTo>
                  <a:pt x="155654" y="10919"/>
                  <a:pt x="161869" y="14241"/>
                  <a:pt x="167756" y="18175"/>
                </a:cubicBezTo>
                <a:cubicBezTo>
                  <a:pt x="173644" y="22109"/>
                  <a:pt x="179091" y="26579"/>
                  <a:pt x="184098" y="31586"/>
                </a:cubicBezTo>
                <a:cubicBezTo>
                  <a:pt x="189106" y="36593"/>
                  <a:pt x="193576" y="42041"/>
                  <a:pt x="197510" y="47928"/>
                </a:cubicBezTo>
                <a:cubicBezTo>
                  <a:pt x="201444" y="53816"/>
                  <a:pt x="204766" y="60031"/>
                  <a:pt x="207476" y="66573"/>
                </a:cubicBezTo>
                <a:cubicBezTo>
                  <a:pt x="210186" y="73115"/>
                  <a:pt x="212231" y="79858"/>
                  <a:pt x="213613" y="86803"/>
                </a:cubicBezTo>
                <a:cubicBezTo>
                  <a:pt x="214994" y="93748"/>
                  <a:pt x="215685" y="100761"/>
                  <a:pt x="215685" y="10784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C08AE5-B263-4CD2-BA5B-041E4822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811" y="6231234"/>
            <a:ext cx="215685" cy="215685"/>
          </a:xfrm>
          <a:custGeom xmlns:a="http://schemas.openxmlformats.org/drawingml/2006/main">
            <a:pathLst>
              <a:path w="215685" h="215685" fill="none">
                <a:moveTo>
                  <a:pt x="215685" y="107842"/>
                </a:moveTo>
                <a:cubicBezTo>
                  <a:pt x="215685" y="114923"/>
                  <a:pt x="214994" y="121936"/>
                  <a:pt x="213613" y="128881"/>
                </a:cubicBezTo>
                <a:cubicBezTo>
                  <a:pt x="212231" y="135826"/>
                  <a:pt x="210186" y="142570"/>
                  <a:pt x="207476" y="149112"/>
                </a:cubicBezTo>
                <a:cubicBezTo>
                  <a:pt x="204766" y="155654"/>
                  <a:pt x="201444" y="161869"/>
                  <a:pt x="197510" y="167756"/>
                </a:cubicBezTo>
                <a:cubicBezTo>
                  <a:pt x="193576" y="173644"/>
                  <a:pt x="189106" y="179091"/>
                  <a:pt x="184098" y="184098"/>
                </a:cubicBezTo>
                <a:cubicBezTo>
                  <a:pt x="179091" y="189105"/>
                  <a:pt x="173644" y="193576"/>
                  <a:pt x="167756" y="197510"/>
                </a:cubicBezTo>
                <a:cubicBezTo>
                  <a:pt x="161869" y="201444"/>
                  <a:pt x="155654" y="204766"/>
                  <a:pt x="149112" y="207475"/>
                </a:cubicBezTo>
                <a:cubicBezTo>
                  <a:pt x="142570" y="210185"/>
                  <a:pt x="135826" y="212231"/>
                  <a:pt x="128881" y="213612"/>
                </a:cubicBezTo>
                <a:cubicBezTo>
                  <a:pt x="121936" y="214994"/>
                  <a:pt x="114924" y="215685"/>
                  <a:pt x="107842" y="215685"/>
                </a:cubicBezTo>
                <a:cubicBezTo>
                  <a:pt x="100761" y="215685"/>
                  <a:pt x="93748" y="214994"/>
                  <a:pt x="86803" y="213612"/>
                </a:cubicBezTo>
                <a:cubicBezTo>
                  <a:pt x="79858" y="212231"/>
                  <a:pt x="73115" y="210185"/>
                  <a:pt x="66573" y="207475"/>
                </a:cubicBezTo>
                <a:cubicBezTo>
                  <a:pt x="60031" y="204766"/>
                  <a:pt x="53816" y="201444"/>
                  <a:pt x="47928" y="197510"/>
                </a:cubicBezTo>
                <a:cubicBezTo>
                  <a:pt x="42041" y="193576"/>
                  <a:pt x="36593" y="189105"/>
                  <a:pt x="31586" y="184098"/>
                </a:cubicBezTo>
                <a:cubicBezTo>
                  <a:pt x="26579" y="179091"/>
                  <a:pt x="22109" y="173644"/>
                  <a:pt x="18175" y="167756"/>
                </a:cubicBezTo>
                <a:cubicBezTo>
                  <a:pt x="14241" y="161869"/>
                  <a:pt x="10919" y="155654"/>
                  <a:pt x="8209" y="149112"/>
                </a:cubicBezTo>
                <a:cubicBezTo>
                  <a:pt x="5499" y="142570"/>
                  <a:pt x="3454" y="135826"/>
                  <a:pt x="2072" y="128881"/>
                </a:cubicBezTo>
                <a:cubicBezTo>
                  <a:pt x="691" y="121936"/>
                  <a:pt x="0" y="114923"/>
                  <a:pt x="0" y="107842"/>
                </a:cubicBezTo>
                <a:cubicBezTo>
                  <a:pt x="0" y="100761"/>
                  <a:pt x="691" y="93748"/>
                  <a:pt x="2072" y="86803"/>
                </a:cubicBezTo>
                <a:cubicBezTo>
                  <a:pt x="3454" y="79858"/>
                  <a:pt x="5499" y="73115"/>
                  <a:pt x="8209" y="66573"/>
                </a:cubicBezTo>
                <a:cubicBezTo>
                  <a:pt x="10919" y="60031"/>
                  <a:pt x="14241" y="53816"/>
                  <a:pt x="18175" y="47928"/>
                </a:cubicBezTo>
                <a:cubicBezTo>
                  <a:pt x="22109" y="42041"/>
                  <a:pt x="26579" y="36593"/>
                  <a:pt x="31586" y="31586"/>
                </a:cubicBezTo>
                <a:cubicBezTo>
                  <a:pt x="36593" y="26579"/>
                  <a:pt x="42041" y="22109"/>
                  <a:pt x="47928" y="18175"/>
                </a:cubicBezTo>
                <a:cubicBezTo>
                  <a:pt x="53816" y="14241"/>
                  <a:pt x="60031" y="10919"/>
                  <a:pt x="66573" y="8209"/>
                </a:cubicBezTo>
                <a:cubicBezTo>
                  <a:pt x="73115" y="5499"/>
                  <a:pt x="79858" y="3454"/>
                  <a:pt x="86803" y="2072"/>
                </a:cubicBezTo>
                <a:cubicBezTo>
                  <a:pt x="93748" y="691"/>
                  <a:pt x="100761" y="0"/>
                  <a:pt x="107842" y="0"/>
                </a:cubicBezTo>
                <a:cubicBezTo>
                  <a:pt x="114924" y="0"/>
                  <a:pt x="121936" y="691"/>
                  <a:pt x="128881" y="2072"/>
                </a:cubicBezTo>
                <a:cubicBezTo>
                  <a:pt x="135826" y="3454"/>
                  <a:pt x="142570" y="5499"/>
                  <a:pt x="149112" y="8209"/>
                </a:cubicBezTo>
                <a:cubicBezTo>
                  <a:pt x="155654" y="10919"/>
                  <a:pt x="161869" y="14241"/>
                  <a:pt x="167756" y="18175"/>
                </a:cubicBezTo>
                <a:cubicBezTo>
                  <a:pt x="173644" y="22109"/>
                  <a:pt x="179091" y="26579"/>
                  <a:pt x="184098" y="31586"/>
                </a:cubicBezTo>
                <a:cubicBezTo>
                  <a:pt x="189106" y="36593"/>
                  <a:pt x="193576" y="42041"/>
                  <a:pt x="197510" y="47928"/>
                </a:cubicBezTo>
                <a:cubicBezTo>
                  <a:pt x="201444" y="53816"/>
                  <a:pt x="204766" y="60031"/>
                  <a:pt x="207476" y="66573"/>
                </a:cubicBezTo>
                <a:cubicBezTo>
                  <a:pt x="210186" y="73115"/>
                  <a:pt x="212231" y="79858"/>
                  <a:pt x="213613" y="86803"/>
                </a:cubicBezTo>
                <a:cubicBezTo>
                  <a:pt x="214994" y="93748"/>
                  <a:pt x="215685" y="100761"/>
                  <a:pt x="215685" y="10784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379" cap="flat">
            <a:solidFill>
              <a:srgbClr val="000000"/>
            </a:solidFill>
            <a:miter/>
          </a:ln>
        </p:spPr>
      </p:sp>
      <p:sp>
        <p:nvSpPr>
          <p:cNvPr id="836" name="Text 1">
            <a:extLst xmlns:a="http://schemas.openxmlformats.org/drawingml/2006/main">
              <a:ext uri="{FF2B5EF4-FFF2-40B4-BE49-F238E27FC236}">
                <a16:creationId xmlns:a16="http://schemas.microsoft.com/office/drawing/2014/main" id="{B004A75E-FBCF-45E3-9968-C824B3BD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78" y="6265384"/>
            <a:ext cx="45496" cy="124019"/>
          </a:xfrm>
          <a:custGeom xmlns:a="http://schemas.openxmlformats.org/drawingml/2006/main">
            <a:pathLst>
              <a:path w="45496" h="124019">
                <a:moveTo>
                  <a:pt x="45496" y="124019"/>
                </a:moveTo>
                <a:lnTo>
                  <a:pt x="30331" y="124019"/>
                </a:lnTo>
                <a:lnTo>
                  <a:pt x="30331" y="27382"/>
                </a:lnTo>
                <a:cubicBezTo>
                  <a:pt x="26680" y="30864"/>
                  <a:pt x="21891" y="34347"/>
                  <a:pt x="15966" y="37829"/>
                </a:cubicBezTo>
                <a:cubicBezTo>
                  <a:pt x="10040" y="41312"/>
                  <a:pt x="4718" y="43923"/>
                  <a:pt x="0" y="45665"/>
                </a:cubicBezTo>
                <a:lnTo>
                  <a:pt x="0" y="31005"/>
                </a:lnTo>
                <a:cubicBezTo>
                  <a:pt x="8481" y="27017"/>
                  <a:pt x="15896" y="22186"/>
                  <a:pt x="22242" y="16513"/>
                </a:cubicBezTo>
                <a:cubicBezTo>
                  <a:pt x="28589" y="10840"/>
                  <a:pt x="33083" y="5336"/>
                  <a:pt x="35723" y="0"/>
                </a:cubicBezTo>
                <a:lnTo>
                  <a:pt x="45496" y="0"/>
                </a:lnTo>
                <a:lnTo>
                  <a:pt x="45496" y="1240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7" name="Text Shar">
            <a:extLst xmlns:a="http://schemas.openxmlformats.org/drawingml/2006/main">
              <a:ext uri="{FF2B5EF4-FFF2-40B4-BE49-F238E27FC236}">
                <a16:creationId xmlns:a16="http://schemas.microsoft.com/office/drawing/2014/main" id="{6E7D4C5A-1778-43D8-8E92-AD818D4D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595" y="4926622"/>
            <a:ext cx="367203" cy="127557"/>
          </a:xfrm>
          <a:custGeom xmlns:a="http://schemas.openxmlformats.org/drawingml/2006/main">
            <a:pathLst>
              <a:path w="367203" h="127557">
                <a:moveTo>
                  <a:pt x="0" y="85600"/>
                </a:moveTo>
                <a:lnTo>
                  <a:pt x="16176" y="84083"/>
                </a:lnTo>
                <a:lnTo>
                  <a:pt x="16008" y="88380"/>
                </a:lnTo>
                <a:cubicBezTo>
                  <a:pt x="16008" y="93154"/>
                  <a:pt x="17103" y="97522"/>
                  <a:pt x="19294" y="101481"/>
                </a:cubicBezTo>
                <a:cubicBezTo>
                  <a:pt x="21484" y="105441"/>
                  <a:pt x="25107" y="108502"/>
                  <a:pt x="30162" y="110665"/>
                </a:cubicBezTo>
                <a:cubicBezTo>
                  <a:pt x="35217" y="112827"/>
                  <a:pt x="41227" y="113909"/>
                  <a:pt x="48192" y="113909"/>
                </a:cubicBezTo>
                <a:cubicBezTo>
                  <a:pt x="58078" y="113909"/>
                  <a:pt x="65618" y="111744"/>
                  <a:pt x="70814" y="107416"/>
                </a:cubicBezTo>
                <a:cubicBezTo>
                  <a:pt x="76009" y="103087"/>
                  <a:pt x="78607" y="98141"/>
                  <a:pt x="78607" y="92577"/>
                </a:cubicBezTo>
                <a:cubicBezTo>
                  <a:pt x="78607" y="88698"/>
                  <a:pt x="77231" y="85157"/>
                  <a:pt x="74479" y="81953"/>
                </a:cubicBezTo>
                <a:cubicBezTo>
                  <a:pt x="71670" y="78811"/>
                  <a:pt x="64003" y="74548"/>
                  <a:pt x="51478" y="69163"/>
                </a:cubicBezTo>
                <a:cubicBezTo>
                  <a:pt x="41761" y="64956"/>
                  <a:pt x="35133" y="61730"/>
                  <a:pt x="31594" y="59487"/>
                </a:cubicBezTo>
                <a:cubicBezTo>
                  <a:pt x="26034" y="55841"/>
                  <a:pt x="21934" y="51873"/>
                  <a:pt x="19294" y="47581"/>
                </a:cubicBezTo>
                <a:cubicBezTo>
                  <a:pt x="16654" y="43290"/>
                  <a:pt x="15334" y="38395"/>
                  <a:pt x="15334" y="32898"/>
                </a:cubicBezTo>
                <a:cubicBezTo>
                  <a:pt x="15334" y="26560"/>
                  <a:pt x="17075" y="20838"/>
                  <a:pt x="20557" y="15734"/>
                </a:cubicBezTo>
                <a:cubicBezTo>
                  <a:pt x="24040" y="10630"/>
                  <a:pt x="29137" y="6731"/>
                  <a:pt x="35849" y="4039"/>
                </a:cubicBezTo>
                <a:cubicBezTo>
                  <a:pt x="42561" y="1346"/>
                  <a:pt x="50130" y="0"/>
                  <a:pt x="58555" y="0"/>
                </a:cubicBezTo>
                <a:cubicBezTo>
                  <a:pt x="68609" y="0"/>
                  <a:pt x="77090" y="1685"/>
                  <a:pt x="83999" y="5055"/>
                </a:cubicBezTo>
                <a:cubicBezTo>
                  <a:pt x="90908" y="8425"/>
                  <a:pt x="95921" y="12919"/>
                  <a:pt x="99038" y="18535"/>
                </a:cubicBezTo>
                <a:cubicBezTo>
                  <a:pt x="102155" y="24152"/>
                  <a:pt x="103714" y="29516"/>
                  <a:pt x="103714" y="34628"/>
                </a:cubicBezTo>
                <a:cubicBezTo>
                  <a:pt x="103714" y="35133"/>
                  <a:pt x="103686" y="35976"/>
                  <a:pt x="103630" y="37155"/>
                </a:cubicBezTo>
                <a:lnTo>
                  <a:pt x="87706" y="38419"/>
                </a:lnTo>
                <a:cubicBezTo>
                  <a:pt x="87706" y="34924"/>
                  <a:pt x="87397" y="32190"/>
                  <a:pt x="86779" y="30217"/>
                </a:cubicBezTo>
                <a:cubicBezTo>
                  <a:pt x="85656" y="26781"/>
                  <a:pt x="83915" y="23879"/>
                  <a:pt x="81556" y="21513"/>
                </a:cubicBezTo>
                <a:cubicBezTo>
                  <a:pt x="79197" y="19145"/>
                  <a:pt x="75953" y="17243"/>
                  <a:pt x="71825" y="15805"/>
                </a:cubicBezTo>
                <a:cubicBezTo>
                  <a:pt x="67696" y="14368"/>
                  <a:pt x="63077" y="13649"/>
                  <a:pt x="57965" y="13649"/>
                </a:cubicBezTo>
                <a:cubicBezTo>
                  <a:pt x="48978" y="13649"/>
                  <a:pt x="41986" y="15672"/>
                  <a:pt x="36987" y="19718"/>
                </a:cubicBezTo>
                <a:cubicBezTo>
                  <a:pt x="33167" y="22810"/>
                  <a:pt x="31257" y="26913"/>
                  <a:pt x="31257" y="32026"/>
                </a:cubicBezTo>
                <a:cubicBezTo>
                  <a:pt x="31257" y="35061"/>
                  <a:pt x="32044" y="37773"/>
                  <a:pt x="33617" y="40162"/>
                </a:cubicBezTo>
                <a:cubicBezTo>
                  <a:pt x="35189" y="42551"/>
                  <a:pt x="38026" y="44897"/>
                  <a:pt x="42126" y="47202"/>
                </a:cubicBezTo>
                <a:cubicBezTo>
                  <a:pt x="45047" y="48829"/>
                  <a:pt x="51983" y="52055"/>
                  <a:pt x="62936" y="56878"/>
                </a:cubicBezTo>
                <a:cubicBezTo>
                  <a:pt x="71811" y="60804"/>
                  <a:pt x="77933" y="63890"/>
                  <a:pt x="81303" y="66135"/>
                </a:cubicBezTo>
                <a:cubicBezTo>
                  <a:pt x="85797" y="69108"/>
                  <a:pt x="89251" y="72713"/>
                  <a:pt x="91666" y="76948"/>
                </a:cubicBezTo>
                <a:cubicBezTo>
                  <a:pt x="94081" y="81182"/>
                  <a:pt x="95289" y="85991"/>
                  <a:pt x="95289" y="91376"/>
                </a:cubicBezTo>
                <a:cubicBezTo>
                  <a:pt x="95289" y="98052"/>
                  <a:pt x="93253" y="104208"/>
                  <a:pt x="89181" y="109846"/>
                </a:cubicBezTo>
                <a:cubicBezTo>
                  <a:pt x="85108" y="115484"/>
                  <a:pt x="79478" y="119846"/>
                  <a:pt x="72288" y="122931"/>
                </a:cubicBezTo>
                <a:cubicBezTo>
                  <a:pt x="65099" y="126015"/>
                  <a:pt x="56870" y="127557"/>
                  <a:pt x="47602" y="127557"/>
                </a:cubicBezTo>
                <a:cubicBezTo>
                  <a:pt x="33617" y="127557"/>
                  <a:pt x="22200" y="124516"/>
                  <a:pt x="13354" y="118434"/>
                </a:cubicBezTo>
                <a:cubicBezTo>
                  <a:pt x="4507" y="112353"/>
                  <a:pt x="56" y="101408"/>
                  <a:pt x="0" y="85600"/>
                </a:cubicBezTo>
                <a:close/>
                <a:moveTo>
                  <a:pt x="108686" y="125535"/>
                </a:moveTo>
                <a:lnTo>
                  <a:pt x="134467" y="2022"/>
                </a:lnTo>
                <a:lnTo>
                  <a:pt x="149717" y="2022"/>
                </a:lnTo>
                <a:lnTo>
                  <a:pt x="139860" y="49448"/>
                </a:lnTo>
                <a:cubicBezTo>
                  <a:pt x="145533" y="43947"/>
                  <a:pt x="150812" y="40004"/>
                  <a:pt x="155699" y="37618"/>
                </a:cubicBezTo>
                <a:cubicBezTo>
                  <a:pt x="160586" y="35231"/>
                  <a:pt x="165613" y="34038"/>
                  <a:pt x="170780" y="34038"/>
                </a:cubicBezTo>
                <a:cubicBezTo>
                  <a:pt x="178194" y="34038"/>
                  <a:pt x="183951" y="35990"/>
                  <a:pt x="188052" y="39893"/>
                </a:cubicBezTo>
                <a:cubicBezTo>
                  <a:pt x="192152" y="43795"/>
                  <a:pt x="194202" y="48947"/>
                  <a:pt x="194202" y="55348"/>
                </a:cubicBezTo>
                <a:cubicBezTo>
                  <a:pt x="194202" y="58494"/>
                  <a:pt x="193303" y="64279"/>
                  <a:pt x="191506" y="72704"/>
                </a:cubicBezTo>
                <a:lnTo>
                  <a:pt x="180469" y="125535"/>
                </a:lnTo>
                <a:lnTo>
                  <a:pt x="165219" y="125535"/>
                </a:lnTo>
                <a:lnTo>
                  <a:pt x="176593" y="71419"/>
                </a:lnTo>
                <a:cubicBezTo>
                  <a:pt x="178222" y="63565"/>
                  <a:pt x="179037" y="58627"/>
                  <a:pt x="179037" y="56607"/>
                </a:cubicBezTo>
                <a:cubicBezTo>
                  <a:pt x="179037" y="53690"/>
                  <a:pt x="178026" y="51305"/>
                  <a:pt x="176004" y="49453"/>
                </a:cubicBezTo>
                <a:cubicBezTo>
                  <a:pt x="173982" y="47601"/>
                  <a:pt x="171061" y="46676"/>
                  <a:pt x="167241" y="46676"/>
                </a:cubicBezTo>
                <a:cubicBezTo>
                  <a:pt x="161737" y="46676"/>
                  <a:pt x="156485" y="48119"/>
                  <a:pt x="151486" y="51007"/>
                </a:cubicBezTo>
                <a:cubicBezTo>
                  <a:pt x="146487" y="53892"/>
                  <a:pt x="142570" y="57844"/>
                  <a:pt x="139733" y="62862"/>
                </a:cubicBezTo>
                <a:cubicBezTo>
                  <a:pt x="136897" y="67879"/>
                  <a:pt x="134299" y="75964"/>
                  <a:pt x="131940" y="87119"/>
                </a:cubicBezTo>
                <a:lnTo>
                  <a:pt x="123936" y="125535"/>
                </a:lnTo>
                <a:lnTo>
                  <a:pt x="108686" y="125535"/>
                </a:lnTo>
                <a:close/>
                <a:moveTo>
                  <a:pt x="264947" y="114414"/>
                </a:moveTo>
                <a:cubicBezTo>
                  <a:pt x="259668" y="118964"/>
                  <a:pt x="254584" y="122292"/>
                  <a:pt x="249698" y="124398"/>
                </a:cubicBezTo>
                <a:cubicBezTo>
                  <a:pt x="244811" y="126504"/>
                  <a:pt x="239587" y="127557"/>
                  <a:pt x="234027" y="127557"/>
                </a:cubicBezTo>
                <a:cubicBezTo>
                  <a:pt x="225770" y="127557"/>
                  <a:pt x="219114" y="125128"/>
                  <a:pt x="214059" y="120270"/>
                </a:cubicBezTo>
                <a:cubicBezTo>
                  <a:pt x="209004" y="115411"/>
                  <a:pt x="206476" y="109190"/>
                  <a:pt x="206476" y="101608"/>
                </a:cubicBezTo>
                <a:cubicBezTo>
                  <a:pt x="206476" y="96609"/>
                  <a:pt x="207614" y="92186"/>
                  <a:pt x="209889" y="88338"/>
                </a:cubicBezTo>
                <a:cubicBezTo>
                  <a:pt x="212163" y="84491"/>
                  <a:pt x="215183" y="81401"/>
                  <a:pt x="218946" y="79070"/>
                </a:cubicBezTo>
                <a:cubicBezTo>
                  <a:pt x="222709" y="76739"/>
                  <a:pt x="227315" y="75068"/>
                  <a:pt x="232763" y="74057"/>
                </a:cubicBezTo>
                <a:cubicBezTo>
                  <a:pt x="236189" y="73383"/>
                  <a:pt x="242691" y="72850"/>
                  <a:pt x="252267" y="72457"/>
                </a:cubicBezTo>
                <a:cubicBezTo>
                  <a:pt x="261844" y="72063"/>
                  <a:pt x="268711" y="71052"/>
                  <a:pt x="272867" y="69424"/>
                </a:cubicBezTo>
                <a:cubicBezTo>
                  <a:pt x="274046" y="65267"/>
                  <a:pt x="274636" y="61813"/>
                  <a:pt x="274636" y="59061"/>
                </a:cubicBezTo>
                <a:cubicBezTo>
                  <a:pt x="274636" y="55522"/>
                  <a:pt x="273344" y="52742"/>
                  <a:pt x="270761" y="50720"/>
                </a:cubicBezTo>
                <a:cubicBezTo>
                  <a:pt x="267222" y="47911"/>
                  <a:pt x="262055" y="46507"/>
                  <a:pt x="255258" y="46507"/>
                </a:cubicBezTo>
                <a:cubicBezTo>
                  <a:pt x="248855" y="46507"/>
                  <a:pt x="243618" y="47925"/>
                  <a:pt x="239545" y="50762"/>
                </a:cubicBezTo>
                <a:cubicBezTo>
                  <a:pt x="235473" y="53598"/>
                  <a:pt x="232510" y="57628"/>
                  <a:pt x="230657" y="62852"/>
                </a:cubicBezTo>
                <a:lnTo>
                  <a:pt x="215239" y="61504"/>
                </a:lnTo>
                <a:cubicBezTo>
                  <a:pt x="218384" y="52629"/>
                  <a:pt x="223369" y="45833"/>
                  <a:pt x="230193" y="41115"/>
                </a:cubicBezTo>
                <a:cubicBezTo>
                  <a:pt x="237018" y="36397"/>
                  <a:pt x="245626" y="34038"/>
                  <a:pt x="256017" y="34038"/>
                </a:cubicBezTo>
                <a:cubicBezTo>
                  <a:pt x="267082" y="34038"/>
                  <a:pt x="275844" y="36678"/>
                  <a:pt x="282303" y="41957"/>
                </a:cubicBezTo>
                <a:cubicBezTo>
                  <a:pt x="287246" y="45889"/>
                  <a:pt x="289717" y="51000"/>
                  <a:pt x="289717" y="57291"/>
                </a:cubicBezTo>
                <a:cubicBezTo>
                  <a:pt x="289717" y="62066"/>
                  <a:pt x="289015" y="67598"/>
                  <a:pt x="287611" y="73889"/>
                </a:cubicBezTo>
                <a:lnTo>
                  <a:pt x="282640" y="96131"/>
                </a:lnTo>
                <a:cubicBezTo>
                  <a:pt x="281067" y="103209"/>
                  <a:pt x="280281" y="108966"/>
                  <a:pt x="280281" y="113403"/>
                </a:cubicBezTo>
                <a:cubicBezTo>
                  <a:pt x="280281" y="116211"/>
                  <a:pt x="280899" y="120256"/>
                  <a:pt x="282135" y="125535"/>
                </a:cubicBezTo>
                <a:lnTo>
                  <a:pt x="266717" y="125535"/>
                </a:lnTo>
                <a:cubicBezTo>
                  <a:pt x="265874" y="122615"/>
                  <a:pt x="265284" y="118907"/>
                  <a:pt x="264947" y="114414"/>
                </a:cubicBezTo>
                <a:moveTo>
                  <a:pt x="270592" y="80208"/>
                </a:moveTo>
                <a:cubicBezTo>
                  <a:pt x="268458" y="81050"/>
                  <a:pt x="266169" y="81696"/>
                  <a:pt x="263726" y="82146"/>
                </a:cubicBezTo>
                <a:cubicBezTo>
                  <a:pt x="261282" y="82595"/>
                  <a:pt x="257196" y="83072"/>
                  <a:pt x="251467" y="83578"/>
                </a:cubicBezTo>
                <a:cubicBezTo>
                  <a:pt x="242592" y="84364"/>
                  <a:pt x="236330" y="85361"/>
                  <a:pt x="232679" y="86569"/>
                </a:cubicBezTo>
                <a:cubicBezTo>
                  <a:pt x="229028" y="87776"/>
                  <a:pt x="226276" y="89700"/>
                  <a:pt x="224422" y="92340"/>
                </a:cubicBezTo>
                <a:cubicBezTo>
                  <a:pt x="222569" y="94980"/>
                  <a:pt x="221642" y="97901"/>
                  <a:pt x="221642" y="101102"/>
                </a:cubicBezTo>
                <a:cubicBezTo>
                  <a:pt x="221642" y="105371"/>
                  <a:pt x="223116" y="108882"/>
                  <a:pt x="226065" y="111634"/>
                </a:cubicBezTo>
                <a:cubicBezTo>
                  <a:pt x="229014" y="114386"/>
                  <a:pt x="233212" y="115762"/>
                  <a:pt x="238661" y="115762"/>
                </a:cubicBezTo>
                <a:cubicBezTo>
                  <a:pt x="243716" y="115762"/>
                  <a:pt x="248574" y="114428"/>
                  <a:pt x="253236" y="111760"/>
                </a:cubicBezTo>
                <a:cubicBezTo>
                  <a:pt x="257898" y="109092"/>
                  <a:pt x="261577" y="105371"/>
                  <a:pt x="264273" y="100597"/>
                </a:cubicBezTo>
                <a:cubicBezTo>
                  <a:pt x="266969" y="95822"/>
                  <a:pt x="269076" y="89026"/>
                  <a:pt x="270592" y="80208"/>
                </a:cubicBezTo>
                <a:close/>
                <a:moveTo>
                  <a:pt x="300560" y="125535"/>
                </a:moveTo>
                <a:lnTo>
                  <a:pt x="319263" y="36060"/>
                </a:lnTo>
                <a:lnTo>
                  <a:pt x="332744" y="36060"/>
                </a:lnTo>
                <a:lnTo>
                  <a:pt x="328952" y="54421"/>
                </a:lnTo>
                <a:cubicBezTo>
                  <a:pt x="333558" y="47486"/>
                  <a:pt x="338066" y="42356"/>
                  <a:pt x="342475" y="39030"/>
                </a:cubicBezTo>
                <a:cubicBezTo>
                  <a:pt x="346884" y="35702"/>
                  <a:pt x="351391" y="34038"/>
                  <a:pt x="355997" y="34038"/>
                </a:cubicBezTo>
                <a:cubicBezTo>
                  <a:pt x="359030" y="34038"/>
                  <a:pt x="362765" y="35105"/>
                  <a:pt x="367203" y="37239"/>
                </a:cubicBezTo>
                <a:lnTo>
                  <a:pt x="360968" y="51394"/>
                </a:lnTo>
                <a:cubicBezTo>
                  <a:pt x="358328" y="49596"/>
                  <a:pt x="355436" y="48698"/>
                  <a:pt x="352290" y="48698"/>
                </a:cubicBezTo>
                <a:cubicBezTo>
                  <a:pt x="346954" y="48698"/>
                  <a:pt x="341478" y="51669"/>
                  <a:pt x="335861" y="57612"/>
                </a:cubicBezTo>
                <a:cubicBezTo>
                  <a:pt x="330244" y="63554"/>
                  <a:pt x="325835" y="74233"/>
                  <a:pt x="322634" y="89649"/>
                </a:cubicBezTo>
                <a:lnTo>
                  <a:pt x="315051" y="125535"/>
                </a:lnTo>
                <a:lnTo>
                  <a:pt x="300560" y="1255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8" name="Text e">
            <a:extLst xmlns:a="http://schemas.openxmlformats.org/drawingml/2006/main">
              <a:ext uri="{FF2B5EF4-FFF2-40B4-BE49-F238E27FC236}">
                <a16:creationId xmlns:a16="http://schemas.microsoft.com/office/drawing/2014/main" id="{9C98ACF3-45E1-433C-821E-14AADA13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5814" y="4960659"/>
            <a:ext cx="82820" cy="93520"/>
          </a:xfrm>
          <a:custGeom xmlns:a="http://schemas.openxmlformats.org/drawingml/2006/main">
            <a:pathLst>
              <a:path w="82820" h="93520">
                <a:moveTo>
                  <a:pt x="62515" y="61335"/>
                </a:moveTo>
                <a:lnTo>
                  <a:pt x="77343" y="62683"/>
                </a:lnTo>
                <a:cubicBezTo>
                  <a:pt x="75209" y="70022"/>
                  <a:pt x="70308" y="76997"/>
                  <a:pt x="62641" y="83607"/>
                </a:cubicBezTo>
                <a:cubicBezTo>
                  <a:pt x="54974" y="90215"/>
                  <a:pt x="45833" y="93520"/>
                  <a:pt x="35217" y="93520"/>
                </a:cubicBezTo>
                <a:cubicBezTo>
                  <a:pt x="28589" y="93520"/>
                  <a:pt x="22509" y="91989"/>
                  <a:pt x="16977" y="88928"/>
                </a:cubicBezTo>
                <a:cubicBezTo>
                  <a:pt x="11444" y="85867"/>
                  <a:pt x="7232" y="81415"/>
                  <a:pt x="4339" y="75574"/>
                </a:cubicBezTo>
                <a:cubicBezTo>
                  <a:pt x="1446" y="69732"/>
                  <a:pt x="0" y="63077"/>
                  <a:pt x="0" y="55606"/>
                </a:cubicBezTo>
                <a:cubicBezTo>
                  <a:pt x="0" y="45833"/>
                  <a:pt x="2261" y="36355"/>
                  <a:pt x="6782" y="27171"/>
                </a:cubicBezTo>
                <a:cubicBezTo>
                  <a:pt x="11304" y="17988"/>
                  <a:pt x="17159" y="11163"/>
                  <a:pt x="24349" y="6698"/>
                </a:cubicBezTo>
                <a:cubicBezTo>
                  <a:pt x="31538" y="2233"/>
                  <a:pt x="39318" y="0"/>
                  <a:pt x="47687" y="0"/>
                </a:cubicBezTo>
                <a:cubicBezTo>
                  <a:pt x="58358" y="0"/>
                  <a:pt x="66882" y="3314"/>
                  <a:pt x="73257" y="9942"/>
                </a:cubicBezTo>
                <a:cubicBezTo>
                  <a:pt x="79632" y="16570"/>
                  <a:pt x="82820" y="25613"/>
                  <a:pt x="82820" y="37071"/>
                </a:cubicBezTo>
                <a:cubicBezTo>
                  <a:pt x="82820" y="41452"/>
                  <a:pt x="82426" y="45945"/>
                  <a:pt x="81640" y="50551"/>
                </a:cubicBezTo>
                <a:lnTo>
                  <a:pt x="15755" y="50551"/>
                </a:lnTo>
                <a:cubicBezTo>
                  <a:pt x="15530" y="52292"/>
                  <a:pt x="15418" y="53865"/>
                  <a:pt x="15418" y="55269"/>
                </a:cubicBezTo>
                <a:cubicBezTo>
                  <a:pt x="15418" y="63638"/>
                  <a:pt x="17342" y="70027"/>
                  <a:pt x="21189" y="74437"/>
                </a:cubicBezTo>
                <a:cubicBezTo>
                  <a:pt x="25037" y="78846"/>
                  <a:pt x="29741" y="81050"/>
                  <a:pt x="35302" y="81050"/>
                </a:cubicBezTo>
                <a:cubicBezTo>
                  <a:pt x="40525" y="81050"/>
                  <a:pt x="45665" y="79359"/>
                  <a:pt x="50720" y="75977"/>
                </a:cubicBezTo>
                <a:cubicBezTo>
                  <a:pt x="55775" y="72593"/>
                  <a:pt x="59707" y="67712"/>
                  <a:pt x="62515" y="61335"/>
                </a:cubicBezTo>
                <a:moveTo>
                  <a:pt x="18198" y="38756"/>
                </a:moveTo>
                <a:lnTo>
                  <a:pt x="68413" y="38756"/>
                </a:lnTo>
                <a:cubicBezTo>
                  <a:pt x="68469" y="37188"/>
                  <a:pt x="68497" y="36069"/>
                  <a:pt x="68497" y="35396"/>
                </a:cubicBezTo>
                <a:cubicBezTo>
                  <a:pt x="68497" y="27782"/>
                  <a:pt x="66587" y="21945"/>
                  <a:pt x="62768" y="17885"/>
                </a:cubicBezTo>
                <a:cubicBezTo>
                  <a:pt x="58948" y="13825"/>
                  <a:pt x="54034" y="11795"/>
                  <a:pt x="48024" y="11795"/>
                </a:cubicBezTo>
                <a:cubicBezTo>
                  <a:pt x="41508" y="11795"/>
                  <a:pt x="35568" y="14035"/>
                  <a:pt x="30204" y="18514"/>
                </a:cubicBezTo>
                <a:cubicBezTo>
                  <a:pt x="24840" y="22994"/>
                  <a:pt x="20838" y="29741"/>
                  <a:pt x="18198" y="387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9" name="Text Redistr">
            <a:extLst xmlns:a="http://schemas.openxmlformats.org/drawingml/2006/main">
              <a:ext uri="{FF2B5EF4-FFF2-40B4-BE49-F238E27FC236}">
                <a16:creationId xmlns:a16="http://schemas.microsoft.com/office/drawing/2014/main" id="{07F155F2-51EF-4621-93CD-CE150C9A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3310" y="5144329"/>
            <a:ext cx="553285" cy="125535"/>
          </a:xfrm>
          <a:custGeom xmlns:a="http://schemas.openxmlformats.org/drawingml/2006/main">
            <a:pathLst>
              <a:path w="553285" h="125535">
                <a:moveTo>
                  <a:pt x="0" y="123513"/>
                </a:moveTo>
                <a:lnTo>
                  <a:pt x="25865" y="0"/>
                </a:lnTo>
                <a:lnTo>
                  <a:pt x="77680" y="0"/>
                </a:lnTo>
                <a:cubicBezTo>
                  <a:pt x="87903" y="0"/>
                  <a:pt x="95654" y="856"/>
                  <a:pt x="100934" y="2567"/>
                </a:cubicBezTo>
                <a:cubicBezTo>
                  <a:pt x="106214" y="4278"/>
                  <a:pt x="110356" y="7491"/>
                  <a:pt x="113361" y="12203"/>
                </a:cubicBezTo>
                <a:cubicBezTo>
                  <a:pt x="116366" y="16914"/>
                  <a:pt x="117868" y="22860"/>
                  <a:pt x="117868" y="30041"/>
                </a:cubicBezTo>
                <a:cubicBezTo>
                  <a:pt x="117868" y="40083"/>
                  <a:pt x="114583" y="48413"/>
                  <a:pt x="108011" y="55032"/>
                </a:cubicBezTo>
                <a:cubicBezTo>
                  <a:pt x="101439" y="61651"/>
                  <a:pt x="90824" y="65943"/>
                  <a:pt x="76164" y="67907"/>
                </a:cubicBezTo>
                <a:cubicBezTo>
                  <a:pt x="80657" y="71226"/>
                  <a:pt x="84055" y="74488"/>
                  <a:pt x="86358" y="77693"/>
                </a:cubicBezTo>
                <a:cubicBezTo>
                  <a:pt x="91526" y="84962"/>
                  <a:pt x="95682" y="92484"/>
                  <a:pt x="98827" y="100260"/>
                </a:cubicBezTo>
                <a:lnTo>
                  <a:pt x="108264" y="123513"/>
                </a:lnTo>
                <a:lnTo>
                  <a:pt x="89813" y="123513"/>
                </a:lnTo>
                <a:lnTo>
                  <a:pt x="80966" y="100539"/>
                </a:lnTo>
                <a:cubicBezTo>
                  <a:pt x="77764" y="92196"/>
                  <a:pt x="74114" y="84981"/>
                  <a:pt x="70013" y="78894"/>
                </a:cubicBezTo>
                <a:cubicBezTo>
                  <a:pt x="67205" y="74662"/>
                  <a:pt x="64340" y="71885"/>
                  <a:pt x="61420" y="70564"/>
                </a:cubicBezTo>
                <a:cubicBezTo>
                  <a:pt x="58499" y="69242"/>
                  <a:pt x="53753" y="68581"/>
                  <a:pt x="47181" y="68581"/>
                </a:cubicBezTo>
                <a:lnTo>
                  <a:pt x="27972" y="68581"/>
                </a:lnTo>
                <a:lnTo>
                  <a:pt x="16513" y="123513"/>
                </a:lnTo>
                <a:lnTo>
                  <a:pt x="0" y="123513"/>
                </a:lnTo>
                <a:moveTo>
                  <a:pt x="30752" y="55101"/>
                </a:moveTo>
                <a:lnTo>
                  <a:pt x="53584" y="55101"/>
                </a:lnTo>
                <a:cubicBezTo>
                  <a:pt x="64144" y="55101"/>
                  <a:pt x="71024" y="54932"/>
                  <a:pt x="74226" y="54595"/>
                </a:cubicBezTo>
                <a:cubicBezTo>
                  <a:pt x="80461" y="53983"/>
                  <a:pt x="85572" y="52590"/>
                  <a:pt x="89560" y="50417"/>
                </a:cubicBezTo>
                <a:cubicBezTo>
                  <a:pt x="93548" y="48244"/>
                  <a:pt x="96637" y="45320"/>
                  <a:pt x="98827" y="41644"/>
                </a:cubicBezTo>
                <a:cubicBezTo>
                  <a:pt x="101018" y="37967"/>
                  <a:pt x="102113" y="34011"/>
                  <a:pt x="102113" y="29778"/>
                </a:cubicBezTo>
                <a:cubicBezTo>
                  <a:pt x="102113" y="26211"/>
                  <a:pt x="101299" y="23105"/>
                  <a:pt x="99670" y="20460"/>
                </a:cubicBezTo>
                <a:cubicBezTo>
                  <a:pt x="98041" y="17813"/>
                  <a:pt x="95907" y="16017"/>
                  <a:pt x="93267" y="15071"/>
                </a:cubicBezTo>
                <a:cubicBezTo>
                  <a:pt x="90627" y="14123"/>
                  <a:pt x="86134" y="13649"/>
                  <a:pt x="79787" y="13649"/>
                </a:cubicBezTo>
                <a:lnTo>
                  <a:pt x="39514" y="13649"/>
                </a:lnTo>
                <a:lnTo>
                  <a:pt x="30752" y="55101"/>
                </a:lnTo>
                <a:close/>
                <a:moveTo>
                  <a:pt x="187937" y="93351"/>
                </a:moveTo>
                <a:lnTo>
                  <a:pt x="202765" y="94699"/>
                </a:lnTo>
                <a:cubicBezTo>
                  <a:pt x="200631" y="102038"/>
                  <a:pt x="195730" y="109012"/>
                  <a:pt x="188063" y="115623"/>
                </a:cubicBezTo>
                <a:cubicBezTo>
                  <a:pt x="180396" y="122231"/>
                  <a:pt x="171255" y="125535"/>
                  <a:pt x="160639" y="125535"/>
                </a:cubicBezTo>
                <a:cubicBezTo>
                  <a:pt x="154012" y="125535"/>
                  <a:pt x="147931" y="124005"/>
                  <a:pt x="142399" y="120944"/>
                </a:cubicBezTo>
                <a:cubicBezTo>
                  <a:pt x="136866" y="117882"/>
                  <a:pt x="132654" y="113431"/>
                  <a:pt x="129761" y="107590"/>
                </a:cubicBezTo>
                <a:cubicBezTo>
                  <a:pt x="126868" y="101748"/>
                  <a:pt x="125422" y="95092"/>
                  <a:pt x="125422" y="87622"/>
                </a:cubicBezTo>
                <a:cubicBezTo>
                  <a:pt x="125422" y="77849"/>
                  <a:pt x="127683" y="68370"/>
                  <a:pt x="132204" y="59187"/>
                </a:cubicBezTo>
                <a:cubicBezTo>
                  <a:pt x="136726" y="50003"/>
                  <a:pt x="142581" y="43179"/>
                  <a:pt x="149771" y="38714"/>
                </a:cubicBezTo>
                <a:cubicBezTo>
                  <a:pt x="156960" y="34248"/>
                  <a:pt x="164740" y="32016"/>
                  <a:pt x="173109" y="32016"/>
                </a:cubicBezTo>
                <a:cubicBezTo>
                  <a:pt x="183781" y="32016"/>
                  <a:pt x="192304" y="35330"/>
                  <a:pt x="198679" y="41957"/>
                </a:cubicBezTo>
                <a:cubicBezTo>
                  <a:pt x="205054" y="48585"/>
                  <a:pt x="208242" y="57628"/>
                  <a:pt x="208242" y="69087"/>
                </a:cubicBezTo>
                <a:cubicBezTo>
                  <a:pt x="208242" y="73468"/>
                  <a:pt x="207849" y="77961"/>
                  <a:pt x="207062" y="82567"/>
                </a:cubicBezTo>
                <a:lnTo>
                  <a:pt x="141177" y="82567"/>
                </a:lnTo>
                <a:cubicBezTo>
                  <a:pt x="140953" y="84308"/>
                  <a:pt x="140840" y="85881"/>
                  <a:pt x="140840" y="87285"/>
                </a:cubicBezTo>
                <a:cubicBezTo>
                  <a:pt x="140840" y="95654"/>
                  <a:pt x="142764" y="102043"/>
                  <a:pt x="146611" y="106452"/>
                </a:cubicBezTo>
                <a:cubicBezTo>
                  <a:pt x="150459" y="110861"/>
                  <a:pt x="155163" y="113066"/>
                  <a:pt x="160724" y="113066"/>
                </a:cubicBezTo>
                <a:cubicBezTo>
                  <a:pt x="165947" y="113066"/>
                  <a:pt x="171087" y="111375"/>
                  <a:pt x="176142" y="107992"/>
                </a:cubicBezTo>
                <a:cubicBezTo>
                  <a:pt x="181197" y="104608"/>
                  <a:pt x="185129" y="99728"/>
                  <a:pt x="187937" y="93351"/>
                </a:cubicBezTo>
                <a:moveTo>
                  <a:pt x="143620" y="70772"/>
                </a:moveTo>
                <a:lnTo>
                  <a:pt x="193835" y="70772"/>
                </a:lnTo>
                <a:cubicBezTo>
                  <a:pt x="193891" y="69204"/>
                  <a:pt x="193919" y="68084"/>
                  <a:pt x="193919" y="67412"/>
                </a:cubicBezTo>
                <a:cubicBezTo>
                  <a:pt x="193919" y="59798"/>
                  <a:pt x="192009" y="53961"/>
                  <a:pt x="188190" y="49901"/>
                </a:cubicBezTo>
                <a:cubicBezTo>
                  <a:pt x="184370" y="45841"/>
                  <a:pt x="179456" y="43811"/>
                  <a:pt x="173446" y="43811"/>
                </a:cubicBezTo>
                <a:cubicBezTo>
                  <a:pt x="166930" y="43811"/>
                  <a:pt x="160990" y="46051"/>
                  <a:pt x="155626" y="50530"/>
                </a:cubicBezTo>
                <a:cubicBezTo>
                  <a:pt x="150262" y="55009"/>
                  <a:pt x="146260" y="61757"/>
                  <a:pt x="143620" y="70772"/>
                </a:cubicBezTo>
                <a:close/>
                <a:moveTo>
                  <a:pt x="278481" y="110538"/>
                </a:moveTo>
                <a:cubicBezTo>
                  <a:pt x="269775" y="120536"/>
                  <a:pt x="260676" y="125535"/>
                  <a:pt x="251184" y="125535"/>
                </a:cubicBezTo>
                <a:cubicBezTo>
                  <a:pt x="242702" y="125535"/>
                  <a:pt x="235639" y="122404"/>
                  <a:pt x="229994" y="116141"/>
                </a:cubicBezTo>
                <a:cubicBezTo>
                  <a:pt x="224350" y="109878"/>
                  <a:pt x="221527" y="100793"/>
                  <a:pt x="221527" y="88886"/>
                </a:cubicBezTo>
                <a:cubicBezTo>
                  <a:pt x="221527" y="77989"/>
                  <a:pt x="223760" y="68033"/>
                  <a:pt x="228225" y="59018"/>
                </a:cubicBezTo>
                <a:cubicBezTo>
                  <a:pt x="232691" y="50003"/>
                  <a:pt x="238279" y="43249"/>
                  <a:pt x="244991" y="38756"/>
                </a:cubicBezTo>
                <a:cubicBezTo>
                  <a:pt x="251703" y="34262"/>
                  <a:pt x="258429" y="32016"/>
                  <a:pt x="265170" y="32016"/>
                </a:cubicBezTo>
                <a:cubicBezTo>
                  <a:pt x="276291" y="32016"/>
                  <a:pt x="284688" y="37352"/>
                  <a:pt x="290361" y="48024"/>
                </a:cubicBezTo>
                <a:lnTo>
                  <a:pt x="300471" y="0"/>
                </a:lnTo>
                <a:lnTo>
                  <a:pt x="315637" y="0"/>
                </a:lnTo>
                <a:lnTo>
                  <a:pt x="289855" y="123513"/>
                </a:lnTo>
                <a:lnTo>
                  <a:pt x="275785" y="123513"/>
                </a:lnTo>
                <a:lnTo>
                  <a:pt x="278481" y="110538"/>
                </a:lnTo>
                <a:moveTo>
                  <a:pt x="236692" y="86003"/>
                </a:moveTo>
                <a:cubicBezTo>
                  <a:pt x="236692" y="92223"/>
                  <a:pt x="237310" y="97127"/>
                  <a:pt x="238546" y="100713"/>
                </a:cubicBezTo>
                <a:cubicBezTo>
                  <a:pt x="239782" y="104299"/>
                  <a:pt x="241888" y="107282"/>
                  <a:pt x="244865" y="109664"/>
                </a:cubicBezTo>
                <a:cubicBezTo>
                  <a:pt x="247842" y="112044"/>
                  <a:pt x="251408" y="113235"/>
                  <a:pt x="255565" y="113235"/>
                </a:cubicBezTo>
                <a:cubicBezTo>
                  <a:pt x="262474" y="113235"/>
                  <a:pt x="268736" y="109647"/>
                  <a:pt x="274353" y="102471"/>
                </a:cubicBezTo>
                <a:cubicBezTo>
                  <a:pt x="281880" y="92940"/>
                  <a:pt x="285643" y="81168"/>
                  <a:pt x="285643" y="67154"/>
                </a:cubicBezTo>
                <a:cubicBezTo>
                  <a:pt x="285643" y="60101"/>
                  <a:pt x="283789" y="54588"/>
                  <a:pt x="280082" y="50614"/>
                </a:cubicBezTo>
                <a:cubicBezTo>
                  <a:pt x="276375" y="46640"/>
                  <a:pt x="271713" y="44653"/>
                  <a:pt x="266096" y="44653"/>
                </a:cubicBezTo>
                <a:cubicBezTo>
                  <a:pt x="262445" y="44653"/>
                  <a:pt x="259118" y="45466"/>
                  <a:pt x="256113" y="47092"/>
                </a:cubicBezTo>
                <a:cubicBezTo>
                  <a:pt x="253108" y="48715"/>
                  <a:pt x="250131" y="51474"/>
                  <a:pt x="247182" y="55369"/>
                </a:cubicBezTo>
                <a:cubicBezTo>
                  <a:pt x="244233" y="59264"/>
                  <a:pt x="241748" y="64210"/>
                  <a:pt x="239726" y="70206"/>
                </a:cubicBezTo>
                <a:cubicBezTo>
                  <a:pt x="237704" y="76200"/>
                  <a:pt x="236692" y="81465"/>
                  <a:pt x="236692" y="86003"/>
                </a:cubicBezTo>
                <a:close/>
                <a:moveTo>
                  <a:pt x="335746" y="17356"/>
                </a:moveTo>
                <a:lnTo>
                  <a:pt x="339369" y="0"/>
                </a:lnTo>
                <a:lnTo>
                  <a:pt x="354535" y="0"/>
                </a:lnTo>
                <a:lnTo>
                  <a:pt x="350912" y="17356"/>
                </a:lnTo>
                <a:lnTo>
                  <a:pt x="335746" y="17356"/>
                </a:lnTo>
                <a:moveTo>
                  <a:pt x="313504" y="123513"/>
                </a:moveTo>
                <a:lnTo>
                  <a:pt x="332208" y="34038"/>
                </a:lnTo>
                <a:lnTo>
                  <a:pt x="347457" y="34038"/>
                </a:lnTo>
                <a:lnTo>
                  <a:pt x="328753" y="123513"/>
                </a:lnTo>
                <a:lnTo>
                  <a:pt x="313504" y="123513"/>
                </a:lnTo>
                <a:close/>
                <a:moveTo>
                  <a:pt x="353832" y="93014"/>
                </a:moveTo>
                <a:lnTo>
                  <a:pt x="369081" y="92003"/>
                </a:lnTo>
                <a:cubicBezTo>
                  <a:pt x="369081" y="96384"/>
                  <a:pt x="369755" y="100119"/>
                  <a:pt x="371103" y="103209"/>
                </a:cubicBezTo>
                <a:cubicBezTo>
                  <a:pt x="372451" y="106298"/>
                  <a:pt x="374937" y="108825"/>
                  <a:pt x="378559" y="110791"/>
                </a:cubicBezTo>
                <a:cubicBezTo>
                  <a:pt x="382182" y="112757"/>
                  <a:pt x="386409" y="113740"/>
                  <a:pt x="391239" y="113740"/>
                </a:cubicBezTo>
                <a:cubicBezTo>
                  <a:pt x="397980" y="113740"/>
                  <a:pt x="403035" y="112392"/>
                  <a:pt x="406405" y="109696"/>
                </a:cubicBezTo>
                <a:cubicBezTo>
                  <a:pt x="409775" y="107000"/>
                  <a:pt x="411460" y="103826"/>
                  <a:pt x="411460" y="100175"/>
                </a:cubicBezTo>
                <a:cubicBezTo>
                  <a:pt x="411460" y="97536"/>
                  <a:pt x="410449" y="95036"/>
                  <a:pt x="408427" y="92677"/>
                </a:cubicBezTo>
                <a:cubicBezTo>
                  <a:pt x="406349" y="90318"/>
                  <a:pt x="401279" y="87411"/>
                  <a:pt x="393219" y="83957"/>
                </a:cubicBezTo>
                <a:cubicBezTo>
                  <a:pt x="385159" y="80503"/>
                  <a:pt x="380006" y="78073"/>
                  <a:pt x="377759" y="76669"/>
                </a:cubicBezTo>
                <a:cubicBezTo>
                  <a:pt x="373996" y="74366"/>
                  <a:pt x="371159" y="71656"/>
                  <a:pt x="369250" y="68539"/>
                </a:cubicBezTo>
                <a:cubicBezTo>
                  <a:pt x="367340" y="65422"/>
                  <a:pt x="366385" y="61841"/>
                  <a:pt x="366385" y="57797"/>
                </a:cubicBezTo>
                <a:cubicBezTo>
                  <a:pt x="366385" y="50720"/>
                  <a:pt x="369193" y="44653"/>
                  <a:pt x="374810" y="39598"/>
                </a:cubicBezTo>
                <a:cubicBezTo>
                  <a:pt x="380427" y="34543"/>
                  <a:pt x="388291" y="32016"/>
                  <a:pt x="398401" y="32016"/>
                </a:cubicBezTo>
                <a:cubicBezTo>
                  <a:pt x="409634" y="32016"/>
                  <a:pt x="418186" y="34613"/>
                  <a:pt x="424056" y="39809"/>
                </a:cubicBezTo>
                <a:cubicBezTo>
                  <a:pt x="429925" y="45005"/>
                  <a:pt x="432972" y="51843"/>
                  <a:pt x="433197" y="60324"/>
                </a:cubicBezTo>
                <a:lnTo>
                  <a:pt x="418284" y="61335"/>
                </a:lnTo>
                <a:cubicBezTo>
                  <a:pt x="418060" y="55943"/>
                  <a:pt x="416150" y="51674"/>
                  <a:pt x="412555" y="48529"/>
                </a:cubicBezTo>
                <a:cubicBezTo>
                  <a:pt x="408960" y="45384"/>
                  <a:pt x="403877" y="43811"/>
                  <a:pt x="397306" y="43811"/>
                </a:cubicBezTo>
                <a:cubicBezTo>
                  <a:pt x="392026" y="43811"/>
                  <a:pt x="387925" y="45019"/>
                  <a:pt x="385005" y="47434"/>
                </a:cubicBezTo>
                <a:cubicBezTo>
                  <a:pt x="382084" y="49849"/>
                  <a:pt x="380624" y="52461"/>
                  <a:pt x="380624" y="55269"/>
                </a:cubicBezTo>
                <a:cubicBezTo>
                  <a:pt x="380624" y="58078"/>
                  <a:pt x="381887" y="60549"/>
                  <a:pt x="384415" y="62683"/>
                </a:cubicBezTo>
                <a:cubicBezTo>
                  <a:pt x="386100" y="64144"/>
                  <a:pt x="390453" y="66390"/>
                  <a:pt x="397474" y="69424"/>
                </a:cubicBezTo>
                <a:cubicBezTo>
                  <a:pt x="409157" y="74479"/>
                  <a:pt x="416515" y="78467"/>
                  <a:pt x="419548" y="81387"/>
                </a:cubicBezTo>
                <a:cubicBezTo>
                  <a:pt x="424378" y="86049"/>
                  <a:pt x="426794" y="91722"/>
                  <a:pt x="426794" y="98406"/>
                </a:cubicBezTo>
                <a:cubicBezTo>
                  <a:pt x="426794" y="102843"/>
                  <a:pt x="425432" y="107196"/>
                  <a:pt x="422707" y="111465"/>
                </a:cubicBezTo>
                <a:cubicBezTo>
                  <a:pt x="419983" y="115734"/>
                  <a:pt x="415827" y="119146"/>
                  <a:pt x="410238" y="121702"/>
                </a:cubicBezTo>
                <a:cubicBezTo>
                  <a:pt x="404649" y="124257"/>
                  <a:pt x="398064" y="125535"/>
                  <a:pt x="390481" y="125535"/>
                </a:cubicBezTo>
                <a:cubicBezTo>
                  <a:pt x="380146" y="125535"/>
                  <a:pt x="371356" y="122987"/>
                  <a:pt x="364110" y="117889"/>
                </a:cubicBezTo>
                <a:cubicBezTo>
                  <a:pt x="356865" y="112790"/>
                  <a:pt x="353438" y="104499"/>
                  <a:pt x="353832" y="93014"/>
                </a:cubicBezTo>
                <a:close/>
                <a:moveTo>
                  <a:pt x="474312" y="111118"/>
                </a:moveTo>
                <a:lnTo>
                  <a:pt x="471784" y="123587"/>
                </a:lnTo>
                <a:cubicBezTo>
                  <a:pt x="468133" y="124549"/>
                  <a:pt x="464595" y="125030"/>
                  <a:pt x="461168" y="125030"/>
                </a:cubicBezTo>
                <a:cubicBezTo>
                  <a:pt x="455102" y="125030"/>
                  <a:pt x="450272" y="123541"/>
                  <a:pt x="446677" y="120564"/>
                </a:cubicBezTo>
                <a:cubicBezTo>
                  <a:pt x="443981" y="118318"/>
                  <a:pt x="442633" y="115257"/>
                  <a:pt x="442633" y="111381"/>
                </a:cubicBezTo>
                <a:cubicBezTo>
                  <a:pt x="442633" y="109415"/>
                  <a:pt x="443363" y="104894"/>
                  <a:pt x="444824" y="97816"/>
                </a:cubicBezTo>
                <a:lnTo>
                  <a:pt x="455692" y="45833"/>
                </a:lnTo>
                <a:lnTo>
                  <a:pt x="443644" y="45833"/>
                </a:lnTo>
                <a:lnTo>
                  <a:pt x="446087" y="34038"/>
                </a:lnTo>
                <a:lnTo>
                  <a:pt x="458135" y="34038"/>
                </a:lnTo>
                <a:lnTo>
                  <a:pt x="462769" y="12048"/>
                </a:lnTo>
                <a:lnTo>
                  <a:pt x="480209" y="1517"/>
                </a:lnTo>
                <a:lnTo>
                  <a:pt x="473385" y="34038"/>
                </a:lnTo>
                <a:lnTo>
                  <a:pt x="488382" y="34038"/>
                </a:lnTo>
                <a:lnTo>
                  <a:pt x="485854" y="45833"/>
                </a:lnTo>
                <a:lnTo>
                  <a:pt x="470942" y="45833"/>
                </a:lnTo>
                <a:lnTo>
                  <a:pt x="460579" y="95226"/>
                </a:lnTo>
                <a:cubicBezTo>
                  <a:pt x="459287" y="101509"/>
                  <a:pt x="458641" y="105268"/>
                  <a:pt x="458641" y="106502"/>
                </a:cubicBezTo>
                <a:cubicBezTo>
                  <a:pt x="458641" y="108296"/>
                  <a:pt x="459160" y="109670"/>
                  <a:pt x="460200" y="110625"/>
                </a:cubicBezTo>
                <a:cubicBezTo>
                  <a:pt x="461239" y="111578"/>
                  <a:pt x="462938" y="112055"/>
                  <a:pt x="465297" y="112055"/>
                </a:cubicBezTo>
                <a:cubicBezTo>
                  <a:pt x="468667" y="112055"/>
                  <a:pt x="471672" y="111743"/>
                  <a:pt x="474312" y="111118"/>
                </a:cubicBezTo>
                <a:close/>
                <a:moveTo>
                  <a:pt x="486642" y="123513"/>
                </a:moveTo>
                <a:lnTo>
                  <a:pt x="505346" y="34038"/>
                </a:lnTo>
                <a:lnTo>
                  <a:pt x="518826" y="34038"/>
                </a:lnTo>
                <a:lnTo>
                  <a:pt x="515035" y="52399"/>
                </a:lnTo>
                <a:cubicBezTo>
                  <a:pt x="519640" y="45464"/>
                  <a:pt x="524148" y="40334"/>
                  <a:pt x="528557" y="37008"/>
                </a:cubicBezTo>
                <a:cubicBezTo>
                  <a:pt x="532966" y="33680"/>
                  <a:pt x="537474" y="32016"/>
                  <a:pt x="542079" y="32016"/>
                </a:cubicBezTo>
                <a:cubicBezTo>
                  <a:pt x="545112" y="32016"/>
                  <a:pt x="548848" y="33083"/>
                  <a:pt x="553285" y="35217"/>
                </a:cubicBezTo>
                <a:lnTo>
                  <a:pt x="547050" y="49372"/>
                </a:lnTo>
                <a:cubicBezTo>
                  <a:pt x="544410" y="47574"/>
                  <a:pt x="541518" y="46676"/>
                  <a:pt x="538372" y="46676"/>
                </a:cubicBezTo>
                <a:cubicBezTo>
                  <a:pt x="533036" y="46676"/>
                  <a:pt x="527560" y="49647"/>
                  <a:pt x="521943" y="55590"/>
                </a:cubicBezTo>
                <a:cubicBezTo>
                  <a:pt x="516326" y="61532"/>
                  <a:pt x="511917" y="72211"/>
                  <a:pt x="508716" y="87627"/>
                </a:cubicBezTo>
                <a:lnTo>
                  <a:pt x="501133" y="123513"/>
                </a:lnTo>
                <a:lnTo>
                  <a:pt x="486642" y="1235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0" name="Text ibution">
            <a:extLst xmlns:a="http://schemas.openxmlformats.org/drawingml/2006/main">
              <a:ext uri="{FF2B5EF4-FFF2-40B4-BE49-F238E27FC236}">
                <a16:creationId xmlns:a16="http://schemas.microsoft.com/office/drawing/2014/main" id="{5DFF9981-9DC8-443E-A040-339D179B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6821" y="5144329"/>
            <a:ext cx="498326" cy="125535"/>
          </a:xfrm>
          <a:custGeom xmlns:a="http://schemas.openxmlformats.org/drawingml/2006/main">
            <a:pathLst>
              <a:path w="498326" h="125535">
                <a:moveTo>
                  <a:pt x="22242" y="17356"/>
                </a:moveTo>
                <a:lnTo>
                  <a:pt x="25865" y="0"/>
                </a:lnTo>
                <a:lnTo>
                  <a:pt x="41031" y="0"/>
                </a:lnTo>
                <a:lnTo>
                  <a:pt x="37408" y="17356"/>
                </a:lnTo>
                <a:lnTo>
                  <a:pt x="22242" y="17356"/>
                </a:lnTo>
                <a:moveTo>
                  <a:pt x="0" y="123513"/>
                </a:moveTo>
                <a:lnTo>
                  <a:pt x="18704" y="34038"/>
                </a:lnTo>
                <a:lnTo>
                  <a:pt x="33954" y="34038"/>
                </a:lnTo>
                <a:lnTo>
                  <a:pt x="15250" y="123513"/>
                </a:lnTo>
                <a:lnTo>
                  <a:pt x="0" y="123513"/>
                </a:lnTo>
                <a:close/>
                <a:moveTo>
                  <a:pt x="38895" y="123513"/>
                </a:moveTo>
                <a:lnTo>
                  <a:pt x="64676" y="0"/>
                </a:lnTo>
                <a:lnTo>
                  <a:pt x="79926" y="0"/>
                </a:lnTo>
                <a:lnTo>
                  <a:pt x="70743" y="44148"/>
                </a:lnTo>
                <a:cubicBezTo>
                  <a:pt x="75573" y="39711"/>
                  <a:pt x="79954" y="36579"/>
                  <a:pt x="83886" y="34754"/>
                </a:cubicBezTo>
                <a:cubicBezTo>
                  <a:pt x="87818" y="32928"/>
                  <a:pt x="91918" y="32016"/>
                  <a:pt x="96187" y="32016"/>
                </a:cubicBezTo>
                <a:cubicBezTo>
                  <a:pt x="104556" y="32016"/>
                  <a:pt x="111535" y="35133"/>
                  <a:pt x="117123" y="41368"/>
                </a:cubicBezTo>
                <a:cubicBezTo>
                  <a:pt x="122712" y="47602"/>
                  <a:pt x="125506" y="56673"/>
                  <a:pt x="125506" y="68581"/>
                </a:cubicBezTo>
                <a:cubicBezTo>
                  <a:pt x="125506" y="76501"/>
                  <a:pt x="124383" y="83746"/>
                  <a:pt x="122136" y="90318"/>
                </a:cubicBezTo>
                <a:cubicBezTo>
                  <a:pt x="119890" y="96890"/>
                  <a:pt x="117109" y="102408"/>
                  <a:pt x="113795" y="106874"/>
                </a:cubicBezTo>
                <a:cubicBezTo>
                  <a:pt x="110481" y="111339"/>
                  <a:pt x="107055" y="114906"/>
                  <a:pt x="103517" y="117573"/>
                </a:cubicBezTo>
                <a:cubicBezTo>
                  <a:pt x="99978" y="120241"/>
                  <a:pt x="96355" y="122235"/>
                  <a:pt x="92648" y="123555"/>
                </a:cubicBezTo>
                <a:cubicBezTo>
                  <a:pt x="88941" y="124875"/>
                  <a:pt x="85374" y="125535"/>
                  <a:pt x="81948" y="125535"/>
                </a:cubicBezTo>
                <a:cubicBezTo>
                  <a:pt x="76050" y="125535"/>
                  <a:pt x="70855" y="123978"/>
                  <a:pt x="66362" y="120865"/>
                </a:cubicBezTo>
                <a:cubicBezTo>
                  <a:pt x="61868" y="117749"/>
                  <a:pt x="58358" y="112992"/>
                  <a:pt x="55830" y="106594"/>
                </a:cubicBezTo>
                <a:lnTo>
                  <a:pt x="52291" y="123513"/>
                </a:lnTo>
                <a:lnTo>
                  <a:pt x="38895" y="123513"/>
                </a:lnTo>
                <a:moveTo>
                  <a:pt x="61475" y="86758"/>
                </a:moveTo>
                <a:lnTo>
                  <a:pt x="61391" y="89652"/>
                </a:lnTo>
                <a:cubicBezTo>
                  <a:pt x="61391" y="97289"/>
                  <a:pt x="63216" y="103101"/>
                  <a:pt x="66867" y="107087"/>
                </a:cubicBezTo>
                <a:cubicBezTo>
                  <a:pt x="70518" y="111073"/>
                  <a:pt x="75068" y="113066"/>
                  <a:pt x="80516" y="113066"/>
                </a:cubicBezTo>
                <a:cubicBezTo>
                  <a:pt x="85852" y="113066"/>
                  <a:pt x="90752" y="111198"/>
                  <a:pt x="95218" y="107463"/>
                </a:cubicBezTo>
                <a:cubicBezTo>
                  <a:pt x="99683" y="103728"/>
                  <a:pt x="103348" y="97901"/>
                  <a:pt x="106213" y="89981"/>
                </a:cubicBezTo>
                <a:cubicBezTo>
                  <a:pt x="109077" y="82061"/>
                  <a:pt x="110510" y="74759"/>
                  <a:pt x="110510" y="68076"/>
                </a:cubicBezTo>
                <a:cubicBezTo>
                  <a:pt x="110510" y="60549"/>
                  <a:pt x="108698" y="54708"/>
                  <a:pt x="105075" y="50551"/>
                </a:cubicBezTo>
                <a:cubicBezTo>
                  <a:pt x="101452" y="46395"/>
                  <a:pt x="96973" y="44316"/>
                  <a:pt x="91637" y="44316"/>
                </a:cubicBezTo>
                <a:cubicBezTo>
                  <a:pt x="86133" y="44316"/>
                  <a:pt x="81078" y="46437"/>
                  <a:pt x="76472" y="50678"/>
                </a:cubicBezTo>
                <a:cubicBezTo>
                  <a:pt x="71866" y="54916"/>
                  <a:pt x="68018" y="61443"/>
                  <a:pt x="64929" y="70258"/>
                </a:cubicBezTo>
                <a:cubicBezTo>
                  <a:pt x="62626" y="76825"/>
                  <a:pt x="61475" y="82325"/>
                  <a:pt x="61475" y="86758"/>
                </a:cubicBezTo>
                <a:close/>
                <a:moveTo>
                  <a:pt x="195914" y="107337"/>
                </a:moveTo>
                <a:cubicBezTo>
                  <a:pt x="185186" y="119469"/>
                  <a:pt x="174205" y="125535"/>
                  <a:pt x="162972" y="125535"/>
                </a:cubicBezTo>
                <a:cubicBezTo>
                  <a:pt x="156063" y="125535"/>
                  <a:pt x="150488" y="123555"/>
                  <a:pt x="146248" y="119596"/>
                </a:cubicBezTo>
                <a:cubicBezTo>
                  <a:pt x="142007" y="115636"/>
                  <a:pt x="139887" y="110791"/>
                  <a:pt x="139887" y="105062"/>
                </a:cubicBezTo>
                <a:cubicBezTo>
                  <a:pt x="139887" y="101299"/>
                  <a:pt x="140842" y="94840"/>
                  <a:pt x="142751" y="85684"/>
                </a:cubicBezTo>
                <a:lnTo>
                  <a:pt x="153536" y="34038"/>
                </a:lnTo>
                <a:lnTo>
                  <a:pt x="168785" y="34038"/>
                </a:lnTo>
                <a:lnTo>
                  <a:pt x="156821" y="91245"/>
                </a:lnTo>
                <a:cubicBezTo>
                  <a:pt x="155810" y="96019"/>
                  <a:pt x="155305" y="99726"/>
                  <a:pt x="155305" y="102366"/>
                </a:cubicBezTo>
                <a:cubicBezTo>
                  <a:pt x="155305" y="105736"/>
                  <a:pt x="156330" y="108362"/>
                  <a:pt x="158380" y="110244"/>
                </a:cubicBezTo>
                <a:cubicBezTo>
                  <a:pt x="160430" y="112125"/>
                  <a:pt x="163449" y="113066"/>
                  <a:pt x="167437" y="113066"/>
                </a:cubicBezTo>
                <a:cubicBezTo>
                  <a:pt x="171706" y="113066"/>
                  <a:pt x="175876" y="112027"/>
                  <a:pt x="179949" y="109949"/>
                </a:cubicBezTo>
                <a:cubicBezTo>
                  <a:pt x="184021" y="107870"/>
                  <a:pt x="187531" y="105062"/>
                  <a:pt x="190480" y="101524"/>
                </a:cubicBezTo>
                <a:cubicBezTo>
                  <a:pt x="193429" y="97985"/>
                  <a:pt x="195830" y="93800"/>
                  <a:pt x="197684" y="88970"/>
                </a:cubicBezTo>
                <a:cubicBezTo>
                  <a:pt x="198919" y="85881"/>
                  <a:pt x="200352" y="80461"/>
                  <a:pt x="201980" y="72709"/>
                </a:cubicBezTo>
                <a:lnTo>
                  <a:pt x="210069" y="34038"/>
                </a:lnTo>
                <a:lnTo>
                  <a:pt x="225318" y="34038"/>
                </a:lnTo>
                <a:lnTo>
                  <a:pt x="206614" y="123513"/>
                </a:lnTo>
                <a:lnTo>
                  <a:pt x="192544" y="123513"/>
                </a:lnTo>
                <a:lnTo>
                  <a:pt x="195914" y="107337"/>
                </a:lnTo>
                <a:close/>
                <a:moveTo>
                  <a:pt x="266407" y="111118"/>
                </a:moveTo>
                <a:lnTo>
                  <a:pt x="263880" y="123587"/>
                </a:lnTo>
                <a:cubicBezTo>
                  <a:pt x="260229" y="124549"/>
                  <a:pt x="256690" y="125030"/>
                  <a:pt x="253264" y="125030"/>
                </a:cubicBezTo>
                <a:cubicBezTo>
                  <a:pt x="247198" y="125030"/>
                  <a:pt x="242367" y="123541"/>
                  <a:pt x="238772" y="120564"/>
                </a:cubicBezTo>
                <a:cubicBezTo>
                  <a:pt x="236076" y="118318"/>
                  <a:pt x="234728" y="115257"/>
                  <a:pt x="234728" y="111381"/>
                </a:cubicBezTo>
                <a:cubicBezTo>
                  <a:pt x="234728" y="109415"/>
                  <a:pt x="235459" y="104894"/>
                  <a:pt x="236919" y="97816"/>
                </a:cubicBezTo>
                <a:lnTo>
                  <a:pt x="247787" y="45833"/>
                </a:lnTo>
                <a:lnTo>
                  <a:pt x="235739" y="45833"/>
                </a:lnTo>
                <a:lnTo>
                  <a:pt x="238183" y="34038"/>
                </a:lnTo>
                <a:lnTo>
                  <a:pt x="250231" y="34038"/>
                </a:lnTo>
                <a:lnTo>
                  <a:pt x="254865" y="12048"/>
                </a:lnTo>
                <a:lnTo>
                  <a:pt x="272305" y="1517"/>
                </a:lnTo>
                <a:lnTo>
                  <a:pt x="265480" y="34038"/>
                </a:lnTo>
                <a:lnTo>
                  <a:pt x="280477" y="34038"/>
                </a:lnTo>
                <a:lnTo>
                  <a:pt x="277950" y="45833"/>
                </a:lnTo>
                <a:lnTo>
                  <a:pt x="263037" y="45833"/>
                </a:lnTo>
                <a:lnTo>
                  <a:pt x="252674" y="95226"/>
                </a:lnTo>
                <a:cubicBezTo>
                  <a:pt x="251382" y="101509"/>
                  <a:pt x="250736" y="105268"/>
                  <a:pt x="250736" y="106502"/>
                </a:cubicBezTo>
                <a:cubicBezTo>
                  <a:pt x="250736" y="108296"/>
                  <a:pt x="251256" y="109670"/>
                  <a:pt x="252295" y="110625"/>
                </a:cubicBezTo>
                <a:cubicBezTo>
                  <a:pt x="253334" y="111578"/>
                  <a:pt x="255033" y="112055"/>
                  <a:pt x="257392" y="112055"/>
                </a:cubicBezTo>
                <a:cubicBezTo>
                  <a:pt x="260762" y="112055"/>
                  <a:pt x="263767" y="111743"/>
                  <a:pt x="266407" y="111118"/>
                </a:cubicBezTo>
                <a:close/>
                <a:moveTo>
                  <a:pt x="300390" y="17356"/>
                </a:moveTo>
                <a:lnTo>
                  <a:pt x="304012" y="0"/>
                </a:lnTo>
                <a:lnTo>
                  <a:pt x="319178" y="0"/>
                </a:lnTo>
                <a:lnTo>
                  <a:pt x="315555" y="17356"/>
                </a:lnTo>
                <a:lnTo>
                  <a:pt x="300390" y="17356"/>
                </a:lnTo>
                <a:moveTo>
                  <a:pt x="278147" y="123513"/>
                </a:moveTo>
                <a:lnTo>
                  <a:pt x="296851" y="34038"/>
                </a:lnTo>
                <a:lnTo>
                  <a:pt x="312101" y="34038"/>
                </a:lnTo>
                <a:lnTo>
                  <a:pt x="293397" y="123513"/>
                </a:lnTo>
                <a:lnTo>
                  <a:pt x="278147" y="123513"/>
                </a:lnTo>
                <a:close/>
                <a:moveTo>
                  <a:pt x="319739" y="89560"/>
                </a:moveTo>
                <a:cubicBezTo>
                  <a:pt x="319739" y="72092"/>
                  <a:pt x="324878" y="57628"/>
                  <a:pt x="335157" y="46170"/>
                </a:cubicBezTo>
                <a:cubicBezTo>
                  <a:pt x="343638" y="36734"/>
                  <a:pt x="354759" y="32016"/>
                  <a:pt x="368520" y="32016"/>
                </a:cubicBezTo>
                <a:cubicBezTo>
                  <a:pt x="379305" y="32016"/>
                  <a:pt x="387997" y="35386"/>
                  <a:pt x="394596" y="42126"/>
                </a:cubicBezTo>
                <a:cubicBezTo>
                  <a:pt x="401196" y="48866"/>
                  <a:pt x="404496" y="57965"/>
                  <a:pt x="404496" y="69424"/>
                </a:cubicBezTo>
                <a:cubicBezTo>
                  <a:pt x="404496" y="79702"/>
                  <a:pt x="402418" y="89265"/>
                  <a:pt x="398261" y="98111"/>
                </a:cubicBezTo>
                <a:cubicBezTo>
                  <a:pt x="394105" y="106958"/>
                  <a:pt x="388193" y="113740"/>
                  <a:pt x="380526" y="118458"/>
                </a:cubicBezTo>
                <a:cubicBezTo>
                  <a:pt x="372859" y="123176"/>
                  <a:pt x="364785" y="125535"/>
                  <a:pt x="356304" y="125535"/>
                </a:cubicBezTo>
                <a:cubicBezTo>
                  <a:pt x="349339" y="125535"/>
                  <a:pt x="343006" y="124047"/>
                  <a:pt x="337305" y="121070"/>
                </a:cubicBezTo>
                <a:cubicBezTo>
                  <a:pt x="331604" y="118093"/>
                  <a:pt x="327251" y="113880"/>
                  <a:pt x="324246" y="108432"/>
                </a:cubicBezTo>
                <a:cubicBezTo>
                  <a:pt x="321241" y="102984"/>
                  <a:pt x="319739" y="96693"/>
                  <a:pt x="319739" y="89560"/>
                </a:cubicBezTo>
                <a:moveTo>
                  <a:pt x="334988" y="88043"/>
                </a:moveTo>
                <a:cubicBezTo>
                  <a:pt x="334988" y="96468"/>
                  <a:pt x="337010" y="102857"/>
                  <a:pt x="341054" y="107211"/>
                </a:cubicBezTo>
                <a:cubicBezTo>
                  <a:pt x="345098" y="111564"/>
                  <a:pt x="350238" y="113740"/>
                  <a:pt x="356472" y="113740"/>
                </a:cubicBezTo>
                <a:cubicBezTo>
                  <a:pt x="359730" y="113740"/>
                  <a:pt x="362960" y="113080"/>
                  <a:pt x="366161" y="111760"/>
                </a:cubicBezTo>
                <a:cubicBezTo>
                  <a:pt x="369363" y="110440"/>
                  <a:pt x="372340" y="108432"/>
                  <a:pt x="375092" y="105736"/>
                </a:cubicBezTo>
                <a:cubicBezTo>
                  <a:pt x="377844" y="103040"/>
                  <a:pt x="380189" y="99965"/>
                  <a:pt x="382127" y="96511"/>
                </a:cubicBezTo>
                <a:cubicBezTo>
                  <a:pt x="384065" y="93056"/>
                  <a:pt x="385623" y="89335"/>
                  <a:pt x="386803" y="85347"/>
                </a:cubicBezTo>
                <a:cubicBezTo>
                  <a:pt x="388544" y="79787"/>
                  <a:pt x="389415" y="74451"/>
                  <a:pt x="389415" y="69339"/>
                </a:cubicBezTo>
                <a:cubicBezTo>
                  <a:pt x="389415" y="61251"/>
                  <a:pt x="387379" y="54974"/>
                  <a:pt x="383307" y="50509"/>
                </a:cubicBezTo>
                <a:cubicBezTo>
                  <a:pt x="379234" y="46044"/>
                  <a:pt x="374109" y="43811"/>
                  <a:pt x="367931" y="43811"/>
                </a:cubicBezTo>
                <a:cubicBezTo>
                  <a:pt x="363156" y="43811"/>
                  <a:pt x="358803" y="44948"/>
                  <a:pt x="354872" y="47223"/>
                </a:cubicBezTo>
                <a:cubicBezTo>
                  <a:pt x="350940" y="49498"/>
                  <a:pt x="347387" y="52826"/>
                  <a:pt x="344214" y="57207"/>
                </a:cubicBezTo>
                <a:cubicBezTo>
                  <a:pt x="341040" y="61588"/>
                  <a:pt x="338709" y="66685"/>
                  <a:pt x="337221" y="72499"/>
                </a:cubicBezTo>
                <a:cubicBezTo>
                  <a:pt x="335732" y="78312"/>
                  <a:pt x="334988" y="83494"/>
                  <a:pt x="334988" y="88043"/>
                </a:cubicBezTo>
                <a:close/>
                <a:moveTo>
                  <a:pt x="412979" y="123513"/>
                </a:moveTo>
                <a:lnTo>
                  <a:pt x="431683" y="34038"/>
                </a:lnTo>
                <a:lnTo>
                  <a:pt x="445500" y="34038"/>
                </a:lnTo>
                <a:lnTo>
                  <a:pt x="442214" y="49643"/>
                </a:lnTo>
                <a:cubicBezTo>
                  <a:pt x="448224" y="43508"/>
                  <a:pt x="453841" y="39037"/>
                  <a:pt x="459065" y="36228"/>
                </a:cubicBezTo>
                <a:cubicBezTo>
                  <a:pt x="464288" y="33420"/>
                  <a:pt x="469624" y="32016"/>
                  <a:pt x="475073" y="32016"/>
                </a:cubicBezTo>
                <a:cubicBezTo>
                  <a:pt x="482318" y="32016"/>
                  <a:pt x="488005" y="33983"/>
                  <a:pt x="492134" y="37919"/>
                </a:cubicBezTo>
                <a:cubicBezTo>
                  <a:pt x="496262" y="41854"/>
                  <a:pt x="498326" y="47110"/>
                  <a:pt x="498326" y="53687"/>
                </a:cubicBezTo>
                <a:cubicBezTo>
                  <a:pt x="498326" y="56999"/>
                  <a:pt x="497596" y="62221"/>
                  <a:pt x="496136" y="69352"/>
                </a:cubicBezTo>
                <a:lnTo>
                  <a:pt x="484762" y="123513"/>
                </a:lnTo>
                <a:lnTo>
                  <a:pt x="469512" y="123513"/>
                </a:lnTo>
                <a:lnTo>
                  <a:pt x="481392" y="66872"/>
                </a:lnTo>
                <a:cubicBezTo>
                  <a:pt x="482571" y="61373"/>
                  <a:pt x="483161" y="57305"/>
                  <a:pt x="483161" y="54669"/>
                </a:cubicBezTo>
                <a:cubicBezTo>
                  <a:pt x="483161" y="51696"/>
                  <a:pt x="482136" y="49283"/>
                  <a:pt x="480086" y="47431"/>
                </a:cubicBezTo>
                <a:cubicBezTo>
                  <a:pt x="478036" y="45579"/>
                  <a:pt x="475073" y="44653"/>
                  <a:pt x="471197" y="44653"/>
                </a:cubicBezTo>
                <a:cubicBezTo>
                  <a:pt x="463390" y="44653"/>
                  <a:pt x="456439" y="47457"/>
                  <a:pt x="450345" y="53063"/>
                </a:cubicBezTo>
                <a:cubicBezTo>
                  <a:pt x="444251" y="58667"/>
                  <a:pt x="439771" y="68280"/>
                  <a:pt x="436907" y="81901"/>
                </a:cubicBezTo>
                <a:lnTo>
                  <a:pt x="428229" y="123513"/>
                </a:lnTo>
                <a:lnTo>
                  <a:pt x="412979" y="1235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F1BF4F-5C19-47F4-AA92-5E26C7BF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6808" y="5325358"/>
            <a:ext cx="1175626" cy="10"/>
          </a:xfrm>
          <a:custGeom xmlns:a="http://schemas.openxmlformats.org/drawingml/2006/main">
            <a:pathLst>
              <a:path w="1175626" h="1" fill="none">
                <a:moveTo>
                  <a:pt x="0" y="0"/>
                </a:moveTo>
                <a:lnTo>
                  <a:pt x="1175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758" cap="flat">
            <a:solidFill>
              <a:srgbClr val="000000"/>
            </a:solidFill>
            <a:miter/>
          </a:ln>
        </p:spPr>
      </p:sp>
      <p:sp>
        <p:nvSpPr>
          <p:cNvPr id="8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F92AC4-B365-4C21-BE48-A814D738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3676" y="5267842"/>
            <a:ext cx="115032" cy="115032"/>
          </a:xfrm>
          <a:custGeom xmlns:a="http://schemas.openxmlformats.org/drawingml/2006/main">
            <a:pathLst>
              <a:path w="115032" h="115032">
                <a:moveTo>
                  <a:pt x="115032" y="57516"/>
                </a:moveTo>
                <a:lnTo>
                  <a:pt x="0" y="115032"/>
                </a:lnTo>
                <a:lnTo>
                  <a:pt x="28758" y="57516"/>
                </a:lnTo>
                <a:lnTo>
                  <a:pt x="0" y="0"/>
                </a:lnTo>
                <a:lnTo>
                  <a:pt x="115032" y="575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8454A2-01DC-431A-8B6B-DF63E93B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3676" y="5267842"/>
            <a:ext cx="115032" cy="115032"/>
          </a:xfrm>
          <a:custGeom xmlns:a="http://schemas.openxmlformats.org/drawingml/2006/main">
            <a:pathLst>
              <a:path w="115032" h="115032" fill="none">
                <a:moveTo>
                  <a:pt x="115032" y="57516"/>
                </a:moveTo>
                <a:lnTo>
                  <a:pt x="0" y="115032"/>
                </a:lnTo>
                <a:lnTo>
                  <a:pt x="28758" y="57516"/>
                </a:lnTo>
                <a:lnTo>
                  <a:pt x="0" y="0"/>
                </a:lnTo>
                <a:lnTo>
                  <a:pt x="115032" y="575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758" cap="flat">
            <a:solidFill>
              <a:srgbClr val="000000"/>
            </a:solidFill>
            <a:miter/>
          </a:ln>
        </p:spPr>
      </p:sp>
      <p:sp>
        <p:nvSpPr>
          <p:cNvPr id="8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564590-3A19-4022-B7EA-6E6E5FE4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702" y="4196607"/>
            <a:ext cx="862739" cy="575160"/>
          </a:xfrm>
          <a:custGeom xmlns:a="http://schemas.openxmlformats.org/drawingml/2006/main">
            <a:pathLst>
              <a:path w="862739" h="575160">
                <a:moveTo>
                  <a:pt x="123372" y="434102"/>
                </a:moveTo>
                <a:cubicBezTo>
                  <a:pt x="73045" y="425618"/>
                  <a:pt x="32353" y="394559"/>
                  <a:pt x="17686" y="353436"/>
                </a:cubicBezTo>
                <a:cubicBezTo>
                  <a:pt x="0" y="313462"/>
                  <a:pt x="8052" y="268743"/>
                  <a:pt x="38967" y="234953"/>
                </a:cubicBezTo>
                <a:cubicBezTo>
                  <a:pt x="66431" y="203750"/>
                  <a:pt x="110431" y="186064"/>
                  <a:pt x="156587" y="187646"/>
                </a:cubicBezTo>
                <a:cubicBezTo>
                  <a:pt x="182901" y="153999"/>
                  <a:pt x="230639" y="136600"/>
                  <a:pt x="277946" y="143502"/>
                </a:cubicBezTo>
                <a:cubicBezTo>
                  <a:pt x="280534" y="107555"/>
                  <a:pt x="298652" y="73620"/>
                  <a:pt x="328991" y="48170"/>
                </a:cubicBezTo>
                <a:cubicBezTo>
                  <a:pt x="371697" y="11072"/>
                  <a:pt x="437265" y="0"/>
                  <a:pt x="493918" y="20274"/>
                </a:cubicBezTo>
                <a:cubicBezTo>
                  <a:pt x="529291" y="31778"/>
                  <a:pt x="558192" y="54209"/>
                  <a:pt x="574441" y="82967"/>
                </a:cubicBezTo>
                <a:cubicBezTo>
                  <a:pt x="617002" y="64130"/>
                  <a:pt x="668192" y="64993"/>
                  <a:pt x="709747" y="85267"/>
                </a:cubicBezTo>
                <a:cubicBezTo>
                  <a:pt x="749433" y="103241"/>
                  <a:pt x="778191" y="134587"/>
                  <a:pt x="788400" y="171398"/>
                </a:cubicBezTo>
                <a:cubicBezTo>
                  <a:pt x="794008" y="187790"/>
                  <a:pt x="795302" y="204901"/>
                  <a:pt x="792138" y="221724"/>
                </a:cubicBezTo>
                <a:cubicBezTo>
                  <a:pt x="835994" y="242861"/>
                  <a:pt x="862739" y="282403"/>
                  <a:pt x="861589" y="324821"/>
                </a:cubicBezTo>
                <a:cubicBezTo>
                  <a:pt x="860582" y="363069"/>
                  <a:pt x="837001" y="398442"/>
                  <a:pt x="798609" y="419435"/>
                </a:cubicBezTo>
                <a:cubicBezTo>
                  <a:pt x="792426" y="410808"/>
                  <a:pt x="784949" y="403043"/>
                  <a:pt x="776465" y="396141"/>
                </a:cubicBezTo>
                <a:cubicBezTo>
                  <a:pt x="807955" y="380180"/>
                  <a:pt x="826792" y="351135"/>
                  <a:pt x="825498" y="320220"/>
                </a:cubicBezTo>
                <a:cubicBezTo>
                  <a:pt x="825066" y="297645"/>
                  <a:pt x="814138" y="276220"/>
                  <a:pt x="794870" y="260547"/>
                </a:cubicBezTo>
                <a:cubicBezTo>
                  <a:pt x="782792" y="251920"/>
                  <a:pt x="769420" y="244587"/>
                  <a:pt x="755041" y="238835"/>
                </a:cubicBezTo>
                <a:cubicBezTo>
                  <a:pt x="761080" y="217554"/>
                  <a:pt x="760792" y="195554"/>
                  <a:pt x="754178" y="174417"/>
                </a:cubicBezTo>
                <a:cubicBezTo>
                  <a:pt x="742675" y="146091"/>
                  <a:pt x="718374" y="122365"/>
                  <a:pt x="686597" y="108561"/>
                </a:cubicBezTo>
                <a:cubicBezTo>
                  <a:pt x="663447" y="99503"/>
                  <a:pt x="637277" y="97202"/>
                  <a:pt x="612401" y="102378"/>
                </a:cubicBezTo>
                <a:cubicBezTo>
                  <a:pt x="594427" y="107411"/>
                  <a:pt x="577029" y="113882"/>
                  <a:pt x="560493" y="121790"/>
                </a:cubicBezTo>
                <a:lnTo>
                  <a:pt x="534611" y="82248"/>
                </a:lnTo>
                <a:cubicBezTo>
                  <a:pt x="516637" y="62117"/>
                  <a:pt x="491186" y="47451"/>
                  <a:pt x="462428" y="40405"/>
                </a:cubicBezTo>
                <a:cubicBezTo>
                  <a:pt x="422598" y="33647"/>
                  <a:pt x="381618" y="44143"/>
                  <a:pt x="353004" y="68300"/>
                </a:cubicBezTo>
                <a:cubicBezTo>
                  <a:pt x="331004" y="86130"/>
                  <a:pt x="316769" y="109568"/>
                  <a:pt x="312312" y="134875"/>
                </a:cubicBezTo>
                <a:lnTo>
                  <a:pt x="310442" y="178299"/>
                </a:lnTo>
                <a:lnTo>
                  <a:pt x="268743" y="171398"/>
                </a:lnTo>
                <a:cubicBezTo>
                  <a:pt x="238979" y="167803"/>
                  <a:pt x="209358" y="177868"/>
                  <a:pt x="190953" y="197711"/>
                </a:cubicBezTo>
                <a:lnTo>
                  <a:pt x="173267" y="218704"/>
                </a:lnTo>
                <a:cubicBezTo>
                  <a:pt x="157594" y="217267"/>
                  <a:pt x="141777" y="217410"/>
                  <a:pt x="126104" y="219423"/>
                </a:cubicBezTo>
                <a:cubicBezTo>
                  <a:pt x="89006" y="228051"/>
                  <a:pt x="59960" y="252064"/>
                  <a:pt x="49176" y="282978"/>
                </a:cubicBezTo>
                <a:cubicBezTo>
                  <a:pt x="39686" y="308861"/>
                  <a:pt x="43137" y="336756"/>
                  <a:pt x="58522" y="360481"/>
                </a:cubicBezTo>
                <a:cubicBezTo>
                  <a:pt x="73908" y="384494"/>
                  <a:pt x="102091" y="400886"/>
                  <a:pt x="134444" y="404625"/>
                </a:cubicBezTo>
                <a:lnTo>
                  <a:pt x="388233" y="404625"/>
                </a:lnTo>
                <a:cubicBezTo>
                  <a:pt x="380468" y="413683"/>
                  <a:pt x="374141" y="423605"/>
                  <a:pt x="369684" y="434102"/>
                </a:cubicBezTo>
                <a:lnTo>
                  <a:pt x="123372" y="434102"/>
                </a:lnTo>
                <a:close/>
                <a:moveTo>
                  <a:pt x="486441" y="285279"/>
                </a:moveTo>
                <a:cubicBezTo>
                  <a:pt x="486441" y="234521"/>
                  <a:pt x="530872" y="193254"/>
                  <a:pt x="586519" y="192247"/>
                </a:cubicBezTo>
                <a:cubicBezTo>
                  <a:pt x="639577" y="192103"/>
                  <a:pt x="684008" y="229201"/>
                  <a:pt x="688466" y="277514"/>
                </a:cubicBezTo>
                <a:cubicBezTo>
                  <a:pt x="692061" y="304116"/>
                  <a:pt x="683002" y="330861"/>
                  <a:pt x="663447" y="350991"/>
                </a:cubicBezTo>
                <a:cubicBezTo>
                  <a:pt x="643891" y="370978"/>
                  <a:pt x="615852" y="382337"/>
                  <a:pt x="586519" y="382194"/>
                </a:cubicBezTo>
                <a:cubicBezTo>
                  <a:pt x="559055" y="381762"/>
                  <a:pt x="532885" y="371265"/>
                  <a:pt x="514049" y="353004"/>
                </a:cubicBezTo>
                <a:cubicBezTo>
                  <a:pt x="495212" y="334743"/>
                  <a:pt x="485291" y="310299"/>
                  <a:pt x="486441" y="285279"/>
                </a:cubicBezTo>
                <a:close/>
                <a:moveTo>
                  <a:pt x="379893" y="575160"/>
                </a:moveTo>
                <a:cubicBezTo>
                  <a:pt x="382912" y="533173"/>
                  <a:pt x="390102" y="491474"/>
                  <a:pt x="401174" y="450350"/>
                </a:cubicBezTo>
                <a:cubicBezTo>
                  <a:pt x="405344" y="436834"/>
                  <a:pt x="414834" y="424755"/>
                  <a:pt x="428062" y="416272"/>
                </a:cubicBezTo>
                <a:cubicBezTo>
                  <a:pt x="444598" y="406638"/>
                  <a:pt x="462284" y="398586"/>
                  <a:pt x="480833" y="392259"/>
                </a:cubicBezTo>
                <a:cubicBezTo>
                  <a:pt x="488023" y="388089"/>
                  <a:pt x="497657" y="388808"/>
                  <a:pt x="503984" y="393840"/>
                </a:cubicBezTo>
                <a:cubicBezTo>
                  <a:pt x="523108" y="410808"/>
                  <a:pt x="554598" y="421017"/>
                  <a:pt x="588388" y="421017"/>
                </a:cubicBezTo>
                <a:cubicBezTo>
                  <a:pt x="622179" y="421017"/>
                  <a:pt x="653669" y="410808"/>
                  <a:pt x="672649" y="393840"/>
                </a:cubicBezTo>
                <a:cubicBezTo>
                  <a:pt x="678832" y="389239"/>
                  <a:pt x="687891" y="388520"/>
                  <a:pt x="694937" y="392259"/>
                </a:cubicBezTo>
                <a:cubicBezTo>
                  <a:pt x="713198" y="397723"/>
                  <a:pt x="730453" y="405487"/>
                  <a:pt x="745838" y="415553"/>
                </a:cubicBezTo>
                <a:cubicBezTo>
                  <a:pt x="761080" y="424612"/>
                  <a:pt x="771720" y="438128"/>
                  <a:pt x="775459" y="453513"/>
                </a:cubicBezTo>
                <a:cubicBezTo>
                  <a:pt x="786674" y="493487"/>
                  <a:pt x="794152" y="534179"/>
                  <a:pt x="797746" y="575160"/>
                </a:cubicBezTo>
                <a:lnTo>
                  <a:pt x="379893" y="575160"/>
                </a:lnTo>
                <a:close/>
              </a:path>
            </a:pathLst>
          </a:custGeom>
          <a:solidFill xmlns:a="http://schemas.openxmlformats.org/drawingml/2006/main">
            <a:srgbClr val="505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F65C57-945E-44E9-9967-C331A898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212" y="4196607"/>
            <a:ext cx="862739" cy="575160"/>
          </a:xfrm>
          <a:custGeom xmlns:a="http://schemas.openxmlformats.org/drawingml/2006/main">
            <a:pathLst>
              <a:path w="862739" h="575160">
                <a:moveTo>
                  <a:pt x="123372" y="434102"/>
                </a:moveTo>
                <a:cubicBezTo>
                  <a:pt x="73045" y="425618"/>
                  <a:pt x="32353" y="394559"/>
                  <a:pt x="17686" y="353436"/>
                </a:cubicBezTo>
                <a:cubicBezTo>
                  <a:pt x="0" y="313462"/>
                  <a:pt x="8052" y="268743"/>
                  <a:pt x="38967" y="234953"/>
                </a:cubicBezTo>
                <a:cubicBezTo>
                  <a:pt x="66431" y="203750"/>
                  <a:pt x="110431" y="186064"/>
                  <a:pt x="156587" y="187646"/>
                </a:cubicBezTo>
                <a:cubicBezTo>
                  <a:pt x="182901" y="153999"/>
                  <a:pt x="230639" y="136600"/>
                  <a:pt x="277946" y="143502"/>
                </a:cubicBezTo>
                <a:cubicBezTo>
                  <a:pt x="280534" y="107555"/>
                  <a:pt x="298652" y="73620"/>
                  <a:pt x="328991" y="48170"/>
                </a:cubicBezTo>
                <a:cubicBezTo>
                  <a:pt x="371697" y="11072"/>
                  <a:pt x="437265" y="0"/>
                  <a:pt x="493918" y="20274"/>
                </a:cubicBezTo>
                <a:cubicBezTo>
                  <a:pt x="529291" y="31778"/>
                  <a:pt x="558192" y="54209"/>
                  <a:pt x="574441" y="82967"/>
                </a:cubicBezTo>
                <a:cubicBezTo>
                  <a:pt x="617002" y="64130"/>
                  <a:pt x="668192" y="64993"/>
                  <a:pt x="709747" y="85267"/>
                </a:cubicBezTo>
                <a:cubicBezTo>
                  <a:pt x="749433" y="103241"/>
                  <a:pt x="778191" y="134587"/>
                  <a:pt x="788400" y="171398"/>
                </a:cubicBezTo>
                <a:cubicBezTo>
                  <a:pt x="794008" y="187790"/>
                  <a:pt x="795302" y="204901"/>
                  <a:pt x="792138" y="221724"/>
                </a:cubicBezTo>
                <a:cubicBezTo>
                  <a:pt x="835994" y="242861"/>
                  <a:pt x="862739" y="282403"/>
                  <a:pt x="861589" y="324821"/>
                </a:cubicBezTo>
                <a:cubicBezTo>
                  <a:pt x="860582" y="363069"/>
                  <a:pt x="837001" y="398442"/>
                  <a:pt x="798609" y="419435"/>
                </a:cubicBezTo>
                <a:cubicBezTo>
                  <a:pt x="792426" y="410808"/>
                  <a:pt x="784949" y="403043"/>
                  <a:pt x="776465" y="396141"/>
                </a:cubicBezTo>
                <a:cubicBezTo>
                  <a:pt x="807955" y="380180"/>
                  <a:pt x="826792" y="351135"/>
                  <a:pt x="825498" y="320220"/>
                </a:cubicBezTo>
                <a:cubicBezTo>
                  <a:pt x="825066" y="297645"/>
                  <a:pt x="814138" y="276220"/>
                  <a:pt x="794870" y="260547"/>
                </a:cubicBezTo>
                <a:cubicBezTo>
                  <a:pt x="782792" y="251920"/>
                  <a:pt x="769420" y="244587"/>
                  <a:pt x="755041" y="238835"/>
                </a:cubicBezTo>
                <a:cubicBezTo>
                  <a:pt x="761080" y="217554"/>
                  <a:pt x="760792" y="195554"/>
                  <a:pt x="754178" y="174417"/>
                </a:cubicBezTo>
                <a:cubicBezTo>
                  <a:pt x="742675" y="146091"/>
                  <a:pt x="718374" y="122365"/>
                  <a:pt x="686597" y="108561"/>
                </a:cubicBezTo>
                <a:cubicBezTo>
                  <a:pt x="663447" y="99503"/>
                  <a:pt x="637277" y="97202"/>
                  <a:pt x="612401" y="102378"/>
                </a:cubicBezTo>
                <a:cubicBezTo>
                  <a:pt x="594427" y="107411"/>
                  <a:pt x="577029" y="113882"/>
                  <a:pt x="560493" y="121790"/>
                </a:cubicBezTo>
                <a:lnTo>
                  <a:pt x="534611" y="82248"/>
                </a:lnTo>
                <a:cubicBezTo>
                  <a:pt x="516637" y="62117"/>
                  <a:pt x="491186" y="47451"/>
                  <a:pt x="462428" y="40405"/>
                </a:cubicBezTo>
                <a:cubicBezTo>
                  <a:pt x="422598" y="33647"/>
                  <a:pt x="381618" y="44143"/>
                  <a:pt x="353004" y="68300"/>
                </a:cubicBezTo>
                <a:cubicBezTo>
                  <a:pt x="331004" y="86130"/>
                  <a:pt x="316769" y="109568"/>
                  <a:pt x="312312" y="134875"/>
                </a:cubicBezTo>
                <a:lnTo>
                  <a:pt x="310442" y="178299"/>
                </a:lnTo>
                <a:lnTo>
                  <a:pt x="268743" y="171398"/>
                </a:lnTo>
                <a:cubicBezTo>
                  <a:pt x="238979" y="167803"/>
                  <a:pt x="209358" y="177868"/>
                  <a:pt x="190953" y="197711"/>
                </a:cubicBezTo>
                <a:lnTo>
                  <a:pt x="173267" y="218704"/>
                </a:lnTo>
                <a:cubicBezTo>
                  <a:pt x="157594" y="217267"/>
                  <a:pt x="141777" y="217410"/>
                  <a:pt x="126104" y="219423"/>
                </a:cubicBezTo>
                <a:cubicBezTo>
                  <a:pt x="89006" y="228051"/>
                  <a:pt x="59960" y="252064"/>
                  <a:pt x="49176" y="282978"/>
                </a:cubicBezTo>
                <a:cubicBezTo>
                  <a:pt x="39686" y="308861"/>
                  <a:pt x="43137" y="336756"/>
                  <a:pt x="58522" y="360481"/>
                </a:cubicBezTo>
                <a:cubicBezTo>
                  <a:pt x="73908" y="384494"/>
                  <a:pt x="102091" y="400886"/>
                  <a:pt x="134444" y="404625"/>
                </a:cubicBezTo>
                <a:lnTo>
                  <a:pt x="388233" y="404625"/>
                </a:lnTo>
                <a:cubicBezTo>
                  <a:pt x="380468" y="413683"/>
                  <a:pt x="374141" y="423605"/>
                  <a:pt x="369684" y="434102"/>
                </a:cubicBezTo>
                <a:lnTo>
                  <a:pt x="123372" y="434102"/>
                </a:lnTo>
                <a:close/>
                <a:moveTo>
                  <a:pt x="486441" y="285279"/>
                </a:moveTo>
                <a:cubicBezTo>
                  <a:pt x="486441" y="234521"/>
                  <a:pt x="530872" y="193254"/>
                  <a:pt x="586519" y="192247"/>
                </a:cubicBezTo>
                <a:cubicBezTo>
                  <a:pt x="639577" y="192103"/>
                  <a:pt x="684008" y="229201"/>
                  <a:pt x="688466" y="277514"/>
                </a:cubicBezTo>
                <a:cubicBezTo>
                  <a:pt x="692061" y="304116"/>
                  <a:pt x="683002" y="330861"/>
                  <a:pt x="663447" y="350991"/>
                </a:cubicBezTo>
                <a:cubicBezTo>
                  <a:pt x="643891" y="370978"/>
                  <a:pt x="615852" y="382337"/>
                  <a:pt x="586519" y="382194"/>
                </a:cubicBezTo>
                <a:cubicBezTo>
                  <a:pt x="559055" y="381762"/>
                  <a:pt x="532885" y="371265"/>
                  <a:pt x="514049" y="353004"/>
                </a:cubicBezTo>
                <a:cubicBezTo>
                  <a:pt x="495212" y="334743"/>
                  <a:pt x="485291" y="310299"/>
                  <a:pt x="486441" y="285279"/>
                </a:cubicBezTo>
                <a:close/>
                <a:moveTo>
                  <a:pt x="379893" y="575160"/>
                </a:moveTo>
                <a:cubicBezTo>
                  <a:pt x="382912" y="533173"/>
                  <a:pt x="390102" y="491474"/>
                  <a:pt x="401174" y="450350"/>
                </a:cubicBezTo>
                <a:cubicBezTo>
                  <a:pt x="405344" y="436834"/>
                  <a:pt x="414834" y="424755"/>
                  <a:pt x="428062" y="416272"/>
                </a:cubicBezTo>
                <a:cubicBezTo>
                  <a:pt x="444598" y="406638"/>
                  <a:pt x="462284" y="398586"/>
                  <a:pt x="480833" y="392259"/>
                </a:cubicBezTo>
                <a:cubicBezTo>
                  <a:pt x="488023" y="388089"/>
                  <a:pt x="497657" y="388808"/>
                  <a:pt x="503984" y="393840"/>
                </a:cubicBezTo>
                <a:cubicBezTo>
                  <a:pt x="523108" y="410808"/>
                  <a:pt x="554598" y="421017"/>
                  <a:pt x="588388" y="421017"/>
                </a:cubicBezTo>
                <a:cubicBezTo>
                  <a:pt x="622179" y="421017"/>
                  <a:pt x="653669" y="410808"/>
                  <a:pt x="672649" y="393840"/>
                </a:cubicBezTo>
                <a:cubicBezTo>
                  <a:pt x="678832" y="389239"/>
                  <a:pt x="687891" y="388520"/>
                  <a:pt x="694937" y="392259"/>
                </a:cubicBezTo>
                <a:cubicBezTo>
                  <a:pt x="713198" y="397723"/>
                  <a:pt x="730453" y="405487"/>
                  <a:pt x="745838" y="415553"/>
                </a:cubicBezTo>
                <a:cubicBezTo>
                  <a:pt x="761080" y="424612"/>
                  <a:pt x="771720" y="438128"/>
                  <a:pt x="775459" y="453513"/>
                </a:cubicBezTo>
                <a:cubicBezTo>
                  <a:pt x="786674" y="493487"/>
                  <a:pt x="794152" y="534179"/>
                  <a:pt x="797746" y="575160"/>
                </a:cubicBezTo>
                <a:lnTo>
                  <a:pt x="379893" y="575160"/>
                </a:lnTo>
                <a:close/>
              </a:path>
            </a:pathLst>
          </a:custGeom>
          <a:solidFill xmlns:a="http://schemas.openxmlformats.org/drawingml/2006/main">
            <a:srgbClr val="505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B4B2F8-74B9-49B1-A344-8633BB89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702" y="5404442"/>
            <a:ext cx="862739" cy="575160"/>
          </a:xfrm>
          <a:custGeom xmlns:a="http://schemas.openxmlformats.org/drawingml/2006/main">
            <a:pathLst>
              <a:path w="862739" h="575160">
                <a:moveTo>
                  <a:pt x="123372" y="434102"/>
                </a:moveTo>
                <a:cubicBezTo>
                  <a:pt x="73045" y="425618"/>
                  <a:pt x="32353" y="394559"/>
                  <a:pt x="17686" y="353436"/>
                </a:cubicBezTo>
                <a:cubicBezTo>
                  <a:pt x="0" y="313462"/>
                  <a:pt x="8052" y="268743"/>
                  <a:pt x="38967" y="234953"/>
                </a:cubicBezTo>
                <a:cubicBezTo>
                  <a:pt x="66431" y="203750"/>
                  <a:pt x="110431" y="186064"/>
                  <a:pt x="156587" y="187646"/>
                </a:cubicBezTo>
                <a:cubicBezTo>
                  <a:pt x="182901" y="153999"/>
                  <a:pt x="230639" y="136600"/>
                  <a:pt x="277946" y="143502"/>
                </a:cubicBezTo>
                <a:cubicBezTo>
                  <a:pt x="280534" y="107555"/>
                  <a:pt x="298652" y="73620"/>
                  <a:pt x="328991" y="48170"/>
                </a:cubicBezTo>
                <a:cubicBezTo>
                  <a:pt x="371697" y="11072"/>
                  <a:pt x="437265" y="0"/>
                  <a:pt x="493918" y="20274"/>
                </a:cubicBezTo>
                <a:cubicBezTo>
                  <a:pt x="529291" y="31778"/>
                  <a:pt x="558192" y="54209"/>
                  <a:pt x="574441" y="82967"/>
                </a:cubicBezTo>
                <a:cubicBezTo>
                  <a:pt x="617002" y="64130"/>
                  <a:pt x="668192" y="64993"/>
                  <a:pt x="709747" y="85267"/>
                </a:cubicBezTo>
                <a:cubicBezTo>
                  <a:pt x="749433" y="103241"/>
                  <a:pt x="778191" y="134587"/>
                  <a:pt x="788400" y="171398"/>
                </a:cubicBezTo>
                <a:cubicBezTo>
                  <a:pt x="794008" y="187790"/>
                  <a:pt x="795302" y="204901"/>
                  <a:pt x="792138" y="221724"/>
                </a:cubicBezTo>
                <a:cubicBezTo>
                  <a:pt x="835994" y="242861"/>
                  <a:pt x="862739" y="282403"/>
                  <a:pt x="861589" y="324821"/>
                </a:cubicBezTo>
                <a:cubicBezTo>
                  <a:pt x="860582" y="363069"/>
                  <a:pt x="837001" y="398442"/>
                  <a:pt x="798609" y="419435"/>
                </a:cubicBezTo>
                <a:cubicBezTo>
                  <a:pt x="792426" y="410808"/>
                  <a:pt x="784949" y="403043"/>
                  <a:pt x="776465" y="396141"/>
                </a:cubicBezTo>
                <a:cubicBezTo>
                  <a:pt x="807955" y="380180"/>
                  <a:pt x="826792" y="351135"/>
                  <a:pt x="825498" y="320220"/>
                </a:cubicBezTo>
                <a:cubicBezTo>
                  <a:pt x="825066" y="297645"/>
                  <a:pt x="814138" y="276220"/>
                  <a:pt x="794870" y="260547"/>
                </a:cubicBezTo>
                <a:cubicBezTo>
                  <a:pt x="782792" y="251920"/>
                  <a:pt x="769420" y="244587"/>
                  <a:pt x="755041" y="238835"/>
                </a:cubicBezTo>
                <a:cubicBezTo>
                  <a:pt x="761080" y="217554"/>
                  <a:pt x="760792" y="195554"/>
                  <a:pt x="754178" y="174417"/>
                </a:cubicBezTo>
                <a:cubicBezTo>
                  <a:pt x="742675" y="146091"/>
                  <a:pt x="718374" y="122365"/>
                  <a:pt x="686597" y="108561"/>
                </a:cubicBezTo>
                <a:cubicBezTo>
                  <a:pt x="663447" y="99503"/>
                  <a:pt x="637277" y="97202"/>
                  <a:pt x="612401" y="102378"/>
                </a:cubicBezTo>
                <a:cubicBezTo>
                  <a:pt x="594427" y="107411"/>
                  <a:pt x="577029" y="113882"/>
                  <a:pt x="560493" y="121790"/>
                </a:cubicBezTo>
                <a:lnTo>
                  <a:pt x="534611" y="82248"/>
                </a:lnTo>
                <a:cubicBezTo>
                  <a:pt x="516637" y="62117"/>
                  <a:pt x="491186" y="47451"/>
                  <a:pt x="462428" y="40405"/>
                </a:cubicBezTo>
                <a:cubicBezTo>
                  <a:pt x="422598" y="33647"/>
                  <a:pt x="381618" y="44143"/>
                  <a:pt x="353004" y="68300"/>
                </a:cubicBezTo>
                <a:cubicBezTo>
                  <a:pt x="331004" y="86130"/>
                  <a:pt x="316769" y="109568"/>
                  <a:pt x="312312" y="134875"/>
                </a:cubicBezTo>
                <a:lnTo>
                  <a:pt x="310442" y="178299"/>
                </a:lnTo>
                <a:lnTo>
                  <a:pt x="268743" y="171398"/>
                </a:lnTo>
                <a:cubicBezTo>
                  <a:pt x="238979" y="167803"/>
                  <a:pt x="209358" y="177868"/>
                  <a:pt x="190953" y="197711"/>
                </a:cubicBezTo>
                <a:lnTo>
                  <a:pt x="173267" y="218704"/>
                </a:lnTo>
                <a:cubicBezTo>
                  <a:pt x="157594" y="217267"/>
                  <a:pt x="141777" y="217410"/>
                  <a:pt x="126104" y="219423"/>
                </a:cubicBezTo>
                <a:cubicBezTo>
                  <a:pt x="89006" y="228051"/>
                  <a:pt x="59960" y="252064"/>
                  <a:pt x="49176" y="282978"/>
                </a:cubicBezTo>
                <a:cubicBezTo>
                  <a:pt x="39686" y="308861"/>
                  <a:pt x="43137" y="336756"/>
                  <a:pt x="58522" y="360481"/>
                </a:cubicBezTo>
                <a:cubicBezTo>
                  <a:pt x="73908" y="384494"/>
                  <a:pt x="102091" y="400886"/>
                  <a:pt x="134444" y="404625"/>
                </a:cubicBezTo>
                <a:lnTo>
                  <a:pt x="388233" y="404625"/>
                </a:lnTo>
                <a:cubicBezTo>
                  <a:pt x="380468" y="413683"/>
                  <a:pt x="374141" y="423605"/>
                  <a:pt x="369684" y="434102"/>
                </a:cubicBezTo>
                <a:lnTo>
                  <a:pt x="123372" y="434102"/>
                </a:lnTo>
                <a:close/>
                <a:moveTo>
                  <a:pt x="486441" y="285279"/>
                </a:moveTo>
                <a:cubicBezTo>
                  <a:pt x="486441" y="234521"/>
                  <a:pt x="530872" y="193254"/>
                  <a:pt x="586519" y="192247"/>
                </a:cubicBezTo>
                <a:cubicBezTo>
                  <a:pt x="639577" y="192103"/>
                  <a:pt x="684008" y="229201"/>
                  <a:pt x="688466" y="277514"/>
                </a:cubicBezTo>
                <a:cubicBezTo>
                  <a:pt x="692061" y="304116"/>
                  <a:pt x="683002" y="330861"/>
                  <a:pt x="663447" y="350991"/>
                </a:cubicBezTo>
                <a:cubicBezTo>
                  <a:pt x="643891" y="370978"/>
                  <a:pt x="615852" y="382337"/>
                  <a:pt x="586519" y="382194"/>
                </a:cubicBezTo>
                <a:cubicBezTo>
                  <a:pt x="559055" y="381762"/>
                  <a:pt x="532885" y="371265"/>
                  <a:pt x="514049" y="353004"/>
                </a:cubicBezTo>
                <a:cubicBezTo>
                  <a:pt x="495212" y="334743"/>
                  <a:pt x="485291" y="310299"/>
                  <a:pt x="486441" y="285279"/>
                </a:cubicBezTo>
                <a:close/>
                <a:moveTo>
                  <a:pt x="379893" y="575160"/>
                </a:moveTo>
                <a:cubicBezTo>
                  <a:pt x="382912" y="533173"/>
                  <a:pt x="390102" y="491474"/>
                  <a:pt x="401174" y="450350"/>
                </a:cubicBezTo>
                <a:cubicBezTo>
                  <a:pt x="405344" y="436834"/>
                  <a:pt x="414834" y="424755"/>
                  <a:pt x="428062" y="416272"/>
                </a:cubicBezTo>
                <a:cubicBezTo>
                  <a:pt x="444598" y="406638"/>
                  <a:pt x="462284" y="398586"/>
                  <a:pt x="480833" y="392259"/>
                </a:cubicBezTo>
                <a:cubicBezTo>
                  <a:pt x="488023" y="388089"/>
                  <a:pt x="497657" y="388808"/>
                  <a:pt x="503984" y="393840"/>
                </a:cubicBezTo>
                <a:cubicBezTo>
                  <a:pt x="523108" y="410808"/>
                  <a:pt x="554598" y="421017"/>
                  <a:pt x="588388" y="421017"/>
                </a:cubicBezTo>
                <a:cubicBezTo>
                  <a:pt x="622179" y="421017"/>
                  <a:pt x="653669" y="410808"/>
                  <a:pt x="672649" y="393840"/>
                </a:cubicBezTo>
                <a:cubicBezTo>
                  <a:pt x="678832" y="389239"/>
                  <a:pt x="687891" y="388520"/>
                  <a:pt x="694937" y="392259"/>
                </a:cubicBezTo>
                <a:cubicBezTo>
                  <a:pt x="713198" y="397723"/>
                  <a:pt x="730453" y="405487"/>
                  <a:pt x="745838" y="415553"/>
                </a:cubicBezTo>
                <a:cubicBezTo>
                  <a:pt x="761080" y="424612"/>
                  <a:pt x="771720" y="438128"/>
                  <a:pt x="775459" y="453513"/>
                </a:cubicBezTo>
                <a:cubicBezTo>
                  <a:pt x="786674" y="493487"/>
                  <a:pt x="794152" y="534179"/>
                  <a:pt x="797746" y="575160"/>
                </a:cubicBezTo>
                <a:lnTo>
                  <a:pt x="379893" y="575160"/>
                </a:lnTo>
                <a:close/>
              </a:path>
            </a:pathLst>
          </a:custGeom>
          <a:solidFill xmlns:a="http://schemas.openxmlformats.org/drawingml/2006/main">
            <a:srgbClr val="505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0A28DE-B831-4C83-8A30-BC08B0C5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212" y="5404442"/>
            <a:ext cx="862739" cy="575160"/>
          </a:xfrm>
          <a:custGeom xmlns:a="http://schemas.openxmlformats.org/drawingml/2006/main">
            <a:pathLst>
              <a:path w="862739" h="575160">
                <a:moveTo>
                  <a:pt x="123372" y="434102"/>
                </a:moveTo>
                <a:cubicBezTo>
                  <a:pt x="73045" y="425618"/>
                  <a:pt x="32353" y="394559"/>
                  <a:pt x="17686" y="353436"/>
                </a:cubicBezTo>
                <a:cubicBezTo>
                  <a:pt x="0" y="313462"/>
                  <a:pt x="8052" y="268743"/>
                  <a:pt x="38967" y="234953"/>
                </a:cubicBezTo>
                <a:cubicBezTo>
                  <a:pt x="66431" y="203750"/>
                  <a:pt x="110431" y="186064"/>
                  <a:pt x="156587" y="187646"/>
                </a:cubicBezTo>
                <a:cubicBezTo>
                  <a:pt x="182901" y="153999"/>
                  <a:pt x="230639" y="136600"/>
                  <a:pt x="277946" y="143502"/>
                </a:cubicBezTo>
                <a:cubicBezTo>
                  <a:pt x="280534" y="107555"/>
                  <a:pt x="298652" y="73620"/>
                  <a:pt x="328991" y="48170"/>
                </a:cubicBezTo>
                <a:cubicBezTo>
                  <a:pt x="371697" y="11072"/>
                  <a:pt x="437265" y="0"/>
                  <a:pt x="493918" y="20274"/>
                </a:cubicBezTo>
                <a:cubicBezTo>
                  <a:pt x="529291" y="31778"/>
                  <a:pt x="558192" y="54209"/>
                  <a:pt x="574441" y="82967"/>
                </a:cubicBezTo>
                <a:cubicBezTo>
                  <a:pt x="617002" y="64130"/>
                  <a:pt x="668192" y="64993"/>
                  <a:pt x="709747" y="85267"/>
                </a:cubicBezTo>
                <a:cubicBezTo>
                  <a:pt x="749433" y="103241"/>
                  <a:pt x="778191" y="134587"/>
                  <a:pt x="788400" y="171398"/>
                </a:cubicBezTo>
                <a:cubicBezTo>
                  <a:pt x="794008" y="187790"/>
                  <a:pt x="795302" y="204901"/>
                  <a:pt x="792138" y="221724"/>
                </a:cubicBezTo>
                <a:cubicBezTo>
                  <a:pt x="835994" y="242861"/>
                  <a:pt x="862739" y="282403"/>
                  <a:pt x="861589" y="324821"/>
                </a:cubicBezTo>
                <a:cubicBezTo>
                  <a:pt x="860582" y="363069"/>
                  <a:pt x="837001" y="398442"/>
                  <a:pt x="798609" y="419435"/>
                </a:cubicBezTo>
                <a:cubicBezTo>
                  <a:pt x="792426" y="410808"/>
                  <a:pt x="784949" y="403043"/>
                  <a:pt x="776465" y="396141"/>
                </a:cubicBezTo>
                <a:cubicBezTo>
                  <a:pt x="807955" y="380180"/>
                  <a:pt x="826792" y="351135"/>
                  <a:pt x="825498" y="320220"/>
                </a:cubicBezTo>
                <a:cubicBezTo>
                  <a:pt x="825066" y="297645"/>
                  <a:pt x="814138" y="276220"/>
                  <a:pt x="794870" y="260547"/>
                </a:cubicBezTo>
                <a:cubicBezTo>
                  <a:pt x="782792" y="251920"/>
                  <a:pt x="769420" y="244587"/>
                  <a:pt x="755041" y="238835"/>
                </a:cubicBezTo>
                <a:cubicBezTo>
                  <a:pt x="761080" y="217554"/>
                  <a:pt x="760792" y="195554"/>
                  <a:pt x="754178" y="174417"/>
                </a:cubicBezTo>
                <a:cubicBezTo>
                  <a:pt x="742675" y="146091"/>
                  <a:pt x="718374" y="122365"/>
                  <a:pt x="686597" y="108561"/>
                </a:cubicBezTo>
                <a:cubicBezTo>
                  <a:pt x="663447" y="99503"/>
                  <a:pt x="637277" y="97202"/>
                  <a:pt x="612401" y="102378"/>
                </a:cubicBezTo>
                <a:cubicBezTo>
                  <a:pt x="594427" y="107411"/>
                  <a:pt x="577029" y="113882"/>
                  <a:pt x="560493" y="121790"/>
                </a:cubicBezTo>
                <a:lnTo>
                  <a:pt x="534611" y="82248"/>
                </a:lnTo>
                <a:cubicBezTo>
                  <a:pt x="516637" y="62117"/>
                  <a:pt x="491186" y="47451"/>
                  <a:pt x="462428" y="40405"/>
                </a:cubicBezTo>
                <a:cubicBezTo>
                  <a:pt x="422598" y="33647"/>
                  <a:pt x="381618" y="44143"/>
                  <a:pt x="353004" y="68300"/>
                </a:cubicBezTo>
                <a:cubicBezTo>
                  <a:pt x="331004" y="86130"/>
                  <a:pt x="316769" y="109568"/>
                  <a:pt x="312312" y="134875"/>
                </a:cubicBezTo>
                <a:lnTo>
                  <a:pt x="310442" y="178299"/>
                </a:lnTo>
                <a:lnTo>
                  <a:pt x="268743" y="171398"/>
                </a:lnTo>
                <a:cubicBezTo>
                  <a:pt x="238979" y="167803"/>
                  <a:pt x="209358" y="177868"/>
                  <a:pt x="190953" y="197711"/>
                </a:cubicBezTo>
                <a:lnTo>
                  <a:pt x="173267" y="218704"/>
                </a:lnTo>
                <a:cubicBezTo>
                  <a:pt x="157594" y="217267"/>
                  <a:pt x="141777" y="217410"/>
                  <a:pt x="126104" y="219423"/>
                </a:cubicBezTo>
                <a:cubicBezTo>
                  <a:pt x="89006" y="228051"/>
                  <a:pt x="59960" y="252064"/>
                  <a:pt x="49176" y="282978"/>
                </a:cubicBezTo>
                <a:cubicBezTo>
                  <a:pt x="39686" y="308861"/>
                  <a:pt x="43137" y="336756"/>
                  <a:pt x="58522" y="360481"/>
                </a:cubicBezTo>
                <a:cubicBezTo>
                  <a:pt x="73908" y="384494"/>
                  <a:pt x="102091" y="400886"/>
                  <a:pt x="134444" y="404625"/>
                </a:cubicBezTo>
                <a:lnTo>
                  <a:pt x="388233" y="404625"/>
                </a:lnTo>
                <a:cubicBezTo>
                  <a:pt x="380468" y="413683"/>
                  <a:pt x="374141" y="423605"/>
                  <a:pt x="369684" y="434102"/>
                </a:cubicBezTo>
                <a:lnTo>
                  <a:pt x="123372" y="434102"/>
                </a:lnTo>
                <a:close/>
                <a:moveTo>
                  <a:pt x="486441" y="285279"/>
                </a:moveTo>
                <a:cubicBezTo>
                  <a:pt x="486441" y="234521"/>
                  <a:pt x="530872" y="193254"/>
                  <a:pt x="586519" y="192247"/>
                </a:cubicBezTo>
                <a:cubicBezTo>
                  <a:pt x="639577" y="192103"/>
                  <a:pt x="684008" y="229201"/>
                  <a:pt x="688466" y="277514"/>
                </a:cubicBezTo>
                <a:cubicBezTo>
                  <a:pt x="692061" y="304116"/>
                  <a:pt x="683002" y="330861"/>
                  <a:pt x="663447" y="350991"/>
                </a:cubicBezTo>
                <a:cubicBezTo>
                  <a:pt x="643891" y="370978"/>
                  <a:pt x="615852" y="382337"/>
                  <a:pt x="586519" y="382194"/>
                </a:cubicBezTo>
                <a:cubicBezTo>
                  <a:pt x="559055" y="381762"/>
                  <a:pt x="532885" y="371265"/>
                  <a:pt x="514049" y="353004"/>
                </a:cubicBezTo>
                <a:cubicBezTo>
                  <a:pt x="495212" y="334743"/>
                  <a:pt x="485291" y="310299"/>
                  <a:pt x="486441" y="285279"/>
                </a:cubicBezTo>
                <a:close/>
                <a:moveTo>
                  <a:pt x="379893" y="575160"/>
                </a:moveTo>
                <a:cubicBezTo>
                  <a:pt x="382912" y="533173"/>
                  <a:pt x="390102" y="491474"/>
                  <a:pt x="401174" y="450350"/>
                </a:cubicBezTo>
                <a:cubicBezTo>
                  <a:pt x="405344" y="436834"/>
                  <a:pt x="414834" y="424755"/>
                  <a:pt x="428062" y="416272"/>
                </a:cubicBezTo>
                <a:cubicBezTo>
                  <a:pt x="444598" y="406638"/>
                  <a:pt x="462284" y="398586"/>
                  <a:pt x="480833" y="392259"/>
                </a:cubicBezTo>
                <a:cubicBezTo>
                  <a:pt x="488023" y="388089"/>
                  <a:pt x="497657" y="388808"/>
                  <a:pt x="503984" y="393840"/>
                </a:cubicBezTo>
                <a:cubicBezTo>
                  <a:pt x="523108" y="410808"/>
                  <a:pt x="554598" y="421017"/>
                  <a:pt x="588388" y="421017"/>
                </a:cubicBezTo>
                <a:cubicBezTo>
                  <a:pt x="622179" y="421017"/>
                  <a:pt x="653669" y="410808"/>
                  <a:pt x="672649" y="393840"/>
                </a:cubicBezTo>
                <a:cubicBezTo>
                  <a:pt x="678832" y="389239"/>
                  <a:pt x="687891" y="388520"/>
                  <a:pt x="694937" y="392259"/>
                </a:cubicBezTo>
                <a:cubicBezTo>
                  <a:pt x="713198" y="397723"/>
                  <a:pt x="730453" y="405487"/>
                  <a:pt x="745838" y="415553"/>
                </a:cubicBezTo>
                <a:cubicBezTo>
                  <a:pt x="761080" y="424612"/>
                  <a:pt x="771720" y="438128"/>
                  <a:pt x="775459" y="453513"/>
                </a:cubicBezTo>
                <a:cubicBezTo>
                  <a:pt x="786674" y="493487"/>
                  <a:pt x="794152" y="534179"/>
                  <a:pt x="797746" y="575160"/>
                </a:cubicBezTo>
                <a:lnTo>
                  <a:pt x="379893" y="575160"/>
                </a:lnTo>
                <a:close/>
              </a:path>
            </a:pathLst>
          </a:custGeom>
          <a:solidFill xmlns:a="http://schemas.openxmlformats.org/drawingml/2006/main">
            <a:srgbClr val="505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2D4B5C-2973-42C5-96FD-4217592A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037" y="4806823"/>
            <a:ext cx="147381" cy="137492"/>
          </a:xfrm>
          <a:custGeom xmlns:a="http://schemas.openxmlformats.org/drawingml/2006/main">
            <a:pathLst>
              <a:path w="147381" h="137492">
                <a:moveTo>
                  <a:pt x="52138" y="11072"/>
                </a:moveTo>
                <a:cubicBezTo>
                  <a:pt x="52138" y="10132"/>
                  <a:pt x="48238" y="9528"/>
                  <a:pt x="40437" y="9260"/>
                </a:cubicBezTo>
                <a:cubicBezTo>
                  <a:pt x="37153" y="9260"/>
                  <a:pt x="35032" y="9193"/>
                  <a:pt x="34074" y="9059"/>
                </a:cubicBezTo>
                <a:cubicBezTo>
                  <a:pt x="33116" y="8925"/>
                  <a:pt x="32637" y="8254"/>
                  <a:pt x="32637" y="7046"/>
                </a:cubicBezTo>
                <a:cubicBezTo>
                  <a:pt x="32637" y="6911"/>
                  <a:pt x="32774" y="6173"/>
                  <a:pt x="33048" y="4831"/>
                </a:cubicBezTo>
                <a:cubicBezTo>
                  <a:pt x="33869" y="2147"/>
                  <a:pt x="34485" y="671"/>
                  <a:pt x="34895" y="403"/>
                </a:cubicBezTo>
                <a:cubicBezTo>
                  <a:pt x="35306" y="134"/>
                  <a:pt x="48580" y="0"/>
                  <a:pt x="74717" y="0"/>
                </a:cubicBezTo>
                <a:cubicBezTo>
                  <a:pt x="100717" y="134"/>
                  <a:pt x="114607" y="336"/>
                  <a:pt x="116386" y="604"/>
                </a:cubicBezTo>
                <a:cubicBezTo>
                  <a:pt x="125144" y="2080"/>
                  <a:pt x="132465" y="5368"/>
                  <a:pt x="138349" y="10468"/>
                </a:cubicBezTo>
                <a:cubicBezTo>
                  <a:pt x="144234" y="15568"/>
                  <a:pt x="147244" y="22345"/>
                  <a:pt x="147381" y="30800"/>
                </a:cubicBezTo>
                <a:cubicBezTo>
                  <a:pt x="147381" y="41133"/>
                  <a:pt x="142865" y="50595"/>
                  <a:pt x="133833" y="59184"/>
                </a:cubicBezTo>
                <a:cubicBezTo>
                  <a:pt x="124391" y="68310"/>
                  <a:pt x="112212" y="74081"/>
                  <a:pt x="97296" y="76496"/>
                </a:cubicBezTo>
                <a:cubicBezTo>
                  <a:pt x="96338" y="76630"/>
                  <a:pt x="89154" y="76765"/>
                  <a:pt x="75743" y="76899"/>
                </a:cubicBezTo>
                <a:lnTo>
                  <a:pt x="56243" y="76899"/>
                </a:lnTo>
                <a:lnTo>
                  <a:pt x="50085" y="100854"/>
                </a:lnTo>
                <a:cubicBezTo>
                  <a:pt x="45980" y="116422"/>
                  <a:pt x="43927" y="124675"/>
                  <a:pt x="43927" y="125615"/>
                </a:cubicBezTo>
                <a:cubicBezTo>
                  <a:pt x="43927" y="126152"/>
                  <a:pt x="43995" y="126487"/>
                  <a:pt x="44132" y="126621"/>
                </a:cubicBezTo>
                <a:cubicBezTo>
                  <a:pt x="44269" y="126756"/>
                  <a:pt x="44748" y="127024"/>
                  <a:pt x="45569" y="127427"/>
                </a:cubicBezTo>
                <a:cubicBezTo>
                  <a:pt x="46390" y="127829"/>
                  <a:pt x="47553" y="127963"/>
                  <a:pt x="49059" y="127829"/>
                </a:cubicBezTo>
                <a:cubicBezTo>
                  <a:pt x="50564" y="127695"/>
                  <a:pt x="52822" y="127829"/>
                  <a:pt x="55832" y="128232"/>
                </a:cubicBezTo>
                <a:lnTo>
                  <a:pt x="62196" y="128232"/>
                </a:lnTo>
                <a:cubicBezTo>
                  <a:pt x="63017" y="129440"/>
                  <a:pt x="63427" y="130178"/>
                  <a:pt x="63427" y="130446"/>
                </a:cubicBezTo>
                <a:cubicBezTo>
                  <a:pt x="63427" y="132593"/>
                  <a:pt x="62948" y="134607"/>
                  <a:pt x="61990" y="136485"/>
                </a:cubicBezTo>
                <a:cubicBezTo>
                  <a:pt x="61306" y="137156"/>
                  <a:pt x="60211" y="137492"/>
                  <a:pt x="58706" y="137492"/>
                </a:cubicBezTo>
                <a:cubicBezTo>
                  <a:pt x="58296" y="137492"/>
                  <a:pt x="55764" y="137425"/>
                  <a:pt x="51111" y="137291"/>
                </a:cubicBezTo>
                <a:cubicBezTo>
                  <a:pt x="46459" y="137156"/>
                  <a:pt x="39616" y="137089"/>
                  <a:pt x="30585" y="137089"/>
                </a:cubicBezTo>
                <a:cubicBezTo>
                  <a:pt x="22100" y="137089"/>
                  <a:pt x="15600" y="137089"/>
                  <a:pt x="11084" y="137089"/>
                </a:cubicBezTo>
                <a:cubicBezTo>
                  <a:pt x="6569" y="137089"/>
                  <a:pt x="4105" y="137156"/>
                  <a:pt x="3695" y="137291"/>
                </a:cubicBezTo>
                <a:cubicBezTo>
                  <a:pt x="1232" y="137291"/>
                  <a:pt x="0" y="136620"/>
                  <a:pt x="0" y="135278"/>
                </a:cubicBezTo>
                <a:cubicBezTo>
                  <a:pt x="0" y="135009"/>
                  <a:pt x="205" y="134070"/>
                  <a:pt x="616" y="132459"/>
                </a:cubicBezTo>
                <a:cubicBezTo>
                  <a:pt x="1163" y="130312"/>
                  <a:pt x="1711" y="129104"/>
                  <a:pt x="2258" y="128836"/>
                </a:cubicBezTo>
                <a:cubicBezTo>
                  <a:pt x="2805" y="128567"/>
                  <a:pt x="4379" y="128366"/>
                  <a:pt x="6979" y="128232"/>
                </a:cubicBezTo>
                <a:cubicBezTo>
                  <a:pt x="10674" y="128232"/>
                  <a:pt x="14779" y="128031"/>
                  <a:pt x="19295" y="127628"/>
                </a:cubicBezTo>
                <a:cubicBezTo>
                  <a:pt x="21211" y="127225"/>
                  <a:pt x="22511" y="126420"/>
                  <a:pt x="23195" y="125212"/>
                </a:cubicBezTo>
                <a:cubicBezTo>
                  <a:pt x="23606" y="124675"/>
                  <a:pt x="28532" y="106021"/>
                  <a:pt x="37974" y="69249"/>
                </a:cubicBezTo>
                <a:cubicBezTo>
                  <a:pt x="47416" y="32477"/>
                  <a:pt x="52138" y="13085"/>
                  <a:pt x="52138" y="11072"/>
                </a:cubicBezTo>
                <a:close/>
                <a:moveTo>
                  <a:pt x="125623" y="25968"/>
                </a:moveTo>
                <a:cubicBezTo>
                  <a:pt x="125623" y="24224"/>
                  <a:pt x="125486" y="22815"/>
                  <a:pt x="125212" y="21741"/>
                </a:cubicBezTo>
                <a:cubicBezTo>
                  <a:pt x="124939" y="20667"/>
                  <a:pt x="124323" y="19191"/>
                  <a:pt x="123365" y="17312"/>
                </a:cubicBezTo>
                <a:cubicBezTo>
                  <a:pt x="122407" y="15433"/>
                  <a:pt x="120696" y="13957"/>
                  <a:pt x="118233" y="12884"/>
                </a:cubicBezTo>
                <a:cubicBezTo>
                  <a:pt x="115770" y="11810"/>
                  <a:pt x="112417" y="10736"/>
                  <a:pt x="108175" y="9663"/>
                </a:cubicBezTo>
                <a:cubicBezTo>
                  <a:pt x="107217" y="9528"/>
                  <a:pt x="101744" y="9394"/>
                  <a:pt x="91754" y="9260"/>
                </a:cubicBezTo>
                <a:cubicBezTo>
                  <a:pt x="89428" y="9260"/>
                  <a:pt x="87033" y="9260"/>
                  <a:pt x="84570" y="9260"/>
                </a:cubicBezTo>
                <a:cubicBezTo>
                  <a:pt x="82106" y="9260"/>
                  <a:pt x="80122" y="9327"/>
                  <a:pt x="78617" y="9461"/>
                </a:cubicBezTo>
                <a:cubicBezTo>
                  <a:pt x="77112" y="9596"/>
                  <a:pt x="76291" y="9596"/>
                  <a:pt x="76154" y="9461"/>
                </a:cubicBezTo>
                <a:cubicBezTo>
                  <a:pt x="74375" y="9596"/>
                  <a:pt x="73143" y="10200"/>
                  <a:pt x="72459" y="11273"/>
                </a:cubicBezTo>
                <a:cubicBezTo>
                  <a:pt x="72185" y="12078"/>
                  <a:pt x="70885" y="17245"/>
                  <a:pt x="68559" y="26774"/>
                </a:cubicBezTo>
                <a:cubicBezTo>
                  <a:pt x="66232" y="36302"/>
                  <a:pt x="63838" y="45562"/>
                  <a:pt x="61375" y="54554"/>
                </a:cubicBezTo>
                <a:cubicBezTo>
                  <a:pt x="58911" y="63546"/>
                  <a:pt x="57680" y="68108"/>
                  <a:pt x="57680" y="68243"/>
                </a:cubicBezTo>
                <a:cubicBezTo>
                  <a:pt x="57680" y="68511"/>
                  <a:pt x="63222" y="68645"/>
                  <a:pt x="74306" y="68645"/>
                </a:cubicBezTo>
                <a:lnTo>
                  <a:pt x="76769" y="68645"/>
                </a:lnTo>
                <a:lnTo>
                  <a:pt x="81491" y="68645"/>
                </a:lnTo>
                <a:cubicBezTo>
                  <a:pt x="96817" y="68645"/>
                  <a:pt x="107765" y="65290"/>
                  <a:pt x="114333" y="58580"/>
                </a:cubicBezTo>
                <a:cubicBezTo>
                  <a:pt x="118028" y="54956"/>
                  <a:pt x="120833" y="49655"/>
                  <a:pt x="122749" y="42677"/>
                </a:cubicBezTo>
                <a:cubicBezTo>
                  <a:pt x="124665" y="35698"/>
                  <a:pt x="125623" y="30129"/>
                  <a:pt x="125623" y="259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7C2378-B879-4BA0-A5EE-6F63B660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037" y="4806823"/>
            <a:ext cx="147381" cy="137492"/>
          </a:xfrm>
          <a:custGeom xmlns:a="http://schemas.openxmlformats.org/drawingml/2006/main">
            <a:pathLst>
              <a:path w="147381" h="137492" fill="none">
                <a:moveTo>
                  <a:pt x="52138" y="11072"/>
                </a:moveTo>
                <a:cubicBezTo>
                  <a:pt x="52138" y="10132"/>
                  <a:pt x="48238" y="9528"/>
                  <a:pt x="40437" y="9260"/>
                </a:cubicBezTo>
                <a:cubicBezTo>
                  <a:pt x="37153" y="9260"/>
                  <a:pt x="35032" y="9193"/>
                  <a:pt x="34074" y="9059"/>
                </a:cubicBezTo>
                <a:cubicBezTo>
                  <a:pt x="33116" y="8925"/>
                  <a:pt x="32637" y="8254"/>
                  <a:pt x="32637" y="7046"/>
                </a:cubicBezTo>
                <a:cubicBezTo>
                  <a:pt x="32637" y="6911"/>
                  <a:pt x="32774" y="6173"/>
                  <a:pt x="33048" y="4831"/>
                </a:cubicBezTo>
                <a:cubicBezTo>
                  <a:pt x="33869" y="2147"/>
                  <a:pt x="34485" y="671"/>
                  <a:pt x="34895" y="403"/>
                </a:cubicBezTo>
                <a:cubicBezTo>
                  <a:pt x="35306" y="134"/>
                  <a:pt x="48580" y="0"/>
                  <a:pt x="74717" y="0"/>
                </a:cubicBezTo>
                <a:cubicBezTo>
                  <a:pt x="100717" y="134"/>
                  <a:pt x="114607" y="336"/>
                  <a:pt x="116386" y="604"/>
                </a:cubicBezTo>
                <a:cubicBezTo>
                  <a:pt x="125144" y="2080"/>
                  <a:pt x="132465" y="5368"/>
                  <a:pt x="138349" y="10468"/>
                </a:cubicBezTo>
                <a:cubicBezTo>
                  <a:pt x="144234" y="15568"/>
                  <a:pt x="147244" y="22345"/>
                  <a:pt x="147381" y="30800"/>
                </a:cubicBezTo>
                <a:cubicBezTo>
                  <a:pt x="147381" y="41133"/>
                  <a:pt x="142865" y="50595"/>
                  <a:pt x="133833" y="59184"/>
                </a:cubicBezTo>
                <a:cubicBezTo>
                  <a:pt x="124391" y="68310"/>
                  <a:pt x="112212" y="74081"/>
                  <a:pt x="97296" y="76496"/>
                </a:cubicBezTo>
                <a:cubicBezTo>
                  <a:pt x="96338" y="76630"/>
                  <a:pt x="89154" y="76765"/>
                  <a:pt x="75743" y="76899"/>
                </a:cubicBezTo>
                <a:lnTo>
                  <a:pt x="56243" y="76899"/>
                </a:lnTo>
                <a:lnTo>
                  <a:pt x="50085" y="100854"/>
                </a:lnTo>
                <a:cubicBezTo>
                  <a:pt x="45980" y="116422"/>
                  <a:pt x="43927" y="124675"/>
                  <a:pt x="43927" y="125615"/>
                </a:cubicBezTo>
                <a:cubicBezTo>
                  <a:pt x="43927" y="126152"/>
                  <a:pt x="43995" y="126487"/>
                  <a:pt x="44132" y="126621"/>
                </a:cubicBezTo>
                <a:cubicBezTo>
                  <a:pt x="44269" y="126756"/>
                  <a:pt x="44748" y="127024"/>
                  <a:pt x="45569" y="127427"/>
                </a:cubicBezTo>
                <a:cubicBezTo>
                  <a:pt x="46390" y="127829"/>
                  <a:pt x="47553" y="127963"/>
                  <a:pt x="49059" y="127829"/>
                </a:cubicBezTo>
                <a:cubicBezTo>
                  <a:pt x="50564" y="127695"/>
                  <a:pt x="52822" y="127829"/>
                  <a:pt x="55832" y="128232"/>
                </a:cubicBezTo>
                <a:lnTo>
                  <a:pt x="62196" y="128232"/>
                </a:lnTo>
                <a:cubicBezTo>
                  <a:pt x="63017" y="129440"/>
                  <a:pt x="63427" y="130178"/>
                  <a:pt x="63427" y="130446"/>
                </a:cubicBezTo>
                <a:cubicBezTo>
                  <a:pt x="63427" y="132593"/>
                  <a:pt x="62948" y="134607"/>
                  <a:pt x="61990" y="136485"/>
                </a:cubicBezTo>
                <a:cubicBezTo>
                  <a:pt x="61306" y="137156"/>
                  <a:pt x="60211" y="137492"/>
                  <a:pt x="58706" y="137492"/>
                </a:cubicBezTo>
                <a:cubicBezTo>
                  <a:pt x="58296" y="137492"/>
                  <a:pt x="55764" y="137425"/>
                  <a:pt x="51111" y="137291"/>
                </a:cubicBezTo>
                <a:cubicBezTo>
                  <a:pt x="46459" y="137156"/>
                  <a:pt x="39616" y="137089"/>
                  <a:pt x="30585" y="137089"/>
                </a:cubicBezTo>
                <a:cubicBezTo>
                  <a:pt x="22100" y="137089"/>
                  <a:pt x="15600" y="137089"/>
                  <a:pt x="11084" y="137089"/>
                </a:cubicBezTo>
                <a:cubicBezTo>
                  <a:pt x="6569" y="137089"/>
                  <a:pt x="4105" y="137156"/>
                  <a:pt x="3695" y="137291"/>
                </a:cubicBezTo>
                <a:cubicBezTo>
                  <a:pt x="1232" y="137291"/>
                  <a:pt x="0" y="136620"/>
                  <a:pt x="0" y="135278"/>
                </a:cubicBezTo>
                <a:cubicBezTo>
                  <a:pt x="0" y="135009"/>
                  <a:pt x="205" y="134070"/>
                  <a:pt x="616" y="132459"/>
                </a:cubicBezTo>
                <a:cubicBezTo>
                  <a:pt x="1163" y="130312"/>
                  <a:pt x="1711" y="129104"/>
                  <a:pt x="2258" y="128836"/>
                </a:cubicBezTo>
                <a:cubicBezTo>
                  <a:pt x="2805" y="128567"/>
                  <a:pt x="4379" y="128366"/>
                  <a:pt x="6979" y="128232"/>
                </a:cubicBezTo>
                <a:cubicBezTo>
                  <a:pt x="10674" y="128232"/>
                  <a:pt x="14779" y="128031"/>
                  <a:pt x="19295" y="127628"/>
                </a:cubicBezTo>
                <a:cubicBezTo>
                  <a:pt x="21211" y="127225"/>
                  <a:pt x="22511" y="126420"/>
                  <a:pt x="23195" y="125212"/>
                </a:cubicBezTo>
                <a:cubicBezTo>
                  <a:pt x="23606" y="124675"/>
                  <a:pt x="28532" y="106021"/>
                  <a:pt x="37974" y="69249"/>
                </a:cubicBezTo>
                <a:cubicBezTo>
                  <a:pt x="47416" y="32477"/>
                  <a:pt x="52138" y="13085"/>
                  <a:pt x="52138" y="11072"/>
                </a:cubicBezTo>
                <a:close/>
                <a:moveTo>
                  <a:pt x="125623" y="25968"/>
                </a:moveTo>
                <a:cubicBezTo>
                  <a:pt x="125623" y="24224"/>
                  <a:pt x="125486" y="22815"/>
                  <a:pt x="125212" y="21741"/>
                </a:cubicBezTo>
                <a:cubicBezTo>
                  <a:pt x="124939" y="20667"/>
                  <a:pt x="124323" y="19191"/>
                  <a:pt x="123365" y="17312"/>
                </a:cubicBezTo>
                <a:cubicBezTo>
                  <a:pt x="122407" y="15433"/>
                  <a:pt x="120696" y="13957"/>
                  <a:pt x="118233" y="12884"/>
                </a:cubicBezTo>
                <a:cubicBezTo>
                  <a:pt x="115770" y="11810"/>
                  <a:pt x="112417" y="10736"/>
                  <a:pt x="108175" y="9663"/>
                </a:cubicBezTo>
                <a:cubicBezTo>
                  <a:pt x="107217" y="9528"/>
                  <a:pt x="101744" y="9394"/>
                  <a:pt x="91754" y="9260"/>
                </a:cubicBezTo>
                <a:cubicBezTo>
                  <a:pt x="89428" y="9260"/>
                  <a:pt x="87033" y="9260"/>
                  <a:pt x="84570" y="9260"/>
                </a:cubicBezTo>
                <a:cubicBezTo>
                  <a:pt x="82106" y="9260"/>
                  <a:pt x="80122" y="9327"/>
                  <a:pt x="78617" y="9461"/>
                </a:cubicBezTo>
                <a:cubicBezTo>
                  <a:pt x="77112" y="9596"/>
                  <a:pt x="76291" y="9596"/>
                  <a:pt x="76154" y="9461"/>
                </a:cubicBezTo>
                <a:cubicBezTo>
                  <a:pt x="74375" y="9596"/>
                  <a:pt x="73143" y="10200"/>
                  <a:pt x="72459" y="11273"/>
                </a:cubicBezTo>
                <a:cubicBezTo>
                  <a:pt x="72185" y="12078"/>
                  <a:pt x="70885" y="17245"/>
                  <a:pt x="68559" y="26774"/>
                </a:cubicBezTo>
                <a:cubicBezTo>
                  <a:pt x="66232" y="36302"/>
                  <a:pt x="63838" y="45562"/>
                  <a:pt x="61375" y="54554"/>
                </a:cubicBezTo>
                <a:cubicBezTo>
                  <a:pt x="58911" y="63546"/>
                  <a:pt x="57680" y="68108"/>
                  <a:pt x="57680" y="68243"/>
                </a:cubicBezTo>
                <a:cubicBezTo>
                  <a:pt x="57680" y="68511"/>
                  <a:pt x="63222" y="68645"/>
                  <a:pt x="74306" y="68645"/>
                </a:cubicBezTo>
                <a:lnTo>
                  <a:pt x="76769" y="68645"/>
                </a:lnTo>
                <a:lnTo>
                  <a:pt x="81491" y="68645"/>
                </a:lnTo>
                <a:cubicBezTo>
                  <a:pt x="96817" y="68645"/>
                  <a:pt x="107765" y="65290"/>
                  <a:pt x="114333" y="58580"/>
                </a:cubicBezTo>
                <a:cubicBezTo>
                  <a:pt x="118028" y="54956"/>
                  <a:pt x="120833" y="49655"/>
                  <a:pt x="122749" y="42677"/>
                </a:cubicBezTo>
                <a:cubicBezTo>
                  <a:pt x="124665" y="35698"/>
                  <a:pt x="125623" y="30129"/>
                  <a:pt x="125623" y="259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3" cap="flat">
            <a:solidFill>
              <a:srgbClr val="000000">
                <a:alpha val="12680"/>
              </a:srgbClr>
            </a:solidFill>
            <a:miter/>
          </a:ln>
        </p:spPr>
      </p:sp>
      <p:sp>
        <p:nvSpPr>
          <p:cNvPr id="8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7E14CE-0F5C-42B8-874A-2D682393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478" y="4879723"/>
            <a:ext cx="61097" cy="97918"/>
          </a:xfrm>
          <a:custGeom xmlns:a="http://schemas.openxmlformats.org/drawingml/2006/main">
            <a:pathLst>
              <a:path w="61097" h="97918">
                <a:moveTo>
                  <a:pt x="8272" y="11528"/>
                </a:moveTo>
                <a:cubicBezTo>
                  <a:pt x="13690" y="3843"/>
                  <a:pt x="21091" y="0"/>
                  <a:pt x="30476" y="0"/>
                </a:cubicBezTo>
                <a:cubicBezTo>
                  <a:pt x="35120" y="0"/>
                  <a:pt x="39764" y="1233"/>
                  <a:pt x="44408" y="3700"/>
                </a:cubicBezTo>
                <a:cubicBezTo>
                  <a:pt x="49052" y="6167"/>
                  <a:pt x="52825" y="10532"/>
                  <a:pt x="55727" y="16794"/>
                </a:cubicBezTo>
                <a:cubicBezTo>
                  <a:pt x="59307" y="24669"/>
                  <a:pt x="61097" y="35486"/>
                  <a:pt x="61097" y="49244"/>
                </a:cubicBezTo>
                <a:cubicBezTo>
                  <a:pt x="61097" y="63951"/>
                  <a:pt x="59017" y="75194"/>
                  <a:pt x="54857" y="82974"/>
                </a:cubicBezTo>
                <a:cubicBezTo>
                  <a:pt x="52922" y="86959"/>
                  <a:pt x="50261" y="90138"/>
                  <a:pt x="46875" y="92510"/>
                </a:cubicBezTo>
                <a:cubicBezTo>
                  <a:pt x="43489" y="94882"/>
                  <a:pt x="40538" y="96353"/>
                  <a:pt x="38022" y="96922"/>
                </a:cubicBezTo>
                <a:cubicBezTo>
                  <a:pt x="35507" y="97491"/>
                  <a:pt x="33040" y="97824"/>
                  <a:pt x="30621" y="97918"/>
                </a:cubicBezTo>
                <a:cubicBezTo>
                  <a:pt x="28105" y="97918"/>
                  <a:pt x="25590" y="97634"/>
                  <a:pt x="23075" y="97064"/>
                </a:cubicBezTo>
                <a:cubicBezTo>
                  <a:pt x="20559" y="96495"/>
                  <a:pt x="17608" y="94977"/>
                  <a:pt x="14222" y="92510"/>
                </a:cubicBezTo>
                <a:cubicBezTo>
                  <a:pt x="10836" y="90043"/>
                  <a:pt x="8175" y="86865"/>
                  <a:pt x="6240" y="82974"/>
                </a:cubicBezTo>
                <a:cubicBezTo>
                  <a:pt x="2080" y="75194"/>
                  <a:pt x="0" y="63951"/>
                  <a:pt x="0" y="49244"/>
                </a:cubicBezTo>
                <a:cubicBezTo>
                  <a:pt x="0" y="32734"/>
                  <a:pt x="2757" y="20162"/>
                  <a:pt x="8272" y="11528"/>
                </a:cubicBezTo>
                <a:close/>
                <a:moveTo>
                  <a:pt x="40925" y="9820"/>
                </a:moveTo>
                <a:cubicBezTo>
                  <a:pt x="38022" y="6784"/>
                  <a:pt x="34588" y="5266"/>
                  <a:pt x="30621" y="5266"/>
                </a:cubicBezTo>
                <a:cubicBezTo>
                  <a:pt x="26558" y="5266"/>
                  <a:pt x="23075" y="6784"/>
                  <a:pt x="20172" y="9820"/>
                </a:cubicBezTo>
                <a:cubicBezTo>
                  <a:pt x="17753" y="12287"/>
                  <a:pt x="16157" y="15703"/>
                  <a:pt x="15383" y="20068"/>
                </a:cubicBezTo>
                <a:cubicBezTo>
                  <a:pt x="14609" y="24432"/>
                  <a:pt x="14222" y="33541"/>
                  <a:pt x="14222" y="47394"/>
                </a:cubicBezTo>
                <a:cubicBezTo>
                  <a:pt x="14222" y="62385"/>
                  <a:pt x="14609" y="72253"/>
                  <a:pt x="15383" y="76997"/>
                </a:cubicBezTo>
                <a:cubicBezTo>
                  <a:pt x="16157" y="81741"/>
                  <a:pt x="17899" y="85489"/>
                  <a:pt x="20607" y="88240"/>
                </a:cubicBezTo>
                <a:cubicBezTo>
                  <a:pt x="23316" y="91087"/>
                  <a:pt x="26654" y="92510"/>
                  <a:pt x="30621" y="92510"/>
                </a:cubicBezTo>
                <a:cubicBezTo>
                  <a:pt x="34491" y="92510"/>
                  <a:pt x="37780" y="91087"/>
                  <a:pt x="40489" y="88240"/>
                </a:cubicBezTo>
                <a:cubicBezTo>
                  <a:pt x="43295" y="85394"/>
                  <a:pt x="45037" y="81409"/>
                  <a:pt x="45714" y="76285"/>
                </a:cubicBezTo>
                <a:cubicBezTo>
                  <a:pt x="46391" y="71162"/>
                  <a:pt x="46778" y="61531"/>
                  <a:pt x="46875" y="47394"/>
                </a:cubicBezTo>
                <a:cubicBezTo>
                  <a:pt x="46875" y="33636"/>
                  <a:pt x="46488" y="24574"/>
                  <a:pt x="45714" y="20210"/>
                </a:cubicBezTo>
                <a:cubicBezTo>
                  <a:pt x="44940" y="15845"/>
                  <a:pt x="43343" y="12382"/>
                  <a:pt x="40925" y="98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3835CD-AC81-4317-848C-2084566D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478" y="4879723"/>
            <a:ext cx="61097" cy="97918"/>
          </a:xfrm>
          <a:custGeom xmlns:a="http://schemas.openxmlformats.org/drawingml/2006/main">
            <a:pathLst>
              <a:path w="61097" h="97918" fill="none">
                <a:moveTo>
                  <a:pt x="8272" y="11528"/>
                </a:moveTo>
                <a:cubicBezTo>
                  <a:pt x="13690" y="3843"/>
                  <a:pt x="21091" y="0"/>
                  <a:pt x="30476" y="0"/>
                </a:cubicBezTo>
                <a:cubicBezTo>
                  <a:pt x="35120" y="0"/>
                  <a:pt x="39764" y="1233"/>
                  <a:pt x="44408" y="3700"/>
                </a:cubicBezTo>
                <a:cubicBezTo>
                  <a:pt x="49052" y="6167"/>
                  <a:pt x="52825" y="10532"/>
                  <a:pt x="55727" y="16794"/>
                </a:cubicBezTo>
                <a:cubicBezTo>
                  <a:pt x="59307" y="24669"/>
                  <a:pt x="61097" y="35486"/>
                  <a:pt x="61097" y="49244"/>
                </a:cubicBezTo>
                <a:cubicBezTo>
                  <a:pt x="61097" y="63951"/>
                  <a:pt x="59017" y="75194"/>
                  <a:pt x="54857" y="82974"/>
                </a:cubicBezTo>
                <a:cubicBezTo>
                  <a:pt x="52922" y="86959"/>
                  <a:pt x="50261" y="90138"/>
                  <a:pt x="46875" y="92510"/>
                </a:cubicBezTo>
                <a:cubicBezTo>
                  <a:pt x="43489" y="94882"/>
                  <a:pt x="40538" y="96353"/>
                  <a:pt x="38022" y="96922"/>
                </a:cubicBezTo>
                <a:cubicBezTo>
                  <a:pt x="35507" y="97491"/>
                  <a:pt x="33040" y="97824"/>
                  <a:pt x="30621" y="97918"/>
                </a:cubicBezTo>
                <a:cubicBezTo>
                  <a:pt x="28105" y="97918"/>
                  <a:pt x="25590" y="97634"/>
                  <a:pt x="23075" y="97064"/>
                </a:cubicBezTo>
                <a:cubicBezTo>
                  <a:pt x="20559" y="96495"/>
                  <a:pt x="17608" y="94977"/>
                  <a:pt x="14222" y="92510"/>
                </a:cubicBezTo>
                <a:cubicBezTo>
                  <a:pt x="10836" y="90043"/>
                  <a:pt x="8175" y="86865"/>
                  <a:pt x="6240" y="82974"/>
                </a:cubicBezTo>
                <a:cubicBezTo>
                  <a:pt x="2080" y="75194"/>
                  <a:pt x="0" y="63951"/>
                  <a:pt x="0" y="49244"/>
                </a:cubicBezTo>
                <a:cubicBezTo>
                  <a:pt x="0" y="32734"/>
                  <a:pt x="2757" y="20162"/>
                  <a:pt x="8272" y="11528"/>
                </a:cubicBezTo>
                <a:close/>
                <a:moveTo>
                  <a:pt x="40925" y="9820"/>
                </a:moveTo>
                <a:cubicBezTo>
                  <a:pt x="38022" y="6784"/>
                  <a:pt x="34588" y="5266"/>
                  <a:pt x="30621" y="5266"/>
                </a:cubicBezTo>
                <a:cubicBezTo>
                  <a:pt x="26558" y="5266"/>
                  <a:pt x="23075" y="6784"/>
                  <a:pt x="20172" y="9820"/>
                </a:cubicBezTo>
                <a:cubicBezTo>
                  <a:pt x="17753" y="12287"/>
                  <a:pt x="16157" y="15703"/>
                  <a:pt x="15383" y="20068"/>
                </a:cubicBezTo>
                <a:cubicBezTo>
                  <a:pt x="14609" y="24432"/>
                  <a:pt x="14222" y="33541"/>
                  <a:pt x="14222" y="47394"/>
                </a:cubicBezTo>
                <a:cubicBezTo>
                  <a:pt x="14222" y="62385"/>
                  <a:pt x="14609" y="72253"/>
                  <a:pt x="15383" y="76997"/>
                </a:cubicBezTo>
                <a:cubicBezTo>
                  <a:pt x="16157" y="81741"/>
                  <a:pt x="17899" y="85489"/>
                  <a:pt x="20607" y="88240"/>
                </a:cubicBezTo>
                <a:cubicBezTo>
                  <a:pt x="23316" y="91087"/>
                  <a:pt x="26654" y="92510"/>
                  <a:pt x="30621" y="92510"/>
                </a:cubicBezTo>
                <a:cubicBezTo>
                  <a:pt x="34491" y="92510"/>
                  <a:pt x="37780" y="91087"/>
                  <a:pt x="40489" y="88240"/>
                </a:cubicBezTo>
                <a:cubicBezTo>
                  <a:pt x="43295" y="85394"/>
                  <a:pt x="45037" y="81409"/>
                  <a:pt x="45714" y="76285"/>
                </a:cubicBezTo>
                <a:cubicBezTo>
                  <a:pt x="46391" y="71162"/>
                  <a:pt x="46778" y="61531"/>
                  <a:pt x="46875" y="47394"/>
                </a:cubicBezTo>
                <a:cubicBezTo>
                  <a:pt x="46875" y="33636"/>
                  <a:pt x="46488" y="24574"/>
                  <a:pt x="45714" y="20210"/>
                </a:cubicBezTo>
                <a:cubicBezTo>
                  <a:pt x="44940" y="15845"/>
                  <a:pt x="43343" y="12382"/>
                  <a:pt x="40925" y="982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4" cap="flat">
            <a:solidFill>
              <a:srgbClr val="000000">
                <a:alpha val="8960"/>
              </a:srgbClr>
            </a:solidFill>
            <a:miter/>
          </a:ln>
        </p:spPr>
      </p:sp>
      <p:sp>
        <p:nvSpPr>
          <p:cNvPr id="8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2AE727-1942-419C-BE5C-72C6141F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958" y="4793335"/>
            <a:ext cx="49059" cy="201306"/>
          </a:xfrm>
          <a:custGeom xmlns:a="http://schemas.openxmlformats.org/drawingml/2006/main">
            <a:pathLst>
              <a:path w="49059" h="201306">
                <a:moveTo>
                  <a:pt x="0" y="100653"/>
                </a:moveTo>
                <a:cubicBezTo>
                  <a:pt x="0" y="91393"/>
                  <a:pt x="684" y="82602"/>
                  <a:pt x="2053" y="74282"/>
                </a:cubicBezTo>
                <a:cubicBezTo>
                  <a:pt x="3421" y="65961"/>
                  <a:pt x="4995" y="58781"/>
                  <a:pt x="6774" y="52742"/>
                </a:cubicBezTo>
                <a:cubicBezTo>
                  <a:pt x="8553" y="46703"/>
                  <a:pt x="11084" y="40798"/>
                  <a:pt x="14369" y="35027"/>
                </a:cubicBezTo>
                <a:cubicBezTo>
                  <a:pt x="17653" y="29256"/>
                  <a:pt x="20253" y="24761"/>
                  <a:pt x="22169" y="21540"/>
                </a:cubicBezTo>
                <a:cubicBezTo>
                  <a:pt x="24085" y="18319"/>
                  <a:pt x="26958" y="14830"/>
                  <a:pt x="30790" y="11072"/>
                </a:cubicBezTo>
                <a:cubicBezTo>
                  <a:pt x="34622" y="7314"/>
                  <a:pt x="36879" y="5033"/>
                  <a:pt x="37564" y="4227"/>
                </a:cubicBezTo>
                <a:cubicBezTo>
                  <a:pt x="38248" y="3422"/>
                  <a:pt x="39958" y="2013"/>
                  <a:pt x="42695" y="0"/>
                </a:cubicBezTo>
                <a:lnTo>
                  <a:pt x="45364" y="0"/>
                </a:lnTo>
                <a:lnTo>
                  <a:pt x="46185" y="0"/>
                </a:lnTo>
                <a:cubicBezTo>
                  <a:pt x="48101" y="0"/>
                  <a:pt x="49059" y="604"/>
                  <a:pt x="49059" y="1812"/>
                </a:cubicBezTo>
                <a:cubicBezTo>
                  <a:pt x="49059" y="2214"/>
                  <a:pt x="47895" y="3624"/>
                  <a:pt x="45569" y="6039"/>
                </a:cubicBezTo>
                <a:cubicBezTo>
                  <a:pt x="43243" y="8455"/>
                  <a:pt x="40437" y="12011"/>
                  <a:pt x="37153" y="16708"/>
                </a:cubicBezTo>
                <a:cubicBezTo>
                  <a:pt x="33869" y="21406"/>
                  <a:pt x="30516" y="27176"/>
                  <a:pt x="27095" y="34021"/>
                </a:cubicBezTo>
                <a:cubicBezTo>
                  <a:pt x="23674" y="40865"/>
                  <a:pt x="20800" y="50125"/>
                  <a:pt x="18474" y="61801"/>
                </a:cubicBezTo>
                <a:cubicBezTo>
                  <a:pt x="16148" y="73477"/>
                  <a:pt x="14984" y="86427"/>
                  <a:pt x="14984" y="100653"/>
                </a:cubicBezTo>
                <a:cubicBezTo>
                  <a:pt x="14984" y="114879"/>
                  <a:pt x="16148" y="127762"/>
                  <a:pt x="18474" y="139304"/>
                </a:cubicBezTo>
                <a:cubicBezTo>
                  <a:pt x="20800" y="150845"/>
                  <a:pt x="23606" y="160172"/>
                  <a:pt x="26890" y="167285"/>
                </a:cubicBezTo>
                <a:cubicBezTo>
                  <a:pt x="30174" y="174398"/>
                  <a:pt x="33527" y="180169"/>
                  <a:pt x="36948" y="184597"/>
                </a:cubicBezTo>
                <a:cubicBezTo>
                  <a:pt x="40369" y="189026"/>
                  <a:pt x="43243" y="192583"/>
                  <a:pt x="45569" y="195267"/>
                </a:cubicBezTo>
                <a:cubicBezTo>
                  <a:pt x="47895" y="197951"/>
                  <a:pt x="49059" y="199360"/>
                  <a:pt x="49059" y="199494"/>
                </a:cubicBezTo>
                <a:cubicBezTo>
                  <a:pt x="49059" y="200702"/>
                  <a:pt x="48032" y="201306"/>
                  <a:pt x="45980" y="201306"/>
                </a:cubicBezTo>
                <a:lnTo>
                  <a:pt x="45364" y="201306"/>
                </a:lnTo>
                <a:lnTo>
                  <a:pt x="42695" y="201306"/>
                </a:lnTo>
                <a:lnTo>
                  <a:pt x="36948" y="196474"/>
                </a:lnTo>
                <a:cubicBezTo>
                  <a:pt x="24085" y="185067"/>
                  <a:pt x="14711" y="170842"/>
                  <a:pt x="8826" y="153798"/>
                </a:cubicBezTo>
                <a:cubicBezTo>
                  <a:pt x="2942" y="136754"/>
                  <a:pt x="0" y="119039"/>
                  <a:pt x="0" y="1006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66935A-4B16-414D-A096-5A91750D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958" y="4793335"/>
            <a:ext cx="49059" cy="201306"/>
          </a:xfrm>
          <a:custGeom xmlns:a="http://schemas.openxmlformats.org/drawingml/2006/main">
            <a:pathLst>
              <a:path w="49059" h="201306" fill="none">
                <a:moveTo>
                  <a:pt x="0" y="100653"/>
                </a:moveTo>
                <a:cubicBezTo>
                  <a:pt x="0" y="91393"/>
                  <a:pt x="684" y="82602"/>
                  <a:pt x="2053" y="74282"/>
                </a:cubicBezTo>
                <a:cubicBezTo>
                  <a:pt x="3421" y="65961"/>
                  <a:pt x="4995" y="58781"/>
                  <a:pt x="6774" y="52742"/>
                </a:cubicBezTo>
                <a:cubicBezTo>
                  <a:pt x="8553" y="46703"/>
                  <a:pt x="11084" y="40798"/>
                  <a:pt x="14369" y="35027"/>
                </a:cubicBezTo>
                <a:cubicBezTo>
                  <a:pt x="17653" y="29256"/>
                  <a:pt x="20253" y="24761"/>
                  <a:pt x="22169" y="21540"/>
                </a:cubicBezTo>
                <a:cubicBezTo>
                  <a:pt x="24085" y="18319"/>
                  <a:pt x="26958" y="14830"/>
                  <a:pt x="30790" y="11072"/>
                </a:cubicBezTo>
                <a:cubicBezTo>
                  <a:pt x="34622" y="7314"/>
                  <a:pt x="36879" y="5033"/>
                  <a:pt x="37564" y="4227"/>
                </a:cubicBezTo>
                <a:cubicBezTo>
                  <a:pt x="38248" y="3422"/>
                  <a:pt x="39958" y="2013"/>
                  <a:pt x="42695" y="0"/>
                </a:cubicBezTo>
                <a:lnTo>
                  <a:pt x="45364" y="0"/>
                </a:lnTo>
                <a:lnTo>
                  <a:pt x="46185" y="0"/>
                </a:lnTo>
                <a:cubicBezTo>
                  <a:pt x="48101" y="0"/>
                  <a:pt x="49059" y="604"/>
                  <a:pt x="49059" y="1812"/>
                </a:cubicBezTo>
                <a:cubicBezTo>
                  <a:pt x="49059" y="2214"/>
                  <a:pt x="47895" y="3624"/>
                  <a:pt x="45569" y="6039"/>
                </a:cubicBezTo>
                <a:cubicBezTo>
                  <a:pt x="43243" y="8455"/>
                  <a:pt x="40437" y="12011"/>
                  <a:pt x="37153" y="16708"/>
                </a:cubicBezTo>
                <a:cubicBezTo>
                  <a:pt x="33869" y="21406"/>
                  <a:pt x="30516" y="27176"/>
                  <a:pt x="27095" y="34021"/>
                </a:cubicBezTo>
                <a:cubicBezTo>
                  <a:pt x="23674" y="40865"/>
                  <a:pt x="20800" y="50125"/>
                  <a:pt x="18474" y="61801"/>
                </a:cubicBezTo>
                <a:cubicBezTo>
                  <a:pt x="16148" y="73477"/>
                  <a:pt x="14984" y="86427"/>
                  <a:pt x="14984" y="100653"/>
                </a:cubicBezTo>
                <a:cubicBezTo>
                  <a:pt x="14984" y="114879"/>
                  <a:pt x="16148" y="127762"/>
                  <a:pt x="18474" y="139304"/>
                </a:cubicBezTo>
                <a:cubicBezTo>
                  <a:pt x="20800" y="150845"/>
                  <a:pt x="23606" y="160172"/>
                  <a:pt x="26890" y="167285"/>
                </a:cubicBezTo>
                <a:cubicBezTo>
                  <a:pt x="30174" y="174398"/>
                  <a:pt x="33527" y="180169"/>
                  <a:pt x="36948" y="184597"/>
                </a:cubicBezTo>
                <a:cubicBezTo>
                  <a:pt x="40369" y="189026"/>
                  <a:pt x="43243" y="192583"/>
                  <a:pt x="45569" y="195267"/>
                </a:cubicBezTo>
                <a:cubicBezTo>
                  <a:pt x="47895" y="197951"/>
                  <a:pt x="49059" y="199360"/>
                  <a:pt x="49059" y="199494"/>
                </a:cubicBezTo>
                <a:cubicBezTo>
                  <a:pt x="49059" y="200702"/>
                  <a:pt x="48032" y="201306"/>
                  <a:pt x="45980" y="201306"/>
                </a:cubicBezTo>
                <a:lnTo>
                  <a:pt x="45364" y="201306"/>
                </a:lnTo>
                <a:lnTo>
                  <a:pt x="42695" y="201306"/>
                </a:lnTo>
                <a:lnTo>
                  <a:pt x="36948" y="196474"/>
                </a:lnTo>
                <a:cubicBezTo>
                  <a:pt x="24085" y="185067"/>
                  <a:pt x="14711" y="170842"/>
                  <a:pt x="8826" y="153798"/>
                </a:cubicBezTo>
                <a:cubicBezTo>
                  <a:pt x="2942" y="136754"/>
                  <a:pt x="0" y="119039"/>
                  <a:pt x="0" y="10065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3" cap="flat">
            <a:solidFill>
              <a:srgbClr val="000000">
                <a:alpha val="12680"/>
              </a:srgbClr>
            </a:solidFill>
            <a:miter/>
          </a:ln>
        </p:spPr>
      </p:sp>
      <p:sp>
        <p:nvSpPr>
          <p:cNvPr id="8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35A99D-216C-4E66-93CA-3896CE5C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4774" y="4802394"/>
            <a:ext cx="145739" cy="146349"/>
          </a:xfrm>
          <a:custGeom xmlns:a="http://schemas.openxmlformats.org/drawingml/2006/main">
            <a:pathLst>
              <a:path w="145739" h="146349">
                <a:moveTo>
                  <a:pt x="0" y="91192"/>
                </a:moveTo>
                <a:cubicBezTo>
                  <a:pt x="0" y="75758"/>
                  <a:pt x="4584" y="60929"/>
                  <a:pt x="13753" y="46703"/>
                </a:cubicBezTo>
                <a:cubicBezTo>
                  <a:pt x="22921" y="32477"/>
                  <a:pt x="34485" y="21204"/>
                  <a:pt x="48443" y="12884"/>
                </a:cubicBezTo>
                <a:cubicBezTo>
                  <a:pt x="62401" y="4563"/>
                  <a:pt x="76359" y="336"/>
                  <a:pt x="90317" y="201"/>
                </a:cubicBezTo>
                <a:cubicBezTo>
                  <a:pt x="102633" y="201"/>
                  <a:pt x="112417" y="3624"/>
                  <a:pt x="119670" y="10468"/>
                </a:cubicBezTo>
                <a:cubicBezTo>
                  <a:pt x="120902" y="11810"/>
                  <a:pt x="121928" y="12951"/>
                  <a:pt x="122749" y="13890"/>
                </a:cubicBezTo>
                <a:cubicBezTo>
                  <a:pt x="123570" y="14830"/>
                  <a:pt x="124118" y="15501"/>
                  <a:pt x="124391" y="15903"/>
                </a:cubicBezTo>
                <a:lnTo>
                  <a:pt x="124596" y="16507"/>
                </a:lnTo>
                <a:cubicBezTo>
                  <a:pt x="125007" y="16507"/>
                  <a:pt x="126854" y="14762"/>
                  <a:pt x="130139" y="11273"/>
                </a:cubicBezTo>
                <a:cubicBezTo>
                  <a:pt x="131097" y="10468"/>
                  <a:pt x="132123" y="9528"/>
                  <a:pt x="133218" y="8455"/>
                </a:cubicBezTo>
                <a:cubicBezTo>
                  <a:pt x="134312" y="7381"/>
                  <a:pt x="135407" y="6308"/>
                  <a:pt x="136502" y="5234"/>
                </a:cubicBezTo>
                <a:cubicBezTo>
                  <a:pt x="137597" y="4160"/>
                  <a:pt x="138281" y="3422"/>
                  <a:pt x="138555" y="3020"/>
                </a:cubicBezTo>
                <a:lnTo>
                  <a:pt x="141634" y="0"/>
                </a:lnTo>
                <a:lnTo>
                  <a:pt x="142865" y="0"/>
                </a:lnTo>
                <a:cubicBezTo>
                  <a:pt x="144781" y="0"/>
                  <a:pt x="145739" y="470"/>
                  <a:pt x="145739" y="1409"/>
                </a:cubicBezTo>
                <a:cubicBezTo>
                  <a:pt x="145739" y="1946"/>
                  <a:pt x="143549" y="11139"/>
                  <a:pt x="139170" y="28988"/>
                </a:cubicBezTo>
                <a:cubicBezTo>
                  <a:pt x="134244" y="47642"/>
                  <a:pt x="131781" y="57037"/>
                  <a:pt x="131781" y="57171"/>
                </a:cubicBezTo>
                <a:cubicBezTo>
                  <a:pt x="131507" y="57842"/>
                  <a:pt x="131165" y="58244"/>
                  <a:pt x="130754" y="58379"/>
                </a:cubicBezTo>
                <a:cubicBezTo>
                  <a:pt x="130344" y="58513"/>
                  <a:pt x="129112" y="58647"/>
                  <a:pt x="127060" y="58781"/>
                </a:cubicBezTo>
                <a:lnTo>
                  <a:pt x="123775" y="58781"/>
                </a:lnTo>
                <a:cubicBezTo>
                  <a:pt x="122954" y="57976"/>
                  <a:pt x="122544" y="57372"/>
                  <a:pt x="122544" y="56970"/>
                </a:cubicBezTo>
                <a:cubicBezTo>
                  <a:pt x="122544" y="56835"/>
                  <a:pt x="122612" y="56366"/>
                  <a:pt x="122749" y="55560"/>
                </a:cubicBezTo>
                <a:cubicBezTo>
                  <a:pt x="122886" y="54755"/>
                  <a:pt x="123023" y="53413"/>
                  <a:pt x="123160" y="51534"/>
                </a:cubicBezTo>
                <a:cubicBezTo>
                  <a:pt x="123296" y="49655"/>
                  <a:pt x="123365" y="47508"/>
                  <a:pt x="123365" y="45093"/>
                </a:cubicBezTo>
                <a:cubicBezTo>
                  <a:pt x="123365" y="35564"/>
                  <a:pt x="121175" y="27243"/>
                  <a:pt x="116796" y="20131"/>
                </a:cubicBezTo>
                <a:cubicBezTo>
                  <a:pt x="112417" y="13018"/>
                  <a:pt x="104959" y="9394"/>
                  <a:pt x="94422" y="9260"/>
                </a:cubicBezTo>
                <a:cubicBezTo>
                  <a:pt x="91959" y="9260"/>
                  <a:pt x="89291" y="9461"/>
                  <a:pt x="86417" y="9864"/>
                </a:cubicBezTo>
                <a:cubicBezTo>
                  <a:pt x="83543" y="10267"/>
                  <a:pt x="79917" y="11139"/>
                  <a:pt x="75538" y="12481"/>
                </a:cubicBezTo>
                <a:cubicBezTo>
                  <a:pt x="71159" y="13823"/>
                  <a:pt x="66985" y="15702"/>
                  <a:pt x="63017" y="18118"/>
                </a:cubicBezTo>
                <a:cubicBezTo>
                  <a:pt x="59048" y="20533"/>
                  <a:pt x="54738" y="23754"/>
                  <a:pt x="50085" y="27780"/>
                </a:cubicBezTo>
                <a:cubicBezTo>
                  <a:pt x="45432" y="31806"/>
                  <a:pt x="41464" y="36571"/>
                  <a:pt x="38179" y="42073"/>
                </a:cubicBezTo>
                <a:cubicBezTo>
                  <a:pt x="34895" y="47575"/>
                  <a:pt x="31679" y="54420"/>
                  <a:pt x="28532" y="62606"/>
                </a:cubicBezTo>
                <a:cubicBezTo>
                  <a:pt x="25385" y="70793"/>
                  <a:pt x="23263" y="79784"/>
                  <a:pt x="22169" y="89581"/>
                </a:cubicBezTo>
                <a:cubicBezTo>
                  <a:pt x="21895" y="91997"/>
                  <a:pt x="21758" y="94614"/>
                  <a:pt x="21758" y="97432"/>
                </a:cubicBezTo>
                <a:cubicBezTo>
                  <a:pt x="21758" y="103874"/>
                  <a:pt x="22716" y="109577"/>
                  <a:pt x="24632" y="114543"/>
                </a:cubicBezTo>
                <a:cubicBezTo>
                  <a:pt x="26548" y="119509"/>
                  <a:pt x="29011" y="123333"/>
                  <a:pt x="32021" y="126017"/>
                </a:cubicBezTo>
                <a:cubicBezTo>
                  <a:pt x="35032" y="128702"/>
                  <a:pt x="38453" y="130983"/>
                  <a:pt x="42285" y="132862"/>
                </a:cubicBezTo>
                <a:cubicBezTo>
                  <a:pt x="46116" y="134741"/>
                  <a:pt x="49674" y="135881"/>
                  <a:pt x="52959" y="136284"/>
                </a:cubicBezTo>
                <a:cubicBezTo>
                  <a:pt x="56243" y="136687"/>
                  <a:pt x="59322" y="136955"/>
                  <a:pt x="62196" y="137089"/>
                </a:cubicBezTo>
                <a:cubicBezTo>
                  <a:pt x="69585" y="137089"/>
                  <a:pt x="76359" y="135546"/>
                  <a:pt x="82517" y="132459"/>
                </a:cubicBezTo>
                <a:cubicBezTo>
                  <a:pt x="88675" y="129373"/>
                  <a:pt x="92917" y="125414"/>
                  <a:pt x="95243" y="120582"/>
                </a:cubicBezTo>
                <a:cubicBezTo>
                  <a:pt x="95654" y="119509"/>
                  <a:pt x="96680" y="115818"/>
                  <a:pt x="98322" y="109510"/>
                </a:cubicBezTo>
                <a:cubicBezTo>
                  <a:pt x="99965" y="103203"/>
                  <a:pt x="100786" y="99646"/>
                  <a:pt x="100786" y="98841"/>
                </a:cubicBezTo>
                <a:cubicBezTo>
                  <a:pt x="100786" y="97768"/>
                  <a:pt x="99896" y="97097"/>
                  <a:pt x="98117" y="96828"/>
                </a:cubicBezTo>
                <a:cubicBezTo>
                  <a:pt x="96338" y="96560"/>
                  <a:pt x="92233" y="96358"/>
                  <a:pt x="85801" y="96224"/>
                </a:cubicBezTo>
                <a:lnTo>
                  <a:pt x="78206" y="96224"/>
                </a:lnTo>
                <a:cubicBezTo>
                  <a:pt x="77385" y="95419"/>
                  <a:pt x="76975" y="94882"/>
                  <a:pt x="76975" y="94614"/>
                </a:cubicBezTo>
                <a:cubicBezTo>
                  <a:pt x="76975" y="94345"/>
                  <a:pt x="77112" y="93070"/>
                  <a:pt x="77385" y="90789"/>
                </a:cubicBezTo>
                <a:cubicBezTo>
                  <a:pt x="77933" y="89044"/>
                  <a:pt x="78617" y="87769"/>
                  <a:pt x="79438" y="86964"/>
                </a:cubicBezTo>
                <a:lnTo>
                  <a:pt x="82927" y="86964"/>
                </a:lnTo>
                <a:cubicBezTo>
                  <a:pt x="88401" y="87233"/>
                  <a:pt x="97980" y="87367"/>
                  <a:pt x="111665" y="87367"/>
                </a:cubicBezTo>
                <a:cubicBezTo>
                  <a:pt x="117138" y="87367"/>
                  <a:pt x="121586" y="87367"/>
                  <a:pt x="125007" y="87367"/>
                </a:cubicBezTo>
                <a:cubicBezTo>
                  <a:pt x="128428" y="87367"/>
                  <a:pt x="130891" y="87300"/>
                  <a:pt x="132397" y="87165"/>
                </a:cubicBezTo>
                <a:cubicBezTo>
                  <a:pt x="133902" y="87031"/>
                  <a:pt x="134723" y="87031"/>
                  <a:pt x="134860" y="87165"/>
                </a:cubicBezTo>
                <a:cubicBezTo>
                  <a:pt x="136776" y="87165"/>
                  <a:pt x="137733" y="87769"/>
                  <a:pt x="137733" y="88977"/>
                </a:cubicBezTo>
                <a:cubicBezTo>
                  <a:pt x="137733" y="89246"/>
                  <a:pt x="137597" y="90185"/>
                  <a:pt x="137323" y="91795"/>
                </a:cubicBezTo>
                <a:cubicBezTo>
                  <a:pt x="136639" y="94345"/>
                  <a:pt x="135955" y="95754"/>
                  <a:pt x="135270" y="96023"/>
                </a:cubicBezTo>
                <a:cubicBezTo>
                  <a:pt x="134860" y="96157"/>
                  <a:pt x="133833" y="96224"/>
                  <a:pt x="132191" y="96224"/>
                </a:cubicBezTo>
                <a:cubicBezTo>
                  <a:pt x="129454" y="96224"/>
                  <a:pt x="126649" y="96425"/>
                  <a:pt x="123775" y="96828"/>
                </a:cubicBezTo>
                <a:cubicBezTo>
                  <a:pt x="122817" y="97231"/>
                  <a:pt x="122133" y="97835"/>
                  <a:pt x="121723" y="98640"/>
                </a:cubicBezTo>
                <a:cubicBezTo>
                  <a:pt x="121312" y="99445"/>
                  <a:pt x="120354" y="102867"/>
                  <a:pt x="118849" y="108906"/>
                </a:cubicBezTo>
                <a:cubicBezTo>
                  <a:pt x="117617" y="113335"/>
                  <a:pt x="116591" y="117093"/>
                  <a:pt x="115770" y="120180"/>
                </a:cubicBezTo>
                <a:cubicBezTo>
                  <a:pt x="112349" y="133868"/>
                  <a:pt x="110433" y="140914"/>
                  <a:pt x="110023" y="141317"/>
                </a:cubicBezTo>
                <a:cubicBezTo>
                  <a:pt x="109749" y="141585"/>
                  <a:pt x="109407" y="141719"/>
                  <a:pt x="108996" y="141719"/>
                </a:cubicBezTo>
                <a:cubicBezTo>
                  <a:pt x="107628" y="141719"/>
                  <a:pt x="105712" y="140377"/>
                  <a:pt x="103249" y="137693"/>
                </a:cubicBezTo>
                <a:cubicBezTo>
                  <a:pt x="100786" y="135009"/>
                  <a:pt x="99212" y="132929"/>
                  <a:pt x="98528" y="131453"/>
                </a:cubicBezTo>
                <a:cubicBezTo>
                  <a:pt x="98528" y="131319"/>
                  <a:pt x="98391" y="131319"/>
                  <a:pt x="98117" y="131453"/>
                </a:cubicBezTo>
                <a:cubicBezTo>
                  <a:pt x="97843" y="131587"/>
                  <a:pt x="97433" y="131922"/>
                  <a:pt x="96886" y="132459"/>
                </a:cubicBezTo>
                <a:cubicBezTo>
                  <a:pt x="86759" y="141719"/>
                  <a:pt x="73075" y="146349"/>
                  <a:pt x="55832" y="146349"/>
                </a:cubicBezTo>
                <a:cubicBezTo>
                  <a:pt x="39274" y="146349"/>
                  <a:pt x="25864" y="141182"/>
                  <a:pt x="15600" y="130849"/>
                </a:cubicBezTo>
                <a:cubicBezTo>
                  <a:pt x="5337" y="120515"/>
                  <a:pt x="137" y="107296"/>
                  <a:pt x="0" y="911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EF0FD6-D730-428C-8636-2C274887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4774" y="4802394"/>
            <a:ext cx="145739" cy="146349"/>
          </a:xfrm>
          <a:custGeom xmlns:a="http://schemas.openxmlformats.org/drawingml/2006/main">
            <a:pathLst>
              <a:path w="145739" h="146349" fill="none">
                <a:moveTo>
                  <a:pt x="0" y="91192"/>
                </a:moveTo>
                <a:cubicBezTo>
                  <a:pt x="0" y="75758"/>
                  <a:pt x="4584" y="60929"/>
                  <a:pt x="13753" y="46703"/>
                </a:cubicBezTo>
                <a:cubicBezTo>
                  <a:pt x="22921" y="32477"/>
                  <a:pt x="34485" y="21204"/>
                  <a:pt x="48443" y="12884"/>
                </a:cubicBezTo>
                <a:cubicBezTo>
                  <a:pt x="62401" y="4563"/>
                  <a:pt x="76359" y="336"/>
                  <a:pt x="90317" y="201"/>
                </a:cubicBezTo>
                <a:cubicBezTo>
                  <a:pt x="102633" y="201"/>
                  <a:pt x="112417" y="3624"/>
                  <a:pt x="119670" y="10468"/>
                </a:cubicBezTo>
                <a:cubicBezTo>
                  <a:pt x="120902" y="11810"/>
                  <a:pt x="121928" y="12951"/>
                  <a:pt x="122749" y="13890"/>
                </a:cubicBezTo>
                <a:cubicBezTo>
                  <a:pt x="123570" y="14830"/>
                  <a:pt x="124118" y="15501"/>
                  <a:pt x="124391" y="15903"/>
                </a:cubicBezTo>
                <a:lnTo>
                  <a:pt x="124596" y="16507"/>
                </a:lnTo>
                <a:cubicBezTo>
                  <a:pt x="125007" y="16507"/>
                  <a:pt x="126854" y="14762"/>
                  <a:pt x="130139" y="11273"/>
                </a:cubicBezTo>
                <a:cubicBezTo>
                  <a:pt x="131097" y="10468"/>
                  <a:pt x="132123" y="9528"/>
                  <a:pt x="133218" y="8455"/>
                </a:cubicBezTo>
                <a:cubicBezTo>
                  <a:pt x="134312" y="7381"/>
                  <a:pt x="135407" y="6308"/>
                  <a:pt x="136502" y="5234"/>
                </a:cubicBezTo>
                <a:cubicBezTo>
                  <a:pt x="137597" y="4160"/>
                  <a:pt x="138281" y="3422"/>
                  <a:pt x="138555" y="3020"/>
                </a:cubicBezTo>
                <a:lnTo>
                  <a:pt x="141634" y="0"/>
                </a:lnTo>
                <a:lnTo>
                  <a:pt x="142865" y="0"/>
                </a:lnTo>
                <a:cubicBezTo>
                  <a:pt x="144781" y="0"/>
                  <a:pt x="145739" y="470"/>
                  <a:pt x="145739" y="1409"/>
                </a:cubicBezTo>
                <a:cubicBezTo>
                  <a:pt x="145739" y="1946"/>
                  <a:pt x="143549" y="11139"/>
                  <a:pt x="139170" y="28988"/>
                </a:cubicBezTo>
                <a:cubicBezTo>
                  <a:pt x="134244" y="47642"/>
                  <a:pt x="131781" y="57037"/>
                  <a:pt x="131781" y="57171"/>
                </a:cubicBezTo>
                <a:cubicBezTo>
                  <a:pt x="131507" y="57842"/>
                  <a:pt x="131165" y="58244"/>
                  <a:pt x="130754" y="58379"/>
                </a:cubicBezTo>
                <a:cubicBezTo>
                  <a:pt x="130344" y="58513"/>
                  <a:pt x="129112" y="58647"/>
                  <a:pt x="127060" y="58781"/>
                </a:cubicBezTo>
                <a:lnTo>
                  <a:pt x="123775" y="58781"/>
                </a:lnTo>
                <a:cubicBezTo>
                  <a:pt x="122954" y="57976"/>
                  <a:pt x="122544" y="57372"/>
                  <a:pt x="122544" y="56970"/>
                </a:cubicBezTo>
                <a:cubicBezTo>
                  <a:pt x="122544" y="56835"/>
                  <a:pt x="122612" y="56366"/>
                  <a:pt x="122749" y="55560"/>
                </a:cubicBezTo>
                <a:cubicBezTo>
                  <a:pt x="122886" y="54755"/>
                  <a:pt x="123023" y="53413"/>
                  <a:pt x="123160" y="51534"/>
                </a:cubicBezTo>
                <a:cubicBezTo>
                  <a:pt x="123296" y="49655"/>
                  <a:pt x="123365" y="47508"/>
                  <a:pt x="123365" y="45093"/>
                </a:cubicBezTo>
                <a:cubicBezTo>
                  <a:pt x="123365" y="35564"/>
                  <a:pt x="121175" y="27243"/>
                  <a:pt x="116796" y="20131"/>
                </a:cubicBezTo>
                <a:cubicBezTo>
                  <a:pt x="112417" y="13018"/>
                  <a:pt x="104959" y="9394"/>
                  <a:pt x="94422" y="9260"/>
                </a:cubicBezTo>
                <a:cubicBezTo>
                  <a:pt x="91959" y="9260"/>
                  <a:pt x="89291" y="9461"/>
                  <a:pt x="86417" y="9864"/>
                </a:cubicBezTo>
                <a:cubicBezTo>
                  <a:pt x="83543" y="10267"/>
                  <a:pt x="79917" y="11139"/>
                  <a:pt x="75538" y="12481"/>
                </a:cubicBezTo>
                <a:cubicBezTo>
                  <a:pt x="71159" y="13823"/>
                  <a:pt x="66985" y="15702"/>
                  <a:pt x="63017" y="18118"/>
                </a:cubicBezTo>
                <a:cubicBezTo>
                  <a:pt x="59048" y="20533"/>
                  <a:pt x="54738" y="23754"/>
                  <a:pt x="50085" y="27780"/>
                </a:cubicBezTo>
                <a:cubicBezTo>
                  <a:pt x="45432" y="31806"/>
                  <a:pt x="41464" y="36571"/>
                  <a:pt x="38179" y="42073"/>
                </a:cubicBezTo>
                <a:cubicBezTo>
                  <a:pt x="34895" y="47575"/>
                  <a:pt x="31679" y="54420"/>
                  <a:pt x="28532" y="62606"/>
                </a:cubicBezTo>
                <a:cubicBezTo>
                  <a:pt x="25385" y="70793"/>
                  <a:pt x="23263" y="79784"/>
                  <a:pt x="22169" y="89581"/>
                </a:cubicBezTo>
                <a:cubicBezTo>
                  <a:pt x="21895" y="91997"/>
                  <a:pt x="21758" y="94614"/>
                  <a:pt x="21758" y="97432"/>
                </a:cubicBezTo>
                <a:cubicBezTo>
                  <a:pt x="21758" y="103874"/>
                  <a:pt x="22716" y="109577"/>
                  <a:pt x="24632" y="114543"/>
                </a:cubicBezTo>
                <a:cubicBezTo>
                  <a:pt x="26548" y="119509"/>
                  <a:pt x="29011" y="123333"/>
                  <a:pt x="32021" y="126017"/>
                </a:cubicBezTo>
                <a:cubicBezTo>
                  <a:pt x="35032" y="128702"/>
                  <a:pt x="38453" y="130983"/>
                  <a:pt x="42285" y="132862"/>
                </a:cubicBezTo>
                <a:cubicBezTo>
                  <a:pt x="46116" y="134741"/>
                  <a:pt x="49674" y="135881"/>
                  <a:pt x="52959" y="136284"/>
                </a:cubicBezTo>
                <a:cubicBezTo>
                  <a:pt x="56243" y="136687"/>
                  <a:pt x="59322" y="136955"/>
                  <a:pt x="62196" y="137089"/>
                </a:cubicBezTo>
                <a:cubicBezTo>
                  <a:pt x="69585" y="137089"/>
                  <a:pt x="76359" y="135546"/>
                  <a:pt x="82517" y="132459"/>
                </a:cubicBezTo>
                <a:cubicBezTo>
                  <a:pt x="88675" y="129373"/>
                  <a:pt x="92917" y="125414"/>
                  <a:pt x="95243" y="120582"/>
                </a:cubicBezTo>
                <a:cubicBezTo>
                  <a:pt x="95654" y="119509"/>
                  <a:pt x="96680" y="115818"/>
                  <a:pt x="98322" y="109510"/>
                </a:cubicBezTo>
                <a:cubicBezTo>
                  <a:pt x="99965" y="103203"/>
                  <a:pt x="100786" y="99646"/>
                  <a:pt x="100786" y="98841"/>
                </a:cubicBezTo>
                <a:cubicBezTo>
                  <a:pt x="100786" y="97768"/>
                  <a:pt x="99896" y="97097"/>
                  <a:pt x="98117" y="96828"/>
                </a:cubicBezTo>
                <a:cubicBezTo>
                  <a:pt x="96338" y="96560"/>
                  <a:pt x="92233" y="96358"/>
                  <a:pt x="85801" y="96224"/>
                </a:cubicBezTo>
                <a:lnTo>
                  <a:pt x="78206" y="96224"/>
                </a:lnTo>
                <a:cubicBezTo>
                  <a:pt x="77385" y="95419"/>
                  <a:pt x="76975" y="94882"/>
                  <a:pt x="76975" y="94614"/>
                </a:cubicBezTo>
                <a:cubicBezTo>
                  <a:pt x="76975" y="94345"/>
                  <a:pt x="77112" y="93070"/>
                  <a:pt x="77385" y="90789"/>
                </a:cubicBezTo>
                <a:cubicBezTo>
                  <a:pt x="77933" y="89044"/>
                  <a:pt x="78617" y="87769"/>
                  <a:pt x="79438" y="86964"/>
                </a:cubicBezTo>
                <a:lnTo>
                  <a:pt x="82927" y="86964"/>
                </a:lnTo>
                <a:cubicBezTo>
                  <a:pt x="88401" y="87233"/>
                  <a:pt x="97980" y="87367"/>
                  <a:pt x="111665" y="87367"/>
                </a:cubicBezTo>
                <a:cubicBezTo>
                  <a:pt x="117138" y="87367"/>
                  <a:pt x="121586" y="87367"/>
                  <a:pt x="125007" y="87367"/>
                </a:cubicBezTo>
                <a:cubicBezTo>
                  <a:pt x="128428" y="87367"/>
                  <a:pt x="130891" y="87300"/>
                  <a:pt x="132397" y="87165"/>
                </a:cubicBezTo>
                <a:cubicBezTo>
                  <a:pt x="133902" y="87031"/>
                  <a:pt x="134723" y="87031"/>
                  <a:pt x="134860" y="87165"/>
                </a:cubicBezTo>
                <a:cubicBezTo>
                  <a:pt x="136776" y="87165"/>
                  <a:pt x="137733" y="87769"/>
                  <a:pt x="137733" y="88977"/>
                </a:cubicBezTo>
                <a:cubicBezTo>
                  <a:pt x="137733" y="89246"/>
                  <a:pt x="137597" y="90185"/>
                  <a:pt x="137323" y="91795"/>
                </a:cubicBezTo>
                <a:cubicBezTo>
                  <a:pt x="136639" y="94345"/>
                  <a:pt x="135955" y="95754"/>
                  <a:pt x="135270" y="96023"/>
                </a:cubicBezTo>
                <a:cubicBezTo>
                  <a:pt x="134860" y="96157"/>
                  <a:pt x="133833" y="96224"/>
                  <a:pt x="132191" y="96224"/>
                </a:cubicBezTo>
                <a:cubicBezTo>
                  <a:pt x="129454" y="96224"/>
                  <a:pt x="126649" y="96425"/>
                  <a:pt x="123775" y="96828"/>
                </a:cubicBezTo>
                <a:cubicBezTo>
                  <a:pt x="122817" y="97231"/>
                  <a:pt x="122133" y="97835"/>
                  <a:pt x="121723" y="98640"/>
                </a:cubicBezTo>
                <a:cubicBezTo>
                  <a:pt x="121312" y="99445"/>
                  <a:pt x="120354" y="102867"/>
                  <a:pt x="118849" y="108906"/>
                </a:cubicBezTo>
                <a:cubicBezTo>
                  <a:pt x="117617" y="113335"/>
                  <a:pt x="116591" y="117093"/>
                  <a:pt x="115770" y="120180"/>
                </a:cubicBezTo>
                <a:cubicBezTo>
                  <a:pt x="112349" y="133868"/>
                  <a:pt x="110433" y="140914"/>
                  <a:pt x="110023" y="141317"/>
                </a:cubicBezTo>
                <a:cubicBezTo>
                  <a:pt x="109749" y="141585"/>
                  <a:pt x="109407" y="141719"/>
                  <a:pt x="108996" y="141719"/>
                </a:cubicBezTo>
                <a:cubicBezTo>
                  <a:pt x="107628" y="141719"/>
                  <a:pt x="105712" y="140377"/>
                  <a:pt x="103249" y="137693"/>
                </a:cubicBezTo>
                <a:cubicBezTo>
                  <a:pt x="100786" y="135009"/>
                  <a:pt x="99212" y="132929"/>
                  <a:pt x="98528" y="131453"/>
                </a:cubicBezTo>
                <a:cubicBezTo>
                  <a:pt x="98528" y="131319"/>
                  <a:pt x="98391" y="131319"/>
                  <a:pt x="98117" y="131453"/>
                </a:cubicBezTo>
                <a:cubicBezTo>
                  <a:pt x="97843" y="131587"/>
                  <a:pt x="97433" y="131922"/>
                  <a:pt x="96886" y="132459"/>
                </a:cubicBezTo>
                <a:cubicBezTo>
                  <a:pt x="86759" y="141719"/>
                  <a:pt x="73075" y="146349"/>
                  <a:pt x="55832" y="146349"/>
                </a:cubicBezTo>
                <a:cubicBezTo>
                  <a:pt x="39274" y="146349"/>
                  <a:pt x="25864" y="141182"/>
                  <a:pt x="15600" y="130849"/>
                </a:cubicBezTo>
                <a:cubicBezTo>
                  <a:pt x="5337" y="120515"/>
                  <a:pt x="137" y="107296"/>
                  <a:pt x="0" y="9119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3" cap="flat">
            <a:solidFill>
              <a:srgbClr val="000000">
                <a:alpha val="12680"/>
              </a:srgbClr>
            </a:solidFill>
            <a:miter/>
          </a:ln>
        </p:spPr>
      </p:sp>
      <p:sp>
        <p:nvSpPr>
          <p:cNvPr id="8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EFDBF5-3965-4CA0-9EC9-198082D8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284" y="4879723"/>
            <a:ext cx="61097" cy="97918"/>
          </a:xfrm>
          <a:custGeom xmlns:a="http://schemas.openxmlformats.org/drawingml/2006/main">
            <a:pathLst>
              <a:path w="61097" h="97918">
                <a:moveTo>
                  <a:pt x="8272" y="11528"/>
                </a:moveTo>
                <a:cubicBezTo>
                  <a:pt x="13690" y="3843"/>
                  <a:pt x="21091" y="0"/>
                  <a:pt x="30476" y="0"/>
                </a:cubicBezTo>
                <a:cubicBezTo>
                  <a:pt x="35120" y="0"/>
                  <a:pt x="39764" y="1233"/>
                  <a:pt x="44408" y="3700"/>
                </a:cubicBezTo>
                <a:cubicBezTo>
                  <a:pt x="49052" y="6167"/>
                  <a:pt x="52825" y="10532"/>
                  <a:pt x="55727" y="16794"/>
                </a:cubicBezTo>
                <a:cubicBezTo>
                  <a:pt x="59307" y="24669"/>
                  <a:pt x="61097" y="35486"/>
                  <a:pt x="61097" y="49244"/>
                </a:cubicBezTo>
                <a:cubicBezTo>
                  <a:pt x="61097" y="63951"/>
                  <a:pt x="59017" y="75194"/>
                  <a:pt x="54857" y="82974"/>
                </a:cubicBezTo>
                <a:cubicBezTo>
                  <a:pt x="52922" y="86959"/>
                  <a:pt x="50261" y="90138"/>
                  <a:pt x="46875" y="92510"/>
                </a:cubicBezTo>
                <a:cubicBezTo>
                  <a:pt x="43489" y="94882"/>
                  <a:pt x="40538" y="96353"/>
                  <a:pt x="38022" y="96922"/>
                </a:cubicBezTo>
                <a:cubicBezTo>
                  <a:pt x="35507" y="97491"/>
                  <a:pt x="33040" y="97824"/>
                  <a:pt x="30621" y="97918"/>
                </a:cubicBezTo>
                <a:cubicBezTo>
                  <a:pt x="28105" y="97918"/>
                  <a:pt x="25590" y="97634"/>
                  <a:pt x="23075" y="97064"/>
                </a:cubicBezTo>
                <a:cubicBezTo>
                  <a:pt x="20559" y="96495"/>
                  <a:pt x="17608" y="94977"/>
                  <a:pt x="14222" y="92510"/>
                </a:cubicBezTo>
                <a:cubicBezTo>
                  <a:pt x="10836" y="90043"/>
                  <a:pt x="8175" y="86865"/>
                  <a:pt x="6240" y="82974"/>
                </a:cubicBezTo>
                <a:cubicBezTo>
                  <a:pt x="2080" y="75194"/>
                  <a:pt x="0" y="63951"/>
                  <a:pt x="0" y="49244"/>
                </a:cubicBezTo>
                <a:cubicBezTo>
                  <a:pt x="0" y="32734"/>
                  <a:pt x="2757" y="20162"/>
                  <a:pt x="8272" y="11528"/>
                </a:cubicBezTo>
                <a:close/>
                <a:moveTo>
                  <a:pt x="40925" y="9820"/>
                </a:moveTo>
                <a:cubicBezTo>
                  <a:pt x="38022" y="6784"/>
                  <a:pt x="34588" y="5266"/>
                  <a:pt x="30621" y="5266"/>
                </a:cubicBezTo>
                <a:cubicBezTo>
                  <a:pt x="26558" y="5266"/>
                  <a:pt x="23075" y="6784"/>
                  <a:pt x="20172" y="9820"/>
                </a:cubicBezTo>
                <a:cubicBezTo>
                  <a:pt x="17753" y="12287"/>
                  <a:pt x="16157" y="15703"/>
                  <a:pt x="15383" y="20068"/>
                </a:cubicBezTo>
                <a:cubicBezTo>
                  <a:pt x="14609" y="24432"/>
                  <a:pt x="14222" y="33541"/>
                  <a:pt x="14222" y="47394"/>
                </a:cubicBezTo>
                <a:cubicBezTo>
                  <a:pt x="14222" y="62385"/>
                  <a:pt x="14609" y="72253"/>
                  <a:pt x="15383" y="76997"/>
                </a:cubicBezTo>
                <a:cubicBezTo>
                  <a:pt x="16157" y="81741"/>
                  <a:pt x="17899" y="85489"/>
                  <a:pt x="20607" y="88240"/>
                </a:cubicBezTo>
                <a:cubicBezTo>
                  <a:pt x="23316" y="91087"/>
                  <a:pt x="26654" y="92510"/>
                  <a:pt x="30621" y="92510"/>
                </a:cubicBezTo>
                <a:cubicBezTo>
                  <a:pt x="34491" y="92510"/>
                  <a:pt x="37780" y="91087"/>
                  <a:pt x="40489" y="88240"/>
                </a:cubicBezTo>
                <a:cubicBezTo>
                  <a:pt x="43295" y="85394"/>
                  <a:pt x="45037" y="81409"/>
                  <a:pt x="45714" y="76285"/>
                </a:cubicBezTo>
                <a:cubicBezTo>
                  <a:pt x="46391" y="71162"/>
                  <a:pt x="46778" y="61531"/>
                  <a:pt x="46875" y="47394"/>
                </a:cubicBezTo>
                <a:cubicBezTo>
                  <a:pt x="46875" y="33636"/>
                  <a:pt x="46488" y="24574"/>
                  <a:pt x="45714" y="20210"/>
                </a:cubicBezTo>
                <a:cubicBezTo>
                  <a:pt x="44940" y="15845"/>
                  <a:pt x="43343" y="12382"/>
                  <a:pt x="40925" y="98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3F97D4-9162-4E21-8773-45600D04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284" y="4879723"/>
            <a:ext cx="61097" cy="97918"/>
          </a:xfrm>
          <a:custGeom xmlns:a="http://schemas.openxmlformats.org/drawingml/2006/main">
            <a:pathLst>
              <a:path w="61097" h="97918" fill="none">
                <a:moveTo>
                  <a:pt x="8272" y="11528"/>
                </a:moveTo>
                <a:cubicBezTo>
                  <a:pt x="13690" y="3843"/>
                  <a:pt x="21091" y="0"/>
                  <a:pt x="30476" y="0"/>
                </a:cubicBezTo>
                <a:cubicBezTo>
                  <a:pt x="35120" y="0"/>
                  <a:pt x="39764" y="1233"/>
                  <a:pt x="44408" y="3700"/>
                </a:cubicBezTo>
                <a:cubicBezTo>
                  <a:pt x="49052" y="6167"/>
                  <a:pt x="52825" y="10532"/>
                  <a:pt x="55727" y="16794"/>
                </a:cubicBezTo>
                <a:cubicBezTo>
                  <a:pt x="59307" y="24669"/>
                  <a:pt x="61097" y="35486"/>
                  <a:pt x="61097" y="49244"/>
                </a:cubicBezTo>
                <a:cubicBezTo>
                  <a:pt x="61097" y="63951"/>
                  <a:pt x="59017" y="75194"/>
                  <a:pt x="54857" y="82974"/>
                </a:cubicBezTo>
                <a:cubicBezTo>
                  <a:pt x="52922" y="86959"/>
                  <a:pt x="50261" y="90138"/>
                  <a:pt x="46875" y="92510"/>
                </a:cubicBezTo>
                <a:cubicBezTo>
                  <a:pt x="43489" y="94882"/>
                  <a:pt x="40538" y="96353"/>
                  <a:pt x="38022" y="96922"/>
                </a:cubicBezTo>
                <a:cubicBezTo>
                  <a:pt x="35507" y="97491"/>
                  <a:pt x="33040" y="97824"/>
                  <a:pt x="30621" y="97918"/>
                </a:cubicBezTo>
                <a:cubicBezTo>
                  <a:pt x="28105" y="97918"/>
                  <a:pt x="25590" y="97634"/>
                  <a:pt x="23075" y="97064"/>
                </a:cubicBezTo>
                <a:cubicBezTo>
                  <a:pt x="20559" y="96495"/>
                  <a:pt x="17608" y="94977"/>
                  <a:pt x="14222" y="92510"/>
                </a:cubicBezTo>
                <a:cubicBezTo>
                  <a:pt x="10836" y="90043"/>
                  <a:pt x="8175" y="86865"/>
                  <a:pt x="6240" y="82974"/>
                </a:cubicBezTo>
                <a:cubicBezTo>
                  <a:pt x="2080" y="75194"/>
                  <a:pt x="0" y="63951"/>
                  <a:pt x="0" y="49244"/>
                </a:cubicBezTo>
                <a:cubicBezTo>
                  <a:pt x="0" y="32734"/>
                  <a:pt x="2757" y="20162"/>
                  <a:pt x="8272" y="11528"/>
                </a:cubicBezTo>
                <a:close/>
                <a:moveTo>
                  <a:pt x="40925" y="9820"/>
                </a:moveTo>
                <a:cubicBezTo>
                  <a:pt x="38022" y="6784"/>
                  <a:pt x="34588" y="5266"/>
                  <a:pt x="30621" y="5266"/>
                </a:cubicBezTo>
                <a:cubicBezTo>
                  <a:pt x="26558" y="5266"/>
                  <a:pt x="23075" y="6784"/>
                  <a:pt x="20172" y="9820"/>
                </a:cubicBezTo>
                <a:cubicBezTo>
                  <a:pt x="17753" y="12287"/>
                  <a:pt x="16157" y="15703"/>
                  <a:pt x="15383" y="20068"/>
                </a:cubicBezTo>
                <a:cubicBezTo>
                  <a:pt x="14609" y="24432"/>
                  <a:pt x="14222" y="33541"/>
                  <a:pt x="14222" y="47394"/>
                </a:cubicBezTo>
                <a:cubicBezTo>
                  <a:pt x="14222" y="62385"/>
                  <a:pt x="14609" y="72253"/>
                  <a:pt x="15383" y="76997"/>
                </a:cubicBezTo>
                <a:cubicBezTo>
                  <a:pt x="16157" y="81741"/>
                  <a:pt x="17899" y="85489"/>
                  <a:pt x="20607" y="88240"/>
                </a:cubicBezTo>
                <a:cubicBezTo>
                  <a:pt x="23316" y="91087"/>
                  <a:pt x="26654" y="92510"/>
                  <a:pt x="30621" y="92510"/>
                </a:cubicBezTo>
                <a:cubicBezTo>
                  <a:pt x="34491" y="92510"/>
                  <a:pt x="37780" y="91087"/>
                  <a:pt x="40489" y="88240"/>
                </a:cubicBezTo>
                <a:cubicBezTo>
                  <a:pt x="43295" y="85394"/>
                  <a:pt x="45037" y="81409"/>
                  <a:pt x="45714" y="76285"/>
                </a:cubicBezTo>
                <a:cubicBezTo>
                  <a:pt x="46391" y="71162"/>
                  <a:pt x="46778" y="61531"/>
                  <a:pt x="46875" y="47394"/>
                </a:cubicBezTo>
                <a:cubicBezTo>
                  <a:pt x="46875" y="33636"/>
                  <a:pt x="46488" y="24574"/>
                  <a:pt x="45714" y="20210"/>
                </a:cubicBezTo>
                <a:cubicBezTo>
                  <a:pt x="44940" y="15845"/>
                  <a:pt x="43343" y="12382"/>
                  <a:pt x="40925" y="982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4" cap="flat">
            <a:solidFill>
              <a:srgbClr val="000000">
                <a:alpha val="8960"/>
              </a:srgbClr>
            </a:solidFill>
            <a:miter/>
          </a:ln>
        </p:spPr>
      </p:sp>
      <p:sp>
        <p:nvSpPr>
          <p:cNvPr id="8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F041DB-AA8C-4333-A686-EEF6163D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6739" y="4793335"/>
            <a:ext cx="49059" cy="201306"/>
          </a:xfrm>
          <a:custGeom xmlns:a="http://schemas.openxmlformats.org/drawingml/2006/main">
            <a:pathLst>
              <a:path w="49059" h="201306">
                <a:moveTo>
                  <a:pt x="1026" y="201"/>
                </a:moveTo>
                <a:lnTo>
                  <a:pt x="1847" y="0"/>
                </a:lnTo>
                <a:cubicBezTo>
                  <a:pt x="2532" y="0"/>
                  <a:pt x="3216" y="0"/>
                  <a:pt x="3900" y="0"/>
                </a:cubicBezTo>
                <a:lnTo>
                  <a:pt x="6363" y="0"/>
                </a:lnTo>
                <a:lnTo>
                  <a:pt x="12111" y="4831"/>
                </a:lnTo>
                <a:cubicBezTo>
                  <a:pt x="24974" y="16239"/>
                  <a:pt x="34348" y="30464"/>
                  <a:pt x="40232" y="47508"/>
                </a:cubicBezTo>
                <a:cubicBezTo>
                  <a:pt x="46116" y="64552"/>
                  <a:pt x="49059" y="82267"/>
                  <a:pt x="49059" y="100653"/>
                </a:cubicBezTo>
                <a:cubicBezTo>
                  <a:pt x="49059" y="109779"/>
                  <a:pt x="48374" y="118569"/>
                  <a:pt x="47006" y="127024"/>
                </a:cubicBezTo>
                <a:cubicBezTo>
                  <a:pt x="45637" y="135479"/>
                  <a:pt x="44064" y="142659"/>
                  <a:pt x="42285" y="148564"/>
                </a:cubicBezTo>
                <a:cubicBezTo>
                  <a:pt x="40506" y="154469"/>
                  <a:pt x="37974" y="160374"/>
                  <a:pt x="34690" y="166279"/>
                </a:cubicBezTo>
                <a:cubicBezTo>
                  <a:pt x="31406" y="172184"/>
                  <a:pt x="28806" y="176679"/>
                  <a:pt x="26890" y="179766"/>
                </a:cubicBezTo>
                <a:cubicBezTo>
                  <a:pt x="24974" y="182853"/>
                  <a:pt x="22169" y="186275"/>
                  <a:pt x="18474" y="190033"/>
                </a:cubicBezTo>
                <a:cubicBezTo>
                  <a:pt x="14779" y="193790"/>
                  <a:pt x="12590" y="196005"/>
                  <a:pt x="11905" y="196676"/>
                </a:cubicBezTo>
                <a:cubicBezTo>
                  <a:pt x="11221" y="197347"/>
                  <a:pt x="9648" y="198622"/>
                  <a:pt x="7184" y="200501"/>
                </a:cubicBezTo>
                <a:cubicBezTo>
                  <a:pt x="6774" y="200903"/>
                  <a:pt x="6500" y="201172"/>
                  <a:pt x="6363" y="201306"/>
                </a:cubicBezTo>
                <a:lnTo>
                  <a:pt x="3900" y="201306"/>
                </a:lnTo>
                <a:cubicBezTo>
                  <a:pt x="2805" y="201306"/>
                  <a:pt x="2053" y="201306"/>
                  <a:pt x="1642" y="201306"/>
                </a:cubicBezTo>
                <a:cubicBezTo>
                  <a:pt x="1232" y="201306"/>
                  <a:pt x="889" y="201105"/>
                  <a:pt x="616" y="200702"/>
                </a:cubicBezTo>
                <a:cubicBezTo>
                  <a:pt x="342" y="200299"/>
                  <a:pt x="137" y="199695"/>
                  <a:pt x="0" y="198890"/>
                </a:cubicBezTo>
                <a:cubicBezTo>
                  <a:pt x="137" y="198756"/>
                  <a:pt x="889" y="197884"/>
                  <a:pt x="2258" y="196273"/>
                </a:cubicBezTo>
                <a:cubicBezTo>
                  <a:pt x="23469" y="174666"/>
                  <a:pt x="34074" y="142793"/>
                  <a:pt x="34074" y="100653"/>
                </a:cubicBezTo>
                <a:cubicBezTo>
                  <a:pt x="34074" y="58513"/>
                  <a:pt x="23469" y="26639"/>
                  <a:pt x="2258" y="5033"/>
                </a:cubicBezTo>
                <a:cubicBezTo>
                  <a:pt x="889" y="3422"/>
                  <a:pt x="137" y="2550"/>
                  <a:pt x="0" y="2416"/>
                </a:cubicBezTo>
                <a:cubicBezTo>
                  <a:pt x="0" y="1342"/>
                  <a:pt x="342" y="604"/>
                  <a:pt x="1026" y="2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247E81-9D55-42FD-A012-0CD3CF54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6739" y="4793335"/>
            <a:ext cx="49059" cy="201306"/>
          </a:xfrm>
          <a:custGeom xmlns:a="http://schemas.openxmlformats.org/drawingml/2006/main">
            <a:pathLst>
              <a:path w="49059" h="201306" fill="none">
                <a:moveTo>
                  <a:pt x="1026" y="201"/>
                </a:moveTo>
                <a:lnTo>
                  <a:pt x="1847" y="0"/>
                </a:lnTo>
                <a:cubicBezTo>
                  <a:pt x="2532" y="0"/>
                  <a:pt x="3216" y="0"/>
                  <a:pt x="3900" y="0"/>
                </a:cubicBezTo>
                <a:lnTo>
                  <a:pt x="6363" y="0"/>
                </a:lnTo>
                <a:lnTo>
                  <a:pt x="12111" y="4831"/>
                </a:lnTo>
                <a:cubicBezTo>
                  <a:pt x="24974" y="16239"/>
                  <a:pt x="34348" y="30464"/>
                  <a:pt x="40232" y="47508"/>
                </a:cubicBezTo>
                <a:cubicBezTo>
                  <a:pt x="46116" y="64552"/>
                  <a:pt x="49059" y="82267"/>
                  <a:pt x="49059" y="100653"/>
                </a:cubicBezTo>
                <a:cubicBezTo>
                  <a:pt x="49059" y="109779"/>
                  <a:pt x="48374" y="118569"/>
                  <a:pt x="47006" y="127024"/>
                </a:cubicBezTo>
                <a:cubicBezTo>
                  <a:pt x="45637" y="135479"/>
                  <a:pt x="44064" y="142659"/>
                  <a:pt x="42285" y="148564"/>
                </a:cubicBezTo>
                <a:cubicBezTo>
                  <a:pt x="40506" y="154469"/>
                  <a:pt x="37974" y="160374"/>
                  <a:pt x="34690" y="166279"/>
                </a:cubicBezTo>
                <a:cubicBezTo>
                  <a:pt x="31406" y="172184"/>
                  <a:pt x="28806" y="176679"/>
                  <a:pt x="26890" y="179766"/>
                </a:cubicBezTo>
                <a:cubicBezTo>
                  <a:pt x="24974" y="182853"/>
                  <a:pt x="22169" y="186275"/>
                  <a:pt x="18474" y="190033"/>
                </a:cubicBezTo>
                <a:cubicBezTo>
                  <a:pt x="14779" y="193790"/>
                  <a:pt x="12590" y="196005"/>
                  <a:pt x="11905" y="196676"/>
                </a:cubicBezTo>
                <a:cubicBezTo>
                  <a:pt x="11221" y="197347"/>
                  <a:pt x="9648" y="198622"/>
                  <a:pt x="7184" y="200501"/>
                </a:cubicBezTo>
                <a:cubicBezTo>
                  <a:pt x="6774" y="200903"/>
                  <a:pt x="6500" y="201172"/>
                  <a:pt x="6363" y="201306"/>
                </a:cubicBezTo>
                <a:lnTo>
                  <a:pt x="3900" y="201306"/>
                </a:lnTo>
                <a:cubicBezTo>
                  <a:pt x="2805" y="201306"/>
                  <a:pt x="2053" y="201306"/>
                  <a:pt x="1642" y="201306"/>
                </a:cubicBezTo>
                <a:cubicBezTo>
                  <a:pt x="1232" y="201306"/>
                  <a:pt x="889" y="201105"/>
                  <a:pt x="616" y="200702"/>
                </a:cubicBezTo>
                <a:cubicBezTo>
                  <a:pt x="342" y="200299"/>
                  <a:pt x="137" y="199695"/>
                  <a:pt x="0" y="198890"/>
                </a:cubicBezTo>
                <a:cubicBezTo>
                  <a:pt x="137" y="198756"/>
                  <a:pt x="889" y="197884"/>
                  <a:pt x="2258" y="196273"/>
                </a:cubicBezTo>
                <a:cubicBezTo>
                  <a:pt x="23469" y="174666"/>
                  <a:pt x="34074" y="142793"/>
                  <a:pt x="34074" y="100653"/>
                </a:cubicBezTo>
                <a:cubicBezTo>
                  <a:pt x="34074" y="58513"/>
                  <a:pt x="23469" y="26639"/>
                  <a:pt x="2258" y="5033"/>
                </a:cubicBezTo>
                <a:cubicBezTo>
                  <a:pt x="889" y="3422"/>
                  <a:pt x="137" y="2550"/>
                  <a:pt x="0" y="2416"/>
                </a:cubicBezTo>
                <a:cubicBezTo>
                  <a:pt x="0" y="1342"/>
                  <a:pt x="342" y="604"/>
                  <a:pt x="1026" y="20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3" cap="flat">
            <a:solidFill>
              <a:srgbClr val="000000">
                <a:alpha val="12680"/>
              </a:srgbClr>
            </a:solidFill>
            <a:miter/>
          </a:ln>
        </p:spPr>
      </p:sp>
      <p:sp>
        <p:nvSpPr>
          <p:cNvPr id="8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49954D-53AF-4FFB-A6FF-9BB856C8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037" y="6014657"/>
            <a:ext cx="147381" cy="137492"/>
          </a:xfrm>
          <a:custGeom xmlns:a="http://schemas.openxmlformats.org/drawingml/2006/main">
            <a:pathLst>
              <a:path w="147381" h="137492">
                <a:moveTo>
                  <a:pt x="52138" y="11072"/>
                </a:moveTo>
                <a:cubicBezTo>
                  <a:pt x="52138" y="10132"/>
                  <a:pt x="48238" y="9528"/>
                  <a:pt x="40437" y="9260"/>
                </a:cubicBezTo>
                <a:cubicBezTo>
                  <a:pt x="37153" y="9260"/>
                  <a:pt x="35032" y="9193"/>
                  <a:pt x="34074" y="9059"/>
                </a:cubicBezTo>
                <a:cubicBezTo>
                  <a:pt x="33116" y="8925"/>
                  <a:pt x="32637" y="8254"/>
                  <a:pt x="32637" y="7046"/>
                </a:cubicBezTo>
                <a:cubicBezTo>
                  <a:pt x="32637" y="6911"/>
                  <a:pt x="32774" y="6173"/>
                  <a:pt x="33048" y="4831"/>
                </a:cubicBezTo>
                <a:cubicBezTo>
                  <a:pt x="33869" y="2147"/>
                  <a:pt x="34485" y="671"/>
                  <a:pt x="34895" y="403"/>
                </a:cubicBezTo>
                <a:cubicBezTo>
                  <a:pt x="35306" y="134"/>
                  <a:pt x="48580" y="0"/>
                  <a:pt x="74717" y="0"/>
                </a:cubicBezTo>
                <a:cubicBezTo>
                  <a:pt x="100717" y="134"/>
                  <a:pt x="114607" y="336"/>
                  <a:pt x="116386" y="604"/>
                </a:cubicBezTo>
                <a:cubicBezTo>
                  <a:pt x="125144" y="2080"/>
                  <a:pt x="132465" y="5368"/>
                  <a:pt x="138349" y="10468"/>
                </a:cubicBezTo>
                <a:cubicBezTo>
                  <a:pt x="144234" y="15568"/>
                  <a:pt x="147244" y="22345"/>
                  <a:pt x="147381" y="30800"/>
                </a:cubicBezTo>
                <a:cubicBezTo>
                  <a:pt x="147381" y="41133"/>
                  <a:pt x="142865" y="50595"/>
                  <a:pt x="133833" y="59184"/>
                </a:cubicBezTo>
                <a:cubicBezTo>
                  <a:pt x="124391" y="68310"/>
                  <a:pt x="112212" y="74081"/>
                  <a:pt x="97296" y="76496"/>
                </a:cubicBezTo>
                <a:cubicBezTo>
                  <a:pt x="96338" y="76630"/>
                  <a:pt x="89154" y="76765"/>
                  <a:pt x="75743" y="76899"/>
                </a:cubicBezTo>
                <a:lnTo>
                  <a:pt x="56243" y="76899"/>
                </a:lnTo>
                <a:lnTo>
                  <a:pt x="50085" y="100854"/>
                </a:lnTo>
                <a:cubicBezTo>
                  <a:pt x="45980" y="116422"/>
                  <a:pt x="43927" y="124675"/>
                  <a:pt x="43927" y="125615"/>
                </a:cubicBezTo>
                <a:cubicBezTo>
                  <a:pt x="43927" y="126152"/>
                  <a:pt x="43995" y="126487"/>
                  <a:pt x="44132" y="126621"/>
                </a:cubicBezTo>
                <a:cubicBezTo>
                  <a:pt x="44269" y="126756"/>
                  <a:pt x="44748" y="127024"/>
                  <a:pt x="45569" y="127427"/>
                </a:cubicBezTo>
                <a:cubicBezTo>
                  <a:pt x="46390" y="127829"/>
                  <a:pt x="47553" y="127963"/>
                  <a:pt x="49059" y="127829"/>
                </a:cubicBezTo>
                <a:cubicBezTo>
                  <a:pt x="50564" y="127695"/>
                  <a:pt x="52822" y="127829"/>
                  <a:pt x="55832" y="128232"/>
                </a:cubicBezTo>
                <a:lnTo>
                  <a:pt x="62196" y="128232"/>
                </a:lnTo>
                <a:cubicBezTo>
                  <a:pt x="63017" y="129440"/>
                  <a:pt x="63427" y="130178"/>
                  <a:pt x="63427" y="130446"/>
                </a:cubicBezTo>
                <a:cubicBezTo>
                  <a:pt x="63427" y="132593"/>
                  <a:pt x="62948" y="134607"/>
                  <a:pt x="61990" y="136485"/>
                </a:cubicBezTo>
                <a:cubicBezTo>
                  <a:pt x="61306" y="137156"/>
                  <a:pt x="60211" y="137492"/>
                  <a:pt x="58706" y="137492"/>
                </a:cubicBezTo>
                <a:cubicBezTo>
                  <a:pt x="58296" y="137492"/>
                  <a:pt x="55764" y="137425"/>
                  <a:pt x="51111" y="137291"/>
                </a:cubicBezTo>
                <a:cubicBezTo>
                  <a:pt x="46459" y="137156"/>
                  <a:pt x="39616" y="137089"/>
                  <a:pt x="30585" y="137089"/>
                </a:cubicBezTo>
                <a:cubicBezTo>
                  <a:pt x="22100" y="137089"/>
                  <a:pt x="15600" y="137089"/>
                  <a:pt x="11084" y="137089"/>
                </a:cubicBezTo>
                <a:cubicBezTo>
                  <a:pt x="6569" y="137089"/>
                  <a:pt x="4105" y="137156"/>
                  <a:pt x="3695" y="137291"/>
                </a:cubicBezTo>
                <a:cubicBezTo>
                  <a:pt x="1232" y="137291"/>
                  <a:pt x="0" y="136620"/>
                  <a:pt x="0" y="135278"/>
                </a:cubicBezTo>
                <a:cubicBezTo>
                  <a:pt x="0" y="135009"/>
                  <a:pt x="205" y="134070"/>
                  <a:pt x="616" y="132459"/>
                </a:cubicBezTo>
                <a:cubicBezTo>
                  <a:pt x="1163" y="130312"/>
                  <a:pt x="1711" y="129104"/>
                  <a:pt x="2258" y="128836"/>
                </a:cubicBezTo>
                <a:cubicBezTo>
                  <a:pt x="2805" y="128567"/>
                  <a:pt x="4379" y="128366"/>
                  <a:pt x="6979" y="128232"/>
                </a:cubicBezTo>
                <a:cubicBezTo>
                  <a:pt x="10674" y="128232"/>
                  <a:pt x="14779" y="128031"/>
                  <a:pt x="19295" y="127628"/>
                </a:cubicBezTo>
                <a:cubicBezTo>
                  <a:pt x="21211" y="127225"/>
                  <a:pt x="22511" y="126420"/>
                  <a:pt x="23195" y="125212"/>
                </a:cubicBezTo>
                <a:cubicBezTo>
                  <a:pt x="23606" y="124675"/>
                  <a:pt x="28532" y="106021"/>
                  <a:pt x="37974" y="69249"/>
                </a:cubicBezTo>
                <a:cubicBezTo>
                  <a:pt x="47416" y="32477"/>
                  <a:pt x="52138" y="13085"/>
                  <a:pt x="52138" y="11072"/>
                </a:cubicBezTo>
                <a:close/>
                <a:moveTo>
                  <a:pt x="125623" y="25968"/>
                </a:moveTo>
                <a:cubicBezTo>
                  <a:pt x="125623" y="24224"/>
                  <a:pt x="125486" y="22815"/>
                  <a:pt x="125212" y="21741"/>
                </a:cubicBezTo>
                <a:cubicBezTo>
                  <a:pt x="124939" y="20667"/>
                  <a:pt x="124323" y="19191"/>
                  <a:pt x="123365" y="17312"/>
                </a:cubicBezTo>
                <a:cubicBezTo>
                  <a:pt x="122407" y="15433"/>
                  <a:pt x="120696" y="13957"/>
                  <a:pt x="118233" y="12884"/>
                </a:cubicBezTo>
                <a:cubicBezTo>
                  <a:pt x="115770" y="11810"/>
                  <a:pt x="112417" y="10736"/>
                  <a:pt x="108175" y="9663"/>
                </a:cubicBezTo>
                <a:cubicBezTo>
                  <a:pt x="107217" y="9528"/>
                  <a:pt x="101744" y="9394"/>
                  <a:pt x="91754" y="9260"/>
                </a:cubicBezTo>
                <a:cubicBezTo>
                  <a:pt x="89428" y="9260"/>
                  <a:pt x="87033" y="9260"/>
                  <a:pt x="84570" y="9260"/>
                </a:cubicBezTo>
                <a:cubicBezTo>
                  <a:pt x="82106" y="9260"/>
                  <a:pt x="80122" y="9327"/>
                  <a:pt x="78617" y="9461"/>
                </a:cubicBezTo>
                <a:cubicBezTo>
                  <a:pt x="77112" y="9596"/>
                  <a:pt x="76291" y="9596"/>
                  <a:pt x="76154" y="9461"/>
                </a:cubicBezTo>
                <a:cubicBezTo>
                  <a:pt x="74375" y="9596"/>
                  <a:pt x="73143" y="10200"/>
                  <a:pt x="72459" y="11273"/>
                </a:cubicBezTo>
                <a:cubicBezTo>
                  <a:pt x="72185" y="12078"/>
                  <a:pt x="70885" y="17245"/>
                  <a:pt x="68559" y="26774"/>
                </a:cubicBezTo>
                <a:cubicBezTo>
                  <a:pt x="66232" y="36302"/>
                  <a:pt x="63838" y="45562"/>
                  <a:pt x="61375" y="54554"/>
                </a:cubicBezTo>
                <a:cubicBezTo>
                  <a:pt x="58911" y="63546"/>
                  <a:pt x="57680" y="68108"/>
                  <a:pt x="57680" y="68243"/>
                </a:cubicBezTo>
                <a:cubicBezTo>
                  <a:pt x="57680" y="68511"/>
                  <a:pt x="63222" y="68645"/>
                  <a:pt x="74306" y="68645"/>
                </a:cubicBezTo>
                <a:lnTo>
                  <a:pt x="76769" y="68645"/>
                </a:lnTo>
                <a:lnTo>
                  <a:pt x="81491" y="68645"/>
                </a:lnTo>
                <a:cubicBezTo>
                  <a:pt x="96817" y="68645"/>
                  <a:pt x="107765" y="65290"/>
                  <a:pt x="114333" y="58580"/>
                </a:cubicBezTo>
                <a:cubicBezTo>
                  <a:pt x="118028" y="54956"/>
                  <a:pt x="120833" y="49655"/>
                  <a:pt x="122749" y="42677"/>
                </a:cubicBezTo>
                <a:cubicBezTo>
                  <a:pt x="124665" y="35698"/>
                  <a:pt x="125623" y="30129"/>
                  <a:pt x="125623" y="259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6E7BA4-6928-47A1-8737-F45C8D2C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037" y="6014657"/>
            <a:ext cx="147381" cy="137492"/>
          </a:xfrm>
          <a:custGeom xmlns:a="http://schemas.openxmlformats.org/drawingml/2006/main">
            <a:pathLst>
              <a:path w="147381" h="137492" fill="none">
                <a:moveTo>
                  <a:pt x="52138" y="11072"/>
                </a:moveTo>
                <a:cubicBezTo>
                  <a:pt x="52138" y="10132"/>
                  <a:pt x="48238" y="9528"/>
                  <a:pt x="40437" y="9260"/>
                </a:cubicBezTo>
                <a:cubicBezTo>
                  <a:pt x="37153" y="9260"/>
                  <a:pt x="35032" y="9193"/>
                  <a:pt x="34074" y="9059"/>
                </a:cubicBezTo>
                <a:cubicBezTo>
                  <a:pt x="33116" y="8925"/>
                  <a:pt x="32637" y="8254"/>
                  <a:pt x="32637" y="7046"/>
                </a:cubicBezTo>
                <a:cubicBezTo>
                  <a:pt x="32637" y="6911"/>
                  <a:pt x="32774" y="6173"/>
                  <a:pt x="33048" y="4831"/>
                </a:cubicBezTo>
                <a:cubicBezTo>
                  <a:pt x="33869" y="2147"/>
                  <a:pt x="34485" y="671"/>
                  <a:pt x="34895" y="403"/>
                </a:cubicBezTo>
                <a:cubicBezTo>
                  <a:pt x="35306" y="134"/>
                  <a:pt x="48580" y="0"/>
                  <a:pt x="74717" y="0"/>
                </a:cubicBezTo>
                <a:cubicBezTo>
                  <a:pt x="100717" y="134"/>
                  <a:pt x="114607" y="336"/>
                  <a:pt x="116386" y="604"/>
                </a:cubicBezTo>
                <a:cubicBezTo>
                  <a:pt x="125144" y="2080"/>
                  <a:pt x="132465" y="5368"/>
                  <a:pt x="138349" y="10468"/>
                </a:cubicBezTo>
                <a:cubicBezTo>
                  <a:pt x="144234" y="15568"/>
                  <a:pt x="147244" y="22345"/>
                  <a:pt x="147381" y="30800"/>
                </a:cubicBezTo>
                <a:cubicBezTo>
                  <a:pt x="147381" y="41133"/>
                  <a:pt x="142865" y="50595"/>
                  <a:pt x="133833" y="59184"/>
                </a:cubicBezTo>
                <a:cubicBezTo>
                  <a:pt x="124391" y="68310"/>
                  <a:pt x="112212" y="74081"/>
                  <a:pt x="97296" y="76496"/>
                </a:cubicBezTo>
                <a:cubicBezTo>
                  <a:pt x="96338" y="76630"/>
                  <a:pt x="89154" y="76765"/>
                  <a:pt x="75743" y="76899"/>
                </a:cubicBezTo>
                <a:lnTo>
                  <a:pt x="56243" y="76899"/>
                </a:lnTo>
                <a:lnTo>
                  <a:pt x="50085" y="100854"/>
                </a:lnTo>
                <a:cubicBezTo>
                  <a:pt x="45980" y="116422"/>
                  <a:pt x="43927" y="124675"/>
                  <a:pt x="43927" y="125615"/>
                </a:cubicBezTo>
                <a:cubicBezTo>
                  <a:pt x="43927" y="126152"/>
                  <a:pt x="43995" y="126487"/>
                  <a:pt x="44132" y="126621"/>
                </a:cubicBezTo>
                <a:cubicBezTo>
                  <a:pt x="44269" y="126756"/>
                  <a:pt x="44748" y="127024"/>
                  <a:pt x="45569" y="127427"/>
                </a:cubicBezTo>
                <a:cubicBezTo>
                  <a:pt x="46390" y="127829"/>
                  <a:pt x="47553" y="127963"/>
                  <a:pt x="49059" y="127829"/>
                </a:cubicBezTo>
                <a:cubicBezTo>
                  <a:pt x="50564" y="127695"/>
                  <a:pt x="52822" y="127829"/>
                  <a:pt x="55832" y="128232"/>
                </a:cubicBezTo>
                <a:lnTo>
                  <a:pt x="62196" y="128232"/>
                </a:lnTo>
                <a:cubicBezTo>
                  <a:pt x="63017" y="129440"/>
                  <a:pt x="63427" y="130178"/>
                  <a:pt x="63427" y="130446"/>
                </a:cubicBezTo>
                <a:cubicBezTo>
                  <a:pt x="63427" y="132593"/>
                  <a:pt x="62948" y="134607"/>
                  <a:pt x="61990" y="136485"/>
                </a:cubicBezTo>
                <a:cubicBezTo>
                  <a:pt x="61306" y="137156"/>
                  <a:pt x="60211" y="137492"/>
                  <a:pt x="58706" y="137492"/>
                </a:cubicBezTo>
                <a:cubicBezTo>
                  <a:pt x="58296" y="137492"/>
                  <a:pt x="55764" y="137425"/>
                  <a:pt x="51111" y="137291"/>
                </a:cubicBezTo>
                <a:cubicBezTo>
                  <a:pt x="46459" y="137156"/>
                  <a:pt x="39616" y="137089"/>
                  <a:pt x="30585" y="137089"/>
                </a:cubicBezTo>
                <a:cubicBezTo>
                  <a:pt x="22100" y="137089"/>
                  <a:pt x="15600" y="137089"/>
                  <a:pt x="11084" y="137089"/>
                </a:cubicBezTo>
                <a:cubicBezTo>
                  <a:pt x="6569" y="137089"/>
                  <a:pt x="4105" y="137156"/>
                  <a:pt x="3695" y="137291"/>
                </a:cubicBezTo>
                <a:cubicBezTo>
                  <a:pt x="1232" y="137291"/>
                  <a:pt x="0" y="136620"/>
                  <a:pt x="0" y="135278"/>
                </a:cubicBezTo>
                <a:cubicBezTo>
                  <a:pt x="0" y="135009"/>
                  <a:pt x="205" y="134070"/>
                  <a:pt x="616" y="132459"/>
                </a:cubicBezTo>
                <a:cubicBezTo>
                  <a:pt x="1163" y="130312"/>
                  <a:pt x="1711" y="129104"/>
                  <a:pt x="2258" y="128836"/>
                </a:cubicBezTo>
                <a:cubicBezTo>
                  <a:pt x="2805" y="128567"/>
                  <a:pt x="4379" y="128366"/>
                  <a:pt x="6979" y="128232"/>
                </a:cubicBezTo>
                <a:cubicBezTo>
                  <a:pt x="10674" y="128232"/>
                  <a:pt x="14779" y="128031"/>
                  <a:pt x="19295" y="127628"/>
                </a:cubicBezTo>
                <a:cubicBezTo>
                  <a:pt x="21211" y="127225"/>
                  <a:pt x="22511" y="126420"/>
                  <a:pt x="23195" y="125212"/>
                </a:cubicBezTo>
                <a:cubicBezTo>
                  <a:pt x="23606" y="124675"/>
                  <a:pt x="28532" y="106021"/>
                  <a:pt x="37974" y="69249"/>
                </a:cubicBezTo>
                <a:cubicBezTo>
                  <a:pt x="47416" y="32477"/>
                  <a:pt x="52138" y="13085"/>
                  <a:pt x="52138" y="11072"/>
                </a:cubicBezTo>
                <a:close/>
                <a:moveTo>
                  <a:pt x="125623" y="25968"/>
                </a:moveTo>
                <a:cubicBezTo>
                  <a:pt x="125623" y="24224"/>
                  <a:pt x="125486" y="22815"/>
                  <a:pt x="125212" y="21741"/>
                </a:cubicBezTo>
                <a:cubicBezTo>
                  <a:pt x="124939" y="20667"/>
                  <a:pt x="124323" y="19191"/>
                  <a:pt x="123365" y="17312"/>
                </a:cubicBezTo>
                <a:cubicBezTo>
                  <a:pt x="122407" y="15433"/>
                  <a:pt x="120696" y="13957"/>
                  <a:pt x="118233" y="12884"/>
                </a:cubicBezTo>
                <a:cubicBezTo>
                  <a:pt x="115770" y="11810"/>
                  <a:pt x="112417" y="10736"/>
                  <a:pt x="108175" y="9663"/>
                </a:cubicBezTo>
                <a:cubicBezTo>
                  <a:pt x="107217" y="9528"/>
                  <a:pt x="101744" y="9394"/>
                  <a:pt x="91754" y="9260"/>
                </a:cubicBezTo>
                <a:cubicBezTo>
                  <a:pt x="89428" y="9260"/>
                  <a:pt x="87033" y="9260"/>
                  <a:pt x="84570" y="9260"/>
                </a:cubicBezTo>
                <a:cubicBezTo>
                  <a:pt x="82106" y="9260"/>
                  <a:pt x="80122" y="9327"/>
                  <a:pt x="78617" y="9461"/>
                </a:cubicBezTo>
                <a:cubicBezTo>
                  <a:pt x="77112" y="9596"/>
                  <a:pt x="76291" y="9596"/>
                  <a:pt x="76154" y="9461"/>
                </a:cubicBezTo>
                <a:cubicBezTo>
                  <a:pt x="74375" y="9596"/>
                  <a:pt x="73143" y="10200"/>
                  <a:pt x="72459" y="11273"/>
                </a:cubicBezTo>
                <a:cubicBezTo>
                  <a:pt x="72185" y="12078"/>
                  <a:pt x="70885" y="17245"/>
                  <a:pt x="68559" y="26774"/>
                </a:cubicBezTo>
                <a:cubicBezTo>
                  <a:pt x="66232" y="36302"/>
                  <a:pt x="63838" y="45562"/>
                  <a:pt x="61375" y="54554"/>
                </a:cubicBezTo>
                <a:cubicBezTo>
                  <a:pt x="58911" y="63546"/>
                  <a:pt x="57680" y="68108"/>
                  <a:pt x="57680" y="68243"/>
                </a:cubicBezTo>
                <a:cubicBezTo>
                  <a:pt x="57680" y="68511"/>
                  <a:pt x="63222" y="68645"/>
                  <a:pt x="74306" y="68645"/>
                </a:cubicBezTo>
                <a:lnTo>
                  <a:pt x="76769" y="68645"/>
                </a:lnTo>
                <a:lnTo>
                  <a:pt x="81491" y="68645"/>
                </a:lnTo>
                <a:cubicBezTo>
                  <a:pt x="96817" y="68645"/>
                  <a:pt x="107765" y="65290"/>
                  <a:pt x="114333" y="58580"/>
                </a:cubicBezTo>
                <a:cubicBezTo>
                  <a:pt x="118028" y="54956"/>
                  <a:pt x="120833" y="49655"/>
                  <a:pt x="122749" y="42677"/>
                </a:cubicBezTo>
                <a:cubicBezTo>
                  <a:pt x="124665" y="35698"/>
                  <a:pt x="125623" y="30129"/>
                  <a:pt x="125623" y="259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3" cap="flat">
            <a:solidFill>
              <a:srgbClr val="000000">
                <a:alpha val="12680"/>
              </a:srgbClr>
            </a:solidFill>
            <a:miter/>
          </a:ln>
        </p:spPr>
      </p:sp>
      <p:sp>
        <p:nvSpPr>
          <p:cNvPr id="8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8C12AF-9C22-466C-B74B-0F7A84B5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913" y="6087700"/>
            <a:ext cx="60226" cy="97776"/>
          </a:xfrm>
          <a:custGeom xmlns:a="http://schemas.openxmlformats.org/drawingml/2006/main">
            <a:pathLst>
              <a:path w="60226" h="97776">
                <a:moveTo>
                  <a:pt x="12335" y="28749"/>
                </a:moveTo>
                <a:cubicBezTo>
                  <a:pt x="9723" y="28749"/>
                  <a:pt x="7692" y="27943"/>
                  <a:pt x="6240" y="26330"/>
                </a:cubicBezTo>
                <a:cubicBezTo>
                  <a:pt x="4789" y="24717"/>
                  <a:pt x="4015" y="22629"/>
                  <a:pt x="3918" y="20068"/>
                </a:cubicBezTo>
                <a:cubicBezTo>
                  <a:pt x="3918" y="14849"/>
                  <a:pt x="6240" y="10200"/>
                  <a:pt x="10884" y="6120"/>
                </a:cubicBezTo>
                <a:cubicBezTo>
                  <a:pt x="15528" y="2040"/>
                  <a:pt x="21140" y="0"/>
                  <a:pt x="27719" y="0"/>
                </a:cubicBezTo>
                <a:cubicBezTo>
                  <a:pt x="31105" y="0"/>
                  <a:pt x="33233" y="47"/>
                  <a:pt x="34104" y="142"/>
                </a:cubicBezTo>
                <a:cubicBezTo>
                  <a:pt x="41263" y="1281"/>
                  <a:pt x="46730" y="3795"/>
                  <a:pt x="50503" y="7685"/>
                </a:cubicBezTo>
                <a:cubicBezTo>
                  <a:pt x="54276" y="11576"/>
                  <a:pt x="56211" y="15798"/>
                  <a:pt x="56308" y="20352"/>
                </a:cubicBezTo>
                <a:cubicBezTo>
                  <a:pt x="56308" y="25286"/>
                  <a:pt x="54663" y="30078"/>
                  <a:pt x="51374" y="34727"/>
                </a:cubicBezTo>
                <a:cubicBezTo>
                  <a:pt x="48084" y="39376"/>
                  <a:pt x="43537" y="42744"/>
                  <a:pt x="37732" y="44832"/>
                </a:cubicBezTo>
                <a:lnTo>
                  <a:pt x="37297" y="45116"/>
                </a:lnTo>
                <a:cubicBezTo>
                  <a:pt x="37297" y="45211"/>
                  <a:pt x="37732" y="45354"/>
                  <a:pt x="38603" y="45543"/>
                </a:cubicBezTo>
                <a:cubicBezTo>
                  <a:pt x="39473" y="45733"/>
                  <a:pt x="40876" y="46160"/>
                  <a:pt x="42811" y="46824"/>
                </a:cubicBezTo>
                <a:cubicBezTo>
                  <a:pt x="44746" y="47489"/>
                  <a:pt x="46584" y="48485"/>
                  <a:pt x="48326" y="49813"/>
                </a:cubicBezTo>
                <a:cubicBezTo>
                  <a:pt x="56259" y="54842"/>
                  <a:pt x="60226" y="61484"/>
                  <a:pt x="60226" y="69738"/>
                </a:cubicBezTo>
                <a:cubicBezTo>
                  <a:pt x="60226" y="77234"/>
                  <a:pt x="57227" y="83781"/>
                  <a:pt x="51228" y="89379"/>
                </a:cubicBezTo>
                <a:cubicBezTo>
                  <a:pt x="45230" y="94977"/>
                  <a:pt x="37635" y="97776"/>
                  <a:pt x="28444" y="97776"/>
                </a:cubicBezTo>
                <a:cubicBezTo>
                  <a:pt x="20704" y="97776"/>
                  <a:pt x="14029" y="95736"/>
                  <a:pt x="8417" y="91656"/>
                </a:cubicBezTo>
                <a:cubicBezTo>
                  <a:pt x="2806" y="87576"/>
                  <a:pt x="0" y="82405"/>
                  <a:pt x="0" y="76143"/>
                </a:cubicBezTo>
                <a:cubicBezTo>
                  <a:pt x="0" y="73486"/>
                  <a:pt x="871" y="71351"/>
                  <a:pt x="2612" y="69738"/>
                </a:cubicBezTo>
                <a:cubicBezTo>
                  <a:pt x="4354" y="68125"/>
                  <a:pt x="6531" y="67271"/>
                  <a:pt x="9143" y="67177"/>
                </a:cubicBezTo>
                <a:cubicBezTo>
                  <a:pt x="11852" y="67177"/>
                  <a:pt x="14077" y="68031"/>
                  <a:pt x="15818" y="69738"/>
                </a:cubicBezTo>
                <a:cubicBezTo>
                  <a:pt x="17560" y="71446"/>
                  <a:pt x="18431" y="73581"/>
                  <a:pt x="18431" y="76143"/>
                </a:cubicBezTo>
                <a:cubicBezTo>
                  <a:pt x="18431" y="77187"/>
                  <a:pt x="18286" y="78135"/>
                  <a:pt x="17995" y="78989"/>
                </a:cubicBezTo>
                <a:cubicBezTo>
                  <a:pt x="17705" y="79843"/>
                  <a:pt x="17366" y="80602"/>
                  <a:pt x="16979" y="81267"/>
                </a:cubicBezTo>
                <a:cubicBezTo>
                  <a:pt x="16592" y="81931"/>
                  <a:pt x="16060" y="82500"/>
                  <a:pt x="15383" y="82974"/>
                </a:cubicBezTo>
                <a:cubicBezTo>
                  <a:pt x="14706" y="83449"/>
                  <a:pt x="14125" y="83828"/>
                  <a:pt x="13642" y="84113"/>
                </a:cubicBezTo>
                <a:cubicBezTo>
                  <a:pt x="13158" y="84398"/>
                  <a:pt x="12674" y="84587"/>
                  <a:pt x="12190" y="84682"/>
                </a:cubicBezTo>
                <a:cubicBezTo>
                  <a:pt x="11707" y="84777"/>
                  <a:pt x="11320" y="84920"/>
                  <a:pt x="11029" y="85109"/>
                </a:cubicBezTo>
                <a:lnTo>
                  <a:pt x="10449" y="85252"/>
                </a:lnTo>
                <a:cubicBezTo>
                  <a:pt x="15383" y="89521"/>
                  <a:pt x="21381" y="91656"/>
                  <a:pt x="28444" y="91656"/>
                </a:cubicBezTo>
                <a:cubicBezTo>
                  <a:pt x="33765" y="91656"/>
                  <a:pt x="37780" y="89142"/>
                  <a:pt x="40489" y="84113"/>
                </a:cubicBezTo>
                <a:cubicBezTo>
                  <a:pt x="42134" y="80982"/>
                  <a:pt x="42956" y="76190"/>
                  <a:pt x="42956" y="69738"/>
                </a:cubicBezTo>
                <a:lnTo>
                  <a:pt x="42956" y="66892"/>
                </a:lnTo>
                <a:cubicBezTo>
                  <a:pt x="42956" y="57878"/>
                  <a:pt x="39860" y="51853"/>
                  <a:pt x="33669" y="48817"/>
                </a:cubicBezTo>
                <a:cubicBezTo>
                  <a:pt x="32217" y="48248"/>
                  <a:pt x="29266" y="47915"/>
                  <a:pt x="24816" y="47821"/>
                </a:cubicBezTo>
                <a:lnTo>
                  <a:pt x="18721" y="47678"/>
                </a:lnTo>
                <a:lnTo>
                  <a:pt x="18286" y="47394"/>
                </a:lnTo>
                <a:cubicBezTo>
                  <a:pt x="18092" y="47109"/>
                  <a:pt x="17995" y="46350"/>
                  <a:pt x="17995" y="45116"/>
                </a:cubicBezTo>
                <a:cubicBezTo>
                  <a:pt x="17995" y="43409"/>
                  <a:pt x="18382" y="42555"/>
                  <a:pt x="19156" y="42555"/>
                </a:cubicBezTo>
                <a:cubicBezTo>
                  <a:pt x="21865" y="42555"/>
                  <a:pt x="24671" y="42317"/>
                  <a:pt x="27573" y="41843"/>
                </a:cubicBezTo>
                <a:cubicBezTo>
                  <a:pt x="30863" y="41369"/>
                  <a:pt x="33862" y="39376"/>
                  <a:pt x="36571" y="35865"/>
                </a:cubicBezTo>
                <a:cubicBezTo>
                  <a:pt x="39280" y="32355"/>
                  <a:pt x="40634" y="27041"/>
                  <a:pt x="40634" y="19925"/>
                </a:cubicBezTo>
                <a:lnTo>
                  <a:pt x="40634" y="18787"/>
                </a:lnTo>
                <a:cubicBezTo>
                  <a:pt x="40634" y="13378"/>
                  <a:pt x="38941" y="9631"/>
                  <a:pt x="35555" y="7543"/>
                </a:cubicBezTo>
                <a:cubicBezTo>
                  <a:pt x="33427" y="6215"/>
                  <a:pt x="31153" y="5551"/>
                  <a:pt x="28734" y="5551"/>
                </a:cubicBezTo>
                <a:cubicBezTo>
                  <a:pt x="25638" y="5551"/>
                  <a:pt x="22784" y="6072"/>
                  <a:pt x="20172" y="7116"/>
                </a:cubicBezTo>
                <a:cubicBezTo>
                  <a:pt x="17560" y="8160"/>
                  <a:pt x="15722" y="9251"/>
                  <a:pt x="14657" y="10390"/>
                </a:cubicBezTo>
                <a:cubicBezTo>
                  <a:pt x="13593" y="11528"/>
                  <a:pt x="13061" y="12097"/>
                  <a:pt x="13061" y="12097"/>
                </a:cubicBezTo>
                <a:lnTo>
                  <a:pt x="13496" y="12097"/>
                </a:lnTo>
                <a:cubicBezTo>
                  <a:pt x="13787" y="12192"/>
                  <a:pt x="14174" y="12287"/>
                  <a:pt x="14657" y="12382"/>
                </a:cubicBezTo>
                <a:cubicBezTo>
                  <a:pt x="15141" y="12477"/>
                  <a:pt x="15625" y="12714"/>
                  <a:pt x="16109" y="13094"/>
                </a:cubicBezTo>
                <a:cubicBezTo>
                  <a:pt x="16592" y="13473"/>
                  <a:pt x="17173" y="13805"/>
                  <a:pt x="17850" y="14090"/>
                </a:cubicBezTo>
                <a:cubicBezTo>
                  <a:pt x="18527" y="14375"/>
                  <a:pt x="19011" y="14897"/>
                  <a:pt x="19301" y="15656"/>
                </a:cubicBezTo>
                <a:cubicBezTo>
                  <a:pt x="19592" y="16415"/>
                  <a:pt x="19979" y="17126"/>
                  <a:pt x="20462" y="17790"/>
                </a:cubicBezTo>
                <a:cubicBezTo>
                  <a:pt x="20946" y="18455"/>
                  <a:pt x="21091" y="19403"/>
                  <a:pt x="20898" y="20637"/>
                </a:cubicBezTo>
                <a:cubicBezTo>
                  <a:pt x="20898" y="22724"/>
                  <a:pt x="20220" y="24574"/>
                  <a:pt x="18866" y="26187"/>
                </a:cubicBezTo>
                <a:cubicBezTo>
                  <a:pt x="17512" y="27800"/>
                  <a:pt x="15335" y="28654"/>
                  <a:pt x="12335" y="2874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C58C4A-2B11-4D43-8506-0F0F5621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913" y="6087700"/>
            <a:ext cx="60226" cy="97776"/>
          </a:xfrm>
          <a:custGeom xmlns:a="http://schemas.openxmlformats.org/drawingml/2006/main">
            <a:pathLst>
              <a:path w="60226" h="97776" fill="none">
                <a:moveTo>
                  <a:pt x="12335" y="28749"/>
                </a:moveTo>
                <a:cubicBezTo>
                  <a:pt x="9723" y="28749"/>
                  <a:pt x="7692" y="27943"/>
                  <a:pt x="6240" y="26330"/>
                </a:cubicBezTo>
                <a:cubicBezTo>
                  <a:pt x="4789" y="24717"/>
                  <a:pt x="4015" y="22629"/>
                  <a:pt x="3918" y="20068"/>
                </a:cubicBezTo>
                <a:cubicBezTo>
                  <a:pt x="3918" y="14849"/>
                  <a:pt x="6240" y="10200"/>
                  <a:pt x="10884" y="6120"/>
                </a:cubicBezTo>
                <a:cubicBezTo>
                  <a:pt x="15528" y="2040"/>
                  <a:pt x="21140" y="0"/>
                  <a:pt x="27719" y="0"/>
                </a:cubicBezTo>
                <a:cubicBezTo>
                  <a:pt x="31105" y="0"/>
                  <a:pt x="33233" y="47"/>
                  <a:pt x="34104" y="142"/>
                </a:cubicBezTo>
                <a:cubicBezTo>
                  <a:pt x="41263" y="1281"/>
                  <a:pt x="46730" y="3795"/>
                  <a:pt x="50503" y="7685"/>
                </a:cubicBezTo>
                <a:cubicBezTo>
                  <a:pt x="54276" y="11576"/>
                  <a:pt x="56211" y="15798"/>
                  <a:pt x="56308" y="20352"/>
                </a:cubicBezTo>
                <a:cubicBezTo>
                  <a:pt x="56308" y="25286"/>
                  <a:pt x="54663" y="30078"/>
                  <a:pt x="51374" y="34727"/>
                </a:cubicBezTo>
                <a:cubicBezTo>
                  <a:pt x="48084" y="39376"/>
                  <a:pt x="43537" y="42744"/>
                  <a:pt x="37732" y="44832"/>
                </a:cubicBezTo>
                <a:lnTo>
                  <a:pt x="37297" y="45116"/>
                </a:lnTo>
                <a:cubicBezTo>
                  <a:pt x="37297" y="45211"/>
                  <a:pt x="37732" y="45354"/>
                  <a:pt x="38603" y="45543"/>
                </a:cubicBezTo>
                <a:cubicBezTo>
                  <a:pt x="39473" y="45733"/>
                  <a:pt x="40876" y="46160"/>
                  <a:pt x="42811" y="46824"/>
                </a:cubicBezTo>
                <a:cubicBezTo>
                  <a:pt x="44746" y="47489"/>
                  <a:pt x="46584" y="48485"/>
                  <a:pt x="48326" y="49813"/>
                </a:cubicBezTo>
                <a:cubicBezTo>
                  <a:pt x="56259" y="54842"/>
                  <a:pt x="60226" y="61484"/>
                  <a:pt x="60226" y="69738"/>
                </a:cubicBezTo>
                <a:cubicBezTo>
                  <a:pt x="60226" y="77234"/>
                  <a:pt x="57227" y="83781"/>
                  <a:pt x="51228" y="89379"/>
                </a:cubicBezTo>
                <a:cubicBezTo>
                  <a:pt x="45230" y="94977"/>
                  <a:pt x="37635" y="97776"/>
                  <a:pt x="28444" y="97776"/>
                </a:cubicBezTo>
                <a:cubicBezTo>
                  <a:pt x="20704" y="97776"/>
                  <a:pt x="14029" y="95736"/>
                  <a:pt x="8417" y="91656"/>
                </a:cubicBezTo>
                <a:cubicBezTo>
                  <a:pt x="2806" y="87576"/>
                  <a:pt x="0" y="82405"/>
                  <a:pt x="0" y="76143"/>
                </a:cubicBezTo>
                <a:cubicBezTo>
                  <a:pt x="0" y="73486"/>
                  <a:pt x="871" y="71351"/>
                  <a:pt x="2612" y="69738"/>
                </a:cubicBezTo>
                <a:cubicBezTo>
                  <a:pt x="4354" y="68125"/>
                  <a:pt x="6531" y="67271"/>
                  <a:pt x="9143" y="67177"/>
                </a:cubicBezTo>
                <a:cubicBezTo>
                  <a:pt x="11852" y="67177"/>
                  <a:pt x="14077" y="68031"/>
                  <a:pt x="15818" y="69738"/>
                </a:cubicBezTo>
                <a:cubicBezTo>
                  <a:pt x="17560" y="71446"/>
                  <a:pt x="18431" y="73581"/>
                  <a:pt x="18431" y="76143"/>
                </a:cubicBezTo>
                <a:cubicBezTo>
                  <a:pt x="18431" y="77187"/>
                  <a:pt x="18286" y="78135"/>
                  <a:pt x="17995" y="78989"/>
                </a:cubicBezTo>
                <a:cubicBezTo>
                  <a:pt x="17705" y="79843"/>
                  <a:pt x="17366" y="80602"/>
                  <a:pt x="16979" y="81267"/>
                </a:cubicBezTo>
                <a:cubicBezTo>
                  <a:pt x="16592" y="81931"/>
                  <a:pt x="16060" y="82500"/>
                  <a:pt x="15383" y="82974"/>
                </a:cubicBezTo>
                <a:cubicBezTo>
                  <a:pt x="14706" y="83449"/>
                  <a:pt x="14125" y="83828"/>
                  <a:pt x="13642" y="84113"/>
                </a:cubicBezTo>
                <a:cubicBezTo>
                  <a:pt x="13158" y="84398"/>
                  <a:pt x="12674" y="84587"/>
                  <a:pt x="12190" y="84682"/>
                </a:cubicBezTo>
                <a:cubicBezTo>
                  <a:pt x="11707" y="84777"/>
                  <a:pt x="11320" y="84920"/>
                  <a:pt x="11029" y="85109"/>
                </a:cubicBezTo>
                <a:lnTo>
                  <a:pt x="10449" y="85252"/>
                </a:lnTo>
                <a:cubicBezTo>
                  <a:pt x="15383" y="89521"/>
                  <a:pt x="21381" y="91656"/>
                  <a:pt x="28444" y="91656"/>
                </a:cubicBezTo>
                <a:cubicBezTo>
                  <a:pt x="33765" y="91656"/>
                  <a:pt x="37780" y="89142"/>
                  <a:pt x="40489" y="84113"/>
                </a:cubicBezTo>
                <a:cubicBezTo>
                  <a:pt x="42134" y="80982"/>
                  <a:pt x="42956" y="76190"/>
                  <a:pt x="42956" y="69738"/>
                </a:cubicBezTo>
                <a:lnTo>
                  <a:pt x="42956" y="66892"/>
                </a:lnTo>
                <a:cubicBezTo>
                  <a:pt x="42956" y="57878"/>
                  <a:pt x="39860" y="51853"/>
                  <a:pt x="33669" y="48817"/>
                </a:cubicBezTo>
                <a:cubicBezTo>
                  <a:pt x="32217" y="48248"/>
                  <a:pt x="29266" y="47915"/>
                  <a:pt x="24816" y="47821"/>
                </a:cubicBezTo>
                <a:lnTo>
                  <a:pt x="18721" y="47678"/>
                </a:lnTo>
                <a:lnTo>
                  <a:pt x="18286" y="47394"/>
                </a:lnTo>
                <a:cubicBezTo>
                  <a:pt x="18092" y="47109"/>
                  <a:pt x="17995" y="46350"/>
                  <a:pt x="17995" y="45116"/>
                </a:cubicBezTo>
                <a:cubicBezTo>
                  <a:pt x="17995" y="43409"/>
                  <a:pt x="18382" y="42555"/>
                  <a:pt x="19156" y="42555"/>
                </a:cubicBezTo>
                <a:cubicBezTo>
                  <a:pt x="21865" y="42555"/>
                  <a:pt x="24671" y="42317"/>
                  <a:pt x="27573" y="41843"/>
                </a:cubicBezTo>
                <a:cubicBezTo>
                  <a:pt x="30863" y="41369"/>
                  <a:pt x="33862" y="39376"/>
                  <a:pt x="36571" y="35865"/>
                </a:cubicBezTo>
                <a:cubicBezTo>
                  <a:pt x="39280" y="32355"/>
                  <a:pt x="40634" y="27041"/>
                  <a:pt x="40634" y="19925"/>
                </a:cubicBezTo>
                <a:lnTo>
                  <a:pt x="40634" y="18787"/>
                </a:lnTo>
                <a:cubicBezTo>
                  <a:pt x="40634" y="13378"/>
                  <a:pt x="38941" y="9631"/>
                  <a:pt x="35555" y="7543"/>
                </a:cubicBezTo>
                <a:cubicBezTo>
                  <a:pt x="33427" y="6215"/>
                  <a:pt x="31153" y="5551"/>
                  <a:pt x="28734" y="5551"/>
                </a:cubicBezTo>
                <a:cubicBezTo>
                  <a:pt x="25638" y="5551"/>
                  <a:pt x="22784" y="6072"/>
                  <a:pt x="20172" y="7116"/>
                </a:cubicBezTo>
                <a:cubicBezTo>
                  <a:pt x="17560" y="8160"/>
                  <a:pt x="15722" y="9251"/>
                  <a:pt x="14657" y="10390"/>
                </a:cubicBezTo>
                <a:cubicBezTo>
                  <a:pt x="13593" y="11528"/>
                  <a:pt x="13061" y="12097"/>
                  <a:pt x="13061" y="12097"/>
                </a:cubicBezTo>
                <a:lnTo>
                  <a:pt x="13496" y="12097"/>
                </a:lnTo>
                <a:cubicBezTo>
                  <a:pt x="13787" y="12192"/>
                  <a:pt x="14174" y="12287"/>
                  <a:pt x="14657" y="12382"/>
                </a:cubicBezTo>
                <a:cubicBezTo>
                  <a:pt x="15141" y="12477"/>
                  <a:pt x="15625" y="12714"/>
                  <a:pt x="16109" y="13094"/>
                </a:cubicBezTo>
                <a:cubicBezTo>
                  <a:pt x="16592" y="13473"/>
                  <a:pt x="17173" y="13805"/>
                  <a:pt x="17850" y="14090"/>
                </a:cubicBezTo>
                <a:cubicBezTo>
                  <a:pt x="18527" y="14375"/>
                  <a:pt x="19011" y="14897"/>
                  <a:pt x="19301" y="15656"/>
                </a:cubicBezTo>
                <a:cubicBezTo>
                  <a:pt x="19592" y="16415"/>
                  <a:pt x="19979" y="17126"/>
                  <a:pt x="20462" y="17790"/>
                </a:cubicBezTo>
                <a:cubicBezTo>
                  <a:pt x="20946" y="18455"/>
                  <a:pt x="21091" y="19403"/>
                  <a:pt x="20898" y="20637"/>
                </a:cubicBezTo>
                <a:cubicBezTo>
                  <a:pt x="20898" y="22724"/>
                  <a:pt x="20220" y="24574"/>
                  <a:pt x="18866" y="26187"/>
                </a:cubicBezTo>
                <a:cubicBezTo>
                  <a:pt x="17512" y="27800"/>
                  <a:pt x="15335" y="28654"/>
                  <a:pt x="12335" y="2874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4" cap="flat">
            <a:solidFill>
              <a:srgbClr val="000000">
                <a:alpha val="8960"/>
              </a:srgbClr>
            </a:solidFill>
            <a:miter/>
          </a:ln>
        </p:spPr>
      </p:sp>
      <p:sp>
        <p:nvSpPr>
          <p:cNvPr id="8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C0C273-F47F-4BB0-BE1C-DB7F881D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958" y="6001170"/>
            <a:ext cx="49059" cy="201306"/>
          </a:xfrm>
          <a:custGeom xmlns:a="http://schemas.openxmlformats.org/drawingml/2006/main">
            <a:pathLst>
              <a:path w="49059" h="201306">
                <a:moveTo>
                  <a:pt x="0" y="100653"/>
                </a:moveTo>
                <a:cubicBezTo>
                  <a:pt x="0" y="91393"/>
                  <a:pt x="684" y="82602"/>
                  <a:pt x="2053" y="74282"/>
                </a:cubicBezTo>
                <a:cubicBezTo>
                  <a:pt x="3421" y="65961"/>
                  <a:pt x="4995" y="58781"/>
                  <a:pt x="6774" y="52742"/>
                </a:cubicBezTo>
                <a:cubicBezTo>
                  <a:pt x="8553" y="46703"/>
                  <a:pt x="11084" y="40798"/>
                  <a:pt x="14369" y="35027"/>
                </a:cubicBezTo>
                <a:cubicBezTo>
                  <a:pt x="17653" y="29256"/>
                  <a:pt x="20253" y="24761"/>
                  <a:pt x="22169" y="21540"/>
                </a:cubicBezTo>
                <a:cubicBezTo>
                  <a:pt x="24085" y="18319"/>
                  <a:pt x="26958" y="14830"/>
                  <a:pt x="30790" y="11072"/>
                </a:cubicBezTo>
                <a:cubicBezTo>
                  <a:pt x="34622" y="7314"/>
                  <a:pt x="36879" y="5033"/>
                  <a:pt x="37564" y="4227"/>
                </a:cubicBezTo>
                <a:cubicBezTo>
                  <a:pt x="38248" y="3422"/>
                  <a:pt x="39958" y="2013"/>
                  <a:pt x="42695" y="0"/>
                </a:cubicBezTo>
                <a:lnTo>
                  <a:pt x="45364" y="0"/>
                </a:lnTo>
                <a:lnTo>
                  <a:pt x="46185" y="0"/>
                </a:lnTo>
                <a:cubicBezTo>
                  <a:pt x="48101" y="0"/>
                  <a:pt x="49059" y="604"/>
                  <a:pt x="49059" y="1812"/>
                </a:cubicBezTo>
                <a:cubicBezTo>
                  <a:pt x="49059" y="2214"/>
                  <a:pt x="47895" y="3624"/>
                  <a:pt x="45569" y="6039"/>
                </a:cubicBezTo>
                <a:cubicBezTo>
                  <a:pt x="43243" y="8455"/>
                  <a:pt x="40437" y="12011"/>
                  <a:pt x="37153" y="16708"/>
                </a:cubicBezTo>
                <a:cubicBezTo>
                  <a:pt x="33869" y="21406"/>
                  <a:pt x="30516" y="27176"/>
                  <a:pt x="27095" y="34021"/>
                </a:cubicBezTo>
                <a:cubicBezTo>
                  <a:pt x="23674" y="40865"/>
                  <a:pt x="20800" y="50125"/>
                  <a:pt x="18474" y="61801"/>
                </a:cubicBezTo>
                <a:cubicBezTo>
                  <a:pt x="16148" y="73477"/>
                  <a:pt x="14984" y="86427"/>
                  <a:pt x="14984" y="100653"/>
                </a:cubicBezTo>
                <a:cubicBezTo>
                  <a:pt x="14984" y="114879"/>
                  <a:pt x="16148" y="127762"/>
                  <a:pt x="18474" y="139304"/>
                </a:cubicBezTo>
                <a:cubicBezTo>
                  <a:pt x="20800" y="150845"/>
                  <a:pt x="23606" y="160172"/>
                  <a:pt x="26890" y="167285"/>
                </a:cubicBezTo>
                <a:cubicBezTo>
                  <a:pt x="30174" y="174398"/>
                  <a:pt x="33527" y="180169"/>
                  <a:pt x="36948" y="184597"/>
                </a:cubicBezTo>
                <a:cubicBezTo>
                  <a:pt x="40369" y="189026"/>
                  <a:pt x="43243" y="192583"/>
                  <a:pt x="45569" y="195267"/>
                </a:cubicBezTo>
                <a:cubicBezTo>
                  <a:pt x="47895" y="197951"/>
                  <a:pt x="49059" y="199360"/>
                  <a:pt x="49059" y="199494"/>
                </a:cubicBezTo>
                <a:cubicBezTo>
                  <a:pt x="49059" y="200702"/>
                  <a:pt x="48032" y="201306"/>
                  <a:pt x="45980" y="201306"/>
                </a:cubicBezTo>
                <a:lnTo>
                  <a:pt x="45364" y="201306"/>
                </a:lnTo>
                <a:lnTo>
                  <a:pt x="42695" y="201306"/>
                </a:lnTo>
                <a:lnTo>
                  <a:pt x="36948" y="196474"/>
                </a:lnTo>
                <a:cubicBezTo>
                  <a:pt x="24085" y="185067"/>
                  <a:pt x="14711" y="170842"/>
                  <a:pt x="8826" y="153798"/>
                </a:cubicBezTo>
                <a:cubicBezTo>
                  <a:pt x="2942" y="136754"/>
                  <a:pt x="0" y="119039"/>
                  <a:pt x="0" y="1006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66753B-063C-4593-9794-E9B47218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958" y="6001170"/>
            <a:ext cx="49059" cy="201306"/>
          </a:xfrm>
          <a:custGeom xmlns:a="http://schemas.openxmlformats.org/drawingml/2006/main">
            <a:pathLst>
              <a:path w="49059" h="201306" fill="none">
                <a:moveTo>
                  <a:pt x="0" y="100653"/>
                </a:moveTo>
                <a:cubicBezTo>
                  <a:pt x="0" y="91393"/>
                  <a:pt x="684" y="82602"/>
                  <a:pt x="2053" y="74282"/>
                </a:cubicBezTo>
                <a:cubicBezTo>
                  <a:pt x="3421" y="65961"/>
                  <a:pt x="4995" y="58781"/>
                  <a:pt x="6774" y="52742"/>
                </a:cubicBezTo>
                <a:cubicBezTo>
                  <a:pt x="8553" y="46703"/>
                  <a:pt x="11084" y="40798"/>
                  <a:pt x="14369" y="35027"/>
                </a:cubicBezTo>
                <a:cubicBezTo>
                  <a:pt x="17653" y="29256"/>
                  <a:pt x="20253" y="24761"/>
                  <a:pt x="22169" y="21540"/>
                </a:cubicBezTo>
                <a:cubicBezTo>
                  <a:pt x="24085" y="18319"/>
                  <a:pt x="26958" y="14830"/>
                  <a:pt x="30790" y="11072"/>
                </a:cubicBezTo>
                <a:cubicBezTo>
                  <a:pt x="34622" y="7314"/>
                  <a:pt x="36879" y="5033"/>
                  <a:pt x="37564" y="4227"/>
                </a:cubicBezTo>
                <a:cubicBezTo>
                  <a:pt x="38248" y="3422"/>
                  <a:pt x="39958" y="2013"/>
                  <a:pt x="42695" y="0"/>
                </a:cubicBezTo>
                <a:lnTo>
                  <a:pt x="45364" y="0"/>
                </a:lnTo>
                <a:lnTo>
                  <a:pt x="46185" y="0"/>
                </a:lnTo>
                <a:cubicBezTo>
                  <a:pt x="48101" y="0"/>
                  <a:pt x="49059" y="604"/>
                  <a:pt x="49059" y="1812"/>
                </a:cubicBezTo>
                <a:cubicBezTo>
                  <a:pt x="49059" y="2214"/>
                  <a:pt x="47895" y="3624"/>
                  <a:pt x="45569" y="6039"/>
                </a:cubicBezTo>
                <a:cubicBezTo>
                  <a:pt x="43243" y="8455"/>
                  <a:pt x="40437" y="12011"/>
                  <a:pt x="37153" y="16708"/>
                </a:cubicBezTo>
                <a:cubicBezTo>
                  <a:pt x="33869" y="21406"/>
                  <a:pt x="30516" y="27176"/>
                  <a:pt x="27095" y="34021"/>
                </a:cubicBezTo>
                <a:cubicBezTo>
                  <a:pt x="23674" y="40865"/>
                  <a:pt x="20800" y="50125"/>
                  <a:pt x="18474" y="61801"/>
                </a:cubicBezTo>
                <a:cubicBezTo>
                  <a:pt x="16148" y="73477"/>
                  <a:pt x="14984" y="86427"/>
                  <a:pt x="14984" y="100653"/>
                </a:cubicBezTo>
                <a:cubicBezTo>
                  <a:pt x="14984" y="114879"/>
                  <a:pt x="16148" y="127762"/>
                  <a:pt x="18474" y="139304"/>
                </a:cubicBezTo>
                <a:cubicBezTo>
                  <a:pt x="20800" y="150845"/>
                  <a:pt x="23606" y="160172"/>
                  <a:pt x="26890" y="167285"/>
                </a:cubicBezTo>
                <a:cubicBezTo>
                  <a:pt x="30174" y="174398"/>
                  <a:pt x="33527" y="180169"/>
                  <a:pt x="36948" y="184597"/>
                </a:cubicBezTo>
                <a:cubicBezTo>
                  <a:pt x="40369" y="189026"/>
                  <a:pt x="43243" y="192583"/>
                  <a:pt x="45569" y="195267"/>
                </a:cubicBezTo>
                <a:cubicBezTo>
                  <a:pt x="47895" y="197951"/>
                  <a:pt x="49059" y="199360"/>
                  <a:pt x="49059" y="199494"/>
                </a:cubicBezTo>
                <a:cubicBezTo>
                  <a:pt x="49059" y="200702"/>
                  <a:pt x="48032" y="201306"/>
                  <a:pt x="45980" y="201306"/>
                </a:cubicBezTo>
                <a:lnTo>
                  <a:pt x="45364" y="201306"/>
                </a:lnTo>
                <a:lnTo>
                  <a:pt x="42695" y="201306"/>
                </a:lnTo>
                <a:lnTo>
                  <a:pt x="36948" y="196474"/>
                </a:lnTo>
                <a:cubicBezTo>
                  <a:pt x="24085" y="185067"/>
                  <a:pt x="14711" y="170842"/>
                  <a:pt x="8826" y="153798"/>
                </a:cubicBezTo>
                <a:cubicBezTo>
                  <a:pt x="2942" y="136754"/>
                  <a:pt x="0" y="119039"/>
                  <a:pt x="0" y="10065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3" cap="flat">
            <a:solidFill>
              <a:srgbClr val="000000">
                <a:alpha val="12680"/>
              </a:srgbClr>
            </a:solidFill>
            <a:miter/>
          </a:ln>
        </p:spPr>
      </p:sp>
      <p:sp>
        <p:nvSpPr>
          <p:cNvPr id="8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BC9A2D-86DB-4970-BD3B-CB002408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4774" y="6010229"/>
            <a:ext cx="145739" cy="146349"/>
          </a:xfrm>
          <a:custGeom xmlns:a="http://schemas.openxmlformats.org/drawingml/2006/main">
            <a:pathLst>
              <a:path w="145739" h="146349">
                <a:moveTo>
                  <a:pt x="0" y="91192"/>
                </a:moveTo>
                <a:cubicBezTo>
                  <a:pt x="0" y="75758"/>
                  <a:pt x="4584" y="60929"/>
                  <a:pt x="13753" y="46703"/>
                </a:cubicBezTo>
                <a:cubicBezTo>
                  <a:pt x="22921" y="32477"/>
                  <a:pt x="34485" y="21204"/>
                  <a:pt x="48443" y="12884"/>
                </a:cubicBezTo>
                <a:cubicBezTo>
                  <a:pt x="62401" y="4563"/>
                  <a:pt x="76359" y="336"/>
                  <a:pt x="90317" y="201"/>
                </a:cubicBezTo>
                <a:cubicBezTo>
                  <a:pt x="102633" y="201"/>
                  <a:pt x="112417" y="3624"/>
                  <a:pt x="119670" y="10468"/>
                </a:cubicBezTo>
                <a:cubicBezTo>
                  <a:pt x="120902" y="11810"/>
                  <a:pt x="121928" y="12951"/>
                  <a:pt x="122749" y="13890"/>
                </a:cubicBezTo>
                <a:cubicBezTo>
                  <a:pt x="123570" y="14830"/>
                  <a:pt x="124118" y="15501"/>
                  <a:pt x="124391" y="15903"/>
                </a:cubicBezTo>
                <a:lnTo>
                  <a:pt x="124596" y="16507"/>
                </a:lnTo>
                <a:cubicBezTo>
                  <a:pt x="125007" y="16507"/>
                  <a:pt x="126854" y="14762"/>
                  <a:pt x="130139" y="11273"/>
                </a:cubicBezTo>
                <a:cubicBezTo>
                  <a:pt x="131097" y="10468"/>
                  <a:pt x="132123" y="9528"/>
                  <a:pt x="133218" y="8455"/>
                </a:cubicBezTo>
                <a:cubicBezTo>
                  <a:pt x="134312" y="7381"/>
                  <a:pt x="135407" y="6308"/>
                  <a:pt x="136502" y="5234"/>
                </a:cubicBezTo>
                <a:cubicBezTo>
                  <a:pt x="137597" y="4160"/>
                  <a:pt x="138281" y="3422"/>
                  <a:pt x="138555" y="3020"/>
                </a:cubicBezTo>
                <a:lnTo>
                  <a:pt x="141634" y="0"/>
                </a:lnTo>
                <a:lnTo>
                  <a:pt x="142865" y="0"/>
                </a:lnTo>
                <a:cubicBezTo>
                  <a:pt x="144781" y="0"/>
                  <a:pt x="145739" y="470"/>
                  <a:pt x="145739" y="1409"/>
                </a:cubicBezTo>
                <a:cubicBezTo>
                  <a:pt x="145739" y="1946"/>
                  <a:pt x="143549" y="11139"/>
                  <a:pt x="139170" y="28988"/>
                </a:cubicBezTo>
                <a:cubicBezTo>
                  <a:pt x="134244" y="47642"/>
                  <a:pt x="131781" y="57037"/>
                  <a:pt x="131781" y="57171"/>
                </a:cubicBezTo>
                <a:cubicBezTo>
                  <a:pt x="131507" y="57842"/>
                  <a:pt x="131165" y="58244"/>
                  <a:pt x="130754" y="58379"/>
                </a:cubicBezTo>
                <a:cubicBezTo>
                  <a:pt x="130344" y="58513"/>
                  <a:pt x="129112" y="58647"/>
                  <a:pt x="127060" y="58781"/>
                </a:cubicBezTo>
                <a:lnTo>
                  <a:pt x="123775" y="58781"/>
                </a:lnTo>
                <a:cubicBezTo>
                  <a:pt x="122954" y="57976"/>
                  <a:pt x="122544" y="57372"/>
                  <a:pt x="122544" y="56970"/>
                </a:cubicBezTo>
                <a:cubicBezTo>
                  <a:pt x="122544" y="56835"/>
                  <a:pt x="122612" y="56366"/>
                  <a:pt x="122749" y="55560"/>
                </a:cubicBezTo>
                <a:cubicBezTo>
                  <a:pt x="122886" y="54755"/>
                  <a:pt x="123023" y="53413"/>
                  <a:pt x="123160" y="51534"/>
                </a:cubicBezTo>
                <a:cubicBezTo>
                  <a:pt x="123296" y="49655"/>
                  <a:pt x="123365" y="47508"/>
                  <a:pt x="123365" y="45093"/>
                </a:cubicBezTo>
                <a:cubicBezTo>
                  <a:pt x="123365" y="35564"/>
                  <a:pt x="121175" y="27243"/>
                  <a:pt x="116796" y="20131"/>
                </a:cubicBezTo>
                <a:cubicBezTo>
                  <a:pt x="112417" y="13018"/>
                  <a:pt x="104959" y="9394"/>
                  <a:pt x="94422" y="9260"/>
                </a:cubicBezTo>
                <a:cubicBezTo>
                  <a:pt x="91959" y="9260"/>
                  <a:pt x="89291" y="9461"/>
                  <a:pt x="86417" y="9864"/>
                </a:cubicBezTo>
                <a:cubicBezTo>
                  <a:pt x="83543" y="10267"/>
                  <a:pt x="79917" y="11139"/>
                  <a:pt x="75538" y="12481"/>
                </a:cubicBezTo>
                <a:cubicBezTo>
                  <a:pt x="71159" y="13823"/>
                  <a:pt x="66985" y="15702"/>
                  <a:pt x="63017" y="18118"/>
                </a:cubicBezTo>
                <a:cubicBezTo>
                  <a:pt x="59048" y="20533"/>
                  <a:pt x="54738" y="23754"/>
                  <a:pt x="50085" y="27780"/>
                </a:cubicBezTo>
                <a:cubicBezTo>
                  <a:pt x="45432" y="31806"/>
                  <a:pt x="41464" y="36571"/>
                  <a:pt x="38179" y="42073"/>
                </a:cubicBezTo>
                <a:cubicBezTo>
                  <a:pt x="34895" y="47575"/>
                  <a:pt x="31679" y="54420"/>
                  <a:pt x="28532" y="62606"/>
                </a:cubicBezTo>
                <a:cubicBezTo>
                  <a:pt x="25385" y="70793"/>
                  <a:pt x="23263" y="79784"/>
                  <a:pt x="22169" y="89581"/>
                </a:cubicBezTo>
                <a:cubicBezTo>
                  <a:pt x="21895" y="91997"/>
                  <a:pt x="21758" y="94614"/>
                  <a:pt x="21758" y="97432"/>
                </a:cubicBezTo>
                <a:cubicBezTo>
                  <a:pt x="21758" y="103874"/>
                  <a:pt x="22716" y="109577"/>
                  <a:pt x="24632" y="114543"/>
                </a:cubicBezTo>
                <a:cubicBezTo>
                  <a:pt x="26548" y="119509"/>
                  <a:pt x="29011" y="123333"/>
                  <a:pt x="32021" y="126017"/>
                </a:cubicBezTo>
                <a:cubicBezTo>
                  <a:pt x="35032" y="128702"/>
                  <a:pt x="38453" y="130983"/>
                  <a:pt x="42285" y="132862"/>
                </a:cubicBezTo>
                <a:cubicBezTo>
                  <a:pt x="46116" y="134741"/>
                  <a:pt x="49674" y="135881"/>
                  <a:pt x="52959" y="136284"/>
                </a:cubicBezTo>
                <a:cubicBezTo>
                  <a:pt x="56243" y="136687"/>
                  <a:pt x="59322" y="136955"/>
                  <a:pt x="62196" y="137089"/>
                </a:cubicBezTo>
                <a:cubicBezTo>
                  <a:pt x="69585" y="137089"/>
                  <a:pt x="76359" y="135546"/>
                  <a:pt x="82517" y="132459"/>
                </a:cubicBezTo>
                <a:cubicBezTo>
                  <a:pt x="88675" y="129373"/>
                  <a:pt x="92917" y="125414"/>
                  <a:pt x="95243" y="120582"/>
                </a:cubicBezTo>
                <a:cubicBezTo>
                  <a:pt x="95654" y="119509"/>
                  <a:pt x="96680" y="115818"/>
                  <a:pt x="98322" y="109510"/>
                </a:cubicBezTo>
                <a:cubicBezTo>
                  <a:pt x="99965" y="103203"/>
                  <a:pt x="100786" y="99646"/>
                  <a:pt x="100786" y="98841"/>
                </a:cubicBezTo>
                <a:cubicBezTo>
                  <a:pt x="100786" y="97768"/>
                  <a:pt x="99896" y="97097"/>
                  <a:pt x="98117" y="96828"/>
                </a:cubicBezTo>
                <a:cubicBezTo>
                  <a:pt x="96338" y="96560"/>
                  <a:pt x="92233" y="96358"/>
                  <a:pt x="85801" y="96224"/>
                </a:cubicBezTo>
                <a:lnTo>
                  <a:pt x="78206" y="96224"/>
                </a:lnTo>
                <a:cubicBezTo>
                  <a:pt x="77385" y="95419"/>
                  <a:pt x="76975" y="94882"/>
                  <a:pt x="76975" y="94614"/>
                </a:cubicBezTo>
                <a:cubicBezTo>
                  <a:pt x="76975" y="94345"/>
                  <a:pt x="77112" y="93070"/>
                  <a:pt x="77385" y="90789"/>
                </a:cubicBezTo>
                <a:cubicBezTo>
                  <a:pt x="77933" y="89044"/>
                  <a:pt x="78617" y="87769"/>
                  <a:pt x="79438" y="86964"/>
                </a:cubicBezTo>
                <a:lnTo>
                  <a:pt x="82927" y="86964"/>
                </a:lnTo>
                <a:cubicBezTo>
                  <a:pt x="88401" y="87233"/>
                  <a:pt x="97980" y="87367"/>
                  <a:pt x="111665" y="87367"/>
                </a:cubicBezTo>
                <a:cubicBezTo>
                  <a:pt x="117138" y="87367"/>
                  <a:pt x="121586" y="87367"/>
                  <a:pt x="125007" y="87367"/>
                </a:cubicBezTo>
                <a:cubicBezTo>
                  <a:pt x="128428" y="87367"/>
                  <a:pt x="130891" y="87300"/>
                  <a:pt x="132397" y="87165"/>
                </a:cubicBezTo>
                <a:cubicBezTo>
                  <a:pt x="133902" y="87031"/>
                  <a:pt x="134723" y="87031"/>
                  <a:pt x="134860" y="87165"/>
                </a:cubicBezTo>
                <a:cubicBezTo>
                  <a:pt x="136776" y="87165"/>
                  <a:pt x="137733" y="87769"/>
                  <a:pt x="137733" y="88977"/>
                </a:cubicBezTo>
                <a:cubicBezTo>
                  <a:pt x="137733" y="89246"/>
                  <a:pt x="137597" y="90185"/>
                  <a:pt x="137323" y="91795"/>
                </a:cubicBezTo>
                <a:cubicBezTo>
                  <a:pt x="136639" y="94345"/>
                  <a:pt x="135955" y="95754"/>
                  <a:pt x="135270" y="96023"/>
                </a:cubicBezTo>
                <a:cubicBezTo>
                  <a:pt x="134860" y="96157"/>
                  <a:pt x="133833" y="96224"/>
                  <a:pt x="132191" y="96224"/>
                </a:cubicBezTo>
                <a:cubicBezTo>
                  <a:pt x="129454" y="96224"/>
                  <a:pt x="126649" y="96425"/>
                  <a:pt x="123775" y="96828"/>
                </a:cubicBezTo>
                <a:cubicBezTo>
                  <a:pt x="122817" y="97231"/>
                  <a:pt x="122133" y="97835"/>
                  <a:pt x="121723" y="98640"/>
                </a:cubicBezTo>
                <a:cubicBezTo>
                  <a:pt x="121312" y="99445"/>
                  <a:pt x="120354" y="102867"/>
                  <a:pt x="118849" y="108906"/>
                </a:cubicBezTo>
                <a:cubicBezTo>
                  <a:pt x="117617" y="113335"/>
                  <a:pt x="116591" y="117093"/>
                  <a:pt x="115770" y="120180"/>
                </a:cubicBezTo>
                <a:cubicBezTo>
                  <a:pt x="112349" y="133868"/>
                  <a:pt x="110433" y="140914"/>
                  <a:pt x="110023" y="141317"/>
                </a:cubicBezTo>
                <a:cubicBezTo>
                  <a:pt x="109749" y="141585"/>
                  <a:pt x="109407" y="141719"/>
                  <a:pt x="108996" y="141719"/>
                </a:cubicBezTo>
                <a:cubicBezTo>
                  <a:pt x="107628" y="141719"/>
                  <a:pt x="105712" y="140377"/>
                  <a:pt x="103249" y="137693"/>
                </a:cubicBezTo>
                <a:cubicBezTo>
                  <a:pt x="100786" y="135009"/>
                  <a:pt x="99212" y="132929"/>
                  <a:pt x="98528" y="131453"/>
                </a:cubicBezTo>
                <a:cubicBezTo>
                  <a:pt x="98528" y="131319"/>
                  <a:pt x="98391" y="131319"/>
                  <a:pt x="98117" y="131453"/>
                </a:cubicBezTo>
                <a:cubicBezTo>
                  <a:pt x="97843" y="131587"/>
                  <a:pt x="97433" y="131922"/>
                  <a:pt x="96886" y="132459"/>
                </a:cubicBezTo>
                <a:cubicBezTo>
                  <a:pt x="86759" y="141719"/>
                  <a:pt x="73075" y="146349"/>
                  <a:pt x="55832" y="146349"/>
                </a:cubicBezTo>
                <a:cubicBezTo>
                  <a:pt x="39274" y="146349"/>
                  <a:pt x="25864" y="141182"/>
                  <a:pt x="15600" y="130849"/>
                </a:cubicBezTo>
                <a:cubicBezTo>
                  <a:pt x="5337" y="120515"/>
                  <a:pt x="137" y="107296"/>
                  <a:pt x="0" y="911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F65E69-400C-4B9D-A184-7A1FDED0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4774" y="6010229"/>
            <a:ext cx="145739" cy="146349"/>
          </a:xfrm>
          <a:custGeom xmlns:a="http://schemas.openxmlformats.org/drawingml/2006/main">
            <a:pathLst>
              <a:path w="145739" h="146349" fill="none">
                <a:moveTo>
                  <a:pt x="0" y="91192"/>
                </a:moveTo>
                <a:cubicBezTo>
                  <a:pt x="0" y="75758"/>
                  <a:pt x="4584" y="60929"/>
                  <a:pt x="13753" y="46703"/>
                </a:cubicBezTo>
                <a:cubicBezTo>
                  <a:pt x="22921" y="32477"/>
                  <a:pt x="34485" y="21204"/>
                  <a:pt x="48443" y="12884"/>
                </a:cubicBezTo>
                <a:cubicBezTo>
                  <a:pt x="62401" y="4563"/>
                  <a:pt x="76359" y="336"/>
                  <a:pt x="90317" y="201"/>
                </a:cubicBezTo>
                <a:cubicBezTo>
                  <a:pt x="102633" y="201"/>
                  <a:pt x="112417" y="3624"/>
                  <a:pt x="119670" y="10468"/>
                </a:cubicBezTo>
                <a:cubicBezTo>
                  <a:pt x="120902" y="11810"/>
                  <a:pt x="121928" y="12951"/>
                  <a:pt x="122749" y="13890"/>
                </a:cubicBezTo>
                <a:cubicBezTo>
                  <a:pt x="123570" y="14830"/>
                  <a:pt x="124118" y="15501"/>
                  <a:pt x="124391" y="15903"/>
                </a:cubicBezTo>
                <a:lnTo>
                  <a:pt x="124596" y="16507"/>
                </a:lnTo>
                <a:cubicBezTo>
                  <a:pt x="125007" y="16507"/>
                  <a:pt x="126854" y="14762"/>
                  <a:pt x="130139" y="11273"/>
                </a:cubicBezTo>
                <a:cubicBezTo>
                  <a:pt x="131097" y="10468"/>
                  <a:pt x="132123" y="9528"/>
                  <a:pt x="133218" y="8455"/>
                </a:cubicBezTo>
                <a:cubicBezTo>
                  <a:pt x="134312" y="7381"/>
                  <a:pt x="135407" y="6308"/>
                  <a:pt x="136502" y="5234"/>
                </a:cubicBezTo>
                <a:cubicBezTo>
                  <a:pt x="137597" y="4160"/>
                  <a:pt x="138281" y="3422"/>
                  <a:pt x="138555" y="3020"/>
                </a:cubicBezTo>
                <a:lnTo>
                  <a:pt x="141634" y="0"/>
                </a:lnTo>
                <a:lnTo>
                  <a:pt x="142865" y="0"/>
                </a:lnTo>
                <a:cubicBezTo>
                  <a:pt x="144781" y="0"/>
                  <a:pt x="145739" y="470"/>
                  <a:pt x="145739" y="1409"/>
                </a:cubicBezTo>
                <a:cubicBezTo>
                  <a:pt x="145739" y="1946"/>
                  <a:pt x="143549" y="11139"/>
                  <a:pt x="139170" y="28988"/>
                </a:cubicBezTo>
                <a:cubicBezTo>
                  <a:pt x="134244" y="47642"/>
                  <a:pt x="131781" y="57037"/>
                  <a:pt x="131781" y="57171"/>
                </a:cubicBezTo>
                <a:cubicBezTo>
                  <a:pt x="131507" y="57842"/>
                  <a:pt x="131165" y="58244"/>
                  <a:pt x="130754" y="58379"/>
                </a:cubicBezTo>
                <a:cubicBezTo>
                  <a:pt x="130344" y="58513"/>
                  <a:pt x="129112" y="58647"/>
                  <a:pt x="127060" y="58781"/>
                </a:cubicBezTo>
                <a:lnTo>
                  <a:pt x="123775" y="58781"/>
                </a:lnTo>
                <a:cubicBezTo>
                  <a:pt x="122954" y="57976"/>
                  <a:pt x="122544" y="57372"/>
                  <a:pt x="122544" y="56970"/>
                </a:cubicBezTo>
                <a:cubicBezTo>
                  <a:pt x="122544" y="56835"/>
                  <a:pt x="122612" y="56366"/>
                  <a:pt x="122749" y="55560"/>
                </a:cubicBezTo>
                <a:cubicBezTo>
                  <a:pt x="122886" y="54755"/>
                  <a:pt x="123023" y="53413"/>
                  <a:pt x="123160" y="51534"/>
                </a:cubicBezTo>
                <a:cubicBezTo>
                  <a:pt x="123296" y="49655"/>
                  <a:pt x="123365" y="47508"/>
                  <a:pt x="123365" y="45093"/>
                </a:cubicBezTo>
                <a:cubicBezTo>
                  <a:pt x="123365" y="35564"/>
                  <a:pt x="121175" y="27243"/>
                  <a:pt x="116796" y="20131"/>
                </a:cubicBezTo>
                <a:cubicBezTo>
                  <a:pt x="112417" y="13018"/>
                  <a:pt x="104959" y="9394"/>
                  <a:pt x="94422" y="9260"/>
                </a:cubicBezTo>
                <a:cubicBezTo>
                  <a:pt x="91959" y="9260"/>
                  <a:pt x="89291" y="9461"/>
                  <a:pt x="86417" y="9864"/>
                </a:cubicBezTo>
                <a:cubicBezTo>
                  <a:pt x="83543" y="10267"/>
                  <a:pt x="79917" y="11139"/>
                  <a:pt x="75538" y="12481"/>
                </a:cubicBezTo>
                <a:cubicBezTo>
                  <a:pt x="71159" y="13823"/>
                  <a:pt x="66985" y="15702"/>
                  <a:pt x="63017" y="18118"/>
                </a:cubicBezTo>
                <a:cubicBezTo>
                  <a:pt x="59048" y="20533"/>
                  <a:pt x="54738" y="23754"/>
                  <a:pt x="50085" y="27780"/>
                </a:cubicBezTo>
                <a:cubicBezTo>
                  <a:pt x="45432" y="31806"/>
                  <a:pt x="41464" y="36571"/>
                  <a:pt x="38179" y="42073"/>
                </a:cubicBezTo>
                <a:cubicBezTo>
                  <a:pt x="34895" y="47575"/>
                  <a:pt x="31679" y="54420"/>
                  <a:pt x="28532" y="62606"/>
                </a:cubicBezTo>
                <a:cubicBezTo>
                  <a:pt x="25385" y="70793"/>
                  <a:pt x="23263" y="79784"/>
                  <a:pt x="22169" y="89581"/>
                </a:cubicBezTo>
                <a:cubicBezTo>
                  <a:pt x="21895" y="91997"/>
                  <a:pt x="21758" y="94614"/>
                  <a:pt x="21758" y="97432"/>
                </a:cubicBezTo>
                <a:cubicBezTo>
                  <a:pt x="21758" y="103874"/>
                  <a:pt x="22716" y="109577"/>
                  <a:pt x="24632" y="114543"/>
                </a:cubicBezTo>
                <a:cubicBezTo>
                  <a:pt x="26548" y="119509"/>
                  <a:pt x="29011" y="123333"/>
                  <a:pt x="32021" y="126017"/>
                </a:cubicBezTo>
                <a:cubicBezTo>
                  <a:pt x="35032" y="128702"/>
                  <a:pt x="38453" y="130983"/>
                  <a:pt x="42285" y="132862"/>
                </a:cubicBezTo>
                <a:cubicBezTo>
                  <a:pt x="46116" y="134741"/>
                  <a:pt x="49674" y="135881"/>
                  <a:pt x="52959" y="136284"/>
                </a:cubicBezTo>
                <a:cubicBezTo>
                  <a:pt x="56243" y="136687"/>
                  <a:pt x="59322" y="136955"/>
                  <a:pt x="62196" y="137089"/>
                </a:cubicBezTo>
                <a:cubicBezTo>
                  <a:pt x="69585" y="137089"/>
                  <a:pt x="76359" y="135546"/>
                  <a:pt x="82517" y="132459"/>
                </a:cubicBezTo>
                <a:cubicBezTo>
                  <a:pt x="88675" y="129373"/>
                  <a:pt x="92917" y="125414"/>
                  <a:pt x="95243" y="120582"/>
                </a:cubicBezTo>
                <a:cubicBezTo>
                  <a:pt x="95654" y="119509"/>
                  <a:pt x="96680" y="115818"/>
                  <a:pt x="98322" y="109510"/>
                </a:cubicBezTo>
                <a:cubicBezTo>
                  <a:pt x="99965" y="103203"/>
                  <a:pt x="100786" y="99646"/>
                  <a:pt x="100786" y="98841"/>
                </a:cubicBezTo>
                <a:cubicBezTo>
                  <a:pt x="100786" y="97768"/>
                  <a:pt x="99896" y="97097"/>
                  <a:pt x="98117" y="96828"/>
                </a:cubicBezTo>
                <a:cubicBezTo>
                  <a:pt x="96338" y="96560"/>
                  <a:pt x="92233" y="96358"/>
                  <a:pt x="85801" y="96224"/>
                </a:cubicBezTo>
                <a:lnTo>
                  <a:pt x="78206" y="96224"/>
                </a:lnTo>
                <a:cubicBezTo>
                  <a:pt x="77385" y="95419"/>
                  <a:pt x="76975" y="94882"/>
                  <a:pt x="76975" y="94614"/>
                </a:cubicBezTo>
                <a:cubicBezTo>
                  <a:pt x="76975" y="94345"/>
                  <a:pt x="77112" y="93070"/>
                  <a:pt x="77385" y="90789"/>
                </a:cubicBezTo>
                <a:cubicBezTo>
                  <a:pt x="77933" y="89044"/>
                  <a:pt x="78617" y="87769"/>
                  <a:pt x="79438" y="86964"/>
                </a:cubicBezTo>
                <a:lnTo>
                  <a:pt x="82927" y="86964"/>
                </a:lnTo>
                <a:cubicBezTo>
                  <a:pt x="88401" y="87233"/>
                  <a:pt x="97980" y="87367"/>
                  <a:pt x="111665" y="87367"/>
                </a:cubicBezTo>
                <a:cubicBezTo>
                  <a:pt x="117138" y="87367"/>
                  <a:pt x="121586" y="87367"/>
                  <a:pt x="125007" y="87367"/>
                </a:cubicBezTo>
                <a:cubicBezTo>
                  <a:pt x="128428" y="87367"/>
                  <a:pt x="130891" y="87300"/>
                  <a:pt x="132397" y="87165"/>
                </a:cubicBezTo>
                <a:cubicBezTo>
                  <a:pt x="133902" y="87031"/>
                  <a:pt x="134723" y="87031"/>
                  <a:pt x="134860" y="87165"/>
                </a:cubicBezTo>
                <a:cubicBezTo>
                  <a:pt x="136776" y="87165"/>
                  <a:pt x="137733" y="87769"/>
                  <a:pt x="137733" y="88977"/>
                </a:cubicBezTo>
                <a:cubicBezTo>
                  <a:pt x="137733" y="89246"/>
                  <a:pt x="137597" y="90185"/>
                  <a:pt x="137323" y="91795"/>
                </a:cubicBezTo>
                <a:cubicBezTo>
                  <a:pt x="136639" y="94345"/>
                  <a:pt x="135955" y="95754"/>
                  <a:pt x="135270" y="96023"/>
                </a:cubicBezTo>
                <a:cubicBezTo>
                  <a:pt x="134860" y="96157"/>
                  <a:pt x="133833" y="96224"/>
                  <a:pt x="132191" y="96224"/>
                </a:cubicBezTo>
                <a:cubicBezTo>
                  <a:pt x="129454" y="96224"/>
                  <a:pt x="126649" y="96425"/>
                  <a:pt x="123775" y="96828"/>
                </a:cubicBezTo>
                <a:cubicBezTo>
                  <a:pt x="122817" y="97231"/>
                  <a:pt x="122133" y="97835"/>
                  <a:pt x="121723" y="98640"/>
                </a:cubicBezTo>
                <a:cubicBezTo>
                  <a:pt x="121312" y="99445"/>
                  <a:pt x="120354" y="102867"/>
                  <a:pt x="118849" y="108906"/>
                </a:cubicBezTo>
                <a:cubicBezTo>
                  <a:pt x="117617" y="113335"/>
                  <a:pt x="116591" y="117093"/>
                  <a:pt x="115770" y="120180"/>
                </a:cubicBezTo>
                <a:cubicBezTo>
                  <a:pt x="112349" y="133868"/>
                  <a:pt x="110433" y="140914"/>
                  <a:pt x="110023" y="141317"/>
                </a:cubicBezTo>
                <a:cubicBezTo>
                  <a:pt x="109749" y="141585"/>
                  <a:pt x="109407" y="141719"/>
                  <a:pt x="108996" y="141719"/>
                </a:cubicBezTo>
                <a:cubicBezTo>
                  <a:pt x="107628" y="141719"/>
                  <a:pt x="105712" y="140377"/>
                  <a:pt x="103249" y="137693"/>
                </a:cubicBezTo>
                <a:cubicBezTo>
                  <a:pt x="100786" y="135009"/>
                  <a:pt x="99212" y="132929"/>
                  <a:pt x="98528" y="131453"/>
                </a:cubicBezTo>
                <a:cubicBezTo>
                  <a:pt x="98528" y="131319"/>
                  <a:pt x="98391" y="131319"/>
                  <a:pt x="98117" y="131453"/>
                </a:cubicBezTo>
                <a:cubicBezTo>
                  <a:pt x="97843" y="131587"/>
                  <a:pt x="97433" y="131922"/>
                  <a:pt x="96886" y="132459"/>
                </a:cubicBezTo>
                <a:cubicBezTo>
                  <a:pt x="86759" y="141719"/>
                  <a:pt x="73075" y="146349"/>
                  <a:pt x="55832" y="146349"/>
                </a:cubicBezTo>
                <a:cubicBezTo>
                  <a:pt x="39274" y="146349"/>
                  <a:pt x="25864" y="141182"/>
                  <a:pt x="15600" y="130849"/>
                </a:cubicBezTo>
                <a:cubicBezTo>
                  <a:pt x="5337" y="120515"/>
                  <a:pt x="137" y="107296"/>
                  <a:pt x="0" y="9119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3" cap="flat">
            <a:solidFill>
              <a:srgbClr val="000000">
                <a:alpha val="12680"/>
              </a:srgbClr>
            </a:solidFill>
            <a:miter/>
          </a:ln>
        </p:spPr>
      </p:sp>
      <p:sp>
        <p:nvSpPr>
          <p:cNvPr id="8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33E4A9-6453-4D32-A957-9D9DE2DC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720" y="6087700"/>
            <a:ext cx="60226" cy="97776"/>
          </a:xfrm>
          <a:custGeom xmlns:a="http://schemas.openxmlformats.org/drawingml/2006/main">
            <a:pathLst>
              <a:path w="60226" h="97776">
                <a:moveTo>
                  <a:pt x="12335" y="28749"/>
                </a:moveTo>
                <a:cubicBezTo>
                  <a:pt x="9723" y="28749"/>
                  <a:pt x="7692" y="27943"/>
                  <a:pt x="6240" y="26330"/>
                </a:cubicBezTo>
                <a:cubicBezTo>
                  <a:pt x="4789" y="24717"/>
                  <a:pt x="4015" y="22629"/>
                  <a:pt x="3918" y="20068"/>
                </a:cubicBezTo>
                <a:cubicBezTo>
                  <a:pt x="3918" y="14849"/>
                  <a:pt x="6240" y="10200"/>
                  <a:pt x="10884" y="6120"/>
                </a:cubicBezTo>
                <a:cubicBezTo>
                  <a:pt x="15528" y="2040"/>
                  <a:pt x="21140" y="0"/>
                  <a:pt x="27719" y="0"/>
                </a:cubicBezTo>
                <a:cubicBezTo>
                  <a:pt x="31105" y="0"/>
                  <a:pt x="33233" y="47"/>
                  <a:pt x="34104" y="142"/>
                </a:cubicBezTo>
                <a:cubicBezTo>
                  <a:pt x="41263" y="1281"/>
                  <a:pt x="46730" y="3795"/>
                  <a:pt x="50503" y="7685"/>
                </a:cubicBezTo>
                <a:cubicBezTo>
                  <a:pt x="54276" y="11576"/>
                  <a:pt x="56211" y="15798"/>
                  <a:pt x="56308" y="20352"/>
                </a:cubicBezTo>
                <a:cubicBezTo>
                  <a:pt x="56308" y="25286"/>
                  <a:pt x="54663" y="30078"/>
                  <a:pt x="51374" y="34727"/>
                </a:cubicBezTo>
                <a:cubicBezTo>
                  <a:pt x="48084" y="39376"/>
                  <a:pt x="43537" y="42744"/>
                  <a:pt x="37732" y="44832"/>
                </a:cubicBezTo>
                <a:lnTo>
                  <a:pt x="37297" y="45116"/>
                </a:lnTo>
                <a:cubicBezTo>
                  <a:pt x="37297" y="45211"/>
                  <a:pt x="37732" y="45354"/>
                  <a:pt x="38603" y="45543"/>
                </a:cubicBezTo>
                <a:cubicBezTo>
                  <a:pt x="39473" y="45733"/>
                  <a:pt x="40876" y="46160"/>
                  <a:pt x="42811" y="46824"/>
                </a:cubicBezTo>
                <a:cubicBezTo>
                  <a:pt x="44746" y="47489"/>
                  <a:pt x="46584" y="48485"/>
                  <a:pt x="48326" y="49813"/>
                </a:cubicBezTo>
                <a:cubicBezTo>
                  <a:pt x="56259" y="54842"/>
                  <a:pt x="60226" y="61484"/>
                  <a:pt x="60226" y="69738"/>
                </a:cubicBezTo>
                <a:cubicBezTo>
                  <a:pt x="60226" y="77234"/>
                  <a:pt x="57227" y="83781"/>
                  <a:pt x="51228" y="89379"/>
                </a:cubicBezTo>
                <a:cubicBezTo>
                  <a:pt x="45230" y="94977"/>
                  <a:pt x="37635" y="97776"/>
                  <a:pt x="28444" y="97776"/>
                </a:cubicBezTo>
                <a:cubicBezTo>
                  <a:pt x="20704" y="97776"/>
                  <a:pt x="14029" y="95736"/>
                  <a:pt x="8417" y="91656"/>
                </a:cubicBezTo>
                <a:cubicBezTo>
                  <a:pt x="2806" y="87576"/>
                  <a:pt x="0" y="82405"/>
                  <a:pt x="0" y="76143"/>
                </a:cubicBezTo>
                <a:cubicBezTo>
                  <a:pt x="0" y="73486"/>
                  <a:pt x="871" y="71351"/>
                  <a:pt x="2612" y="69738"/>
                </a:cubicBezTo>
                <a:cubicBezTo>
                  <a:pt x="4354" y="68125"/>
                  <a:pt x="6531" y="67271"/>
                  <a:pt x="9143" y="67177"/>
                </a:cubicBezTo>
                <a:cubicBezTo>
                  <a:pt x="11852" y="67177"/>
                  <a:pt x="14077" y="68031"/>
                  <a:pt x="15818" y="69738"/>
                </a:cubicBezTo>
                <a:cubicBezTo>
                  <a:pt x="17560" y="71446"/>
                  <a:pt x="18431" y="73581"/>
                  <a:pt x="18431" y="76143"/>
                </a:cubicBezTo>
                <a:cubicBezTo>
                  <a:pt x="18431" y="77187"/>
                  <a:pt x="18286" y="78135"/>
                  <a:pt x="17995" y="78989"/>
                </a:cubicBezTo>
                <a:cubicBezTo>
                  <a:pt x="17705" y="79843"/>
                  <a:pt x="17366" y="80602"/>
                  <a:pt x="16979" y="81267"/>
                </a:cubicBezTo>
                <a:cubicBezTo>
                  <a:pt x="16592" y="81931"/>
                  <a:pt x="16060" y="82500"/>
                  <a:pt x="15383" y="82974"/>
                </a:cubicBezTo>
                <a:cubicBezTo>
                  <a:pt x="14706" y="83449"/>
                  <a:pt x="14125" y="83828"/>
                  <a:pt x="13642" y="84113"/>
                </a:cubicBezTo>
                <a:cubicBezTo>
                  <a:pt x="13158" y="84398"/>
                  <a:pt x="12674" y="84587"/>
                  <a:pt x="12190" y="84682"/>
                </a:cubicBezTo>
                <a:cubicBezTo>
                  <a:pt x="11707" y="84777"/>
                  <a:pt x="11320" y="84920"/>
                  <a:pt x="11029" y="85109"/>
                </a:cubicBezTo>
                <a:lnTo>
                  <a:pt x="10449" y="85252"/>
                </a:lnTo>
                <a:cubicBezTo>
                  <a:pt x="15383" y="89521"/>
                  <a:pt x="21381" y="91656"/>
                  <a:pt x="28444" y="91656"/>
                </a:cubicBezTo>
                <a:cubicBezTo>
                  <a:pt x="33765" y="91656"/>
                  <a:pt x="37780" y="89142"/>
                  <a:pt x="40489" y="84113"/>
                </a:cubicBezTo>
                <a:cubicBezTo>
                  <a:pt x="42134" y="80982"/>
                  <a:pt x="42956" y="76190"/>
                  <a:pt x="42956" y="69738"/>
                </a:cubicBezTo>
                <a:lnTo>
                  <a:pt x="42956" y="66892"/>
                </a:lnTo>
                <a:cubicBezTo>
                  <a:pt x="42956" y="57878"/>
                  <a:pt x="39860" y="51853"/>
                  <a:pt x="33669" y="48817"/>
                </a:cubicBezTo>
                <a:cubicBezTo>
                  <a:pt x="32217" y="48248"/>
                  <a:pt x="29266" y="47915"/>
                  <a:pt x="24816" y="47821"/>
                </a:cubicBezTo>
                <a:lnTo>
                  <a:pt x="18721" y="47678"/>
                </a:lnTo>
                <a:lnTo>
                  <a:pt x="18286" y="47394"/>
                </a:lnTo>
                <a:cubicBezTo>
                  <a:pt x="18092" y="47109"/>
                  <a:pt x="17995" y="46350"/>
                  <a:pt x="17995" y="45116"/>
                </a:cubicBezTo>
                <a:cubicBezTo>
                  <a:pt x="17995" y="43409"/>
                  <a:pt x="18382" y="42555"/>
                  <a:pt x="19156" y="42555"/>
                </a:cubicBezTo>
                <a:cubicBezTo>
                  <a:pt x="21865" y="42555"/>
                  <a:pt x="24671" y="42317"/>
                  <a:pt x="27573" y="41843"/>
                </a:cubicBezTo>
                <a:cubicBezTo>
                  <a:pt x="30863" y="41369"/>
                  <a:pt x="33862" y="39376"/>
                  <a:pt x="36571" y="35865"/>
                </a:cubicBezTo>
                <a:cubicBezTo>
                  <a:pt x="39280" y="32355"/>
                  <a:pt x="40634" y="27041"/>
                  <a:pt x="40634" y="19925"/>
                </a:cubicBezTo>
                <a:lnTo>
                  <a:pt x="40634" y="18787"/>
                </a:lnTo>
                <a:cubicBezTo>
                  <a:pt x="40634" y="13378"/>
                  <a:pt x="38941" y="9631"/>
                  <a:pt x="35555" y="7543"/>
                </a:cubicBezTo>
                <a:cubicBezTo>
                  <a:pt x="33427" y="6215"/>
                  <a:pt x="31153" y="5551"/>
                  <a:pt x="28734" y="5551"/>
                </a:cubicBezTo>
                <a:cubicBezTo>
                  <a:pt x="25638" y="5551"/>
                  <a:pt x="22784" y="6072"/>
                  <a:pt x="20172" y="7116"/>
                </a:cubicBezTo>
                <a:cubicBezTo>
                  <a:pt x="17560" y="8160"/>
                  <a:pt x="15722" y="9251"/>
                  <a:pt x="14657" y="10390"/>
                </a:cubicBezTo>
                <a:cubicBezTo>
                  <a:pt x="13593" y="11528"/>
                  <a:pt x="13061" y="12097"/>
                  <a:pt x="13061" y="12097"/>
                </a:cubicBezTo>
                <a:lnTo>
                  <a:pt x="13496" y="12097"/>
                </a:lnTo>
                <a:cubicBezTo>
                  <a:pt x="13787" y="12192"/>
                  <a:pt x="14174" y="12287"/>
                  <a:pt x="14657" y="12382"/>
                </a:cubicBezTo>
                <a:cubicBezTo>
                  <a:pt x="15141" y="12477"/>
                  <a:pt x="15625" y="12714"/>
                  <a:pt x="16109" y="13094"/>
                </a:cubicBezTo>
                <a:cubicBezTo>
                  <a:pt x="16592" y="13473"/>
                  <a:pt x="17173" y="13805"/>
                  <a:pt x="17850" y="14090"/>
                </a:cubicBezTo>
                <a:cubicBezTo>
                  <a:pt x="18527" y="14375"/>
                  <a:pt x="19011" y="14897"/>
                  <a:pt x="19301" y="15656"/>
                </a:cubicBezTo>
                <a:cubicBezTo>
                  <a:pt x="19592" y="16415"/>
                  <a:pt x="19979" y="17126"/>
                  <a:pt x="20462" y="17790"/>
                </a:cubicBezTo>
                <a:cubicBezTo>
                  <a:pt x="20946" y="18455"/>
                  <a:pt x="21091" y="19403"/>
                  <a:pt x="20898" y="20637"/>
                </a:cubicBezTo>
                <a:cubicBezTo>
                  <a:pt x="20898" y="22724"/>
                  <a:pt x="20220" y="24574"/>
                  <a:pt x="18866" y="26187"/>
                </a:cubicBezTo>
                <a:cubicBezTo>
                  <a:pt x="17512" y="27800"/>
                  <a:pt x="15335" y="28654"/>
                  <a:pt x="12335" y="2874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114794-5E61-4972-936E-BAAADA72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720" y="6087700"/>
            <a:ext cx="60226" cy="97776"/>
          </a:xfrm>
          <a:custGeom xmlns:a="http://schemas.openxmlformats.org/drawingml/2006/main">
            <a:pathLst>
              <a:path w="60226" h="97776" fill="none">
                <a:moveTo>
                  <a:pt x="12335" y="28749"/>
                </a:moveTo>
                <a:cubicBezTo>
                  <a:pt x="9723" y="28749"/>
                  <a:pt x="7692" y="27943"/>
                  <a:pt x="6240" y="26330"/>
                </a:cubicBezTo>
                <a:cubicBezTo>
                  <a:pt x="4789" y="24717"/>
                  <a:pt x="4015" y="22629"/>
                  <a:pt x="3918" y="20068"/>
                </a:cubicBezTo>
                <a:cubicBezTo>
                  <a:pt x="3918" y="14849"/>
                  <a:pt x="6240" y="10200"/>
                  <a:pt x="10884" y="6120"/>
                </a:cubicBezTo>
                <a:cubicBezTo>
                  <a:pt x="15528" y="2040"/>
                  <a:pt x="21140" y="0"/>
                  <a:pt x="27719" y="0"/>
                </a:cubicBezTo>
                <a:cubicBezTo>
                  <a:pt x="31105" y="0"/>
                  <a:pt x="33233" y="47"/>
                  <a:pt x="34104" y="142"/>
                </a:cubicBezTo>
                <a:cubicBezTo>
                  <a:pt x="41263" y="1281"/>
                  <a:pt x="46730" y="3795"/>
                  <a:pt x="50503" y="7685"/>
                </a:cubicBezTo>
                <a:cubicBezTo>
                  <a:pt x="54276" y="11576"/>
                  <a:pt x="56211" y="15798"/>
                  <a:pt x="56308" y="20352"/>
                </a:cubicBezTo>
                <a:cubicBezTo>
                  <a:pt x="56308" y="25286"/>
                  <a:pt x="54663" y="30078"/>
                  <a:pt x="51374" y="34727"/>
                </a:cubicBezTo>
                <a:cubicBezTo>
                  <a:pt x="48084" y="39376"/>
                  <a:pt x="43537" y="42744"/>
                  <a:pt x="37732" y="44832"/>
                </a:cubicBezTo>
                <a:lnTo>
                  <a:pt x="37297" y="45116"/>
                </a:lnTo>
                <a:cubicBezTo>
                  <a:pt x="37297" y="45211"/>
                  <a:pt x="37732" y="45354"/>
                  <a:pt x="38603" y="45543"/>
                </a:cubicBezTo>
                <a:cubicBezTo>
                  <a:pt x="39473" y="45733"/>
                  <a:pt x="40876" y="46160"/>
                  <a:pt x="42811" y="46824"/>
                </a:cubicBezTo>
                <a:cubicBezTo>
                  <a:pt x="44746" y="47489"/>
                  <a:pt x="46584" y="48485"/>
                  <a:pt x="48326" y="49813"/>
                </a:cubicBezTo>
                <a:cubicBezTo>
                  <a:pt x="56259" y="54842"/>
                  <a:pt x="60226" y="61484"/>
                  <a:pt x="60226" y="69738"/>
                </a:cubicBezTo>
                <a:cubicBezTo>
                  <a:pt x="60226" y="77234"/>
                  <a:pt x="57227" y="83781"/>
                  <a:pt x="51228" y="89379"/>
                </a:cubicBezTo>
                <a:cubicBezTo>
                  <a:pt x="45230" y="94977"/>
                  <a:pt x="37635" y="97776"/>
                  <a:pt x="28444" y="97776"/>
                </a:cubicBezTo>
                <a:cubicBezTo>
                  <a:pt x="20704" y="97776"/>
                  <a:pt x="14029" y="95736"/>
                  <a:pt x="8417" y="91656"/>
                </a:cubicBezTo>
                <a:cubicBezTo>
                  <a:pt x="2806" y="87576"/>
                  <a:pt x="0" y="82405"/>
                  <a:pt x="0" y="76143"/>
                </a:cubicBezTo>
                <a:cubicBezTo>
                  <a:pt x="0" y="73486"/>
                  <a:pt x="871" y="71351"/>
                  <a:pt x="2612" y="69738"/>
                </a:cubicBezTo>
                <a:cubicBezTo>
                  <a:pt x="4354" y="68125"/>
                  <a:pt x="6531" y="67271"/>
                  <a:pt x="9143" y="67177"/>
                </a:cubicBezTo>
                <a:cubicBezTo>
                  <a:pt x="11852" y="67177"/>
                  <a:pt x="14077" y="68031"/>
                  <a:pt x="15818" y="69738"/>
                </a:cubicBezTo>
                <a:cubicBezTo>
                  <a:pt x="17560" y="71446"/>
                  <a:pt x="18431" y="73581"/>
                  <a:pt x="18431" y="76143"/>
                </a:cubicBezTo>
                <a:cubicBezTo>
                  <a:pt x="18431" y="77187"/>
                  <a:pt x="18286" y="78135"/>
                  <a:pt x="17995" y="78989"/>
                </a:cubicBezTo>
                <a:cubicBezTo>
                  <a:pt x="17705" y="79843"/>
                  <a:pt x="17366" y="80602"/>
                  <a:pt x="16979" y="81267"/>
                </a:cubicBezTo>
                <a:cubicBezTo>
                  <a:pt x="16592" y="81931"/>
                  <a:pt x="16060" y="82500"/>
                  <a:pt x="15383" y="82974"/>
                </a:cubicBezTo>
                <a:cubicBezTo>
                  <a:pt x="14706" y="83449"/>
                  <a:pt x="14125" y="83828"/>
                  <a:pt x="13642" y="84113"/>
                </a:cubicBezTo>
                <a:cubicBezTo>
                  <a:pt x="13158" y="84398"/>
                  <a:pt x="12674" y="84587"/>
                  <a:pt x="12190" y="84682"/>
                </a:cubicBezTo>
                <a:cubicBezTo>
                  <a:pt x="11707" y="84777"/>
                  <a:pt x="11320" y="84920"/>
                  <a:pt x="11029" y="85109"/>
                </a:cubicBezTo>
                <a:lnTo>
                  <a:pt x="10449" y="85252"/>
                </a:lnTo>
                <a:cubicBezTo>
                  <a:pt x="15383" y="89521"/>
                  <a:pt x="21381" y="91656"/>
                  <a:pt x="28444" y="91656"/>
                </a:cubicBezTo>
                <a:cubicBezTo>
                  <a:pt x="33765" y="91656"/>
                  <a:pt x="37780" y="89142"/>
                  <a:pt x="40489" y="84113"/>
                </a:cubicBezTo>
                <a:cubicBezTo>
                  <a:pt x="42134" y="80982"/>
                  <a:pt x="42956" y="76190"/>
                  <a:pt x="42956" y="69738"/>
                </a:cubicBezTo>
                <a:lnTo>
                  <a:pt x="42956" y="66892"/>
                </a:lnTo>
                <a:cubicBezTo>
                  <a:pt x="42956" y="57878"/>
                  <a:pt x="39860" y="51853"/>
                  <a:pt x="33669" y="48817"/>
                </a:cubicBezTo>
                <a:cubicBezTo>
                  <a:pt x="32217" y="48248"/>
                  <a:pt x="29266" y="47915"/>
                  <a:pt x="24816" y="47821"/>
                </a:cubicBezTo>
                <a:lnTo>
                  <a:pt x="18721" y="47678"/>
                </a:lnTo>
                <a:lnTo>
                  <a:pt x="18286" y="47394"/>
                </a:lnTo>
                <a:cubicBezTo>
                  <a:pt x="18092" y="47109"/>
                  <a:pt x="17995" y="46350"/>
                  <a:pt x="17995" y="45116"/>
                </a:cubicBezTo>
                <a:cubicBezTo>
                  <a:pt x="17995" y="43409"/>
                  <a:pt x="18382" y="42555"/>
                  <a:pt x="19156" y="42555"/>
                </a:cubicBezTo>
                <a:cubicBezTo>
                  <a:pt x="21865" y="42555"/>
                  <a:pt x="24671" y="42317"/>
                  <a:pt x="27573" y="41843"/>
                </a:cubicBezTo>
                <a:cubicBezTo>
                  <a:pt x="30863" y="41369"/>
                  <a:pt x="33862" y="39376"/>
                  <a:pt x="36571" y="35865"/>
                </a:cubicBezTo>
                <a:cubicBezTo>
                  <a:pt x="39280" y="32355"/>
                  <a:pt x="40634" y="27041"/>
                  <a:pt x="40634" y="19925"/>
                </a:cubicBezTo>
                <a:lnTo>
                  <a:pt x="40634" y="18787"/>
                </a:lnTo>
                <a:cubicBezTo>
                  <a:pt x="40634" y="13378"/>
                  <a:pt x="38941" y="9631"/>
                  <a:pt x="35555" y="7543"/>
                </a:cubicBezTo>
                <a:cubicBezTo>
                  <a:pt x="33427" y="6215"/>
                  <a:pt x="31153" y="5551"/>
                  <a:pt x="28734" y="5551"/>
                </a:cubicBezTo>
                <a:cubicBezTo>
                  <a:pt x="25638" y="5551"/>
                  <a:pt x="22784" y="6072"/>
                  <a:pt x="20172" y="7116"/>
                </a:cubicBezTo>
                <a:cubicBezTo>
                  <a:pt x="17560" y="8160"/>
                  <a:pt x="15722" y="9251"/>
                  <a:pt x="14657" y="10390"/>
                </a:cubicBezTo>
                <a:cubicBezTo>
                  <a:pt x="13593" y="11528"/>
                  <a:pt x="13061" y="12097"/>
                  <a:pt x="13061" y="12097"/>
                </a:cubicBezTo>
                <a:lnTo>
                  <a:pt x="13496" y="12097"/>
                </a:lnTo>
                <a:cubicBezTo>
                  <a:pt x="13787" y="12192"/>
                  <a:pt x="14174" y="12287"/>
                  <a:pt x="14657" y="12382"/>
                </a:cubicBezTo>
                <a:cubicBezTo>
                  <a:pt x="15141" y="12477"/>
                  <a:pt x="15625" y="12714"/>
                  <a:pt x="16109" y="13094"/>
                </a:cubicBezTo>
                <a:cubicBezTo>
                  <a:pt x="16592" y="13473"/>
                  <a:pt x="17173" y="13805"/>
                  <a:pt x="17850" y="14090"/>
                </a:cubicBezTo>
                <a:cubicBezTo>
                  <a:pt x="18527" y="14375"/>
                  <a:pt x="19011" y="14897"/>
                  <a:pt x="19301" y="15656"/>
                </a:cubicBezTo>
                <a:cubicBezTo>
                  <a:pt x="19592" y="16415"/>
                  <a:pt x="19979" y="17126"/>
                  <a:pt x="20462" y="17790"/>
                </a:cubicBezTo>
                <a:cubicBezTo>
                  <a:pt x="20946" y="18455"/>
                  <a:pt x="21091" y="19403"/>
                  <a:pt x="20898" y="20637"/>
                </a:cubicBezTo>
                <a:cubicBezTo>
                  <a:pt x="20898" y="22724"/>
                  <a:pt x="20220" y="24574"/>
                  <a:pt x="18866" y="26187"/>
                </a:cubicBezTo>
                <a:cubicBezTo>
                  <a:pt x="17512" y="27800"/>
                  <a:pt x="15335" y="28654"/>
                  <a:pt x="12335" y="2874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4" cap="flat">
            <a:solidFill>
              <a:srgbClr val="000000">
                <a:alpha val="8960"/>
              </a:srgbClr>
            </a:solidFill>
            <a:miter/>
          </a:ln>
        </p:spPr>
      </p:sp>
      <p:sp>
        <p:nvSpPr>
          <p:cNvPr id="8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B40AFB-C1E8-4D21-A4CF-FC2E5C94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6739" y="6001170"/>
            <a:ext cx="49059" cy="201306"/>
          </a:xfrm>
          <a:custGeom xmlns:a="http://schemas.openxmlformats.org/drawingml/2006/main">
            <a:pathLst>
              <a:path w="49059" h="201306">
                <a:moveTo>
                  <a:pt x="1026" y="201"/>
                </a:moveTo>
                <a:lnTo>
                  <a:pt x="1847" y="0"/>
                </a:lnTo>
                <a:cubicBezTo>
                  <a:pt x="2532" y="0"/>
                  <a:pt x="3216" y="0"/>
                  <a:pt x="3900" y="0"/>
                </a:cubicBezTo>
                <a:lnTo>
                  <a:pt x="6363" y="0"/>
                </a:lnTo>
                <a:lnTo>
                  <a:pt x="12111" y="4831"/>
                </a:lnTo>
                <a:cubicBezTo>
                  <a:pt x="24974" y="16239"/>
                  <a:pt x="34348" y="30464"/>
                  <a:pt x="40232" y="47508"/>
                </a:cubicBezTo>
                <a:cubicBezTo>
                  <a:pt x="46116" y="64552"/>
                  <a:pt x="49059" y="82267"/>
                  <a:pt x="49059" y="100653"/>
                </a:cubicBezTo>
                <a:cubicBezTo>
                  <a:pt x="49059" y="109779"/>
                  <a:pt x="48374" y="118569"/>
                  <a:pt x="47006" y="127024"/>
                </a:cubicBezTo>
                <a:cubicBezTo>
                  <a:pt x="45637" y="135479"/>
                  <a:pt x="44064" y="142659"/>
                  <a:pt x="42285" y="148564"/>
                </a:cubicBezTo>
                <a:cubicBezTo>
                  <a:pt x="40506" y="154469"/>
                  <a:pt x="37974" y="160374"/>
                  <a:pt x="34690" y="166279"/>
                </a:cubicBezTo>
                <a:cubicBezTo>
                  <a:pt x="31406" y="172184"/>
                  <a:pt x="28806" y="176679"/>
                  <a:pt x="26890" y="179766"/>
                </a:cubicBezTo>
                <a:cubicBezTo>
                  <a:pt x="24974" y="182853"/>
                  <a:pt x="22169" y="186275"/>
                  <a:pt x="18474" y="190033"/>
                </a:cubicBezTo>
                <a:cubicBezTo>
                  <a:pt x="14779" y="193790"/>
                  <a:pt x="12590" y="196005"/>
                  <a:pt x="11905" y="196676"/>
                </a:cubicBezTo>
                <a:cubicBezTo>
                  <a:pt x="11221" y="197347"/>
                  <a:pt x="9648" y="198622"/>
                  <a:pt x="7184" y="200501"/>
                </a:cubicBezTo>
                <a:cubicBezTo>
                  <a:pt x="6774" y="200903"/>
                  <a:pt x="6500" y="201172"/>
                  <a:pt x="6363" y="201306"/>
                </a:cubicBezTo>
                <a:lnTo>
                  <a:pt x="3900" y="201306"/>
                </a:lnTo>
                <a:cubicBezTo>
                  <a:pt x="2805" y="201306"/>
                  <a:pt x="2053" y="201306"/>
                  <a:pt x="1642" y="201306"/>
                </a:cubicBezTo>
                <a:cubicBezTo>
                  <a:pt x="1232" y="201306"/>
                  <a:pt x="889" y="201105"/>
                  <a:pt x="616" y="200702"/>
                </a:cubicBezTo>
                <a:cubicBezTo>
                  <a:pt x="342" y="200299"/>
                  <a:pt x="137" y="199695"/>
                  <a:pt x="0" y="198890"/>
                </a:cubicBezTo>
                <a:cubicBezTo>
                  <a:pt x="137" y="198756"/>
                  <a:pt x="889" y="197884"/>
                  <a:pt x="2258" y="196273"/>
                </a:cubicBezTo>
                <a:cubicBezTo>
                  <a:pt x="23469" y="174666"/>
                  <a:pt x="34074" y="142793"/>
                  <a:pt x="34074" y="100653"/>
                </a:cubicBezTo>
                <a:cubicBezTo>
                  <a:pt x="34074" y="58513"/>
                  <a:pt x="23469" y="26639"/>
                  <a:pt x="2258" y="5033"/>
                </a:cubicBezTo>
                <a:cubicBezTo>
                  <a:pt x="889" y="3422"/>
                  <a:pt x="137" y="2550"/>
                  <a:pt x="0" y="2416"/>
                </a:cubicBezTo>
                <a:cubicBezTo>
                  <a:pt x="0" y="1342"/>
                  <a:pt x="342" y="604"/>
                  <a:pt x="1026" y="2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4C4AEF-E8CD-403C-81FF-67F4D3EA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6739" y="6001170"/>
            <a:ext cx="49059" cy="201306"/>
          </a:xfrm>
          <a:custGeom xmlns:a="http://schemas.openxmlformats.org/drawingml/2006/main">
            <a:pathLst>
              <a:path w="49059" h="201306" fill="none">
                <a:moveTo>
                  <a:pt x="1026" y="201"/>
                </a:moveTo>
                <a:lnTo>
                  <a:pt x="1847" y="0"/>
                </a:lnTo>
                <a:cubicBezTo>
                  <a:pt x="2532" y="0"/>
                  <a:pt x="3216" y="0"/>
                  <a:pt x="3900" y="0"/>
                </a:cubicBezTo>
                <a:lnTo>
                  <a:pt x="6363" y="0"/>
                </a:lnTo>
                <a:lnTo>
                  <a:pt x="12111" y="4831"/>
                </a:lnTo>
                <a:cubicBezTo>
                  <a:pt x="24974" y="16239"/>
                  <a:pt x="34348" y="30464"/>
                  <a:pt x="40232" y="47508"/>
                </a:cubicBezTo>
                <a:cubicBezTo>
                  <a:pt x="46116" y="64552"/>
                  <a:pt x="49059" y="82267"/>
                  <a:pt x="49059" y="100653"/>
                </a:cubicBezTo>
                <a:cubicBezTo>
                  <a:pt x="49059" y="109779"/>
                  <a:pt x="48374" y="118569"/>
                  <a:pt x="47006" y="127024"/>
                </a:cubicBezTo>
                <a:cubicBezTo>
                  <a:pt x="45637" y="135479"/>
                  <a:pt x="44064" y="142659"/>
                  <a:pt x="42285" y="148564"/>
                </a:cubicBezTo>
                <a:cubicBezTo>
                  <a:pt x="40506" y="154469"/>
                  <a:pt x="37974" y="160374"/>
                  <a:pt x="34690" y="166279"/>
                </a:cubicBezTo>
                <a:cubicBezTo>
                  <a:pt x="31406" y="172184"/>
                  <a:pt x="28806" y="176679"/>
                  <a:pt x="26890" y="179766"/>
                </a:cubicBezTo>
                <a:cubicBezTo>
                  <a:pt x="24974" y="182853"/>
                  <a:pt x="22169" y="186275"/>
                  <a:pt x="18474" y="190033"/>
                </a:cubicBezTo>
                <a:cubicBezTo>
                  <a:pt x="14779" y="193790"/>
                  <a:pt x="12590" y="196005"/>
                  <a:pt x="11905" y="196676"/>
                </a:cubicBezTo>
                <a:cubicBezTo>
                  <a:pt x="11221" y="197347"/>
                  <a:pt x="9648" y="198622"/>
                  <a:pt x="7184" y="200501"/>
                </a:cubicBezTo>
                <a:cubicBezTo>
                  <a:pt x="6774" y="200903"/>
                  <a:pt x="6500" y="201172"/>
                  <a:pt x="6363" y="201306"/>
                </a:cubicBezTo>
                <a:lnTo>
                  <a:pt x="3900" y="201306"/>
                </a:lnTo>
                <a:cubicBezTo>
                  <a:pt x="2805" y="201306"/>
                  <a:pt x="2053" y="201306"/>
                  <a:pt x="1642" y="201306"/>
                </a:cubicBezTo>
                <a:cubicBezTo>
                  <a:pt x="1232" y="201306"/>
                  <a:pt x="889" y="201105"/>
                  <a:pt x="616" y="200702"/>
                </a:cubicBezTo>
                <a:cubicBezTo>
                  <a:pt x="342" y="200299"/>
                  <a:pt x="137" y="199695"/>
                  <a:pt x="0" y="198890"/>
                </a:cubicBezTo>
                <a:cubicBezTo>
                  <a:pt x="137" y="198756"/>
                  <a:pt x="889" y="197884"/>
                  <a:pt x="2258" y="196273"/>
                </a:cubicBezTo>
                <a:cubicBezTo>
                  <a:pt x="23469" y="174666"/>
                  <a:pt x="34074" y="142793"/>
                  <a:pt x="34074" y="100653"/>
                </a:cubicBezTo>
                <a:cubicBezTo>
                  <a:pt x="34074" y="58513"/>
                  <a:pt x="23469" y="26639"/>
                  <a:pt x="2258" y="5033"/>
                </a:cubicBezTo>
                <a:cubicBezTo>
                  <a:pt x="889" y="3422"/>
                  <a:pt x="137" y="2550"/>
                  <a:pt x="0" y="2416"/>
                </a:cubicBezTo>
                <a:cubicBezTo>
                  <a:pt x="0" y="1342"/>
                  <a:pt x="342" y="604"/>
                  <a:pt x="1026" y="20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3" cap="flat">
            <a:solidFill>
              <a:srgbClr val="000000">
                <a:alpha val="12680"/>
              </a:srgbClr>
            </a:solidFill>
            <a:miter/>
          </a:ln>
        </p:spPr>
      </p:sp>
      <p:sp>
        <p:nvSpPr>
          <p:cNvPr id="8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23DD08-F977-4B36-81F7-FEF1F8D3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063" y="4806823"/>
            <a:ext cx="147381" cy="137492"/>
          </a:xfrm>
          <a:custGeom xmlns:a="http://schemas.openxmlformats.org/drawingml/2006/main">
            <a:pathLst>
              <a:path w="147381" h="137492">
                <a:moveTo>
                  <a:pt x="52138" y="11072"/>
                </a:moveTo>
                <a:cubicBezTo>
                  <a:pt x="52138" y="10132"/>
                  <a:pt x="48238" y="9528"/>
                  <a:pt x="40437" y="9260"/>
                </a:cubicBezTo>
                <a:cubicBezTo>
                  <a:pt x="37153" y="9260"/>
                  <a:pt x="35032" y="9193"/>
                  <a:pt x="34074" y="9059"/>
                </a:cubicBezTo>
                <a:cubicBezTo>
                  <a:pt x="33116" y="8925"/>
                  <a:pt x="32637" y="8254"/>
                  <a:pt x="32637" y="7046"/>
                </a:cubicBezTo>
                <a:cubicBezTo>
                  <a:pt x="32637" y="6911"/>
                  <a:pt x="32774" y="6173"/>
                  <a:pt x="33048" y="4831"/>
                </a:cubicBezTo>
                <a:cubicBezTo>
                  <a:pt x="33869" y="2147"/>
                  <a:pt x="34485" y="671"/>
                  <a:pt x="34895" y="403"/>
                </a:cubicBezTo>
                <a:cubicBezTo>
                  <a:pt x="35306" y="134"/>
                  <a:pt x="48580" y="0"/>
                  <a:pt x="74717" y="0"/>
                </a:cubicBezTo>
                <a:cubicBezTo>
                  <a:pt x="100717" y="134"/>
                  <a:pt x="114607" y="336"/>
                  <a:pt x="116386" y="604"/>
                </a:cubicBezTo>
                <a:cubicBezTo>
                  <a:pt x="125144" y="2080"/>
                  <a:pt x="132465" y="5368"/>
                  <a:pt x="138349" y="10468"/>
                </a:cubicBezTo>
                <a:cubicBezTo>
                  <a:pt x="144234" y="15568"/>
                  <a:pt x="147244" y="22345"/>
                  <a:pt x="147381" y="30800"/>
                </a:cubicBezTo>
                <a:cubicBezTo>
                  <a:pt x="147381" y="41133"/>
                  <a:pt x="142865" y="50595"/>
                  <a:pt x="133833" y="59184"/>
                </a:cubicBezTo>
                <a:cubicBezTo>
                  <a:pt x="124391" y="68310"/>
                  <a:pt x="112212" y="74081"/>
                  <a:pt x="97296" y="76496"/>
                </a:cubicBezTo>
                <a:cubicBezTo>
                  <a:pt x="96338" y="76630"/>
                  <a:pt x="89154" y="76765"/>
                  <a:pt x="75743" y="76899"/>
                </a:cubicBezTo>
                <a:lnTo>
                  <a:pt x="56243" y="76899"/>
                </a:lnTo>
                <a:lnTo>
                  <a:pt x="50085" y="100854"/>
                </a:lnTo>
                <a:cubicBezTo>
                  <a:pt x="45980" y="116422"/>
                  <a:pt x="43927" y="124675"/>
                  <a:pt x="43927" y="125615"/>
                </a:cubicBezTo>
                <a:cubicBezTo>
                  <a:pt x="43927" y="126152"/>
                  <a:pt x="43995" y="126487"/>
                  <a:pt x="44132" y="126621"/>
                </a:cubicBezTo>
                <a:cubicBezTo>
                  <a:pt x="44269" y="126756"/>
                  <a:pt x="44748" y="127024"/>
                  <a:pt x="45569" y="127427"/>
                </a:cubicBezTo>
                <a:cubicBezTo>
                  <a:pt x="46390" y="127829"/>
                  <a:pt x="47553" y="127963"/>
                  <a:pt x="49059" y="127829"/>
                </a:cubicBezTo>
                <a:cubicBezTo>
                  <a:pt x="50564" y="127695"/>
                  <a:pt x="52822" y="127829"/>
                  <a:pt x="55832" y="128232"/>
                </a:cubicBezTo>
                <a:lnTo>
                  <a:pt x="62196" y="128232"/>
                </a:lnTo>
                <a:cubicBezTo>
                  <a:pt x="63017" y="129440"/>
                  <a:pt x="63427" y="130178"/>
                  <a:pt x="63427" y="130446"/>
                </a:cubicBezTo>
                <a:cubicBezTo>
                  <a:pt x="63427" y="132593"/>
                  <a:pt x="62948" y="134607"/>
                  <a:pt x="61990" y="136485"/>
                </a:cubicBezTo>
                <a:cubicBezTo>
                  <a:pt x="61306" y="137156"/>
                  <a:pt x="60211" y="137492"/>
                  <a:pt x="58706" y="137492"/>
                </a:cubicBezTo>
                <a:cubicBezTo>
                  <a:pt x="58296" y="137492"/>
                  <a:pt x="55764" y="137425"/>
                  <a:pt x="51111" y="137291"/>
                </a:cubicBezTo>
                <a:cubicBezTo>
                  <a:pt x="46459" y="137156"/>
                  <a:pt x="39616" y="137089"/>
                  <a:pt x="30585" y="137089"/>
                </a:cubicBezTo>
                <a:cubicBezTo>
                  <a:pt x="22100" y="137089"/>
                  <a:pt x="15600" y="137089"/>
                  <a:pt x="11084" y="137089"/>
                </a:cubicBezTo>
                <a:cubicBezTo>
                  <a:pt x="6569" y="137089"/>
                  <a:pt x="4105" y="137156"/>
                  <a:pt x="3695" y="137291"/>
                </a:cubicBezTo>
                <a:cubicBezTo>
                  <a:pt x="1232" y="137291"/>
                  <a:pt x="0" y="136620"/>
                  <a:pt x="0" y="135278"/>
                </a:cubicBezTo>
                <a:cubicBezTo>
                  <a:pt x="0" y="135009"/>
                  <a:pt x="205" y="134070"/>
                  <a:pt x="616" y="132459"/>
                </a:cubicBezTo>
                <a:cubicBezTo>
                  <a:pt x="1163" y="130312"/>
                  <a:pt x="1711" y="129104"/>
                  <a:pt x="2258" y="128836"/>
                </a:cubicBezTo>
                <a:cubicBezTo>
                  <a:pt x="2805" y="128567"/>
                  <a:pt x="4379" y="128366"/>
                  <a:pt x="6979" y="128232"/>
                </a:cubicBezTo>
                <a:cubicBezTo>
                  <a:pt x="10674" y="128232"/>
                  <a:pt x="14779" y="128031"/>
                  <a:pt x="19295" y="127628"/>
                </a:cubicBezTo>
                <a:cubicBezTo>
                  <a:pt x="21211" y="127225"/>
                  <a:pt x="22511" y="126420"/>
                  <a:pt x="23195" y="125212"/>
                </a:cubicBezTo>
                <a:cubicBezTo>
                  <a:pt x="23606" y="124675"/>
                  <a:pt x="28532" y="106021"/>
                  <a:pt x="37974" y="69249"/>
                </a:cubicBezTo>
                <a:cubicBezTo>
                  <a:pt x="47416" y="32477"/>
                  <a:pt x="52138" y="13085"/>
                  <a:pt x="52138" y="11072"/>
                </a:cubicBezTo>
                <a:close/>
                <a:moveTo>
                  <a:pt x="125623" y="25968"/>
                </a:moveTo>
                <a:cubicBezTo>
                  <a:pt x="125623" y="24224"/>
                  <a:pt x="125486" y="22815"/>
                  <a:pt x="125212" y="21741"/>
                </a:cubicBezTo>
                <a:cubicBezTo>
                  <a:pt x="124939" y="20667"/>
                  <a:pt x="124323" y="19191"/>
                  <a:pt x="123365" y="17312"/>
                </a:cubicBezTo>
                <a:cubicBezTo>
                  <a:pt x="122407" y="15433"/>
                  <a:pt x="120696" y="13957"/>
                  <a:pt x="118233" y="12884"/>
                </a:cubicBezTo>
                <a:cubicBezTo>
                  <a:pt x="115770" y="11810"/>
                  <a:pt x="112417" y="10736"/>
                  <a:pt x="108175" y="9663"/>
                </a:cubicBezTo>
                <a:cubicBezTo>
                  <a:pt x="107217" y="9528"/>
                  <a:pt x="101744" y="9394"/>
                  <a:pt x="91754" y="9260"/>
                </a:cubicBezTo>
                <a:cubicBezTo>
                  <a:pt x="89428" y="9260"/>
                  <a:pt x="87033" y="9260"/>
                  <a:pt x="84570" y="9260"/>
                </a:cubicBezTo>
                <a:cubicBezTo>
                  <a:pt x="82106" y="9260"/>
                  <a:pt x="80122" y="9327"/>
                  <a:pt x="78617" y="9461"/>
                </a:cubicBezTo>
                <a:cubicBezTo>
                  <a:pt x="77112" y="9596"/>
                  <a:pt x="76291" y="9596"/>
                  <a:pt x="76154" y="9461"/>
                </a:cubicBezTo>
                <a:cubicBezTo>
                  <a:pt x="74375" y="9596"/>
                  <a:pt x="73143" y="10200"/>
                  <a:pt x="72459" y="11273"/>
                </a:cubicBezTo>
                <a:cubicBezTo>
                  <a:pt x="72185" y="12078"/>
                  <a:pt x="70885" y="17245"/>
                  <a:pt x="68559" y="26774"/>
                </a:cubicBezTo>
                <a:cubicBezTo>
                  <a:pt x="66232" y="36302"/>
                  <a:pt x="63838" y="45562"/>
                  <a:pt x="61375" y="54554"/>
                </a:cubicBezTo>
                <a:cubicBezTo>
                  <a:pt x="58911" y="63546"/>
                  <a:pt x="57680" y="68108"/>
                  <a:pt x="57680" y="68243"/>
                </a:cubicBezTo>
                <a:cubicBezTo>
                  <a:pt x="57680" y="68511"/>
                  <a:pt x="63222" y="68645"/>
                  <a:pt x="74306" y="68645"/>
                </a:cubicBezTo>
                <a:lnTo>
                  <a:pt x="76769" y="68645"/>
                </a:lnTo>
                <a:lnTo>
                  <a:pt x="81491" y="68645"/>
                </a:lnTo>
                <a:cubicBezTo>
                  <a:pt x="96817" y="68645"/>
                  <a:pt x="107765" y="65290"/>
                  <a:pt x="114333" y="58580"/>
                </a:cubicBezTo>
                <a:cubicBezTo>
                  <a:pt x="118028" y="54956"/>
                  <a:pt x="120833" y="49655"/>
                  <a:pt x="122749" y="42677"/>
                </a:cubicBezTo>
                <a:cubicBezTo>
                  <a:pt x="124665" y="35698"/>
                  <a:pt x="125623" y="30129"/>
                  <a:pt x="125623" y="259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D598CF-D85C-4607-856D-4669010D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063" y="4806823"/>
            <a:ext cx="147381" cy="137492"/>
          </a:xfrm>
          <a:custGeom xmlns:a="http://schemas.openxmlformats.org/drawingml/2006/main">
            <a:pathLst>
              <a:path w="147381" h="137492" fill="none">
                <a:moveTo>
                  <a:pt x="52138" y="11072"/>
                </a:moveTo>
                <a:cubicBezTo>
                  <a:pt x="52138" y="10132"/>
                  <a:pt x="48238" y="9528"/>
                  <a:pt x="40437" y="9260"/>
                </a:cubicBezTo>
                <a:cubicBezTo>
                  <a:pt x="37153" y="9260"/>
                  <a:pt x="35032" y="9193"/>
                  <a:pt x="34074" y="9059"/>
                </a:cubicBezTo>
                <a:cubicBezTo>
                  <a:pt x="33116" y="8925"/>
                  <a:pt x="32637" y="8254"/>
                  <a:pt x="32637" y="7046"/>
                </a:cubicBezTo>
                <a:cubicBezTo>
                  <a:pt x="32637" y="6911"/>
                  <a:pt x="32774" y="6173"/>
                  <a:pt x="33048" y="4831"/>
                </a:cubicBezTo>
                <a:cubicBezTo>
                  <a:pt x="33869" y="2147"/>
                  <a:pt x="34485" y="671"/>
                  <a:pt x="34895" y="403"/>
                </a:cubicBezTo>
                <a:cubicBezTo>
                  <a:pt x="35306" y="134"/>
                  <a:pt x="48580" y="0"/>
                  <a:pt x="74717" y="0"/>
                </a:cubicBezTo>
                <a:cubicBezTo>
                  <a:pt x="100717" y="134"/>
                  <a:pt x="114607" y="336"/>
                  <a:pt x="116386" y="604"/>
                </a:cubicBezTo>
                <a:cubicBezTo>
                  <a:pt x="125144" y="2080"/>
                  <a:pt x="132465" y="5368"/>
                  <a:pt x="138349" y="10468"/>
                </a:cubicBezTo>
                <a:cubicBezTo>
                  <a:pt x="144234" y="15568"/>
                  <a:pt x="147244" y="22345"/>
                  <a:pt x="147381" y="30800"/>
                </a:cubicBezTo>
                <a:cubicBezTo>
                  <a:pt x="147381" y="41133"/>
                  <a:pt x="142865" y="50595"/>
                  <a:pt x="133833" y="59184"/>
                </a:cubicBezTo>
                <a:cubicBezTo>
                  <a:pt x="124391" y="68310"/>
                  <a:pt x="112212" y="74081"/>
                  <a:pt x="97296" y="76496"/>
                </a:cubicBezTo>
                <a:cubicBezTo>
                  <a:pt x="96338" y="76630"/>
                  <a:pt x="89154" y="76765"/>
                  <a:pt x="75743" y="76899"/>
                </a:cubicBezTo>
                <a:lnTo>
                  <a:pt x="56243" y="76899"/>
                </a:lnTo>
                <a:lnTo>
                  <a:pt x="50085" y="100854"/>
                </a:lnTo>
                <a:cubicBezTo>
                  <a:pt x="45980" y="116422"/>
                  <a:pt x="43927" y="124675"/>
                  <a:pt x="43927" y="125615"/>
                </a:cubicBezTo>
                <a:cubicBezTo>
                  <a:pt x="43927" y="126152"/>
                  <a:pt x="43995" y="126487"/>
                  <a:pt x="44132" y="126621"/>
                </a:cubicBezTo>
                <a:cubicBezTo>
                  <a:pt x="44269" y="126756"/>
                  <a:pt x="44748" y="127024"/>
                  <a:pt x="45569" y="127427"/>
                </a:cubicBezTo>
                <a:cubicBezTo>
                  <a:pt x="46390" y="127829"/>
                  <a:pt x="47553" y="127963"/>
                  <a:pt x="49059" y="127829"/>
                </a:cubicBezTo>
                <a:cubicBezTo>
                  <a:pt x="50564" y="127695"/>
                  <a:pt x="52822" y="127829"/>
                  <a:pt x="55832" y="128232"/>
                </a:cubicBezTo>
                <a:lnTo>
                  <a:pt x="62196" y="128232"/>
                </a:lnTo>
                <a:cubicBezTo>
                  <a:pt x="63017" y="129440"/>
                  <a:pt x="63427" y="130178"/>
                  <a:pt x="63427" y="130446"/>
                </a:cubicBezTo>
                <a:cubicBezTo>
                  <a:pt x="63427" y="132593"/>
                  <a:pt x="62948" y="134607"/>
                  <a:pt x="61990" y="136485"/>
                </a:cubicBezTo>
                <a:cubicBezTo>
                  <a:pt x="61306" y="137156"/>
                  <a:pt x="60211" y="137492"/>
                  <a:pt x="58706" y="137492"/>
                </a:cubicBezTo>
                <a:cubicBezTo>
                  <a:pt x="58296" y="137492"/>
                  <a:pt x="55764" y="137425"/>
                  <a:pt x="51111" y="137291"/>
                </a:cubicBezTo>
                <a:cubicBezTo>
                  <a:pt x="46459" y="137156"/>
                  <a:pt x="39616" y="137089"/>
                  <a:pt x="30585" y="137089"/>
                </a:cubicBezTo>
                <a:cubicBezTo>
                  <a:pt x="22100" y="137089"/>
                  <a:pt x="15600" y="137089"/>
                  <a:pt x="11084" y="137089"/>
                </a:cubicBezTo>
                <a:cubicBezTo>
                  <a:pt x="6569" y="137089"/>
                  <a:pt x="4105" y="137156"/>
                  <a:pt x="3695" y="137291"/>
                </a:cubicBezTo>
                <a:cubicBezTo>
                  <a:pt x="1232" y="137291"/>
                  <a:pt x="0" y="136620"/>
                  <a:pt x="0" y="135278"/>
                </a:cubicBezTo>
                <a:cubicBezTo>
                  <a:pt x="0" y="135009"/>
                  <a:pt x="205" y="134070"/>
                  <a:pt x="616" y="132459"/>
                </a:cubicBezTo>
                <a:cubicBezTo>
                  <a:pt x="1163" y="130312"/>
                  <a:pt x="1711" y="129104"/>
                  <a:pt x="2258" y="128836"/>
                </a:cubicBezTo>
                <a:cubicBezTo>
                  <a:pt x="2805" y="128567"/>
                  <a:pt x="4379" y="128366"/>
                  <a:pt x="6979" y="128232"/>
                </a:cubicBezTo>
                <a:cubicBezTo>
                  <a:pt x="10674" y="128232"/>
                  <a:pt x="14779" y="128031"/>
                  <a:pt x="19295" y="127628"/>
                </a:cubicBezTo>
                <a:cubicBezTo>
                  <a:pt x="21211" y="127225"/>
                  <a:pt x="22511" y="126420"/>
                  <a:pt x="23195" y="125212"/>
                </a:cubicBezTo>
                <a:cubicBezTo>
                  <a:pt x="23606" y="124675"/>
                  <a:pt x="28532" y="106021"/>
                  <a:pt x="37974" y="69249"/>
                </a:cubicBezTo>
                <a:cubicBezTo>
                  <a:pt x="47416" y="32477"/>
                  <a:pt x="52138" y="13085"/>
                  <a:pt x="52138" y="11072"/>
                </a:cubicBezTo>
                <a:close/>
                <a:moveTo>
                  <a:pt x="125623" y="25968"/>
                </a:moveTo>
                <a:cubicBezTo>
                  <a:pt x="125623" y="24224"/>
                  <a:pt x="125486" y="22815"/>
                  <a:pt x="125212" y="21741"/>
                </a:cubicBezTo>
                <a:cubicBezTo>
                  <a:pt x="124939" y="20667"/>
                  <a:pt x="124323" y="19191"/>
                  <a:pt x="123365" y="17312"/>
                </a:cubicBezTo>
                <a:cubicBezTo>
                  <a:pt x="122407" y="15433"/>
                  <a:pt x="120696" y="13957"/>
                  <a:pt x="118233" y="12884"/>
                </a:cubicBezTo>
                <a:cubicBezTo>
                  <a:pt x="115770" y="11810"/>
                  <a:pt x="112417" y="10736"/>
                  <a:pt x="108175" y="9663"/>
                </a:cubicBezTo>
                <a:cubicBezTo>
                  <a:pt x="107217" y="9528"/>
                  <a:pt x="101744" y="9394"/>
                  <a:pt x="91754" y="9260"/>
                </a:cubicBezTo>
                <a:cubicBezTo>
                  <a:pt x="89428" y="9260"/>
                  <a:pt x="87033" y="9260"/>
                  <a:pt x="84570" y="9260"/>
                </a:cubicBezTo>
                <a:cubicBezTo>
                  <a:pt x="82106" y="9260"/>
                  <a:pt x="80122" y="9327"/>
                  <a:pt x="78617" y="9461"/>
                </a:cubicBezTo>
                <a:cubicBezTo>
                  <a:pt x="77112" y="9596"/>
                  <a:pt x="76291" y="9596"/>
                  <a:pt x="76154" y="9461"/>
                </a:cubicBezTo>
                <a:cubicBezTo>
                  <a:pt x="74375" y="9596"/>
                  <a:pt x="73143" y="10200"/>
                  <a:pt x="72459" y="11273"/>
                </a:cubicBezTo>
                <a:cubicBezTo>
                  <a:pt x="72185" y="12078"/>
                  <a:pt x="70885" y="17245"/>
                  <a:pt x="68559" y="26774"/>
                </a:cubicBezTo>
                <a:cubicBezTo>
                  <a:pt x="66232" y="36302"/>
                  <a:pt x="63838" y="45562"/>
                  <a:pt x="61375" y="54554"/>
                </a:cubicBezTo>
                <a:cubicBezTo>
                  <a:pt x="58911" y="63546"/>
                  <a:pt x="57680" y="68108"/>
                  <a:pt x="57680" y="68243"/>
                </a:cubicBezTo>
                <a:cubicBezTo>
                  <a:pt x="57680" y="68511"/>
                  <a:pt x="63222" y="68645"/>
                  <a:pt x="74306" y="68645"/>
                </a:cubicBezTo>
                <a:lnTo>
                  <a:pt x="76769" y="68645"/>
                </a:lnTo>
                <a:lnTo>
                  <a:pt x="81491" y="68645"/>
                </a:lnTo>
                <a:cubicBezTo>
                  <a:pt x="96817" y="68645"/>
                  <a:pt x="107765" y="65290"/>
                  <a:pt x="114333" y="58580"/>
                </a:cubicBezTo>
                <a:cubicBezTo>
                  <a:pt x="118028" y="54956"/>
                  <a:pt x="120833" y="49655"/>
                  <a:pt x="122749" y="42677"/>
                </a:cubicBezTo>
                <a:cubicBezTo>
                  <a:pt x="124665" y="35698"/>
                  <a:pt x="125623" y="30129"/>
                  <a:pt x="125623" y="259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3" cap="flat">
            <a:solidFill>
              <a:srgbClr val="000000">
                <a:alpha val="12680"/>
              </a:srgbClr>
            </a:solidFill>
            <a:miter/>
          </a:ln>
        </p:spPr>
      </p:sp>
      <p:sp>
        <p:nvSpPr>
          <p:cNvPr id="8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7A8B5C-E7CC-4F4A-9DB8-9EEFB850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889" y="4879723"/>
            <a:ext cx="49922" cy="94787"/>
          </a:xfrm>
          <a:custGeom xmlns:a="http://schemas.openxmlformats.org/drawingml/2006/main">
            <a:pathLst>
              <a:path w="49922" h="94787">
                <a:moveTo>
                  <a:pt x="18866" y="12524"/>
                </a:moveTo>
                <a:lnTo>
                  <a:pt x="16979" y="13236"/>
                </a:lnTo>
                <a:cubicBezTo>
                  <a:pt x="15625" y="13710"/>
                  <a:pt x="13690" y="14185"/>
                  <a:pt x="11174" y="14659"/>
                </a:cubicBezTo>
                <a:cubicBezTo>
                  <a:pt x="8659" y="15134"/>
                  <a:pt x="5853" y="15466"/>
                  <a:pt x="2757" y="15656"/>
                </a:cubicBezTo>
                <a:lnTo>
                  <a:pt x="0" y="15656"/>
                </a:lnTo>
                <a:lnTo>
                  <a:pt x="0" y="9109"/>
                </a:lnTo>
                <a:lnTo>
                  <a:pt x="2757" y="9109"/>
                </a:lnTo>
                <a:cubicBezTo>
                  <a:pt x="7305" y="8919"/>
                  <a:pt x="11513" y="8207"/>
                  <a:pt x="15383" y="6974"/>
                </a:cubicBezTo>
                <a:cubicBezTo>
                  <a:pt x="19253" y="5740"/>
                  <a:pt x="21962" y="4602"/>
                  <a:pt x="23510" y="3558"/>
                </a:cubicBezTo>
                <a:cubicBezTo>
                  <a:pt x="25058" y="2514"/>
                  <a:pt x="26412" y="1471"/>
                  <a:pt x="27573" y="427"/>
                </a:cubicBezTo>
                <a:cubicBezTo>
                  <a:pt x="27767" y="142"/>
                  <a:pt x="28347" y="0"/>
                  <a:pt x="29315" y="0"/>
                </a:cubicBezTo>
                <a:cubicBezTo>
                  <a:pt x="30186" y="0"/>
                  <a:pt x="31008" y="285"/>
                  <a:pt x="31782" y="854"/>
                </a:cubicBezTo>
                <a:lnTo>
                  <a:pt x="31782" y="43409"/>
                </a:lnTo>
                <a:lnTo>
                  <a:pt x="31927" y="86106"/>
                </a:lnTo>
                <a:cubicBezTo>
                  <a:pt x="32604" y="86770"/>
                  <a:pt x="33185" y="87197"/>
                  <a:pt x="33669" y="87386"/>
                </a:cubicBezTo>
                <a:cubicBezTo>
                  <a:pt x="34152" y="87576"/>
                  <a:pt x="35313" y="87766"/>
                  <a:pt x="37152" y="87956"/>
                </a:cubicBezTo>
                <a:cubicBezTo>
                  <a:pt x="38990" y="88146"/>
                  <a:pt x="41989" y="88240"/>
                  <a:pt x="46149" y="88240"/>
                </a:cubicBezTo>
                <a:lnTo>
                  <a:pt x="49922" y="88240"/>
                </a:lnTo>
                <a:lnTo>
                  <a:pt x="49922" y="94787"/>
                </a:lnTo>
                <a:lnTo>
                  <a:pt x="48326" y="94787"/>
                </a:lnTo>
                <a:cubicBezTo>
                  <a:pt x="46294" y="94503"/>
                  <a:pt x="38603" y="94360"/>
                  <a:pt x="25251" y="94360"/>
                </a:cubicBezTo>
                <a:cubicBezTo>
                  <a:pt x="12094" y="94360"/>
                  <a:pt x="4499" y="94503"/>
                  <a:pt x="2467" y="94787"/>
                </a:cubicBezTo>
                <a:lnTo>
                  <a:pt x="726" y="94787"/>
                </a:lnTo>
                <a:lnTo>
                  <a:pt x="726" y="88240"/>
                </a:lnTo>
                <a:lnTo>
                  <a:pt x="4499" y="88240"/>
                </a:lnTo>
                <a:cubicBezTo>
                  <a:pt x="6627" y="88240"/>
                  <a:pt x="8466" y="88240"/>
                  <a:pt x="10013" y="88240"/>
                </a:cubicBezTo>
                <a:cubicBezTo>
                  <a:pt x="11561" y="88240"/>
                  <a:pt x="12771" y="88193"/>
                  <a:pt x="13642" y="88098"/>
                </a:cubicBezTo>
                <a:cubicBezTo>
                  <a:pt x="14512" y="88003"/>
                  <a:pt x="15286" y="87861"/>
                  <a:pt x="15964" y="87671"/>
                </a:cubicBezTo>
                <a:cubicBezTo>
                  <a:pt x="16641" y="87481"/>
                  <a:pt x="17028" y="87386"/>
                  <a:pt x="17125" y="87386"/>
                </a:cubicBezTo>
                <a:cubicBezTo>
                  <a:pt x="17221" y="87386"/>
                  <a:pt x="17512" y="87149"/>
                  <a:pt x="17995" y="86675"/>
                </a:cubicBezTo>
                <a:cubicBezTo>
                  <a:pt x="18479" y="86200"/>
                  <a:pt x="18769" y="86011"/>
                  <a:pt x="18866" y="86106"/>
                </a:cubicBezTo>
                <a:lnTo>
                  <a:pt x="18866" y="125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459E24-99BF-4A43-B776-BD9A0C8E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889" y="4879723"/>
            <a:ext cx="49922" cy="94787"/>
          </a:xfrm>
          <a:custGeom xmlns:a="http://schemas.openxmlformats.org/drawingml/2006/main">
            <a:pathLst>
              <a:path w="49922" h="94787" fill="none">
                <a:moveTo>
                  <a:pt x="18866" y="12524"/>
                </a:moveTo>
                <a:lnTo>
                  <a:pt x="16979" y="13236"/>
                </a:lnTo>
                <a:cubicBezTo>
                  <a:pt x="15625" y="13710"/>
                  <a:pt x="13690" y="14185"/>
                  <a:pt x="11174" y="14659"/>
                </a:cubicBezTo>
                <a:cubicBezTo>
                  <a:pt x="8659" y="15134"/>
                  <a:pt x="5853" y="15466"/>
                  <a:pt x="2757" y="15656"/>
                </a:cubicBezTo>
                <a:lnTo>
                  <a:pt x="0" y="15656"/>
                </a:lnTo>
                <a:lnTo>
                  <a:pt x="0" y="9109"/>
                </a:lnTo>
                <a:lnTo>
                  <a:pt x="2757" y="9109"/>
                </a:lnTo>
                <a:cubicBezTo>
                  <a:pt x="7305" y="8919"/>
                  <a:pt x="11513" y="8207"/>
                  <a:pt x="15383" y="6974"/>
                </a:cubicBezTo>
                <a:cubicBezTo>
                  <a:pt x="19253" y="5740"/>
                  <a:pt x="21962" y="4602"/>
                  <a:pt x="23510" y="3558"/>
                </a:cubicBezTo>
                <a:cubicBezTo>
                  <a:pt x="25058" y="2514"/>
                  <a:pt x="26412" y="1471"/>
                  <a:pt x="27573" y="427"/>
                </a:cubicBezTo>
                <a:cubicBezTo>
                  <a:pt x="27767" y="142"/>
                  <a:pt x="28347" y="0"/>
                  <a:pt x="29315" y="0"/>
                </a:cubicBezTo>
                <a:cubicBezTo>
                  <a:pt x="30186" y="0"/>
                  <a:pt x="31008" y="285"/>
                  <a:pt x="31782" y="854"/>
                </a:cubicBezTo>
                <a:lnTo>
                  <a:pt x="31782" y="43409"/>
                </a:lnTo>
                <a:lnTo>
                  <a:pt x="31927" y="86106"/>
                </a:lnTo>
                <a:cubicBezTo>
                  <a:pt x="32604" y="86770"/>
                  <a:pt x="33185" y="87197"/>
                  <a:pt x="33669" y="87386"/>
                </a:cubicBezTo>
                <a:cubicBezTo>
                  <a:pt x="34152" y="87576"/>
                  <a:pt x="35313" y="87766"/>
                  <a:pt x="37152" y="87956"/>
                </a:cubicBezTo>
                <a:cubicBezTo>
                  <a:pt x="38990" y="88146"/>
                  <a:pt x="41989" y="88240"/>
                  <a:pt x="46149" y="88240"/>
                </a:cubicBezTo>
                <a:lnTo>
                  <a:pt x="49922" y="88240"/>
                </a:lnTo>
                <a:lnTo>
                  <a:pt x="49922" y="94787"/>
                </a:lnTo>
                <a:lnTo>
                  <a:pt x="48326" y="94787"/>
                </a:lnTo>
                <a:cubicBezTo>
                  <a:pt x="46294" y="94503"/>
                  <a:pt x="38603" y="94360"/>
                  <a:pt x="25251" y="94360"/>
                </a:cubicBezTo>
                <a:cubicBezTo>
                  <a:pt x="12094" y="94360"/>
                  <a:pt x="4499" y="94503"/>
                  <a:pt x="2467" y="94787"/>
                </a:cubicBezTo>
                <a:lnTo>
                  <a:pt x="726" y="94787"/>
                </a:lnTo>
                <a:lnTo>
                  <a:pt x="726" y="88240"/>
                </a:lnTo>
                <a:lnTo>
                  <a:pt x="4499" y="88240"/>
                </a:lnTo>
                <a:cubicBezTo>
                  <a:pt x="6627" y="88240"/>
                  <a:pt x="8466" y="88240"/>
                  <a:pt x="10013" y="88240"/>
                </a:cubicBezTo>
                <a:cubicBezTo>
                  <a:pt x="11561" y="88240"/>
                  <a:pt x="12771" y="88193"/>
                  <a:pt x="13642" y="88098"/>
                </a:cubicBezTo>
                <a:cubicBezTo>
                  <a:pt x="14512" y="88003"/>
                  <a:pt x="15286" y="87861"/>
                  <a:pt x="15964" y="87671"/>
                </a:cubicBezTo>
                <a:cubicBezTo>
                  <a:pt x="16641" y="87481"/>
                  <a:pt x="17028" y="87386"/>
                  <a:pt x="17125" y="87386"/>
                </a:cubicBezTo>
                <a:cubicBezTo>
                  <a:pt x="17221" y="87386"/>
                  <a:pt x="17512" y="87149"/>
                  <a:pt x="17995" y="86675"/>
                </a:cubicBezTo>
                <a:cubicBezTo>
                  <a:pt x="18479" y="86200"/>
                  <a:pt x="18769" y="86011"/>
                  <a:pt x="18866" y="86106"/>
                </a:cubicBezTo>
                <a:lnTo>
                  <a:pt x="18866" y="1252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4" cap="flat">
            <a:solidFill>
              <a:srgbClr val="000000">
                <a:alpha val="8960"/>
              </a:srgbClr>
            </a:solidFill>
            <a:miter/>
          </a:ln>
        </p:spPr>
      </p:sp>
      <p:sp>
        <p:nvSpPr>
          <p:cNvPr id="8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91B9E5-C9A3-4F77-B6BF-430B2610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4" y="4793335"/>
            <a:ext cx="49059" cy="201306"/>
          </a:xfrm>
          <a:custGeom xmlns:a="http://schemas.openxmlformats.org/drawingml/2006/main">
            <a:pathLst>
              <a:path w="49059" h="201306">
                <a:moveTo>
                  <a:pt x="0" y="100653"/>
                </a:moveTo>
                <a:cubicBezTo>
                  <a:pt x="0" y="91393"/>
                  <a:pt x="684" y="82602"/>
                  <a:pt x="2053" y="74282"/>
                </a:cubicBezTo>
                <a:cubicBezTo>
                  <a:pt x="3421" y="65961"/>
                  <a:pt x="4995" y="58781"/>
                  <a:pt x="6774" y="52742"/>
                </a:cubicBezTo>
                <a:cubicBezTo>
                  <a:pt x="8553" y="46703"/>
                  <a:pt x="11084" y="40798"/>
                  <a:pt x="14369" y="35027"/>
                </a:cubicBezTo>
                <a:cubicBezTo>
                  <a:pt x="17653" y="29256"/>
                  <a:pt x="20253" y="24761"/>
                  <a:pt x="22169" y="21540"/>
                </a:cubicBezTo>
                <a:cubicBezTo>
                  <a:pt x="24085" y="18319"/>
                  <a:pt x="26958" y="14830"/>
                  <a:pt x="30790" y="11072"/>
                </a:cubicBezTo>
                <a:cubicBezTo>
                  <a:pt x="34622" y="7314"/>
                  <a:pt x="36879" y="5033"/>
                  <a:pt x="37564" y="4227"/>
                </a:cubicBezTo>
                <a:cubicBezTo>
                  <a:pt x="38248" y="3422"/>
                  <a:pt x="39958" y="2013"/>
                  <a:pt x="42695" y="0"/>
                </a:cubicBezTo>
                <a:lnTo>
                  <a:pt x="45364" y="0"/>
                </a:lnTo>
                <a:lnTo>
                  <a:pt x="46185" y="0"/>
                </a:lnTo>
                <a:cubicBezTo>
                  <a:pt x="48101" y="0"/>
                  <a:pt x="49059" y="604"/>
                  <a:pt x="49059" y="1812"/>
                </a:cubicBezTo>
                <a:cubicBezTo>
                  <a:pt x="49059" y="2214"/>
                  <a:pt x="47895" y="3624"/>
                  <a:pt x="45569" y="6039"/>
                </a:cubicBezTo>
                <a:cubicBezTo>
                  <a:pt x="43243" y="8455"/>
                  <a:pt x="40437" y="12011"/>
                  <a:pt x="37153" y="16708"/>
                </a:cubicBezTo>
                <a:cubicBezTo>
                  <a:pt x="33869" y="21406"/>
                  <a:pt x="30516" y="27176"/>
                  <a:pt x="27095" y="34021"/>
                </a:cubicBezTo>
                <a:cubicBezTo>
                  <a:pt x="23674" y="40865"/>
                  <a:pt x="20800" y="50125"/>
                  <a:pt x="18474" y="61801"/>
                </a:cubicBezTo>
                <a:cubicBezTo>
                  <a:pt x="16148" y="73477"/>
                  <a:pt x="14984" y="86427"/>
                  <a:pt x="14984" y="100653"/>
                </a:cubicBezTo>
                <a:cubicBezTo>
                  <a:pt x="14984" y="114879"/>
                  <a:pt x="16148" y="127762"/>
                  <a:pt x="18474" y="139304"/>
                </a:cubicBezTo>
                <a:cubicBezTo>
                  <a:pt x="20800" y="150845"/>
                  <a:pt x="23606" y="160172"/>
                  <a:pt x="26890" y="167285"/>
                </a:cubicBezTo>
                <a:cubicBezTo>
                  <a:pt x="30174" y="174398"/>
                  <a:pt x="33527" y="180169"/>
                  <a:pt x="36948" y="184597"/>
                </a:cubicBezTo>
                <a:cubicBezTo>
                  <a:pt x="40369" y="189026"/>
                  <a:pt x="43243" y="192583"/>
                  <a:pt x="45569" y="195267"/>
                </a:cubicBezTo>
                <a:cubicBezTo>
                  <a:pt x="47895" y="197951"/>
                  <a:pt x="49059" y="199360"/>
                  <a:pt x="49059" y="199494"/>
                </a:cubicBezTo>
                <a:cubicBezTo>
                  <a:pt x="49059" y="200702"/>
                  <a:pt x="48032" y="201306"/>
                  <a:pt x="45980" y="201306"/>
                </a:cubicBezTo>
                <a:lnTo>
                  <a:pt x="45364" y="201306"/>
                </a:lnTo>
                <a:lnTo>
                  <a:pt x="42695" y="201306"/>
                </a:lnTo>
                <a:lnTo>
                  <a:pt x="36948" y="196474"/>
                </a:lnTo>
                <a:cubicBezTo>
                  <a:pt x="24085" y="185067"/>
                  <a:pt x="14711" y="170842"/>
                  <a:pt x="8826" y="153798"/>
                </a:cubicBezTo>
                <a:cubicBezTo>
                  <a:pt x="2942" y="136754"/>
                  <a:pt x="0" y="119039"/>
                  <a:pt x="0" y="1006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FEA04E-B197-4831-88F5-0F50452E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4" y="4793335"/>
            <a:ext cx="49059" cy="201306"/>
          </a:xfrm>
          <a:custGeom xmlns:a="http://schemas.openxmlformats.org/drawingml/2006/main">
            <a:pathLst>
              <a:path w="49059" h="201306" fill="none">
                <a:moveTo>
                  <a:pt x="0" y="100653"/>
                </a:moveTo>
                <a:cubicBezTo>
                  <a:pt x="0" y="91393"/>
                  <a:pt x="684" y="82602"/>
                  <a:pt x="2053" y="74282"/>
                </a:cubicBezTo>
                <a:cubicBezTo>
                  <a:pt x="3421" y="65961"/>
                  <a:pt x="4995" y="58781"/>
                  <a:pt x="6774" y="52742"/>
                </a:cubicBezTo>
                <a:cubicBezTo>
                  <a:pt x="8553" y="46703"/>
                  <a:pt x="11084" y="40798"/>
                  <a:pt x="14369" y="35027"/>
                </a:cubicBezTo>
                <a:cubicBezTo>
                  <a:pt x="17653" y="29256"/>
                  <a:pt x="20253" y="24761"/>
                  <a:pt x="22169" y="21540"/>
                </a:cubicBezTo>
                <a:cubicBezTo>
                  <a:pt x="24085" y="18319"/>
                  <a:pt x="26958" y="14830"/>
                  <a:pt x="30790" y="11072"/>
                </a:cubicBezTo>
                <a:cubicBezTo>
                  <a:pt x="34622" y="7314"/>
                  <a:pt x="36879" y="5033"/>
                  <a:pt x="37564" y="4227"/>
                </a:cubicBezTo>
                <a:cubicBezTo>
                  <a:pt x="38248" y="3422"/>
                  <a:pt x="39958" y="2013"/>
                  <a:pt x="42695" y="0"/>
                </a:cubicBezTo>
                <a:lnTo>
                  <a:pt x="45364" y="0"/>
                </a:lnTo>
                <a:lnTo>
                  <a:pt x="46185" y="0"/>
                </a:lnTo>
                <a:cubicBezTo>
                  <a:pt x="48101" y="0"/>
                  <a:pt x="49059" y="604"/>
                  <a:pt x="49059" y="1812"/>
                </a:cubicBezTo>
                <a:cubicBezTo>
                  <a:pt x="49059" y="2214"/>
                  <a:pt x="47895" y="3624"/>
                  <a:pt x="45569" y="6039"/>
                </a:cubicBezTo>
                <a:cubicBezTo>
                  <a:pt x="43243" y="8455"/>
                  <a:pt x="40437" y="12011"/>
                  <a:pt x="37153" y="16708"/>
                </a:cubicBezTo>
                <a:cubicBezTo>
                  <a:pt x="33869" y="21406"/>
                  <a:pt x="30516" y="27176"/>
                  <a:pt x="27095" y="34021"/>
                </a:cubicBezTo>
                <a:cubicBezTo>
                  <a:pt x="23674" y="40865"/>
                  <a:pt x="20800" y="50125"/>
                  <a:pt x="18474" y="61801"/>
                </a:cubicBezTo>
                <a:cubicBezTo>
                  <a:pt x="16148" y="73477"/>
                  <a:pt x="14984" y="86427"/>
                  <a:pt x="14984" y="100653"/>
                </a:cubicBezTo>
                <a:cubicBezTo>
                  <a:pt x="14984" y="114879"/>
                  <a:pt x="16148" y="127762"/>
                  <a:pt x="18474" y="139304"/>
                </a:cubicBezTo>
                <a:cubicBezTo>
                  <a:pt x="20800" y="150845"/>
                  <a:pt x="23606" y="160172"/>
                  <a:pt x="26890" y="167285"/>
                </a:cubicBezTo>
                <a:cubicBezTo>
                  <a:pt x="30174" y="174398"/>
                  <a:pt x="33527" y="180169"/>
                  <a:pt x="36948" y="184597"/>
                </a:cubicBezTo>
                <a:cubicBezTo>
                  <a:pt x="40369" y="189026"/>
                  <a:pt x="43243" y="192583"/>
                  <a:pt x="45569" y="195267"/>
                </a:cubicBezTo>
                <a:cubicBezTo>
                  <a:pt x="47895" y="197951"/>
                  <a:pt x="49059" y="199360"/>
                  <a:pt x="49059" y="199494"/>
                </a:cubicBezTo>
                <a:cubicBezTo>
                  <a:pt x="49059" y="200702"/>
                  <a:pt x="48032" y="201306"/>
                  <a:pt x="45980" y="201306"/>
                </a:cubicBezTo>
                <a:lnTo>
                  <a:pt x="45364" y="201306"/>
                </a:lnTo>
                <a:lnTo>
                  <a:pt x="42695" y="201306"/>
                </a:lnTo>
                <a:lnTo>
                  <a:pt x="36948" y="196474"/>
                </a:lnTo>
                <a:cubicBezTo>
                  <a:pt x="24085" y="185067"/>
                  <a:pt x="14711" y="170842"/>
                  <a:pt x="8826" y="153798"/>
                </a:cubicBezTo>
                <a:cubicBezTo>
                  <a:pt x="2942" y="136754"/>
                  <a:pt x="0" y="119039"/>
                  <a:pt x="0" y="10065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3" cap="flat">
            <a:solidFill>
              <a:srgbClr val="000000">
                <a:alpha val="12680"/>
              </a:srgbClr>
            </a:solidFill>
            <a:miter/>
          </a:ln>
        </p:spPr>
      </p:sp>
      <p:sp>
        <p:nvSpPr>
          <p:cNvPr id="8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4D678A-59DA-499E-A448-BDB94DE1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2801" y="4802394"/>
            <a:ext cx="145739" cy="146349"/>
          </a:xfrm>
          <a:custGeom xmlns:a="http://schemas.openxmlformats.org/drawingml/2006/main">
            <a:pathLst>
              <a:path w="145739" h="146349">
                <a:moveTo>
                  <a:pt x="0" y="91192"/>
                </a:moveTo>
                <a:cubicBezTo>
                  <a:pt x="0" y="75758"/>
                  <a:pt x="4584" y="60929"/>
                  <a:pt x="13753" y="46703"/>
                </a:cubicBezTo>
                <a:cubicBezTo>
                  <a:pt x="22921" y="32477"/>
                  <a:pt x="34485" y="21204"/>
                  <a:pt x="48443" y="12884"/>
                </a:cubicBezTo>
                <a:cubicBezTo>
                  <a:pt x="62401" y="4563"/>
                  <a:pt x="76359" y="336"/>
                  <a:pt x="90317" y="201"/>
                </a:cubicBezTo>
                <a:cubicBezTo>
                  <a:pt x="102633" y="201"/>
                  <a:pt x="112417" y="3624"/>
                  <a:pt x="119670" y="10468"/>
                </a:cubicBezTo>
                <a:cubicBezTo>
                  <a:pt x="120902" y="11810"/>
                  <a:pt x="121928" y="12951"/>
                  <a:pt x="122749" y="13890"/>
                </a:cubicBezTo>
                <a:cubicBezTo>
                  <a:pt x="123570" y="14830"/>
                  <a:pt x="124118" y="15501"/>
                  <a:pt x="124391" y="15903"/>
                </a:cubicBezTo>
                <a:lnTo>
                  <a:pt x="124596" y="16507"/>
                </a:lnTo>
                <a:cubicBezTo>
                  <a:pt x="125007" y="16507"/>
                  <a:pt x="126854" y="14762"/>
                  <a:pt x="130139" y="11273"/>
                </a:cubicBezTo>
                <a:cubicBezTo>
                  <a:pt x="131097" y="10468"/>
                  <a:pt x="132123" y="9528"/>
                  <a:pt x="133218" y="8455"/>
                </a:cubicBezTo>
                <a:cubicBezTo>
                  <a:pt x="134312" y="7381"/>
                  <a:pt x="135407" y="6308"/>
                  <a:pt x="136502" y="5234"/>
                </a:cubicBezTo>
                <a:cubicBezTo>
                  <a:pt x="137597" y="4160"/>
                  <a:pt x="138281" y="3422"/>
                  <a:pt x="138555" y="3020"/>
                </a:cubicBezTo>
                <a:lnTo>
                  <a:pt x="141634" y="0"/>
                </a:lnTo>
                <a:lnTo>
                  <a:pt x="142865" y="0"/>
                </a:lnTo>
                <a:cubicBezTo>
                  <a:pt x="144781" y="0"/>
                  <a:pt x="145739" y="470"/>
                  <a:pt x="145739" y="1409"/>
                </a:cubicBezTo>
                <a:cubicBezTo>
                  <a:pt x="145739" y="1946"/>
                  <a:pt x="143549" y="11139"/>
                  <a:pt x="139170" y="28988"/>
                </a:cubicBezTo>
                <a:cubicBezTo>
                  <a:pt x="134244" y="47642"/>
                  <a:pt x="131781" y="57037"/>
                  <a:pt x="131781" y="57171"/>
                </a:cubicBezTo>
                <a:cubicBezTo>
                  <a:pt x="131507" y="57842"/>
                  <a:pt x="131165" y="58244"/>
                  <a:pt x="130754" y="58379"/>
                </a:cubicBezTo>
                <a:cubicBezTo>
                  <a:pt x="130344" y="58513"/>
                  <a:pt x="129112" y="58647"/>
                  <a:pt x="127060" y="58781"/>
                </a:cubicBezTo>
                <a:lnTo>
                  <a:pt x="123775" y="58781"/>
                </a:lnTo>
                <a:cubicBezTo>
                  <a:pt x="122954" y="57976"/>
                  <a:pt x="122544" y="57372"/>
                  <a:pt x="122544" y="56970"/>
                </a:cubicBezTo>
                <a:cubicBezTo>
                  <a:pt x="122544" y="56835"/>
                  <a:pt x="122612" y="56366"/>
                  <a:pt x="122749" y="55560"/>
                </a:cubicBezTo>
                <a:cubicBezTo>
                  <a:pt x="122886" y="54755"/>
                  <a:pt x="123023" y="53413"/>
                  <a:pt x="123160" y="51534"/>
                </a:cubicBezTo>
                <a:cubicBezTo>
                  <a:pt x="123296" y="49655"/>
                  <a:pt x="123365" y="47508"/>
                  <a:pt x="123365" y="45093"/>
                </a:cubicBezTo>
                <a:cubicBezTo>
                  <a:pt x="123365" y="35564"/>
                  <a:pt x="121175" y="27243"/>
                  <a:pt x="116796" y="20131"/>
                </a:cubicBezTo>
                <a:cubicBezTo>
                  <a:pt x="112417" y="13018"/>
                  <a:pt x="104959" y="9394"/>
                  <a:pt x="94422" y="9260"/>
                </a:cubicBezTo>
                <a:cubicBezTo>
                  <a:pt x="91959" y="9260"/>
                  <a:pt x="89291" y="9461"/>
                  <a:pt x="86417" y="9864"/>
                </a:cubicBezTo>
                <a:cubicBezTo>
                  <a:pt x="83543" y="10267"/>
                  <a:pt x="79917" y="11139"/>
                  <a:pt x="75538" y="12481"/>
                </a:cubicBezTo>
                <a:cubicBezTo>
                  <a:pt x="71159" y="13823"/>
                  <a:pt x="66985" y="15702"/>
                  <a:pt x="63017" y="18118"/>
                </a:cubicBezTo>
                <a:cubicBezTo>
                  <a:pt x="59048" y="20533"/>
                  <a:pt x="54738" y="23754"/>
                  <a:pt x="50085" y="27780"/>
                </a:cubicBezTo>
                <a:cubicBezTo>
                  <a:pt x="45432" y="31806"/>
                  <a:pt x="41464" y="36571"/>
                  <a:pt x="38179" y="42073"/>
                </a:cubicBezTo>
                <a:cubicBezTo>
                  <a:pt x="34895" y="47575"/>
                  <a:pt x="31679" y="54420"/>
                  <a:pt x="28532" y="62606"/>
                </a:cubicBezTo>
                <a:cubicBezTo>
                  <a:pt x="25385" y="70793"/>
                  <a:pt x="23263" y="79784"/>
                  <a:pt x="22169" y="89581"/>
                </a:cubicBezTo>
                <a:cubicBezTo>
                  <a:pt x="21895" y="91997"/>
                  <a:pt x="21758" y="94614"/>
                  <a:pt x="21758" y="97432"/>
                </a:cubicBezTo>
                <a:cubicBezTo>
                  <a:pt x="21758" y="103874"/>
                  <a:pt x="22716" y="109577"/>
                  <a:pt x="24632" y="114543"/>
                </a:cubicBezTo>
                <a:cubicBezTo>
                  <a:pt x="26548" y="119509"/>
                  <a:pt x="29011" y="123333"/>
                  <a:pt x="32021" y="126017"/>
                </a:cubicBezTo>
                <a:cubicBezTo>
                  <a:pt x="35032" y="128702"/>
                  <a:pt x="38453" y="130983"/>
                  <a:pt x="42285" y="132862"/>
                </a:cubicBezTo>
                <a:cubicBezTo>
                  <a:pt x="46116" y="134741"/>
                  <a:pt x="49674" y="135881"/>
                  <a:pt x="52959" y="136284"/>
                </a:cubicBezTo>
                <a:cubicBezTo>
                  <a:pt x="56243" y="136687"/>
                  <a:pt x="59322" y="136955"/>
                  <a:pt x="62196" y="137089"/>
                </a:cubicBezTo>
                <a:cubicBezTo>
                  <a:pt x="69585" y="137089"/>
                  <a:pt x="76359" y="135546"/>
                  <a:pt x="82517" y="132459"/>
                </a:cubicBezTo>
                <a:cubicBezTo>
                  <a:pt x="88675" y="129373"/>
                  <a:pt x="92917" y="125414"/>
                  <a:pt x="95243" y="120582"/>
                </a:cubicBezTo>
                <a:cubicBezTo>
                  <a:pt x="95654" y="119509"/>
                  <a:pt x="96680" y="115818"/>
                  <a:pt x="98322" y="109510"/>
                </a:cubicBezTo>
                <a:cubicBezTo>
                  <a:pt x="99965" y="103203"/>
                  <a:pt x="100786" y="99646"/>
                  <a:pt x="100786" y="98841"/>
                </a:cubicBezTo>
                <a:cubicBezTo>
                  <a:pt x="100786" y="97768"/>
                  <a:pt x="99896" y="97097"/>
                  <a:pt x="98117" y="96828"/>
                </a:cubicBezTo>
                <a:cubicBezTo>
                  <a:pt x="96338" y="96560"/>
                  <a:pt x="92233" y="96358"/>
                  <a:pt x="85801" y="96224"/>
                </a:cubicBezTo>
                <a:lnTo>
                  <a:pt x="78206" y="96224"/>
                </a:lnTo>
                <a:cubicBezTo>
                  <a:pt x="77385" y="95419"/>
                  <a:pt x="76975" y="94882"/>
                  <a:pt x="76975" y="94614"/>
                </a:cubicBezTo>
                <a:cubicBezTo>
                  <a:pt x="76975" y="94345"/>
                  <a:pt x="77112" y="93070"/>
                  <a:pt x="77385" y="90789"/>
                </a:cubicBezTo>
                <a:cubicBezTo>
                  <a:pt x="77933" y="89044"/>
                  <a:pt x="78617" y="87769"/>
                  <a:pt x="79438" y="86964"/>
                </a:cubicBezTo>
                <a:lnTo>
                  <a:pt x="82927" y="86964"/>
                </a:lnTo>
                <a:cubicBezTo>
                  <a:pt x="88401" y="87233"/>
                  <a:pt x="97980" y="87367"/>
                  <a:pt x="111665" y="87367"/>
                </a:cubicBezTo>
                <a:cubicBezTo>
                  <a:pt x="117138" y="87367"/>
                  <a:pt x="121586" y="87367"/>
                  <a:pt x="125007" y="87367"/>
                </a:cubicBezTo>
                <a:cubicBezTo>
                  <a:pt x="128428" y="87367"/>
                  <a:pt x="130891" y="87300"/>
                  <a:pt x="132397" y="87165"/>
                </a:cubicBezTo>
                <a:cubicBezTo>
                  <a:pt x="133902" y="87031"/>
                  <a:pt x="134723" y="87031"/>
                  <a:pt x="134860" y="87165"/>
                </a:cubicBezTo>
                <a:cubicBezTo>
                  <a:pt x="136776" y="87165"/>
                  <a:pt x="137733" y="87769"/>
                  <a:pt x="137733" y="88977"/>
                </a:cubicBezTo>
                <a:cubicBezTo>
                  <a:pt x="137733" y="89246"/>
                  <a:pt x="137597" y="90185"/>
                  <a:pt x="137323" y="91795"/>
                </a:cubicBezTo>
                <a:cubicBezTo>
                  <a:pt x="136639" y="94345"/>
                  <a:pt x="135955" y="95754"/>
                  <a:pt x="135270" y="96023"/>
                </a:cubicBezTo>
                <a:cubicBezTo>
                  <a:pt x="134860" y="96157"/>
                  <a:pt x="133833" y="96224"/>
                  <a:pt x="132191" y="96224"/>
                </a:cubicBezTo>
                <a:cubicBezTo>
                  <a:pt x="129454" y="96224"/>
                  <a:pt x="126649" y="96425"/>
                  <a:pt x="123775" y="96828"/>
                </a:cubicBezTo>
                <a:cubicBezTo>
                  <a:pt x="122817" y="97231"/>
                  <a:pt x="122133" y="97835"/>
                  <a:pt x="121723" y="98640"/>
                </a:cubicBezTo>
                <a:cubicBezTo>
                  <a:pt x="121312" y="99445"/>
                  <a:pt x="120354" y="102867"/>
                  <a:pt x="118849" y="108906"/>
                </a:cubicBezTo>
                <a:cubicBezTo>
                  <a:pt x="117617" y="113335"/>
                  <a:pt x="116591" y="117093"/>
                  <a:pt x="115770" y="120180"/>
                </a:cubicBezTo>
                <a:cubicBezTo>
                  <a:pt x="112349" y="133868"/>
                  <a:pt x="110433" y="140914"/>
                  <a:pt x="110023" y="141317"/>
                </a:cubicBezTo>
                <a:cubicBezTo>
                  <a:pt x="109749" y="141585"/>
                  <a:pt x="109407" y="141719"/>
                  <a:pt x="108996" y="141719"/>
                </a:cubicBezTo>
                <a:cubicBezTo>
                  <a:pt x="107628" y="141719"/>
                  <a:pt x="105712" y="140377"/>
                  <a:pt x="103249" y="137693"/>
                </a:cubicBezTo>
                <a:cubicBezTo>
                  <a:pt x="100786" y="135009"/>
                  <a:pt x="99212" y="132929"/>
                  <a:pt x="98528" y="131453"/>
                </a:cubicBezTo>
                <a:cubicBezTo>
                  <a:pt x="98528" y="131319"/>
                  <a:pt x="98391" y="131319"/>
                  <a:pt x="98117" y="131453"/>
                </a:cubicBezTo>
                <a:cubicBezTo>
                  <a:pt x="97843" y="131587"/>
                  <a:pt x="97433" y="131922"/>
                  <a:pt x="96886" y="132459"/>
                </a:cubicBezTo>
                <a:cubicBezTo>
                  <a:pt x="86759" y="141719"/>
                  <a:pt x="73075" y="146349"/>
                  <a:pt x="55832" y="146349"/>
                </a:cubicBezTo>
                <a:cubicBezTo>
                  <a:pt x="39274" y="146349"/>
                  <a:pt x="25864" y="141182"/>
                  <a:pt x="15600" y="130849"/>
                </a:cubicBezTo>
                <a:cubicBezTo>
                  <a:pt x="5337" y="120515"/>
                  <a:pt x="137" y="107296"/>
                  <a:pt x="0" y="911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72A637-A714-43BD-8931-454AF0B5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2801" y="4802394"/>
            <a:ext cx="145739" cy="146349"/>
          </a:xfrm>
          <a:custGeom xmlns:a="http://schemas.openxmlformats.org/drawingml/2006/main">
            <a:pathLst>
              <a:path w="145739" h="146349" fill="none">
                <a:moveTo>
                  <a:pt x="0" y="91192"/>
                </a:moveTo>
                <a:cubicBezTo>
                  <a:pt x="0" y="75758"/>
                  <a:pt x="4584" y="60929"/>
                  <a:pt x="13753" y="46703"/>
                </a:cubicBezTo>
                <a:cubicBezTo>
                  <a:pt x="22921" y="32477"/>
                  <a:pt x="34485" y="21204"/>
                  <a:pt x="48443" y="12884"/>
                </a:cubicBezTo>
                <a:cubicBezTo>
                  <a:pt x="62401" y="4563"/>
                  <a:pt x="76359" y="336"/>
                  <a:pt x="90317" y="201"/>
                </a:cubicBezTo>
                <a:cubicBezTo>
                  <a:pt x="102633" y="201"/>
                  <a:pt x="112417" y="3624"/>
                  <a:pt x="119670" y="10468"/>
                </a:cubicBezTo>
                <a:cubicBezTo>
                  <a:pt x="120902" y="11810"/>
                  <a:pt x="121928" y="12951"/>
                  <a:pt x="122749" y="13890"/>
                </a:cubicBezTo>
                <a:cubicBezTo>
                  <a:pt x="123570" y="14830"/>
                  <a:pt x="124118" y="15501"/>
                  <a:pt x="124391" y="15903"/>
                </a:cubicBezTo>
                <a:lnTo>
                  <a:pt x="124596" y="16507"/>
                </a:lnTo>
                <a:cubicBezTo>
                  <a:pt x="125007" y="16507"/>
                  <a:pt x="126854" y="14762"/>
                  <a:pt x="130139" y="11273"/>
                </a:cubicBezTo>
                <a:cubicBezTo>
                  <a:pt x="131097" y="10468"/>
                  <a:pt x="132123" y="9528"/>
                  <a:pt x="133218" y="8455"/>
                </a:cubicBezTo>
                <a:cubicBezTo>
                  <a:pt x="134312" y="7381"/>
                  <a:pt x="135407" y="6308"/>
                  <a:pt x="136502" y="5234"/>
                </a:cubicBezTo>
                <a:cubicBezTo>
                  <a:pt x="137597" y="4160"/>
                  <a:pt x="138281" y="3422"/>
                  <a:pt x="138555" y="3020"/>
                </a:cubicBezTo>
                <a:lnTo>
                  <a:pt x="141634" y="0"/>
                </a:lnTo>
                <a:lnTo>
                  <a:pt x="142865" y="0"/>
                </a:lnTo>
                <a:cubicBezTo>
                  <a:pt x="144781" y="0"/>
                  <a:pt x="145739" y="470"/>
                  <a:pt x="145739" y="1409"/>
                </a:cubicBezTo>
                <a:cubicBezTo>
                  <a:pt x="145739" y="1946"/>
                  <a:pt x="143549" y="11139"/>
                  <a:pt x="139170" y="28988"/>
                </a:cubicBezTo>
                <a:cubicBezTo>
                  <a:pt x="134244" y="47642"/>
                  <a:pt x="131781" y="57037"/>
                  <a:pt x="131781" y="57171"/>
                </a:cubicBezTo>
                <a:cubicBezTo>
                  <a:pt x="131507" y="57842"/>
                  <a:pt x="131165" y="58244"/>
                  <a:pt x="130754" y="58379"/>
                </a:cubicBezTo>
                <a:cubicBezTo>
                  <a:pt x="130344" y="58513"/>
                  <a:pt x="129112" y="58647"/>
                  <a:pt x="127060" y="58781"/>
                </a:cubicBezTo>
                <a:lnTo>
                  <a:pt x="123775" y="58781"/>
                </a:lnTo>
                <a:cubicBezTo>
                  <a:pt x="122954" y="57976"/>
                  <a:pt x="122544" y="57372"/>
                  <a:pt x="122544" y="56970"/>
                </a:cubicBezTo>
                <a:cubicBezTo>
                  <a:pt x="122544" y="56835"/>
                  <a:pt x="122612" y="56366"/>
                  <a:pt x="122749" y="55560"/>
                </a:cubicBezTo>
                <a:cubicBezTo>
                  <a:pt x="122886" y="54755"/>
                  <a:pt x="123023" y="53413"/>
                  <a:pt x="123160" y="51534"/>
                </a:cubicBezTo>
                <a:cubicBezTo>
                  <a:pt x="123296" y="49655"/>
                  <a:pt x="123365" y="47508"/>
                  <a:pt x="123365" y="45093"/>
                </a:cubicBezTo>
                <a:cubicBezTo>
                  <a:pt x="123365" y="35564"/>
                  <a:pt x="121175" y="27243"/>
                  <a:pt x="116796" y="20131"/>
                </a:cubicBezTo>
                <a:cubicBezTo>
                  <a:pt x="112417" y="13018"/>
                  <a:pt x="104959" y="9394"/>
                  <a:pt x="94422" y="9260"/>
                </a:cubicBezTo>
                <a:cubicBezTo>
                  <a:pt x="91959" y="9260"/>
                  <a:pt x="89291" y="9461"/>
                  <a:pt x="86417" y="9864"/>
                </a:cubicBezTo>
                <a:cubicBezTo>
                  <a:pt x="83543" y="10267"/>
                  <a:pt x="79917" y="11139"/>
                  <a:pt x="75538" y="12481"/>
                </a:cubicBezTo>
                <a:cubicBezTo>
                  <a:pt x="71159" y="13823"/>
                  <a:pt x="66985" y="15702"/>
                  <a:pt x="63017" y="18118"/>
                </a:cubicBezTo>
                <a:cubicBezTo>
                  <a:pt x="59048" y="20533"/>
                  <a:pt x="54738" y="23754"/>
                  <a:pt x="50085" y="27780"/>
                </a:cubicBezTo>
                <a:cubicBezTo>
                  <a:pt x="45432" y="31806"/>
                  <a:pt x="41464" y="36571"/>
                  <a:pt x="38179" y="42073"/>
                </a:cubicBezTo>
                <a:cubicBezTo>
                  <a:pt x="34895" y="47575"/>
                  <a:pt x="31679" y="54420"/>
                  <a:pt x="28532" y="62606"/>
                </a:cubicBezTo>
                <a:cubicBezTo>
                  <a:pt x="25385" y="70793"/>
                  <a:pt x="23263" y="79784"/>
                  <a:pt x="22169" y="89581"/>
                </a:cubicBezTo>
                <a:cubicBezTo>
                  <a:pt x="21895" y="91997"/>
                  <a:pt x="21758" y="94614"/>
                  <a:pt x="21758" y="97432"/>
                </a:cubicBezTo>
                <a:cubicBezTo>
                  <a:pt x="21758" y="103874"/>
                  <a:pt x="22716" y="109577"/>
                  <a:pt x="24632" y="114543"/>
                </a:cubicBezTo>
                <a:cubicBezTo>
                  <a:pt x="26548" y="119509"/>
                  <a:pt x="29011" y="123333"/>
                  <a:pt x="32021" y="126017"/>
                </a:cubicBezTo>
                <a:cubicBezTo>
                  <a:pt x="35032" y="128702"/>
                  <a:pt x="38453" y="130983"/>
                  <a:pt x="42285" y="132862"/>
                </a:cubicBezTo>
                <a:cubicBezTo>
                  <a:pt x="46116" y="134741"/>
                  <a:pt x="49674" y="135881"/>
                  <a:pt x="52959" y="136284"/>
                </a:cubicBezTo>
                <a:cubicBezTo>
                  <a:pt x="56243" y="136687"/>
                  <a:pt x="59322" y="136955"/>
                  <a:pt x="62196" y="137089"/>
                </a:cubicBezTo>
                <a:cubicBezTo>
                  <a:pt x="69585" y="137089"/>
                  <a:pt x="76359" y="135546"/>
                  <a:pt x="82517" y="132459"/>
                </a:cubicBezTo>
                <a:cubicBezTo>
                  <a:pt x="88675" y="129373"/>
                  <a:pt x="92917" y="125414"/>
                  <a:pt x="95243" y="120582"/>
                </a:cubicBezTo>
                <a:cubicBezTo>
                  <a:pt x="95654" y="119509"/>
                  <a:pt x="96680" y="115818"/>
                  <a:pt x="98322" y="109510"/>
                </a:cubicBezTo>
                <a:cubicBezTo>
                  <a:pt x="99965" y="103203"/>
                  <a:pt x="100786" y="99646"/>
                  <a:pt x="100786" y="98841"/>
                </a:cubicBezTo>
                <a:cubicBezTo>
                  <a:pt x="100786" y="97768"/>
                  <a:pt x="99896" y="97097"/>
                  <a:pt x="98117" y="96828"/>
                </a:cubicBezTo>
                <a:cubicBezTo>
                  <a:pt x="96338" y="96560"/>
                  <a:pt x="92233" y="96358"/>
                  <a:pt x="85801" y="96224"/>
                </a:cubicBezTo>
                <a:lnTo>
                  <a:pt x="78206" y="96224"/>
                </a:lnTo>
                <a:cubicBezTo>
                  <a:pt x="77385" y="95419"/>
                  <a:pt x="76975" y="94882"/>
                  <a:pt x="76975" y="94614"/>
                </a:cubicBezTo>
                <a:cubicBezTo>
                  <a:pt x="76975" y="94345"/>
                  <a:pt x="77112" y="93070"/>
                  <a:pt x="77385" y="90789"/>
                </a:cubicBezTo>
                <a:cubicBezTo>
                  <a:pt x="77933" y="89044"/>
                  <a:pt x="78617" y="87769"/>
                  <a:pt x="79438" y="86964"/>
                </a:cubicBezTo>
                <a:lnTo>
                  <a:pt x="82927" y="86964"/>
                </a:lnTo>
                <a:cubicBezTo>
                  <a:pt x="88401" y="87233"/>
                  <a:pt x="97980" y="87367"/>
                  <a:pt x="111665" y="87367"/>
                </a:cubicBezTo>
                <a:cubicBezTo>
                  <a:pt x="117138" y="87367"/>
                  <a:pt x="121586" y="87367"/>
                  <a:pt x="125007" y="87367"/>
                </a:cubicBezTo>
                <a:cubicBezTo>
                  <a:pt x="128428" y="87367"/>
                  <a:pt x="130891" y="87300"/>
                  <a:pt x="132397" y="87165"/>
                </a:cubicBezTo>
                <a:cubicBezTo>
                  <a:pt x="133902" y="87031"/>
                  <a:pt x="134723" y="87031"/>
                  <a:pt x="134860" y="87165"/>
                </a:cubicBezTo>
                <a:cubicBezTo>
                  <a:pt x="136776" y="87165"/>
                  <a:pt x="137733" y="87769"/>
                  <a:pt x="137733" y="88977"/>
                </a:cubicBezTo>
                <a:cubicBezTo>
                  <a:pt x="137733" y="89246"/>
                  <a:pt x="137597" y="90185"/>
                  <a:pt x="137323" y="91795"/>
                </a:cubicBezTo>
                <a:cubicBezTo>
                  <a:pt x="136639" y="94345"/>
                  <a:pt x="135955" y="95754"/>
                  <a:pt x="135270" y="96023"/>
                </a:cubicBezTo>
                <a:cubicBezTo>
                  <a:pt x="134860" y="96157"/>
                  <a:pt x="133833" y="96224"/>
                  <a:pt x="132191" y="96224"/>
                </a:cubicBezTo>
                <a:cubicBezTo>
                  <a:pt x="129454" y="96224"/>
                  <a:pt x="126649" y="96425"/>
                  <a:pt x="123775" y="96828"/>
                </a:cubicBezTo>
                <a:cubicBezTo>
                  <a:pt x="122817" y="97231"/>
                  <a:pt x="122133" y="97835"/>
                  <a:pt x="121723" y="98640"/>
                </a:cubicBezTo>
                <a:cubicBezTo>
                  <a:pt x="121312" y="99445"/>
                  <a:pt x="120354" y="102867"/>
                  <a:pt x="118849" y="108906"/>
                </a:cubicBezTo>
                <a:cubicBezTo>
                  <a:pt x="117617" y="113335"/>
                  <a:pt x="116591" y="117093"/>
                  <a:pt x="115770" y="120180"/>
                </a:cubicBezTo>
                <a:cubicBezTo>
                  <a:pt x="112349" y="133868"/>
                  <a:pt x="110433" y="140914"/>
                  <a:pt x="110023" y="141317"/>
                </a:cubicBezTo>
                <a:cubicBezTo>
                  <a:pt x="109749" y="141585"/>
                  <a:pt x="109407" y="141719"/>
                  <a:pt x="108996" y="141719"/>
                </a:cubicBezTo>
                <a:cubicBezTo>
                  <a:pt x="107628" y="141719"/>
                  <a:pt x="105712" y="140377"/>
                  <a:pt x="103249" y="137693"/>
                </a:cubicBezTo>
                <a:cubicBezTo>
                  <a:pt x="100786" y="135009"/>
                  <a:pt x="99212" y="132929"/>
                  <a:pt x="98528" y="131453"/>
                </a:cubicBezTo>
                <a:cubicBezTo>
                  <a:pt x="98528" y="131319"/>
                  <a:pt x="98391" y="131319"/>
                  <a:pt x="98117" y="131453"/>
                </a:cubicBezTo>
                <a:cubicBezTo>
                  <a:pt x="97843" y="131587"/>
                  <a:pt x="97433" y="131922"/>
                  <a:pt x="96886" y="132459"/>
                </a:cubicBezTo>
                <a:cubicBezTo>
                  <a:pt x="86759" y="141719"/>
                  <a:pt x="73075" y="146349"/>
                  <a:pt x="55832" y="146349"/>
                </a:cubicBezTo>
                <a:cubicBezTo>
                  <a:pt x="39274" y="146349"/>
                  <a:pt x="25864" y="141182"/>
                  <a:pt x="15600" y="130849"/>
                </a:cubicBezTo>
                <a:cubicBezTo>
                  <a:pt x="5337" y="120515"/>
                  <a:pt x="137" y="107296"/>
                  <a:pt x="0" y="9119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3" cap="flat">
            <a:solidFill>
              <a:srgbClr val="000000">
                <a:alpha val="12680"/>
              </a:srgbClr>
            </a:solidFill>
            <a:miter/>
          </a:ln>
        </p:spPr>
      </p:sp>
      <p:sp>
        <p:nvSpPr>
          <p:cNvPr id="8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69A5CB-FE4E-41D2-BD49-30E9641B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696" y="4879723"/>
            <a:ext cx="49922" cy="94787"/>
          </a:xfrm>
          <a:custGeom xmlns:a="http://schemas.openxmlformats.org/drawingml/2006/main">
            <a:pathLst>
              <a:path w="49922" h="94787">
                <a:moveTo>
                  <a:pt x="18866" y="12524"/>
                </a:moveTo>
                <a:lnTo>
                  <a:pt x="16979" y="13236"/>
                </a:lnTo>
                <a:cubicBezTo>
                  <a:pt x="15625" y="13710"/>
                  <a:pt x="13690" y="14185"/>
                  <a:pt x="11174" y="14659"/>
                </a:cubicBezTo>
                <a:cubicBezTo>
                  <a:pt x="8659" y="15134"/>
                  <a:pt x="5853" y="15466"/>
                  <a:pt x="2757" y="15656"/>
                </a:cubicBezTo>
                <a:lnTo>
                  <a:pt x="0" y="15656"/>
                </a:lnTo>
                <a:lnTo>
                  <a:pt x="0" y="9109"/>
                </a:lnTo>
                <a:lnTo>
                  <a:pt x="2757" y="9109"/>
                </a:lnTo>
                <a:cubicBezTo>
                  <a:pt x="7305" y="8919"/>
                  <a:pt x="11513" y="8207"/>
                  <a:pt x="15383" y="6974"/>
                </a:cubicBezTo>
                <a:cubicBezTo>
                  <a:pt x="19253" y="5740"/>
                  <a:pt x="21962" y="4602"/>
                  <a:pt x="23510" y="3558"/>
                </a:cubicBezTo>
                <a:cubicBezTo>
                  <a:pt x="25058" y="2514"/>
                  <a:pt x="26412" y="1471"/>
                  <a:pt x="27573" y="427"/>
                </a:cubicBezTo>
                <a:cubicBezTo>
                  <a:pt x="27767" y="142"/>
                  <a:pt x="28347" y="0"/>
                  <a:pt x="29315" y="0"/>
                </a:cubicBezTo>
                <a:cubicBezTo>
                  <a:pt x="30186" y="0"/>
                  <a:pt x="31008" y="285"/>
                  <a:pt x="31782" y="854"/>
                </a:cubicBezTo>
                <a:lnTo>
                  <a:pt x="31782" y="43409"/>
                </a:lnTo>
                <a:lnTo>
                  <a:pt x="31927" y="86106"/>
                </a:lnTo>
                <a:cubicBezTo>
                  <a:pt x="32604" y="86770"/>
                  <a:pt x="33185" y="87197"/>
                  <a:pt x="33669" y="87386"/>
                </a:cubicBezTo>
                <a:cubicBezTo>
                  <a:pt x="34152" y="87576"/>
                  <a:pt x="35313" y="87766"/>
                  <a:pt x="37152" y="87956"/>
                </a:cubicBezTo>
                <a:cubicBezTo>
                  <a:pt x="38990" y="88146"/>
                  <a:pt x="41989" y="88240"/>
                  <a:pt x="46149" y="88240"/>
                </a:cubicBezTo>
                <a:lnTo>
                  <a:pt x="49922" y="88240"/>
                </a:lnTo>
                <a:lnTo>
                  <a:pt x="49922" y="94787"/>
                </a:lnTo>
                <a:lnTo>
                  <a:pt x="48326" y="94787"/>
                </a:lnTo>
                <a:cubicBezTo>
                  <a:pt x="46294" y="94503"/>
                  <a:pt x="38603" y="94360"/>
                  <a:pt x="25251" y="94360"/>
                </a:cubicBezTo>
                <a:cubicBezTo>
                  <a:pt x="12094" y="94360"/>
                  <a:pt x="4499" y="94503"/>
                  <a:pt x="2467" y="94787"/>
                </a:cubicBezTo>
                <a:lnTo>
                  <a:pt x="726" y="94787"/>
                </a:lnTo>
                <a:lnTo>
                  <a:pt x="726" y="88240"/>
                </a:lnTo>
                <a:lnTo>
                  <a:pt x="4499" y="88240"/>
                </a:lnTo>
                <a:cubicBezTo>
                  <a:pt x="6627" y="88240"/>
                  <a:pt x="8466" y="88240"/>
                  <a:pt x="10013" y="88240"/>
                </a:cubicBezTo>
                <a:cubicBezTo>
                  <a:pt x="11561" y="88240"/>
                  <a:pt x="12771" y="88193"/>
                  <a:pt x="13642" y="88098"/>
                </a:cubicBezTo>
                <a:cubicBezTo>
                  <a:pt x="14512" y="88003"/>
                  <a:pt x="15286" y="87861"/>
                  <a:pt x="15964" y="87671"/>
                </a:cubicBezTo>
                <a:cubicBezTo>
                  <a:pt x="16641" y="87481"/>
                  <a:pt x="17028" y="87386"/>
                  <a:pt x="17125" y="87386"/>
                </a:cubicBezTo>
                <a:cubicBezTo>
                  <a:pt x="17221" y="87386"/>
                  <a:pt x="17512" y="87149"/>
                  <a:pt x="17995" y="86675"/>
                </a:cubicBezTo>
                <a:cubicBezTo>
                  <a:pt x="18479" y="86200"/>
                  <a:pt x="18769" y="86011"/>
                  <a:pt x="18866" y="86106"/>
                </a:cubicBezTo>
                <a:lnTo>
                  <a:pt x="18866" y="125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00CDFD-EB0A-4D9B-BFD1-316963C2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696" y="4879723"/>
            <a:ext cx="49922" cy="94787"/>
          </a:xfrm>
          <a:custGeom xmlns:a="http://schemas.openxmlformats.org/drawingml/2006/main">
            <a:pathLst>
              <a:path w="49922" h="94787" fill="none">
                <a:moveTo>
                  <a:pt x="18866" y="12524"/>
                </a:moveTo>
                <a:lnTo>
                  <a:pt x="16979" y="13236"/>
                </a:lnTo>
                <a:cubicBezTo>
                  <a:pt x="15625" y="13710"/>
                  <a:pt x="13690" y="14185"/>
                  <a:pt x="11174" y="14659"/>
                </a:cubicBezTo>
                <a:cubicBezTo>
                  <a:pt x="8659" y="15134"/>
                  <a:pt x="5853" y="15466"/>
                  <a:pt x="2757" y="15656"/>
                </a:cubicBezTo>
                <a:lnTo>
                  <a:pt x="0" y="15656"/>
                </a:lnTo>
                <a:lnTo>
                  <a:pt x="0" y="9109"/>
                </a:lnTo>
                <a:lnTo>
                  <a:pt x="2757" y="9109"/>
                </a:lnTo>
                <a:cubicBezTo>
                  <a:pt x="7305" y="8919"/>
                  <a:pt x="11513" y="8207"/>
                  <a:pt x="15383" y="6974"/>
                </a:cubicBezTo>
                <a:cubicBezTo>
                  <a:pt x="19253" y="5740"/>
                  <a:pt x="21962" y="4602"/>
                  <a:pt x="23510" y="3558"/>
                </a:cubicBezTo>
                <a:cubicBezTo>
                  <a:pt x="25058" y="2514"/>
                  <a:pt x="26412" y="1471"/>
                  <a:pt x="27573" y="427"/>
                </a:cubicBezTo>
                <a:cubicBezTo>
                  <a:pt x="27767" y="142"/>
                  <a:pt x="28347" y="0"/>
                  <a:pt x="29315" y="0"/>
                </a:cubicBezTo>
                <a:cubicBezTo>
                  <a:pt x="30186" y="0"/>
                  <a:pt x="31008" y="285"/>
                  <a:pt x="31782" y="854"/>
                </a:cubicBezTo>
                <a:lnTo>
                  <a:pt x="31782" y="43409"/>
                </a:lnTo>
                <a:lnTo>
                  <a:pt x="31927" y="86106"/>
                </a:lnTo>
                <a:cubicBezTo>
                  <a:pt x="32604" y="86770"/>
                  <a:pt x="33185" y="87197"/>
                  <a:pt x="33669" y="87386"/>
                </a:cubicBezTo>
                <a:cubicBezTo>
                  <a:pt x="34152" y="87576"/>
                  <a:pt x="35313" y="87766"/>
                  <a:pt x="37152" y="87956"/>
                </a:cubicBezTo>
                <a:cubicBezTo>
                  <a:pt x="38990" y="88146"/>
                  <a:pt x="41989" y="88240"/>
                  <a:pt x="46149" y="88240"/>
                </a:cubicBezTo>
                <a:lnTo>
                  <a:pt x="49922" y="88240"/>
                </a:lnTo>
                <a:lnTo>
                  <a:pt x="49922" y="94787"/>
                </a:lnTo>
                <a:lnTo>
                  <a:pt x="48326" y="94787"/>
                </a:lnTo>
                <a:cubicBezTo>
                  <a:pt x="46294" y="94503"/>
                  <a:pt x="38603" y="94360"/>
                  <a:pt x="25251" y="94360"/>
                </a:cubicBezTo>
                <a:cubicBezTo>
                  <a:pt x="12094" y="94360"/>
                  <a:pt x="4499" y="94503"/>
                  <a:pt x="2467" y="94787"/>
                </a:cubicBezTo>
                <a:lnTo>
                  <a:pt x="726" y="94787"/>
                </a:lnTo>
                <a:lnTo>
                  <a:pt x="726" y="88240"/>
                </a:lnTo>
                <a:lnTo>
                  <a:pt x="4499" y="88240"/>
                </a:lnTo>
                <a:cubicBezTo>
                  <a:pt x="6627" y="88240"/>
                  <a:pt x="8466" y="88240"/>
                  <a:pt x="10013" y="88240"/>
                </a:cubicBezTo>
                <a:cubicBezTo>
                  <a:pt x="11561" y="88240"/>
                  <a:pt x="12771" y="88193"/>
                  <a:pt x="13642" y="88098"/>
                </a:cubicBezTo>
                <a:cubicBezTo>
                  <a:pt x="14512" y="88003"/>
                  <a:pt x="15286" y="87861"/>
                  <a:pt x="15964" y="87671"/>
                </a:cubicBezTo>
                <a:cubicBezTo>
                  <a:pt x="16641" y="87481"/>
                  <a:pt x="17028" y="87386"/>
                  <a:pt x="17125" y="87386"/>
                </a:cubicBezTo>
                <a:cubicBezTo>
                  <a:pt x="17221" y="87386"/>
                  <a:pt x="17512" y="87149"/>
                  <a:pt x="17995" y="86675"/>
                </a:cubicBezTo>
                <a:cubicBezTo>
                  <a:pt x="18479" y="86200"/>
                  <a:pt x="18769" y="86011"/>
                  <a:pt x="18866" y="86106"/>
                </a:cubicBezTo>
                <a:lnTo>
                  <a:pt x="18866" y="1252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4" cap="flat">
            <a:solidFill>
              <a:srgbClr val="000000">
                <a:alpha val="8960"/>
              </a:srgbClr>
            </a:solidFill>
            <a:miter/>
          </a:ln>
        </p:spPr>
      </p:sp>
      <p:sp>
        <p:nvSpPr>
          <p:cNvPr id="8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E79A23-0496-4B6A-A8EC-8BCD1735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4765" y="4793335"/>
            <a:ext cx="49059" cy="201306"/>
          </a:xfrm>
          <a:custGeom xmlns:a="http://schemas.openxmlformats.org/drawingml/2006/main">
            <a:pathLst>
              <a:path w="49059" h="201306">
                <a:moveTo>
                  <a:pt x="1026" y="201"/>
                </a:moveTo>
                <a:lnTo>
                  <a:pt x="1847" y="0"/>
                </a:lnTo>
                <a:cubicBezTo>
                  <a:pt x="2532" y="0"/>
                  <a:pt x="3216" y="0"/>
                  <a:pt x="3900" y="0"/>
                </a:cubicBezTo>
                <a:lnTo>
                  <a:pt x="6363" y="0"/>
                </a:lnTo>
                <a:lnTo>
                  <a:pt x="12111" y="4831"/>
                </a:lnTo>
                <a:cubicBezTo>
                  <a:pt x="24974" y="16239"/>
                  <a:pt x="34348" y="30464"/>
                  <a:pt x="40232" y="47508"/>
                </a:cubicBezTo>
                <a:cubicBezTo>
                  <a:pt x="46116" y="64552"/>
                  <a:pt x="49059" y="82267"/>
                  <a:pt x="49059" y="100653"/>
                </a:cubicBezTo>
                <a:cubicBezTo>
                  <a:pt x="49059" y="109779"/>
                  <a:pt x="48374" y="118569"/>
                  <a:pt x="47006" y="127024"/>
                </a:cubicBezTo>
                <a:cubicBezTo>
                  <a:pt x="45637" y="135479"/>
                  <a:pt x="44064" y="142659"/>
                  <a:pt x="42285" y="148564"/>
                </a:cubicBezTo>
                <a:cubicBezTo>
                  <a:pt x="40506" y="154469"/>
                  <a:pt x="37974" y="160374"/>
                  <a:pt x="34690" y="166279"/>
                </a:cubicBezTo>
                <a:cubicBezTo>
                  <a:pt x="31406" y="172184"/>
                  <a:pt x="28806" y="176679"/>
                  <a:pt x="26890" y="179766"/>
                </a:cubicBezTo>
                <a:cubicBezTo>
                  <a:pt x="24974" y="182853"/>
                  <a:pt x="22169" y="186275"/>
                  <a:pt x="18474" y="190033"/>
                </a:cubicBezTo>
                <a:cubicBezTo>
                  <a:pt x="14779" y="193790"/>
                  <a:pt x="12590" y="196005"/>
                  <a:pt x="11905" y="196676"/>
                </a:cubicBezTo>
                <a:cubicBezTo>
                  <a:pt x="11221" y="197347"/>
                  <a:pt x="9648" y="198622"/>
                  <a:pt x="7184" y="200501"/>
                </a:cubicBezTo>
                <a:cubicBezTo>
                  <a:pt x="6774" y="200903"/>
                  <a:pt x="6500" y="201172"/>
                  <a:pt x="6363" y="201306"/>
                </a:cubicBezTo>
                <a:lnTo>
                  <a:pt x="3900" y="201306"/>
                </a:lnTo>
                <a:cubicBezTo>
                  <a:pt x="2805" y="201306"/>
                  <a:pt x="2053" y="201306"/>
                  <a:pt x="1642" y="201306"/>
                </a:cubicBezTo>
                <a:cubicBezTo>
                  <a:pt x="1232" y="201306"/>
                  <a:pt x="889" y="201105"/>
                  <a:pt x="616" y="200702"/>
                </a:cubicBezTo>
                <a:cubicBezTo>
                  <a:pt x="342" y="200299"/>
                  <a:pt x="137" y="199695"/>
                  <a:pt x="0" y="198890"/>
                </a:cubicBezTo>
                <a:cubicBezTo>
                  <a:pt x="137" y="198756"/>
                  <a:pt x="889" y="197884"/>
                  <a:pt x="2258" y="196273"/>
                </a:cubicBezTo>
                <a:cubicBezTo>
                  <a:pt x="23469" y="174666"/>
                  <a:pt x="34074" y="142793"/>
                  <a:pt x="34074" y="100653"/>
                </a:cubicBezTo>
                <a:cubicBezTo>
                  <a:pt x="34074" y="58513"/>
                  <a:pt x="23469" y="26639"/>
                  <a:pt x="2258" y="5033"/>
                </a:cubicBezTo>
                <a:cubicBezTo>
                  <a:pt x="889" y="3422"/>
                  <a:pt x="137" y="2550"/>
                  <a:pt x="0" y="2416"/>
                </a:cubicBezTo>
                <a:cubicBezTo>
                  <a:pt x="0" y="1342"/>
                  <a:pt x="342" y="604"/>
                  <a:pt x="1026" y="2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9D1739-B372-4399-902D-F9A36CCE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4765" y="4793335"/>
            <a:ext cx="49059" cy="201306"/>
          </a:xfrm>
          <a:custGeom xmlns:a="http://schemas.openxmlformats.org/drawingml/2006/main">
            <a:pathLst>
              <a:path w="49059" h="201306" fill="none">
                <a:moveTo>
                  <a:pt x="1026" y="201"/>
                </a:moveTo>
                <a:lnTo>
                  <a:pt x="1847" y="0"/>
                </a:lnTo>
                <a:cubicBezTo>
                  <a:pt x="2532" y="0"/>
                  <a:pt x="3216" y="0"/>
                  <a:pt x="3900" y="0"/>
                </a:cubicBezTo>
                <a:lnTo>
                  <a:pt x="6363" y="0"/>
                </a:lnTo>
                <a:lnTo>
                  <a:pt x="12111" y="4831"/>
                </a:lnTo>
                <a:cubicBezTo>
                  <a:pt x="24974" y="16239"/>
                  <a:pt x="34348" y="30464"/>
                  <a:pt x="40232" y="47508"/>
                </a:cubicBezTo>
                <a:cubicBezTo>
                  <a:pt x="46116" y="64552"/>
                  <a:pt x="49059" y="82267"/>
                  <a:pt x="49059" y="100653"/>
                </a:cubicBezTo>
                <a:cubicBezTo>
                  <a:pt x="49059" y="109779"/>
                  <a:pt x="48374" y="118569"/>
                  <a:pt x="47006" y="127024"/>
                </a:cubicBezTo>
                <a:cubicBezTo>
                  <a:pt x="45637" y="135479"/>
                  <a:pt x="44064" y="142659"/>
                  <a:pt x="42285" y="148564"/>
                </a:cubicBezTo>
                <a:cubicBezTo>
                  <a:pt x="40506" y="154469"/>
                  <a:pt x="37974" y="160374"/>
                  <a:pt x="34690" y="166279"/>
                </a:cubicBezTo>
                <a:cubicBezTo>
                  <a:pt x="31406" y="172184"/>
                  <a:pt x="28806" y="176679"/>
                  <a:pt x="26890" y="179766"/>
                </a:cubicBezTo>
                <a:cubicBezTo>
                  <a:pt x="24974" y="182853"/>
                  <a:pt x="22169" y="186275"/>
                  <a:pt x="18474" y="190033"/>
                </a:cubicBezTo>
                <a:cubicBezTo>
                  <a:pt x="14779" y="193790"/>
                  <a:pt x="12590" y="196005"/>
                  <a:pt x="11905" y="196676"/>
                </a:cubicBezTo>
                <a:cubicBezTo>
                  <a:pt x="11221" y="197347"/>
                  <a:pt x="9648" y="198622"/>
                  <a:pt x="7184" y="200501"/>
                </a:cubicBezTo>
                <a:cubicBezTo>
                  <a:pt x="6774" y="200903"/>
                  <a:pt x="6500" y="201172"/>
                  <a:pt x="6363" y="201306"/>
                </a:cubicBezTo>
                <a:lnTo>
                  <a:pt x="3900" y="201306"/>
                </a:lnTo>
                <a:cubicBezTo>
                  <a:pt x="2805" y="201306"/>
                  <a:pt x="2053" y="201306"/>
                  <a:pt x="1642" y="201306"/>
                </a:cubicBezTo>
                <a:cubicBezTo>
                  <a:pt x="1232" y="201306"/>
                  <a:pt x="889" y="201105"/>
                  <a:pt x="616" y="200702"/>
                </a:cubicBezTo>
                <a:cubicBezTo>
                  <a:pt x="342" y="200299"/>
                  <a:pt x="137" y="199695"/>
                  <a:pt x="0" y="198890"/>
                </a:cubicBezTo>
                <a:cubicBezTo>
                  <a:pt x="137" y="198756"/>
                  <a:pt x="889" y="197884"/>
                  <a:pt x="2258" y="196273"/>
                </a:cubicBezTo>
                <a:cubicBezTo>
                  <a:pt x="23469" y="174666"/>
                  <a:pt x="34074" y="142793"/>
                  <a:pt x="34074" y="100653"/>
                </a:cubicBezTo>
                <a:cubicBezTo>
                  <a:pt x="34074" y="58513"/>
                  <a:pt x="23469" y="26639"/>
                  <a:pt x="2258" y="5033"/>
                </a:cubicBezTo>
                <a:cubicBezTo>
                  <a:pt x="889" y="3422"/>
                  <a:pt x="137" y="2550"/>
                  <a:pt x="0" y="2416"/>
                </a:cubicBezTo>
                <a:cubicBezTo>
                  <a:pt x="0" y="1342"/>
                  <a:pt x="342" y="604"/>
                  <a:pt x="1026" y="20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3" cap="flat">
            <a:solidFill>
              <a:srgbClr val="000000">
                <a:alpha val="12680"/>
              </a:srgbClr>
            </a:solidFill>
            <a:miter/>
          </a:ln>
        </p:spPr>
      </p:sp>
      <p:sp>
        <p:nvSpPr>
          <p:cNvPr id="8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C15ACA-2BC7-4DBC-A462-89DA269A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063" y="6014657"/>
            <a:ext cx="147381" cy="137492"/>
          </a:xfrm>
          <a:custGeom xmlns:a="http://schemas.openxmlformats.org/drawingml/2006/main">
            <a:pathLst>
              <a:path w="147381" h="137492">
                <a:moveTo>
                  <a:pt x="52138" y="11072"/>
                </a:moveTo>
                <a:cubicBezTo>
                  <a:pt x="52138" y="10132"/>
                  <a:pt x="48238" y="9528"/>
                  <a:pt x="40437" y="9260"/>
                </a:cubicBezTo>
                <a:cubicBezTo>
                  <a:pt x="37153" y="9260"/>
                  <a:pt x="35032" y="9193"/>
                  <a:pt x="34074" y="9059"/>
                </a:cubicBezTo>
                <a:cubicBezTo>
                  <a:pt x="33116" y="8925"/>
                  <a:pt x="32637" y="8254"/>
                  <a:pt x="32637" y="7046"/>
                </a:cubicBezTo>
                <a:cubicBezTo>
                  <a:pt x="32637" y="6911"/>
                  <a:pt x="32774" y="6173"/>
                  <a:pt x="33048" y="4831"/>
                </a:cubicBezTo>
                <a:cubicBezTo>
                  <a:pt x="33869" y="2147"/>
                  <a:pt x="34485" y="671"/>
                  <a:pt x="34895" y="403"/>
                </a:cubicBezTo>
                <a:cubicBezTo>
                  <a:pt x="35306" y="134"/>
                  <a:pt x="48580" y="0"/>
                  <a:pt x="74717" y="0"/>
                </a:cubicBezTo>
                <a:cubicBezTo>
                  <a:pt x="100717" y="134"/>
                  <a:pt x="114607" y="336"/>
                  <a:pt x="116386" y="604"/>
                </a:cubicBezTo>
                <a:cubicBezTo>
                  <a:pt x="125144" y="2080"/>
                  <a:pt x="132465" y="5368"/>
                  <a:pt x="138349" y="10468"/>
                </a:cubicBezTo>
                <a:cubicBezTo>
                  <a:pt x="144234" y="15568"/>
                  <a:pt x="147244" y="22345"/>
                  <a:pt x="147381" y="30800"/>
                </a:cubicBezTo>
                <a:cubicBezTo>
                  <a:pt x="147381" y="41133"/>
                  <a:pt x="142865" y="50595"/>
                  <a:pt x="133833" y="59184"/>
                </a:cubicBezTo>
                <a:cubicBezTo>
                  <a:pt x="124391" y="68310"/>
                  <a:pt x="112212" y="74081"/>
                  <a:pt x="97296" y="76496"/>
                </a:cubicBezTo>
                <a:cubicBezTo>
                  <a:pt x="96338" y="76630"/>
                  <a:pt x="89154" y="76765"/>
                  <a:pt x="75743" y="76899"/>
                </a:cubicBezTo>
                <a:lnTo>
                  <a:pt x="56243" y="76899"/>
                </a:lnTo>
                <a:lnTo>
                  <a:pt x="50085" y="100854"/>
                </a:lnTo>
                <a:cubicBezTo>
                  <a:pt x="45980" y="116422"/>
                  <a:pt x="43927" y="124675"/>
                  <a:pt x="43927" y="125615"/>
                </a:cubicBezTo>
                <a:cubicBezTo>
                  <a:pt x="43927" y="126152"/>
                  <a:pt x="43995" y="126487"/>
                  <a:pt x="44132" y="126621"/>
                </a:cubicBezTo>
                <a:cubicBezTo>
                  <a:pt x="44269" y="126756"/>
                  <a:pt x="44748" y="127024"/>
                  <a:pt x="45569" y="127427"/>
                </a:cubicBezTo>
                <a:cubicBezTo>
                  <a:pt x="46390" y="127829"/>
                  <a:pt x="47553" y="127963"/>
                  <a:pt x="49059" y="127829"/>
                </a:cubicBezTo>
                <a:cubicBezTo>
                  <a:pt x="50564" y="127695"/>
                  <a:pt x="52822" y="127829"/>
                  <a:pt x="55832" y="128232"/>
                </a:cubicBezTo>
                <a:lnTo>
                  <a:pt x="62196" y="128232"/>
                </a:lnTo>
                <a:cubicBezTo>
                  <a:pt x="63017" y="129440"/>
                  <a:pt x="63427" y="130178"/>
                  <a:pt x="63427" y="130446"/>
                </a:cubicBezTo>
                <a:cubicBezTo>
                  <a:pt x="63427" y="132593"/>
                  <a:pt x="62948" y="134607"/>
                  <a:pt x="61990" y="136485"/>
                </a:cubicBezTo>
                <a:cubicBezTo>
                  <a:pt x="61306" y="137156"/>
                  <a:pt x="60211" y="137492"/>
                  <a:pt x="58706" y="137492"/>
                </a:cubicBezTo>
                <a:cubicBezTo>
                  <a:pt x="58296" y="137492"/>
                  <a:pt x="55764" y="137425"/>
                  <a:pt x="51111" y="137291"/>
                </a:cubicBezTo>
                <a:cubicBezTo>
                  <a:pt x="46459" y="137156"/>
                  <a:pt x="39616" y="137089"/>
                  <a:pt x="30585" y="137089"/>
                </a:cubicBezTo>
                <a:cubicBezTo>
                  <a:pt x="22100" y="137089"/>
                  <a:pt x="15600" y="137089"/>
                  <a:pt x="11084" y="137089"/>
                </a:cubicBezTo>
                <a:cubicBezTo>
                  <a:pt x="6569" y="137089"/>
                  <a:pt x="4105" y="137156"/>
                  <a:pt x="3695" y="137291"/>
                </a:cubicBezTo>
                <a:cubicBezTo>
                  <a:pt x="1232" y="137291"/>
                  <a:pt x="0" y="136620"/>
                  <a:pt x="0" y="135278"/>
                </a:cubicBezTo>
                <a:cubicBezTo>
                  <a:pt x="0" y="135009"/>
                  <a:pt x="205" y="134070"/>
                  <a:pt x="616" y="132459"/>
                </a:cubicBezTo>
                <a:cubicBezTo>
                  <a:pt x="1163" y="130312"/>
                  <a:pt x="1711" y="129104"/>
                  <a:pt x="2258" y="128836"/>
                </a:cubicBezTo>
                <a:cubicBezTo>
                  <a:pt x="2805" y="128567"/>
                  <a:pt x="4379" y="128366"/>
                  <a:pt x="6979" y="128232"/>
                </a:cubicBezTo>
                <a:cubicBezTo>
                  <a:pt x="10674" y="128232"/>
                  <a:pt x="14779" y="128031"/>
                  <a:pt x="19295" y="127628"/>
                </a:cubicBezTo>
                <a:cubicBezTo>
                  <a:pt x="21211" y="127225"/>
                  <a:pt x="22511" y="126420"/>
                  <a:pt x="23195" y="125212"/>
                </a:cubicBezTo>
                <a:cubicBezTo>
                  <a:pt x="23606" y="124675"/>
                  <a:pt x="28532" y="106021"/>
                  <a:pt x="37974" y="69249"/>
                </a:cubicBezTo>
                <a:cubicBezTo>
                  <a:pt x="47416" y="32477"/>
                  <a:pt x="52138" y="13085"/>
                  <a:pt x="52138" y="11072"/>
                </a:cubicBezTo>
                <a:close/>
                <a:moveTo>
                  <a:pt x="125623" y="25968"/>
                </a:moveTo>
                <a:cubicBezTo>
                  <a:pt x="125623" y="24224"/>
                  <a:pt x="125486" y="22815"/>
                  <a:pt x="125212" y="21741"/>
                </a:cubicBezTo>
                <a:cubicBezTo>
                  <a:pt x="124939" y="20667"/>
                  <a:pt x="124323" y="19191"/>
                  <a:pt x="123365" y="17312"/>
                </a:cubicBezTo>
                <a:cubicBezTo>
                  <a:pt x="122407" y="15433"/>
                  <a:pt x="120696" y="13957"/>
                  <a:pt x="118233" y="12884"/>
                </a:cubicBezTo>
                <a:cubicBezTo>
                  <a:pt x="115770" y="11810"/>
                  <a:pt x="112417" y="10736"/>
                  <a:pt x="108175" y="9663"/>
                </a:cubicBezTo>
                <a:cubicBezTo>
                  <a:pt x="107217" y="9528"/>
                  <a:pt x="101744" y="9394"/>
                  <a:pt x="91754" y="9260"/>
                </a:cubicBezTo>
                <a:cubicBezTo>
                  <a:pt x="89428" y="9260"/>
                  <a:pt x="87033" y="9260"/>
                  <a:pt x="84570" y="9260"/>
                </a:cubicBezTo>
                <a:cubicBezTo>
                  <a:pt x="82106" y="9260"/>
                  <a:pt x="80122" y="9327"/>
                  <a:pt x="78617" y="9461"/>
                </a:cubicBezTo>
                <a:cubicBezTo>
                  <a:pt x="77112" y="9596"/>
                  <a:pt x="76291" y="9596"/>
                  <a:pt x="76154" y="9461"/>
                </a:cubicBezTo>
                <a:cubicBezTo>
                  <a:pt x="74375" y="9596"/>
                  <a:pt x="73143" y="10200"/>
                  <a:pt x="72459" y="11273"/>
                </a:cubicBezTo>
                <a:cubicBezTo>
                  <a:pt x="72185" y="12078"/>
                  <a:pt x="70885" y="17245"/>
                  <a:pt x="68559" y="26774"/>
                </a:cubicBezTo>
                <a:cubicBezTo>
                  <a:pt x="66232" y="36302"/>
                  <a:pt x="63838" y="45562"/>
                  <a:pt x="61375" y="54554"/>
                </a:cubicBezTo>
                <a:cubicBezTo>
                  <a:pt x="58911" y="63546"/>
                  <a:pt x="57680" y="68108"/>
                  <a:pt x="57680" y="68243"/>
                </a:cubicBezTo>
                <a:cubicBezTo>
                  <a:pt x="57680" y="68511"/>
                  <a:pt x="63222" y="68645"/>
                  <a:pt x="74306" y="68645"/>
                </a:cubicBezTo>
                <a:lnTo>
                  <a:pt x="76769" y="68645"/>
                </a:lnTo>
                <a:lnTo>
                  <a:pt x="81491" y="68645"/>
                </a:lnTo>
                <a:cubicBezTo>
                  <a:pt x="96817" y="68645"/>
                  <a:pt x="107765" y="65290"/>
                  <a:pt x="114333" y="58580"/>
                </a:cubicBezTo>
                <a:cubicBezTo>
                  <a:pt x="118028" y="54956"/>
                  <a:pt x="120833" y="49655"/>
                  <a:pt x="122749" y="42677"/>
                </a:cubicBezTo>
                <a:cubicBezTo>
                  <a:pt x="124665" y="35698"/>
                  <a:pt x="125623" y="30129"/>
                  <a:pt x="125623" y="259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3C9D00-3812-4DBB-8312-63B4A526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063" y="6014657"/>
            <a:ext cx="147381" cy="137492"/>
          </a:xfrm>
          <a:custGeom xmlns:a="http://schemas.openxmlformats.org/drawingml/2006/main">
            <a:pathLst>
              <a:path w="147381" h="137492" fill="none">
                <a:moveTo>
                  <a:pt x="52138" y="11072"/>
                </a:moveTo>
                <a:cubicBezTo>
                  <a:pt x="52138" y="10132"/>
                  <a:pt x="48238" y="9528"/>
                  <a:pt x="40437" y="9260"/>
                </a:cubicBezTo>
                <a:cubicBezTo>
                  <a:pt x="37153" y="9260"/>
                  <a:pt x="35032" y="9193"/>
                  <a:pt x="34074" y="9059"/>
                </a:cubicBezTo>
                <a:cubicBezTo>
                  <a:pt x="33116" y="8925"/>
                  <a:pt x="32637" y="8254"/>
                  <a:pt x="32637" y="7046"/>
                </a:cubicBezTo>
                <a:cubicBezTo>
                  <a:pt x="32637" y="6911"/>
                  <a:pt x="32774" y="6173"/>
                  <a:pt x="33048" y="4831"/>
                </a:cubicBezTo>
                <a:cubicBezTo>
                  <a:pt x="33869" y="2147"/>
                  <a:pt x="34485" y="671"/>
                  <a:pt x="34895" y="403"/>
                </a:cubicBezTo>
                <a:cubicBezTo>
                  <a:pt x="35306" y="134"/>
                  <a:pt x="48580" y="0"/>
                  <a:pt x="74717" y="0"/>
                </a:cubicBezTo>
                <a:cubicBezTo>
                  <a:pt x="100717" y="134"/>
                  <a:pt x="114607" y="336"/>
                  <a:pt x="116386" y="604"/>
                </a:cubicBezTo>
                <a:cubicBezTo>
                  <a:pt x="125144" y="2080"/>
                  <a:pt x="132465" y="5368"/>
                  <a:pt x="138349" y="10468"/>
                </a:cubicBezTo>
                <a:cubicBezTo>
                  <a:pt x="144234" y="15568"/>
                  <a:pt x="147244" y="22345"/>
                  <a:pt x="147381" y="30800"/>
                </a:cubicBezTo>
                <a:cubicBezTo>
                  <a:pt x="147381" y="41133"/>
                  <a:pt x="142865" y="50595"/>
                  <a:pt x="133833" y="59184"/>
                </a:cubicBezTo>
                <a:cubicBezTo>
                  <a:pt x="124391" y="68310"/>
                  <a:pt x="112212" y="74081"/>
                  <a:pt x="97296" y="76496"/>
                </a:cubicBezTo>
                <a:cubicBezTo>
                  <a:pt x="96338" y="76630"/>
                  <a:pt x="89154" y="76765"/>
                  <a:pt x="75743" y="76899"/>
                </a:cubicBezTo>
                <a:lnTo>
                  <a:pt x="56243" y="76899"/>
                </a:lnTo>
                <a:lnTo>
                  <a:pt x="50085" y="100854"/>
                </a:lnTo>
                <a:cubicBezTo>
                  <a:pt x="45980" y="116422"/>
                  <a:pt x="43927" y="124675"/>
                  <a:pt x="43927" y="125615"/>
                </a:cubicBezTo>
                <a:cubicBezTo>
                  <a:pt x="43927" y="126152"/>
                  <a:pt x="43995" y="126487"/>
                  <a:pt x="44132" y="126621"/>
                </a:cubicBezTo>
                <a:cubicBezTo>
                  <a:pt x="44269" y="126756"/>
                  <a:pt x="44748" y="127024"/>
                  <a:pt x="45569" y="127427"/>
                </a:cubicBezTo>
                <a:cubicBezTo>
                  <a:pt x="46390" y="127829"/>
                  <a:pt x="47553" y="127963"/>
                  <a:pt x="49059" y="127829"/>
                </a:cubicBezTo>
                <a:cubicBezTo>
                  <a:pt x="50564" y="127695"/>
                  <a:pt x="52822" y="127829"/>
                  <a:pt x="55832" y="128232"/>
                </a:cubicBezTo>
                <a:lnTo>
                  <a:pt x="62196" y="128232"/>
                </a:lnTo>
                <a:cubicBezTo>
                  <a:pt x="63017" y="129440"/>
                  <a:pt x="63427" y="130178"/>
                  <a:pt x="63427" y="130446"/>
                </a:cubicBezTo>
                <a:cubicBezTo>
                  <a:pt x="63427" y="132593"/>
                  <a:pt x="62948" y="134607"/>
                  <a:pt x="61990" y="136485"/>
                </a:cubicBezTo>
                <a:cubicBezTo>
                  <a:pt x="61306" y="137156"/>
                  <a:pt x="60211" y="137492"/>
                  <a:pt x="58706" y="137492"/>
                </a:cubicBezTo>
                <a:cubicBezTo>
                  <a:pt x="58296" y="137492"/>
                  <a:pt x="55764" y="137425"/>
                  <a:pt x="51111" y="137291"/>
                </a:cubicBezTo>
                <a:cubicBezTo>
                  <a:pt x="46459" y="137156"/>
                  <a:pt x="39616" y="137089"/>
                  <a:pt x="30585" y="137089"/>
                </a:cubicBezTo>
                <a:cubicBezTo>
                  <a:pt x="22100" y="137089"/>
                  <a:pt x="15600" y="137089"/>
                  <a:pt x="11084" y="137089"/>
                </a:cubicBezTo>
                <a:cubicBezTo>
                  <a:pt x="6569" y="137089"/>
                  <a:pt x="4105" y="137156"/>
                  <a:pt x="3695" y="137291"/>
                </a:cubicBezTo>
                <a:cubicBezTo>
                  <a:pt x="1232" y="137291"/>
                  <a:pt x="0" y="136620"/>
                  <a:pt x="0" y="135278"/>
                </a:cubicBezTo>
                <a:cubicBezTo>
                  <a:pt x="0" y="135009"/>
                  <a:pt x="205" y="134070"/>
                  <a:pt x="616" y="132459"/>
                </a:cubicBezTo>
                <a:cubicBezTo>
                  <a:pt x="1163" y="130312"/>
                  <a:pt x="1711" y="129104"/>
                  <a:pt x="2258" y="128836"/>
                </a:cubicBezTo>
                <a:cubicBezTo>
                  <a:pt x="2805" y="128567"/>
                  <a:pt x="4379" y="128366"/>
                  <a:pt x="6979" y="128232"/>
                </a:cubicBezTo>
                <a:cubicBezTo>
                  <a:pt x="10674" y="128232"/>
                  <a:pt x="14779" y="128031"/>
                  <a:pt x="19295" y="127628"/>
                </a:cubicBezTo>
                <a:cubicBezTo>
                  <a:pt x="21211" y="127225"/>
                  <a:pt x="22511" y="126420"/>
                  <a:pt x="23195" y="125212"/>
                </a:cubicBezTo>
                <a:cubicBezTo>
                  <a:pt x="23606" y="124675"/>
                  <a:pt x="28532" y="106021"/>
                  <a:pt x="37974" y="69249"/>
                </a:cubicBezTo>
                <a:cubicBezTo>
                  <a:pt x="47416" y="32477"/>
                  <a:pt x="52138" y="13085"/>
                  <a:pt x="52138" y="11072"/>
                </a:cubicBezTo>
                <a:close/>
                <a:moveTo>
                  <a:pt x="125623" y="25968"/>
                </a:moveTo>
                <a:cubicBezTo>
                  <a:pt x="125623" y="24224"/>
                  <a:pt x="125486" y="22815"/>
                  <a:pt x="125212" y="21741"/>
                </a:cubicBezTo>
                <a:cubicBezTo>
                  <a:pt x="124939" y="20667"/>
                  <a:pt x="124323" y="19191"/>
                  <a:pt x="123365" y="17312"/>
                </a:cubicBezTo>
                <a:cubicBezTo>
                  <a:pt x="122407" y="15433"/>
                  <a:pt x="120696" y="13957"/>
                  <a:pt x="118233" y="12884"/>
                </a:cubicBezTo>
                <a:cubicBezTo>
                  <a:pt x="115770" y="11810"/>
                  <a:pt x="112417" y="10736"/>
                  <a:pt x="108175" y="9663"/>
                </a:cubicBezTo>
                <a:cubicBezTo>
                  <a:pt x="107217" y="9528"/>
                  <a:pt x="101744" y="9394"/>
                  <a:pt x="91754" y="9260"/>
                </a:cubicBezTo>
                <a:cubicBezTo>
                  <a:pt x="89428" y="9260"/>
                  <a:pt x="87033" y="9260"/>
                  <a:pt x="84570" y="9260"/>
                </a:cubicBezTo>
                <a:cubicBezTo>
                  <a:pt x="82106" y="9260"/>
                  <a:pt x="80122" y="9327"/>
                  <a:pt x="78617" y="9461"/>
                </a:cubicBezTo>
                <a:cubicBezTo>
                  <a:pt x="77112" y="9596"/>
                  <a:pt x="76291" y="9596"/>
                  <a:pt x="76154" y="9461"/>
                </a:cubicBezTo>
                <a:cubicBezTo>
                  <a:pt x="74375" y="9596"/>
                  <a:pt x="73143" y="10200"/>
                  <a:pt x="72459" y="11273"/>
                </a:cubicBezTo>
                <a:cubicBezTo>
                  <a:pt x="72185" y="12078"/>
                  <a:pt x="70885" y="17245"/>
                  <a:pt x="68559" y="26774"/>
                </a:cubicBezTo>
                <a:cubicBezTo>
                  <a:pt x="66232" y="36302"/>
                  <a:pt x="63838" y="45562"/>
                  <a:pt x="61375" y="54554"/>
                </a:cubicBezTo>
                <a:cubicBezTo>
                  <a:pt x="58911" y="63546"/>
                  <a:pt x="57680" y="68108"/>
                  <a:pt x="57680" y="68243"/>
                </a:cubicBezTo>
                <a:cubicBezTo>
                  <a:pt x="57680" y="68511"/>
                  <a:pt x="63222" y="68645"/>
                  <a:pt x="74306" y="68645"/>
                </a:cubicBezTo>
                <a:lnTo>
                  <a:pt x="76769" y="68645"/>
                </a:lnTo>
                <a:lnTo>
                  <a:pt x="81491" y="68645"/>
                </a:lnTo>
                <a:cubicBezTo>
                  <a:pt x="96817" y="68645"/>
                  <a:pt x="107765" y="65290"/>
                  <a:pt x="114333" y="58580"/>
                </a:cubicBezTo>
                <a:cubicBezTo>
                  <a:pt x="118028" y="54956"/>
                  <a:pt x="120833" y="49655"/>
                  <a:pt x="122749" y="42677"/>
                </a:cubicBezTo>
                <a:cubicBezTo>
                  <a:pt x="124665" y="35698"/>
                  <a:pt x="125623" y="30129"/>
                  <a:pt x="125623" y="259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3" cap="flat">
            <a:solidFill>
              <a:srgbClr val="000000">
                <a:alpha val="12680"/>
              </a:srgbClr>
            </a:solidFill>
            <a:miter/>
          </a:ln>
        </p:spPr>
      </p:sp>
      <p:sp>
        <p:nvSpPr>
          <p:cNvPr id="8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EF73D7-4401-4A39-8549-53637860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100" y="6087558"/>
            <a:ext cx="57904" cy="94787"/>
          </a:xfrm>
          <a:custGeom xmlns:a="http://schemas.openxmlformats.org/drawingml/2006/main">
            <a:pathLst>
              <a:path w="57904" h="94787">
                <a:moveTo>
                  <a:pt x="8562" y="33731"/>
                </a:moveTo>
                <a:cubicBezTo>
                  <a:pt x="5950" y="33731"/>
                  <a:pt x="3870" y="32877"/>
                  <a:pt x="2322" y="31169"/>
                </a:cubicBezTo>
                <a:cubicBezTo>
                  <a:pt x="774" y="29461"/>
                  <a:pt x="0" y="27374"/>
                  <a:pt x="0" y="24907"/>
                </a:cubicBezTo>
                <a:cubicBezTo>
                  <a:pt x="0" y="18170"/>
                  <a:pt x="2564" y="12335"/>
                  <a:pt x="7692" y="7401"/>
                </a:cubicBezTo>
                <a:cubicBezTo>
                  <a:pt x="12819" y="2467"/>
                  <a:pt x="19205" y="0"/>
                  <a:pt x="26848" y="0"/>
                </a:cubicBezTo>
                <a:cubicBezTo>
                  <a:pt x="35652" y="0"/>
                  <a:pt x="43005" y="2657"/>
                  <a:pt x="48906" y="7970"/>
                </a:cubicBezTo>
                <a:cubicBezTo>
                  <a:pt x="54808" y="13283"/>
                  <a:pt x="57807" y="20162"/>
                  <a:pt x="57904" y="28607"/>
                </a:cubicBezTo>
                <a:cubicBezTo>
                  <a:pt x="57904" y="32687"/>
                  <a:pt x="56937" y="36577"/>
                  <a:pt x="55002" y="40277"/>
                </a:cubicBezTo>
                <a:cubicBezTo>
                  <a:pt x="53067" y="43978"/>
                  <a:pt x="50745" y="47204"/>
                  <a:pt x="48036" y="49955"/>
                </a:cubicBezTo>
                <a:cubicBezTo>
                  <a:pt x="45327" y="52707"/>
                  <a:pt x="41457" y="56218"/>
                  <a:pt x="36426" y="60487"/>
                </a:cubicBezTo>
                <a:cubicBezTo>
                  <a:pt x="32943" y="63429"/>
                  <a:pt x="28105" y="67793"/>
                  <a:pt x="21914" y="73581"/>
                </a:cubicBezTo>
                <a:lnTo>
                  <a:pt x="13351" y="81551"/>
                </a:lnTo>
                <a:lnTo>
                  <a:pt x="24381" y="81694"/>
                </a:lnTo>
                <a:cubicBezTo>
                  <a:pt x="39570" y="81694"/>
                  <a:pt x="47649" y="81456"/>
                  <a:pt x="48616" y="80982"/>
                </a:cubicBezTo>
                <a:cubicBezTo>
                  <a:pt x="49293" y="80792"/>
                  <a:pt x="50454" y="76570"/>
                  <a:pt x="52099" y="68315"/>
                </a:cubicBezTo>
                <a:lnTo>
                  <a:pt x="52099" y="67888"/>
                </a:lnTo>
                <a:lnTo>
                  <a:pt x="57904" y="67888"/>
                </a:lnTo>
                <a:lnTo>
                  <a:pt x="57904" y="68315"/>
                </a:lnTo>
                <a:cubicBezTo>
                  <a:pt x="57807" y="68600"/>
                  <a:pt x="57178" y="72917"/>
                  <a:pt x="56017" y="81267"/>
                </a:cubicBezTo>
                <a:cubicBezTo>
                  <a:pt x="54857" y="89616"/>
                  <a:pt x="54131" y="93981"/>
                  <a:pt x="53841" y="94360"/>
                </a:cubicBezTo>
                <a:lnTo>
                  <a:pt x="53841" y="94787"/>
                </a:lnTo>
                <a:lnTo>
                  <a:pt x="0" y="94787"/>
                </a:lnTo>
                <a:lnTo>
                  <a:pt x="0" y="92083"/>
                </a:lnTo>
                <a:lnTo>
                  <a:pt x="0" y="90375"/>
                </a:lnTo>
                <a:cubicBezTo>
                  <a:pt x="0" y="89711"/>
                  <a:pt x="290" y="88999"/>
                  <a:pt x="871" y="88240"/>
                </a:cubicBezTo>
                <a:cubicBezTo>
                  <a:pt x="1451" y="87481"/>
                  <a:pt x="2902" y="85821"/>
                  <a:pt x="5224" y="83259"/>
                </a:cubicBezTo>
                <a:cubicBezTo>
                  <a:pt x="8030" y="80223"/>
                  <a:pt x="10449" y="77566"/>
                  <a:pt x="12481" y="75289"/>
                </a:cubicBezTo>
                <a:cubicBezTo>
                  <a:pt x="13351" y="74340"/>
                  <a:pt x="14996" y="72585"/>
                  <a:pt x="17415" y="70023"/>
                </a:cubicBezTo>
                <a:cubicBezTo>
                  <a:pt x="19833" y="67461"/>
                  <a:pt x="21478" y="65706"/>
                  <a:pt x="22349" y="64757"/>
                </a:cubicBezTo>
                <a:cubicBezTo>
                  <a:pt x="23220" y="63808"/>
                  <a:pt x="24623" y="62243"/>
                  <a:pt x="26558" y="60060"/>
                </a:cubicBezTo>
                <a:cubicBezTo>
                  <a:pt x="28492" y="57878"/>
                  <a:pt x="29847" y="56265"/>
                  <a:pt x="30621" y="55221"/>
                </a:cubicBezTo>
                <a:cubicBezTo>
                  <a:pt x="31395" y="54178"/>
                  <a:pt x="32508" y="52754"/>
                  <a:pt x="33959" y="50952"/>
                </a:cubicBezTo>
                <a:cubicBezTo>
                  <a:pt x="35410" y="49149"/>
                  <a:pt x="36426" y="47631"/>
                  <a:pt x="37006" y="46397"/>
                </a:cubicBezTo>
                <a:cubicBezTo>
                  <a:pt x="37587" y="45164"/>
                  <a:pt x="38312" y="43788"/>
                  <a:pt x="39183" y="42270"/>
                </a:cubicBezTo>
                <a:cubicBezTo>
                  <a:pt x="40054" y="40752"/>
                  <a:pt x="40683" y="39234"/>
                  <a:pt x="41070" y="37716"/>
                </a:cubicBezTo>
                <a:cubicBezTo>
                  <a:pt x="41457" y="36198"/>
                  <a:pt x="41795" y="34774"/>
                  <a:pt x="42086" y="33446"/>
                </a:cubicBezTo>
                <a:cubicBezTo>
                  <a:pt x="42376" y="32118"/>
                  <a:pt x="42521" y="30552"/>
                  <a:pt x="42521" y="28749"/>
                </a:cubicBezTo>
                <a:cubicBezTo>
                  <a:pt x="42521" y="22772"/>
                  <a:pt x="40876" y="17601"/>
                  <a:pt x="37587" y="13236"/>
                </a:cubicBezTo>
                <a:cubicBezTo>
                  <a:pt x="34297" y="8871"/>
                  <a:pt x="29605" y="6689"/>
                  <a:pt x="23510" y="6689"/>
                </a:cubicBezTo>
                <a:cubicBezTo>
                  <a:pt x="20317" y="6689"/>
                  <a:pt x="17512" y="7496"/>
                  <a:pt x="15093" y="9109"/>
                </a:cubicBezTo>
                <a:cubicBezTo>
                  <a:pt x="12674" y="10722"/>
                  <a:pt x="10981" y="12287"/>
                  <a:pt x="10013" y="13805"/>
                </a:cubicBezTo>
                <a:cubicBezTo>
                  <a:pt x="9046" y="15323"/>
                  <a:pt x="8562" y="16225"/>
                  <a:pt x="8562" y="16509"/>
                </a:cubicBezTo>
                <a:cubicBezTo>
                  <a:pt x="8562" y="16604"/>
                  <a:pt x="8804" y="16652"/>
                  <a:pt x="9288" y="16652"/>
                </a:cubicBezTo>
                <a:cubicBezTo>
                  <a:pt x="11029" y="16652"/>
                  <a:pt x="12819" y="17316"/>
                  <a:pt x="14657" y="18644"/>
                </a:cubicBezTo>
                <a:cubicBezTo>
                  <a:pt x="16496" y="19973"/>
                  <a:pt x="17415" y="22155"/>
                  <a:pt x="17415" y="25191"/>
                </a:cubicBezTo>
                <a:cubicBezTo>
                  <a:pt x="17415" y="27563"/>
                  <a:pt x="16641" y="29556"/>
                  <a:pt x="15093" y="31169"/>
                </a:cubicBezTo>
                <a:cubicBezTo>
                  <a:pt x="13545" y="32782"/>
                  <a:pt x="11368" y="33636"/>
                  <a:pt x="8562" y="337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011B97-BEC1-483D-91D7-5B03FE39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100" y="6087558"/>
            <a:ext cx="57904" cy="94787"/>
          </a:xfrm>
          <a:custGeom xmlns:a="http://schemas.openxmlformats.org/drawingml/2006/main">
            <a:pathLst>
              <a:path w="57904" h="94787" fill="none">
                <a:moveTo>
                  <a:pt x="8562" y="33731"/>
                </a:moveTo>
                <a:cubicBezTo>
                  <a:pt x="5950" y="33731"/>
                  <a:pt x="3870" y="32877"/>
                  <a:pt x="2322" y="31169"/>
                </a:cubicBezTo>
                <a:cubicBezTo>
                  <a:pt x="774" y="29461"/>
                  <a:pt x="0" y="27374"/>
                  <a:pt x="0" y="24907"/>
                </a:cubicBezTo>
                <a:cubicBezTo>
                  <a:pt x="0" y="18170"/>
                  <a:pt x="2564" y="12335"/>
                  <a:pt x="7692" y="7401"/>
                </a:cubicBezTo>
                <a:cubicBezTo>
                  <a:pt x="12819" y="2467"/>
                  <a:pt x="19205" y="0"/>
                  <a:pt x="26848" y="0"/>
                </a:cubicBezTo>
                <a:cubicBezTo>
                  <a:pt x="35652" y="0"/>
                  <a:pt x="43005" y="2657"/>
                  <a:pt x="48906" y="7970"/>
                </a:cubicBezTo>
                <a:cubicBezTo>
                  <a:pt x="54808" y="13283"/>
                  <a:pt x="57807" y="20162"/>
                  <a:pt x="57904" y="28607"/>
                </a:cubicBezTo>
                <a:cubicBezTo>
                  <a:pt x="57904" y="32687"/>
                  <a:pt x="56937" y="36577"/>
                  <a:pt x="55002" y="40277"/>
                </a:cubicBezTo>
                <a:cubicBezTo>
                  <a:pt x="53067" y="43978"/>
                  <a:pt x="50745" y="47204"/>
                  <a:pt x="48036" y="49955"/>
                </a:cubicBezTo>
                <a:cubicBezTo>
                  <a:pt x="45327" y="52707"/>
                  <a:pt x="41457" y="56218"/>
                  <a:pt x="36426" y="60487"/>
                </a:cubicBezTo>
                <a:cubicBezTo>
                  <a:pt x="32943" y="63429"/>
                  <a:pt x="28105" y="67793"/>
                  <a:pt x="21914" y="73581"/>
                </a:cubicBezTo>
                <a:lnTo>
                  <a:pt x="13351" y="81551"/>
                </a:lnTo>
                <a:lnTo>
                  <a:pt x="24381" y="81694"/>
                </a:lnTo>
                <a:cubicBezTo>
                  <a:pt x="39570" y="81694"/>
                  <a:pt x="47649" y="81456"/>
                  <a:pt x="48616" y="80982"/>
                </a:cubicBezTo>
                <a:cubicBezTo>
                  <a:pt x="49293" y="80792"/>
                  <a:pt x="50454" y="76570"/>
                  <a:pt x="52099" y="68315"/>
                </a:cubicBezTo>
                <a:lnTo>
                  <a:pt x="52099" y="67888"/>
                </a:lnTo>
                <a:lnTo>
                  <a:pt x="57904" y="67888"/>
                </a:lnTo>
                <a:lnTo>
                  <a:pt x="57904" y="68315"/>
                </a:lnTo>
                <a:cubicBezTo>
                  <a:pt x="57807" y="68600"/>
                  <a:pt x="57178" y="72917"/>
                  <a:pt x="56017" y="81267"/>
                </a:cubicBezTo>
                <a:cubicBezTo>
                  <a:pt x="54857" y="89616"/>
                  <a:pt x="54131" y="93981"/>
                  <a:pt x="53841" y="94360"/>
                </a:cubicBezTo>
                <a:lnTo>
                  <a:pt x="53841" y="94787"/>
                </a:lnTo>
                <a:lnTo>
                  <a:pt x="0" y="94787"/>
                </a:lnTo>
                <a:lnTo>
                  <a:pt x="0" y="92083"/>
                </a:lnTo>
                <a:lnTo>
                  <a:pt x="0" y="90375"/>
                </a:lnTo>
                <a:cubicBezTo>
                  <a:pt x="0" y="89711"/>
                  <a:pt x="290" y="88999"/>
                  <a:pt x="871" y="88240"/>
                </a:cubicBezTo>
                <a:cubicBezTo>
                  <a:pt x="1451" y="87481"/>
                  <a:pt x="2902" y="85821"/>
                  <a:pt x="5224" y="83259"/>
                </a:cubicBezTo>
                <a:cubicBezTo>
                  <a:pt x="8030" y="80223"/>
                  <a:pt x="10449" y="77566"/>
                  <a:pt x="12481" y="75289"/>
                </a:cubicBezTo>
                <a:cubicBezTo>
                  <a:pt x="13351" y="74340"/>
                  <a:pt x="14996" y="72585"/>
                  <a:pt x="17415" y="70023"/>
                </a:cubicBezTo>
                <a:cubicBezTo>
                  <a:pt x="19833" y="67461"/>
                  <a:pt x="21478" y="65706"/>
                  <a:pt x="22349" y="64757"/>
                </a:cubicBezTo>
                <a:cubicBezTo>
                  <a:pt x="23220" y="63808"/>
                  <a:pt x="24623" y="62243"/>
                  <a:pt x="26558" y="60060"/>
                </a:cubicBezTo>
                <a:cubicBezTo>
                  <a:pt x="28492" y="57878"/>
                  <a:pt x="29847" y="56265"/>
                  <a:pt x="30621" y="55221"/>
                </a:cubicBezTo>
                <a:cubicBezTo>
                  <a:pt x="31395" y="54178"/>
                  <a:pt x="32508" y="52754"/>
                  <a:pt x="33959" y="50952"/>
                </a:cubicBezTo>
                <a:cubicBezTo>
                  <a:pt x="35410" y="49149"/>
                  <a:pt x="36426" y="47631"/>
                  <a:pt x="37006" y="46397"/>
                </a:cubicBezTo>
                <a:cubicBezTo>
                  <a:pt x="37587" y="45164"/>
                  <a:pt x="38312" y="43788"/>
                  <a:pt x="39183" y="42270"/>
                </a:cubicBezTo>
                <a:cubicBezTo>
                  <a:pt x="40054" y="40752"/>
                  <a:pt x="40683" y="39234"/>
                  <a:pt x="41070" y="37716"/>
                </a:cubicBezTo>
                <a:cubicBezTo>
                  <a:pt x="41457" y="36198"/>
                  <a:pt x="41795" y="34774"/>
                  <a:pt x="42086" y="33446"/>
                </a:cubicBezTo>
                <a:cubicBezTo>
                  <a:pt x="42376" y="32118"/>
                  <a:pt x="42521" y="30552"/>
                  <a:pt x="42521" y="28749"/>
                </a:cubicBezTo>
                <a:cubicBezTo>
                  <a:pt x="42521" y="22772"/>
                  <a:pt x="40876" y="17601"/>
                  <a:pt x="37587" y="13236"/>
                </a:cubicBezTo>
                <a:cubicBezTo>
                  <a:pt x="34297" y="8871"/>
                  <a:pt x="29605" y="6689"/>
                  <a:pt x="23510" y="6689"/>
                </a:cubicBezTo>
                <a:cubicBezTo>
                  <a:pt x="20317" y="6689"/>
                  <a:pt x="17512" y="7496"/>
                  <a:pt x="15093" y="9109"/>
                </a:cubicBezTo>
                <a:cubicBezTo>
                  <a:pt x="12674" y="10722"/>
                  <a:pt x="10981" y="12287"/>
                  <a:pt x="10013" y="13805"/>
                </a:cubicBezTo>
                <a:cubicBezTo>
                  <a:pt x="9046" y="15323"/>
                  <a:pt x="8562" y="16225"/>
                  <a:pt x="8562" y="16509"/>
                </a:cubicBezTo>
                <a:cubicBezTo>
                  <a:pt x="8562" y="16604"/>
                  <a:pt x="8804" y="16652"/>
                  <a:pt x="9288" y="16652"/>
                </a:cubicBezTo>
                <a:cubicBezTo>
                  <a:pt x="11029" y="16652"/>
                  <a:pt x="12819" y="17316"/>
                  <a:pt x="14657" y="18644"/>
                </a:cubicBezTo>
                <a:cubicBezTo>
                  <a:pt x="16496" y="19973"/>
                  <a:pt x="17415" y="22155"/>
                  <a:pt x="17415" y="25191"/>
                </a:cubicBezTo>
                <a:cubicBezTo>
                  <a:pt x="17415" y="27563"/>
                  <a:pt x="16641" y="29556"/>
                  <a:pt x="15093" y="31169"/>
                </a:cubicBezTo>
                <a:cubicBezTo>
                  <a:pt x="13545" y="32782"/>
                  <a:pt x="11368" y="33636"/>
                  <a:pt x="8562" y="337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4" cap="flat">
            <a:solidFill>
              <a:srgbClr val="000000">
                <a:alpha val="8960"/>
              </a:srgbClr>
            </a:solidFill>
            <a:miter/>
          </a:ln>
        </p:spPr>
      </p:sp>
      <p:sp>
        <p:nvSpPr>
          <p:cNvPr id="8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C316C3-395A-4F0A-8609-6E8154AF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4" y="6001170"/>
            <a:ext cx="49059" cy="201306"/>
          </a:xfrm>
          <a:custGeom xmlns:a="http://schemas.openxmlformats.org/drawingml/2006/main">
            <a:pathLst>
              <a:path w="49059" h="201306">
                <a:moveTo>
                  <a:pt x="0" y="100653"/>
                </a:moveTo>
                <a:cubicBezTo>
                  <a:pt x="0" y="91393"/>
                  <a:pt x="684" y="82602"/>
                  <a:pt x="2053" y="74282"/>
                </a:cubicBezTo>
                <a:cubicBezTo>
                  <a:pt x="3421" y="65961"/>
                  <a:pt x="4995" y="58781"/>
                  <a:pt x="6774" y="52742"/>
                </a:cubicBezTo>
                <a:cubicBezTo>
                  <a:pt x="8553" y="46703"/>
                  <a:pt x="11084" y="40798"/>
                  <a:pt x="14369" y="35027"/>
                </a:cubicBezTo>
                <a:cubicBezTo>
                  <a:pt x="17653" y="29256"/>
                  <a:pt x="20253" y="24761"/>
                  <a:pt x="22169" y="21540"/>
                </a:cubicBezTo>
                <a:cubicBezTo>
                  <a:pt x="24085" y="18319"/>
                  <a:pt x="26958" y="14830"/>
                  <a:pt x="30790" y="11072"/>
                </a:cubicBezTo>
                <a:cubicBezTo>
                  <a:pt x="34622" y="7314"/>
                  <a:pt x="36879" y="5033"/>
                  <a:pt x="37564" y="4227"/>
                </a:cubicBezTo>
                <a:cubicBezTo>
                  <a:pt x="38248" y="3422"/>
                  <a:pt x="39958" y="2013"/>
                  <a:pt x="42695" y="0"/>
                </a:cubicBezTo>
                <a:lnTo>
                  <a:pt x="45364" y="0"/>
                </a:lnTo>
                <a:lnTo>
                  <a:pt x="46185" y="0"/>
                </a:lnTo>
                <a:cubicBezTo>
                  <a:pt x="48101" y="0"/>
                  <a:pt x="49059" y="604"/>
                  <a:pt x="49059" y="1812"/>
                </a:cubicBezTo>
                <a:cubicBezTo>
                  <a:pt x="49059" y="2214"/>
                  <a:pt x="47895" y="3624"/>
                  <a:pt x="45569" y="6039"/>
                </a:cubicBezTo>
                <a:cubicBezTo>
                  <a:pt x="43243" y="8455"/>
                  <a:pt x="40437" y="12011"/>
                  <a:pt x="37153" y="16708"/>
                </a:cubicBezTo>
                <a:cubicBezTo>
                  <a:pt x="33869" y="21406"/>
                  <a:pt x="30516" y="27176"/>
                  <a:pt x="27095" y="34021"/>
                </a:cubicBezTo>
                <a:cubicBezTo>
                  <a:pt x="23674" y="40865"/>
                  <a:pt x="20800" y="50125"/>
                  <a:pt x="18474" y="61801"/>
                </a:cubicBezTo>
                <a:cubicBezTo>
                  <a:pt x="16148" y="73477"/>
                  <a:pt x="14984" y="86427"/>
                  <a:pt x="14984" y="100653"/>
                </a:cubicBezTo>
                <a:cubicBezTo>
                  <a:pt x="14984" y="114879"/>
                  <a:pt x="16148" y="127762"/>
                  <a:pt x="18474" y="139304"/>
                </a:cubicBezTo>
                <a:cubicBezTo>
                  <a:pt x="20800" y="150845"/>
                  <a:pt x="23606" y="160172"/>
                  <a:pt x="26890" y="167285"/>
                </a:cubicBezTo>
                <a:cubicBezTo>
                  <a:pt x="30174" y="174398"/>
                  <a:pt x="33527" y="180169"/>
                  <a:pt x="36948" y="184597"/>
                </a:cubicBezTo>
                <a:cubicBezTo>
                  <a:pt x="40369" y="189026"/>
                  <a:pt x="43243" y="192583"/>
                  <a:pt x="45569" y="195267"/>
                </a:cubicBezTo>
                <a:cubicBezTo>
                  <a:pt x="47895" y="197951"/>
                  <a:pt x="49059" y="199360"/>
                  <a:pt x="49059" y="199494"/>
                </a:cubicBezTo>
                <a:cubicBezTo>
                  <a:pt x="49059" y="200702"/>
                  <a:pt x="48032" y="201306"/>
                  <a:pt x="45980" y="201306"/>
                </a:cubicBezTo>
                <a:lnTo>
                  <a:pt x="45364" y="201306"/>
                </a:lnTo>
                <a:lnTo>
                  <a:pt x="42695" y="201306"/>
                </a:lnTo>
                <a:lnTo>
                  <a:pt x="36948" y="196474"/>
                </a:lnTo>
                <a:cubicBezTo>
                  <a:pt x="24085" y="185067"/>
                  <a:pt x="14711" y="170842"/>
                  <a:pt x="8826" y="153798"/>
                </a:cubicBezTo>
                <a:cubicBezTo>
                  <a:pt x="2942" y="136754"/>
                  <a:pt x="0" y="119039"/>
                  <a:pt x="0" y="1006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C30F0E-E04A-4C12-A163-2F735E24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4" y="6001170"/>
            <a:ext cx="49059" cy="201306"/>
          </a:xfrm>
          <a:custGeom xmlns:a="http://schemas.openxmlformats.org/drawingml/2006/main">
            <a:pathLst>
              <a:path w="49059" h="201306" fill="none">
                <a:moveTo>
                  <a:pt x="0" y="100653"/>
                </a:moveTo>
                <a:cubicBezTo>
                  <a:pt x="0" y="91393"/>
                  <a:pt x="684" y="82602"/>
                  <a:pt x="2053" y="74282"/>
                </a:cubicBezTo>
                <a:cubicBezTo>
                  <a:pt x="3421" y="65961"/>
                  <a:pt x="4995" y="58781"/>
                  <a:pt x="6774" y="52742"/>
                </a:cubicBezTo>
                <a:cubicBezTo>
                  <a:pt x="8553" y="46703"/>
                  <a:pt x="11084" y="40798"/>
                  <a:pt x="14369" y="35027"/>
                </a:cubicBezTo>
                <a:cubicBezTo>
                  <a:pt x="17653" y="29256"/>
                  <a:pt x="20253" y="24761"/>
                  <a:pt x="22169" y="21540"/>
                </a:cubicBezTo>
                <a:cubicBezTo>
                  <a:pt x="24085" y="18319"/>
                  <a:pt x="26958" y="14830"/>
                  <a:pt x="30790" y="11072"/>
                </a:cubicBezTo>
                <a:cubicBezTo>
                  <a:pt x="34622" y="7314"/>
                  <a:pt x="36879" y="5033"/>
                  <a:pt x="37564" y="4227"/>
                </a:cubicBezTo>
                <a:cubicBezTo>
                  <a:pt x="38248" y="3422"/>
                  <a:pt x="39958" y="2013"/>
                  <a:pt x="42695" y="0"/>
                </a:cubicBezTo>
                <a:lnTo>
                  <a:pt x="45364" y="0"/>
                </a:lnTo>
                <a:lnTo>
                  <a:pt x="46185" y="0"/>
                </a:lnTo>
                <a:cubicBezTo>
                  <a:pt x="48101" y="0"/>
                  <a:pt x="49059" y="604"/>
                  <a:pt x="49059" y="1812"/>
                </a:cubicBezTo>
                <a:cubicBezTo>
                  <a:pt x="49059" y="2214"/>
                  <a:pt x="47895" y="3624"/>
                  <a:pt x="45569" y="6039"/>
                </a:cubicBezTo>
                <a:cubicBezTo>
                  <a:pt x="43243" y="8455"/>
                  <a:pt x="40437" y="12011"/>
                  <a:pt x="37153" y="16708"/>
                </a:cubicBezTo>
                <a:cubicBezTo>
                  <a:pt x="33869" y="21406"/>
                  <a:pt x="30516" y="27176"/>
                  <a:pt x="27095" y="34021"/>
                </a:cubicBezTo>
                <a:cubicBezTo>
                  <a:pt x="23674" y="40865"/>
                  <a:pt x="20800" y="50125"/>
                  <a:pt x="18474" y="61801"/>
                </a:cubicBezTo>
                <a:cubicBezTo>
                  <a:pt x="16148" y="73477"/>
                  <a:pt x="14984" y="86427"/>
                  <a:pt x="14984" y="100653"/>
                </a:cubicBezTo>
                <a:cubicBezTo>
                  <a:pt x="14984" y="114879"/>
                  <a:pt x="16148" y="127762"/>
                  <a:pt x="18474" y="139304"/>
                </a:cubicBezTo>
                <a:cubicBezTo>
                  <a:pt x="20800" y="150845"/>
                  <a:pt x="23606" y="160172"/>
                  <a:pt x="26890" y="167285"/>
                </a:cubicBezTo>
                <a:cubicBezTo>
                  <a:pt x="30174" y="174398"/>
                  <a:pt x="33527" y="180169"/>
                  <a:pt x="36948" y="184597"/>
                </a:cubicBezTo>
                <a:cubicBezTo>
                  <a:pt x="40369" y="189026"/>
                  <a:pt x="43243" y="192583"/>
                  <a:pt x="45569" y="195267"/>
                </a:cubicBezTo>
                <a:cubicBezTo>
                  <a:pt x="47895" y="197951"/>
                  <a:pt x="49059" y="199360"/>
                  <a:pt x="49059" y="199494"/>
                </a:cubicBezTo>
                <a:cubicBezTo>
                  <a:pt x="49059" y="200702"/>
                  <a:pt x="48032" y="201306"/>
                  <a:pt x="45980" y="201306"/>
                </a:cubicBezTo>
                <a:lnTo>
                  <a:pt x="45364" y="201306"/>
                </a:lnTo>
                <a:lnTo>
                  <a:pt x="42695" y="201306"/>
                </a:lnTo>
                <a:lnTo>
                  <a:pt x="36948" y="196474"/>
                </a:lnTo>
                <a:cubicBezTo>
                  <a:pt x="24085" y="185067"/>
                  <a:pt x="14711" y="170842"/>
                  <a:pt x="8826" y="153798"/>
                </a:cubicBezTo>
                <a:cubicBezTo>
                  <a:pt x="2942" y="136754"/>
                  <a:pt x="0" y="119039"/>
                  <a:pt x="0" y="10065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3" cap="flat">
            <a:solidFill>
              <a:srgbClr val="000000">
                <a:alpha val="12680"/>
              </a:srgbClr>
            </a:solidFill>
            <a:miter/>
          </a:ln>
        </p:spPr>
      </p:sp>
      <p:sp>
        <p:nvSpPr>
          <p:cNvPr id="8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440393-D4E9-494B-9DFD-4D81A6F6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2801" y="6010229"/>
            <a:ext cx="145739" cy="146349"/>
          </a:xfrm>
          <a:custGeom xmlns:a="http://schemas.openxmlformats.org/drawingml/2006/main">
            <a:pathLst>
              <a:path w="145739" h="146349">
                <a:moveTo>
                  <a:pt x="0" y="91192"/>
                </a:moveTo>
                <a:cubicBezTo>
                  <a:pt x="0" y="75758"/>
                  <a:pt x="4584" y="60929"/>
                  <a:pt x="13753" y="46703"/>
                </a:cubicBezTo>
                <a:cubicBezTo>
                  <a:pt x="22921" y="32477"/>
                  <a:pt x="34485" y="21204"/>
                  <a:pt x="48443" y="12884"/>
                </a:cubicBezTo>
                <a:cubicBezTo>
                  <a:pt x="62401" y="4563"/>
                  <a:pt x="76359" y="336"/>
                  <a:pt x="90317" y="201"/>
                </a:cubicBezTo>
                <a:cubicBezTo>
                  <a:pt x="102633" y="201"/>
                  <a:pt x="112417" y="3624"/>
                  <a:pt x="119670" y="10468"/>
                </a:cubicBezTo>
                <a:cubicBezTo>
                  <a:pt x="120902" y="11810"/>
                  <a:pt x="121928" y="12951"/>
                  <a:pt x="122749" y="13890"/>
                </a:cubicBezTo>
                <a:cubicBezTo>
                  <a:pt x="123570" y="14830"/>
                  <a:pt x="124118" y="15501"/>
                  <a:pt x="124391" y="15903"/>
                </a:cubicBezTo>
                <a:lnTo>
                  <a:pt x="124596" y="16507"/>
                </a:lnTo>
                <a:cubicBezTo>
                  <a:pt x="125007" y="16507"/>
                  <a:pt x="126854" y="14762"/>
                  <a:pt x="130139" y="11273"/>
                </a:cubicBezTo>
                <a:cubicBezTo>
                  <a:pt x="131097" y="10468"/>
                  <a:pt x="132123" y="9528"/>
                  <a:pt x="133218" y="8455"/>
                </a:cubicBezTo>
                <a:cubicBezTo>
                  <a:pt x="134312" y="7381"/>
                  <a:pt x="135407" y="6308"/>
                  <a:pt x="136502" y="5234"/>
                </a:cubicBezTo>
                <a:cubicBezTo>
                  <a:pt x="137597" y="4160"/>
                  <a:pt x="138281" y="3422"/>
                  <a:pt x="138555" y="3020"/>
                </a:cubicBezTo>
                <a:lnTo>
                  <a:pt x="141634" y="0"/>
                </a:lnTo>
                <a:lnTo>
                  <a:pt x="142865" y="0"/>
                </a:lnTo>
                <a:cubicBezTo>
                  <a:pt x="144781" y="0"/>
                  <a:pt x="145739" y="470"/>
                  <a:pt x="145739" y="1409"/>
                </a:cubicBezTo>
                <a:cubicBezTo>
                  <a:pt x="145739" y="1946"/>
                  <a:pt x="143549" y="11139"/>
                  <a:pt x="139170" y="28988"/>
                </a:cubicBezTo>
                <a:cubicBezTo>
                  <a:pt x="134244" y="47642"/>
                  <a:pt x="131781" y="57037"/>
                  <a:pt x="131781" y="57171"/>
                </a:cubicBezTo>
                <a:cubicBezTo>
                  <a:pt x="131507" y="57842"/>
                  <a:pt x="131165" y="58244"/>
                  <a:pt x="130754" y="58379"/>
                </a:cubicBezTo>
                <a:cubicBezTo>
                  <a:pt x="130344" y="58513"/>
                  <a:pt x="129112" y="58647"/>
                  <a:pt x="127060" y="58781"/>
                </a:cubicBezTo>
                <a:lnTo>
                  <a:pt x="123775" y="58781"/>
                </a:lnTo>
                <a:cubicBezTo>
                  <a:pt x="122954" y="57976"/>
                  <a:pt x="122544" y="57372"/>
                  <a:pt x="122544" y="56970"/>
                </a:cubicBezTo>
                <a:cubicBezTo>
                  <a:pt x="122544" y="56835"/>
                  <a:pt x="122612" y="56366"/>
                  <a:pt x="122749" y="55560"/>
                </a:cubicBezTo>
                <a:cubicBezTo>
                  <a:pt x="122886" y="54755"/>
                  <a:pt x="123023" y="53413"/>
                  <a:pt x="123160" y="51534"/>
                </a:cubicBezTo>
                <a:cubicBezTo>
                  <a:pt x="123296" y="49655"/>
                  <a:pt x="123365" y="47508"/>
                  <a:pt x="123365" y="45093"/>
                </a:cubicBezTo>
                <a:cubicBezTo>
                  <a:pt x="123365" y="35564"/>
                  <a:pt x="121175" y="27243"/>
                  <a:pt x="116796" y="20131"/>
                </a:cubicBezTo>
                <a:cubicBezTo>
                  <a:pt x="112417" y="13018"/>
                  <a:pt x="104959" y="9394"/>
                  <a:pt x="94422" y="9260"/>
                </a:cubicBezTo>
                <a:cubicBezTo>
                  <a:pt x="91959" y="9260"/>
                  <a:pt x="89291" y="9461"/>
                  <a:pt x="86417" y="9864"/>
                </a:cubicBezTo>
                <a:cubicBezTo>
                  <a:pt x="83543" y="10267"/>
                  <a:pt x="79917" y="11139"/>
                  <a:pt x="75538" y="12481"/>
                </a:cubicBezTo>
                <a:cubicBezTo>
                  <a:pt x="71159" y="13823"/>
                  <a:pt x="66985" y="15702"/>
                  <a:pt x="63017" y="18118"/>
                </a:cubicBezTo>
                <a:cubicBezTo>
                  <a:pt x="59048" y="20533"/>
                  <a:pt x="54738" y="23754"/>
                  <a:pt x="50085" y="27780"/>
                </a:cubicBezTo>
                <a:cubicBezTo>
                  <a:pt x="45432" y="31806"/>
                  <a:pt x="41464" y="36571"/>
                  <a:pt x="38179" y="42073"/>
                </a:cubicBezTo>
                <a:cubicBezTo>
                  <a:pt x="34895" y="47575"/>
                  <a:pt x="31679" y="54420"/>
                  <a:pt x="28532" y="62606"/>
                </a:cubicBezTo>
                <a:cubicBezTo>
                  <a:pt x="25385" y="70793"/>
                  <a:pt x="23263" y="79784"/>
                  <a:pt x="22169" y="89581"/>
                </a:cubicBezTo>
                <a:cubicBezTo>
                  <a:pt x="21895" y="91997"/>
                  <a:pt x="21758" y="94614"/>
                  <a:pt x="21758" y="97432"/>
                </a:cubicBezTo>
                <a:cubicBezTo>
                  <a:pt x="21758" y="103874"/>
                  <a:pt x="22716" y="109577"/>
                  <a:pt x="24632" y="114543"/>
                </a:cubicBezTo>
                <a:cubicBezTo>
                  <a:pt x="26548" y="119509"/>
                  <a:pt x="29011" y="123333"/>
                  <a:pt x="32021" y="126017"/>
                </a:cubicBezTo>
                <a:cubicBezTo>
                  <a:pt x="35032" y="128702"/>
                  <a:pt x="38453" y="130983"/>
                  <a:pt x="42285" y="132862"/>
                </a:cubicBezTo>
                <a:cubicBezTo>
                  <a:pt x="46116" y="134741"/>
                  <a:pt x="49674" y="135881"/>
                  <a:pt x="52959" y="136284"/>
                </a:cubicBezTo>
                <a:cubicBezTo>
                  <a:pt x="56243" y="136687"/>
                  <a:pt x="59322" y="136955"/>
                  <a:pt x="62196" y="137089"/>
                </a:cubicBezTo>
                <a:cubicBezTo>
                  <a:pt x="69585" y="137089"/>
                  <a:pt x="76359" y="135546"/>
                  <a:pt x="82517" y="132459"/>
                </a:cubicBezTo>
                <a:cubicBezTo>
                  <a:pt x="88675" y="129373"/>
                  <a:pt x="92917" y="125414"/>
                  <a:pt x="95243" y="120582"/>
                </a:cubicBezTo>
                <a:cubicBezTo>
                  <a:pt x="95654" y="119509"/>
                  <a:pt x="96680" y="115818"/>
                  <a:pt x="98322" y="109510"/>
                </a:cubicBezTo>
                <a:cubicBezTo>
                  <a:pt x="99965" y="103203"/>
                  <a:pt x="100786" y="99646"/>
                  <a:pt x="100786" y="98841"/>
                </a:cubicBezTo>
                <a:cubicBezTo>
                  <a:pt x="100786" y="97768"/>
                  <a:pt x="99896" y="97097"/>
                  <a:pt x="98117" y="96828"/>
                </a:cubicBezTo>
                <a:cubicBezTo>
                  <a:pt x="96338" y="96560"/>
                  <a:pt x="92233" y="96358"/>
                  <a:pt x="85801" y="96224"/>
                </a:cubicBezTo>
                <a:lnTo>
                  <a:pt x="78206" y="96224"/>
                </a:lnTo>
                <a:cubicBezTo>
                  <a:pt x="77385" y="95419"/>
                  <a:pt x="76975" y="94882"/>
                  <a:pt x="76975" y="94614"/>
                </a:cubicBezTo>
                <a:cubicBezTo>
                  <a:pt x="76975" y="94345"/>
                  <a:pt x="77112" y="93070"/>
                  <a:pt x="77385" y="90789"/>
                </a:cubicBezTo>
                <a:cubicBezTo>
                  <a:pt x="77933" y="89044"/>
                  <a:pt x="78617" y="87769"/>
                  <a:pt x="79438" y="86964"/>
                </a:cubicBezTo>
                <a:lnTo>
                  <a:pt x="82927" y="86964"/>
                </a:lnTo>
                <a:cubicBezTo>
                  <a:pt x="88401" y="87233"/>
                  <a:pt x="97980" y="87367"/>
                  <a:pt x="111665" y="87367"/>
                </a:cubicBezTo>
                <a:cubicBezTo>
                  <a:pt x="117138" y="87367"/>
                  <a:pt x="121586" y="87367"/>
                  <a:pt x="125007" y="87367"/>
                </a:cubicBezTo>
                <a:cubicBezTo>
                  <a:pt x="128428" y="87367"/>
                  <a:pt x="130891" y="87300"/>
                  <a:pt x="132397" y="87165"/>
                </a:cubicBezTo>
                <a:cubicBezTo>
                  <a:pt x="133902" y="87031"/>
                  <a:pt x="134723" y="87031"/>
                  <a:pt x="134860" y="87165"/>
                </a:cubicBezTo>
                <a:cubicBezTo>
                  <a:pt x="136776" y="87165"/>
                  <a:pt x="137733" y="87769"/>
                  <a:pt x="137733" y="88977"/>
                </a:cubicBezTo>
                <a:cubicBezTo>
                  <a:pt x="137733" y="89246"/>
                  <a:pt x="137597" y="90185"/>
                  <a:pt x="137323" y="91795"/>
                </a:cubicBezTo>
                <a:cubicBezTo>
                  <a:pt x="136639" y="94345"/>
                  <a:pt x="135955" y="95754"/>
                  <a:pt x="135270" y="96023"/>
                </a:cubicBezTo>
                <a:cubicBezTo>
                  <a:pt x="134860" y="96157"/>
                  <a:pt x="133833" y="96224"/>
                  <a:pt x="132191" y="96224"/>
                </a:cubicBezTo>
                <a:cubicBezTo>
                  <a:pt x="129454" y="96224"/>
                  <a:pt x="126649" y="96425"/>
                  <a:pt x="123775" y="96828"/>
                </a:cubicBezTo>
                <a:cubicBezTo>
                  <a:pt x="122817" y="97231"/>
                  <a:pt x="122133" y="97835"/>
                  <a:pt x="121723" y="98640"/>
                </a:cubicBezTo>
                <a:cubicBezTo>
                  <a:pt x="121312" y="99445"/>
                  <a:pt x="120354" y="102867"/>
                  <a:pt x="118849" y="108906"/>
                </a:cubicBezTo>
                <a:cubicBezTo>
                  <a:pt x="117617" y="113335"/>
                  <a:pt x="116591" y="117093"/>
                  <a:pt x="115770" y="120180"/>
                </a:cubicBezTo>
                <a:cubicBezTo>
                  <a:pt x="112349" y="133868"/>
                  <a:pt x="110433" y="140914"/>
                  <a:pt x="110023" y="141317"/>
                </a:cubicBezTo>
                <a:cubicBezTo>
                  <a:pt x="109749" y="141585"/>
                  <a:pt x="109407" y="141719"/>
                  <a:pt x="108996" y="141719"/>
                </a:cubicBezTo>
                <a:cubicBezTo>
                  <a:pt x="107628" y="141719"/>
                  <a:pt x="105712" y="140377"/>
                  <a:pt x="103249" y="137693"/>
                </a:cubicBezTo>
                <a:cubicBezTo>
                  <a:pt x="100786" y="135009"/>
                  <a:pt x="99212" y="132929"/>
                  <a:pt x="98528" y="131453"/>
                </a:cubicBezTo>
                <a:cubicBezTo>
                  <a:pt x="98528" y="131319"/>
                  <a:pt x="98391" y="131319"/>
                  <a:pt x="98117" y="131453"/>
                </a:cubicBezTo>
                <a:cubicBezTo>
                  <a:pt x="97843" y="131587"/>
                  <a:pt x="97433" y="131922"/>
                  <a:pt x="96886" y="132459"/>
                </a:cubicBezTo>
                <a:cubicBezTo>
                  <a:pt x="86759" y="141719"/>
                  <a:pt x="73075" y="146349"/>
                  <a:pt x="55832" y="146349"/>
                </a:cubicBezTo>
                <a:cubicBezTo>
                  <a:pt x="39274" y="146349"/>
                  <a:pt x="25864" y="141182"/>
                  <a:pt x="15600" y="130849"/>
                </a:cubicBezTo>
                <a:cubicBezTo>
                  <a:pt x="5337" y="120515"/>
                  <a:pt x="137" y="107296"/>
                  <a:pt x="0" y="911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14EA91-1360-4A57-9331-8CCD142E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2801" y="6010229"/>
            <a:ext cx="145739" cy="146349"/>
          </a:xfrm>
          <a:custGeom xmlns:a="http://schemas.openxmlformats.org/drawingml/2006/main">
            <a:pathLst>
              <a:path w="145739" h="146349" fill="none">
                <a:moveTo>
                  <a:pt x="0" y="91192"/>
                </a:moveTo>
                <a:cubicBezTo>
                  <a:pt x="0" y="75758"/>
                  <a:pt x="4584" y="60929"/>
                  <a:pt x="13753" y="46703"/>
                </a:cubicBezTo>
                <a:cubicBezTo>
                  <a:pt x="22921" y="32477"/>
                  <a:pt x="34485" y="21204"/>
                  <a:pt x="48443" y="12884"/>
                </a:cubicBezTo>
                <a:cubicBezTo>
                  <a:pt x="62401" y="4563"/>
                  <a:pt x="76359" y="336"/>
                  <a:pt x="90317" y="201"/>
                </a:cubicBezTo>
                <a:cubicBezTo>
                  <a:pt x="102633" y="201"/>
                  <a:pt x="112417" y="3624"/>
                  <a:pt x="119670" y="10468"/>
                </a:cubicBezTo>
                <a:cubicBezTo>
                  <a:pt x="120902" y="11810"/>
                  <a:pt x="121928" y="12951"/>
                  <a:pt x="122749" y="13890"/>
                </a:cubicBezTo>
                <a:cubicBezTo>
                  <a:pt x="123570" y="14830"/>
                  <a:pt x="124118" y="15501"/>
                  <a:pt x="124391" y="15903"/>
                </a:cubicBezTo>
                <a:lnTo>
                  <a:pt x="124596" y="16507"/>
                </a:lnTo>
                <a:cubicBezTo>
                  <a:pt x="125007" y="16507"/>
                  <a:pt x="126854" y="14762"/>
                  <a:pt x="130139" y="11273"/>
                </a:cubicBezTo>
                <a:cubicBezTo>
                  <a:pt x="131097" y="10468"/>
                  <a:pt x="132123" y="9528"/>
                  <a:pt x="133218" y="8455"/>
                </a:cubicBezTo>
                <a:cubicBezTo>
                  <a:pt x="134312" y="7381"/>
                  <a:pt x="135407" y="6308"/>
                  <a:pt x="136502" y="5234"/>
                </a:cubicBezTo>
                <a:cubicBezTo>
                  <a:pt x="137597" y="4160"/>
                  <a:pt x="138281" y="3422"/>
                  <a:pt x="138555" y="3020"/>
                </a:cubicBezTo>
                <a:lnTo>
                  <a:pt x="141634" y="0"/>
                </a:lnTo>
                <a:lnTo>
                  <a:pt x="142865" y="0"/>
                </a:lnTo>
                <a:cubicBezTo>
                  <a:pt x="144781" y="0"/>
                  <a:pt x="145739" y="470"/>
                  <a:pt x="145739" y="1409"/>
                </a:cubicBezTo>
                <a:cubicBezTo>
                  <a:pt x="145739" y="1946"/>
                  <a:pt x="143549" y="11139"/>
                  <a:pt x="139170" y="28988"/>
                </a:cubicBezTo>
                <a:cubicBezTo>
                  <a:pt x="134244" y="47642"/>
                  <a:pt x="131781" y="57037"/>
                  <a:pt x="131781" y="57171"/>
                </a:cubicBezTo>
                <a:cubicBezTo>
                  <a:pt x="131507" y="57842"/>
                  <a:pt x="131165" y="58244"/>
                  <a:pt x="130754" y="58379"/>
                </a:cubicBezTo>
                <a:cubicBezTo>
                  <a:pt x="130344" y="58513"/>
                  <a:pt x="129112" y="58647"/>
                  <a:pt x="127060" y="58781"/>
                </a:cubicBezTo>
                <a:lnTo>
                  <a:pt x="123775" y="58781"/>
                </a:lnTo>
                <a:cubicBezTo>
                  <a:pt x="122954" y="57976"/>
                  <a:pt x="122544" y="57372"/>
                  <a:pt x="122544" y="56970"/>
                </a:cubicBezTo>
                <a:cubicBezTo>
                  <a:pt x="122544" y="56835"/>
                  <a:pt x="122612" y="56366"/>
                  <a:pt x="122749" y="55560"/>
                </a:cubicBezTo>
                <a:cubicBezTo>
                  <a:pt x="122886" y="54755"/>
                  <a:pt x="123023" y="53413"/>
                  <a:pt x="123160" y="51534"/>
                </a:cubicBezTo>
                <a:cubicBezTo>
                  <a:pt x="123296" y="49655"/>
                  <a:pt x="123365" y="47508"/>
                  <a:pt x="123365" y="45093"/>
                </a:cubicBezTo>
                <a:cubicBezTo>
                  <a:pt x="123365" y="35564"/>
                  <a:pt x="121175" y="27243"/>
                  <a:pt x="116796" y="20131"/>
                </a:cubicBezTo>
                <a:cubicBezTo>
                  <a:pt x="112417" y="13018"/>
                  <a:pt x="104959" y="9394"/>
                  <a:pt x="94422" y="9260"/>
                </a:cubicBezTo>
                <a:cubicBezTo>
                  <a:pt x="91959" y="9260"/>
                  <a:pt x="89291" y="9461"/>
                  <a:pt x="86417" y="9864"/>
                </a:cubicBezTo>
                <a:cubicBezTo>
                  <a:pt x="83543" y="10267"/>
                  <a:pt x="79917" y="11139"/>
                  <a:pt x="75538" y="12481"/>
                </a:cubicBezTo>
                <a:cubicBezTo>
                  <a:pt x="71159" y="13823"/>
                  <a:pt x="66985" y="15702"/>
                  <a:pt x="63017" y="18118"/>
                </a:cubicBezTo>
                <a:cubicBezTo>
                  <a:pt x="59048" y="20533"/>
                  <a:pt x="54738" y="23754"/>
                  <a:pt x="50085" y="27780"/>
                </a:cubicBezTo>
                <a:cubicBezTo>
                  <a:pt x="45432" y="31806"/>
                  <a:pt x="41464" y="36571"/>
                  <a:pt x="38179" y="42073"/>
                </a:cubicBezTo>
                <a:cubicBezTo>
                  <a:pt x="34895" y="47575"/>
                  <a:pt x="31679" y="54420"/>
                  <a:pt x="28532" y="62606"/>
                </a:cubicBezTo>
                <a:cubicBezTo>
                  <a:pt x="25385" y="70793"/>
                  <a:pt x="23263" y="79784"/>
                  <a:pt x="22169" y="89581"/>
                </a:cubicBezTo>
                <a:cubicBezTo>
                  <a:pt x="21895" y="91997"/>
                  <a:pt x="21758" y="94614"/>
                  <a:pt x="21758" y="97432"/>
                </a:cubicBezTo>
                <a:cubicBezTo>
                  <a:pt x="21758" y="103874"/>
                  <a:pt x="22716" y="109577"/>
                  <a:pt x="24632" y="114543"/>
                </a:cubicBezTo>
                <a:cubicBezTo>
                  <a:pt x="26548" y="119509"/>
                  <a:pt x="29011" y="123333"/>
                  <a:pt x="32021" y="126017"/>
                </a:cubicBezTo>
                <a:cubicBezTo>
                  <a:pt x="35032" y="128702"/>
                  <a:pt x="38453" y="130983"/>
                  <a:pt x="42285" y="132862"/>
                </a:cubicBezTo>
                <a:cubicBezTo>
                  <a:pt x="46116" y="134741"/>
                  <a:pt x="49674" y="135881"/>
                  <a:pt x="52959" y="136284"/>
                </a:cubicBezTo>
                <a:cubicBezTo>
                  <a:pt x="56243" y="136687"/>
                  <a:pt x="59322" y="136955"/>
                  <a:pt x="62196" y="137089"/>
                </a:cubicBezTo>
                <a:cubicBezTo>
                  <a:pt x="69585" y="137089"/>
                  <a:pt x="76359" y="135546"/>
                  <a:pt x="82517" y="132459"/>
                </a:cubicBezTo>
                <a:cubicBezTo>
                  <a:pt x="88675" y="129373"/>
                  <a:pt x="92917" y="125414"/>
                  <a:pt x="95243" y="120582"/>
                </a:cubicBezTo>
                <a:cubicBezTo>
                  <a:pt x="95654" y="119509"/>
                  <a:pt x="96680" y="115818"/>
                  <a:pt x="98322" y="109510"/>
                </a:cubicBezTo>
                <a:cubicBezTo>
                  <a:pt x="99965" y="103203"/>
                  <a:pt x="100786" y="99646"/>
                  <a:pt x="100786" y="98841"/>
                </a:cubicBezTo>
                <a:cubicBezTo>
                  <a:pt x="100786" y="97768"/>
                  <a:pt x="99896" y="97097"/>
                  <a:pt x="98117" y="96828"/>
                </a:cubicBezTo>
                <a:cubicBezTo>
                  <a:pt x="96338" y="96560"/>
                  <a:pt x="92233" y="96358"/>
                  <a:pt x="85801" y="96224"/>
                </a:cubicBezTo>
                <a:lnTo>
                  <a:pt x="78206" y="96224"/>
                </a:lnTo>
                <a:cubicBezTo>
                  <a:pt x="77385" y="95419"/>
                  <a:pt x="76975" y="94882"/>
                  <a:pt x="76975" y="94614"/>
                </a:cubicBezTo>
                <a:cubicBezTo>
                  <a:pt x="76975" y="94345"/>
                  <a:pt x="77112" y="93070"/>
                  <a:pt x="77385" y="90789"/>
                </a:cubicBezTo>
                <a:cubicBezTo>
                  <a:pt x="77933" y="89044"/>
                  <a:pt x="78617" y="87769"/>
                  <a:pt x="79438" y="86964"/>
                </a:cubicBezTo>
                <a:lnTo>
                  <a:pt x="82927" y="86964"/>
                </a:lnTo>
                <a:cubicBezTo>
                  <a:pt x="88401" y="87233"/>
                  <a:pt x="97980" y="87367"/>
                  <a:pt x="111665" y="87367"/>
                </a:cubicBezTo>
                <a:cubicBezTo>
                  <a:pt x="117138" y="87367"/>
                  <a:pt x="121586" y="87367"/>
                  <a:pt x="125007" y="87367"/>
                </a:cubicBezTo>
                <a:cubicBezTo>
                  <a:pt x="128428" y="87367"/>
                  <a:pt x="130891" y="87300"/>
                  <a:pt x="132397" y="87165"/>
                </a:cubicBezTo>
                <a:cubicBezTo>
                  <a:pt x="133902" y="87031"/>
                  <a:pt x="134723" y="87031"/>
                  <a:pt x="134860" y="87165"/>
                </a:cubicBezTo>
                <a:cubicBezTo>
                  <a:pt x="136776" y="87165"/>
                  <a:pt x="137733" y="87769"/>
                  <a:pt x="137733" y="88977"/>
                </a:cubicBezTo>
                <a:cubicBezTo>
                  <a:pt x="137733" y="89246"/>
                  <a:pt x="137597" y="90185"/>
                  <a:pt x="137323" y="91795"/>
                </a:cubicBezTo>
                <a:cubicBezTo>
                  <a:pt x="136639" y="94345"/>
                  <a:pt x="135955" y="95754"/>
                  <a:pt x="135270" y="96023"/>
                </a:cubicBezTo>
                <a:cubicBezTo>
                  <a:pt x="134860" y="96157"/>
                  <a:pt x="133833" y="96224"/>
                  <a:pt x="132191" y="96224"/>
                </a:cubicBezTo>
                <a:cubicBezTo>
                  <a:pt x="129454" y="96224"/>
                  <a:pt x="126649" y="96425"/>
                  <a:pt x="123775" y="96828"/>
                </a:cubicBezTo>
                <a:cubicBezTo>
                  <a:pt x="122817" y="97231"/>
                  <a:pt x="122133" y="97835"/>
                  <a:pt x="121723" y="98640"/>
                </a:cubicBezTo>
                <a:cubicBezTo>
                  <a:pt x="121312" y="99445"/>
                  <a:pt x="120354" y="102867"/>
                  <a:pt x="118849" y="108906"/>
                </a:cubicBezTo>
                <a:cubicBezTo>
                  <a:pt x="117617" y="113335"/>
                  <a:pt x="116591" y="117093"/>
                  <a:pt x="115770" y="120180"/>
                </a:cubicBezTo>
                <a:cubicBezTo>
                  <a:pt x="112349" y="133868"/>
                  <a:pt x="110433" y="140914"/>
                  <a:pt x="110023" y="141317"/>
                </a:cubicBezTo>
                <a:cubicBezTo>
                  <a:pt x="109749" y="141585"/>
                  <a:pt x="109407" y="141719"/>
                  <a:pt x="108996" y="141719"/>
                </a:cubicBezTo>
                <a:cubicBezTo>
                  <a:pt x="107628" y="141719"/>
                  <a:pt x="105712" y="140377"/>
                  <a:pt x="103249" y="137693"/>
                </a:cubicBezTo>
                <a:cubicBezTo>
                  <a:pt x="100786" y="135009"/>
                  <a:pt x="99212" y="132929"/>
                  <a:pt x="98528" y="131453"/>
                </a:cubicBezTo>
                <a:cubicBezTo>
                  <a:pt x="98528" y="131319"/>
                  <a:pt x="98391" y="131319"/>
                  <a:pt x="98117" y="131453"/>
                </a:cubicBezTo>
                <a:cubicBezTo>
                  <a:pt x="97843" y="131587"/>
                  <a:pt x="97433" y="131922"/>
                  <a:pt x="96886" y="132459"/>
                </a:cubicBezTo>
                <a:cubicBezTo>
                  <a:pt x="86759" y="141719"/>
                  <a:pt x="73075" y="146349"/>
                  <a:pt x="55832" y="146349"/>
                </a:cubicBezTo>
                <a:cubicBezTo>
                  <a:pt x="39274" y="146349"/>
                  <a:pt x="25864" y="141182"/>
                  <a:pt x="15600" y="130849"/>
                </a:cubicBezTo>
                <a:cubicBezTo>
                  <a:pt x="5337" y="120515"/>
                  <a:pt x="137" y="107296"/>
                  <a:pt x="0" y="9119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3" cap="flat">
            <a:solidFill>
              <a:srgbClr val="000000">
                <a:alpha val="12680"/>
              </a:srgbClr>
            </a:solidFill>
            <a:miter/>
          </a:ln>
        </p:spPr>
      </p:sp>
      <p:sp>
        <p:nvSpPr>
          <p:cNvPr id="8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16D25A-80D7-4B18-990B-1FC3F51F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907" y="6087558"/>
            <a:ext cx="57904" cy="94787"/>
          </a:xfrm>
          <a:custGeom xmlns:a="http://schemas.openxmlformats.org/drawingml/2006/main">
            <a:pathLst>
              <a:path w="57904" h="94787">
                <a:moveTo>
                  <a:pt x="8562" y="33731"/>
                </a:moveTo>
                <a:cubicBezTo>
                  <a:pt x="5950" y="33731"/>
                  <a:pt x="3870" y="32877"/>
                  <a:pt x="2322" y="31169"/>
                </a:cubicBezTo>
                <a:cubicBezTo>
                  <a:pt x="774" y="29461"/>
                  <a:pt x="0" y="27374"/>
                  <a:pt x="0" y="24907"/>
                </a:cubicBezTo>
                <a:cubicBezTo>
                  <a:pt x="0" y="18170"/>
                  <a:pt x="2564" y="12335"/>
                  <a:pt x="7692" y="7401"/>
                </a:cubicBezTo>
                <a:cubicBezTo>
                  <a:pt x="12819" y="2467"/>
                  <a:pt x="19205" y="0"/>
                  <a:pt x="26848" y="0"/>
                </a:cubicBezTo>
                <a:cubicBezTo>
                  <a:pt x="35652" y="0"/>
                  <a:pt x="43005" y="2657"/>
                  <a:pt x="48906" y="7970"/>
                </a:cubicBezTo>
                <a:cubicBezTo>
                  <a:pt x="54808" y="13283"/>
                  <a:pt x="57807" y="20162"/>
                  <a:pt x="57904" y="28607"/>
                </a:cubicBezTo>
                <a:cubicBezTo>
                  <a:pt x="57904" y="32687"/>
                  <a:pt x="56937" y="36577"/>
                  <a:pt x="55002" y="40277"/>
                </a:cubicBezTo>
                <a:cubicBezTo>
                  <a:pt x="53067" y="43978"/>
                  <a:pt x="50745" y="47204"/>
                  <a:pt x="48036" y="49955"/>
                </a:cubicBezTo>
                <a:cubicBezTo>
                  <a:pt x="45327" y="52707"/>
                  <a:pt x="41457" y="56218"/>
                  <a:pt x="36426" y="60487"/>
                </a:cubicBezTo>
                <a:cubicBezTo>
                  <a:pt x="32943" y="63429"/>
                  <a:pt x="28105" y="67793"/>
                  <a:pt x="21914" y="73581"/>
                </a:cubicBezTo>
                <a:lnTo>
                  <a:pt x="13351" y="81551"/>
                </a:lnTo>
                <a:lnTo>
                  <a:pt x="24381" y="81694"/>
                </a:lnTo>
                <a:cubicBezTo>
                  <a:pt x="39570" y="81694"/>
                  <a:pt x="47649" y="81456"/>
                  <a:pt x="48616" y="80982"/>
                </a:cubicBezTo>
                <a:cubicBezTo>
                  <a:pt x="49293" y="80792"/>
                  <a:pt x="50454" y="76570"/>
                  <a:pt x="52099" y="68315"/>
                </a:cubicBezTo>
                <a:lnTo>
                  <a:pt x="52099" y="67888"/>
                </a:lnTo>
                <a:lnTo>
                  <a:pt x="57904" y="67888"/>
                </a:lnTo>
                <a:lnTo>
                  <a:pt x="57904" y="68315"/>
                </a:lnTo>
                <a:cubicBezTo>
                  <a:pt x="57807" y="68600"/>
                  <a:pt x="57178" y="72917"/>
                  <a:pt x="56017" y="81267"/>
                </a:cubicBezTo>
                <a:cubicBezTo>
                  <a:pt x="54857" y="89616"/>
                  <a:pt x="54131" y="93981"/>
                  <a:pt x="53841" y="94360"/>
                </a:cubicBezTo>
                <a:lnTo>
                  <a:pt x="53841" y="94787"/>
                </a:lnTo>
                <a:lnTo>
                  <a:pt x="0" y="94787"/>
                </a:lnTo>
                <a:lnTo>
                  <a:pt x="0" y="92083"/>
                </a:lnTo>
                <a:lnTo>
                  <a:pt x="0" y="90375"/>
                </a:lnTo>
                <a:cubicBezTo>
                  <a:pt x="0" y="89711"/>
                  <a:pt x="290" y="88999"/>
                  <a:pt x="871" y="88240"/>
                </a:cubicBezTo>
                <a:cubicBezTo>
                  <a:pt x="1451" y="87481"/>
                  <a:pt x="2902" y="85821"/>
                  <a:pt x="5224" y="83259"/>
                </a:cubicBezTo>
                <a:cubicBezTo>
                  <a:pt x="8030" y="80223"/>
                  <a:pt x="10449" y="77566"/>
                  <a:pt x="12481" y="75289"/>
                </a:cubicBezTo>
                <a:cubicBezTo>
                  <a:pt x="13351" y="74340"/>
                  <a:pt x="14996" y="72585"/>
                  <a:pt x="17415" y="70023"/>
                </a:cubicBezTo>
                <a:cubicBezTo>
                  <a:pt x="19833" y="67461"/>
                  <a:pt x="21478" y="65706"/>
                  <a:pt x="22349" y="64757"/>
                </a:cubicBezTo>
                <a:cubicBezTo>
                  <a:pt x="23220" y="63808"/>
                  <a:pt x="24623" y="62243"/>
                  <a:pt x="26558" y="60060"/>
                </a:cubicBezTo>
                <a:cubicBezTo>
                  <a:pt x="28492" y="57878"/>
                  <a:pt x="29847" y="56265"/>
                  <a:pt x="30621" y="55221"/>
                </a:cubicBezTo>
                <a:cubicBezTo>
                  <a:pt x="31395" y="54178"/>
                  <a:pt x="32508" y="52754"/>
                  <a:pt x="33959" y="50952"/>
                </a:cubicBezTo>
                <a:cubicBezTo>
                  <a:pt x="35410" y="49149"/>
                  <a:pt x="36426" y="47631"/>
                  <a:pt x="37006" y="46397"/>
                </a:cubicBezTo>
                <a:cubicBezTo>
                  <a:pt x="37587" y="45164"/>
                  <a:pt x="38312" y="43788"/>
                  <a:pt x="39183" y="42270"/>
                </a:cubicBezTo>
                <a:cubicBezTo>
                  <a:pt x="40054" y="40752"/>
                  <a:pt x="40683" y="39234"/>
                  <a:pt x="41070" y="37716"/>
                </a:cubicBezTo>
                <a:cubicBezTo>
                  <a:pt x="41457" y="36198"/>
                  <a:pt x="41795" y="34774"/>
                  <a:pt x="42086" y="33446"/>
                </a:cubicBezTo>
                <a:cubicBezTo>
                  <a:pt x="42376" y="32118"/>
                  <a:pt x="42521" y="30552"/>
                  <a:pt x="42521" y="28749"/>
                </a:cubicBezTo>
                <a:cubicBezTo>
                  <a:pt x="42521" y="22772"/>
                  <a:pt x="40876" y="17601"/>
                  <a:pt x="37587" y="13236"/>
                </a:cubicBezTo>
                <a:cubicBezTo>
                  <a:pt x="34297" y="8871"/>
                  <a:pt x="29605" y="6689"/>
                  <a:pt x="23510" y="6689"/>
                </a:cubicBezTo>
                <a:cubicBezTo>
                  <a:pt x="20317" y="6689"/>
                  <a:pt x="17512" y="7496"/>
                  <a:pt x="15093" y="9109"/>
                </a:cubicBezTo>
                <a:cubicBezTo>
                  <a:pt x="12674" y="10722"/>
                  <a:pt x="10981" y="12287"/>
                  <a:pt x="10013" y="13805"/>
                </a:cubicBezTo>
                <a:cubicBezTo>
                  <a:pt x="9046" y="15323"/>
                  <a:pt x="8562" y="16225"/>
                  <a:pt x="8562" y="16509"/>
                </a:cubicBezTo>
                <a:cubicBezTo>
                  <a:pt x="8562" y="16604"/>
                  <a:pt x="8804" y="16652"/>
                  <a:pt x="9288" y="16652"/>
                </a:cubicBezTo>
                <a:cubicBezTo>
                  <a:pt x="11029" y="16652"/>
                  <a:pt x="12819" y="17316"/>
                  <a:pt x="14657" y="18644"/>
                </a:cubicBezTo>
                <a:cubicBezTo>
                  <a:pt x="16496" y="19973"/>
                  <a:pt x="17415" y="22155"/>
                  <a:pt x="17415" y="25191"/>
                </a:cubicBezTo>
                <a:cubicBezTo>
                  <a:pt x="17415" y="27563"/>
                  <a:pt x="16641" y="29556"/>
                  <a:pt x="15093" y="31169"/>
                </a:cubicBezTo>
                <a:cubicBezTo>
                  <a:pt x="13545" y="32782"/>
                  <a:pt x="11368" y="33636"/>
                  <a:pt x="8562" y="337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A94036-6EF5-4074-B93C-107A8B03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907" y="6087558"/>
            <a:ext cx="57904" cy="94787"/>
          </a:xfrm>
          <a:custGeom xmlns:a="http://schemas.openxmlformats.org/drawingml/2006/main">
            <a:pathLst>
              <a:path w="57904" h="94787" fill="none">
                <a:moveTo>
                  <a:pt x="8562" y="33731"/>
                </a:moveTo>
                <a:cubicBezTo>
                  <a:pt x="5950" y="33731"/>
                  <a:pt x="3870" y="32877"/>
                  <a:pt x="2322" y="31169"/>
                </a:cubicBezTo>
                <a:cubicBezTo>
                  <a:pt x="774" y="29461"/>
                  <a:pt x="0" y="27374"/>
                  <a:pt x="0" y="24907"/>
                </a:cubicBezTo>
                <a:cubicBezTo>
                  <a:pt x="0" y="18170"/>
                  <a:pt x="2564" y="12335"/>
                  <a:pt x="7692" y="7401"/>
                </a:cubicBezTo>
                <a:cubicBezTo>
                  <a:pt x="12819" y="2467"/>
                  <a:pt x="19205" y="0"/>
                  <a:pt x="26848" y="0"/>
                </a:cubicBezTo>
                <a:cubicBezTo>
                  <a:pt x="35652" y="0"/>
                  <a:pt x="43005" y="2657"/>
                  <a:pt x="48906" y="7970"/>
                </a:cubicBezTo>
                <a:cubicBezTo>
                  <a:pt x="54808" y="13283"/>
                  <a:pt x="57807" y="20162"/>
                  <a:pt x="57904" y="28607"/>
                </a:cubicBezTo>
                <a:cubicBezTo>
                  <a:pt x="57904" y="32687"/>
                  <a:pt x="56937" y="36577"/>
                  <a:pt x="55002" y="40277"/>
                </a:cubicBezTo>
                <a:cubicBezTo>
                  <a:pt x="53067" y="43978"/>
                  <a:pt x="50745" y="47204"/>
                  <a:pt x="48036" y="49955"/>
                </a:cubicBezTo>
                <a:cubicBezTo>
                  <a:pt x="45327" y="52707"/>
                  <a:pt x="41457" y="56218"/>
                  <a:pt x="36426" y="60487"/>
                </a:cubicBezTo>
                <a:cubicBezTo>
                  <a:pt x="32943" y="63429"/>
                  <a:pt x="28105" y="67793"/>
                  <a:pt x="21914" y="73581"/>
                </a:cubicBezTo>
                <a:lnTo>
                  <a:pt x="13351" y="81551"/>
                </a:lnTo>
                <a:lnTo>
                  <a:pt x="24381" y="81694"/>
                </a:lnTo>
                <a:cubicBezTo>
                  <a:pt x="39570" y="81694"/>
                  <a:pt x="47649" y="81456"/>
                  <a:pt x="48616" y="80982"/>
                </a:cubicBezTo>
                <a:cubicBezTo>
                  <a:pt x="49293" y="80792"/>
                  <a:pt x="50454" y="76570"/>
                  <a:pt x="52099" y="68315"/>
                </a:cubicBezTo>
                <a:lnTo>
                  <a:pt x="52099" y="67888"/>
                </a:lnTo>
                <a:lnTo>
                  <a:pt x="57904" y="67888"/>
                </a:lnTo>
                <a:lnTo>
                  <a:pt x="57904" y="68315"/>
                </a:lnTo>
                <a:cubicBezTo>
                  <a:pt x="57807" y="68600"/>
                  <a:pt x="57178" y="72917"/>
                  <a:pt x="56017" y="81267"/>
                </a:cubicBezTo>
                <a:cubicBezTo>
                  <a:pt x="54857" y="89616"/>
                  <a:pt x="54131" y="93981"/>
                  <a:pt x="53841" y="94360"/>
                </a:cubicBezTo>
                <a:lnTo>
                  <a:pt x="53841" y="94787"/>
                </a:lnTo>
                <a:lnTo>
                  <a:pt x="0" y="94787"/>
                </a:lnTo>
                <a:lnTo>
                  <a:pt x="0" y="92083"/>
                </a:lnTo>
                <a:lnTo>
                  <a:pt x="0" y="90375"/>
                </a:lnTo>
                <a:cubicBezTo>
                  <a:pt x="0" y="89711"/>
                  <a:pt x="290" y="88999"/>
                  <a:pt x="871" y="88240"/>
                </a:cubicBezTo>
                <a:cubicBezTo>
                  <a:pt x="1451" y="87481"/>
                  <a:pt x="2902" y="85821"/>
                  <a:pt x="5224" y="83259"/>
                </a:cubicBezTo>
                <a:cubicBezTo>
                  <a:pt x="8030" y="80223"/>
                  <a:pt x="10449" y="77566"/>
                  <a:pt x="12481" y="75289"/>
                </a:cubicBezTo>
                <a:cubicBezTo>
                  <a:pt x="13351" y="74340"/>
                  <a:pt x="14996" y="72585"/>
                  <a:pt x="17415" y="70023"/>
                </a:cubicBezTo>
                <a:cubicBezTo>
                  <a:pt x="19833" y="67461"/>
                  <a:pt x="21478" y="65706"/>
                  <a:pt x="22349" y="64757"/>
                </a:cubicBezTo>
                <a:cubicBezTo>
                  <a:pt x="23220" y="63808"/>
                  <a:pt x="24623" y="62243"/>
                  <a:pt x="26558" y="60060"/>
                </a:cubicBezTo>
                <a:cubicBezTo>
                  <a:pt x="28492" y="57878"/>
                  <a:pt x="29847" y="56265"/>
                  <a:pt x="30621" y="55221"/>
                </a:cubicBezTo>
                <a:cubicBezTo>
                  <a:pt x="31395" y="54178"/>
                  <a:pt x="32508" y="52754"/>
                  <a:pt x="33959" y="50952"/>
                </a:cubicBezTo>
                <a:cubicBezTo>
                  <a:pt x="35410" y="49149"/>
                  <a:pt x="36426" y="47631"/>
                  <a:pt x="37006" y="46397"/>
                </a:cubicBezTo>
                <a:cubicBezTo>
                  <a:pt x="37587" y="45164"/>
                  <a:pt x="38312" y="43788"/>
                  <a:pt x="39183" y="42270"/>
                </a:cubicBezTo>
                <a:cubicBezTo>
                  <a:pt x="40054" y="40752"/>
                  <a:pt x="40683" y="39234"/>
                  <a:pt x="41070" y="37716"/>
                </a:cubicBezTo>
                <a:cubicBezTo>
                  <a:pt x="41457" y="36198"/>
                  <a:pt x="41795" y="34774"/>
                  <a:pt x="42086" y="33446"/>
                </a:cubicBezTo>
                <a:cubicBezTo>
                  <a:pt x="42376" y="32118"/>
                  <a:pt x="42521" y="30552"/>
                  <a:pt x="42521" y="28749"/>
                </a:cubicBezTo>
                <a:cubicBezTo>
                  <a:pt x="42521" y="22772"/>
                  <a:pt x="40876" y="17601"/>
                  <a:pt x="37587" y="13236"/>
                </a:cubicBezTo>
                <a:cubicBezTo>
                  <a:pt x="34297" y="8871"/>
                  <a:pt x="29605" y="6689"/>
                  <a:pt x="23510" y="6689"/>
                </a:cubicBezTo>
                <a:cubicBezTo>
                  <a:pt x="20317" y="6689"/>
                  <a:pt x="17512" y="7496"/>
                  <a:pt x="15093" y="9109"/>
                </a:cubicBezTo>
                <a:cubicBezTo>
                  <a:pt x="12674" y="10722"/>
                  <a:pt x="10981" y="12287"/>
                  <a:pt x="10013" y="13805"/>
                </a:cubicBezTo>
                <a:cubicBezTo>
                  <a:pt x="9046" y="15323"/>
                  <a:pt x="8562" y="16225"/>
                  <a:pt x="8562" y="16509"/>
                </a:cubicBezTo>
                <a:cubicBezTo>
                  <a:pt x="8562" y="16604"/>
                  <a:pt x="8804" y="16652"/>
                  <a:pt x="9288" y="16652"/>
                </a:cubicBezTo>
                <a:cubicBezTo>
                  <a:pt x="11029" y="16652"/>
                  <a:pt x="12819" y="17316"/>
                  <a:pt x="14657" y="18644"/>
                </a:cubicBezTo>
                <a:cubicBezTo>
                  <a:pt x="16496" y="19973"/>
                  <a:pt x="17415" y="22155"/>
                  <a:pt x="17415" y="25191"/>
                </a:cubicBezTo>
                <a:cubicBezTo>
                  <a:pt x="17415" y="27563"/>
                  <a:pt x="16641" y="29556"/>
                  <a:pt x="15093" y="31169"/>
                </a:cubicBezTo>
                <a:cubicBezTo>
                  <a:pt x="13545" y="32782"/>
                  <a:pt x="11368" y="33636"/>
                  <a:pt x="8562" y="337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4" cap="flat">
            <a:solidFill>
              <a:srgbClr val="000000">
                <a:alpha val="8960"/>
              </a:srgbClr>
            </a:solidFill>
            <a:miter/>
          </a:ln>
        </p:spPr>
      </p:sp>
      <p:sp>
        <p:nvSpPr>
          <p:cNvPr id="8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AF793A-053B-4F86-9128-1825F861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4765" y="6001170"/>
            <a:ext cx="49059" cy="201306"/>
          </a:xfrm>
          <a:custGeom xmlns:a="http://schemas.openxmlformats.org/drawingml/2006/main">
            <a:pathLst>
              <a:path w="49059" h="201306">
                <a:moveTo>
                  <a:pt x="1026" y="201"/>
                </a:moveTo>
                <a:lnTo>
                  <a:pt x="1847" y="0"/>
                </a:lnTo>
                <a:cubicBezTo>
                  <a:pt x="2532" y="0"/>
                  <a:pt x="3216" y="0"/>
                  <a:pt x="3900" y="0"/>
                </a:cubicBezTo>
                <a:lnTo>
                  <a:pt x="6363" y="0"/>
                </a:lnTo>
                <a:lnTo>
                  <a:pt x="12111" y="4831"/>
                </a:lnTo>
                <a:cubicBezTo>
                  <a:pt x="24974" y="16239"/>
                  <a:pt x="34348" y="30464"/>
                  <a:pt x="40232" y="47508"/>
                </a:cubicBezTo>
                <a:cubicBezTo>
                  <a:pt x="46116" y="64552"/>
                  <a:pt x="49059" y="82267"/>
                  <a:pt x="49059" y="100653"/>
                </a:cubicBezTo>
                <a:cubicBezTo>
                  <a:pt x="49059" y="109779"/>
                  <a:pt x="48374" y="118569"/>
                  <a:pt x="47006" y="127024"/>
                </a:cubicBezTo>
                <a:cubicBezTo>
                  <a:pt x="45637" y="135479"/>
                  <a:pt x="44064" y="142659"/>
                  <a:pt x="42285" y="148564"/>
                </a:cubicBezTo>
                <a:cubicBezTo>
                  <a:pt x="40506" y="154469"/>
                  <a:pt x="37974" y="160374"/>
                  <a:pt x="34690" y="166279"/>
                </a:cubicBezTo>
                <a:cubicBezTo>
                  <a:pt x="31406" y="172184"/>
                  <a:pt x="28806" y="176679"/>
                  <a:pt x="26890" y="179766"/>
                </a:cubicBezTo>
                <a:cubicBezTo>
                  <a:pt x="24974" y="182853"/>
                  <a:pt x="22169" y="186275"/>
                  <a:pt x="18474" y="190033"/>
                </a:cubicBezTo>
                <a:cubicBezTo>
                  <a:pt x="14779" y="193790"/>
                  <a:pt x="12590" y="196005"/>
                  <a:pt x="11905" y="196676"/>
                </a:cubicBezTo>
                <a:cubicBezTo>
                  <a:pt x="11221" y="197347"/>
                  <a:pt x="9648" y="198622"/>
                  <a:pt x="7184" y="200501"/>
                </a:cubicBezTo>
                <a:cubicBezTo>
                  <a:pt x="6774" y="200903"/>
                  <a:pt x="6500" y="201172"/>
                  <a:pt x="6363" y="201306"/>
                </a:cubicBezTo>
                <a:lnTo>
                  <a:pt x="3900" y="201306"/>
                </a:lnTo>
                <a:cubicBezTo>
                  <a:pt x="2805" y="201306"/>
                  <a:pt x="2053" y="201306"/>
                  <a:pt x="1642" y="201306"/>
                </a:cubicBezTo>
                <a:cubicBezTo>
                  <a:pt x="1232" y="201306"/>
                  <a:pt x="889" y="201105"/>
                  <a:pt x="616" y="200702"/>
                </a:cubicBezTo>
                <a:cubicBezTo>
                  <a:pt x="342" y="200299"/>
                  <a:pt x="137" y="199695"/>
                  <a:pt x="0" y="198890"/>
                </a:cubicBezTo>
                <a:cubicBezTo>
                  <a:pt x="137" y="198756"/>
                  <a:pt x="889" y="197884"/>
                  <a:pt x="2258" y="196273"/>
                </a:cubicBezTo>
                <a:cubicBezTo>
                  <a:pt x="23469" y="174666"/>
                  <a:pt x="34074" y="142793"/>
                  <a:pt x="34074" y="100653"/>
                </a:cubicBezTo>
                <a:cubicBezTo>
                  <a:pt x="34074" y="58513"/>
                  <a:pt x="23469" y="26639"/>
                  <a:pt x="2258" y="5033"/>
                </a:cubicBezTo>
                <a:cubicBezTo>
                  <a:pt x="889" y="3422"/>
                  <a:pt x="137" y="2550"/>
                  <a:pt x="0" y="2416"/>
                </a:cubicBezTo>
                <a:cubicBezTo>
                  <a:pt x="0" y="1342"/>
                  <a:pt x="342" y="604"/>
                  <a:pt x="1026" y="2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484BB8-BB99-4EEF-915E-CD527E9C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4765" y="6001170"/>
            <a:ext cx="49059" cy="201306"/>
          </a:xfrm>
          <a:custGeom xmlns:a="http://schemas.openxmlformats.org/drawingml/2006/main">
            <a:pathLst>
              <a:path w="49059" h="201306" fill="none">
                <a:moveTo>
                  <a:pt x="1026" y="201"/>
                </a:moveTo>
                <a:lnTo>
                  <a:pt x="1847" y="0"/>
                </a:lnTo>
                <a:cubicBezTo>
                  <a:pt x="2532" y="0"/>
                  <a:pt x="3216" y="0"/>
                  <a:pt x="3900" y="0"/>
                </a:cubicBezTo>
                <a:lnTo>
                  <a:pt x="6363" y="0"/>
                </a:lnTo>
                <a:lnTo>
                  <a:pt x="12111" y="4831"/>
                </a:lnTo>
                <a:cubicBezTo>
                  <a:pt x="24974" y="16239"/>
                  <a:pt x="34348" y="30464"/>
                  <a:pt x="40232" y="47508"/>
                </a:cubicBezTo>
                <a:cubicBezTo>
                  <a:pt x="46116" y="64552"/>
                  <a:pt x="49059" y="82267"/>
                  <a:pt x="49059" y="100653"/>
                </a:cubicBezTo>
                <a:cubicBezTo>
                  <a:pt x="49059" y="109779"/>
                  <a:pt x="48374" y="118569"/>
                  <a:pt x="47006" y="127024"/>
                </a:cubicBezTo>
                <a:cubicBezTo>
                  <a:pt x="45637" y="135479"/>
                  <a:pt x="44064" y="142659"/>
                  <a:pt x="42285" y="148564"/>
                </a:cubicBezTo>
                <a:cubicBezTo>
                  <a:pt x="40506" y="154469"/>
                  <a:pt x="37974" y="160374"/>
                  <a:pt x="34690" y="166279"/>
                </a:cubicBezTo>
                <a:cubicBezTo>
                  <a:pt x="31406" y="172184"/>
                  <a:pt x="28806" y="176679"/>
                  <a:pt x="26890" y="179766"/>
                </a:cubicBezTo>
                <a:cubicBezTo>
                  <a:pt x="24974" y="182853"/>
                  <a:pt x="22169" y="186275"/>
                  <a:pt x="18474" y="190033"/>
                </a:cubicBezTo>
                <a:cubicBezTo>
                  <a:pt x="14779" y="193790"/>
                  <a:pt x="12590" y="196005"/>
                  <a:pt x="11905" y="196676"/>
                </a:cubicBezTo>
                <a:cubicBezTo>
                  <a:pt x="11221" y="197347"/>
                  <a:pt x="9648" y="198622"/>
                  <a:pt x="7184" y="200501"/>
                </a:cubicBezTo>
                <a:cubicBezTo>
                  <a:pt x="6774" y="200903"/>
                  <a:pt x="6500" y="201172"/>
                  <a:pt x="6363" y="201306"/>
                </a:cubicBezTo>
                <a:lnTo>
                  <a:pt x="3900" y="201306"/>
                </a:lnTo>
                <a:cubicBezTo>
                  <a:pt x="2805" y="201306"/>
                  <a:pt x="2053" y="201306"/>
                  <a:pt x="1642" y="201306"/>
                </a:cubicBezTo>
                <a:cubicBezTo>
                  <a:pt x="1232" y="201306"/>
                  <a:pt x="889" y="201105"/>
                  <a:pt x="616" y="200702"/>
                </a:cubicBezTo>
                <a:cubicBezTo>
                  <a:pt x="342" y="200299"/>
                  <a:pt x="137" y="199695"/>
                  <a:pt x="0" y="198890"/>
                </a:cubicBezTo>
                <a:cubicBezTo>
                  <a:pt x="137" y="198756"/>
                  <a:pt x="889" y="197884"/>
                  <a:pt x="2258" y="196273"/>
                </a:cubicBezTo>
                <a:cubicBezTo>
                  <a:pt x="23469" y="174666"/>
                  <a:pt x="34074" y="142793"/>
                  <a:pt x="34074" y="100653"/>
                </a:cubicBezTo>
                <a:cubicBezTo>
                  <a:pt x="34074" y="58513"/>
                  <a:pt x="23469" y="26639"/>
                  <a:pt x="2258" y="5033"/>
                </a:cubicBezTo>
                <a:cubicBezTo>
                  <a:pt x="889" y="3422"/>
                  <a:pt x="137" y="2550"/>
                  <a:pt x="0" y="2416"/>
                </a:cubicBezTo>
                <a:cubicBezTo>
                  <a:pt x="0" y="1342"/>
                  <a:pt x="342" y="604"/>
                  <a:pt x="1026" y="20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3" cap="flat">
            <a:solidFill>
              <a:srgbClr val="000000">
                <a:alpha val="12680"/>
              </a:srgbClr>
            </a:solidFill>
            <a:miter/>
          </a:ln>
        </p:spPr>
      </p:sp>
      <p:sp>
        <p:nvSpPr>
          <p:cNvPr id="8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2B07A3-1DCB-4548-9529-22E0BBCA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9316" y="4476998"/>
            <a:ext cx="590401" cy="10"/>
          </a:xfrm>
          <a:custGeom xmlns:a="http://schemas.openxmlformats.org/drawingml/2006/main">
            <a:pathLst>
              <a:path w="590401" h="1" fill="none">
                <a:moveTo>
                  <a:pt x="0" y="0"/>
                </a:moveTo>
                <a:lnTo>
                  <a:pt x="5904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758" cap="flat">
            <a:solidFill>
              <a:srgbClr val="000000"/>
            </a:solidFill>
            <a:miter/>
          </a:ln>
        </p:spPr>
      </p:sp>
      <p:sp>
        <p:nvSpPr>
          <p:cNvPr id="8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523C72-0ACD-4C3A-AF6B-8A2956C8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251" y="4438606"/>
            <a:ext cx="115032" cy="76784"/>
          </a:xfrm>
          <a:custGeom xmlns:a="http://schemas.openxmlformats.org/drawingml/2006/main">
            <a:pathLst>
              <a:path w="115032" h="76784" fill="none">
                <a:moveTo>
                  <a:pt x="115032" y="0"/>
                </a:moveTo>
                <a:lnTo>
                  <a:pt x="0" y="38392"/>
                </a:lnTo>
                <a:lnTo>
                  <a:pt x="115032" y="76784"/>
                </a:lnTo>
              </a:path>
            </a:pathLst>
          </a:custGeom>
          <a:noFill xmlns:a="http://schemas.openxmlformats.org/drawingml/2006/main"/>
          <a:ln xmlns:a="http://schemas.openxmlformats.org/drawingml/2006/main" w="28758" cap="flat">
            <a:solidFill>
              <a:srgbClr val="000000"/>
            </a:solidFill>
            <a:miter/>
          </a:ln>
        </p:spPr>
      </p:sp>
      <p:sp>
        <p:nvSpPr>
          <p:cNvPr id="8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9E6EEA-AE06-42E2-BD3B-0B822153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6750" y="4438606"/>
            <a:ext cx="115032" cy="76784"/>
          </a:xfrm>
          <a:custGeom xmlns:a="http://schemas.openxmlformats.org/drawingml/2006/main">
            <a:pathLst>
              <a:path w="115032" h="76784" fill="none">
                <a:moveTo>
                  <a:pt x="0" y="76784"/>
                </a:moveTo>
                <a:lnTo>
                  <a:pt x="115032" y="383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758" cap="flat">
            <a:solidFill>
              <a:srgbClr val="000000"/>
            </a:solidFill>
            <a:miter/>
          </a:ln>
        </p:spPr>
      </p:sp>
      <p:sp>
        <p:nvSpPr>
          <p:cNvPr id="8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FE147C-88F7-4078-94DA-6F2EA01E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7458" y="4556082"/>
            <a:ext cx="215685" cy="215685"/>
          </a:xfrm>
          <a:custGeom xmlns:a="http://schemas.openxmlformats.org/drawingml/2006/main">
            <a:pathLst>
              <a:path w="215685" h="215685">
                <a:moveTo>
                  <a:pt x="215685" y="107842"/>
                </a:moveTo>
                <a:cubicBezTo>
                  <a:pt x="215685" y="114923"/>
                  <a:pt x="214994" y="121936"/>
                  <a:pt x="213613" y="128881"/>
                </a:cubicBezTo>
                <a:cubicBezTo>
                  <a:pt x="212231" y="135826"/>
                  <a:pt x="210185" y="142570"/>
                  <a:pt x="207475" y="149112"/>
                </a:cubicBezTo>
                <a:cubicBezTo>
                  <a:pt x="204765" y="155654"/>
                  <a:pt x="201443" y="161869"/>
                  <a:pt x="197509" y="167756"/>
                </a:cubicBezTo>
                <a:cubicBezTo>
                  <a:pt x="193575" y="173644"/>
                  <a:pt x="189105" y="179091"/>
                  <a:pt x="184098" y="184098"/>
                </a:cubicBezTo>
                <a:cubicBezTo>
                  <a:pt x="179091" y="189105"/>
                  <a:pt x="173644" y="193576"/>
                  <a:pt x="167756" y="197510"/>
                </a:cubicBezTo>
                <a:cubicBezTo>
                  <a:pt x="161869" y="201444"/>
                  <a:pt x="155654" y="204766"/>
                  <a:pt x="149112" y="207476"/>
                </a:cubicBezTo>
                <a:cubicBezTo>
                  <a:pt x="142569" y="210185"/>
                  <a:pt x="135826" y="212231"/>
                  <a:pt x="128882" y="213613"/>
                </a:cubicBezTo>
                <a:cubicBezTo>
                  <a:pt x="121936" y="214994"/>
                  <a:pt x="114924" y="215685"/>
                  <a:pt x="107842" y="215685"/>
                </a:cubicBezTo>
                <a:cubicBezTo>
                  <a:pt x="100762" y="215685"/>
                  <a:pt x="93749" y="214994"/>
                  <a:pt x="86804" y="213613"/>
                </a:cubicBezTo>
                <a:cubicBezTo>
                  <a:pt x="79859" y="212231"/>
                  <a:pt x="73115" y="210185"/>
                  <a:pt x="66573" y="207476"/>
                </a:cubicBezTo>
                <a:cubicBezTo>
                  <a:pt x="60031" y="204766"/>
                  <a:pt x="53816" y="201444"/>
                  <a:pt x="47928" y="197510"/>
                </a:cubicBezTo>
                <a:cubicBezTo>
                  <a:pt x="42040" y="193576"/>
                  <a:pt x="36593" y="189105"/>
                  <a:pt x="31586" y="184098"/>
                </a:cubicBezTo>
                <a:cubicBezTo>
                  <a:pt x="26579" y="179091"/>
                  <a:pt x="22109" y="173644"/>
                  <a:pt x="18175" y="167756"/>
                </a:cubicBezTo>
                <a:cubicBezTo>
                  <a:pt x="14241" y="161869"/>
                  <a:pt x="10918" y="155654"/>
                  <a:pt x="8209" y="149112"/>
                </a:cubicBezTo>
                <a:cubicBezTo>
                  <a:pt x="5499" y="142570"/>
                  <a:pt x="3453" y="135826"/>
                  <a:pt x="2072" y="128881"/>
                </a:cubicBezTo>
                <a:cubicBezTo>
                  <a:pt x="691" y="121936"/>
                  <a:pt x="0" y="114923"/>
                  <a:pt x="0" y="107842"/>
                </a:cubicBezTo>
                <a:cubicBezTo>
                  <a:pt x="0" y="100761"/>
                  <a:pt x="691" y="93748"/>
                  <a:pt x="2072" y="86803"/>
                </a:cubicBezTo>
                <a:cubicBezTo>
                  <a:pt x="3453" y="79858"/>
                  <a:pt x="5499" y="73115"/>
                  <a:pt x="8209" y="66573"/>
                </a:cubicBezTo>
                <a:cubicBezTo>
                  <a:pt x="10918" y="60031"/>
                  <a:pt x="14241" y="53816"/>
                  <a:pt x="18175" y="47928"/>
                </a:cubicBezTo>
                <a:cubicBezTo>
                  <a:pt x="22109" y="42041"/>
                  <a:pt x="26579" y="36593"/>
                  <a:pt x="31586" y="31586"/>
                </a:cubicBezTo>
                <a:cubicBezTo>
                  <a:pt x="36593" y="26579"/>
                  <a:pt x="42041" y="22109"/>
                  <a:pt x="47928" y="18175"/>
                </a:cubicBezTo>
                <a:cubicBezTo>
                  <a:pt x="53816" y="14241"/>
                  <a:pt x="60031" y="10919"/>
                  <a:pt x="66573" y="8209"/>
                </a:cubicBezTo>
                <a:cubicBezTo>
                  <a:pt x="73115" y="5499"/>
                  <a:pt x="79859" y="3454"/>
                  <a:pt x="86804" y="2072"/>
                </a:cubicBezTo>
                <a:cubicBezTo>
                  <a:pt x="93749" y="691"/>
                  <a:pt x="100762" y="0"/>
                  <a:pt x="107842" y="0"/>
                </a:cubicBezTo>
                <a:cubicBezTo>
                  <a:pt x="114924" y="0"/>
                  <a:pt x="121936" y="691"/>
                  <a:pt x="128882" y="2072"/>
                </a:cubicBezTo>
                <a:cubicBezTo>
                  <a:pt x="135826" y="3454"/>
                  <a:pt x="142569" y="5499"/>
                  <a:pt x="149112" y="8209"/>
                </a:cubicBezTo>
                <a:cubicBezTo>
                  <a:pt x="155654" y="10919"/>
                  <a:pt x="161868" y="14241"/>
                  <a:pt x="167756" y="18175"/>
                </a:cubicBezTo>
                <a:cubicBezTo>
                  <a:pt x="173643" y="22109"/>
                  <a:pt x="179091" y="26579"/>
                  <a:pt x="184098" y="31586"/>
                </a:cubicBezTo>
                <a:cubicBezTo>
                  <a:pt x="189105" y="36593"/>
                  <a:pt x="193576" y="42041"/>
                  <a:pt x="197509" y="47928"/>
                </a:cubicBezTo>
                <a:cubicBezTo>
                  <a:pt x="201443" y="53816"/>
                  <a:pt x="204765" y="60031"/>
                  <a:pt x="207475" y="66573"/>
                </a:cubicBezTo>
                <a:cubicBezTo>
                  <a:pt x="210185" y="73115"/>
                  <a:pt x="212231" y="79858"/>
                  <a:pt x="213613" y="86803"/>
                </a:cubicBezTo>
                <a:cubicBezTo>
                  <a:pt x="214994" y="93748"/>
                  <a:pt x="215685" y="100761"/>
                  <a:pt x="215685" y="10784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0B02B1-BF7A-4349-947F-3FE53DCF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7458" y="4556082"/>
            <a:ext cx="215685" cy="215685"/>
          </a:xfrm>
          <a:custGeom xmlns:a="http://schemas.openxmlformats.org/drawingml/2006/main">
            <a:pathLst>
              <a:path w="215685" h="215685" fill="none">
                <a:moveTo>
                  <a:pt x="215685" y="107842"/>
                </a:moveTo>
                <a:cubicBezTo>
                  <a:pt x="215685" y="114923"/>
                  <a:pt x="214994" y="121936"/>
                  <a:pt x="213613" y="128881"/>
                </a:cubicBezTo>
                <a:cubicBezTo>
                  <a:pt x="212231" y="135826"/>
                  <a:pt x="210185" y="142570"/>
                  <a:pt x="207475" y="149112"/>
                </a:cubicBezTo>
                <a:cubicBezTo>
                  <a:pt x="204765" y="155654"/>
                  <a:pt x="201443" y="161869"/>
                  <a:pt x="197509" y="167756"/>
                </a:cubicBezTo>
                <a:cubicBezTo>
                  <a:pt x="193575" y="173644"/>
                  <a:pt x="189105" y="179091"/>
                  <a:pt x="184098" y="184098"/>
                </a:cubicBezTo>
                <a:cubicBezTo>
                  <a:pt x="179091" y="189105"/>
                  <a:pt x="173644" y="193576"/>
                  <a:pt x="167756" y="197510"/>
                </a:cubicBezTo>
                <a:cubicBezTo>
                  <a:pt x="161869" y="201444"/>
                  <a:pt x="155654" y="204766"/>
                  <a:pt x="149112" y="207476"/>
                </a:cubicBezTo>
                <a:cubicBezTo>
                  <a:pt x="142569" y="210185"/>
                  <a:pt x="135826" y="212231"/>
                  <a:pt x="128882" y="213613"/>
                </a:cubicBezTo>
                <a:cubicBezTo>
                  <a:pt x="121936" y="214994"/>
                  <a:pt x="114924" y="215685"/>
                  <a:pt x="107842" y="215685"/>
                </a:cubicBezTo>
                <a:cubicBezTo>
                  <a:pt x="100762" y="215685"/>
                  <a:pt x="93749" y="214994"/>
                  <a:pt x="86804" y="213613"/>
                </a:cubicBezTo>
                <a:cubicBezTo>
                  <a:pt x="79859" y="212231"/>
                  <a:pt x="73115" y="210185"/>
                  <a:pt x="66573" y="207476"/>
                </a:cubicBezTo>
                <a:cubicBezTo>
                  <a:pt x="60031" y="204766"/>
                  <a:pt x="53816" y="201444"/>
                  <a:pt x="47928" y="197510"/>
                </a:cubicBezTo>
                <a:cubicBezTo>
                  <a:pt x="42040" y="193576"/>
                  <a:pt x="36593" y="189105"/>
                  <a:pt x="31586" y="184098"/>
                </a:cubicBezTo>
                <a:cubicBezTo>
                  <a:pt x="26579" y="179091"/>
                  <a:pt x="22109" y="173644"/>
                  <a:pt x="18175" y="167756"/>
                </a:cubicBezTo>
                <a:cubicBezTo>
                  <a:pt x="14241" y="161869"/>
                  <a:pt x="10918" y="155654"/>
                  <a:pt x="8209" y="149112"/>
                </a:cubicBezTo>
                <a:cubicBezTo>
                  <a:pt x="5499" y="142570"/>
                  <a:pt x="3453" y="135826"/>
                  <a:pt x="2072" y="128881"/>
                </a:cubicBezTo>
                <a:cubicBezTo>
                  <a:pt x="691" y="121936"/>
                  <a:pt x="0" y="114923"/>
                  <a:pt x="0" y="107842"/>
                </a:cubicBezTo>
                <a:cubicBezTo>
                  <a:pt x="0" y="100761"/>
                  <a:pt x="691" y="93748"/>
                  <a:pt x="2072" y="86803"/>
                </a:cubicBezTo>
                <a:cubicBezTo>
                  <a:pt x="3453" y="79858"/>
                  <a:pt x="5499" y="73115"/>
                  <a:pt x="8209" y="66573"/>
                </a:cubicBezTo>
                <a:cubicBezTo>
                  <a:pt x="10918" y="60031"/>
                  <a:pt x="14241" y="53816"/>
                  <a:pt x="18175" y="47928"/>
                </a:cubicBezTo>
                <a:cubicBezTo>
                  <a:pt x="22109" y="42041"/>
                  <a:pt x="26579" y="36593"/>
                  <a:pt x="31586" y="31586"/>
                </a:cubicBezTo>
                <a:cubicBezTo>
                  <a:pt x="36593" y="26579"/>
                  <a:pt x="42041" y="22109"/>
                  <a:pt x="47928" y="18175"/>
                </a:cubicBezTo>
                <a:cubicBezTo>
                  <a:pt x="53816" y="14241"/>
                  <a:pt x="60031" y="10919"/>
                  <a:pt x="66573" y="8209"/>
                </a:cubicBezTo>
                <a:cubicBezTo>
                  <a:pt x="73115" y="5499"/>
                  <a:pt x="79859" y="3454"/>
                  <a:pt x="86804" y="2072"/>
                </a:cubicBezTo>
                <a:cubicBezTo>
                  <a:pt x="93749" y="691"/>
                  <a:pt x="100762" y="0"/>
                  <a:pt x="107842" y="0"/>
                </a:cubicBezTo>
                <a:cubicBezTo>
                  <a:pt x="114924" y="0"/>
                  <a:pt x="121936" y="691"/>
                  <a:pt x="128882" y="2072"/>
                </a:cubicBezTo>
                <a:cubicBezTo>
                  <a:pt x="135826" y="3454"/>
                  <a:pt x="142569" y="5499"/>
                  <a:pt x="149112" y="8209"/>
                </a:cubicBezTo>
                <a:cubicBezTo>
                  <a:pt x="155654" y="10919"/>
                  <a:pt x="161868" y="14241"/>
                  <a:pt x="167756" y="18175"/>
                </a:cubicBezTo>
                <a:cubicBezTo>
                  <a:pt x="173643" y="22109"/>
                  <a:pt x="179091" y="26579"/>
                  <a:pt x="184098" y="31586"/>
                </a:cubicBezTo>
                <a:cubicBezTo>
                  <a:pt x="189105" y="36593"/>
                  <a:pt x="193576" y="42041"/>
                  <a:pt x="197509" y="47928"/>
                </a:cubicBezTo>
                <a:cubicBezTo>
                  <a:pt x="201443" y="53816"/>
                  <a:pt x="204765" y="60031"/>
                  <a:pt x="207475" y="66573"/>
                </a:cubicBezTo>
                <a:cubicBezTo>
                  <a:pt x="210185" y="73115"/>
                  <a:pt x="212231" y="79858"/>
                  <a:pt x="213613" y="86803"/>
                </a:cubicBezTo>
                <a:cubicBezTo>
                  <a:pt x="214994" y="93748"/>
                  <a:pt x="215685" y="100761"/>
                  <a:pt x="215685" y="10784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379" cap="flat">
            <a:solidFill>
              <a:srgbClr val="000000"/>
            </a:solidFill>
            <a:miter/>
          </a:ln>
        </p:spPr>
      </p:sp>
      <p:sp>
        <p:nvSpPr>
          <p:cNvPr id="901" name="Text 2">
            <a:extLst xmlns:a="http://schemas.openxmlformats.org/drawingml/2006/main">
              <a:ext uri="{FF2B5EF4-FFF2-40B4-BE49-F238E27FC236}">
                <a16:creationId xmlns:a16="http://schemas.microsoft.com/office/drawing/2014/main" id="{1B3B06CE-29A5-4A44-91D1-E3ACFF5A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999" y="4597421"/>
            <a:ext cx="81752" cy="124019"/>
          </a:xfrm>
          <a:custGeom xmlns:a="http://schemas.openxmlformats.org/drawingml/2006/main">
            <a:pathLst>
              <a:path w="81752" h="124019">
                <a:moveTo>
                  <a:pt x="81752" y="109443"/>
                </a:moveTo>
                <a:lnTo>
                  <a:pt x="81752" y="124019"/>
                </a:lnTo>
                <a:lnTo>
                  <a:pt x="112" y="124019"/>
                </a:lnTo>
                <a:cubicBezTo>
                  <a:pt x="0" y="120370"/>
                  <a:pt x="590" y="116861"/>
                  <a:pt x="1882" y="113493"/>
                </a:cubicBezTo>
                <a:cubicBezTo>
                  <a:pt x="3960" y="107935"/>
                  <a:pt x="7288" y="102463"/>
                  <a:pt x="11865" y="97074"/>
                </a:cubicBezTo>
                <a:cubicBezTo>
                  <a:pt x="16443" y="91685"/>
                  <a:pt x="23057" y="85454"/>
                  <a:pt x="31707" y="78381"/>
                </a:cubicBezTo>
                <a:cubicBezTo>
                  <a:pt x="45131" y="67382"/>
                  <a:pt x="54202" y="58670"/>
                  <a:pt x="58920" y="52244"/>
                </a:cubicBezTo>
                <a:cubicBezTo>
                  <a:pt x="63638" y="45818"/>
                  <a:pt x="65997" y="39743"/>
                  <a:pt x="65997" y="34019"/>
                </a:cubicBezTo>
                <a:cubicBezTo>
                  <a:pt x="65997" y="28015"/>
                  <a:pt x="63849" y="22950"/>
                  <a:pt x="59552" y="18825"/>
                </a:cubicBezTo>
                <a:cubicBezTo>
                  <a:pt x="55255" y="14700"/>
                  <a:pt x="49652" y="12638"/>
                  <a:pt x="42744" y="12638"/>
                </a:cubicBezTo>
                <a:cubicBezTo>
                  <a:pt x="35442" y="12638"/>
                  <a:pt x="29600" y="14828"/>
                  <a:pt x="25219" y="19209"/>
                </a:cubicBezTo>
                <a:cubicBezTo>
                  <a:pt x="20838" y="23591"/>
                  <a:pt x="18620" y="29657"/>
                  <a:pt x="18563" y="37408"/>
                </a:cubicBezTo>
                <a:lnTo>
                  <a:pt x="2977" y="35804"/>
                </a:lnTo>
                <a:cubicBezTo>
                  <a:pt x="4044" y="24151"/>
                  <a:pt x="8060" y="15271"/>
                  <a:pt x="15025" y="9162"/>
                </a:cubicBezTo>
                <a:cubicBezTo>
                  <a:pt x="21990" y="3054"/>
                  <a:pt x="31342" y="0"/>
                  <a:pt x="43081" y="0"/>
                </a:cubicBezTo>
                <a:cubicBezTo>
                  <a:pt x="54932" y="0"/>
                  <a:pt x="64312" y="3287"/>
                  <a:pt x="71221" y="9860"/>
                </a:cubicBezTo>
                <a:cubicBezTo>
                  <a:pt x="78130" y="16434"/>
                  <a:pt x="81584" y="24580"/>
                  <a:pt x="81584" y="34301"/>
                </a:cubicBezTo>
                <a:cubicBezTo>
                  <a:pt x="81584" y="39246"/>
                  <a:pt x="80573" y="44106"/>
                  <a:pt x="78551" y="48882"/>
                </a:cubicBezTo>
                <a:cubicBezTo>
                  <a:pt x="76529" y="53658"/>
                  <a:pt x="73173" y="58687"/>
                  <a:pt x="68483" y="63968"/>
                </a:cubicBezTo>
                <a:cubicBezTo>
                  <a:pt x="63793" y="69248"/>
                  <a:pt x="55999" y="76495"/>
                  <a:pt x="45103" y="85710"/>
                </a:cubicBezTo>
                <a:cubicBezTo>
                  <a:pt x="36004" y="93341"/>
                  <a:pt x="30162" y="98517"/>
                  <a:pt x="27578" y="101239"/>
                </a:cubicBezTo>
                <a:cubicBezTo>
                  <a:pt x="24995" y="103960"/>
                  <a:pt x="22860" y="106694"/>
                  <a:pt x="21175" y="109443"/>
                </a:cubicBezTo>
                <a:lnTo>
                  <a:pt x="81752" y="1094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2543F8-C5C3-495B-B88D-64F79B21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01" y="6257489"/>
            <a:ext cx="45765" cy="201292"/>
          </a:xfrm>
          <a:custGeom xmlns:a="http://schemas.openxmlformats.org/drawingml/2006/main">
            <a:pathLst>
              <a:path w="45765" h="201292">
                <a:moveTo>
                  <a:pt x="45765" y="197669"/>
                </a:moveTo>
                <a:cubicBezTo>
                  <a:pt x="45629" y="198608"/>
                  <a:pt x="45220" y="199414"/>
                  <a:pt x="44538" y="200085"/>
                </a:cubicBezTo>
                <a:cubicBezTo>
                  <a:pt x="43856" y="200756"/>
                  <a:pt x="42901" y="201158"/>
                  <a:pt x="41673" y="201292"/>
                </a:cubicBezTo>
                <a:cubicBezTo>
                  <a:pt x="40309" y="201292"/>
                  <a:pt x="39150" y="200621"/>
                  <a:pt x="38195" y="199279"/>
                </a:cubicBezTo>
                <a:cubicBezTo>
                  <a:pt x="37785" y="198340"/>
                  <a:pt x="31374" y="181834"/>
                  <a:pt x="18961" y="149762"/>
                </a:cubicBezTo>
                <a:cubicBezTo>
                  <a:pt x="6548" y="117689"/>
                  <a:pt x="273" y="101317"/>
                  <a:pt x="136" y="100646"/>
                </a:cubicBezTo>
                <a:cubicBezTo>
                  <a:pt x="0" y="99975"/>
                  <a:pt x="6207" y="83603"/>
                  <a:pt x="18756" y="51531"/>
                </a:cubicBezTo>
                <a:cubicBezTo>
                  <a:pt x="31306" y="19458"/>
                  <a:pt x="37785" y="2952"/>
                  <a:pt x="38195" y="2013"/>
                </a:cubicBezTo>
                <a:cubicBezTo>
                  <a:pt x="38604" y="1342"/>
                  <a:pt x="39286" y="738"/>
                  <a:pt x="40241" y="201"/>
                </a:cubicBezTo>
                <a:lnTo>
                  <a:pt x="40855" y="0"/>
                </a:lnTo>
                <a:cubicBezTo>
                  <a:pt x="41264" y="0"/>
                  <a:pt x="41537" y="0"/>
                  <a:pt x="41673" y="0"/>
                </a:cubicBezTo>
                <a:cubicBezTo>
                  <a:pt x="44128" y="0"/>
                  <a:pt x="45493" y="1208"/>
                  <a:pt x="45765" y="3623"/>
                </a:cubicBezTo>
                <a:cubicBezTo>
                  <a:pt x="45765" y="4294"/>
                  <a:pt x="39627" y="20599"/>
                  <a:pt x="27350" y="52537"/>
                </a:cubicBezTo>
                <a:cubicBezTo>
                  <a:pt x="14937" y="84342"/>
                  <a:pt x="8730" y="100378"/>
                  <a:pt x="8730" y="100646"/>
                </a:cubicBezTo>
                <a:cubicBezTo>
                  <a:pt x="8730" y="100915"/>
                  <a:pt x="14937" y="116951"/>
                  <a:pt x="27350" y="148755"/>
                </a:cubicBezTo>
                <a:cubicBezTo>
                  <a:pt x="39627" y="180693"/>
                  <a:pt x="45765" y="196998"/>
                  <a:pt x="45765" y="1976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830360-334E-45F4-AFA7-183CFBB3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01" y="6257489"/>
            <a:ext cx="45765" cy="201292"/>
          </a:xfrm>
          <a:custGeom xmlns:a="http://schemas.openxmlformats.org/drawingml/2006/main">
            <a:pathLst>
              <a:path w="45765" h="201292" fill="none">
                <a:moveTo>
                  <a:pt x="45765" y="197669"/>
                </a:moveTo>
                <a:cubicBezTo>
                  <a:pt x="45629" y="198608"/>
                  <a:pt x="45220" y="199414"/>
                  <a:pt x="44538" y="200085"/>
                </a:cubicBezTo>
                <a:cubicBezTo>
                  <a:pt x="43856" y="200756"/>
                  <a:pt x="42901" y="201158"/>
                  <a:pt x="41673" y="201292"/>
                </a:cubicBezTo>
                <a:cubicBezTo>
                  <a:pt x="40309" y="201292"/>
                  <a:pt x="39150" y="200621"/>
                  <a:pt x="38195" y="199279"/>
                </a:cubicBezTo>
                <a:cubicBezTo>
                  <a:pt x="37785" y="198340"/>
                  <a:pt x="31374" y="181834"/>
                  <a:pt x="18961" y="149762"/>
                </a:cubicBezTo>
                <a:cubicBezTo>
                  <a:pt x="6548" y="117689"/>
                  <a:pt x="273" y="101317"/>
                  <a:pt x="136" y="100646"/>
                </a:cubicBezTo>
                <a:cubicBezTo>
                  <a:pt x="0" y="99975"/>
                  <a:pt x="6207" y="83603"/>
                  <a:pt x="18756" y="51531"/>
                </a:cubicBezTo>
                <a:cubicBezTo>
                  <a:pt x="31306" y="19458"/>
                  <a:pt x="37785" y="2952"/>
                  <a:pt x="38195" y="2013"/>
                </a:cubicBezTo>
                <a:cubicBezTo>
                  <a:pt x="38604" y="1342"/>
                  <a:pt x="39286" y="738"/>
                  <a:pt x="40241" y="201"/>
                </a:cubicBezTo>
                <a:lnTo>
                  <a:pt x="40855" y="0"/>
                </a:lnTo>
                <a:cubicBezTo>
                  <a:pt x="41264" y="0"/>
                  <a:pt x="41537" y="0"/>
                  <a:pt x="41673" y="0"/>
                </a:cubicBezTo>
                <a:cubicBezTo>
                  <a:pt x="44128" y="0"/>
                  <a:pt x="45493" y="1208"/>
                  <a:pt x="45765" y="3623"/>
                </a:cubicBezTo>
                <a:cubicBezTo>
                  <a:pt x="45765" y="4294"/>
                  <a:pt x="39627" y="20599"/>
                  <a:pt x="27350" y="52537"/>
                </a:cubicBezTo>
                <a:cubicBezTo>
                  <a:pt x="14937" y="84342"/>
                  <a:pt x="8730" y="100378"/>
                  <a:pt x="8730" y="100646"/>
                </a:cubicBezTo>
                <a:cubicBezTo>
                  <a:pt x="8730" y="100915"/>
                  <a:pt x="14937" y="116951"/>
                  <a:pt x="27350" y="148755"/>
                </a:cubicBezTo>
                <a:cubicBezTo>
                  <a:pt x="39627" y="180693"/>
                  <a:pt x="45765" y="196998"/>
                  <a:pt x="45765" y="19766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3" cap="flat">
            <a:solidFill>
              <a:srgbClr val="000000">
                <a:alpha val="12660"/>
              </a:srgbClr>
            </a:solidFill>
            <a:miter/>
          </a:ln>
        </p:spPr>
      </p:sp>
      <p:sp>
        <p:nvSpPr>
          <p:cNvPr id="9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EE9161-A569-40D7-99D7-8091B919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063" y="6270975"/>
            <a:ext cx="146708" cy="141911"/>
          </a:xfrm>
          <a:custGeom xmlns:a="http://schemas.openxmlformats.org/drawingml/2006/main">
            <a:pathLst>
              <a:path w="146708" h="141911">
                <a:moveTo>
                  <a:pt x="0" y="7045"/>
                </a:moveTo>
                <a:cubicBezTo>
                  <a:pt x="0" y="4093"/>
                  <a:pt x="887" y="1745"/>
                  <a:pt x="2660" y="0"/>
                </a:cubicBezTo>
                <a:lnTo>
                  <a:pt x="4911" y="0"/>
                </a:lnTo>
                <a:cubicBezTo>
                  <a:pt x="10640" y="403"/>
                  <a:pt x="17801" y="604"/>
                  <a:pt x="26395" y="604"/>
                </a:cubicBezTo>
                <a:cubicBezTo>
                  <a:pt x="42492" y="604"/>
                  <a:pt x="51972" y="403"/>
                  <a:pt x="54837" y="0"/>
                </a:cubicBezTo>
                <a:lnTo>
                  <a:pt x="56883" y="0"/>
                </a:lnTo>
                <a:cubicBezTo>
                  <a:pt x="57701" y="805"/>
                  <a:pt x="58110" y="1409"/>
                  <a:pt x="58110" y="1812"/>
                </a:cubicBezTo>
                <a:cubicBezTo>
                  <a:pt x="58110" y="2214"/>
                  <a:pt x="57974" y="3422"/>
                  <a:pt x="57701" y="5435"/>
                </a:cubicBezTo>
                <a:cubicBezTo>
                  <a:pt x="57019" y="7448"/>
                  <a:pt x="56405" y="8723"/>
                  <a:pt x="55860" y="9259"/>
                </a:cubicBezTo>
                <a:lnTo>
                  <a:pt x="51563" y="9259"/>
                </a:lnTo>
                <a:cubicBezTo>
                  <a:pt x="48562" y="9528"/>
                  <a:pt x="46516" y="9662"/>
                  <a:pt x="45424" y="9662"/>
                </a:cubicBezTo>
                <a:cubicBezTo>
                  <a:pt x="41468" y="10333"/>
                  <a:pt x="39286" y="11339"/>
                  <a:pt x="38877" y="12681"/>
                </a:cubicBezTo>
                <a:cubicBezTo>
                  <a:pt x="38877" y="12950"/>
                  <a:pt x="40855" y="29791"/>
                  <a:pt x="44811" y="63206"/>
                </a:cubicBezTo>
                <a:cubicBezTo>
                  <a:pt x="48766" y="96620"/>
                  <a:pt x="50813" y="113462"/>
                  <a:pt x="50949" y="113730"/>
                </a:cubicBezTo>
                <a:lnTo>
                  <a:pt x="65886" y="90179"/>
                </a:lnTo>
                <a:cubicBezTo>
                  <a:pt x="75844" y="74478"/>
                  <a:pt x="85802" y="58643"/>
                  <a:pt x="95759" y="42674"/>
                </a:cubicBezTo>
                <a:cubicBezTo>
                  <a:pt x="105717" y="26705"/>
                  <a:pt x="110833" y="18452"/>
                  <a:pt x="111106" y="17915"/>
                </a:cubicBezTo>
                <a:cubicBezTo>
                  <a:pt x="111651" y="16976"/>
                  <a:pt x="111924" y="15969"/>
                  <a:pt x="111924" y="14896"/>
                </a:cubicBezTo>
                <a:cubicBezTo>
                  <a:pt x="111924" y="11675"/>
                  <a:pt x="108923" y="9796"/>
                  <a:pt x="102921" y="9259"/>
                </a:cubicBezTo>
                <a:cubicBezTo>
                  <a:pt x="100466" y="9259"/>
                  <a:pt x="99238" y="8521"/>
                  <a:pt x="99238" y="7045"/>
                </a:cubicBezTo>
                <a:cubicBezTo>
                  <a:pt x="99238" y="6911"/>
                  <a:pt x="99374" y="6039"/>
                  <a:pt x="99647" y="4428"/>
                </a:cubicBezTo>
                <a:cubicBezTo>
                  <a:pt x="100056" y="2550"/>
                  <a:pt x="100466" y="1342"/>
                  <a:pt x="100875" y="805"/>
                </a:cubicBezTo>
                <a:cubicBezTo>
                  <a:pt x="101284" y="268"/>
                  <a:pt x="102171" y="0"/>
                  <a:pt x="103535" y="0"/>
                </a:cubicBezTo>
                <a:cubicBezTo>
                  <a:pt x="103808" y="0"/>
                  <a:pt x="104626" y="0"/>
                  <a:pt x="105990" y="0"/>
                </a:cubicBezTo>
                <a:cubicBezTo>
                  <a:pt x="107354" y="0"/>
                  <a:pt x="109673" y="67"/>
                  <a:pt x="112947" y="201"/>
                </a:cubicBezTo>
                <a:cubicBezTo>
                  <a:pt x="116221" y="335"/>
                  <a:pt x="120586" y="403"/>
                  <a:pt x="126042" y="403"/>
                </a:cubicBezTo>
                <a:cubicBezTo>
                  <a:pt x="135455" y="403"/>
                  <a:pt x="141388" y="268"/>
                  <a:pt x="143844" y="0"/>
                </a:cubicBezTo>
                <a:lnTo>
                  <a:pt x="145276" y="0"/>
                </a:lnTo>
                <a:cubicBezTo>
                  <a:pt x="146231" y="939"/>
                  <a:pt x="146708" y="1677"/>
                  <a:pt x="146708" y="2214"/>
                </a:cubicBezTo>
                <a:cubicBezTo>
                  <a:pt x="146708" y="4496"/>
                  <a:pt x="146095" y="6643"/>
                  <a:pt x="144867" y="8656"/>
                </a:cubicBezTo>
                <a:cubicBezTo>
                  <a:pt x="144458" y="9058"/>
                  <a:pt x="143298" y="9259"/>
                  <a:pt x="141388" y="9259"/>
                </a:cubicBezTo>
                <a:cubicBezTo>
                  <a:pt x="139615" y="9394"/>
                  <a:pt x="137978" y="9528"/>
                  <a:pt x="136478" y="9662"/>
                </a:cubicBezTo>
                <a:cubicBezTo>
                  <a:pt x="134977" y="9796"/>
                  <a:pt x="133545" y="10132"/>
                  <a:pt x="132181" y="10668"/>
                </a:cubicBezTo>
                <a:cubicBezTo>
                  <a:pt x="130817" y="11205"/>
                  <a:pt x="129725" y="11675"/>
                  <a:pt x="128907" y="12078"/>
                </a:cubicBezTo>
                <a:cubicBezTo>
                  <a:pt x="128089" y="12480"/>
                  <a:pt x="127270" y="13017"/>
                  <a:pt x="126452" y="13688"/>
                </a:cubicBezTo>
                <a:cubicBezTo>
                  <a:pt x="125633" y="14359"/>
                  <a:pt x="124951" y="14829"/>
                  <a:pt x="124405" y="15097"/>
                </a:cubicBezTo>
                <a:cubicBezTo>
                  <a:pt x="123860" y="15365"/>
                  <a:pt x="123314" y="15969"/>
                  <a:pt x="122769" y="16909"/>
                </a:cubicBezTo>
                <a:cubicBezTo>
                  <a:pt x="122223" y="17848"/>
                  <a:pt x="121746" y="18318"/>
                  <a:pt x="121336" y="18318"/>
                </a:cubicBezTo>
                <a:lnTo>
                  <a:pt x="81846" y="80718"/>
                </a:lnTo>
                <a:cubicBezTo>
                  <a:pt x="57292" y="119769"/>
                  <a:pt x="44606" y="139764"/>
                  <a:pt x="43787" y="140703"/>
                </a:cubicBezTo>
                <a:cubicBezTo>
                  <a:pt x="43378" y="140972"/>
                  <a:pt x="42901" y="141307"/>
                  <a:pt x="42355" y="141710"/>
                </a:cubicBezTo>
                <a:lnTo>
                  <a:pt x="38672" y="141911"/>
                </a:lnTo>
                <a:lnTo>
                  <a:pt x="37240" y="141911"/>
                </a:lnTo>
                <a:cubicBezTo>
                  <a:pt x="34784" y="141911"/>
                  <a:pt x="33557" y="141441"/>
                  <a:pt x="33557" y="140502"/>
                </a:cubicBezTo>
                <a:cubicBezTo>
                  <a:pt x="33148" y="139697"/>
                  <a:pt x="30488" y="118226"/>
                  <a:pt x="25577" y="76089"/>
                </a:cubicBezTo>
                <a:cubicBezTo>
                  <a:pt x="20393" y="33415"/>
                  <a:pt x="17733" y="11876"/>
                  <a:pt x="17597" y="11474"/>
                </a:cubicBezTo>
                <a:cubicBezTo>
                  <a:pt x="16915" y="9998"/>
                  <a:pt x="12686" y="9259"/>
                  <a:pt x="4911" y="9259"/>
                </a:cubicBezTo>
                <a:lnTo>
                  <a:pt x="1432" y="9259"/>
                </a:lnTo>
                <a:cubicBezTo>
                  <a:pt x="477" y="8588"/>
                  <a:pt x="0" y="7850"/>
                  <a:pt x="0" y="70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EC9ACA-1E0E-48E6-96D4-BC86240B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063" y="6270975"/>
            <a:ext cx="146708" cy="141911"/>
          </a:xfrm>
          <a:custGeom xmlns:a="http://schemas.openxmlformats.org/drawingml/2006/main">
            <a:pathLst>
              <a:path w="146708" h="141911" fill="none">
                <a:moveTo>
                  <a:pt x="0" y="7045"/>
                </a:moveTo>
                <a:cubicBezTo>
                  <a:pt x="0" y="4093"/>
                  <a:pt x="887" y="1745"/>
                  <a:pt x="2660" y="0"/>
                </a:cubicBezTo>
                <a:lnTo>
                  <a:pt x="4911" y="0"/>
                </a:lnTo>
                <a:cubicBezTo>
                  <a:pt x="10640" y="403"/>
                  <a:pt x="17801" y="604"/>
                  <a:pt x="26395" y="604"/>
                </a:cubicBezTo>
                <a:cubicBezTo>
                  <a:pt x="42492" y="604"/>
                  <a:pt x="51972" y="403"/>
                  <a:pt x="54837" y="0"/>
                </a:cubicBezTo>
                <a:lnTo>
                  <a:pt x="56883" y="0"/>
                </a:lnTo>
                <a:cubicBezTo>
                  <a:pt x="57701" y="805"/>
                  <a:pt x="58110" y="1409"/>
                  <a:pt x="58110" y="1812"/>
                </a:cubicBezTo>
                <a:cubicBezTo>
                  <a:pt x="58110" y="2214"/>
                  <a:pt x="57974" y="3422"/>
                  <a:pt x="57701" y="5435"/>
                </a:cubicBezTo>
                <a:cubicBezTo>
                  <a:pt x="57019" y="7448"/>
                  <a:pt x="56405" y="8723"/>
                  <a:pt x="55860" y="9259"/>
                </a:cubicBezTo>
                <a:lnTo>
                  <a:pt x="51563" y="9259"/>
                </a:lnTo>
                <a:cubicBezTo>
                  <a:pt x="48562" y="9528"/>
                  <a:pt x="46516" y="9662"/>
                  <a:pt x="45424" y="9662"/>
                </a:cubicBezTo>
                <a:cubicBezTo>
                  <a:pt x="41468" y="10333"/>
                  <a:pt x="39286" y="11339"/>
                  <a:pt x="38877" y="12681"/>
                </a:cubicBezTo>
                <a:cubicBezTo>
                  <a:pt x="38877" y="12950"/>
                  <a:pt x="40855" y="29791"/>
                  <a:pt x="44811" y="63206"/>
                </a:cubicBezTo>
                <a:cubicBezTo>
                  <a:pt x="48766" y="96620"/>
                  <a:pt x="50813" y="113462"/>
                  <a:pt x="50949" y="113730"/>
                </a:cubicBezTo>
                <a:lnTo>
                  <a:pt x="65886" y="90179"/>
                </a:lnTo>
                <a:cubicBezTo>
                  <a:pt x="75844" y="74478"/>
                  <a:pt x="85802" y="58643"/>
                  <a:pt x="95759" y="42674"/>
                </a:cubicBezTo>
                <a:cubicBezTo>
                  <a:pt x="105717" y="26705"/>
                  <a:pt x="110833" y="18452"/>
                  <a:pt x="111106" y="17915"/>
                </a:cubicBezTo>
                <a:cubicBezTo>
                  <a:pt x="111651" y="16976"/>
                  <a:pt x="111924" y="15969"/>
                  <a:pt x="111924" y="14896"/>
                </a:cubicBezTo>
                <a:cubicBezTo>
                  <a:pt x="111924" y="11675"/>
                  <a:pt x="108923" y="9796"/>
                  <a:pt x="102921" y="9259"/>
                </a:cubicBezTo>
                <a:cubicBezTo>
                  <a:pt x="100466" y="9259"/>
                  <a:pt x="99238" y="8521"/>
                  <a:pt x="99238" y="7045"/>
                </a:cubicBezTo>
                <a:cubicBezTo>
                  <a:pt x="99238" y="6911"/>
                  <a:pt x="99374" y="6039"/>
                  <a:pt x="99647" y="4428"/>
                </a:cubicBezTo>
                <a:cubicBezTo>
                  <a:pt x="100056" y="2550"/>
                  <a:pt x="100466" y="1342"/>
                  <a:pt x="100875" y="805"/>
                </a:cubicBezTo>
                <a:cubicBezTo>
                  <a:pt x="101284" y="268"/>
                  <a:pt x="102171" y="0"/>
                  <a:pt x="103535" y="0"/>
                </a:cubicBezTo>
                <a:cubicBezTo>
                  <a:pt x="103808" y="0"/>
                  <a:pt x="104626" y="0"/>
                  <a:pt x="105990" y="0"/>
                </a:cubicBezTo>
                <a:cubicBezTo>
                  <a:pt x="107354" y="0"/>
                  <a:pt x="109673" y="67"/>
                  <a:pt x="112947" y="201"/>
                </a:cubicBezTo>
                <a:cubicBezTo>
                  <a:pt x="116221" y="335"/>
                  <a:pt x="120586" y="403"/>
                  <a:pt x="126042" y="403"/>
                </a:cubicBezTo>
                <a:cubicBezTo>
                  <a:pt x="135455" y="403"/>
                  <a:pt x="141388" y="268"/>
                  <a:pt x="143844" y="0"/>
                </a:cubicBezTo>
                <a:lnTo>
                  <a:pt x="145276" y="0"/>
                </a:lnTo>
                <a:cubicBezTo>
                  <a:pt x="146231" y="939"/>
                  <a:pt x="146708" y="1677"/>
                  <a:pt x="146708" y="2214"/>
                </a:cubicBezTo>
                <a:cubicBezTo>
                  <a:pt x="146708" y="4496"/>
                  <a:pt x="146095" y="6643"/>
                  <a:pt x="144867" y="8656"/>
                </a:cubicBezTo>
                <a:cubicBezTo>
                  <a:pt x="144458" y="9058"/>
                  <a:pt x="143298" y="9259"/>
                  <a:pt x="141388" y="9259"/>
                </a:cubicBezTo>
                <a:cubicBezTo>
                  <a:pt x="139615" y="9394"/>
                  <a:pt x="137978" y="9528"/>
                  <a:pt x="136478" y="9662"/>
                </a:cubicBezTo>
                <a:cubicBezTo>
                  <a:pt x="134977" y="9796"/>
                  <a:pt x="133545" y="10132"/>
                  <a:pt x="132181" y="10668"/>
                </a:cubicBezTo>
                <a:cubicBezTo>
                  <a:pt x="130817" y="11205"/>
                  <a:pt x="129725" y="11675"/>
                  <a:pt x="128907" y="12078"/>
                </a:cubicBezTo>
                <a:cubicBezTo>
                  <a:pt x="128089" y="12480"/>
                  <a:pt x="127270" y="13017"/>
                  <a:pt x="126452" y="13688"/>
                </a:cubicBezTo>
                <a:cubicBezTo>
                  <a:pt x="125633" y="14359"/>
                  <a:pt x="124951" y="14829"/>
                  <a:pt x="124405" y="15097"/>
                </a:cubicBezTo>
                <a:cubicBezTo>
                  <a:pt x="123860" y="15365"/>
                  <a:pt x="123314" y="15969"/>
                  <a:pt x="122769" y="16909"/>
                </a:cubicBezTo>
                <a:cubicBezTo>
                  <a:pt x="122223" y="17848"/>
                  <a:pt x="121746" y="18318"/>
                  <a:pt x="121336" y="18318"/>
                </a:cubicBezTo>
                <a:lnTo>
                  <a:pt x="81846" y="80718"/>
                </a:lnTo>
                <a:cubicBezTo>
                  <a:pt x="57292" y="119769"/>
                  <a:pt x="44606" y="139764"/>
                  <a:pt x="43787" y="140703"/>
                </a:cubicBezTo>
                <a:cubicBezTo>
                  <a:pt x="43378" y="140972"/>
                  <a:pt x="42901" y="141307"/>
                  <a:pt x="42355" y="141710"/>
                </a:cubicBezTo>
                <a:lnTo>
                  <a:pt x="38672" y="141911"/>
                </a:lnTo>
                <a:lnTo>
                  <a:pt x="37240" y="141911"/>
                </a:lnTo>
                <a:cubicBezTo>
                  <a:pt x="34784" y="141911"/>
                  <a:pt x="33557" y="141441"/>
                  <a:pt x="33557" y="140502"/>
                </a:cubicBezTo>
                <a:cubicBezTo>
                  <a:pt x="33148" y="139697"/>
                  <a:pt x="30488" y="118226"/>
                  <a:pt x="25577" y="76089"/>
                </a:cubicBezTo>
                <a:cubicBezTo>
                  <a:pt x="20393" y="33415"/>
                  <a:pt x="17733" y="11876"/>
                  <a:pt x="17597" y="11474"/>
                </a:cubicBezTo>
                <a:cubicBezTo>
                  <a:pt x="16915" y="9998"/>
                  <a:pt x="12686" y="9259"/>
                  <a:pt x="4911" y="9259"/>
                </a:cubicBezTo>
                <a:lnTo>
                  <a:pt x="1432" y="9259"/>
                </a:lnTo>
                <a:cubicBezTo>
                  <a:pt x="477" y="8588"/>
                  <a:pt x="0" y="7850"/>
                  <a:pt x="0" y="704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3" cap="flat">
            <a:solidFill>
              <a:srgbClr val="000000">
                <a:alpha val="12660"/>
              </a:srgbClr>
            </a:solidFill>
            <a:miter/>
          </a:ln>
        </p:spPr>
      </p:sp>
      <p:sp>
        <p:nvSpPr>
          <p:cNvPr id="9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1EF727-AF3D-4AC1-A0E7-8C3E1D08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998" y="6245629"/>
            <a:ext cx="33562" cy="73576"/>
          </a:xfrm>
          <a:custGeom xmlns:a="http://schemas.openxmlformats.org/drawingml/2006/main">
            <a:pathLst>
              <a:path w="33562" h="73576">
                <a:moveTo>
                  <a:pt x="7088" y="73576"/>
                </a:moveTo>
                <a:cubicBezTo>
                  <a:pt x="6510" y="73576"/>
                  <a:pt x="5208" y="73292"/>
                  <a:pt x="3183" y="72722"/>
                </a:cubicBezTo>
                <a:cubicBezTo>
                  <a:pt x="1157" y="72153"/>
                  <a:pt x="96" y="71584"/>
                  <a:pt x="0" y="71015"/>
                </a:cubicBezTo>
                <a:cubicBezTo>
                  <a:pt x="0" y="70350"/>
                  <a:pt x="2652" y="59345"/>
                  <a:pt x="7956" y="37998"/>
                </a:cubicBezTo>
                <a:cubicBezTo>
                  <a:pt x="13261" y="16651"/>
                  <a:pt x="16202" y="5503"/>
                  <a:pt x="16781" y="4554"/>
                </a:cubicBezTo>
                <a:cubicBezTo>
                  <a:pt x="18227" y="1518"/>
                  <a:pt x="20735" y="0"/>
                  <a:pt x="24303" y="0"/>
                </a:cubicBezTo>
                <a:cubicBezTo>
                  <a:pt x="26232" y="0"/>
                  <a:pt x="28257" y="712"/>
                  <a:pt x="30379" y="2135"/>
                </a:cubicBezTo>
                <a:cubicBezTo>
                  <a:pt x="32501" y="3558"/>
                  <a:pt x="33562" y="5645"/>
                  <a:pt x="33562" y="8397"/>
                </a:cubicBezTo>
                <a:cubicBezTo>
                  <a:pt x="33562" y="8871"/>
                  <a:pt x="33465" y="9582"/>
                  <a:pt x="33272" y="10531"/>
                </a:cubicBezTo>
                <a:cubicBezTo>
                  <a:pt x="33176" y="11195"/>
                  <a:pt x="28981" y="21774"/>
                  <a:pt x="20687" y="42267"/>
                </a:cubicBezTo>
                <a:cubicBezTo>
                  <a:pt x="12393" y="62760"/>
                  <a:pt x="8101" y="73102"/>
                  <a:pt x="7812" y="73292"/>
                </a:cubicBezTo>
                <a:cubicBezTo>
                  <a:pt x="7522" y="73481"/>
                  <a:pt x="7281" y="73576"/>
                  <a:pt x="7088" y="735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ED9690-9F23-48F5-A427-8EDD3735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998" y="6245629"/>
            <a:ext cx="33562" cy="73576"/>
          </a:xfrm>
          <a:custGeom xmlns:a="http://schemas.openxmlformats.org/drawingml/2006/main">
            <a:pathLst>
              <a:path w="33562" h="73576" fill="none">
                <a:moveTo>
                  <a:pt x="7088" y="73576"/>
                </a:moveTo>
                <a:cubicBezTo>
                  <a:pt x="6510" y="73576"/>
                  <a:pt x="5208" y="73292"/>
                  <a:pt x="3183" y="72722"/>
                </a:cubicBezTo>
                <a:cubicBezTo>
                  <a:pt x="1157" y="72153"/>
                  <a:pt x="96" y="71584"/>
                  <a:pt x="0" y="71015"/>
                </a:cubicBezTo>
                <a:cubicBezTo>
                  <a:pt x="0" y="70350"/>
                  <a:pt x="2652" y="59345"/>
                  <a:pt x="7956" y="37998"/>
                </a:cubicBezTo>
                <a:cubicBezTo>
                  <a:pt x="13261" y="16651"/>
                  <a:pt x="16202" y="5503"/>
                  <a:pt x="16781" y="4554"/>
                </a:cubicBezTo>
                <a:cubicBezTo>
                  <a:pt x="18227" y="1518"/>
                  <a:pt x="20735" y="0"/>
                  <a:pt x="24303" y="0"/>
                </a:cubicBezTo>
                <a:cubicBezTo>
                  <a:pt x="26232" y="0"/>
                  <a:pt x="28257" y="712"/>
                  <a:pt x="30379" y="2135"/>
                </a:cubicBezTo>
                <a:cubicBezTo>
                  <a:pt x="32501" y="3558"/>
                  <a:pt x="33562" y="5645"/>
                  <a:pt x="33562" y="8397"/>
                </a:cubicBezTo>
                <a:cubicBezTo>
                  <a:pt x="33562" y="8871"/>
                  <a:pt x="33465" y="9582"/>
                  <a:pt x="33272" y="10531"/>
                </a:cubicBezTo>
                <a:cubicBezTo>
                  <a:pt x="33176" y="11195"/>
                  <a:pt x="28981" y="21774"/>
                  <a:pt x="20687" y="42267"/>
                </a:cubicBezTo>
                <a:cubicBezTo>
                  <a:pt x="12393" y="62760"/>
                  <a:pt x="8101" y="73102"/>
                  <a:pt x="7812" y="73292"/>
                </a:cubicBezTo>
                <a:cubicBezTo>
                  <a:pt x="7522" y="73481"/>
                  <a:pt x="7281" y="73576"/>
                  <a:pt x="7088" y="7357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3" cap="flat">
            <a:solidFill>
              <a:srgbClr val="000000">
                <a:alpha val="8950"/>
              </a:srgbClr>
            </a:solidFill>
            <a:miter/>
          </a:ln>
        </p:spPr>
      </p:sp>
      <p:sp>
        <p:nvSpPr>
          <p:cNvPr id="9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C24769-8EA2-4CDC-869D-84366CEC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108" y="6363397"/>
            <a:ext cx="60903" cy="97912"/>
          </a:xfrm>
          <a:custGeom xmlns:a="http://schemas.openxmlformats.org/drawingml/2006/main">
            <a:pathLst>
              <a:path w="60903" h="97912">
                <a:moveTo>
                  <a:pt x="8246" y="11527"/>
                </a:moveTo>
                <a:cubicBezTo>
                  <a:pt x="13646" y="3842"/>
                  <a:pt x="21024" y="0"/>
                  <a:pt x="30379" y="0"/>
                </a:cubicBezTo>
                <a:cubicBezTo>
                  <a:pt x="35008" y="0"/>
                  <a:pt x="39637" y="1233"/>
                  <a:pt x="44267" y="3700"/>
                </a:cubicBezTo>
                <a:cubicBezTo>
                  <a:pt x="48896" y="6167"/>
                  <a:pt x="52657" y="10531"/>
                  <a:pt x="55550" y="16793"/>
                </a:cubicBezTo>
                <a:cubicBezTo>
                  <a:pt x="59119" y="24668"/>
                  <a:pt x="60903" y="35484"/>
                  <a:pt x="60903" y="49241"/>
                </a:cubicBezTo>
                <a:cubicBezTo>
                  <a:pt x="60903" y="63946"/>
                  <a:pt x="58829" y="75189"/>
                  <a:pt x="54682" y="82969"/>
                </a:cubicBezTo>
                <a:cubicBezTo>
                  <a:pt x="52754" y="86954"/>
                  <a:pt x="50101" y="90132"/>
                  <a:pt x="46726" y="92504"/>
                </a:cubicBezTo>
                <a:cubicBezTo>
                  <a:pt x="43350" y="94876"/>
                  <a:pt x="40409" y="96346"/>
                  <a:pt x="37902" y="96916"/>
                </a:cubicBezTo>
                <a:cubicBezTo>
                  <a:pt x="35394" y="97485"/>
                  <a:pt x="32935" y="97817"/>
                  <a:pt x="30524" y="97912"/>
                </a:cubicBezTo>
                <a:cubicBezTo>
                  <a:pt x="28016" y="97912"/>
                  <a:pt x="25509" y="97627"/>
                  <a:pt x="23001" y="97058"/>
                </a:cubicBezTo>
                <a:cubicBezTo>
                  <a:pt x="20494" y="96489"/>
                  <a:pt x="17552" y="94971"/>
                  <a:pt x="14177" y="92504"/>
                </a:cubicBezTo>
                <a:cubicBezTo>
                  <a:pt x="10801" y="90037"/>
                  <a:pt x="8149" y="86859"/>
                  <a:pt x="6220" y="82969"/>
                </a:cubicBezTo>
                <a:cubicBezTo>
                  <a:pt x="2073" y="75189"/>
                  <a:pt x="0" y="63946"/>
                  <a:pt x="0" y="49241"/>
                </a:cubicBezTo>
                <a:cubicBezTo>
                  <a:pt x="0" y="32732"/>
                  <a:pt x="2749" y="20161"/>
                  <a:pt x="8246" y="11527"/>
                </a:cubicBezTo>
                <a:close/>
                <a:moveTo>
                  <a:pt x="40795" y="9820"/>
                </a:moveTo>
                <a:cubicBezTo>
                  <a:pt x="37902" y="6784"/>
                  <a:pt x="34478" y="5266"/>
                  <a:pt x="30524" y="5266"/>
                </a:cubicBezTo>
                <a:cubicBezTo>
                  <a:pt x="26473" y="5266"/>
                  <a:pt x="23001" y="6784"/>
                  <a:pt x="20108" y="9820"/>
                </a:cubicBezTo>
                <a:cubicBezTo>
                  <a:pt x="17697" y="12286"/>
                  <a:pt x="16106" y="15702"/>
                  <a:pt x="15334" y="20066"/>
                </a:cubicBezTo>
                <a:cubicBezTo>
                  <a:pt x="14563" y="24431"/>
                  <a:pt x="14177" y="33539"/>
                  <a:pt x="14177" y="47390"/>
                </a:cubicBezTo>
                <a:cubicBezTo>
                  <a:pt x="14177" y="62381"/>
                  <a:pt x="14563" y="72248"/>
                  <a:pt x="15334" y="76992"/>
                </a:cubicBezTo>
                <a:cubicBezTo>
                  <a:pt x="16106" y="81736"/>
                  <a:pt x="17842" y="85483"/>
                  <a:pt x="20542" y="88235"/>
                </a:cubicBezTo>
                <a:cubicBezTo>
                  <a:pt x="23242" y="91081"/>
                  <a:pt x="26570" y="92504"/>
                  <a:pt x="30524" y="92504"/>
                </a:cubicBezTo>
                <a:cubicBezTo>
                  <a:pt x="34381" y="92504"/>
                  <a:pt x="37660" y="91081"/>
                  <a:pt x="40361" y="88235"/>
                </a:cubicBezTo>
                <a:cubicBezTo>
                  <a:pt x="43158" y="85388"/>
                  <a:pt x="44894" y="81403"/>
                  <a:pt x="45569" y="76280"/>
                </a:cubicBezTo>
                <a:cubicBezTo>
                  <a:pt x="46244" y="71157"/>
                  <a:pt x="46629" y="61527"/>
                  <a:pt x="46726" y="47390"/>
                </a:cubicBezTo>
                <a:cubicBezTo>
                  <a:pt x="46726" y="33633"/>
                  <a:pt x="46340" y="24573"/>
                  <a:pt x="45569" y="20209"/>
                </a:cubicBezTo>
                <a:cubicBezTo>
                  <a:pt x="44797" y="15844"/>
                  <a:pt x="43206" y="12381"/>
                  <a:pt x="40795" y="98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E45D89-F4B7-4151-BB3F-B63DC3CE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108" y="6363397"/>
            <a:ext cx="60903" cy="97912"/>
          </a:xfrm>
          <a:custGeom xmlns:a="http://schemas.openxmlformats.org/drawingml/2006/main">
            <a:pathLst>
              <a:path w="60903" h="97912" fill="none">
                <a:moveTo>
                  <a:pt x="8246" y="11527"/>
                </a:moveTo>
                <a:cubicBezTo>
                  <a:pt x="13646" y="3842"/>
                  <a:pt x="21024" y="0"/>
                  <a:pt x="30379" y="0"/>
                </a:cubicBezTo>
                <a:cubicBezTo>
                  <a:pt x="35008" y="0"/>
                  <a:pt x="39637" y="1233"/>
                  <a:pt x="44267" y="3700"/>
                </a:cubicBezTo>
                <a:cubicBezTo>
                  <a:pt x="48896" y="6167"/>
                  <a:pt x="52657" y="10531"/>
                  <a:pt x="55550" y="16793"/>
                </a:cubicBezTo>
                <a:cubicBezTo>
                  <a:pt x="59119" y="24668"/>
                  <a:pt x="60903" y="35484"/>
                  <a:pt x="60903" y="49241"/>
                </a:cubicBezTo>
                <a:cubicBezTo>
                  <a:pt x="60903" y="63946"/>
                  <a:pt x="58829" y="75189"/>
                  <a:pt x="54682" y="82969"/>
                </a:cubicBezTo>
                <a:cubicBezTo>
                  <a:pt x="52754" y="86954"/>
                  <a:pt x="50101" y="90132"/>
                  <a:pt x="46726" y="92504"/>
                </a:cubicBezTo>
                <a:cubicBezTo>
                  <a:pt x="43350" y="94876"/>
                  <a:pt x="40409" y="96346"/>
                  <a:pt x="37902" y="96916"/>
                </a:cubicBezTo>
                <a:cubicBezTo>
                  <a:pt x="35394" y="97485"/>
                  <a:pt x="32935" y="97817"/>
                  <a:pt x="30524" y="97912"/>
                </a:cubicBezTo>
                <a:cubicBezTo>
                  <a:pt x="28016" y="97912"/>
                  <a:pt x="25509" y="97627"/>
                  <a:pt x="23001" y="97058"/>
                </a:cubicBezTo>
                <a:cubicBezTo>
                  <a:pt x="20494" y="96489"/>
                  <a:pt x="17552" y="94971"/>
                  <a:pt x="14177" y="92504"/>
                </a:cubicBezTo>
                <a:cubicBezTo>
                  <a:pt x="10801" y="90037"/>
                  <a:pt x="8149" y="86859"/>
                  <a:pt x="6220" y="82969"/>
                </a:cubicBezTo>
                <a:cubicBezTo>
                  <a:pt x="2073" y="75189"/>
                  <a:pt x="0" y="63946"/>
                  <a:pt x="0" y="49241"/>
                </a:cubicBezTo>
                <a:cubicBezTo>
                  <a:pt x="0" y="32732"/>
                  <a:pt x="2749" y="20161"/>
                  <a:pt x="8246" y="11527"/>
                </a:cubicBezTo>
                <a:close/>
                <a:moveTo>
                  <a:pt x="40795" y="9820"/>
                </a:moveTo>
                <a:cubicBezTo>
                  <a:pt x="37902" y="6784"/>
                  <a:pt x="34478" y="5266"/>
                  <a:pt x="30524" y="5266"/>
                </a:cubicBezTo>
                <a:cubicBezTo>
                  <a:pt x="26473" y="5266"/>
                  <a:pt x="23001" y="6784"/>
                  <a:pt x="20108" y="9820"/>
                </a:cubicBezTo>
                <a:cubicBezTo>
                  <a:pt x="17697" y="12286"/>
                  <a:pt x="16106" y="15702"/>
                  <a:pt x="15334" y="20066"/>
                </a:cubicBezTo>
                <a:cubicBezTo>
                  <a:pt x="14563" y="24431"/>
                  <a:pt x="14177" y="33539"/>
                  <a:pt x="14177" y="47390"/>
                </a:cubicBezTo>
                <a:cubicBezTo>
                  <a:pt x="14177" y="62381"/>
                  <a:pt x="14563" y="72248"/>
                  <a:pt x="15334" y="76992"/>
                </a:cubicBezTo>
                <a:cubicBezTo>
                  <a:pt x="16106" y="81736"/>
                  <a:pt x="17842" y="85483"/>
                  <a:pt x="20542" y="88235"/>
                </a:cubicBezTo>
                <a:cubicBezTo>
                  <a:pt x="23242" y="91081"/>
                  <a:pt x="26570" y="92504"/>
                  <a:pt x="30524" y="92504"/>
                </a:cubicBezTo>
                <a:cubicBezTo>
                  <a:pt x="34381" y="92504"/>
                  <a:pt x="37660" y="91081"/>
                  <a:pt x="40361" y="88235"/>
                </a:cubicBezTo>
                <a:cubicBezTo>
                  <a:pt x="43158" y="85388"/>
                  <a:pt x="44894" y="81403"/>
                  <a:pt x="45569" y="76280"/>
                </a:cubicBezTo>
                <a:cubicBezTo>
                  <a:pt x="46244" y="71157"/>
                  <a:pt x="46629" y="61527"/>
                  <a:pt x="46726" y="47390"/>
                </a:cubicBezTo>
                <a:cubicBezTo>
                  <a:pt x="46726" y="33633"/>
                  <a:pt x="46340" y="24573"/>
                  <a:pt x="45569" y="20209"/>
                </a:cubicBezTo>
                <a:cubicBezTo>
                  <a:pt x="44797" y="15844"/>
                  <a:pt x="43206" y="12381"/>
                  <a:pt x="40795" y="982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3" cap="flat">
            <a:solidFill>
              <a:srgbClr val="000000">
                <a:alpha val="8950"/>
              </a:srgbClr>
            </a:solidFill>
            <a:miter/>
          </a:ln>
        </p:spPr>
      </p:sp>
      <p:sp>
        <p:nvSpPr>
          <p:cNvPr id="9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BA651B-FF51-42FC-A53F-3D3F3BEA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2940" y="6257489"/>
            <a:ext cx="45765" cy="201292"/>
          </a:xfrm>
          <a:custGeom xmlns:a="http://schemas.openxmlformats.org/drawingml/2006/main">
            <a:pathLst>
              <a:path w="45765" h="201292">
                <a:moveTo>
                  <a:pt x="0" y="3623"/>
                </a:moveTo>
                <a:cubicBezTo>
                  <a:pt x="136" y="2684"/>
                  <a:pt x="546" y="1879"/>
                  <a:pt x="1228" y="1208"/>
                </a:cubicBezTo>
                <a:cubicBezTo>
                  <a:pt x="1910" y="537"/>
                  <a:pt x="2865" y="134"/>
                  <a:pt x="4092" y="0"/>
                </a:cubicBezTo>
                <a:cubicBezTo>
                  <a:pt x="5456" y="0"/>
                  <a:pt x="6616" y="671"/>
                  <a:pt x="7571" y="2013"/>
                </a:cubicBezTo>
                <a:cubicBezTo>
                  <a:pt x="7980" y="2952"/>
                  <a:pt x="14391" y="19458"/>
                  <a:pt x="26804" y="51531"/>
                </a:cubicBezTo>
                <a:cubicBezTo>
                  <a:pt x="39218" y="83603"/>
                  <a:pt x="45493" y="99975"/>
                  <a:pt x="45629" y="100646"/>
                </a:cubicBezTo>
                <a:cubicBezTo>
                  <a:pt x="45765" y="101317"/>
                  <a:pt x="39559" y="117689"/>
                  <a:pt x="27009" y="149762"/>
                </a:cubicBezTo>
                <a:cubicBezTo>
                  <a:pt x="14459" y="181834"/>
                  <a:pt x="7980" y="198340"/>
                  <a:pt x="7571" y="199279"/>
                </a:cubicBezTo>
                <a:cubicBezTo>
                  <a:pt x="6616" y="200621"/>
                  <a:pt x="5456" y="201292"/>
                  <a:pt x="4092" y="201292"/>
                </a:cubicBezTo>
                <a:cubicBezTo>
                  <a:pt x="3001" y="201292"/>
                  <a:pt x="2114" y="200957"/>
                  <a:pt x="1432" y="200286"/>
                </a:cubicBezTo>
                <a:cubicBezTo>
                  <a:pt x="750" y="199615"/>
                  <a:pt x="273" y="198743"/>
                  <a:pt x="0" y="197669"/>
                </a:cubicBezTo>
                <a:cubicBezTo>
                  <a:pt x="0" y="196998"/>
                  <a:pt x="6138" y="180693"/>
                  <a:pt x="18415" y="148755"/>
                </a:cubicBezTo>
                <a:cubicBezTo>
                  <a:pt x="30829" y="116951"/>
                  <a:pt x="37035" y="100915"/>
                  <a:pt x="37035" y="100646"/>
                </a:cubicBezTo>
                <a:cubicBezTo>
                  <a:pt x="37035" y="100378"/>
                  <a:pt x="30829" y="84342"/>
                  <a:pt x="18415" y="52537"/>
                </a:cubicBezTo>
                <a:cubicBezTo>
                  <a:pt x="6138" y="20599"/>
                  <a:pt x="0" y="4294"/>
                  <a:pt x="0" y="36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931838-8466-4308-A9DA-F554FD02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2940" y="6257489"/>
            <a:ext cx="45765" cy="201292"/>
          </a:xfrm>
          <a:custGeom xmlns:a="http://schemas.openxmlformats.org/drawingml/2006/main">
            <a:pathLst>
              <a:path w="45765" h="201292" fill="none">
                <a:moveTo>
                  <a:pt x="0" y="3623"/>
                </a:moveTo>
                <a:cubicBezTo>
                  <a:pt x="136" y="2684"/>
                  <a:pt x="546" y="1879"/>
                  <a:pt x="1228" y="1208"/>
                </a:cubicBezTo>
                <a:cubicBezTo>
                  <a:pt x="1910" y="537"/>
                  <a:pt x="2865" y="134"/>
                  <a:pt x="4092" y="0"/>
                </a:cubicBezTo>
                <a:cubicBezTo>
                  <a:pt x="5456" y="0"/>
                  <a:pt x="6616" y="671"/>
                  <a:pt x="7571" y="2013"/>
                </a:cubicBezTo>
                <a:cubicBezTo>
                  <a:pt x="7980" y="2952"/>
                  <a:pt x="14391" y="19458"/>
                  <a:pt x="26804" y="51531"/>
                </a:cubicBezTo>
                <a:cubicBezTo>
                  <a:pt x="39218" y="83603"/>
                  <a:pt x="45493" y="99975"/>
                  <a:pt x="45629" y="100646"/>
                </a:cubicBezTo>
                <a:cubicBezTo>
                  <a:pt x="45765" y="101317"/>
                  <a:pt x="39559" y="117689"/>
                  <a:pt x="27009" y="149762"/>
                </a:cubicBezTo>
                <a:cubicBezTo>
                  <a:pt x="14459" y="181834"/>
                  <a:pt x="7980" y="198340"/>
                  <a:pt x="7571" y="199279"/>
                </a:cubicBezTo>
                <a:cubicBezTo>
                  <a:pt x="6616" y="200621"/>
                  <a:pt x="5456" y="201292"/>
                  <a:pt x="4092" y="201292"/>
                </a:cubicBezTo>
                <a:cubicBezTo>
                  <a:pt x="3001" y="201292"/>
                  <a:pt x="2114" y="200957"/>
                  <a:pt x="1432" y="200286"/>
                </a:cubicBezTo>
                <a:cubicBezTo>
                  <a:pt x="750" y="199615"/>
                  <a:pt x="273" y="198743"/>
                  <a:pt x="0" y="197669"/>
                </a:cubicBezTo>
                <a:cubicBezTo>
                  <a:pt x="0" y="196998"/>
                  <a:pt x="6138" y="180693"/>
                  <a:pt x="18415" y="148755"/>
                </a:cubicBezTo>
                <a:cubicBezTo>
                  <a:pt x="30829" y="116951"/>
                  <a:pt x="37035" y="100915"/>
                  <a:pt x="37035" y="100646"/>
                </a:cubicBezTo>
                <a:cubicBezTo>
                  <a:pt x="37035" y="100378"/>
                  <a:pt x="30829" y="84342"/>
                  <a:pt x="18415" y="52537"/>
                </a:cubicBezTo>
                <a:cubicBezTo>
                  <a:pt x="6138" y="20599"/>
                  <a:pt x="0" y="4294"/>
                  <a:pt x="0" y="362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3" cap="flat">
            <a:solidFill>
              <a:srgbClr val="000000">
                <a:alpha val="12660"/>
              </a:srgbClr>
            </a:solidFill>
            <a:miter/>
          </a:ln>
        </p:spPr>
      </p:sp>
      <p:sp>
        <p:nvSpPr>
          <p:cNvPr id="9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1EACF4-619B-4A5F-A3DB-81BC8CFE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356" y="6305598"/>
            <a:ext cx="181902" cy="105075"/>
          </a:xfrm>
          <a:custGeom xmlns:a="http://schemas.openxmlformats.org/drawingml/2006/main">
            <a:pathLst>
              <a:path w="181902" h="105075">
                <a:moveTo>
                  <a:pt x="181902" y="50323"/>
                </a:moveTo>
                <a:cubicBezTo>
                  <a:pt x="181902" y="50323"/>
                  <a:pt x="181902" y="51061"/>
                  <a:pt x="181902" y="52537"/>
                </a:cubicBezTo>
                <a:cubicBezTo>
                  <a:pt x="181902" y="54013"/>
                  <a:pt x="180879" y="55355"/>
                  <a:pt x="178833" y="56563"/>
                </a:cubicBezTo>
                <a:lnTo>
                  <a:pt x="22508" y="56563"/>
                </a:lnTo>
                <a:cubicBezTo>
                  <a:pt x="22780" y="56832"/>
                  <a:pt x="23940" y="57771"/>
                  <a:pt x="25986" y="59381"/>
                </a:cubicBezTo>
                <a:cubicBezTo>
                  <a:pt x="28032" y="60992"/>
                  <a:pt x="30010" y="62803"/>
                  <a:pt x="31920" y="64816"/>
                </a:cubicBezTo>
                <a:cubicBezTo>
                  <a:pt x="33830" y="66829"/>
                  <a:pt x="36080" y="69312"/>
                  <a:pt x="38672" y="72264"/>
                </a:cubicBezTo>
                <a:cubicBezTo>
                  <a:pt x="41264" y="75216"/>
                  <a:pt x="43515" y="78974"/>
                  <a:pt x="45424" y="83536"/>
                </a:cubicBezTo>
                <a:cubicBezTo>
                  <a:pt x="47334" y="88099"/>
                  <a:pt x="49107" y="92863"/>
                  <a:pt x="50744" y="97828"/>
                </a:cubicBezTo>
                <a:cubicBezTo>
                  <a:pt x="51426" y="100244"/>
                  <a:pt x="51767" y="101921"/>
                  <a:pt x="51767" y="102860"/>
                </a:cubicBezTo>
                <a:cubicBezTo>
                  <a:pt x="51767" y="104337"/>
                  <a:pt x="50403" y="105075"/>
                  <a:pt x="47675" y="105075"/>
                </a:cubicBezTo>
                <a:cubicBezTo>
                  <a:pt x="46720" y="105075"/>
                  <a:pt x="46038" y="105075"/>
                  <a:pt x="45629" y="105075"/>
                </a:cubicBezTo>
                <a:cubicBezTo>
                  <a:pt x="45220" y="105075"/>
                  <a:pt x="44811" y="104806"/>
                  <a:pt x="44401" y="104269"/>
                </a:cubicBezTo>
                <a:cubicBezTo>
                  <a:pt x="43992" y="103733"/>
                  <a:pt x="43651" y="103129"/>
                  <a:pt x="43378" y="102458"/>
                </a:cubicBezTo>
                <a:cubicBezTo>
                  <a:pt x="43105" y="101787"/>
                  <a:pt x="42833" y="100512"/>
                  <a:pt x="42560" y="98633"/>
                </a:cubicBezTo>
                <a:cubicBezTo>
                  <a:pt x="40104" y="88837"/>
                  <a:pt x="35466" y="80114"/>
                  <a:pt x="28646" y="72465"/>
                </a:cubicBezTo>
                <a:cubicBezTo>
                  <a:pt x="21826" y="64816"/>
                  <a:pt x="13505" y="59113"/>
                  <a:pt x="3683" y="55355"/>
                </a:cubicBezTo>
                <a:cubicBezTo>
                  <a:pt x="1637" y="54550"/>
                  <a:pt x="409" y="53812"/>
                  <a:pt x="0" y="53141"/>
                </a:cubicBezTo>
                <a:cubicBezTo>
                  <a:pt x="0" y="52202"/>
                  <a:pt x="273" y="51531"/>
                  <a:pt x="818" y="51128"/>
                </a:cubicBezTo>
                <a:cubicBezTo>
                  <a:pt x="1364" y="50726"/>
                  <a:pt x="2319" y="50256"/>
                  <a:pt x="3683" y="49719"/>
                </a:cubicBezTo>
                <a:cubicBezTo>
                  <a:pt x="10231" y="47170"/>
                  <a:pt x="16028" y="43815"/>
                  <a:pt x="21075" y="39655"/>
                </a:cubicBezTo>
                <a:cubicBezTo>
                  <a:pt x="26122" y="35495"/>
                  <a:pt x="30010" y="31402"/>
                  <a:pt x="32738" y="27376"/>
                </a:cubicBezTo>
                <a:cubicBezTo>
                  <a:pt x="35466" y="23350"/>
                  <a:pt x="37649" y="19391"/>
                  <a:pt x="39286" y="15500"/>
                </a:cubicBezTo>
                <a:cubicBezTo>
                  <a:pt x="40923" y="11608"/>
                  <a:pt x="42082" y="8521"/>
                  <a:pt x="42764" y="6240"/>
                </a:cubicBezTo>
                <a:lnTo>
                  <a:pt x="43378" y="2818"/>
                </a:lnTo>
                <a:cubicBezTo>
                  <a:pt x="43651" y="2013"/>
                  <a:pt x="43856" y="1476"/>
                  <a:pt x="43992" y="1208"/>
                </a:cubicBezTo>
                <a:cubicBezTo>
                  <a:pt x="44128" y="939"/>
                  <a:pt x="44470" y="671"/>
                  <a:pt x="45015" y="403"/>
                </a:cubicBezTo>
                <a:cubicBezTo>
                  <a:pt x="45561" y="134"/>
                  <a:pt x="46447" y="0"/>
                  <a:pt x="47675" y="0"/>
                </a:cubicBezTo>
                <a:cubicBezTo>
                  <a:pt x="50403" y="0"/>
                  <a:pt x="51767" y="738"/>
                  <a:pt x="51767" y="2214"/>
                </a:cubicBezTo>
                <a:cubicBezTo>
                  <a:pt x="51767" y="3154"/>
                  <a:pt x="51426" y="4831"/>
                  <a:pt x="50744" y="7247"/>
                </a:cubicBezTo>
                <a:cubicBezTo>
                  <a:pt x="49380" y="12212"/>
                  <a:pt x="47675" y="16841"/>
                  <a:pt x="45629" y="21136"/>
                </a:cubicBezTo>
                <a:cubicBezTo>
                  <a:pt x="43583" y="25430"/>
                  <a:pt x="41400" y="29053"/>
                  <a:pt x="39081" y="32005"/>
                </a:cubicBezTo>
                <a:cubicBezTo>
                  <a:pt x="36762" y="34958"/>
                  <a:pt x="34648" y="37440"/>
                  <a:pt x="32738" y="39453"/>
                </a:cubicBezTo>
                <a:cubicBezTo>
                  <a:pt x="30829" y="41466"/>
                  <a:pt x="28782" y="43345"/>
                  <a:pt x="26600" y="45089"/>
                </a:cubicBezTo>
                <a:cubicBezTo>
                  <a:pt x="24417" y="46834"/>
                  <a:pt x="23053" y="47975"/>
                  <a:pt x="22508" y="48511"/>
                </a:cubicBezTo>
                <a:lnTo>
                  <a:pt x="178833" y="48511"/>
                </a:lnTo>
                <a:cubicBezTo>
                  <a:pt x="180879" y="49719"/>
                  <a:pt x="181902" y="51061"/>
                  <a:pt x="181902" y="52537"/>
                </a:cubicBezTo>
                <a:lnTo>
                  <a:pt x="181902" y="503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0185A7-4F65-455F-89A7-0A76CC3A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356" y="6305598"/>
            <a:ext cx="181902" cy="105075"/>
          </a:xfrm>
          <a:custGeom xmlns:a="http://schemas.openxmlformats.org/drawingml/2006/main">
            <a:pathLst>
              <a:path w="181902" h="105075" fill="none">
                <a:moveTo>
                  <a:pt x="181902" y="50323"/>
                </a:moveTo>
                <a:cubicBezTo>
                  <a:pt x="181902" y="50323"/>
                  <a:pt x="181902" y="51061"/>
                  <a:pt x="181902" y="52537"/>
                </a:cubicBezTo>
                <a:cubicBezTo>
                  <a:pt x="181902" y="54013"/>
                  <a:pt x="180879" y="55355"/>
                  <a:pt x="178833" y="56563"/>
                </a:cubicBezTo>
                <a:lnTo>
                  <a:pt x="22508" y="56563"/>
                </a:lnTo>
                <a:cubicBezTo>
                  <a:pt x="22780" y="56832"/>
                  <a:pt x="23940" y="57771"/>
                  <a:pt x="25986" y="59381"/>
                </a:cubicBezTo>
                <a:cubicBezTo>
                  <a:pt x="28032" y="60992"/>
                  <a:pt x="30010" y="62803"/>
                  <a:pt x="31920" y="64816"/>
                </a:cubicBezTo>
                <a:cubicBezTo>
                  <a:pt x="33830" y="66829"/>
                  <a:pt x="36080" y="69312"/>
                  <a:pt x="38672" y="72264"/>
                </a:cubicBezTo>
                <a:cubicBezTo>
                  <a:pt x="41264" y="75216"/>
                  <a:pt x="43515" y="78974"/>
                  <a:pt x="45424" y="83536"/>
                </a:cubicBezTo>
                <a:cubicBezTo>
                  <a:pt x="47334" y="88099"/>
                  <a:pt x="49107" y="92863"/>
                  <a:pt x="50744" y="97828"/>
                </a:cubicBezTo>
                <a:cubicBezTo>
                  <a:pt x="51426" y="100244"/>
                  <a:pt x="51767" y="101921"/>
                  <a:pt x="51767" y="102860"/>
                </a:cubicBezTo>
                <a:cubicBezTo>
                  <a:pt x="51767" y="104337"/>
                  <a:pt x="50403" y="105075"/>
                  <a:pt x="47675" y="105075"/>
                </a:cubicBezTo>
                <a:cubicBezTo>
                  <a:pt x="46720" y="105075"/>
                  <a:pt x="46038" y="105075"/>
                  <a:pt x="45629" y="105075"/>
                </a:cubicBezTo>
                <a:cubicBezTo>
                  <a:pt x="45220" y="105075"/>
                  <a:pt x="44811" y="104806"/>
                  <a:pt x="44401" y="104269"/>
                </a:cubicBezTo>
                <a:cubicBezTo>
                  <a:pt x="43992" y="103733"/>
                  <a:pt x="43651" y="103129"/>
                  <a:pt x="43378" y="102458"/>
                </a:cubicBezTo>
                <a:cubicBezTo>
                  <a:pt x="43105" y="101787"/>
                  <a:pt x="42833" y="100512"/>
                  <a:pt x="42560" y="98633"/>
                </a:cubicBezTo>
                <a:cubicBezTo>
                  <a:pt x="40104" y="88837"/>
                  <a:pt x="35466" y="80114"/>
                  <a:pt x="28646" y="72465"/>
                </a:cubicBezTo>
                <a:cubicBezTo>
                  <a:pt x="21826" y="64816"/>
                  <a:pt x="13505" y="59113"/>
                  <a:pt x="3683" y="55355"/>
                </a:cubicBezTo>
                <a:cubicBezTo>
                  <a:pt x="1637" y="54550"/>
                  <a:pt x="409" y="53812"/>
                  <a:pt x="0" y="53141"/>
                </a:cubicBezTo>
                <a:cubicBezTo>
                  <a:pt x="0" y="52202"/>
                  <a:pt x="273" y="51531"/>
                  <a:pt x="818" y="51128"/>
                </a:cubicBezTo>
                <a:cubicBezTo>
                  <a:pt x="1364" y="50726"/>
                  <a:pt x="2319" y="50256"/>
                  <a:pt x="3683" y="49719"/>
                </a:cubicBezTo>
                <a:cubicBezTo>
                  <a:pt x="10231" y="47170"/>
                  <a:pt x="16028" y="43815"/>
                  <a:pt x="21075" y="39655"/>
                </a:cubicBezTo>
                <a:cubicBezTo>
                  <a:pt x="26122" y="35495"/>
                  <a:pt x="30010" y="31402"/>
                  <a:pt x="32738" y="27376"/>
                </a:cubicBezTo>
                <a:cubicBezTo>
                  <a:pt x="35466" y="23350"/>
                  <a:pt x="37649" y="19391"/>
                  <a:pt x="39286" y="15500"/>
                </a:cubicBezTo>
                <a:cubicBezTo>
                  <a:pt x="40923" y="11608"/>
                  <a:pt x="42082" y="8521"/>
                  <a:pt x="42764" y="6240"/>
                </a:cubicBezTo>
                <a:lnTo>
                  <a:pt x="43378" y="2818"/>
                </a:lnTo>
                <a:cubicBezTo>
                  <a:pt x="43651" y="2013"/>
                  <a:pt x="43856" y="1476"/>
                  <a:pt x="43992" y="1208"/>
                </a:cubicBezTo>
                <a:cubicBezTo>
                  <a:pt x="44128" y="939"/>
                  <a:pt x="44470" y="671"/>
                  <a:pt x="45015" y="403"/>
                </a:cubicBezTo>
                <a:cubicBezTo>
                  <a:pt x="45561" y="134"/>
                  <a:pt x="46447" y="0"/>
                  <a:pt x="47675" y="0"/>
                </a:cubicBezTo>
                <a:cubicBezTo>
                  <a:pt x="50403" y="0"/>
                  <a:pt x="51767" y="738"/>
                  <a:pt x="51767" y="2214"/>
                </a:cubicBezTo>
                <a:cubicBezTo>
                  <a:pt x="51767" y="3154"/>
                  <a:pt x="51426" y="4831"/>
                  <a:pt x="50744" y="7247"/>
                </a:cubicBezTo>
                <a:cubicBezTo>
                  <a:pt x="49380" y="12212"/>
                  <a:pt x="47675" y="16841"/>
                  <a:pt x="45629" y="21136"/>
                </a:cubicBezTo>
                <a:cubicBezTo>
                  <a:pt x="43583" y="25430"/>
                  <a:pt x="41400" y="29053"/>
                  <a:pt x="39081" y="32005"/>
                </a:cubicBezTo>
                <a:cubicBezTo>
                  <a:pt x="36762" y="34958"/>
                  <a:pt x="34648" y="37440"/>
                  <a:pt x="32738" y="39453"/>
                </a:cubicBezTo>
                <a:cubicBezTo>
                  <a:pt x="30829" y="41466"/>
                  <a:pt x="28782" y="43345"/>
                  <a:pt x="26600" y="45089"/>
                </a:cubicBezTo>
                <a:cubicBezTo>
                  <a:pt x="24417" y="46834"/>
                  <a:pt x="23053" y="47975"/>
                  <a:pt x="22508" y="48511"/>
                </a:cubicBezTo>
                <a:lnTo>
                  <a:pt x="178833" y="48511"/>
                </a:lnTo>
                <a:cubicBezTo>
                  <a:pt x="180879" y="49719"/>
                  <a:pt x="181902" y="51061"/>
                  <a:pt x="181902" y="52537"/>
                </a:cubicBezTo>
                <a:lnTo>
                  <a:pt x="181902" y="5032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3" cap="flat">
            <a:solidFill>
              <a:srgbClr val="000000">
                <a:alpha val="12660"/>
              </a:srgbClr>
            </a:solidFill>
            <a:miter/>
          </a:ln>
        </p:spPr>
      </p:sp>
      <p:sp>
        <p:nvSpPr>
          <p:cNvPr id="9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A123D7-0CAF-4EAA-80FE-8A7FB1BD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087" y="6231234"/>
            <a:ext cx="215685" cy="215685"/>
          </a:xfrm>
          <a:custGeom xmlns:a="http://schemas.openxmlformats.org/drawingml/2006/main">
            <a:pathLst>
              <a:path w="215685" h="215685">
                <a:moveTo>
                  <a:pt x="215685" y="107842"/>
                </a:moveTo>
                <a:cubicBezTo>
                  <a:pt x="215685" y="114923"/>
                  <a:pt x="214994" y="121936"/>
                  <a:pt x="213612" y="128881"/>
                </a:cubicBezTo>
                <a:cubicBezTo>
                  <a:pt x="212231" y="135826"/>
                  <a:pt x="210185" y="142570"/>
                  <a:pt x="207475" y="149112"/>
                </a:cubicBezTo>
                <a:cubicBezTo>
                  <a:pt x="204765" y="155654"/>
                  <a:pt x="201443" y="161869"/>
                  <a:pt x="197509" y="167756"/>
                </a:cubicBezTo>
                <a:cubicBezTo>
                  <a:pt x="193575" y="173644"/>
                  <a:pt x="189105" y="179091"/>
                  <a:pt x="184098" y="184098"/>
                </a:cubicBezTo>
                <a:cubicBezTo>
                  <a:pt x="179091" y="189105"/>
                  <a:pt x="173644" y="193576"/>
                  <a:pt x="167756" y="197510"/>
                </a:cubicBezTo>
                <a:cubicBezTo>
                  <a:pt x="161868" y="201444"/>
                  <a:pt x="155654" y="204766"/>
                  <a:pt x="149111" y="207475"/>
                </a:cubicBezTo>
                <a:cubicBezTo>
                  <a:pt x="142569" y="210185"/>
                  <a:pt x="135826" y="212231"/>
                  <a:pt x="128881" y="213612"/>
                </a:cubicBezTo>
                <a:cubicBezTo>
                  <a:pt x="121937" y="214994"/>
                  <a:pt x="114924" y="215685"/>
                  <a:pt x="107843" y="215685"/>
                </a:cubicBezTo>
                <a:cubicBezTo>
                  <a:pt x="100762" y="215685"/>
                  <a:pt x="93748" y="214994"/>
                  <a:pt x="86803" y="213612"/>
                </a:cubicBezTo>
                <a:cubicBezTo>
                  <a:pt x="79858" y="212231"/>
                  <a:pt x="73115" y="210185"/>
                  <a:pt x="66573" y="207475"/>
                </a:cubicBezTo>
                <a:cubicBezTo>
                  <a:pt x="60031" y="204766"/>
                  <a:pt x="53816" y="201444"/>
                  <a:pt x="47928" y="197510"/>
                </a:cubicBezTo>
                <a:cubicBezTo>
                  <a:pt x="42041" y="193576"/>
                  <a:pt x="36594" y="189105"/>
                  <a:pt x="31587" y="184098"/>
                </a:cubicBezTo>
                <a:cubicBezTo>
                  <a:pt x="26579" y="179091"/>
                  <a:pt x="22109" y="173644"/>
                  <a:pt x="18175" y="167756"/>
                </a:cubicBezTo>
                <a:cubicBezTo>
                  <a:pt x="14241" y="161869"/>
                  <a:pt x="10918" y="155654"/>
                  <a:pt x="8209" y="149112"/>
                </a:cubicBezTo>
                <a:cubicBezTo>
                  <a:pt x="5499" y="142570"/>
                  <a:pt x="3453" y="135826"/>
                  <a:pt x="2072" y="128881"/>
                </a:cubicBezTo>
                <a:cubicBezTo>
                  <a:pt x="690" y="121936"/>
                  <a:pt x="0" y="114923"/>
                  <a:pt x="0" y="107842"/>
                </a:cubicBezTo>
                <a:cubicBezTo>
                  <a:pt x="0" y="100761"/>
                  <a:pt x="690" y="93748"/>
                  <a:pt x="2072" y="86803"/>
                </a:cubicBezTo>
                <a:cubicBezTo>
                  <a:pt x="3453" y="79858"/>
                  <a:pt x="5499" y="73115"/>
                  <a:pt x="8209" y="66573"/>
                </a:cubicBezTo>
                <a:cubicBezTo>
                  <a:pt x="10918" y="60031"/>
                  <a:pt x="14240" y="53816"/>
                  <a:pt x="18174" y="47928"/>
                </a:cubicBezTo>
                <a:cubicBezTo>
                  <a:pt x="22108" y="42041"/>
                  <a:pt x="26579" y="36593"/>
                  <a:pt x="31587" y="31586"/>
                </a:cubicBezTo>
                <a:cubicBezTo>
                  <a:pt x="36594" y="26579"/>
                  <a:pt x="42041" y="22109"/>
                  <a:pt x="47928" y="18175"/>
                </a:cubicBezTo>
                <a:cubicBezTo>
                  <a:pt x="53816" y="14241"/>
                  <a:pt x="60031" y="10919"/>
                  <a:pt x="66573" y="8209"/>
                </a:cubicBezTo>
                <a:cubicBezTo>
                  <a:pt x="73115" y="5499"/>
                  <a:pt x="79858" y="3454"/>
                  <a:pt x="86803" y="2072"/>
                </a:cubicBezTo>
                <a:cubicBezTo>
                  <a:pt x="93748" y="691"/>
                  <a:pt x="100762" y="0"/>
                  <a:pt x="107843" y="0"/>
                </a:cubicBezTo>
                <a:cubicBezTo>
                  <a:pt x="114924" y="0"/>
                  <a:pt x="121937" y="691"/>
                  <a:pt x="128882" y="2072"/>
                </a:cubicBezTo>
                <a:cubicBezTo>
                  <a:pt x="135826" y="3454"/>
                  <a:pt x="142569" y="5499"/>
                  <a:pt x="149111" y="8209"/>
                </a:cubicBezTo>
                <a:cubicBezTo>
                  <a:pt x="155654" y="10919"/>
                  <a:pt x="161868" y="14241"/>
                  <a:pt x="167756" y="18175"/>
                </a:cubicBezTo>
                <a:cubicBezTo>
                  <a:pt x="173644" y="22109"/>
                  <a:pt x="179091" y="26579"/>
                  <a:pt x="184098" y="31586"/>
                </a:cubicBezTo>
                <a:cubicBezTo>
                  <a:pt x="189105" y="36593"/>
                  <a:pt x="193575" y="42041"/>
                  <a:pt x="197509" y="47928"/>
                </a:cubicBezTo>
                <a:cubicBezTo>
                  <a:pt x="201443" y="53816"/>
                  <a:pt x="204765" y="60031"/>
                  <a:pt x="207475" y="66573"/>
                </a:cubicBezTo>
                <a:cubicBezTo>
                  <a:pt x="210185" y="73115"/>
                  <a:pt x="212231" y="79858"/>
                  <a:pt x="213612" y="86803"/>
                </a:cubicBezTo>
                <a:cubicBezTo>
                  <a:pt x="214994" y="93748"/>
                  <a:pt x="215685" y="100761"/>
                  <a:pt x="215685" y="10784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43795E-AC8B-4AEC-8DBE-A407E38E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087" y="6231234"/>
            <a:ext cx="215685" cy="215685"/>
          </a:xfrm>
          <a:custGeom xmlns:a="http://schemas.openxmlformats.org/drawingml/2006/main">
            <a:pathLst>
              <a:path w="215685" h="215685" fill="none">
                <a:moveTo>
                  <a:pt x="215685" y="107842"/>
                </a:moveTo>
                <a:cubicBezTo>
                  <a:pt x="215685" y="114923"/>
                  <a:pt x="214994" y="121936"/>
                  <a:pt x="213612" y="128881"/>
                </a:cubicBezTo>
                <a:cubicBezTo>
                  <a:pt x="212231" y="135826"/>
                  <a:pt x="210185" y="142570"/>
                  <a:pt x="207475" y="149112"/>
                </a:cubicBezTo>
                <a:cubicBezTo>
                  <a:pt x="204765" y="155654"/>
                  <a:pt x="201443" y="161869"/>
                  <a:pt x="197509" y="167756"/>
                </a:cubicBezTo>
                <a:cubicBezTo>
                  <a:pt x="193575" y="173644"/>
                  <a:pt x="189105" y="179091"/>
                  <a:pt x="184098" y="184098"/>
                </a:cubicBezTo>
                <a:cubicBezTo>
                  <a:pt x="179091" y="189105"/>
                  <a:pt x="173644" y="193576"/>
                  <a:pt x="167756" y="197510"/>
                </a:cubicBezTo>
                <a:cubicBezTo>
                  <a:pt x="161868" y="201444"/>
                  <a:pt x="155654" y="204766"/>
                  <a:pt x="149111" y="207475"/>
                </a:cubicBezTo>
                <a:cubicBezTo>
                  <a:pt x="142569" y="210185"/>
                  <a:pt x="135826" y="212231"/>
                  <a:pt x="128881" y="213612"/>
                </a:cubicBezTo>
                <a:cubicBezTo>
                  <a:pt x="121937" y="214994"/>
                  <a:pt x="114924" y="215685"/>
                  <a:pt x="107843" y="215685"/>
                </a:cubicBezTo>
                <a:cubicBezTo>
                  <a:pt x="100762" y="215685"/>
                  <a:pt x="93748" y="214994"/>
                  <a:pt x="86803" y="213612"/>
                </a:cubicBezTo>
                <a:cubicBezTo>
                  <a:pt x="79858" y="212231"/>
                  <a:pt x="73115" y="210185"/>
                  <a:pt x="66573" y="207475"/>
                </a:cubicBezTo>
                <a:cubicBezTo>
                  <a:pt x="60031" y="204766"/>
                  <a:pt x="53816" y="201444"/>
                  <a:pt x="47928" y="197510"/>
                </a:cubicBezTo>
                <a:cubicBezTo>
                  <a:pt x="42041" y="193576"/>
                  <a:pt x="36594" y="189105"/>
                  <a:pt x="31587" y="184098"/>
                </a:cubicBezTo>
                <a:cubicBezTo>
                  <a:pt x="26579" y="179091"/>
                  <a:pt x="22109" y="173644"/>
                  <a:pt x="18175" y="167756"/>
                </a:cubicBezTo>
                <a:cubicBezTo>
                  <a:pt x="14241" y="161869"/>
                  <a:pt x="10918" y="155654"/>
                  <a:pt x="8209" y="149112"/>
                </a:cubicBezTo>
                <a:cubicBezTo>
                  <a:pt x="5499" y="142570"/>
                  <a:pt x="3453" y="135826"/>
                  <a:pt x="2072" y="128881"/>
                </a:cubicBezTo>
                <a:cubicBezTo>
                  <a:pt x="690" y="121936"/>
                  <a:pt x="0" y="114923"/>
                  <a:pt x="0" y="107842"/>
                </a:cubicBezTo>
                <a:cubicBezTo>
                  <a:pt x="0" y="100761"/>
                  <a:pt x="690" y="93748"/>
                  <a:pt x="2072" y="86803"/>
                </a:cubicBezTo>
                <a:cubicBezTo>
                  <a:pt x="3453" y="79858"/>
                  <a:pt x="5499" y="73115"/>
                  <a:pt x="8209" y="66573"/>
                </a:cubicBezTo>
                <a:cubicBezTo>
                  <a:pt x="10918" y="60031"/>
                  <a:pt x="14240" y="53816"/>
                  <a:pt x="18174" y="47928"/>
                </a:cubicBezTo>
                <a:cubicBezTo>
                  <a:pt x="22108" y="42041"/>
                  <a:pt x="26579" y="36593"/>
                  <a:pt x="31587" y="31586"/>
                </a:cubicBezTo>
                <a:cubicBezTo>
                  <a:pt x="36594" y="26579"/>
                  <a:pt x="42041" y="22109"/>
                  <a:pt x="47928" y="18175"/>
                </a:cubicBezTo>
                <a:cubicBezTo>
                  <a:pt x="53816" y="14241"/>
                  <a:pt x="60031" y="10919"/>
                  <a:pt x="66573" y="8209"/>
                </a:cubicBezTo>
                <a:cubicBezTo>
                  <a:pt x="73115" y="5499"/>
                  <a:pt x="79858" y="3454"/>
                  <a:pt x="86803" y="2072"/>
                </a:cubicBezTo>
                <a:cubicBezTo>
                  <a:pt x="93748" y="691"/>
                  <a:pt x="100762" y="0"/>
                  <a:pt x="107843" y="0"/>
                </a:cubicBezTo>
                <a:cubicBezTo>
                  <a:pt x="114924" y="0"/>
                  <a:pt x="121937" y="691"/>
                  <a:pt x="128882" y="2072"/>
                </a:cubicBezTo>
                <a:cubicBezTo>
                  <a:pt x="135826" y="3454"/>
                  <a:pt x="142569" y="5499"/>
                  <a:pt x="149111" y="8209"/>
                </a:cubicBezTo>
                <a:cubicBezTo>
                  <a:pt x="155654" y="10919"/>
                  <a:pt x="161868" y="14241"/>
                  <a:pt x="167756" y="18175"/>
                </a:cubicBezTo>
                <a:cubicBezTo>
                  <a:pt x="173644" y="22109"/>
                  <a:pt x="179091" y="26579"/>
                  <a:pt x="184098" y="31586"/>
                </a:cubicBezTo>
                <a:cubicBezTo>
                  <a:pt x="189105" y="36593"/>
                  <a:pt x="193575" y="42041"/>
                  <a:pt x="197509" y="47928"/>
                </a:cubicBezTo>
                <a:cubicBezTo>
                  <a:pt x="201443" y="53816"/>
                  <a:pt x="204765" y="60031"/>
                  <a:pt x="207475" y="66573"/>
                </a:cubicBezTo>
                <a:cubicBezTo>
                  <a:pt x="210185" y="73115"/>
                  <a:pt x="212231" y="79858"/>
                  <a:pt x="213612" y="86803"/>
                </a:cubicBezTo>
                <a:cubicBezTo>
                  <a:pt x="214994" y="93748"/>
                  <a:pt x="215685" y="100761"/>
                  <a:pt x="215685" y="10784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379" cap="flat">
            <a:solidFill>
              <a:srgbClr val="000000"/>
            </a:solidFill>
            <a:miter/>
          </a:ln>
        </p:spPr>
      </p:sp>
      <p:sp>
        <p:nvSpPr>
          <p:cNvPr id="916" name="Text 2">
            <a:extLst xmlns:a="http://schemas.openxmlformats.org/drawingml/2006/main">
              <a:ext uri="{FF2B5EF4-FFF2-40B4-BE49-F238E27FC236}">
                <a16:creationId xmlns:a16="http://schemas.microsoft.com/office/drawing/2014/main" id="{A539977B-071E-41B4-8700-DF7ED6F6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6177" y="6265384"/>
            <a:ext cx="81752" cy="124019"/>
          </a:xfrm>
          <a:custGeom xmlns:a="http://schemas.openxmlformats.org/drawingml/2006/main">
            <a:pathLst>
              <a:path w="81752" h="124019">
                <a:moveTo>
                  <a:pt x="81752" y="109443"/>
                </a:moveTo>
                <a:lnTo>
                  <a:pt x="81752" y="124019"/>
                </a:lnTo>
                <a:lnTo>
                  <a:pt x="112" y="124019"/>
                </a:lnTo>
                <a:cubicBezTo>
                  <a:pt x="0" y="120370"/>
                  <a:pt x="590" y="116861"/>
                  <a:pt x="1882" y="113493"/>
                </a:cubicBezTo>
                <a:cubicBezTo>
                  <a:pt x="3960" y="107935"/>
                  <a:pt x="7288" y="102463"/>
                  <a:pt x="11865" y="97074"/>
                </a:cubicBezTo>
                <a:cubicBezTo>
                  <a:pt x="16443" y="91685"/>
                  <a:pt x="23057" y="85454"/>
                  <a:pt x="31707" y="78381"/>
                </a:cubicBezTo>
                <a:cubicBezTo>
                  <a:pt x="45131" y="67382"/>
                  <a:pt x="54202" y="58670"/>
                  <a:pt x="58920" y="52244"/>
                </a:cubicBezTo>
                <a:cubicBezTo>
                  <a:pt x="63638" y="45818"/>
                  <a:pt x="65997" y="39743"/>
                  <a:pt x="65997" y="34019"/>
                </a:cubicBezTo>
                <a:cubicBezTo>
                  <a:pt x="65997" y="28015"/>
                  <a:pt x="63849" y="22950"/>
                  <a:pt x="59552" y="18825"/>
                </a:cubicBezTo>
                <a:cubicBezTo>
                  <a:pt x="55255" y="14700"/>
                  <a:pt x="49652" y="12638"/>
                  <a:pt x="42744" y="12638"/>
                </a:cubicBezTo>
                <a:cubicBezTo>
                  <a:pt x="35442" y="12638"/>
                  <a:pt x="29600" y="14828"/>
                  <a:pt x="25219" y="19209"/>
                </a:cubicBezTo>
                <a:cubicBezTo>
                  <a:pt x="20838" y="23591"/>
                  <a:pt x="18620" y="29657"/>
                  <a:pt x="18563" y="37408"/>
                </a:cubicBezTo>
                <a:lnTo>
                  <a:pt x="2977" y="35804"/>
                </a:lnTo>
                <a:cubicBezTo>
                  <a:pt x="4044" y="24151"/>
                  <a:pt x="8060" y="15271"/>
                  <a:pt x="15025" y="9162"/>
                </a:cubicBezTo>
                <a:cubicBezTo>
                  <a:pt x="21990" y="3054"/>
                  <a:pt x="31342" y="0"/>
                  <a:pt x="43081" y="0"/>
                </a:cubicBezTo>
                <a:cubicBezTo>
                  <a:pt x="54932" y="0"/>
                  <a:pt x="64312" y="3287"/>
                  <a:pt x="71221" y="9860"/>
                </a:cubicBezTo>
                <a:cubicBezTo>
                  <a:pt x="78130" y="16434"/>
                  <a:pt x="81584" y="24580"/>
                  <a:pt x="81584" y="34301"/>
                </a:cubicBezTo>
                <a:cubicBezTo>
                  <a:pt x="81584" y="39246"/>
                  <a:pt x="80573" y="44106"/>
                  <a:pt x="78551" y="48882"/>
                </a:cubicBezTo>
                <a:cubicBezTo>
                  <a:pt x="76529" y="53658"/>
                  <a:pt x="73173" y="58687"/>
                  <a:pt x="68483" y="63968"/>
                </a:cubicBezTo>
                <a:cubicBezTo>
                  <a:pt x="63793" y="69248"/>
                  <a:pt x="55999" y="76495"/>
                  <a:pt x="45103" y="85710"/>
                </a:cubicBezTo>
                <a:cubicBezTo>
                  <a:pt x="36004" y="93341"/>
                  <a:pt x="30162" y="98517"/>
                  <a:pt x="27578" y="101239"/>
                </a:cubicBezTo>
                <a:cubicBezTo>
                  <a:pt x="24995" y="103960"/>
                  <a:pt x="22860" y="106694"/>
                  <a:pt x="21175" y="109443"/>
                </a:cubicBezTo>
                <a:lnTo>
                  <a:pt x="81752" y="1094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586566-69DD-446A-A468-A39B3963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3" y="6542551"/>
            <a:ext cx="114600" cy="151179"/>
          </a:xfrm>
          <a:custGeom xmlns:a="http://schemas.openxmlformats.org/drawingml/2006/main">
            <a:pathLst>
              <a:path w="114600" h="151179">
                <a:moveTo>
                  <a:pt x="45720" y="141606"/>
                </a:moveTo>
                <a:lnTo>
                  <a:pt x="45255" y="141597"/>
                </a:lnTo>
                <a:lnTo>
                  <a:pt x="44792" y="141584"/>
                </a:lnTo>
                <a:lnTo>
                  <a:pt x="44331" y="141568"/>
                </a:lnTo>
                <a:lnTo>
                  <a:pt x="43872" y="141548"/>
                </a:lnTo>
                <a:lnTo>
                  <a:pt x="43415" y="141525"/>
                </a:lnTo>
                <a:lnTo>
                  <a:pt x="42961" y="141498"/>
                </a:lnTo>
                <a:lnTo>
                  <a:pt x="42508" y="141467"/>
                </a:lnTo>
                <a:lnTo>
                  <a:pt x="42058" y="141433"/>
                </a:lnTo>
                <a:lnTo>
                  <a:pt x="41609" y="141395"/>
                </a:lnTo>
                <a:lnTo>
                  <a:pt x="41163" y="141353"/>
                </a:lnTo>
                <a:lnTo>
                  <a:pt x="40719" y="141308"/>
                </a:lnTo>
                <a:lnTo>
                  <a:pt x="40277" y="141260"/>
                </a:lnTo>
                <a:lnTo>
                  <a:pt x="39837" y="141207"/>
                </a:lnTo>
                <a:lnTo>
                  <a:pt x="39399" y="141151"/>
                </a:lnTo>
                <a:lnTo>
                  <a:pt x="38963" y="141092"/>
                </a:lnTo>
                <a:lnTo>
                  <a:pt x="38529" y="141028"/>
                </a:lnTo>
                <a:lnTo>
                  <a:pt x="38098" y="140962"/>
                </a:lnTo>
                <a:lnTo>
                  <a:pt x="37668" y="140891"/>
                </a:lnTo>
                <a:lnTo>
                  <a:pt x="37241" y="140817"/>
                </a:lnTo>
                <a:lnTo>
                  <a:pt x="36816" y="140740"/>
                </a:lnTo>
                <a:lnTo>
                  <a:pt x="36393" y="140658"/>
                </a:lnTo>
                <a:lnTo>
                  <a:pt x="35972" y="140574"/>
                </a:lnTo>
                <a:lnTo>
                  <a:pt x="35551" y="140484"/>
                </a:lnTo>
                <a:lnTo>
                  <a:pt x="35129" y="140389"/>
                </a:lnTo>
                <a:lnTo>
                  <a:pt x="34705" y="140288"/>
                </a:lnTo>
                <a:lnTo>
                  <a:pt x="34280" y="140181"/>
                </a:lnTo>
                <a:lnTo>
                  <a:pt x="33854" y="140068"/>
                </a:lnTo>
                <a:lnTo>
                  <a:pt x="33426" y="139950"/>
                </a:lnTo>
                <a:lnTo>
                  <a:pt x="32997" y="139826"/>
                </a:lnTo>
                <a:lnTo>
                  <a:pt x="32567" y="139696"/>
                </a:lnTo>
                <a:lnTo>
                  <a:pt x="32135" y="139560"/>
                </a:lnTo>
                <a:lnTo>
                  <a:pt x="31701" y="139418"/>
                </a:lnTo>
                <a:lnTo>
                  <a:pt x="31267" y="139271"/>
                </a:lnTo>
                <a:lnTo>
                  <a:pt x="30830" y="139118"/>
                </a:lnTo>
                <a:lnTo>
                  <a:pt x="30393" y="138959"/>
                </a:lnTo>
                <a:lnTo>
                  <a:pt x="29954" y="138794"/>
                </a:lnTo>
                <a:lnTo>
                  <a:pt x="29514" y="138624"/>
                </a:lnTo>
                <a:lnTo>
                  <a:pt x="29072" y="138448"/>
                </a:lnTo>
                <a:lnTo>
                  <a:pt x="28629" y="138266"/>
                </a:lnTo>
                <a:lnTo>
                  <a:pt x="28184" y="138078"/>
                </a:lnTo>
                <a:lnTo>
                  <a:pt x="27738" y="137885"/>
                </a:lnTo>
                <a:lnTo>
                  <a:pt x="27291" y="137685"/>
                </a:lnTo>
                <a:lnTo>
                  <a:pt x="26842" y="137480"/>
                </a:lnTo>
                <a:lnTo>
                  <a:pt x="26392" y="137270"/>
                </a:lnTo>
                <a:lnTo>
                  <a:pt x="25941" y="137053"/>
                </a:lnTo>
                <a:lnTo>
                  <a:pt x="25488" y="136831"/>
                </a:lnTo>
                <a:lnTo>
                  <a:pt x="25038" y="136600"/>
                </a:lnTo>
                <a:lnTo>
                  <a:pt x="24596" y="136360"/>
                </a:lnTo>
                <a:lnTo>
                  <a:pt x="24161" y="136109"/>
                </a:lnTo>
                <a:lnTo>
                  <a:pt x="23735" y="135849"/>
                </a:lnTo>
                <a:lnTo>
                  <a:pt x="23316" y="135578"/>
                </a:lnTo>
                <a:lnTo>
                  <a:pt x="22905" y="135297"/>
                </a:lnTo>
                <a:lnTo>
                  <a:pt x="22501" y="135006"/>
                </a:lnTo>
                <a:lnTo>
                  <a:pt x="22105" y="134705"/>
                </a:lnTo>
                <a:lnTo>
                  <a:pt x="21717" y="134394"/>
                </a:lnTo>
                <a:lnTo>
                  <a:pt x="21336" y="134072"/>
                </a:lnTo>
                <a:lnTo>
                  <a:pt x="20964" y="133741"/>
                </a:lnTo>
                <a:lnTo>
                  <a:pt x="20599" y="133399"/>
                </a:lnTo>
                <a:lnTo>
                  <a:pt x="20241" y="133048"/>
                </a:lnTo>
                <a:lnTo>
                  <a:pt x="19892" y="132686"/>
                </a:lnTo>
                <a:lnTo>
                  <a:pt x="19550" y="132314"/>
                </a:lnTo>
                <a:lnTo>
                  <a:pt x="19215" y="131932"/>
                </a:lnTo>
                <a:lnTo>
                  <a:pt x="18889" y="131540"/>
                </a:lnTo>
                <a:lnTo>
                  <a:pt x="18570" y="131138"/>
                </a:lnTo>
                <a:lnTo>
                  <a:pt x="18259" y="130726"/>
                </a:lnTo>
                <a:lnTo>
                  <a:pt x="17955" y="130303"/>
                </a:lnTo>
                <a:lnTo>
                  <a:pt x="17659" y="129871"/>
                </a:lnTo>
                <a:lnTo>
                  <a:pt x="17371" y="129428"/>
                </a:lnTo>
                <a:lnTo>
                  <a:pt x="17091" y="128975"/>
                </a:lnTo>
                <a:lnTo>
                  <a:pt x="16818" y="128513"/>
                </a:lnTo>
                <a:lnTo>
                  <a:pt x="16554" y="128040"/>
                </a:lnTo>
                <a:lnTo>
                  <a:pt x="16300" y="127559"/>
                </a:lnTo>
                <a:lnTo>
                  <a:pt x="16056" y="127070"/>
                </a:lnTo>
                <a:lnTo>
                  <a:pt x="15821" y="126572"/>
                </a:lnTo>
                <a:lnTo>
                  <a:pt x="15597" y="126065"/>
                </a:lnTo>
                <a:lnTo>
                  <a:pt x="15382" y="125549"/>
                </a:lnTo>
                <a:lnTo>
                  <a:pt x="15177" y="125025"/>
                </a:lnTo>
                <a:lnTo>
                  <a:pt x="14981" y="124492"/>
                </a:lnTo>
                <a:lnTo>
                  <a:pt x="14796" y="123951"/>
                </a:lnTo>
                <a:lnTo>
                  <a:pt x="14620" y="123400"/>
                </a:lnTo>
                <a:lnTo>
                  <a:pt x="14454" y="122842"/>
                </a:lnTo>
                <a:lnTo>
                  <a:pt x="14298" y="122274"/>
                </a:lnTo>
                <a:lnTo>
                  <a:pt x="14152" y="121698"/>
                </a:lnTo>
                <a:lnTo>
                  <a:pt x="14015" y="121113"/>
                </a:lnTo>
                <a:lnTo>
                  <a:pt x="13889" y="120520"/>
                </a:lnTo>
                <a:lnTo>
                  <a:pt x="13772" y="119917"/>
                </a:lnTo>
                <a:lnTo>
                  <a:pt x="13665" y="119306"/>
                </a:lnTo>
                <a:lnTo>
                  <a:pt x="13567" y="118687"/>
                </a:lnTo>
                <a:lnTo>
                  <a:pt x="13480" y="118059"/>
                </a:lnTo>
                <a:lnTo>
                  <a:pt x="13402" y="117422"/>
                </a:lnTo>
                <a:lnTo>
                  <a:pt x="13334" y="116776"/>
                </a:lnTo>
                <a:lnTo>
                  <a:pt x="13276" y="116122"/>
                </a:lnTo>
                <a:lnTo>
                  <a:pt x="13228" y="115459"/>
                </a:lnTo>
                <a:lnTo>
                  <a:pt x="13189" y="114788"/>
                </a:lnTo>
                <a:lnTo>
                  <a:pt x="13174" y="114460"/>
                </a:lnTo>
                <a:lnTo>
                  <a:pt x="13161" y="114137"/>
                </a:lnTo>
                <a:lnTo>
                  <a:pt x="13152" y="113816"/>
                </a:lnTo>
                <a:lnTo>
                  <a:pt x="13145" y="113500"/>
                </a:lnTo>
                <a:lnTo>
                  <a:pt x="13140" y="113187"/>
                </a:lnTo>
                <a:lnTo>
                  <a:pt x="13139" y="112877"/>
                </a:lnTo>
                <a:lnTo>
                  <a:pt x="13140" y="112572"/>
                </a:lnTo>
                <a:lnTo>
                  <a:pt x="13145" y="112269"/>
                </a:lnTo>
                <a:lnTo>
                  <a:pt x="13152" y="111971"/>
                </a:lnTo>
                <a:lnTo>
                  <a:pt x="13161" y="111676"/>
                </a:lnTo>
                <a:lnTo>
                  <a:pt x="13174" y="111385"/>
                </a:lnTo>
                <a:lnTo>
                  <a:pt x="13189" y="111097"/>
                </a:lnTo>
                <a:lnTo>
                  <a:pt x="13208" y="110813"/>
                </a:lnTo>
                <a:lnTo>
                  <a:pt x="13229" y="110532"/>
                </a:lnTo>
                <a:lnTo>
                  <a:pt x="13252" y="110255"/>
                </a:lnTo>
                <a:lnTo>
                  <a:pt x="13279" y="109982"/>
                </a:lnTo>
                <a:lnTo>
                  <a:pt x="13308" y="109712"/>
                </a:lnTo>
                <a:lnTo>
                  <a:pt x="13341" y="109446"/>
                </a:lnTo>
                <a:lnTo>
                  <a:pt x="13376" y="109184"/>
                </a:lnTo>
                <a:lnTo>
                  <a:pt x="13413" y="108925"/>
                </a:lnTo>
                <a:lnTo>
                  <a:pt x="13454" y="108670"/>
                </a:lnTo>
                <a:lnTo>
                  <a:pt x="13497" y="108418"/>
                </a:lnTo>
                <a:lnTo>
                  <a:pt x="13544" y="108170"/>
                </a:lnTo>
                <a:lnTo>
                  <a:pt x="13593" y="107926"/>
                </a:lnTo>
                <a:lnTo>
                  <a:pt x="13642" y="107686"/>
                </a:lnTo>
                <a:lnTo>
                  <a:pt x="13691" y="107450"/>
                </a:lnTo>
                <a:lnTo>
                  <a:pt x="13737" y="107221"/>
                </a:lnTo>
                <a:lnTo>
                  <a:pt x="13783" y="106996"/>
                </a:lnTo>
                <a:lnTo>
                  <a:pt x="13827" y="106776"/>
                </a:lnTo>
                <a:lnTo>
                  <a:pt x="13870" y="106561"/>
                </a:lnTo>
                <a:lnTo>
                  <a:pt x="13911" y="106351"/>
                </a:lnTo>
                <a:lnTo>
                  <a:pt x="13951" y="106146"/>
                </a:lnTo>
                <a:lnTo>
                  <a:pt x="13989" y="105947"/>
                </a:lnTo>
                <a:lnTo>
                  <a:pt x="14027" y="105752"/>
                </a:lnTo>
                <a:lnTo>
                  <a:pt x="14062" y="105563"/>
                </a:lnTo>
                <a:lnTo>
                  <a:pt x="14097" y="105378"/>
                </a:lnTo>
                <a:lnTo>
                  <a:pt x="14129" y="105199"/>
                </a:lnTo>
                <a:lnTo>
                  <a:pt x="14161" y="105024"/>
                </a:lnTo>
                <a:lnTo>
                  <a:pt x="14191" y="104855"/>
                </a:lnTo>
                <a:lnTo>
                  <a:pt x="14220" y="104691"/>
                </a:lnTo>
                <a:lnTo>
                  <a:pt x="14247" y="104532"/>
                </a:lnTo>
                <a:lnTo>
                  <a:pt x="14273" y="104377"/>
                </a:lnTo>
                <a:lnTo>
                  <a:pt x="14298" y="104228"/>
                </a:lnTo>
                <a:lnTo>
                  <a:pt x="14321" y="104084"/>
                </a:lnTo>
                <a:lnTo>
                  <a:pt x="14342" y="103945"/>
                </a:lnTo>
                <a:lnTo>
                  <a:pt x="14363" y="103811"/>
                </a:lnTo>
                <a:lnTo>
                  <a:pt x="14382" y="103682"/>
                </a:lnTo>
                <a:lnTo>
                  <a:pt x="14399" y="103559"/>
                </a:lnTo>
                <a:lnTo>
                  <a:pt x="14415" y="103439"/>
                </a:lnTo>
                <a:lnTo>
                  <a:pt x="14431" y="103323"/>
                </a:lnTo>
                <a:lnTo>
                  <a:pt x="14446" y="103211"/>
                </a:lnTo>
                <a:lnTo>
                  <a:pt x="14461" y="103102"/>
                </a:lnTo>
                <a:lnTo>
                  <a:pt x="14474" y="102997"/>
                </a:lnTo>
                <a:lnTo>
                  <a:pt x="14487" y="102896"/>
                </a:lnTo>
                <a:lnTo>
                  <a:pt x="14499" y="102798"/>
                </a:lnTo>
                <a:lnTo>
                  <a:pt x="14511" y="102704"/>
                </a:lnTo>
                <a:lnTo>
                  <a:pt x="14522" y="102613"/>
                </a:lnTo>
                <a:lnTo>
                  <a:pt x="14532" y="102526"/>
                </a:lnTo>
                <a:lnTo>
                  <a:pt x="14541" y="102443"/>
                </a:lnTo>
                <a:lnTo>
                  <a:pt x="14550" y="102363"/>
                </a:lnTo>
                <a:lnTo>
                  <a:pt x="14558" y="102287"/>
                </a:lnTo>
                <a:lnTo>
                  <a:pt x="14566" y="102214"/>
                </a:lnTo>
                <a:lnTo>
                  <a:pt x="14572" y="102145"/>
                </a:lnTo>
                <a:lnTo>
                  <a:pt x="14578" y="102080"/>
                </a:lnTo>
                <a:lnTo>
                  <a:pt x="14583" y="102018"/>
                </a:lnTo>
                <a:lnTo>
                  <a:pt x="14588" y="101960"/>
                </a:lnTo>
                <a:lnTo>
                  <a:pt x="14592" y="101906"/>
                </a:lnTo>
                <a:lnTo>
                  <a:pt x="14595" y="101855"/>
                </a:lnTo>
                <a:lnTo>
                  <a:pt x="14597" y="101807"/>
                </a:lnTo>
                <a:lnTo>
                  <a:pt x="14599" y="101764"/>
                </a:lnTo>
                <a:lnTo>
                  <a:pt x="14600" y="101724"/>
                </a:lnTo>
                <a:lnTo>
                  <a:pt x="14601" y="101687"/>
                </a:lnTo>
                <a:lnTo>
                  <a:pt x="14599" y="101600"/>
                </a:lnTo>
                <a:lnTo>
                  <a:pt x="14592" y="101512"/>
                </a:lnTo>
                <a:lnTo>
                  <a:pt x="14582" y="101424"/>
                </a:lnTo>
                <a:lnTo>
                  <a:pt x="14567" y="101335"/>
                </a:lnTo>
                <a:lnTo>
                  <a:pt x="14548" y="101245"/>
                </a:lnTo>
                <a:lnTo>
                  <a:pt x="14525" y="101154"/>
                </a:lnTo>
                <a:lnTo>
                  <a:pt x="14498" y="101063"/>
                </a:lnTo>
                <a:lnTo>
                  <a:pt x="14466" y="100971"/>
                </a:lnTo>
                <a:lnTo>
                  <a:pt x="14431" y="100878"/>
                </a:lnTo>
                <a:lnTo>
                  <a:pt x="14391" y="100785"/>
                </a:lnTo>
                <a:lnTo>
                  <a:pt x="14347" y="100690"/>
                </a:lnTo>
                <a:lnTo>
                  <a:pt x="14298" y="100595"/>
                </a:lnTo>
                <a:lnTo>
                  <a:pt x="14246" y="100500"/>
                </a:lnTo>
                <a:lnTo>
                  <a:pt x="14189" y="100403"/>
                </a:lnTo>
                <a:lnTo>
                  <a:pt x="14128" y="100306"/>
                </a:lnTo>
                <a:lnTo>
                  <a:pt x="14063" y="100208"/>
                </a:lnTo>
                <a:lnTo>
                  <a:pt x="13994" y="100110"/>
                </a:lnTo>
                <a:lnTo>
                  <a:pt x="13920" y="100011"/>
                </a:lnTo>
                <a:lnTo>
                  <a:pt x="13842" y="99911"/>
                </a:lnTo>
                <a:lnTo>
                  <a:pt x="13761" y="99810"/>
                </a:lnTo>
                <a:lnTo>
                  <a:pt x="13674" y="99708"/>
                </a:lnTo>
                <a:lnTo>
                  <a:pt x="13584" y="99606"/>
                </a:lnTo>
                <a:lnTo>
                  <a:pt x="13490" y="99503"/>
                </a:lnTo>
                <a:lnTo>
                  <a:pt x="13391" y="99400"/>
                </a:lnTo>
                <a:lnTo>
                  <a:pt x="10770" y="99400"/>
                </a:lnTo>
                <a:lnTo>
                  <a:pt x="10473" y="99402"/>
                </a:lnTo>
                <a:lnTo>
                  <a:pt x="10188" y="99408"/>
                </a:lnTo>
                <a:lnTo>
                  <a:pt x="9913" y="99419"/>
                </a:lnTo>
                <a:lnTo>
                  <a:pt x="9650" y="99434"/>
                </a:lnTo>
                <a:lnTo>
                  <a:pt x="9398" y="99454"/>
                </a:lnTo>
                <a:lnTo>
                  <a:pt x="9157" y="99478"/>
                </a:lnTo>
                <a:lnTo>
                  <a:pt x="8927" y="99506"/>
                </a:lnTo>
                <a:lnTo>
                  <a:pt x="8709" y="99538"/>
                </a:lnTo>
                <a:lnTo>
                  <a:pt x="8502" y="99575"/>
                </a:lnTo>
                <a:lnTo>
                  <a:pt x="8306" y="99616"/>
                </a:lnTo>
                <a:lnTo>
                  <a:pt x="8121" y="99662"/>
                </a:lnTo>
                <a:lnTo>
                  <a:pt x="7947" y="99712"/>
                </a:lnTo>
                <a:lnTo>
                  <a:pt x="7785" y="99766"/>
                </a:lnTo>
                <a:lnTo>
                  <a:pt x="7634" y="99824"/>
                </a:lnTo>
                <a:lnTo>
                  <a:pt x="7494" y="99887"/>
                </a:lnTo>
                <a:lnTo>
                  <a:pt x="7365" y="99954"/>
                </a:lnTo>
                <a:lnTo>
                  <a:pt x="7247" y="100026"/>
                </a:lnTo>
                <a:lnTo>
                  <a:pt x="7141" y="100102"/>
                </a:lnTo>
                <a:lnTo>
                  <a:pt x="7046" y="100182"/>
                </a:lnTo>
                <a:lnTo>
                  <a:pt x="6962" y="100266"/>
                </a:lnTo>
                <a:lnTo>
                  <a:pt x="6889" y="100355"/>
                </a:lnTo>
                <a:lnTo>
                  <a:pt x="6827" y="100448"/>
                </a:lnTo>
                <a:lnTo>
                  <a:pt x="6777" y="100546"/>
                </a:lnTo>
                <a:lnTo>
                  <a:pt x="6738" y="100647"/>
                </a:lnTo>
                <a:lnTo>
                  <a:pt x="5784" y="104585"/>
                </a:lnTo>
                <a:lnTo>
                  <a:pt x="4870" y="108357"/>
                </a:lnTo>
                <a:lnTo>
                  <a:pt x="3997" y="111964"/>
                </a:lnTo>
                <a:lnTo>
                  <a:pt x="3165" y="115406"/>
                </a:lnTo>
                <a:lnTo>
                  <a:pt x="2373" y="118682"/>
                </a:lnTo>
                <a:lnTo>
                  <a:pt x="1622" y="121793"/>
                </a:lnTo>
                <a:lnTo>
                  <a:pt x="911" y="124739"/>
                </a:lnTo>
                <a:lnTo>
                  <a:pt x="241" y="127519"/>
                </a:lnTo>
                <a:lnTo>
                  <a:pt x="0" y="128522"/>
                </a:lnTo>
                <a:lnTo>
                  <a:pt x="0" y="150558"/>
                </a:lnTo>
                <a:lnTo>
                  <a:pt x="25" y="150542"/>
                </a:lnTo>
                <a:lnTo>
                  <a:pt x="114" y="150480"/>
                </a:lnTo>
                <a:lnTo>
                  <a:pt x="201" y="150415"/>
                </a:lnTo>
                <a:lnTo>
                  <a:pt x="286" y="150347"/>
                </a:lnTo>
                <a:lnTo>
                  <a:pt x="376" y="150270"/>
                </a:lnTo>
                <a:lnTo>
                  <a:pt x="479" y="150175"/>
                </a:lnTo>
                <a:lnTo>
                  <a:pt x="595" y="150065"/>
                </a:lnTo>
                <a:lnTo>
                  <a:pt x="723" y="149937"/>
                </a:lnTo>
                <a:lnTo>
                  <a:pt x="864" y="149793"/>
                </a:lnTo>
                <a:lnTo>
                  <a:pt x="1017" y="149632"/>
                </a:lnTo>
                <a:lnTo>
                  <a:pt x="1183" y="149455"/>
                </a:lnTo>
                <a:lnTo>
                  <a:pt x="1361" y="149261"/>
                </a:lnTo>
                <a:lnTo>
                  <a:pt x="1553" y="149051"/>
                </a:lnTo>
                <a:lnTo>
                  <a:pt x="1756" y="148824"/>
                </a:lnTo>
                <a:lnTo>
                  <a:pt x="1973" y="148580"/>
                </a:lnTo>
                <a:lnTo>
                  <a:pt x="2201" y="148320"/>
                </a:lnTo>
                <a:lnTo>
                  <a:pt x="2443" y="148043"/>
                </a:lnTo>
                <a:lnTo>
                  <a:pt x="2697" y="147749"/>
                </a:lnTo>
                <a:lnTo>
                  <a:pt x="2964" y="147439"/>
                </a:lnTo>
                <a:lnTo>
                  <a:pt x="3243" y="147112"/>
                </a:lnTo>
                <a:lnTo>
                  <a:pt x="3535" y="146769"/>
                </a:lnTo>
                <a:lnTo>
                  <a:pt x="3840" y="146409"/>
                </a:lnTo>
                <a:lnTo>
                  <a:pt x="4157" y="146033"/>
                </a:lnTo>
                <a:lnTo>
                  <a:pt x="4486" y="145639"/>
                </a:lnTo>
                <a:lnTo>
                  <a:pt x="4829" y="145230"/>
                </a:lnTo>
                <a:lnTo>
                  <a:pt x="5184" y="144803"/>
                </a:lnTo>
                <a:lnTo>
                  <a:pt x="5551" y="144360"/>
                </a:lnTo>
                <a:lnTo>
                  <a:pt x="5931" y="143901"/>
                </a:lnTo>
                <a:lnTo>
                  <a:pt x="11576" y="137454"/>
                </a:lnTo>
                <a:lnTo>
                  <a:pt x="13593" y="139742"/>
                </a:lnTo>
                <a:lnTo>
                  <a:pt x="14532" y="140675"/>
                </a:lnTo>
                <a:lnTo>
                  <a:pt x="15502" y="141569"/>
                </a:lnTo>
                <a:lnTo>
                  <a:pt x="16503" y="142422"/>
                </a:lnTo>
                <a:lnTo>
                  <a:pt x="17535" y="143236"/>
                </a:lnTo>
                <a:lnTo>
                  <a:pt x="18598" y="144011"/>
                </a:lnTo>
                <a:lnTo>
                  <a:pt x="19691" y="144746"/>
                </a:lnTo>
                <a:lnTo>
                  <a:pt x="20816" y="145441"/>
                </a:lnTo>
                <a:lnTo>
                  <a:pt x="21971" y="146096"/>
                </a:lnTo>
                <a:lnTo>
                  <a:pt x="23157" y="146711"/>
                </a:lnTo>
                <a:lnTo>
                  <a:pt x="24373" y="147287"/>
                </a:lnTo>
                <a:lnTo>
                  <a:pt x="25621" y="147823"/>
                </a:lnTo>
                <a:lnTo>
                  <a:pt x="26899" y="148320"/>
                </a:lnTo>
                <a:lnTo>
                  <a:pt x="28208" y="148776"/>
                </a:lnTo>
                <a:lnTo>
                  <a:pt x="29548" y="149193"/>
                </a:lnTo>
                <a:lnTo>
                  <a:pt x="30919" y="149571"/>
                </a:lnTo>
                <a:lnTo>
                  <a:pt x="32320" y="149908"/>
                </a:lnTo>
                <a:lnTo>
                  <a:pt x="33752" y="150206"/>
                </a:lnTo>
                <a:lnTo>
                  <a:pt x="35215" y="150464"/>
                </a:lnTo>
                <a:lnTo>
                  <a:pt x="36709" y="150683"/>
                </a:lnTo>
                <a:lnTo>
                  <a:pt x="38234" y="150861"/>
                </a:lnTo>
                <a:lnTo>
                  <a:pt x="39790" y="151000"/>
                </a:lnTo>
                <a:lnTo>
                  <a:pt x="41376" y="151100"/>
                </a:lnTo>
                <a:lnTo>
                  <a:pt x="42993" y="151159"/>
                </a:lnTo>
                <a:lnTo>
                  <a:pt x="44641" y="151179"/>
                </a:lnTo>
                <a:lnTo>
                  <a:pt x="45007" y="151178"/>
                </a:lnTo>
                <a:lnTo>
                  <a:pt x="45366" y="151176"/>
                </a:lnTo>
                <a:lnTo>
                  <a:pt x="45718" y="151173"/>
                </a:lnTo>
                <a:lnTo>
                  <a:pt x="46063" y="151167"/>
                </a:lnTo>
                <a:lnTo>
                  <a:pt x="46401" y="151161"/>
                </a:lnTo>
                <a:lnTo>
                  <a:pt x="46733" y="151153"/>
                </a:lnTo>
                <a:lnTo>
                  <a:pt x="47057" y="151144"/>
                </a:lnTo>
                <a:lnTo>
                  <a:pt x="47374" y="151133"/>
                </a:lnTo>
                <a:lnTo>
                  <a:pt x="47684" y="151121"/>
                </a:lnTo>
                <a:lnTo>
                  <a:pt x="47987" y="151107"/>
                </a:lnTo>
                <a:lnTo>
                  <a:pt x="48283" y="151092"/>
                </a:lnTo>
                <a:lnTo>
                  <a:pt x="48572" y="151075"/>
                </a:lnTo>
                <a:lnTo>
                  <a:pt x="48854" y="151057"/>
                </a:lnTo>
                <a:lnTo>
                  <a:pt x="49130" y="151037"/>
                </a:lnTo>
                <a:lnTo>
                  <a:pt x="49398" y="151017"/>
                </a:lnTo>
                <a:lnTo>
                  <a:pt x="49659" y="150994"/>
                </a:lnTo>
                <a:lnTo>
                  <a:pt x="49913" y="150970"/>
                </a:lnTo>
                <a:lnTo>
                  <a:pt x="50160" y="150945"/>
                </a:lnTo>
                <a:lnTo>
                  <a:pt x="50400" y="150918"/>
                </a:lnTo>
                <a:lnTo>
                  <a:pt x="50633" y="150890"/>
                </a:lnTo>
                <a:lnTo>
                  <a:pt x="50859" y="150861"/>
                </a:lnTo>
                <a:lnTo>
                  <a:pt x="51078" y="150830"/>
                </a:lnTo>
                <a:lnTo>
                  <a:pt x="51291" y="150797"/>
                </a:lnTo>
                <a:lnTo>
                  <a:pt x="51496" y="150763"/>
                </a:lnTo>
                <a:lnTo>
                  <a:pt x="52350" y="150583"/>
                </a:lnTo>
                <a:lnTo>
                  <a:pt x="53198" y="150391"/>
                </a:lnTo>
                <a:lnTo>
                  <a:pt x="54041" y="150185"/>
                </a:lnTo>
                <a:lnTo>
                  <a:pt x="54878" y="149966"/>
                </a:lnTo>
                <a:lnTo>
                  <a:pt x="55710" y="149734"/>
                </a:lnTo>
                <a:lnTo>
                  <a:pt x="56536" y="149489"/>
                </a:lnTo>
                <a:lnTo>
                  <a:pt x="57356" y="149232"/>
                </a:lnTo>
                <a:lnTo>
                  <a:pt x="58171" y="148961"/>
                </a:lnTo>
                <a:lnTo>
                  <a:pt x="58981" y="148677"/>
                </a:lnTo>
                <a:lnTo>
                  <a:pt x="59784" y="148380"/>
                </a:lnTo>
                <a:lnTo>
                  <a:pt x="60582" y="148071"/>
                </a:lnTo>
                <a:lnTo>
                  <a:pt x="61375" y="147748"/>
                </a:lnTo>
                <a:lnTo>
                  <a:pt x="62162" y="147412"/>
                </a:lnTo>
                <a:lnTo>
                  <a:pt x="62943" y="147063"/>
                </a:lnTo>
                <a:lnTo>
                  <a:pt x="63718" y="146702"/>
                </a:lnTo>
                <a:lnTo>
                  <a:pt x="64488" y="146327"/>
                </a:lnTo>
                <a:lnTo>
                  <a:pt x="65253" y="145939"/>
                </a:lnTo>
                <a:lnTo>
                  <a:pt x="66012" y="145538"/>
                </a:lnTo>
                <a:lnTo>
                  <a:pt x="66765" y="145125"/>
                </a:lnTo>
                <a:lnTo>
                  <a:pt x="67513" y="144698"/>
                </a:lnTo>
                <a:lnTo>
                  <a:pt x="68255" y="144258"/>
                </a:lnTo>
                <a:lnTo>
                  <a:pt x="68991" y="143805"/>
                </a:lnTo>
                <a:lnTo>
                  <a:pt x="69722" y="143340"/>
                </a:lnTo>
                <a:lnTo>
                  <a:pt x="70447" y="142861"/>
                </a:lnTo>
                <a:lnTo>
                  <a:pt x="71163" y="142374"/>
                </a:lnTo>
                <a:lnTo>
                  <a:pt x="71864" y="141885"/>
                </a:lnTo>
                <a:lnTo>
                  <a:pt x="72552" y="141392"/>
                </a:lnTo>
                <a:lnTo>
                  <a:pt x="73225" y="140897"/>
                </a:lnTo>
                <a:lnTo>
                  <a:pt x="73884" y="140399"/>
                </a:lnTo>
                <a:lnTo>
                  <a:pt x="74530" y="139898"/>
                </a:lnTo>
                <a:lnTo>
                  <a:pt x="75161" y="139394"/>
                </a:lnTo>
                <a:lnTo>
                  <a:pt x="75779" y="138887"/>
                </a:lnTo>
                <a:lnTo>
                  <a:pt x="76382" y="138377"/>
                </a:lnTo>
                <a:lnTo>
                  <a:pt x="76972" y="137864"/>
                </a:lnTo>
                <a:lnTo>
                  <a:pt x="77547" y="137349"/>
                </a:lnTo>
                <a:lnTo>
                  <a:pt x="78109" y="136831"/>
                </a:lnTo>
                <a:lnTo>
                  <a:pt x="78656" y="136309"/>
                </a:lnTo>
                <a:lnTo>
                  <a:pt x="79189" y="135785"/>
                </a:lnTo>
                <a:lnTo>
                  <a:pt x="79709" y="135258"/>
                </a:lnTo>
                <a:lnTo>
                  <a:pt x="80214" y="134728"/>
                </a:lnTo>
                <a:lnTo>
                  <a:pt x="80706" y="134195"/>
                </a:lnTo>
                <a:lnTo>
                  <a:pt x="81183" y="133659"/>
                </a:lnTo>
                <a:lnTo>
                  <a:pt x="81647" y="133121"/>
                </a:lnTo>
                <a:lnTo>
                  <a:pt x="82096" y="132579"/>
                </a:lnTo>
                <a:lnTo>
                  <a:pt x="82531" y="132035"/>
                </a:lnTo>
                <a:lnTo>
                  <a:pt x="82953" y="131487"/>
                </a:lnTo>
                <a:lnTo>
                  <a:pt x="83360" y="130937"/>
                </a:lnTo>
                <a:lnTo>
                  <a:pt x="83754" y="130384"/>
                </a:lnTo>
                <a:lnTo>
                  <a:pt x="84137" y="129831"/>
                </a:lnTo>
                <a:lnTo>
                  <a:pt x="84512" y="129282"/>
                </a:lnTo>
                <a:lnTo>
                  <a:pt x="84881" y="128737"/>
                </a:lnTo>
                <a:lnTo>
                  <a:pt x="85243" y="128195"/>
                </a:lnTo>
                <a:lnTo>
                  <a:pt x="85598" y="127657"/>
                </a:lnTo>
                <a:lnTo>
                  <a:pt x="85946" y="127122"/>
                </a:lnTo>
                <a:lnTo>
                  <a:pt x="86287" y="126591"/>
                </a:lnTo>
                <a:lnTo>
                  <a:pt x="86621" y="126063"/>
                </a:lnTo>
                <a:lnTo>
                  <a:pt x="86948" y="125540"/>
                </a:lnTo>
                <a:lnTo>
                  <a:pt x="87268" y="125019"/>
                </a:lnTo>
                <a:lnTo>
                  <a:pt x="87581" y="124503"/>
                </a:lnTo>
                <a:lnTo>
                  <a:pt x="87887" y="123990"/>
                </a:lnTo>
                <a:lnTo>
                  <a:pt x="88186" y="123480"/>
                </a:lnTo>
                <a:lnTo>
                  <a:pt x="88478" y="122974"/>
                </a:lnTo>
                <a:lnTo>
                  <a:pt x="88762" y="122472"/>
                </a:lnTo>
                <a:lnTo>
                  <a:pt x="89040" y="121974"/>
                </a:lnTo>
                <a:lnTo>
                  <a:pt x="89311" y="121479"/>
                </a:lnTo>
                <a:lnTo>
                  <a:pt x="89575" y="120987"/>
                </a:lnTo>
                <a:lnTo>
                  <a:pt x="89832" y="120500"/>
                </a:lnTo>
                <a:lnTo>
                  <a:pt x="90082" y="120016"/>
                </a:lnTo>
                <a:lnTo>
                  <a:pt x="90325" y="119535"/>
                </a:lnTo>
                <a:lnTo>
                  <a:pt x="90561" y="119058"/>
                </a:lnTo>
                <a:lnTo>
                  <a:pt x="90790" y="118585"/>
                </a:lnTo>
                <a:lnTo>
                  <a:pt x="91012" y="118115"/>
                </a:lnTo>
                <a:lnTo>
                  <a:pt x="91227" y="117649"/>
                </a:lnTo>
                <a:lnTo>
                  <a:pt x="91437" y="117187"/>
                </a:lnTo>
                <a:lnTo>
                  <a:pt x="91642" y="116728"/>
                </a:lnTo>
                <a:lnTo>
                  <a:pt x="91841" y="116272"/>
                </a:lnTo>
                <a:lnTo>
                  <a:pt x="92034" y="115821"/>
                </a:lnTo>
                <a:lnTo>
                  <a:pt x="92221" y="115373"/>
                </a:lnTo>
                <a:lnTo>
                  <a:pt x="92403" y="114928"/>
                </a:lnTo>
                <a:lnTo>
                  <a:pt x="92580" y="114488"/>
                </a:lnTo>
                <a:lnTo>
                  <a:pt x="92751" y="114050"/>
                </a:lnTo>
                <a:lnTo>
                  <a:pt x="92916" y="113617"/>
                </a:lnTo>
                <a:lnTo>
                  <a:pt x="93075" y="113187"/>
                </a:lnTo>
                <a:lnTo>
                  <a:pt x="93229" y="112760"/>
                </a:lnTo>
                <a:lnTo>
                  <a:pt x="93378" y="112338"/>
                </a:lnTo>
                <a:lnTo>
                  <a:pt x="93521" y="111918"/>
                </a:lnTo>
                <a:lnTo>
                  <a:pt x="93658" y="111503"/>
                </a:lnTo>
                <a:lnTo>
                  <a:pt x="93789" y="111091"/>
                </a:lnTo>
                <a:lnTo>
                  <a:pt x="93915" y="110683"/>
                </a:lnTo>
                <a:lnTo>
                  <a:pt x="94036" y="110278"/>
                </a:lnTo>
                <a:lnTo>
                  <a:pt x="94151" y="109877"/>
                </a:lnTo>
                <a:lnTo>
                  <a:pt x="94260" y="109479"/>
                </a:lnTo>
                <a:lnTo>
                  <a:pt x="94363" y="109086"/>
                </a:lnTo>
                <a:lnTo>
                  <a:pt x="94462" y="108695"/>
                </a:lnTo>
                <a:lnTo>
                  <a:pt x="94554" y="108309"/>
                </a:lnTo>
                <a:lnTo>
                  <a:pt x="94641" y="107926"/>
                </a:lnTo>
                <a:lnTo>
                  <a:pt x="94772" y="107407"/>
                </a:lnTo>
                <a:lnTo>
                  <a:pt x="94898" y="106892"/>
                </a:lnTo>
                <a:lnTo>
                  <a:pt x="95019" y="106379"/>
                </a:lnTo>
                <a:lnTo>
                  <a:pt x="95134" y="105869"/>
                </a:lnTo>
                <a:lnTo>
                  <a:pt x="95243" y="105362"/>
                </a:lnTo>
                <a:lnTo>
                  <a:pt x="95346" y="104858"/>
                </a:lnTo>
                <a:lnTo>
                  <a:pt x="95444" y="104357"/>
                </a:lnTo>
                <a:lnTo>
                  <a:pt x="95537" y="103859"/>
                </a:lnTo>
                <a:lnTo>
                  <a:pt x="95624" y="103364"/>
                </a:lnTo>
                <a:lnTo>
                  <a:pt x="95705" y="102871"/>
                </a:lnTo>
                <a:lnTo>
                  <a:pt x="95780" y="102382"/>
                </a:lnTo>
                <a:lnTo>
                  <a:pt x="95850" y="101895"/>
                </a:lnTo>
                <a:lnTo>
                  <a:pt x="95915" y="101411"/>
                </a:lnTo>
                <a:lnTo>
                  <a:pt x="95974" y="100930"/>
                </a:lnTo>
                <a:lnTo>
                  <a:pt x="96027" y="100452"/>
                </a:lnTo>
                <a:lnTo>
                  <a:pt x="96074" y="99977"/>
                </a:lnTo>
                <a:lnTo>
                  <a:pt x="96116" y="99505"/>
                </a:lnTo>
                <a:lnTo>
                  <a:pt x="96153" y="99036"/>
                </a:lnTo>
                <a:lnTo>
                  <a:pt x="96184" y="98569"/>
                </a:lnTo>
                <a:lnTo>
                  <a:pt x="96209" y="98106"/>
                </a:lnTo>
                <a:lnTo>
                  <a:pt x="96228" y="97645"/>
                </a:lnTo>
                <a:lnTo>
                  <a:pt x="96242" y="97187"/>
                </a:lnTo>
                <a:lnTo>
                  <a:pt x="96251" y="96732"/>
                </a:lnTo>
                <a:lnTo>
                  <a:pt x="96254" y="96280"/>
                </a:lnTo>
                <a:lnTo>
                  <a:pt x="96242" y="95198"/>
                </a:lnTo>
                <a:lnTo>
                  <a:pt x="96209" y="94135"/>
                </a:lnTo>
                <a:lnTo>
                  <a:pt x="96153" y="93090"/>
                </a:lnTo>
                <a:lnTo>
                  <a:pt x="96074" y="92064"/>
                </a:lnTo>
                <a:lnTo>
                  <a:pt x="95974" y="91056"/>
                </a:lnTo>
                <a:lnTo>
                  <a:pt x="95850" y="90068"/>
                </a:lnTo>
                <a:lnTo>
                  <a:pt x="95705" y="89098"/>
                </a:lnTo>
                <a:lnTo>
                  <a:pt x="95537" y="88147"/>
                </a:lnTo>
                <a:lnTo>
                  <a:pt x="95346" y="87215"/>
                </a:lnTo>
                <a:lnTo>
                  <a:pt x="95134" y="86302"/>
                </a:lnTo>
                <a:lnTo>
                  <a:pt x="94898" y="85407"/>
                </a:lnTo>
                <a:lnTo>
                  <a:pt x="94641" y="84531"/>
                </a:lnTo>
                <a:lnTo>
                  <a:pt x="94361" y="83674"/>
                </a:lnTo>
                <a:lnTo>
                  <a:pt x="94058" y="82836"/>
                </a:lnTo>
                <a:lnTo>
                  <a:pt x="93733" y="82016"/>
                </a:lnTo>
                <a:lnTo>
                  <a:pt x="93386" y="81216"/>
                </a:lnTo>
                <a:lnTo>
                  <a:pt x="93017" y="80434"/>
                </a:lnTo>
                <a:lnTo>
                  <a:pt x="92625" y="79670"/>
                </a:lnTo>
                <a:lnTo>
                  <a:pt x="92210" y="78926"/>
                </a:lnTo>
                <a:lnTo>
                  <a:pt x="91773" y="78200"/>
                </a:lnTo>
                <a:lnTo>
                  <a:pt x="91314" y="77494"/>
                </a:lnTo>
                <a:lnTo>
                  <a:pt x="90832" y="76805"/>
                </a:lnTo>
                <a:lnTo>
                  <a:pt x="90328" y="76136"/>
                </a:lnTo>
                <a:lnTo>
                  <a:pt x="89802" y="75486"/>
                </a:lnTo>
                <a:lnTo>
                  <a:pt x="89264" y="74854"/>
                </a:lnTo>
                <a:lnTo>
                  <a:pt x="88724" y="74241"/>
                </a:lnTo>
                <a:lnTo>
                  <a:pt x="88183" y="73646"/>
                </a:lnTo>
                <a:lnTo>
                  <a:pt x="87640" y="73071"/>
                </a:lnTo>
                <a:lnTo>
                  <a:pt x="87096" y="72514"/>
                </a:lnTo>
                <a:lnTo>
                  <a:pt x="86551" y="71976"/>
                </a:lnTo>
                <a:lnTo>
                  <a:pt x="86004" y="71457"/>
                </a:lnTo>
                <a:lnTo>
                  <a:pt x="85456" y="70957"/>
                </a:lnTo>
                <a:lnTo>
                  <a:pt x="84907" y="70475"/>
                </a:lnTo>
                <a:lnTo>
                  <a:pt x="84356" y="70012"/>
                </a:lnTo>
                <a:lnTo>
                  <a:pt x="83803" y="69568"/>
                </a:lnTo>
                <a:lnTo>
                  <a:pt x="83250" y="69143"/>
                </a:lnTo>
                <a:lnTo>
                  <a:pt x="82694" y="68737"/>
                </a:lnTo>
                <a:lnTo>
                  <a:pt x="82138" y="68349"/>
                </a:lnTo>
                <a:lnTo>
                  <a:pt x="81580" y="67980"/>
                </a:lnTo>
                <a:lnTo>
                  <a:pt x="81021" y="67630"/>
                </a:lnTo>
                <a:lnTo>
                  <a:pt x="80460" y="67298"/>
                </a:lnTo>
                <a:lnTo>
                  <a:pt x="79898" y="66986"/>
                </a:lnTo>
                <a:lnTo>
                  <a:pt x="79334" y="66692"/>
                </a:lnTo>
                <a:lnTo>
                  <a:pt x="78769" y="66417"/>
                </a:lnTo>
                <a:lnTo>
                  <a:pt x="78203" y="66160"/>
                </a:lnTo>
                <a:lnTo>
                  <a:pt x="77635" y="65923"/>
                </a:lnTo>
                <a:lnTo>
                  <a:pt x="77066" y="65704"/>
                </a:lnTo>
                <a:lnTo>
                  <a:pt x="76496" y="65504"/>
                </a:lnTo>
                <a:lnTo>
                  <a:pt x="76456" y="65481"/>
                </a:lnTo>
                <a:lnTo>
                  <a:pt x="76371" y="65446"/>
                </a:lnTo>
                <a:lnTo>
                  <a:pt x="76240" y="65400"/>
                </a:lnTo>
                <a:lnTo>
                  <a:pt x="76064" y="65342"/>
                </a:lnTo>
                <a:lnTo>
                  <a:pt x="75843" y="65273"/>
                </a:lnTo>
                <a:lnTo>
                  <a:pt x="75576" y="65192"/>
                </a:lnTo>
                <a:lnTo>
                  <a:pt x="75263" y="65100"/>
                </a:lnTo>
                <a:lnTo>
                  <a:pt x="74905" y="64996"/>
                </a:lnTo>
                <a:lnTo>
                  <a:pt x="74502" y="64880"/>
                </a:lnTo>
                <a:lnTo>
                  <a:pt x="74052" y="64753"/>
                </a:lnTo>
                <a:lnTo>
                  <a:pt x="73558" y="64614"/>
                </a:lnTo>
                <a:lnTo>
                  <a:pt x="73018" y="64464"/>
                </a:lnTo>
                <a:lnTo>
                  <a:pt x="72432" y="64302"/>
                </a:lnTo>
                <a:lnTo>
                  <a:pt x="71801" y="64129"/>
                </a:lnTo>
                <a:lnTo>
                  <a:pt x="71125" y="63944"/>
                </a:lnTo>
                <a:lnTo>
                  <a:pt x="70402" y="63748"/>
                </a:lnTo>
                <a:lnTo>
                  <a:pt x="69635" y="63540"/>
                </a:lnTo>
                <a:lnTo>
                  <a:pt x="68822" y="63321"/>
                </a:lnTo>
                <a:lnTo>
                  <a:pt x="67963" y="63089"/>
                </a:lnTo>
                <a:lnTo>
                  <a:pt x="67059" y="62847"/>
                </a:lnTo>
                <a:lnTo>
                  <a:pt x="66109" y="62593"/>
                </a:lnTo>
                <a:lnTo>
                  <a:pt x="65114" y="62327"/>
                </a:lnTo>
                <a:lnTo>
                  <a:pt x="64074" y="62050"/>
                </a:lnTo>
                <a:lnTo>
                  <a:pt x="62988" y="61761"/>
                </a:lnTo>
                <a:lnTo>
                  <a:pt x="61900" y="61472"/>
                </a:lnTo>
                <a:lnTo>
                  <a:pt x="60857" y="61193"/>
                </a:lnTo>
                <a:lnTo>
                  <a:pt x="59856" y="60926"/>
                </a:lnTo>
                <a:lnTo>
                  <a:pt x="58899" y="60669"/>
                </a:lnTo>
                <a:lnTo>
                  <a:pt x="57986" y="60423"/>
                </a:lnTo>
                <a:lnTo>
                  <a:pt x="57116" y="60188"/>
                </a:lnTo>
                <a:lnTo>
                  <a:pt x="56289" y="59964"/>
                </a:lnTo>
                <a:lnTo>
                  <a:pt x="55506" y="59751"/>
                </a:lnTo>
                <a:lnTo>
                  <a:pt x="54766" y="59548"/>
                </a:lnTo>
                <a:lnTo>
                  <a:pt x="54069" y="59356"/>
                </a:lnTo>
                <a:lnTo>
                  <a:pt x="53416" y="59176"/>
                </a:lnTo>
                <a:lnTo>
                  <a:pt x="52806" y="59006"/>
                </a:lnTo>
                <a:lnTo>
                  <a:pt x="52240" y="58846"/>
                </a:lnTo>
                <a:lnTo>
                  <a:pt x="51717" y="58698"/>
                </a:lnTo>
                <a:lnTo>
                  <a:pt x="51237" y="58560"/>
                </a:lnTo>
                <a:lnTo>
                  <a:pt x="50801" y="58434"/>
                </a:lnTo>
                <a:lnTo>
                  <a:pt x="50409" y="58318"/>
                </a:lnTo>
                <a:lnTo>
                  <a:pt x="50059" y="58213"/>
                </a:lnTo>
                <a:lnTo>
                  <a:pt x="49753" y="58119"/>
                </a:lnTo>
                <a:lnTo>
                  <a:pt x="49491" y="58035"/>
                </a:lnTo>
                <a:lnTo>
                  <a:pt x="49272" y="57963"/>
                </a:lnTo>
                <a:lnTo>
                  <a:pt x="49096" y="57901"/>
                </a:lnTo>
                <a:lnTo>
                  <a:pt x="48964" y="57850"/>
                </a:lnTo>
                <a:lnTo>
                  <a:pt x="48875" y="57810"/>
                </a:lnTo>
                <a:lnTo>
                  <a:pt x="48442" y="57649"/>
                </a:lnTo>
                <a:lnTo>
                  <a:pt x="48016" y="57479"/>
                </a:lnTo>
                <a:lnTo>
                  <a:pt x="47599" y="57300"/>
                </a:lnTo>
                <a:lnTo>
                  <a:pt x="47189" y="57111"/>
                </a:lnTo>
                <a:lnTo>
                  <a:pt x="46787" y="56913"/>
                </a:lnTo>
                <a:lnTo>
                  <a:pt x="46392" y="56705"/>
                </a:lnTo>
                <a:lnTo>
                  <a:pt x="46006" y="56488"/>
                </a:lnTo>
                <a:lnTo>
                  <a:pt x="45627" y="56262"/>
                </a:lnTo>
                <a:lnTo>
                  <a:pt x="45255" y="56026"/>
                </a:lnTo>
                <a:lnTo>
                  <a:pt x="44891" y="55781"/>
                </a:lnTo>
                <a:lnTo>
                  <a:pt x="44536" y="55526"/>
                </a:lnTo>
                <a:lnTo>
                  <a:pt x="44187" y="55262"/>
                </a:lnTo>
                <a:lnTo>
                  <a:pt x="43847" y="54989"/>
                </a:lnTo>
                <a:lnTo>
                  <a:pt x="43514" y="54706"/>
                </a:lnTo>
                <a:lnTo>
                  <a:pt x="43189" y="54414"/>
                </a:lnTo>
                <a:lnTo>
                  <a:pt x="42871" y="54113"/>
                </a:lnTo>
                <a:lnTo>
                  <a:pt x="42561" y="53802"/>
                </a:lnTo>
                <a:lnTo>
                  <a:pt x="42259" y="53482"/>
                </a:lnTo>
                <a:lnTo>
                  <a:pt x="41965" y="53152"/>
                </a:lnTo>
                <a:lnTo>
                  <a:pt x="41678" y="52813"/>
                </a:lnTo>
                <a:lnTo>
                  <a:pt x="41399" y="52465"/>
                </a:lnTo>
                <a:lnTo>
                  <a:pt x="41128" y="52107"/>
                </a:lnTo>
                <a:lnTo>
                  <a:pt x="40864" y="51740"/>
                </a:lnTo>
                <a:lnTo>
                  <a:pt x="40609" y="51363"/>
                </a:lnTo>
                <a:lnTo>
                  <a:pt x="40362" y="50979"/>
                </a:lnTo>
                <a:lnTo>
                  <a:pt x="40126" y="50589"/>
                </a:lnTo>
                <a:lnTo>
                  <a:pt x="39900" y="50194"/>
                </a:lnTo>
                <a:lnTo>
                  <a:pt x="39685" y="49792"/>
                </a:lnTo>
                <a:lnTo>
                  <a:pt x="39480" y="49385"/>
                </a:lnTo>
                <a:lnTo>
                  <a:pt x="39286" y="48972"/>
                </a:lnTo>
                <a:lnTo>
                  <a:pt x="39102" y="48553"/>
                </a:lnTo>
                <a:lnTo>
                  <a:pt x="38929" y="48129"/>
                </a:lnTo>
                <a:lnTo>
                  <a:pt x="38766" y="47698"/>
                </a:lnTo>
                <a:lnTo>
                  <a:pt x="38613" y="47262"/>
                </a:lnTo>
                <a:lnTo>
                  <a:pt x="38472" y="46820"/>
                </a:lnTo>
                <a:lnTo>
                  <a:pt x="38340" y="46373"/>
                </a:lnTo>
                <a:lnTo>
                  <a:pt x="38220" y="45919"/>
                </a:lnTo>
                <a:lnTo>
                  <a:pt x="38109" y="45460"/>
                </a:lnTo>
                <a:lnTo>
                  <a:pt x="38010" y="44995"/>
                </a:lnTo>
                <a:lnTo>
                  <a:pt x="37920" y="44524"/>
                </a:lnTo>
                <a:lnTo>
                  <a:pt x="37842" y="44048"/>
                </a:lnTo>
                <a:lnTo>
                  <a:pt x="37773" y="43565"/>
                </a:lnTo>
                <a:lnTo>
                  <a:pt x="37716" y="43077"/>
                </a:lnTo>
                <a:lnTo>
                  <a:pt x="37668" y="42583"/>
                </a:lnTo>
                <a:lnTo>
                  <a:pt x="37632" y="42084"/>
                </a:lnTo>
                <a:lnTo>
                  <a:pt x="37605" y="41578"/>
                </a:lnTo>
                <a:lnTo>
                  <a:pt x="37590" y="41067"/>
                </a:lnTo>
                <a:lnTo>
                  <a:pt x="37584" y="40550"/>
                </a:lnTo>
                <a:lnTo>
                  <a:pt x="37618" y="39515"/>
                </a:lnTo>
                <a:lnTo>
                  <a:pt x="37685" y="38491"/>
                </a:lnTo>
                <a:lnTo>
                  <a:pt x="37786" y="37476"/>
                </a:lnTo>
                <a:lnTo>
                  <a:pt x="37920" y="36472"/>
                </a:lnTo>
                <a:lnTo>
                  <a:pt x="38088" y="35478"/>
                </a:lnTo>
                <a:lnTo>
                  <a:pt x="38290" y="34494"/>
                </a:lnTo>
                <a:lnTo>
                  <a:pt x="38525" y="33520"/>
                </a:lnTo>
                <a:lnTo>
                  <a:pt x="38794" y="32556"/>
                </a:lnTo>
                <a:lnTo>
                  <a:pt x="39097" y="31602"/>
                </a:lnTo>
                <a:lnTo>
                  <a:pt x="39433" y="30658"/>
                </a:lnTo>
                <a:lnTo>
                  <a:pt x="39802" y="29724"/>
                </a:lnTo>
                <a:lnTo>
                  <a:pt x="40205" y="28801"/>
                </a:lnTo>
                <a:lnTo>
                  <a:pt x="40642" y="27888"/>
                </a:lnTo>
                <a:lnTo>
                  <a:pt x="41113" y="26984"/>
                </a:lnTo>
                <a:lnTo>
                  <a:pt x="41617" y="26091"/>
                </a:lnTo>
                <a:lnTo>
                  <a:pt x="42154" y="25208"/>
                </a:lnTo>
                <a:lnTo>
                  <a:pt x="42726" y="24335"/>
                </a:lnTo>
                <a:lnTo>
                  <a:pt x="43330" y="23472"/>
                </a:lnTo>
                <a:lnTo>
                  <a:pt x="43969" y="22620"/>
                </a:lnTo>
                <a:lnTo>
                  <a:pt x="44641" y="21777"/>
                </a:lnTo>
                <a:lnTo>
                  <a:pt x="45347" y="20944"/>
                </a:lnTo>
                <a:lnTo>
                  <a:pt x="46086" y="20122"/>
                </a:lnTo>
                <a:lnTo>
                  <a:pt x="46859" y="19310"/>
                </a:lnTo>
                <a:lnTo>
                  <a:pt x="47665" y="18507"/>
                </a:lnTo>
                <a:lnTo>
                  <a:pt x="48491" y="17727"/>
                </a:lnTo>
                <a:lnTo>
                  <a:pt x="49323" y="16980"/>
                </a:lnTo>
                <a:lnTo>
                  <a:pt x="50160" y="16266"/>
                </a:lnTo>
                <a:lnTo>
                  <a:pt x="51003" y="15585"/>
                </a:lnTo>
                <a:lnTo>
                  <a:pt x="51851" y="14937"/>
                </a:lnTo>
                <a:lnTo>
                  <a:pt x="52705" y="14322"/>
                </a:lnTo>
                <a:lnTo>
                  <a:pt x="53565" y="13741"/>
                </a:lnTo>
                <a:lnTo>
                  <a:pt x="54430" y="13193"/>
                </a:lnTo>
                <a:lnTo>
                  <a:pt x="55301" y="12678"/>
                </a:lnTo>
                <a:lnTo>
                  <a:pt x="56178" y="12197"/>
                </a:lnTo>
                <a:lnTo>
                  <a:pt x="57060" y="11748"/>
                </a:lnTo>
                <a:lnTo>
                  <a:pt x="57947" y="11333"/>
                </a:lnTo>
                <a:lnTo>
                  <a:pt x="58841" y="10951"/>
                </a:lnTo>
                <a:lnTo>
                  <a:pt x="59739" y="10603"/>
                </a:lnTo>
                <a:lnTo>
                  <a:pt x="60644" y="10287"/>
                </a:lnTo>
                <a:lnTo>
                  <a:pt x="61554" y="10005"/>
                </a:lnTo>
                <a:lnTo>
                  <a:pt x="62470" y="9756"/>
                </a:lnTo>
                <a:lnTo>
                  <a:pt x="63391" y="9540"/>
                </a:lnTo>
                <a:lnTo>
                  <a:pt x="64318" y="9357"/>
                </a:lnTo>
                <a:lnTo>
                  <a:pt x="65250" y="9208"/>
                </a:lnTo>
                <a:lnTo>
                  <a:pt x="66188" y="9091"/>
                </a:lnTo>
                <a:lnTo>
                  <a:pt x="67132" y="9008"/>
                </a:lnTo>
                <a:lnTo>
                  <a:pt x="68081" y="8958"/>
                </a:lnTo>
                <a:lnTo>
                  <a:pt x="69036" y="8942"/>
                </a:lnTo>
                <a:lnTo>
                  <a:pt x="69805" y="8949"/>
                </a:lnTo>
                <a:lnTo>
                  <a:pt x="70568" y="8972"/>
                </a:lnTo>
                <a:lnTo>
                  <a:pt x="71323" y="9010"/>
                </a:lnTo>
                <a:lnTo>
                  <a:pt x="72071" y="9063"/>
                </a:lnTo>
                <a:lnTo>
                  <a:pt x="72813" y="9131"/>
                </a:lnTo>
                <a:lnTo>
                  <a:pt x="73547" y="9215"/>
                </a:lnTo>
                <a:lnTo>
                  <a:pt x="74274" y="9313"/>
                </a:lnTo>
                <a:lnTo>
                  <a:pt x="74995" y="9427"/>
                </a:lnTo>
                <a:lnTo>
                  <a:pt x="75708" y="9556"/>
                </a:lnTo>
                <a:lnTo>
                  <a:pt x="76414" y="9700"/>
                </a:lnTo>
                <a:lnTo>
                  <a:pt x="77114" y="9859"/>
                </a:lnTo>
                <a:lnTo>
                  <a:pt x="77806" y="10034"/>
                </a:lnTo>
                <a:lnTo>
                  <a:pt x="78491" y="10223"/>
                </a:lnTo>
                <a:lnTo>
                  <a:pt x="79170" y="10428"/>
                </a:lnTo>
                <a:lnTo>
                  <a:pt x="79841" y="10648"/>
                </a:lnTo>
                <a:lnTo>
                  <a:pt x="80505" y="10883"/>
                </a:lnTo>
                <a:lnTo>
                  <a:pt x="81163" y="11133"/>
                </a:lnTo>
                <a:lnTo>
                  <a:pt x="81813" y="11398"/>
                </a:lnTo>
                <a:lnTo>
                  <a:pt x="82456" y="11679"/>
                </a:lnTo>
                <a:lnTo>
                  <a:pt x="83093" y="11974"/>
                </a:lnTo>
                <a:lnTo>
                  <a:pt x="83722" y="12285"/>
                </a:lnTo>
                <a:lnTo>
                  <a:pt x="84344" y="12611"/>
                </a:lnTo>
                <a:lnTo>
                  <a:pt x="84960" y="12952"/>
                </a:lnTo>
                <a:lnTo>
                  <a:pt x="85568" y="13309"/>
                </a:lnTo>
                <a:lnTo>
                  <a:pt x="85835" y="13534"/>
                </a:lnTo>
                <a:lnTo>
                  <a:pt x="86096" y="13758"/>
                </a:lnTo>
                <a:lnTo>
                  <a:pt x="86353" y="13981"/>
                </a:lnTo>
                <a:lnTo>
                  <a:pt x="86604" y="14204"/>
                </a:lnTo>
                <a:lnTo>
                  <a:pt x="86851" y="14426"/>
                </a:lnTo>
                <a:lnTo>
                  <a:pt x="87093" y="14647"/>
                </a:lnTo>
                <a:lnTo>
                  <a:pt x="87330" y="14868"/>
                </a:lnTo>
                <a:lnTo>
                  <a:pt x="87562" y="15088"/>
                </a:lnTo>
                <a:lnTo>
                  <a:pt x="87789" y="15307"/>
                </a:lnTo>
                <a:lnTo>
                  <a:pt x="88011" y="15525"/>
                </a:lnTo>
                <a:lnTo>
                  <a:pt x="88229" y="15743"/>
                </a:lnTo>
                <a:lnTo>
                  <a:pt x="88441" y="15960"/>
                </a:lnTo>
                <a:lnTo>
                  <a:pt x="88649" y="16176"/>
                </a:lnTo>
                <a:lnTo>
                  <a:pt x="88851" y="16392"/>
                </a:lnTo>
                <a:lnTo>
                  <a:pt x="89049" y="16607"/>
                </a:lnTo>
                <a:lnTo>
                  <a:pt x="89242" y="16821"/>
                </a:lnTo>
                <a:lnTo>
                  <a:pt x="89430" y="17034"/>
                </a:lnTo>
                <a:lnTo>
                  <a:pt x="89613" y="17247"/>
                </a:lnTo>
                <a:lnTo>
                  <a:pt x="89791" y="17459"/>
                </a:lnTo>
                <a:lnTo>
                  <a:pt x="89964" y="17670"/>
                </a:lnTo>
                <a:lnTo>
                  <a:pt x="90133" y="17880"/>
                </a:lnTo>
                <a:lnTo>
                  <a:pt x="90296" y="18090"/>
                </a:lnTo>
                <a:lnTo>
                  <a:pt x="90455" y="18299"/>
                </a:lnTo>
                <a:lnTo>
                  <a:pt x="90608" y="18507"/>
                </a:lnTo>
                <a:lnTo>
                  <a:pt x="90760" y="18720"/>
                </a:lnTo>
                <a:lnTo>
                  <a:pt x="90911" y="18942"/>
                </a:lnTo>
                <a:lnTo>
                  <a:pt x="91062" y="19174"/>
                </a:lnTo>
                <a:lnTo>
                  <a:pt x="91213" y="19414"/>
                </a:lnTo>
                <a:lnTo>
                  <a:pt x="91365" y="19665"/>
                </a:lnTo>
                <a:lnTo>
                  <a:pt x="91516" y="19924"/>
                </a:lnTo>
                <a:lnTo>
                  <a:pt x="91667" y="20193"/>
                </a:lnTo>
                <a:lnTo>
                  <a:pt x="91818" y="20471"/>
                </a:lnTo>
                <a:lnTo>
                  <a:pt x="91969" y="20759"/>
                </a:lnTo>
                <a:lnTo>
                  <a:pt x="92121" y="21056"/>
                </a:lnTo>
                <a:lnTo>
                  <a:pt x="92272" y="21363"/>
                </a:lnTo>
                <a:lnTo>
                  <a:pt x="92423" y="21679"/>
                </a:lnTo>
                <a:lnTo>
                  <a:pt x="92574" y="22004"/>
                </a:lnTo>
                <a:lnTo>
                  <a:pt x="92725" y="22339"/>
                </a:lnTo>
                <a:lnTo>
                  <a:pt x="92877" y="22683"/>
                </a:lnTo>
                <a:lnTo>
                  <a:pt x="93028" y="23036"/>
                </a:lnTo>
                <a:lnTo>
                  <a:pt x="93179" y="23399"/>
                </a:lnTo>
                <a:lnTo>
                  <a:pt x="93330" y="23771"/>
                </a:lnTo>
                <a:lnTo>
                  <a:pt x="93481" y="24153"/>
                </a:lnTo>
                <a:lnTo>
                  <a:pt x="93633" y="24544"/>
                </a:lnTo>
                <a:lnTo>
                  <a:pt x="93784" y="24944"/>
                </a:lnTo>
                <a:lnTo>
                  <a:pt x="93935" y="25354"/>
                </a:lnTo>
                <a:lnTo>
                  <a:pt x="94086" y="25773"/>
                </a:lnTo>
                <a:lnTo>
                  <a:pt x="94237" y="26202"/>
                </a:lnTo>
                <a:lnTo>
                  <a:pt x="94386" y="26638"/>
                </a:lnTo>
                <a:lnTo>
                  <a:pt x="94527" y="27081"/>
                </a:lnTo>
                <a:lnTo>
                  <a:pt x="94663" y="27531"/>
                </a:lnTo>
                <a:lnTo>
                  <a:pt x="94792" y="27986"/>
                </a:lnTo>
                <a:lnTo>
                  <a:pt x="94915" y="28449"/>
                </a:lnTo>
                <a:lnTo>
                  <a:pt x="95031" y="28918"/>
                </a:lnTo>
                <a:lnTo>
                  <a:pt x="95142" y="29393"/>
                </a:lnTo>
                <a:lnTo>
                  <a:pt x="95246" y="29875"/>
                </a:lnTo>
                <a:lnTo>
                  <a:pt x="95343" y="30364"/>
                </a:lnTo>
                <a:lnTo>
                  <a:pt x="95435" y="30859"/>
                </a:lnTo>
                <a:lnTo>
                  <a:pt x="95520" y="31360"/>
                </a:lnTo>
                <a:lnTo>
                  <a:pt x="95598" y="31868"/>
                </a:lnTo>
                <a:lnTo>
                  <a:pt x="95671" y="32383"/>
                </a:lnTo>
                <a:lnTo>
                  <a:pt x="95737" y="32904"/>
                </a:lnTo>
                <a:lnTo>
                  <a:pt x="95797" y="33431"/>
                </a:lnTo>
                <a:lnTo>
                  <a:pt x="95850" y="33965"/>
                </a:lnTo>
                <a:lnTo>
                  <a:pt x="95898" y="34505"/>
                </a:lnTo>
                <a:lnTo>
                  <a:pt x="95939" y="35052"/>
                </a:lnTo>
                <a:lnTo>
                  <a:pt x="95973" y="35606"/>
                </a:lnTo>
                <a:lnTo>
                  <a:pt x="96002" y="36166"/>
                </a:lnTo>
                <a:lnTo>
                  <a:pt x="96024" y="36732"/>
                </a:lnTo>
                <a:lnTo>
                  <a:pt x="96039" y="37305"/>
                </a:lnTo>
                <a:lnTo>
                  <a:pt x="96049" y="37885"/>
                </a:lnTo>
                <a:lnTo>
                  <a:pt x="96052" y="38471"/>
                </a:lnTo>
                <a:lnTo>
                  <a:pt x="96035" y="38646"/>
                </a:lnTo>
                <a:lnTo>
                  <a:pt x="96018" y="38826"/>
                </a:lnTo>
                <a:lnTo>
                  <a:pt x="96002" y="39010"/>
                </a:lnTo>
                <a:lnTo>
                  <a:pt x="95985" y="39198"/>
                </a:lnTo>
                <a:lnTo>
                  <a:pt x="95968" y="39391"/>
                </a:lnTo>
                <a:lnTo>
                  <a:pt x="95951" y="39588"/>
                </a:lnTo>
                <a:lnTo>
                  <a:pt x="95934" y="39790"/>
                </a:lnTo>
                <a:lnTo>
                  <a:pt x="95918" y="39996"/>
                </a:lnTo>
                <a:lnTo>
                  <a:pt x="95901" y="40206"/>
                </a:lnTo>
                <a:lnTo>
                  <a:pt x="95884" y="40420"/>
                </a:lnTo>
                <a:lnTo>
                  <a:pt x="95867" y="40639"/>
                </a:lnTo>
                <a:lnTo>
                  <a:pt x="95850" y="40862"/>
                </a:lnTo>
                <a:lnTo>
                  <a:pt x="95834" y="41089"/>
                </a:lnTo>
                <a:lnTo>
                  <a:pt x="95817" y="41321"/>
                </a:lnTo>
                <a:lnTo>
                  <a:pt x="95800" y="41557"/>
                </a:lnTo>
                <a:lnTo>
                  <a:pt x="95783" y="41798"/>
                </a:lnTo>
                <a:lnTo>
                  <a:pt x="95766" y="42043"/>
                </a:lnTo>
                <a:lnTo>
                  <a:pt x="95750" y="42292"/>
                </a:lnTo>
                <a:lnTo>
                  <a:pt x="95733" y="42545"/>
                </a:lnTo>
                <a:lnTo>
                  <a:pt x="95716" y="42803"/>
                </a:lnTo>
                <a:lnTo>
                  <a:pt x="95699" y="43065"/>
                </a:lnTo>
                <a:lnTo>
                  <a:pt x="95682" y="43331"/>
                </a:lnTo>
                <a:lnTo>
                  <a:pt x="95666" y="43602"/>
                </a:lnTo>
                <a:lnTo>
                  <a:pt x="95649" y="43877"/>
                </a:lnTo>
                <a:lnTo>
                  <a:pt x="95632" y="44150"/>
                </a:lnTo>
                <a:lnTo>
                  <a:pt x="95617" y="44413"/>
                </a:lnTo>
                <a:lnTo>
                  <a:pt x="95602" y="44667"/>
                </a:lnTo>
                <a:lnTo>
                  <a:pt x="95587" y="44911"/>
                </a:lnTo>
                <a:lnTo>
                  <a:pt x="95574" y="45146"/>
                </a:lnTo>
                <a:lnTo>
                  <a:pt x="95561" y="45372"/>
                </a:lnTo>
                <a:lnTo>
                  <a:pt x="95548" y="45588"/>
                </a:lnTo>
                <a:lnTo>
                  <a:pt x="95537" y="45795"/>
                </a:lnTo>
                <a:lnTo>
                  <a:pt x="95526" y="45992"/>
                </a:lnTo>
                <a:lnTo>
                  <a:pt x="95516" y="46181"/>
                </a:lnTo>
                <a:lnTo>
                  <a:pt x="95506" y="46359"/>
                </a:lnTo>
                <a:lnTo>
                  <a:pt x="95498" y="46529"/>
                </a:lnTo>
                <a:lnTo>
                  <a:pt x="95490" y="46689"/>
                </a:lnTo>
                <a:lnTo>
                  <a:pt x="95482" y="46839"/>
                </a:lnTo>
                <a:lnTo>
                  <a:pt x="95476" y="46980"/>
                </a:lnTo>
                <a:lnTo>
                  <a:pt x="95470" y="47112"/>
                </a:lnTo>
                <a:lnTo>
                  <a:pt x="95464" y="47234"/>
                </a:lnTo>
                <a:lnTo>
                  <a:pt x="95460" y="47347"/>
                </a:lnTo>
                <a:lnTo>
                  <a:pt x="95456" y="47451"/>
                </a:lnTo>
                <a:lnTo>
                  <a:pt x="95453" y="47545"/>
                </a:lnTo>
                <a:lnTo>
                  <a:pt x="95450" y="47630"/>
                </a:lnTo>
                <a:lnTo>
                  <a:pt x="95449" y="47706"/>
                </a:lnTo>
                <a:lnTo>
                  <a:pt x="95448" y="47772"/>
                </a:lnTo>
                <a:lnTo>
                  <a:pt x="95447" y="47828"/>
                </a:lnTo>
                <a:lnTo>
                  <a:pt x="95431" y="47898"/>
                </a:lnTo>
                <a:lnTo>
                  <a:pt x="95415" y="47970"/>
                </a:lnTo>
                <a:lnTo>
                  <a:pt x="95400" y="48043"/>
                </a:lnTo>
                <a:lnTo>
                  <a:pt x="95386" y="48117"/>
                </a:lnTo>
                <a:lnTo>
                  <a:pt x="95372" y="48193"/>
                </a:lnTo>
                <a:lnTo>
                  <a:pt x="95359" y="48270"/>
                </a:lnTo>
                <a:lnTo>
                  <a:pt x="95347" y="48349"/>
                </a:lnTo>
                <a:lnTo>
                  <a:pt x="95335" y="48429"/>
                </a:lnTo>
                <a:lnTo>
                  <a:pt x="95324" y="48511"/>
                </a:lnTo>
                <a:lnTo>
                  <a:pt x="95314" y="48594"/>
                </a:lnTo>
                <a:lnTo>
                  <a:pt x="95305" y="48678"/>
                </a:lnTo>
                <a:lnTo>
                  <a:pt x="95296" y="48764"/>
                </a:lnTo>
                <a:lnTo>
                  <a:pt x="95288" y="48851"/>
                </a:lnTo>
                <a:lnTo>
                  <a:pt x="95281" y="48940"/>
                </a:lnTo>
                <a:lnTo>
                  <a:pt x="95274" y="49030"/>
                </a:lnTo>
                <a:lnTo>
                  <a:pt x="95268" y="49122"/>
                </a:lnTo>
                <a:lnTo>
                  <a:pt x="95263" y="49215"/>
                </a:lnTo>
                <a:lnTo>
                  <a:pt x="95258" y="49310"/>
                </a:lnTo>
                <a:lnTo>
                  <a:pt x="95254" y="49406"/>
                </a:lnTo>
                <a:lnTo>
                  <a:pt x="95251" y="49503"/>
                </a:lnTo>
                <a:lnTo>
                  <a:pt x="95249" y="49602"/>
                </a:lnTo>
                <a:lnTo>
                  <a:pt x="95247" y="49703"/>
                </a:lnTo>
                <a:lnTo>
                  <a:pt x="95246" y="49805"/>
                </a:lnTo>
                <a:lnTo>
                  <a:pt x="95246" y="49908"/>
                </a:lnTo>
                <a:lnTo>
                  <a:pt x="95253" y="50060"/>
                </a:lnTo>
                <a:lnTo>
                  <a:pt x="95274" y="50207"/>
                </a:lnTo>
                <a:lnTo>
                  <a:pt x="95309" y="50346"/>
                </a:lnTo>
                <a:lnTo>
                  <a:pt x="95358" y="50480"/>
                </a:lnTo>
                <a:lnTo>
                  <a:pt x="95421" y="50606"/>
                </a:lnTo>
                <a:lnTo>
                  <a:pt x="95498" y="50727"/>
                </a:lnTo>
                <a:lnTo>
                  <a:pt x="95589" y="50840"/>
                </a:lnTo>
                <a:lnTo>
                  <a:pt x="95694" y="50948"/>
                </a:lnTo>
                <a:lnTo>
                  <a:pt x="95813" y="51048"/>
                </a:lnTo>
                <a:lnTo>
                  <a:pt x="95946" y="51142"/>
                </a:lnTo>
                <a:lnTo>
                  <a:pt x="96093" y="51230"/>
                </a:lnTo>
                <a:lnTo>
                  <a:pt x="96254" y="51311"/>
                </a:lnTo>
                <a:lnTo>
                  <a:pt x="96429" y="51386"/>
                </a:lnTo>
                <a:lnTo>
                  <a:pt x="96618" y="51454"/>
                </a:lnTo>
                <a:lnTo>
                  <a:pt x="96821" y="51516"/>
                </a:lnTo>
                <a:lnTo>
                  <a:pt x="97038" y="51571"/>
                </a:lnTo>
                <a:lnTo>
                  <a:pt x="97269" y="51620"/>
                </a:lnTo>
                <a:lnTo>
                  <a:pt x="97514" y="51662"/>
                </a:lnTo>
                <a:lnTo>
                  <a:pt x="97773" y="51698"/>
                </a:lnTo>
                <a:lnTo>
                  <a:pt x="98046" y="51727"/>
                </a:lnTo>
                <a:lnTo>
                  <a:pt x="98333" y="51750"/>
                </a:lnTo>
                <a:lnTo>
                  <a:pt x="98634" y="51766"/>
                </a:lnTo>
                <a:lnTo>
                  <a:pt x="98949" y="51776"/>
                </a:lnTo>
                <a:lnTo>
                  <a:pt x="99278" y="51779"/>
                </a:lnTo>
                <a:lnTo>
                  <a:pt x="99477" y="51795"/>
                </a:lnTo>
                <a:lnTo>
                  <a:pt x="99670" y="51807"/>
                </a:lnTo>
                <a:lnTo>
                  <a:pt x="99857" y="51815"/>
                </a:lnTo>
                <a:lnTo>
                  <a:pt x="100039" y="51820"/>
                </a:lnTo>
                <a:lnTo>
                  <a:pt x="100216" y="51821"/>
                </a:lnTo>
                <a:lnTo>
                  <a:pt x="100387" y="51818"/>
                </a:lnTo>
                <a:lnTo>
                  <a:pt x="100552" y="51812"/>
                </a:lnTo>
                <a:lnTo>
                  <a:pt x="100711" y="51802"/>
                </a:lnTo>
                <a:lnTo>
                  <a:pt x="100865" y="51789"/>
                </a:lnTo>
                <a:lnTo>
                  <a:pt x="101014" y="51772"/>
                </a:lnTo>
                <a:lnTo>
                  <a:pt x="101157" y="51752"/>
                </a:lnTo>
                <a:lnTo>
                  <a:pt x="101294" y="51727"/>
                </a:lnTo>
                <a:lnTo>
                  <a:pt x="101426" y="51700"/>
                </a:lnTo>
                <a:lnTo>
                  <a:pt x="101552" y="51668"/>
                </a:lnTo>
                <a:lnTo>
                  <a:pt x="101672" y="51633"/>
                </a:lnTo>
                <a:lnTo>
                  <a:pt x="101787" y="51594"/>
                </a:lnTo>
                <a:lnTo>
                  <a:pt x="101896" y="51552"/>
                </a:lnTo>
                <a:lnTo>
                  <a:pt x="102000" y="51506"/>
                </a:lnTo>
                <a:lnTo>
                  <a:pt x="102098" y="51457"/>
                </a:lnTo>
                <a:lnTo>
                  <a:pt x="102190" y="51404"/>
                </a:lnTo>
                <a:lnTo>
                  <a:pt x="102277" y="51347"/>
                </a:lnTo>
                <a:lnTo>
                  <a:pt x="102358" y="51287"/>
                </a:lnTo>
                <a:lnTo>
                  <a:pt x="102434" y="51223"/>
                </a:lnTo>
                <a:lnTo>
                  <a:pt x="102504" y="51155"/>
                </a:lnTo>
                <a:lnTo>
                  <a:pt x="102579" y="51046"/>
                </a:lnTo>
                <a:lnTo>
                  <a:pt x="102672" y="50858"/>
                </a:lnTo>
                <a:lnTo>
                  <a:pt x="102781" y="50590"/>
                </a:lnTo>
                <a:lnTo>
                  <a:pt x="102907" y="50243"/>
                </a:lnTo>
                <a:lnTo>
                  <a:pt x="103050" y="49816"/>
                </a:lnTo>
                <a:lnTo>
                  <a:pt x="103209" y="49310"/>
                </a:lnTo>
                <a:lnTo>
                  <a:pt x="103386" y="48724"/>
                </a:lnTo>
                <a:lnTo>
                  <a:pt x="103579" y="48059"/>
                </a:lnTo>
                <a:lnTo>
                  <a:pt x="103789" y="47315"/>
                </a:lnTo>
                <a:lnTo>
                  <a:pt x="104016" y="46491"/>
                </a:lnTo>
                <a:lnTo>
                  <a:pt x="104259" y="45588"/>
                </a:lnTo>
                <a:lnTo>
                  <a:pt x="104520" y="44605"/>
                </a:lnTo>
                <a:lnTo>
                  <a:pt x="104797" y="43543"/>
                </a:lnTo>
                <a:lnTo>
                  <a:pt x="105091" y="42401"/>
                </a:lnTo>
                <a:lnTo>
                  <a:pt x="105402" y="41180"/>
                </a:lnTo>
                <a:lnTo>
                  <a:pt x="105729" y="39880"/>
                </a:lnTo>
                <a:lnTo>
                  <a:pt x="106074" y="38500"/>
                </a:lnTo>
                <a:lnTo>
                  <a:pt x="106435" y="37041"/>
                </a:lnTo>
                <a:lnTo>
                  <a:pt x="106813" y="35502"/>
                </a:lnTo>
                <a:lnTo>
                  <a:pt x="107208" y="33884"/>
                </a:lnTo>
                <a:lnTo>
                  <a:pt x="107620" y="32187"/>
                </a:lnTo>
                <a:lnTo>
                  <a:pt x="108048" y="30410"/>
                </a:lnTo>
                <a:lnTo>
                  <a:pt x="108493" y="28553"/>
                </a:lnTo>
                <a:lnTo>
                  <a:pt x="108955" y="26617"/>
                </a:lnTo>
                <a:lnTo>
                  <a:pt x="109416" y="24681"/>
                </a:lnTo>
                <a:lnTo>
                  <a:pt x="109857" y="22821"/>
                </a:lnTo>
                <a:lnTo>
                  <a:pt x="110278" y="21039"/>
                </a:lnTo>
                <a:lnTo>
                  <a:pt x="110680" y="19333"/>
                </a:lnTo>
                <a:lnTo>
                  <a:pt x="111062" y="17706"/>
                </a:lnTo>
                <a:lnTo>
                  <a:pt x="111425" y="16155"/>
                </a:lnTo>
                <a:lnTo>
                  <a:pt x="111768" y="14682"/>
                </a:lnTo>
                <a:lnTo>
                  <a:pt x="112091" y="13286"/>
                </a:lnTo>
                <a:lnTo>
                  <a:pt x="112395" y="11967"/>
                </a:lnTo>
                <a:lnTo>
                  <a:pt x="112679" y="10725"/>
                </a:lnTo>
                <a:lnTo>
                  <a:pt x="112944" y="9561"/>
                </a:lnTo>
                <a:lnTo>
                  <a:pt x="113189" y="8474"/>
                </a:lnTo>
                <a:lnTo>
                  <a:pt x="113414" y="7464"/>
                </a:lnTo>
                <a:lnTo>
                  <a:pt x="113620" y="6532"/>
                </a:lnTo>
                <a:lnTo>
                  <a:pt x="113806" y="5676"/>
                </a:lnTo>
                <a:lnTo>
                  <a:pt x="113973" y="4898"/>
                </a:lnTo>
                <a:lnTo>
                  <a:pt x="114120" y="4198"/>
                </a:lnTo>
                <a:lnTo>
                  <a:pt x="114248" y="3574"/>
                </a:lnTo>
                <a:lnTo>
                  <a:pt x="114355" y="3028"/>
                </a:lnTo>
                <a:lnTo>
                  <a:pt x="114444" y="2559"/>
                </a:lnTo>
                <a:lnTo>
                  <a:pt x="114512" y="2167"/>
                </a:lnTo>
                <a:lnTo>
                  <a:pt x="114561" y="1853"/>
                </a:lnTo>
                <a:lnTo>
                  <a:pt x="114591" y="1616"/>
                </a:lnTo>
                <a:lnTo>
                  <a:pt x="114600" y="1456"/>
                </a:lnTo>
                <a:lnTo>
                  <a:pt x="114596" y="1337"/>
                </a:lnTo>
                <a:lnTo>
                  <a:pt x="114582" y="1223"/>
                </a:lnTo>
                <a:lnTo>
                  <a:pt x="114559" y="1114"/>
                </a:lnTo>
                <a:lnTo>
                  <a:pt x="114528" y="1011"/>
                </a:lnTo>
                <a:lnTo>
                  <a:pt x="114487" y="912"/>
                </a:lnTo>
                <a:lnTo>
                  <a:pt x="114437" y="819"/>
                </a:lnTo>
                <a:lnTo>
                  <a:pt x="114377" y="730"/>
                </a:lnTo>
                <a:lnTo>
                  <a:pt x="114309" y="647"/>
                </a:lnTo>
                <a:lnTo>
                  <a:pt x="114232" y="569"/>
                </a:lnTo>
                <a:lnTo>
                  <a:pt x="114145" y="495"/>
                </a:lnTo>
                <a:lnTo>
                  <a:pt x="114050" y="427"/>
                </a:lnTo>
                <a:lnTo>
                  <a:pt x="113945" y="364"/>
                </a:lnTo>
                <a:lnTo>
                  <a:pt x="113831" y="306"/>
                </a:lnTo>
                <a:lnTo>
                  <a:pt x="113708" y="253"/>
                </a:lnTo>
                <a:lnTo>
                  <a:pt x="113577" y="205"/>
                </a:lnTo>
                <a:lnTo>
                  <a:pt x="113435" y="162"/>
                </a:lnTo>
                <a:lnTo>
                  <a:pt x="113285" y="124"/>
                </a:lnTo>
                <a:lnTo>
                  <a:pt x="113126" y="91"/>
                </a:lnTo>
                <a:lnTo>
                  <a:pt x="112958" y="63"/>
                </a:lnTo>
                <a:lnTo>
                  <a:pt x="112780" y="40"/>
                </a:lnTo>
                <a:lnTo>
                  <a:pt x="112594" y="23"/>
                </a:lnTo>
                <a:lnTo>
                  <a:pt x="112398" y="10"/>
                </a:lnTo>
                <a:lnTo>
                  <a:pt x="112193" y="3"/>
                </a:lnTo>
                <a:lnTo>
                  <a:pt x="111979" y="0"/>
                </a:lnTo>
                <a:lnTo>
                  <a:pt x="111945" y="17"/>
                </a:lnTo>
                <a:lnTo>
                  <a:pt x="111911" y="33"/>
                </a:lnTo>
                <a:lnTo>
                  <a:pt x="111875" y="49"/>
                </a:lnTo>
                <a:lnTo>
                  <a:pt x="111839" y="64"/>
                </a:lnTo>
                <a:lnTo>
                  <a:pt x="111803" y="78"/>
                </a:lnTo>
                <a:lnTo>
                  <a:pt x="111765" y="91"/>
                </a:lnTo>
                <a:lnTo>
                  <a:pt x="111727" y="104"/>
                </a:lnTo>
                <a:lnTo>
                  <a:pt x="111688" y="116"/>
                </a:lnTo>
                <a:lnTo>
                  <a:pt x="111649" y="127"/>
                </a:lnTo>
                <a:lnTo>
                  <a:pt x="111608" y="137"/>
                </a:lnTo>
                <a:lnTo>
                  <a:pt x="111567" y="147"/>
                </a:lnTo>
                <a:lnTo>
                  <a:pt x="111526" y="156"/>
                </a:lnTo>
                <a:lnTo>
                  <a:pt x="111483" y="164"/>
                </a:lnTo>
                <a:lnTo>
                  <a:pt x="111440" y="172"/>
                </a:lnTo>
                <a:lnTo>
                  <a:pt x="111397" y="179"/>
                </a:lnTo>
                <a:lnTo>
                  <a:pt x="111352" y="185"/>
                </a:lnTo>
                <a:lnTo>
                  <a:pt x="111307" y="190"/>
                </a:lnTo>
                <a:lnTo>
                  <a:pt x="111261" y="195"/>
                </a:lnTo>
                <a:lnTo>
                  <a:pt x="111215" y="199"/>
                </a:lnTo>
                <a:lnTo>
                  <a:pt x="111167" y="202"/>
                </a:lnTo>
                <a:lnTo>
                  <a:pt x="111119" y="205"/>
                </a:lnTo>
                <a:lnTo>
                  <a:pt x="111071" y="207"/>
                </a:lnTo>
                <a:lnTo>
                  <a:pt x="111021" y="208"/>
                </a:lnTo>
                <a:lnTo>
                  <a:pt x="110971" y="208"/>
                </a:lnTo>
                <a:lnTo>
                  <a:pt x="110922" y="208"/>
                </a:lnTo>
                <a:lnTo>
                  <a:pt x="110873" y="208"/>
                </a:lnTo>
                <a:lnTo>
                  <a:pt x="110826" y="208"/>
                </a:lnTo>
                <a:lnTo>
                  <a:pt x="110781" y="208"/>
                </a:lnTo>
                <a:lnTo>
                  <a:pt x="110737" y="208"/>
                </a:lnTo>
                <a:lnTo>
                  <a:pt x="110694" y="208"/>
                </a:lnTo>
                <a:lnTo>
                  <a:pt x="110653" y="208"/>
                </a:lnTo>
                <a:lnTo>
                  <a:pt x="110613" y="208"/>
                </a:lnTo>
                <a:lnTo>
                  <a:pt x="110574" y="208"/>
                </a:lnTo>
                <a:lnTo>
                  <a:pt x="110537" y="208"/>
                </a:lnTo>
                <a:lnTo>
                  <a:pt x="110502" y="208"/>
                </a:lnTo>
                <a:lnTo>
                  <a:pt x="110467" y="208"/>
                </a:lnTo>
                <a:lnTo>
                  <a:pt x="110434" y="208"/>
                </a:lnTo>
                <a:lnTo>
                  <a:pt x="110403" y="208"/>
                </a:lnTo>
                <a:lnTo>
                  <a:pt x="110373" y="208"/>
                </a:lnTo>
                <a:lnTo>
                  <a:pt x="110344" y="208"/>
                </a:lnTo>
                <a:lnTo>
                  <a:pt x="110317" y="208"/>
                </a:lnTo>
                <a:lnTo>
                  <a:pt x="110291" y="208"/>
                </a:lnTo>
                <a:lnTo>
                  <a:pt x="110266" y="208"/>
                </a:lnTo>
                <a:lnTo>
                  <a:pt x="110243" y="208"/>
                </a:lnTo>
                <a:lnTo>
                  <a:pt x="110222" y="208"/>
                </a:lnTo>
                <a:lnTo>
                  <a:pt x="110201" y="208"/>
                </a:lnTo>
                <a:lnTo>
                  <a:pt x="110182" y="208"/>
                </a:lnTo>
                <a:lnTo>
                  <a:pt x="110165" y="208"/>
                </a:lnTo>
                <a:lnTo>
                  <a:pt x="110061" y="316"/>
                </a:lnTo>
                <a:lnTo>
                  <a:pt x="109952" y="430"/>
                </a:lnTo>
                <a:lnTo>
                  <a:pt x="109837" y="552"/>
                </a:lnTo>
                <a:lnTo>
                  <a:pt x="109717" y="682"/>
                </a:lnTo>
                <a:lnTo>
                  <a:pt x="109591" y="818"/>
                </a:lnTo>
                <a:lnTo>
                  <a:pt x="109459" y="962"/>
                </a:lnTo>
                <a:lnTo>
                  <a:pt x="109322" y="1113"/>
                </a:lnTo>
                <a:lnTo>
                  <a:pt x="109179" y="1271"/>
                </a:lnTo>
                <a:lnTo>
                  <a:pt x="109031" y="1436"/>
                </a:lnTo>
                <a:lnTo>
                  <a:pt x="108877" y="1609"/>
                </a:lnTo>
                <a:lnTo>
                  <a:pt x="108717" y="1789"/>
                </a:lnTo>
                <a:lnTo>
                  <a:pt x="108552" y="1976"/>
                </a:lnTo>
                <a:lnTo>
                  <a:pt x="108381" y="2170"/>
                </a:lnTo>
                <a:lnTo>
                  <a:pt x="108205" y="2371"/>
                </a:lnTo>
                <a:lnTo>
                  <a:pt x="108023" y="2580"/>
                </a:lnTo>
                <a:lnTo>
                  <a:pt x="107835" y="2796"/>
                </a:lnTo>
                <a:lnTo>
                  <a:pt x="107642" y="3019"/>
                </a:lnTo>
                <a:lnTo>
                  <a:pt x="107443" y="3249"/>
                </a:lnTo>
                <a:lnTo>
                  <a:pt x="107239" y="3487"/>
                </a:lnTo>
                <a:lnTo>
                  <a:pt x="107029" y="3732"/>
                </a:lnTo>
                <a:lnTo>
                  <a:pt x="106813" y="3984"/>
                </a:lnTo>
                <a:lnTo>
                  <a:pt x="106592" y="4243"/>
                </a:lnTo>
                <a:lnTo>
                  <a:pt x="106365" y="4509"/>
                </a:lnTo>
                <a:lnTo>
                  <a:pt x="106133" y="4783"/>
                </a:lnTo>
                <a:lnTo>
                  <a:pt x="105898" y="5059"/>
                </a:lnTo>
                <a:lnTo>
                  <a:pt x="105665" y="5333"/>
                </a:lnTo>
                <a:lnTo>
                  <a:pt x="105433" y="5605"/>
                </a:lnTo>
                <a:lnTo>
                  <a:pt x="105203" y="5875"/>
                </a:lnTo>
                <a:lnTo>
                  <a:pt x="104974" y="6142"/>
                </a:lnTo>
                <a:lnTo>
                  <a:pt x="104747" y="6407"/>
                </a:lnTo>
                <a:lnTo>
                  <a:pt x="104520" y="6671"/>
                </a:lnTo>
                <a:lnTo>
                  <a:pt x="104296" y="6932"/>
                </a:lnTo>
                <a:lnTo>
                  <a:pt x="104072" y="7190"/>
                </a:lnTo>
                <a:lnTo>
                  <a:pt x="103850" y="7447"/>
                </a:lnTo>
                <a:lnTo>
                  <a:pt x="103630" y="7702"/>
                </a:lnTo>
                <a:lnTo>
                  <a:pt x="103411" y="7954"/>
                </a:lnTo>
                <a:lnTo>
                  <a:pt x="103193" y="8204"/>
                </a:lnTo>
                <a:lnTo>
                  <a:pt x="102977" y="8452"/>
                </a:lnTo>
                <a:lnTo>
                  <a:pt x="102762" y="8698"/>
                </a:lnTo>
                <a:lnTo>
                  <a:pt x="102548" y="8942"/>
                </a:lnTo>
                <a:lnTo>
                  <a:pt x="102336" y="9183"/>
                </a:lnTo>
                <a:lnTo>
                  <a:pt x="102126" y="9423"/>
                </a:lnTo>
                <a:lnTo>
                  <a:pt x="101916" y="9660"/>
                </a:lnTo>
                <a:lnTo>
                  <a:pt x="101708" y="9895"/>
                </a:lnTo>
                <a:lnTo>
                  <a:pt x="101502" y="10128"/>
                </a:lnTo>
                <a:lnTo>
                  <a:pt x="101297" y="10358"/>
                </a:lnTo>
                <a:lnTo>
                  <a:pt x="101093" y="10587"/>
                </a:lnTo>
                <a:lnTo>
                  <a:pt x="100891" y="10813"/>
                </a:lnTo>
                <a:lnTo>
                  <a:pt x="100693" y="11034"/>
                </a:lnTo>
                <a:lnTo>
                  <a:pt x="100503" y="11245"/>
                </a:lnTo>
                <a:lnTo>
                  <a:pt x="100321" y="11447"/>
                </a:lnTo>
                <a:lnTo>
                  <a:pt x="100146" y="11639"/>
                </a:lnTo>
                <a:lnTo>
                  <a:pt x="99979" y="11822"/>
                </a:lnTo>
                <a:lnTo>
                  <a:pt x="99820" y="11996"/>
                </a:lnTo>
                <a:lnTo>
                  <a:pt x="99668" y="12160"/>
                </a:lnTo>
                <a:lnTo>
                  <a:pt x="99524" y="12315"/>
                </a:lnTo>
                <a:lnTo>
                  <a:pt x="99388" y="12461"/>
                </a:lnTo>
                <a:lnTo>
                  <a:pt x="99260" y="12597"/>
                </a:lnTo>
                <a:lnTo>
                  <a:pt x="99139" y="12724"/>
                </a:lnTo>
                <a:lnTo>
                  <a:pt x="99026" y="12841"/>
                </a:lnTo>
                <a:lnTo>
                  <a:pt x="98920" y="12949"/>
                </a:lnTo>
                <a:lnTo>
                  <a:pt x="98823" y="13047"/>
                </a:lnTo>
                <a:lnTo>
                  <a:pt x="98733" y="13137"/>
                </a:lnTo>
                <a:lnTo>
                  <a:pt x="98651" y="13216"/>
                </a:lnTo>
                <a:lnTo>
                  <a:pt x="98576" y="13287"/>
                </a:lnTo>
                <a:lnTo>
                  <a:pt x="98509" y="13348"/>
                </a:lnTo>
                <a:lnTo>
                  <a:pt x="98450" y="13399"/>
                </a:lnTo>
                <a:lnTo>
                  <a:pt x="98399" y="13442"/>
                </a:lnTo>
                <a:lnTo>
                  <a:pt x="98355" y="13474"/>
                </a:lnTo>
                <a:lnTo>
                  <a:pt x="98319" y="13498"/>
                </a:lnTo>
                <a:lnTo>
                  <a:pt x="98290" y="13512"/>
                </a:lnTo>
                <a:lnTo>
                  <a:pt x="98270" y="13517"/>
                </a:lnTo>
                <a:lnTo>
                  <a:pt x="97529" y="12431"/>
                </a:lnTo>
                <a:lnTo>
                  <a:pt x="96751" y="11391"/>
                </a:lnTo>
                <a:lnTo>
                  <a:pt x="95935" y="10397"/>
                </a:lnTo>
                <a:lnTo>
                  <a:pt x="95083" y="9450"/>
                </a:lnTo>
                <a:lnTo>
                  <a:pt x="94194" y="8549"/>
                </a:lnTo>
                <a:lnTo>
                  <a:pt x="93267" y="7694"/>
                </a:lnTo>
                <a:lnTo>
                  <a:pt x="92304" y="6885"/>
                </a:lnTo>
                <a:lnTo>
                  <a:pt x="91303" y="6123"/>
                </a:lnTo>
                <a:lnTo>
                  <a:pt x="90265" y="5407"/>
                </a:lnTo>
                <a:lnTo>
                  <a:pt x="89190" y="4737"/>
                </a:lnTo>
                <a:lnTo>
                  <a:pt x="88078" y="4113"/>
                </a:lnTo>
                <a:lnTo>
                  <a:pt x="86929" y="3535"/>
                </a:lnTo>
                <a:lnTo>
                  <a:pt x="85743" y="3004"/>
                </a:lnTo>
                <a:lnTo>
                  <a:pt x="84519" y="2518"/>
                </a:lnTo>
                <a:lnTo>
                  <a:pt x="83259" y="2079"/>
                </a:lnTo>
                <a:lnTo>
                  <a:pt x="81962" y="1687"/>
                </a:lnTo>
                <a:lnTo>
                  <a:pt x="80627" y="1340"/>
                </a:lnTo>
                <a:lnTo>
                  <a:pt x="79255" y="1040"/>
                </a:lnTo>
                <a:lnTo>
                  <a:pt x="77846" y="786"/>
                </a:lnTo>
                <a:lnTo>
                  <a:pt x="76400" y="578"/>
                </a:lnTo>
                <a:lnTo>
                  <a:pt x="74917" y="416"/>
                </a:lnTo>
                <a:lnTo>
                  <a:pt x="73397" y="300"/>
                </a:lnTo>
                <a:lnTo>
                  <a:pt x="71840" y="231"/>
                </a:lnTo>
                <a:lnTo>
                  <a:pt x="70246" y="208"/>
                </a:lnTo>
                <a:lnTo>
                  <a:pt x="68834" y="208"/>
                </a:lnTo>
                <a:lnTo>
                  <a:pt x="66617" y="208"/>
                </a:lnTo>
                <a:lnTo>
                  <a:pt x="66224" y="230"/>
                </a:lnTo>
                <a:lnTo>
                  <a:pt x="65819" y="263"/>
                </a:lnTo>
                <a:lnTo>
                  <a:pt x="65401" y="305"/>
                </a:lnTo>
                <a:lnTo>
                  <a:pt x="64970" y="358"/>
                </a:lnTo>
                <a:lnTo>
                  <a:pt x="64527" y="421"/>
                </a:lnTo>
                <a:lnTo>
                  <a:pt x="64071" y="494"/>
                </a:lnTo>
                <a:lnTo>
                  <a:pt x="63603" y="577"/>
                </a:lnTo>
                <a:lnTo>
                  <a:pt x="63122" y="670"/>
                </a:lnTo>
                <a:lnTo>
                  <a:pt x="62628" y="773"/>
                </a:lnTo>
                <a:lnTo>
                  <a:pt x="62122" y="887"/>
                </a:lnTo>
                <a:lnTo>
                  <a:pt x="61604" y="1010"/>
                </a:lnTo>
                <a:lnTo>
                  <a:pt x="61072" y="1144"/>
                </a:lnTo>
                <a:lnTo>
                  <a:pt x="60528" y="1287"/>
                </a:lnTo>
                <a:lnTo>
                  <a:pt x="59972" y="1441"/>
                </a:lnTo>
                <a:lnTo>
                  <a:pt x="59403" y="1605"/>
                </a:lnTo>
                <a:lnTo>
                  <a:pt x="58821" y="1779"/>
                </a:lnTo>
                <a:lnTo>
                  <a:pt x="58227" y="1963"/>
                </a:lnTo>
                <a:lnTo>
                  <a:pt x="57620" y="2157"/>
                </a:lnTo>
                <a:lnTo>
                  <a:pt x="57000" y="2362"/>
                </a:lnTo>
                <a:lnTo>
                  <a:pt x="56368" y="2576"/>
                </a:lnTo>
                <a:lnTo>
                  <a:pt x="55723" y="2801"/>
                </a:lnTo>
                <a:lnTo>
                  <a:pt x="55066" y="3035"/>
                </a:lnTo>
                <a:lnTo>
                  <a:pt x="54396" y="3280"/>
                </a:lnTo>
                <a:lnTo>
                  <a:pt x="53713" y="3535"/>
                </a:lnTo>
                <a:lnTo>
                  <a:pt x="53029" y="3799"/>
                </a:lnTo>
                <a:lnTo>
                  <a:pt x="52353" y="4069"/>
                </a:lnTo>
                <a:lnTo>
                  <a:pt x="51685" y="4347"/>
                </a:lnTo>
                <a:lnTo>
                  <a:pt x="51025" y="4633"/>
                </a:lnTo>
                <a:lnTo>
                  <a:pt x="50374" y="4925"/>
                </a:lnTo>
                <a:lnTo>
                  <a:pt x="49732" y="5225"/>
                </a:lnTo>
                <a:lnTo>
                  <a:pt x="49097" y="5532"/>
                </a:lnTo>
                <a:lnTo>
                  <a:pt x="48471" y="5846"/>
                </a:lnTo>
                <a:lnTo>
                  <a:pt x="47854" y="6167"/>
                </a:lnTo>
                <a:lnTo>
                  <a:pt x="47245" y="6496"/>
                </a:lnTo>
                <a:lnTo>
                  <a:pt x="46644" y="6831"/>
                </a:lnTo>
                <a:lnTo>
                  <a:pt x="46052" y="7174"/>
                </a:lnTo>
                <a:lnTo>
                  <a:pt x="45468" y="7524"/>
                </a:lnTo>
                <a:lnTo>
                  <a:pt x="44893" y="7882"/>
                </a:lnTo>
                <a:lnTo>
                  <a:pt x="44326" y="8246"/>
                </a:lnTo>
                <a:lnTo>
                  <a:pt x="43767" y="8618"/>
                </a:lnTo>
                <a:lnTo>
                  <a:pt x="43217" y="8997"/>
                </a:lnTo>
                <a:lnTo>
                  <a:pt x="42675" y="9384"/>
                </a:lnTo>
                <a:lnTo>
                  <a:pt x="42142" y="9777"/>
                </a:lnTo>
                <a:lnTo>
                  <a:pt x="41617" y="10178"/>
                </a:lnTo>
                <a:lnTo>
                  <a:pt x="41100" y="10586"/>
                </a:lnTo>
                <a:lnTo>
                  <a:pt x="40592" y="11001"/>
                </a:lnTo>
                <a:lnTo>
                  <a:pt x="40092" y="11423"/>
                </a:lnTo>
                <a:lnTo>
                  <a:pt x="39601" y="11853"/>
                </a:lnTo>
                <a:lnTo>
                  <a:pt x="39046" y="12295"/>
                </a:lnTo>
                <a:lnTo>
                  <a:pt x="38493" y="12756"/>
                </a:lnTo>
                <a:lnTo>
                  <a:pt x="37940" y="13234"/>
                </a:lnTo>
                <a:lnTo>
                  <a:pt x="37388" y="13730"/>
                </a:lnTo>
                <a:lnTo>
                  <a:pt x="36837" y="14245"/>
                </a:lnTo>
                <a:lnTo>
                  <a:pt x="36287" y="14777"/>
                </a:lnTo>
                <a:lnTo>
                  <a:pt x="35737" y="15328"/>
                </a:lnTo>
                <a:lnTo>
                  <a:pt x="35187" y="15897"/>
                </a:lnTo>
                <a:lnTo>
                  <a:pt x="34639" y="16483"/>
                </a:lnTo>
                <a:lnTo>
                  <a:pt x="34091" y="17088"/>
                </a:lnTo>
                <a:lnTo>
                  <a:pt x="33544" y="17711"/>
                </a:lnTo>
                <a:lnTo>
                  <a:pt x="32998" y="18352"/>
                </a:lnTo>
                <a:lnTo>
                  <a:pt x="32452" y="19010"/>
                </a:lnTo>
                <a:lnTo>
                  <a:pt x="31907" y="19687"/>
                </a:lnTo>
                <a:lnTo>
                  <a:pt x="31363" y="20382"/>
                </a:lnTo>
                <a:lnTo>
                  <a:pt x="30819" y="21095"/>
                </a:lnTo>
                <a:lnTo>
                  <a:pt x="30276" y="21826"/>
                </a:lnTo>
                <a:lnTo>
                  <a:pt x="29734" y="22575"/>
                </a:lnTo>
                <a:lnTo>
                  <a:pt x="29193" y="23343"/>
                </a:lnTo>
                <a:lnTo>
                  <a:pt x="28652" y="24128"/>
                </a:lnTo>
                <a:lnTo>
                  <a:pt x="28112" y="24931"/>
                </a:lnTo>
                <a:lnTo>
                  <a:pt x="27572" y="25752"/>
                </a:lnTo>
                <a:lnTo>
                  <a:pt x="27034" y="26592"/>
                </a:lnTo>
                <a:lnTo>
                  <a:pt x="26496" y="27449"/>
                </a:lnTo>
                <a:lnTo>
                  <a:pt x="25969" y="28320"/>
                </a:lnTo>
                <a:lnTo>
                  <a:pt x="25465" y="29198"/>
                </a:lnTo>
                <a:lnTo>
                  <a:pt x="24984" y="30084"/>
                </a:lnTo>
                <a:lnTo>
                  <a:pt x="24524" y="30979"/>
                </a:lnTo>
                <a:lnTo>
                  <a:pt x="24088" y="31881"/>
                </a:lnTo>
                <a:lnTo>
                  <a:pt x="23673" y="32791"/>
                </a:lnTo>
                <a:lnTo>
                  <a:pt x="23281" y="33709"/>
                </a:lnTo>
                <a:lnTo>
                  <a:pt x="22912" y="34635"/>
                </a:lnTo>
                <a:lnTo>
                  <a:pt x="22564" y="35569"/>
                </a:lnTo>
                <a:lnTo>
                  <a:pt x="22239" y="36511"/>
                </a:lnTo>
                <a:lnTo>
                  <a:pt x="21937" y="37461"/>
                </a:lnTo>
                <a:lnTo>
                  <a:pt x="21657" y="38419"/>
                </a:lnTo>
                <a:lnTo>
                  <a:pt x="21399" y="39384"/>
                </a:lnTo>
                <a:lnTo>
                  <a:pt x="21164" y="40358"/>
                </a:lnTo>
                <a:lnTo>
                  <a:pt x="20951" y="41340"/>
                </a:lnTo>
                <a:lnTo>
                  <a:pt x="20761" y="42329"/>
                </a:lnTo>
                <a:lnTo>
                  <a:pt x="20593" y="43327"/>
                </a:lnTo>
                <a:lnTo>
                  <a:pt x="20447" y="44332"/>
                </a:lnTo>
                <a:lnTo>
                  <a:pt x="20324" y="45346"/>
                </a:lnTo>
                <a:lnTo>
                  <a:pt x="20223" y="46367"/>
                </a:lnTo>
                <a:lnTo>
                  <a:pt x="20145" y="47396"/>
                </a:lnTo>
                <a:lnTo>
                  <a:pt x="20089" y="48433"/>
                </a:lnTo>
                <a:lnTo>
                  <a:pt x="20055" y="49479"/>
                </a:lnTo>
                <a:lnTo>
                  <a:pt x="20044" y="50532"/>
                </a:lnTo>
                <a:lnTo>
                  <a:pt x="20065" y="51887"/>
                </a:lnTo>
                <a:lnTo>
                  <a:pt x="20128" y="53216"/>
                </a:lnTo>
                <a:lnTo>
                  <a:pt x="20233" y="54518"/>
                </a:lnTo>
                <a:lnTo>
                  <a:pt x="20380" y="55794"/>
                </a:lnTo>
                <a:lnTo>
                  <a:pt x="20569" y="57043"/>
                </a:lnTo>
                <a:lnTo>
                  <a:pt x="20800" y="58265"/>
                </a:lnTo>
                <a:lnTo>
                  <a:pt x="21073" y="59460"/>
                </a:lnTo>
                <a:lnTo>
                  <a:pt x="21388" y="60629"/>
                </a:lnTo>
                <a:lnTo>
                  <a:pt x="21745" y="61771"/>
                </a:lnTo>
                <a:lnTo>
                  <a:pt x="22144" y="62886"/>
                </a:lnTo>
                <a:lnTo>
                  <a:pt x="22585" y="63974"/>
                </a:lnTo>
                <a:lnTo>
                  <a:pt x="23068" y="65036"/>
                </a:lnTo>
                <a:lnTo>
                  <a:pt x="23593" y="66071"/>
                </a:lnTo>
                <a:lnTo>
                  <a:pt x="24160" y="67079"/>
                </a:lnTo>
                <a:lnTo>
                  <a:pt x="24769" y="68061"/>
                </a:lnTo>
                <a:lnTo>
                  <a:pt x="25420" y="69016"/>
                </a:lnTo>
                <a:lnTo>
                  <a:pt x="26114" y="69944"/>
                </a:lnTo>
                <a:lnTo>
                  <a:pt x="26849" y="70846"/>
                </a:lnTo>
                <a:lnTo>
                  <a:pt x="27626" y="71720"/>
                </a:lnTo>
                <a:lnTo>
                  <a:pt x="28445" y="72568"/>
                </a:lnTo>
                <a:lnTo>
                  <a:pt x="29306" y="73390"/>
                </a:lnTo>
                <a:lnTo>
                  <a:pt x="30209" y="74184"/>
                </a:lnTo>
                <a:lnTo>
                  <a:pt x="31154" y="74952"/>
                </a:lnTo>
                <a:lnTo>
                  <a:pt x="32141" y="75693"/>
                </a:lnTo>
                <a:lnTo>
                  <a:pt x="32349" y="75867"/>
                </a:lnTo>
                <a:lnTo>
                  <a:pt x="32569" y="76040"/>
                </a:lnTo>
                <a:lnTo>
                  <a:pt x="32802" y="76213"/>
                </a:lnTo>
                <a:lnTo>
                  <a:pt x="33048" y="76387"/>
                </a:lnTo>
                <a:lnTo>
                  <a:pt x="33306" y="76560"/>
                </a:lnTo>
                <a:lnTo>
                  <a:pt x="33577" y="76733"/>
                </a:lnTo>
                <a:lnTo>
                  <a:pt x="33861" y="76907"/>
                </a:lnTo>
                <a:lnTo>
                  <a:pt x="34157" y="77080"/>
                </a:lnTo>
                <a:lnTo>
                  <a:pt x="34466" y="77253"/>
                </a:lnTo>
                <a:lnTo>
                  <a:pt x="34787" y="77426"/>
                </a:lnTo>
                <a:lnTo>
                  <a:pt x="35121" y="77600"/>
                </a:lnTo>
                <a:lnTo>
                  <a:pt x="35467" y="77773"/>
                </a:lnTo>
                <a:lnTo>
                  <a:pt x="35827" y="77946"/>
                </a:lnTo>
                <a:lnTo>
                  <a:pt x="36198" y="78120"/>
                </a:lnTo>
                <a:lnTo>
                  <a:pt x="36583" y="78293"/>
                </a:lnTo>
                <a:lnTo>
                  <a:pt x="36980" y="78466"/>
                </a:lnTo>
                <a:lnTo>
                  <a:pt x="37389" y="78639"/>
                </a:lnTo>
                <a:lnTo>
                  <a:pt x="37811" y="78813"/>
                </a:lnTo>
                <a:lnTo>
                  <a:pt x="38246" y="78986"/>
                </a:lnTo>
                <a:lnTo>
                  <a:pt x="38693" y="79159"/>
                </a:lnTo>
                <a:lnTo>
                  <a:pt x="39153" y="79333"/>
                </a:lnTo>
                <a:lnTo>
                  <a:pt x="39626" y="79506"/>
                </a:lnTo>
                <a:lnTo>
                  <a:pt x="40111" y="79679"/>
                </a:lnTo>
                <a:lnTo>
                  <a:pt x="40609" y="79852"/>
                </a:lnTo>
                <a:lnTo>
                  <a:pt x="41139" y="80032"/>
                </a:lnTo>
                <a:lnTo>
                  <a:pt x="41723" y="80224"/>
                </a:lnTo>
                <a:lnTo>
                  <a:pt x="42360" y="80428"/>
                </a:lnTo>
                <a:lnTo>
                  <a:pt x="43050" y="80644"/>
                </a:lnTo>
                <a:lnTo>
                  <a:pt x="43794" y="80872"/>
                </a:lnTo>
                <a:lnTo>
                  <a:pt x="44590" y="81113"/>
                </a:lnTo>
                <a:lnTo>
                  <a:pt x="45440" y="81366"/>
                </a:lnTo>
                <a:lnTo>
                  <a:pt x="46343" y="81632"/>
                </a:lnTo>
                <a:lnTo>
                  <a:pt x="47300" y="81909"/>
                </a:lnTo>
                <a:lnTo>
                  <a:pt x="48309" y="82199"/>
                </a:lnTo>
                <a:lnTo>
                  <a:pt x="49372" y="82501"/>
                </a:lnTo>
                <a:lnTo>
                  <a:pt x="50488" y="82816"/>
                </a:lnTo>
                <a:lnTo>
                  <a:pt x="51657" y="83142"/>
                </a:lnTo>
                <a:lnTo>
                  <a:pt x="52879" y="83481"/>
                </a:lnTo>
                <a:lnTo>
                  <a:pt x="54154" y="83833"/>
                </a:lnTo>
                <a:lnTo>
                  <a:pt x="55483" y="84196"/>
                </a:lnTo>
                <a:lnTo>
                  <a:pt x="56865" y="84572"/>
                </a:lnTo>
                <a:lnTo>
                  <a:pt x="58300" y="84960"/>
                </a:lnTo>
                <a:lnTo>
                  <a:pt x="59788" y="85361"/>
                </a:lnTo>
                <a:lnTo>
                  <a:pt x="61330" y="85773"/>
                </a:lnTo>
                <a:lnTo>
                  <a:pt x="62925" y="86198"/>
                </a:lnTo>
                <a:lnTo>
                  <a:pt x="64572" y="86635"/>
                </a:lnTo>
                <a:lnTo>
                  <a:pt x="66274" y="87085"/>
                </a:lnTo>
                <a:lnTo>
                  <a:pt x="68028" y="87547"/>
                </a:lnTo>
                <a:lnTo>
                  <a:pt x="68883" y="87977"/>
                </a:lnTo>
                <a:lnTo>
                  <a:pt x="69702" y="88435"/>
                </a:lnTo>
                <a:lnTo>
                  <a:pt x="70485" y="88921"/>
                </a:lnTo>
                <a:lnTo>
                  <a:pt x="71231" y="89435"/>
                </a:lnTo>
                <a:lnTo>
                  <a:pt x="71941" y="89978"/>
                </a:lnTo>
                <a:lnTo>
                  <a:pt x="72615" y="90549"/>
                </a:lnTo>
                <a:lnTo>
                  <a:pt x="73252" y="91148"/>
                </a:lnTo>
                <a:lnTo>
                  <a:pt x="73852" y="91775"/>
                </a:lnTo>
                <a:lnTo>
                  <a:pt x="74416" y="92430"/>
                </a:lnTo>
                <a:lnTo>
                  <a:pt x="74944" y="93114"/>
                </a:lnTo>
                <a:lnTo>
                  <a:pt x="75436" y="93825"/>
                </a:lnTo>
                <a:lnTo>
                  <a:pt x="75891" y="94565"/>
                </a:lnTo>
                <a:lnTo>
                  <a:pt x="76309" y="95333"/>
                </a:lnTo>
                <a:lnTo>
                  <a:pt x="76692" y="96129"/>
                </a:lnTo>
                <a:lnTo>
                  <a:pt x="77037" y="96953"/>
                </a:lnTo>
                <a:lnTo>
                  <a:pt x="77347" y="97805"/>
                </a:lnTo>
                <a:lnTo>
                  <a:pt x="77620" y="98686"/>
                </a:lnTo>
                <a:lnTo>
                  <a:pt x="77856" y="99595"/>
                </a:lnTo>
                <a:lnTo>
                  <a:pt x="78057" y="100531"/>
                </a:lnTo>
                <a:lnTo>
                  <a:pt x="78221" y="101496"/>
                </a:lnTo>
                <a:lnTo>
                  <a:pt x="78348" y="102490"/>
                </a:lnTo>
                <a:lnTo>
                  <a:pt x="78439" y="103511"/>
                </a:lnTo>
                <a:lnTo>
                  <a:pt x="78494" y="104560"/>
                </a:lnTo>
                <a:lnTo>
                  <a:pt x="78512" y="105638"/>
                </a:lnTo>
                <a:lnTo>
                  <a:pt x="78478" y="106828"/>
                </a:lnTo>
                <a:lnTo>
                  <a:pt x="78411" y="108005"/>
                </a:lnTo>
                <a:lnTo>
                  <a:pt x="78310" y="109170"/>
                </a:lnTo>
                <a:lnTo>
                  <a:pt x="78176" y="110323"/>
                </a:lnTo>
                <a:lnTo>
                  <a:pt x="78008" y="111463"/>
                </a:lnTo>
                <a:lnTo>
                  <a:pt x="77806" y="112591"/>
                </a:lnTo>
                <a:lnTo>
                  <a:pt x="77571" y="113707"/>
                </a:lnTo>
                <a:lnTo>
                  <a:pt x="77302" y="114811"/>
                </a:lnTo>
                <a:lnTo>
                  <a:pt x="77000" y="115902"/>
                </a:lnTo>
                <a:lnTo>
                  <a:pt x="76664" y="116981"/>
                </a:lnTo>
                <a:lnTo>
                  <a:pt x="76294" y="118048"/>
                </a:lnTo>
                <a:lnTo>
                  <a:pt x="75891" y="119103"/>
                </a:lnTo>
                <a:lnTo>
                  <a:pt x="75454" y="120145"/>
                </a:lnTo>
                <a:lnTo>
                  <a:pt x="74984" y="121175"/>
                </a:lnTo>
                <a:lnTo>
                  <a:pt x="74479" y="122193"/>
                </a:lnTo>
                <a:lnTo>
                  <a:pt x="73942" y="123198"/>
                </a:lnTo>
                <a:lnTo>
                  <a:pt x="73371" y="124191"/>
                </a:lnTo>
                <a:lnTo>
                  <a:pt x="72766" y="125172"/>
                </a:lnTo>
                <a:lnTo>
                  <a:pt x="72127" y="126141"/>
                </a:lnTo>
                <a:lnTo>
                  <a:pt x="71455" y="127097"/>
                </a:lnTo>
                <a:lnTo>
                  <a:pt x="70750" y="128041"/>
                </a:lnTo>
                <a:lnTo>
                  <a:pt x="70010" y="128973"/>
                </a:lnTo>
                <a:lnTo>
                  <a:pt x="69238" y="129893"/>
                </a:lnTo>
                <a:lnTo>
                  <a:pt x="68431" y="130800"/>
                </a:lnTo>
                <a:lnTo>
                  <a:pt x="67604" y="131682"/>
                </a:lnTo>
                <a:lnTo>
                  <a:pt x="66771" y="132527"/>
                </a:lnTo>
                <a:lnTo>
                  <a:pt x="65930" y="133334"/>
                </a:lnTo>
                <a:lnTo>
                  <a:pt x="65082" y="134104"/>
                </a:lnTo>
                <a:lnTo>
                  <a:pt x="64227" y="134836"/>
                </a:lnTo>
                <a:lnTo>
                  <a:pt x="63366" y="135531"/>
                </a:lnTo>
                <a:lnTo>
                  <a:pt x="62497" y="136188"/>
                </a:lnTo>
                <a:lnTo>
                  <a:pt x="61621" y="136807"/>
                </a:lnTo>
                <a:lnTo>
                  <a:pt x="60738" y="137389"/>
                </a:lnTo>
                <a:lnTo>
                  <a:pt x="59849" y="137934"/>
                </a:lnTo>
                <a:lnTo>
                  <a:pt x="58952" y="138441"/>
                </a:lnTo>
                <a:lnTo>
                  <a:pt x="58048" y="138910"/>
                </a:lnTo>
                <a:lnTo>
                  <a:pt x="57137" y="139342"/>
                </a:lnTo>
                <a:lnTo>
                  <a:pt x="56220" y="139736"/>
                </a:lnTo>
                <a:lnTo>
                  <a:pt x="55295" y="140093"/>
                </a:lnTo>
                <a:lnTo>
                  <a:pt x="54363" y="140412"/>
                </a:lnTo>
                <a:lnTo>
                  <a:pt x="53424" y="140693"/>
                </a:lnTo>
                <a:lnTo>
                  <a:pt x="52479" y="140938"/>
                </a:lnTo>
                <a:lnTo>
                  <a:pt x="51526" y="141144"/>
                </a:lnTo>
                <a:lnTo>
                  <a:pt x="50566" y="141313"/>
                </a:lnTo>
                <a:lnTo>
                  <a:pt x="49599" y="141444"/>
                </a:lnTo>
                <a:lnTo>
                  <a:pt x="48626" y="141538"/>
                </a:lnTo>
                <a:lnTo>
                  <a:pt x="47645" y="141595"/>
                </a:lnTo>
                <a:lnTo>
                  <a:pt x="46657" y="141613"/>
                </a:lnTo>
                <a:lnTo>
                  <a:pt x="46188" y="141612"/>
                </a:lnTo>
                <a:lnTo>
                  <a:pt x="45720" y="1416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8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CCD91094-FF2D-4FAC-BF81-BAE1A9EE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3" y="6542448"/>
            <a:ext cx="114703" cy="151384"/>
          </a:xfrm>
          <a:custGeom xmlns:a="http://schemas.openxmlformats.org/drawingml/2006/main">
            <a:pathLst>
              <a:path w="114703" h="151384">
                <a:moveTo>
                  <a:pt x="46188" y="141612"/>
                </a:moveTo>
                <a:lnTo>
                  <a:pt x="46656" y="141614"/>
                </a:lnTo>
                <a:lnTo>
                  <a:pt x="47641" y="141595"/>
                </a:lnTo>
                <a:lnTo>
                  <a:pt x="48618" y="141539"/>
                </a:lnTo>
                <a:lnTo>
                  <a:pt x="49587" y="141445"/>
                </a:lnTo>
                <a:lnTo>
                  <a:pt x="50550" y="141314"/>
                </a:lnTo>
                <a:lnTo>
                  <a:pt x="51506" y="141146"/>
                </a:lnTo>
                <a:lnTo>
                  <a:pt x="52455" y="140941"/>
                </a:lnTo>
                <a:lnTo>
                  <a:pt x="53397" y="140697"/>
                </a:lnTo>
                <a:lnTo>
                  <a:pt x="54332" y="140417"/>
                </a:lnTo>
                <a:lnTo>
                  <a:pt x="55260" y="140099"/>
                </a:lnTo>
                <a:lnTo>
                  <a:pt x="56181" y="139744"/>
                </a:lnTo>
                <a:lnTo>
                  <a:pt x="57095" y="139351"/>
                </a:lnTo>
                <a:lnTo>
                  <a:pt x="58003" y="138921"/>
                </a:lnTo>
                <a:lnTo>
                  <a:pt x="58903" y="138453"/>
                </a:lnTo>
                <a:lnTo>
                  <a:pt x="59797" y="137948"/>
                </a:lnTo>
                <a:lnTo>
                  <a:pt x="60683" y="137406"/>
                </a:lnTo>
                <a:lnTo>
                  <a:pt x="61563" y="136826"/>
                </a:lnTo>
                <a:lnTo>
                  <a:pt x="62436" y="136208"/>
                </a:lnTo>
                <a:lnTo>
                  <a:pt x="63303" y="135553"/>
                </a:lnTo>
                <a:lnTo>
                  <a:pt x="64162" y="134860"/>
                </a:lnTo>
                <a:lnTo>
                  <a:pt x="65014" y="134130"/>
                </a:lnTo>
                <a:lnTo>
                  <a:pt x="65860" y="133362"/>
                </a:lnTo>
                <a:lnTo>
                  <a:pt x="66699" y="132557"/>
                </a:lnTo>
                <a:lnTo>
                  <a:pt x="67531" y="131714"/>
                </a:lnTo>
                <a:lnTo>
                  <a:pt x="68355" y="130834"/>
                </a:lnTo>
                <a:lnTo>
                  <a:pt x="69160" y="129928"/>
                </a:lnTo>
                <a:lnTo>
                  <a:pt x="69931" y="129011"/>
                </a:lnTo>
                <a:lnTo>
                  <a:pt x="70669" y="128082"/>
                </a:lnTo>
                <a:lnTo>
                  <a:pt x="71372" y="127140"/>
                </a:lnTo>
                <a:lnTo>
                  <a:pt x="72043" y="126186"/>
                </a:lnTo>
                <a:lnTo>
                  <a:pt x="72679" y="125220"/>
                </a:lnTo>
                <a:lnTo>
                  <a:pt x="73283" y="124242"/>
                </a:lnTo>
                <a:lnTo>
                  <a:pt x="73852" y="123251"/>
                </a:lnTo>
                <a:lnTo>
                  <a:pt x="74388" y="122249"/>
                </a:lnTo>
                <a:lnTo>
                  <a:pt x="74891" y="121234"/>
                </a:lnTo>
                <a:lnTo>
                  <a:pt x="75360" y="120207"/>
                </a:lnTo>
                <a:lnTo>
                  <a:pt x="75796" y="119167"/>
                </a:lnTo>
                <a:lnTo>
                  <a:pt x="76198" y="118116"/>
                </a:lnTo>
                <a:lnTo>
                  <a:pt x="76566" y="117052"/>
                </a:lnTo>
                <a:lnTo>
                  <a:pt x="76901" y="115976"/>
                </a:lnTo>
                <a:lnTo>
                  <a:pt x="77203" y="114888"/>
                </a:lnTo>
                <a:lnTo>
                  <a:pt x="77471" y="113787"/>
                </a:lnTo>
                <a:lnTo>
                  <a:pt x="77706" y="112675"/>
                </a:lnTo>
                <a:lnTo>
                  <a:pt x="77907" y="111549"/>
                </a:lnTo>
                <a:lnTo>
                  <a:pt x="78074" y="110412"/>
                </a:lnTo>
                <a:lnTo>
                  <a:pt x="78208" y="109262"/>
                </a:lnTo>
                <a:lnTo>
                  <a:pt x="78309" y="108100"/>
                </a:lnTo>
                <a:lnTo>
                  <a:pt x="78376" y="106926"/>
                </a:lnTo>
                <a:lnTo>
                  <a:pt x="78409" y="105740"/>
                </a:lnTo>
                <a:lnTo>
                  <a:pt x="78391" y="104667"/>
                </a:lnTo>
                <a:lnTo>
                  <a:pt x="78337" y="103621"/>
                </a:lnTo>
                <a:lnTo>
                  <a:pt x="78246" y="102603"/>
                </a:lnTo>
                <a:lnTo>
                  <a:pt x="78119" y="101614"/>
                </a:lnTo>
                <a:lnTo>
                  <a:pt x="77956" y="100653"/>
                </a:lnTo>
                <a:lnTo>
                  <a:pt x="77757" y="99721"/>
                </a:lnTo>
                <a:lnTo>
                  <a:pt x="77521" y="98817"/>
                </a:lnTo>
                <a:lnTo>
                  <a:pt x="77250" y="97941"/>
                </a:lnTo>
                <a:lnTo>
                  <a:pt x="76942" y="97093"/>
                </a:lnTo>
                <a:lnTo>
                  <a:pt x="76598" y="96273"/>
                </a:lnTo>
                <a:lnTo>
                  <a:pt x="76218" y="95482"/>
                </a:lnTo>
                <a:lnTo>
                  <a:pt x="75802" y="94719"/>
                </a:lnTo>
                <a:lnTo>
                  <a:pt x="75350" y="93984"/>
                </a:lnTo>
                <a:lnTo>
                  <a:pt x="74862" y="93277"/>
                </a:lnTo>
                <a:lnTo>
                  <a:pt x="74337" y="92598"/>
                </a:lnTo>
                <a:lnTo>
                  <a:pt x="73776" y="91946"/>
                </a:lnTo>
                <a:lnTo>
                  <a:pt x="73180" y="91323"/>
                </a:lnTo>
                <a:lnTo>
                  <a:pt x="72546" y="90728"/>
                </a:lnTo>
                <a:lnTo>
                  <a:pt x="71877" y="90160"/>
                </a:lnTo>
                <a:lnTo>
                  <a:pt x="71171" y="89621"/>
                </a:lnTo>
                <a:lnTo>
                  <a:pt x="70429" y="89109"/>
                </a:lnTo>
                <a:lnTo>
                  <a:pt x="69650" y="88626"/>
                </a:lnTo>
                <a:lnTo>
                  <a:pt x="68835" y="88170"/>
                </a:lnTo>
                <a:lnTo>
                  <a:pt x="67991" y="87746"/>
                </a:lnTo>
                <a:lnTo>
                  <a:pt x="66248" y="87286"/>
                </a:lnTo>
                <a:lnTo>
                  <a:pt x="64546" y="86837"/>
                </a:lnTo>
                <a:lnTo>
                  <a:pt x="62898" y="86400"/>
                </a:lnTo>
                <a:lnTo>
                  <a:pt x="61303" y="85975"/>
                </a:lnTo>
                <a:lnTo>
                  <a:pt x="59762" y="85562"/>
                </a:lnTo>
                <a:lnTo>
                  <a:pt x="58273" y="85162"/>
                </a:lnTo>
                <a:lnTo>
                  <a:pt x="56838" y="84774"/>
                </a:lnTo>
                <a:lnTo>
                  <a:pt x="55456" y="84398"/>
                </a:lnTo>
                <a:lnTo>
                  <a:pt x="54127" y="84034"/>
                </a:lnTo>
                <a:lnTo>
                  <a:pt x="52852" y="83683"/>
                </a:lnTo>
                <a:lnTo>
                  <a:pt x="51629" y="83344"/>
                </a:lnTo>
                <a:lnTo>
                  <a:pt x="50460" y="83017"/>
                </a:lnTo>
                <a:lnTo>
                  <a:pt x="49344" y="82702"/>
                </a:lnTo>
                <a:lnTo>
                  <a:pt x="48281" y="82400"/>
                </a:lnTo>
                <a:lnTo>
                  <a:pt x="47271" y="82110"/>
                </a:lnTo>
                <a:lnTo>
                  <a:pt x="46315" y="81833"/>
                </a:lnTo>
                <a:lnTo>
                  <a:pt x="45411" y="81567"/>
                </a:lnTo>
                <a:lnTo>
                  <a:pt x="44561" y="81314"/>
                </a:lnTo>
                <a:lnTo>
                  <a:pt x="43764" y="81073"/>
                </a:lnTo>
                <a:lnTo>
                  <a:pt x="43020" y="80844"/>
                </a:lnTo>
                <a:lnTo>
                  <a:pt x="42329" y="80628"/>
                </a:lnTo>
                <a:lnTo>
                  <a:pt x="41691" y="80424"/>
                </a:lnTo>
                <a:lnTo>
                  <a:pt x="41107" y="80232"/>
                </a:lnTo>
                <a:lnTo>
                  <a:pt x="40575" y="80052"/>
                </a:lnTo>
                <a:lnTo>
                  <a:pt x="40077" y="79878"/>
                </a:lnTo>
                <a:lnTo>
                  <a:pt x="39591" y="79705"/>
                </a:lnTo>
                <a:lnTo>
                  <a:pt x="39118" y="79531"/>
                </a:lnTo>
                <a:lnTo>
                  <a:pt x="38657" y="79358"/>
                </a:lnTo>
                <a:lnTo>
                  <a:pt x="38209" y="79184"/>
                </a:lnTo>
                <a:lnTo>
                  <a:pt x="37773" y="79010"/>
                </a:lnTo>
                <a:lnTo>
                  <a:pt x="37350" y="78837"/>
                </a:lnTo>
                <a:lnTo>
                  <a:pt x="36939" y="78663"/>
                </a:lnTo>
                <a:lnTo>
                  <a:pt x="36541" y="78489"/>
                </a:lnTo>
                <a:lnTo>
                  <a:pt x="36156" y="78315"/>
                </a:lnTo>
                <a:lnTo>
                  <a:pt x="35783" y="78141"/>
                </a:lnTo>
                <a:lnTo>
                  <a:pt x="35422" y="77968"/>
                </a:lnTo>
                <a:lnTo>
                  <a:pt x="35074" y="77794"/>
                </a:lnTo>
                <a:lnTo>
                  <a:pt x="34739" y="77620"/>
                </a:lnTo>
                <a:lnTo>
                  <a:pt x="34416" y="77445"/>
                </a:lnTo>
                <a:lnTo>
                  <a:pt x="34106" y="77271"/>
                </a:lnTo>
                <a:lnTo>
                  <a:pt x="33808" y="77097"/>
                </a:lnTo>
                <a:lnTo>
                  <a:pt x="33523" y="76923"/>
                </a:lnTo>
                <a:lnTo>
                  <a:pt x="33250" y="76748"/>
                </a:lnTo>
                <a:lnTo>
                  <a:pt x="32990" y="76574"/>
                </a:lnTo>
                <a:lnTo>
                  <a:pt x="32742" y="76399"/>
                </a:lnTo>
                <a:lnTo>
                  <a:pt x="32507" y="76224"/>
                </a:lnTo>
                <a:lnTo>
                  <a:pt x="32284" y="76049"/>
                </a:lnTo>
                <a:lnTo>
                  <a:pt x="32077" y="75876"/>
                </a:lnTo>
                <a:lnTo>
                  <a:pt x="31091" y="75136"/>
                </a:lnTo>
                <a:lnTo>
                  <a:pt x="30143" y="74365"/>
                </a:lnTo>
                <a:lnTo>
                  <a:pt x="29237" y="73568"/>
                </a:lnTo>
                <a:lnTo>
                  <a:pt x="28372" y="72744"/>
                </a:lnTo>
                <a:lnTo>
                  <a:pt x="27550" y="71893"/>
                </a:lnTo>
                <a:lnTo>
                  <a:pt x="26771" y="71015"/>
                </a:lnTo>
                <a:lnTo>
                  <a:pt x="26033" y="70110"/>
                </a:lnTo>
                <a:lnTo>
                  <a:pt x="25337" y="69178"/>
                </a:lnTo>
                <a:lnTo>
                  <a:pt x="24684" y="68220"/>
                </a:lnTo>
                <a:lnTo>
                  <a:pt x="24072" y="67234"/>
                </a:lnTo>
                <a:lnTo>
                  <a:pt x="23503" y="66222"/>
                </a:lnTo>
                <a:lnTo>
                  <a:pt x="22976" y="65183"/>
                </a:lnTo>
                <a:lnTo>
                  <a:pt x="22491" y="64117"/>
                </a:lnTo>
                <a:lnTo>
                  <a:pt x="22049" y="63025"/>
                </a:lnTo>
                <a:lnTo>
                  <a:pt x="21648" y="61906"/>
                </a:lnTo>
                <a:lnTo>
                  <a:pt x="21290" y="60760"/>
                </a:lnTo>
                <a:lnTo>
                  <a:pt x="20974" y="59587"/>
                </a:lnTo>
                <a:lnTo>
                  <a:pt x="20700" y="58388"/>
                </a:lnTo>
                <a:lnTo>
                  <a:pt x="20468" y="57163"/>
                </a:lnTo>
                <a:lnTo>
                  <a:pt x="20279" y="55910"/>
                </a:lnTo>
                <a:lnTo>
                  <a:pt x="20131" y="54631"/>
                </a:lnTo>
                <a:lnTo>
                  <a:pt x="20026" y="53325"/>
                </a:lnTo>
                <a:lnTo>
                  <a:pt x="19963" y="51993"/>
                </a:lnTo>
                <a:lnTo>
                  <a:pt x="19942" y="50635"/>
                </a:lnTo>
                <a:lnTo>
                  <a:pt x="19953" y="49579"/>
                </a:lnTo>
                <a:lnTo>
                  <a:pt x="19987" y="48532"/>
                </a:lnTo>
                <a:lnTo>
                  <a:pt x="20043" y="47492"/>
                </a:lnTo>
                <a:lnTo>
                  <a:pt x="20121" y="46461"/>
                </a:lnTo>
                <a:lnTo>
                  <a:pt x="20222" y="45437"/>
                </a:lnTo>
                <a:lnTo>
                  <a:pt x="20346" y="44421"/>
                </a:lnTo>
                <a:lnTo>
                  <a:pt x="20492" y="43414"/>
                </a:lnTo>
                <a:lnTo>
                  <a:pt x="20660" y="42414"/>
                </a:lnTo>
                <a:lnTo>
                  <a:pt x="20851" y="41422"/>
                </a:lnTo>
                <a:lnTo>
                  <a:pt x="21064" y="40438"/>
                </a:lnTo>
                <a:lnTo>
                  <a:pt x="21300" y="39462"/>
                </a:lnTo>
                <a:lnTo>
                  <a:pt x="21558" y="38494"/>
                </a:lnTo>
                <a:lnTo>
                  <a:pt x="21839" y="37534"/>
                </a:lnTo>
                <a:lnTo>
                  <a:pt x="22142" y="36581"/>
                </a:lnTo>
                <a:lnTo>
                  <a:pt x="22468" y="35637"/>
                </a:lnTo>
                <a:lnTo>
                  <a:pt x="22816" y="34701"/>
                </a:lnTo>
                <a:lnTo>
                  <a:pt x="23187" y="33773"/>
                </a:lnTo>
                <a:lnTo>
                  <a:pt x="23579" y="32852"/>
                </a:lnTo>
                <a:lnTo>
                  <a:pt x="23995" y="31940"/>
                </a:lnTo>
                <a:lnTo>
                  <a:pt x="24433" y="31036"/>
                </a:lnTo>
                <a:lnTo>
                  <a:pt x="24893" y="30139"/>
                </a:lnTo>
                <a:lnTo>
                  <a:pt x="25376" y="29251"/>
                </a:lnTo>
                <a:lnTo>
                  <a:pt x="25881" y="28370"/>
                </a:lnTo>
                <a:lnTo>
                  <a:pt x="26409" y="27498"/>
                </a:lnTo>
                <a:lnTo>
                  <a:pt x="26947" y="26640"/>
                </a:lnTo>
                <a:lnTo>
                  <a:pt x="27487" y="25799"/>
                </a:lnTo>
                <a:lnTo>
                  <a:pt x="28027" y="24977"/>
                </a:lnTo>
                <a:lnTo>
                  <a:pt x="28567" y="24173"/>
                </a:lnTo>
                <a:lnTo>
                  <a:pt x="29109" y="23387"/>
                </a:lnTo>
                <a:lnTo>
                  <a:pt x="29651" y="22619"/>
                </a:lnTo>
                <a:lnTo>
                  <a:pt x="30194" y="21868"/>
                </a:lnTo>
                <a:lnTo>
                  <a:pt x="30737" y="21136"/>
                </a:lnTo>
                <a:lnTo>
                  <a:pt x="31282" y="20422"/>
                </a:lnTo>
                <a:lnTo>
                  <a:pt x="31827" y="19726"/>
                </a:lnTo>
                <a:lnTo>
                  <a:pt x="32373" y="19048"/>
                </a:lnTo>
                <a:lnTo>
                  <a:pt x="32919" y="18388"/>
                </a:lnTo>
                <a:lnTo>
                  <a:pt x="33467" y="17746"/>
                </a:lnTo>
                <a:lnTo>
                  <a:pt x="34015" y="17122"/>
                </a:lnTo>
                <a:lnTo>
                  <a:pt x="34564" y="16517"/>
                </a:lnTo>
                <a:lnTo>
                  <a:pt x="35113" y="15929"/>
                </a:lnTo>
                <a:lnTo>
                  <a:pt x="35664" y="15359"/>
                </a:lnTo>
                <a:lnTo>
                  <a:pt x="36215" y="14807"/>
                </a:lnTo>
                <a:lnTo>
                  <a:pt x="36767" y="14273"/>
                </a:lnTo>
                <a:lnTo>
                  <a:pt x="37319" y="13758"/>
                </a:lnTo>
                <a:lnTo>
                  <a:pt x="37873" y="13260"/>
                </a:lnTo>
                <a:lnTo>
                  <a:pt x="38427" y="12780"/>
                </a:lnTo>
                <a:lnTo>
                  <a:pt x="38982" y="12319"/>
                </a:lnTo>
                <a:lnTo>
                  <a:pt x="39535" y="11877"/>
                </a:lnTo>
                <a:lnTo>
                  <a:pt x="40025" y="11449"/>
                </a:lnTo>
                <a:lnTo>
                  <a:pt x="40526" y="11025"/>
                </a:lnTo>
                <a:lnTo>
                  <a:pt x="41036" y="10609"/>
                </a:lnTo>
                <a:lnTo>
                  <a:pt x="41554" y="10200"/>
                </a:lnTo>
                <a:lnTo>
                  <a:pt x="42080" y="9798"/>
                </a:lnTo>
                <a:lnTo>
                  <a:pt x="42615" y="9403"/>
                </a:lnTo>
                <a:lnTo>
                  <a:pt x="43158" y="9016"/>
                </a:lnTo>
                <a:lnTo>
                  <a:pt x="43710" y="8636"/>
                </a:lnTo>
                <a:lnTo>
                  <a:pt x="44270" y="8263"/>
                </a:lnTo>
                <a:lnTo>
                  <a:pt x="44838" y="7898"/>
                </a:lnTo>
                <a:lnTo>
                  <a:pt x="45415" y="7540"/>
                </a:lnTo>
                <a:lnTo>
                  <a:pt x="46000" y="7189"/>
                </a:lnTo>
                <a:lnTo>
                  <a:pt x="46594" y="6845"/>
                </a:lnTo>
                <a:lnTo>
                  <a:pt x="47196" y="6508"/>
                </a:lnTo>
                <a:lnTo>
                  <a:pt x="47806" y="6179"/>
                </a:lnTo>
                <a:lnTo>
                  <a:pt x="48425" y="5857"/>
                </a:lnTo>
                <a:lnTo>
                  <a:pt x="49052" y="5542"/>
                </a:lnTo>
                <a:lnTo>
                  <a:pt x="49688" y="5235"/>
                </a:lnTo>
                <a:lnTo>
                  <a:pt x="50332" y="4935"/>
                </a:lnTo>
                <a:lnTo>
                  <a:pt x="50984" y="4642"/>
                </a:lnTo>
                <a:lnTo>
                  <a:pt x="51645" y="4356"/>
                </a:lnTo>
                <a:lnTo>
                  <a:pt x="52314" y="4077"/>
                </a:lnTo>
                <a:lnTo>
                  <a:pt x="52991" y="3806"/>
                </a:lnTo>
                <a:lnTo>
                  <a:pt x="53677" y="3542"/>
                </a:lnTo>
                <a:lnTo>
                  <a:pt x="54360" y="3287"/>
                </a:lnTo>
                <a:lnTo>
                  <a:pt x="55031" y="3042"/>
                </a:lnTo>
                <a:lnTo>
                  <a:pt x="55689" y="2807"/>
                </a:lnTo>
                <a:lnTo>
                  <a:pt x="56335" y="2582"/>
                </a:lnTo>
                <a:lnTo>
                  <a:pt x="56968" y="2367"/>
                </a:lnTo>
                <a:lnTo>
                  <a:pt x="57588" y="2163"/>
                </a:lnTo>
                <a:lnTo>
                  <a:pt x="58196" y="1968"/>
                </a:lnTo>
                <a:lnTo>
                  <a:pt x="58791" y="1784"/>
                </a:lnTo>
                <a:lnTo>
                  <a:pt x="59374" y="1610"/>
                </a:lnTo>
                <a:lnTo>
                  <a:pt x="59944" y="1445"/>
                </a:lnTo>
                <a:lnTo>
                  <a:pt x="60502" y="1291"/>
                </a:lnTo>
                <a:lnTo>
                  <a:pt x="61047" y="1147"/>
                </a:lnTo>
                <a:lnTo>
                  <a:pt x="61579" y="1013"/>
                </a:lnTo>
                <a:lnTo>
                  <a:pt x="62099" y="890"/>
                </a:lnTo>
                <a:lnTo>
                  <a:pt x="62607" y="776"/>
                </a:lnTo>
                <a:lnTo>
                  <a:pt x="63102" y="672"/>
                </a:lnTo>
                <a:lnTo>
                  <a:pt x="63584" y="579"/>
                </a:lnTo>
                <a:lnTo>
                  <a:pt x="64054" y="496"/>
                </a:lnTo>
                <a:lnTo>
                  <a:pt x="64512" y="422"/>
                </a:lnTo>
                <a:lnTo>
                  <a:pt x="64957" y="359"/>
                </a:lnTo>
                <a:lnTo>
                  <a:pt x="65389" y="306"/>
                </a:lnTo>
                <a:lnTo>
                  <a:pt x="65809" y="264"/>
                </a:lnTo>
                <a:lnTo>
                  <a:pt x="66217" y="231"/>
                </a:lnTo>
                <a:lnTo>
                  <a:pt x="66614" y="208"/>
                </a:lnTo>
                <a:lnTo>
                  <a:pt x="70246" y="208"/>
                </a:lnTo>
                <a:lnTo>
                  <a:pt x="71843" y="231"/>
                </a:lnTo>
                <a:lnTo>
                  <a:pt x="73403" y="301"/>
                </a:lnTo>
                <a:lnTo>
                  <a:pt x="74927" y="417"/>
                </a:lnTo>
                <a:lnTo>
                  <a:pt x="76413" y="579"/>
                </a:lnTo>
                <a:lnTo>
                  <a:pt x="77863" y="787"/>
                </a:lnTo>
                <a:lnTo>
                  <a:pt x="79275" y="1042"/>
                </a:lnTo>
                <a:lnTo>
                  <a:pt x="80651" y="1343"/>
                </a:lnTo>
                <a:lnTo>
                  <a:pt x="81989" y="1691"/>
                </a:lnTo>
                <a:lnTo>
                  <a:pt x="83291" y="2085"/>
                </a:lnTo>
                <a:lnTo>
                  <a:pt x="84555" y="2525"/>
                </a:lnTo>
                <a:lnTo>
                  <a:pt x="85783" y="3012"/>
                </a:lnTo>
                <a:lnTo>
                  <a:pt x="86973" y="3545"/>
                </a:lnTo>
                <a:lnTo>
                  <a:pt x="88126" y="4125"/>
                </a:lnTo>
                <a:lnTo>
                  <a:pt x="89242" y="4751"/>
                </a:lnTo>
                <a:lnTo>
                  <a:pt x="90321" y="5424"/>
                </a:lnTo>
                <a:lnTo>
                  <a:pt x="91363" y="6143"/>
                </a:lnTo>
                <a:lnTo>
                  <a:pt x="92368" y="6908"/>
                </a:lnTo>
                <a:lnTo>
                  <a:pt x="93335" y="7720"/>
                </a:lnTo>
                <a:lnTo>
                  <a:pt x="94265" y="8578"/>
                </a:lnTo>
                <a:lnTo>
                  <a:pt x="95158" y="9483"/>
                </a:lnTo>
                <a:lnTo>
                  <a:pt x="96013" y="10433"/>
                </a:lnTo>
                <a:lnTo>
                  <a:pt x="96831" y="11430"/>
                </a:lnTo>
                <a:lnTo>
                  <a:pt x="97612" y="12474"/>
                </a:lnTo>
                <a:lnTo>
                  <a:pt x="98304" y="13487"/>
                </a:lnTo>
                <a:lnTo>
                  <a:pt x="98335" y="13464"/>
                </a:lnTo>
                <a:lnTo>
                  <a:pt x="98384" y="13424"/>
                </a:lnTo>
                <a:lnTo>
                  <a:pt x="98441" y="13374"/>
                </a:lnTo>
                <a:lnTo>
                  <a:pt x="98506" y="13314"/>
                </a:lnTo>
                <a:lnTo>
                  <a:pt x="98580" y="13245"/>
                </a:lnTo>
                <a:lnTo>
                  <a:pt x="98661" y="13166"/>
                </a:lnTo>
                <a:lnTo>
                  <a:pt x="98750" y="13078"/>
                </a:lnTo>
                <a:lnTo>
                  <a:pt x="98847" y="12980"/>
                </a:lnTo>
                <a:lnTo>
                  <a:pt x="98952" y="12872"/>
                </a:lnTo>
                <a:lnTo>
                  <a:pt x="99065" y="12755"/>
                </a:lnTo>
                <a:lnTo>
                  <a:pt x="99185" y="12629"/>
                </a:lnTo>
                <a:lnTo>
                  <a:pt x="99313" y="12493"/>
                </a:lnTo>
                <a:lnTo>
                  <a:pt x="99449" y="12348"/>
                </a:lnTo>
                <a:lnTo>
                  <a:pt x="99593" y="12193"/>
                </a:lnTo>
                <a:lnTo>
                  <a:pt x="99744" y="12029"/>
                </a:lnTo>
                <a:lnTo>
                  <a:pt x="99903" y="11856"/>
                </a:lnTo>
                <a:lnTo>
                  <a:pt x="100070" y="11673"/>
                </a:lnTo>
                <a:lnTo>
                  <a:pt x="100245" y="11481"/>
                </a:lnTo>
                <a:lnTo>
                  <a:pt x="100427" y="11279"/>
                </a:lnTo>
                <a:lnTo>
                  <a:pt x="100617" y="11068"/>
                </a:lnTo>
                <a:lnTo>
                  <a:pt x="100814" y="10848"/>
                </a:lnTo>
                <a:lnTo>
                  <a:pt x="101017" y="10621"/>
                </a:lnTo>
                <a:lnTo>
                  <a:pt x="101220" y="10393"/>
                </a:lnTo>
                <a:lnTo>
                  <a:pt x="101425" y="10162"/>
                </a:lnTo>
                <a:lnTo>
                  <a:pt x="101632" y="9930"/>
                </a:lnTo>
                <a:lnTo>
                  <a:pt x="101840" y="9695"/>
                </a:lnTo>
                <a:lnTo>
                  <a:pt x="102049" y="9458"/>
                </a:lnTo>
                <a:lnTo>
                  <a:pt x="102259" y="9218"/>
                </a:lnTo>
                <a:lnTo>
                  <a:pt x="102471" y="8977"/>
                </a:lnTo>
                <a:lnTo>
                  <a:pt x="102685" y="8733"/>
                </a:lnTo>
                <a:lnTo>
                  <a:pt x="102900" y="8488"/>
                </a:lnTo>
                <a:lnTo>
                  <a:pt x="103116" y="8240"/>
                </a:lnTo>
                <a:lnTo>
                  <a:pt x="103334" y="7990"/>
                </a:lnTo>
                <a:lnTo>
                  <a:pt x="103553" y="7737"/>
                </a:lnTo>
                <a:lnTo>
                  <a:pt x="103773" y="7483"/>
                </a:lnTo>
                <a:lnTo>
                  <a:pt x="103995" y="7226"/>
                </a:lnTo>
                <a:lnTo>
                  <a:pt x="104218" y="6967"/>
                </a:lnTo>
                <a:lnTo>
                  <a:pt x="104443" y="6707"/>
                </a:lnTo>
                <a:lnTo>
                  <a:pt x="104669" y="6443"/>
                </a:lnTo>
                <a:lnTo>
                  <a:pt x="104896" y="6178"/>
                </a:lnTo>
                <a:lnTo>
                  <a:pt x="105125" y="5911"/>
                </a:lnTo>
                <a:lnTo>
                  <a:pt x="105355" y="5641"/>
                </a:lnTo>
                <a:lnTo>
                  <a:pt x="105587" y="5369"/>
                </a:lnTo>
                <a:lnTo>
                  <a:pt x="105820" y="5095"/>
                </a:lnTo>
                <a:lnTo>
                  <a:pt x="106055" y="4819"/>
                </a:lnTo>
                <a:lnTo>
                  <a:pt x="106287" y="4546"/>
                </a:lnTo>
                <a:lnTo>
                  <a:pt x="106514" y="4279"/>
                </a:lnTo>
                <a:lnTo>
                  <a:pt x="106735" y="4020"/>
                </a:lnTo>
                <a:lnTo>
                  <a:pt x="106951" y="3768"/>
                </a:lnTo>
                <a:lnTo>
                  <a:pt x="107161" y="3523"/>
                </a:lnTo>
                <a:lnTo>
                  <a:pt x="107366" y="3285"/>
                </a:lnTo>
                <a:lnTo>
                  <a:pt x="107564" y="3055"/>
                </a:lnTo>
                <a:lnTo>
                  <a:pt x="107758" y="2831"/>
                </a:lnTo>
                <a:lnTo>
                  <a:pt x="107946" y="2615"/>
                </a:lnTo>
                <a:lnTo>
                  <a:pt x="108128" y="2406"/>
                </a:lnTo>
                <a:lnTo>
                  <a:pt x="108304" y="2205"/>
                </a:lnTo>
                <a:lnTo>
                  <a:pt x="108475" y="2010"/>
                </a:lnTo>
                <a:lnTo>
                  <a:pt x="108641" y="1823"/>
                </a:lnTo>
                <a:lnTo>
                  <a:pt x="108800" y="1643"/>
                </a:lnTo>
                <a:lnTo>
                  <a:pt x="108955" y="1471"/>
                </a:lnTo>
                <a:lnTo>
                  <a:pt x="109103" y="1305"/>
                </a:lnTo>
                <a:lnTo>
                  <a:pt x="109246" y="1147"/>
                </a:lnTo>
                <a:lnTo>
                  <a:pt x="109384" y="995"/>
                </a:lnTo>
                <a:lnTo>
                  <a:pt x="109515" y="851"/>
                </a:lnTo>
                <a:lnTo>
                  <a:pt x="109642" y="715"/>
                </a:lnTo>
                <a:lnTo>
                  <a:pt x="109763" y="585"/>
                </a:lnTo>
                <a:lnTo>
                  <a:pt x="109878" y="463"/>
                </a:lnTo>
                <a:lnTo>
                  <a:pt x="109987" y="347"/>
                </a:lnTo>
                <a:lnTo>
                  <a:pt x="110121" y="208"/>
                </a:lnTo>
                <a:lnTo>
                  <a:pt x="110182" y="208"/>
                </a:lnTo>
                <a:lnTo>
                  <a:pt x="110201" y="208"/>
                </a:lnTo>
                <a:lnTo>
                  <a:pt x="110222" y="208"/>
                </a:lnTo>
                <a:lnTo>
                  <a:pt x="110243" y="208"/>
                </a:lnTo>
                <a:lnTo>
                  <a:pt x="110266" y="208"/>
                </a:lnTo>
                <a:lnTo>
                  <a:pt x="110291" y="208"/>
                </a:lnTo>
                <a:lnTo>
                  <a:pt x="110317" y="208"/>
                </a:lnTo>
                <a:lnTo>
                  <a:pt x="110344" y="208"/>
                </a:lnTo>
                <a:lnTo>
                  <a:pt x="110373" y="208"/>
                </a:lnTo>
                <a:lnTo>
                  <a:pt x="110403" y="208"/>
                </a:lnTo>
                <a:lnTo>
                  <a:pt x="110434" y="208"/>
                </a:lnTo>
                <a:lnTo>
                  <a:pt x="110467" y="208"/>
                </a:lnTo>
                <a:lnTo>
                  <a:pt x="110574" y="208"/>
                </a:lnTo>
                <a:lnTo>
                  <a:pt x="110613" y="208"/>
                </a:lnTo>
                <a:lnTo>
                  <a:pt x="110653" y="208"/>
                </a:lnTo>
                <a:lnTo>
                  <a:pt x="110694" y="208"/>
                </a:lnTo>
                <a:lnTo>
                  <a:pt x="110737" y="208"/>
                </a:lnTo>
                <a:lnTo>
                  <a:pt x="110971" y="208"/>
                </a:lnTo>
                <a:lnTo>
                  <a:pt x="111020" y="208"/>
                </a:lnTo>
                <a:lnTo>
                  <a:pt x="111068" y="207"/>
                </a:lnTo>
                <a:lnTo>
                  <a:pt x="111115" y="205"/>
                </a:lnTo>
                <a:lnTo>
                  <a:pt x="111161" y="203"/>
                </a:lnTo>
                <a:lnTo>
                  <a:pt x="111207" y="200"/>
                </a:lnTo>
                <a:lnTo>
                  <a:pt x="111252" y="196"/>
                </a:lnTo>
                <a:lnTo>
                  <a:pt x="111296" y="191"/>
                </a:lnTo>
                <a:lnTo>
                  <a:pt x="111339" y="186"/>
                </a:lnTo>
                <a:lnTo>
                  <a:pt x="111382" y="180"/>
                </a:lnTo>
                <a:lnTo>
                  <a:pt x="111424" y="174"/>
                </a:lnTo>
                <a:lnTo>
                  <a:pt x="111465" y="166"/>
                </a:lnTo>
                <a:lnTo>
                  <a:pt x="111505" y="158"/>
                </a:lnTo>
                <a:lnTo>
                  <a:pt x="111545" y="150"/>
                </a:lnTo>
                <a:lnTo>
                  <a:pt x="111584" y="141"/>
                </a:lnTo>
                <a:lnTo>
                  <a:pt x="111622" y="131"/>
                </a:lnTo>
                <a:lnTo>
                  <a:pt x="111659" y="120"/>
                </a:lnTo>
                <a:lnTo>
                  <a:pt x="111696" y="109"/>
                </a:lnTo>
                <a:lnTo>
                  <a:pt x="111732" y="97"/>
                </a:lnTo>
                <a:lnTo>
                  <a:pt x="111767" y="84"/>
                </a:lnTo>
                <a:lnTo>
                  <a:pt x="111802" y="71"/>
                </a:lnTo>
                <a:lnTo>
                  <a:pt x="111835" y="57"/>
                </a:lnTo>
                <a:lnTo>
                  <a:pt x="111868" y="43"/>
                </a:lnTo>
                <a:lnTo>
                  <a:pt x="111901" y="27"/>
                </a:lnTo>
                <a:lnTo>
                  <a:pt x="111956" y="0"/>
                </a:lnTo>
                <a:lnTo>
                  <a:pt x="112196" y="3"/>
                </a:lnTo>
                <a:lnTo>
                  <a:pt x="112403" y="11"/>
                </a:lnTo>
                <a:lnTo>
                  <a:pt x="112602" y="23"/>
                </a:lnTo>
                <a:lnTo>
                  <a:pt x="112792" y="41"/>
                </a:lnTo>
                <a:lnTo>
                  <a:pt x="112973" y="65"/>
                </a:lnTo>
                <a:lnTo>
                  <a:pt x="113145" y="93"/>
                </a:lnTo>
                <a:lnTo>
                  <a:pt x="113308" y="127"/>
                </a:lnTo>
                <a:lnTo>
                  <a:pt x="113463" y="166"/>
                </a:lnTo>
                <a:lnTo>
                  <a:pt x="113609" y="210"/>
                </a:lnTo>
                <a:lnTo>
                  <a:pt x="113746" y="260"/>
                </a:lnTo>
                <a:lnTo>
                  <a:pt x="113875" y="316"/>
                </a:lnTo>
                <a:lnTo>
                  <a:pt x="113995" y="377"/>
                </a:lnTo>
                <a:lnTo>
                  <a:pt x="114106" y="444"/>
                </a:lnTo>
                <a:lnTo>
                  <a:pt x="114208" y="517"/>
                </a:lnTo>
                <a:lnTo>
                  <a:pt x="114301" y="596"/>
                </a:lnTo>
                <a:lnTo>
                  <a:pt x="114385" y="681"/>
                </a:lnTo>
                <a:lnTo>
                  <a:pt x="114460" y="772"/>
                </a:lnTo>
                <a:lnTo>
                  <a:pt x="114524" y="869"/>
                </a:lnTo>
                <a:lnTo>
                  <a:pt x="114579" y="971"/>
                </a:lnTo>
                <a:lnTo>
                  <a:pt x="114624" y="1079"/>
                </a:lnTo>
                <a:lnTo>
                  <a:pt x="114659" y="1192"/>
                </a:lnTo>
                <a:lnTo>
                  <a:pt x="114683" y="1309"/>
                </a:lnTo>
                <a:lnTo>
                  <a:pt x="114698" y="1431"/>
                </a:lnTo>
                <a:lnTo>
                  <a:pt x="114703" y="1559"/>
                </a:lnTo>
                <a:lnTo>
                  <a:pt x="114693" y="1728"/>
                </a:lnTo>
                <a:lnTo>
                  <a:pt x="114663" y="1970"/>
                </a:lnTo>
                <a:lnTo>
                  <a:pt x="114613" y="2287"/>
                </a:lnTo>
                <a:lnTo>
                  <a:pt x="114544" y="2680"/>
                </a:lnTo>
                <a:lnTo>
                  <a:pt x="114456" y="3150"/>
                </a:lnTo>
                <a:lnTo>
                  <a:pt x="114348" y="3697"/>
                </a:lnTo>
                <a:lnTo>
                  <a:pt x="114220" y="4321"/>
                </a:lnTo>
                <a:lnTo>
                  <a:pt x="114073" y="5022"/>
                </a:lnTo>
                <a:lnTo>
                  <a:pt x="113907" y="5801"/>
                </a:lnTo>
                <a:lnTo>
                  <a:pt x="113720" y="6656"/>
                </a:lnTo>
                <a:lnTo>
                  <a:pt x="113514" y="7589"/>
                </a:lnTo>
                <a:lnTo>
                  <a:pt x="113289" y="8599"/>
                </a:lnTo>
                <a:lnTo>
                  <a:pt x="113044" y="9686"/>
                </a:lnTo>
                <a:lnTo>
                  <a:pt x="112779" y="10851"/>
                </a:lnTo>
                <a:lnTo>
                  <a:pt x="112495" y="12092"/>
                </a:lnTo>
                <a:lnTo>
                  <a:pt x="112191" y="13411"/>
                </a:lnTo>
                <a:lnTo>
                  <a:pt x="111868" y="14808"/>
                </a:lnTo>
                <a:lnTo>
                  <a:pt x="111525" y="16281"/>
                </a:lnTo>
                <a:lnTo>
                  <a:pt x="111162" y="17832"/>
                </a:lnTo>
                <a:lnTo>
                  <a:pt x="110780" y="19460"/>
                </a:lnTo>
                <a:lnTo>
                  <a:pt x="110378" y="21165"/>
                </a:lnTo>
                <a:lnTo>
                  <a:pt x="109956" y="22947"/>
                </a:lnTo>
                <a:lnTo>
                  <a:pt x="109515" y="24807"/>
                </a:lnTo>
                <a:lnTo>
                  <a:pt x="109055" y="26744"/>
                </a:lnTo>
                <a:lnTo>
                  <a:pt x="108593" y="28680"/>
                </a:lnTo>
                <a:lnTo>
                  <a:pt x="108147" y="30536"/>
                </a:lnTo>
                <a:lnTo>
                  <a:pt x="107719" y="32313"/>
                </a:lnTo>
                <a:lnTo>
                  <a:pt x="107307" y="34011"/>
                </a:lnTo>
                <a:lnTo>
                  <a:pt x="106912" y="35629"/>
                </a:lnTo>
                <a:lnTo>
                  <a:pt x="106534" y="37168"/>
                </a:lnTo>
                <a:lnTo>
                  <a:pt x="106173" y="38628"/>
                </a:lnTo>
                <a:lnTo>
                  <a:pt x="105829" y="40008"/>
                </a:lnTo>
                <a:lnTo>
                  <a:pt x="105501" y="41308"/>
                </a:lnTo>
                <a:lnTo>
                  <a:pt x="105190" y="42529"/>
                </a:lnTo>
                <a:lnTo>
                  <a:pt x="104896" y="43671"/>
                </a:lnTo>
                <a:lnTo>
                  <a:pt x="104619" y="44734"/>
                </a:lnTo>
                <a:lnTo>
                  <a:pt x="104358" y="45717"/>
                </a:lnTo>
                <a:lnTo>
                  <a:pt x="104114" y="46621"/>
                </a:lnTo>
                <a:lnTo>
                  <a:pt x="103887" y="47445"/>
                </a:lnTo>
                <a:lnTo>
                  <a:pt x="103677" y="48190"/>
                </a:lnTo>
                <a:lnTo>
                  <a:pt x="103484" y="48856"/>
                </a:lnTo>
                <a:lnTo>
                  <a:pt x="103307" y="49443"/>
                </a:lnTo>
                <a:lnTo>
                  <a:pt x="103147" y="49950"/>
                </a:lnTo>
                <a:lnTo>
                  <a:pt x="103003" y="50379"/>
                </a:lnTo>
                <a:lnTo>
                  <a:pt x="102876" y="50730"/>
                </a:lnTo>
                <a:lnTo>
                  <a:pt x="102765" y="51003"/>
                </a:lnTo>
                <a:lnTo>
                  <a:pt x="102668" y="51201"/>
                </a:lnTo>
                <a:lnTo>
                  <a:pt x="102582" y="51325"/>
                </a:lnTo>
                <a:lnTo>
                  <a:pt x="102502" y="51402"/>
                </a:lnTo>
                <a:lnTo>
                  <a:pt x="102422" y="51470"/>
                </a:lnTo>
                <a:lnTo>
                  <a:pt x="102335" y="51534"/>
                </a:lnTo>
                <a:lnTo>
                  <a:pt x="102243" y="51594"/>
                </a:lnTo>
                <a:lnTo>
                  <a:pt x="102146" y="51650"/>
                </a:lnTo>
                <a:lnTo>
                  <a:pt x="102043" y="51702"/>
                </a:lnTo>
                <a:lnTo>
                  <a:pt x="101935" y="51750"/>
                </a:lnTo>
                <a:lnTo>
                  <a:pt x="101822" y="51793"/>
                </a:lnTo>
                <a:lnTo>
                  <a:pt x="101703" y="51833"/>
                </a:lnTo>
                <a:lnTo>
                  <a:pt x="101578" y="51870"/>
                </a:lnTo>
                <a:lnTo>
                  <a:pt x="101448" y="51902"/>
                </a:lnTo>
                <a:lnTo>
                  <a:pt x="101313" y="51931"/>
                </a:lnTo>
                <a:lnTo>
                  <a:pt x="101173" y="51955"/>
                </a:lnTo>
                <a:lnTo>
                  <a:pt x="101027" y="51976"/>
                </a:lnTo>
                <a:lnTo>
                  <a:pt x="100876" y="51994"/>
                </a:lnTo>
                <a:lnTo>
                  <a:pt x="100719" y="52007"/>
                </a:lnTo>
                <a:lnTo>
                  <a:pt x="100557" y="52017"/>
                </a:lnTo>
                <a:lnTo>
                  <a:pt x="100389" y="52023"/>
                </a:lnTo>
                <a:lnTo>
                  <a:pt x="100216" y="52026"/>
                </a:lnTo>
                <a:lnTo>
                  <a:pt x="100038" y="52025"/>
                </a:lnTo>
                <a:lnTo>
                  <a:pt x="99854" y="52020"/>
                </a:lnTo>
                <a:lnTo>
                  <a:pt x="99664" y="52012"/>
                </a:lnTo>
                <a:lnTo>
                  <a:pt x="99469" y="52000"/>
                </a:lnTo>
                <a:lnTo>
                  <a:pt x="99273" y="51984"/>
                </a:lnTo>
                <a:lnTo>
                  <a:pt x="98947" y="51981"/>
                </a:lnTo>
                <a:lnTo>
                  <a:pt x="98629" y="51971"/>
                </a:lnTo>
                <a:lnTo>
                  <a:pt x="98326" y="51955"/>
                </a:lnTo>
                <a:lnTo>
                  <a:pt x="98036" y="51932"/>
                </a:lnTo>
                <a:lnTo>
                  <a:pt x="97760" y="51902"/>
                </a:lnTo>
                <a:lnTo>
                  <a:pt x="97498" y="51866"/>
                </a:lnTo>
                <a:lnTo>
                  <a:pt x="97249" y="51823"/>
                </a:lnTo>
                <a:lnTo>
                  <a:pt x="97014" y="51774"/>
                </a:lnTo>
                <a:lnTo>
                  <a:pt x="96793" y="51717"/>
                </a:lnTo>
                <a:lnTo>
                  <a:pt x="96585" y="51654"/>
                </a:lnTo>
                <a:lnTo>
                  <a:pt x="96391" y="51584"/>
                </a:lnTo>
                <a:lnTo>
                  <a:pt x="96210" y="51507"/>
                </a:lnTo>
                <a:lnTo>
                  <a:pt x="96043" y="51423"/>
                </a:lnTo>
                <a:lnTo>
                  <a:pt x="95890" y="51331"/>
                </a:lnTo>
                <a:lnTo>
                  <a:pt x="95750" y="51232"/>
                </a:lnTo>
                <a:lnTo>
                  <a:pt x="95624" y="51125"/>
                </a:lnTo>
                <a:lnTo>
                  <a:pt x="95512" y="51011"/>
                </a:lnTo>
                <a:lnTo>
                  <a:pt x="95414" y="50889"/>
                </a:lnTo>
                <a:lnTo>
                  <a:pt x="95331" y="50760"/>
                </a:lnTo>
                <a:lnTo>
                  <a:pt x="95263" y="50623"/>
                </a:lnTo>
                <a:lnTo>
                  <a:pt x="95211" y="50479"/>
                </a:lnTo>
                <a:lnTo>
                  <a:pt x="95173" y="50329"/>
                </a:lnTo>
                <a:lnTo>
                  <a:pt x="95151" y="50173"/>
                </a:lnTo>
                <a:lnTo>
                  <a:pt x="95143" y="50013"/>
                </a:lnTo>
                <a:lnTo>
                  <a:pt x="95144" y="49906"/>
                </a:lnTo>
                <a:lnTo>
                  <a:pt x="95145" y="49804"/>
                </a:lnTo>
                <a:lnTo>
                  <a:pt x="95146" y="49703"/>
                </a:lnTo>
                <a:lnTo>
                  <a:pt x="95149" y="49603"/>
                </a:lnTo>
                <a:lnTo>
                  <a:pt x="95152" y="49505"/>
                </a:lnTo>
                <a:lnTo>
                  <a:pt x="95156" y="49408"/>
                </a:lnTo>
                <a:lnTo>
                  <a:pt x="95160" y="49313"/>
                </a:lnTo>
                <a:lnTo>
                  <a:pt x="95166" y="49219"/>
                </a:lnTo>
                <a:lnTo>
                  <a:pt x="95172" y="49126"/>
                </a:lnTo>
                <a:lnTo>
                  <a:pt x="95178" y="49035"/>
                </a:lnTo>
                <a:lnTo>
                  <a:pt x="95186" y="48945"/>
                </a:lnTo>
                <a:lnTo>
                  <a:pt x="95194" y="48857"/>
                </a:lnTo>
                <a:lnTo>
                  <a:pt x="95203" y="48770"/>
                </a:lnTo>
                <a:lnTo>
                  <a:pt x="95212" y="48684"/>
                </a:lnTo>
                <a:lnTo>
                  <a:pt x="95223" y="48600"/>
                </a:lnTo>
                <a:lnTo>
                  <a:pt x="95234" y="48518"/>
                </a:lnTo>
                <a:lnTo>
                  <a:pt x="95245" y="48436"/>
                </a:lnTo>
                <a:lnTo>
                  <a:pt x="95258" y="48357"/>
                </a:lnTo>
                <a:lnTo>
                  <a:pt x="95271" y="48278"/>
                </a:lnTo>
                <a:lnTo>
                  <a:pt x="95285" y="48201"/>
                </a:lnTo>
                <a:lnTo>
                  <a:pt x="95300" y="48125"/>
                </a:lnTo>
                <a:lnTo>
                  <a:pt x="95315" y="48051"/>
                </a:lnTo>
                <a:lnTo>
                  <a:pt x="95331" y="47978"/>
                </a:lnTo>
                <a:lnTo>
                  <a:pt x="95345" y="47919"/>
                </a:lnTo>
                <a:lnTo>
                  <a:pt x="95345" y="47873"/>
                </a:lnTo>
                <a:lnTo>
                  <a:pt x="95346" y="47806"/>
                </a:lnTo>
                <a:lnTo>
                  <a:pt x="95348" y="47730"/>
                </a:lnTo>
                <a:lnTo>
                  <a:pt x="95350" y="47645"/>
                </a:lnTo>
                <a:lnTo>
                  <a:pt x="95354" y="47550"/>
                </a:lnTo>
                <a:lnTo>
                  <a:pt x="95357" y="47446"/>
                </a:lnTo>
                <a:lnTo>
                  <a:pt x="95362" y="47333"/>
                </a:lnTo>
                <a:lnTo>
                  <a:pt x="95367" y="47210"/>
                </a:lnTo>
                <a:lnTo>
                  <a:pt x="95373" y="47078"/>
                </a:lnTo>
                <a:lnTo>
                  <a:pt x="95380" y="46937"/>
                </a:lnTo>
                <a:lnTo>
                  <a:pt x="95387" y="46786"/>
                </a:lnTo>
                <a:lnTo>
                  <a:pt x="95395" y="46626"/>
                </a:lnTo>
                <a:lnTo>
                  <a:pt x="95404" y="46457"/>
                </a:lnTo>
                <a:lnTo>
                  <a:pt x="95414" y="46278"/>
                </a:lnTo>
                <a:lnTo>
                  <a:pt x="95424" y="46090"/>
                </a:lnTo>
                <a:lnTo>
                  <a:pt x="95435" y="45892"/>
                </a:lnTo>
                <a:lnTo>
                  <a:pt x="95446" y="45685"/>
                </a:lnTo>
                <a:lnTo>
                  <a:pt x="95458" y="45469"/>
                </a:lnTo>
                <a:lnTo>
                  <a:pt x="95471" y="45243"/>
                </a:lnTo>
                <a:lnTo>
                  <a:pt x="95485" y="45008"/>
                </a:lnTo>
                <a:lnTo>
                  <a:pt x="95499" y="44763"/>
                </a:lnTo>
                <a:lnTo>
                  <a:pt x="95514" y="44510"/>
                </a:lnTo>
                <a:lnTo>
                  <a:pt x="95530" y="44246"/>
                </a:lnTo>
                <a:lnTo>
                  <a:pt x="95547" y="43974"/>
                </a:lnTo>
                <a:lnTo>
                  <a:pt x="95563" y="43699"/>
                </a:lnTo>
                <a:lnTo>
                  <a:pt x="95580" y="43428"/>
                </a:lnTo>
                <a:lnTo>
                  <a:pt x="95597" y="43161"/>
                </a:lnTo>
                <a:lnTo>
                  <a:pt x="95614" y="42899"/>
                </a:lnTo>
                <a:lnTo>
                  <a:pt x="95631" y="42641"/>
                </a:lnTo>
                <a:lnTo>
                  <a:pt x="95647" y="42387"/>
                </a:lnTo>
                <a:lnTo>
                  <a:pt x="95664" y="42138"/>
                </a:lnTo>
                <a:lnTo>
                  <a:pt x="95681" y="41893"/>
                </a:lnTo>
                <a:lnTo>
                  <a:pt x="95698" y="41653"/>
                </a:lnTo>
                <a:lnTo>
                  <a:pt x="95715" y="41417"/>
                </a:lnTo>
                <a:lnTo>
                  <a:pt x="95731" y="41185"/>
                </a:lnTo>
                <a:lnTo>
                  <a:pt x="95748" y="40957"/>
                </a:lnTo>
                <a:lnTo>
                  <a:pt x="95765" y="40734"/>
                </a:lnTo>
                <a:lnTo>
                  <a:pt x="95782" y="40515"/>
                </a:lnTo>
                <a:lnTo>
                  <a:pt x="95799" y="40300"/>
                </a:lnTo>
                <a:lnTo>
                  <a:pt x="95816" y="40090"/>
                </a:lnTo>
                <a:lnTo>
                  <a:pt x="95832" y="39884"/>
                </a:lnTo>
                <a:lnTo>
                  <a:pt x="95849" y="39682"/>
                </a:lnTo>
                <a:lnTo>
                  <a:pt x="95866" y="39485"/>
                </a:lnTo>
                <a:lnTo>
                  <a:pt x="95883" y="39292"/>
                </a:lnTo>
                <a:lnTo>
                  <a:pt x="95900" y="39103"/>
                </a:lnTo>
                <a:lnTo>
                  <a:pt x="95916" y="38919"/>
                </a:lnTo>
                <a:lnTo>
                  <a:pt x="95933" y="38739"/>
                </a:lnTo>
                <a:lnTo>
                  <a:pt x="95950" y="38569"/>
                </a:lnTo>
                <a:lnTo>
                  <a:pt x="95946" y="37988"/>
                </a:lnTo>
                <a:lnTo>
                  <a:pt x="95937" y="37410"/>
                </a:lnTo>
                <a:lnTo>
                  <a:pt x="95921" y="36838"/>
                </a:lnTo>
                <a:lnTo>
                  <a:pt x="95899" y="36273"/>
                </a:lnTo>
                <a:lnTo>
                  <a:pt x="95871" y="35714"/>
                </a:lnTo>
                <a:lnTo>
                  <a:pt x="95836" y="35162"/>
                </a:lnTo>
                <a:lnTo>
                  <a:pt x="95796" y="34616"/>
                </a:lnTo>
                <a:lnTo>
                  <a:pt x="95748" y="34077"/>
                </a:lnTo>
                <a:lnTo>
                  <a:pt x="95695" y="33545"/>
                </a:lnTo>
                <a:lnTo>
                  <a:pt x="95635" y="33018"/>
                </a:lnTo>
                <a:lnTo>
                  <a:pt x="95569" y="32499"/>
                </a:lnTo>
                <a:lnTo>
                  <a:pt x="95497" y="31986"/>
                </a:lnTo>
                <a:lnTo>
                  <a:pt x="95419" y="31479"/>
                </a:lnTo>
                <a:lnTo>
                  <a:pt x="95334" y="30979"/>
                </a:lnTo>
                <a:lnTo>
                  <a:pt x="95243" y="30486"/>
                </a:lnTo>
                <a:lnTo>
                  <a:pt x="95145" y="29999"/>
                </a:lnTo>
                <a:lnTo>
                  <a:pt x="95042" y="29518"/>
                </a:lnTo>
                <a:lnTo>
                  <a:pt x="94932" y="29045"/>
                </a:lnTo>
                <a:lnTo>
                  <a:pt x="94816" y="28577"/>
                </a:lnTo>
                <a:lnTo>
                  <a:pt x="94693" y="28116"/>
                </a:lnTo>
                <a:lnTo>
                  <a:pt x="94564" y="27662"/>
                </a:lnTo>
                <a:lnTo>
                  <a:pt x="94430" y="27214"/>
                </a:lnTo>
                <a:lnTo>
                  <a:pt x="94288" y="26773"/>
                </a:lnTo>
                <a:lnTo>
                  <a:pt x="94141" y="26338"/>
                </a:lnTo>
                <a:lnTo>
                  <a:pt x="93990" y="25910"/>
                </a:lnTo>
                <a:lnTo>
                  <a:pt x="93839" y="25492"/>
                </a:lnTo>
                <a:lnTo>
                  <a:pt x="93688" y="25083"/>
                </a:lnTo>
                <a:lnTo>
                  <a:pt x="93537" y="24683"/>
                </a:lnTo>
                <a:lnTo>
                  <a:pt x="93386" y="24293"/>
                </a:lnTo>
                <a:lnTo>
                  <a:pt x="93235" y="23912"/>
                </a:lnTo>
                <a:lnTo>
                  <a:pt x="93084" y="23541"/>
                </a:lnTo>
                <a:lnTo>
                  <a:pt x="92934" y="23179"/>
                </a:lnTo>
                <a:lnTo>
                  <a:pt x="92783" y="22826"/>
                </a:lnTo>
                <a:lnTo>
                  <a:pt x="92632" y="22483"/>
                </a:lnTo>
                <a:lnTo>
                  <a:pt x="92481" y="22149"/>
                </a:lnTo>
                <a:lnTo>
                  <a:pt x="92330" y="21825"/>
                </a:lnTo>
                <a:lnTo>
                  <a:pt x="92180" y="21510"/>
                </a:lnTo>
                <a:lnTo>
                  <a:pt x="92029" y="21205"/>
                </a:lnTo>
                <a:lnTo>
                  <a:pt x="91878" y="20909"/>
                </a:lnTo>
                <a:lnTo>
                  <a:pt x="91728" y="20622"/>
                </a:lnTo>
                <a:lnTo>
                  <a:pt x="91577" y="20345"/>
                </a:lnTo>
                <a:lnTo>
                  <a:pt x="91427" y="20078"/>
                </a:lnTo>
                <a:lnTo>
                  <a:pt x="91276" y="19819"/>
                </a:lnTo>
                <a:lnTo>
                  <a:pt x="91126" y="19571"/>
                </a:lnTo>
                <a:lnTo>
                  <a:pt x="90976" y="19331"/>
                </a:lnTo>
                <a:lnTo>
                  <a:pt x="90826" y="19102"/>
                </a:lnTo>
                <a:lnTo>
                  <a:pt x="90676" y="18881"/>
                </a:lnTo>
                <a:lnTo>
                  <a:pt x="90526" y="18670"/>
                </a:lnTo>
                <a:lnTo>
                  <a:pt x="90373" y="18463"/>
                </a:lnTo>
                <a:lnTo>
                  <a:pt x="90215" y="18255"/>
                </a:lnTo>
                <a:lnTo>
                  <a:pt x="90052" y="18046"/>
                </a:lnTo>
                <a:lnTo>
                  <a:pt x="89885" y="17837"/>
                </a:lnTo>
                <a:lnTo>
                  <a:pt x="89712" y="17627"/>
                </a:lnTo>
                <a:lnTo>
                  <a:pt x="89535" y="17416"/>
                </a:lnTo>
                <a:lnTo>
                  <a:pt x="89353" y="17204"/>
                </a:lnTo>
                <a:lnTo>
                  <a:pt x="89166" y="16992"/>
                </a:lnTo>
                <a:lnTo>
                  <a:pt x="88973" y="16778"/>
                </a:lnTo>
                <a:lnTo>
                  <a:pt x="88776" y="16564"/>
                </a:lnTo>
                <a:lnTo>
                  <a:pt x="88574" y="16350"/>
                </a:lnTo>
                <a:lnTo>
                  <a:pt x="88368" y="16134"/>
                </a:lnTo>
                <a:lnTo>
                  <a:pt x="88156" y="15918"/>
                </a:lnTo>
                <a:lnTo>
                  <a:pt x="87939" y="15701"/>
                </a:lnTo>
                <a:lnTo>
                  <a:pt x="87718" y="15483"/>
                </a:lnTo>
                <a:lnTo>
                  <a:pt x="87491" y="15265"/>
                </a:lnTo>
                <a:lnTo>
                  <a:pt x="87260" y="15045"/>
                </a:lnTo>
                <a:lnTo>
                  <a:pt x="87023" y="14825"/>
                </a:lnTo>
                <a:lnTo>
                  <a:pt x="86782" y="14605"/>
                </a:lnTo>
                <a:lnTo>
                  <a:pt x="86536" y="14383"/>
                </a:lnTo>
                <a:lnTo>
                  <a:pt x="86285" y="14161"/>
                </a:lnTo>
                <a:lnTo>
                  <a:pt x="86029" y="13938"/>
                </a:lnTo>
                <a:lnTo>
                  <a:pt x="85768" y="13714"/>
                </a:lnTo>
                <a:lnTo>
                  <a:pt x="85509" y="13495"/>
                </a:lnTo>
                <a:lnTo>
                  <a:pt x="84909" y="13144"/>
                </a:lnTo>
                <a:lnTo>
                  <a:pt x="84296" y="12804"/>
                </a:lnTo>
                <a:lnTo>
                  <a:pt x="83676" y="12479"/>
                </a:lnTo>
                <a:lnTo>
                  <a:pt x="83049" y="12169"/>
                </a:lnTo>
                <a:lnTo>
                  <a:pt x="82414" y="11875"/>
                </a:lnTo>
                <a:lnTo>
                  <a:pt x="81773" y="11595"/>
                </a:lnTo>
                <a:lnTo>
                  <a:pt x="81125" y="11331"/>
                </a:lnTo>
                <a:lnTo>
                  <a:pt x="80470" y="11081"/>
                </a:lnTo>
                <a:lnTo>
                  <a:pt x="79808" y="10847"/>
                </a:lnTo>
                <a:lnTo>
                  <a:pt x="79139" y="10628"/>
                </a:lnTo>
                <a:lnTo>
                  <a:pt x="78463" y="10424"/>
                </a:lnTo>
                <a:lnTo>
                  <a:pt x="77780" y="10235"/>
                </a:lnTo>
                <a:lnTo>
                  <a:pt x="77090" y="10061"/>
                </a:lnTo>
                <a:lnTo>
                  <a:pt x="76393" y="9903"/>
                </a:lnTo>
                <a:lnTo>
                  <a:pt x="75689" y="9759"/>
                </a:lnTo>
                <a:lnTo>
                  <a:pt x="74978" y="9631"/>
                </a:lnTo>
                <a:lnTo>
                  <a:pt x="74260" y="9517"/>
                </a:lnTo>
                <a:lnTo>
                  <a:pt x="73534" y="9419"/>
                </a:lnTo>
                <a:lnTo>
                  <a:pt x="72802" y="9336"/>
                </a:lnTo>
                <a:lnTo>
                  <a:pt x="72063" y="9268"/>
                </a:lnTo>
                <a:lnTo>
                  <a:pt x="71317" y="9215"/>
                </a:lnTo>
                <a:lnTo>
                  <a:pt x="70564" y="9177"/>
                </a:lnTo>
                <a:lnTo>
                  <a:pt x="69803" y="9154"/>
                </a:lnTo>
                <a:lnTo>
                  <a:pt x="69036" y="9147"/>
                </a:lnTo>
                <a:lnTo>
                  <a:pt x="68085" y="9163"/>
                </a:lnTo>
                <a:lnTo>
                  <a:pt x="67139" y="9213"/>
                </a:lnTo>
                <a:lnTo>
                  <a:pt x="66199" y="9296"/>
                </a:lnTo>
                <a:lnTo>
                  <a:pt x="65265" y="9412"/>
                </a:lnTo>
                <a:lnTo>
                  <a:pt x="64336" y="9560"/>
                </a:lnTo>
                <a:lnTo>
                  <a:pt x="63412" y="9742"/>
                </a:lnTo>
                <a:lnTo>
                  <a:pt x="62495" y="9957"/>
                </a:lnTo>
                <a:lnTo>
                  <a:pt x="61583" y="10206"/>
                </a:lnTo>
                <a:lnTo>
                  <a:pt x="60676" y="10487"/>
                </a:lnTo>
                <a:lnTo>
                  <a:pt x="59775" y="10801"/>
                </a:lnTo>
                <a:lnTo>
                  <a:pt x="58879" y="11149"/>
                </a:lnTo>
                <a:lnTo>
                  <a:pt x="57989" y="11529"/>
                </a:lnTo>
                <a:lnTo>
                  <a:pt x="57105" y="11943"/>
                </a:lnTo>
                <a:lnTo>
                  <a:pt x="56225" y="12390"/>
                </a:lnTo>
                <a:lnTo>
                  <a:pt x="55352" y="12870"/>
                </a:lnTo>
                <a:lnTo>
                  <a:pt x="54484" y="13383"/>
                </a:lnTo>
                <a:lnTo>
                  <a:pt x="53621" y="13930"/>
                </a:lnTo>
                <a:lnTo>
                  <a:pt x="52764" y="14509"/>
                </a:lnTo>
                <a:lnTo>
                  <a:pt x="51912" y="15122"/>
                </a:lnTo>
                <a:lnTo>
                  <a:pt x="51066" y="15768"/>
                </a:lnTo>
                <a:lnTo>
                  <a:pt x="50225" y="16447"/>
                </a:lnTo>
                <a:lnTo>
                  <a:pt x="49390" y="17159"/>
                </a:lnTo>
                <a:lnTo>
                  <a:pt x="48560" y="17905"/>
                </a:lnTo>
                <a:lnTo>
                  <a:pt x="47736" y="18684"/>
                </a:lnTo>
                <a:lnTo>
                  <a:pt x="46932" y="19484"/>
                </a:lnTo>
                <a:lnTo>
                  <a:pt x="46161" y="20294"/>
                </a:lnTo>
                <a:lnTo>
                  <a:pt x="45424" y="21114"/>
                </a:lnTo>
                <a:lnTo>
                  <a:pt x="44720" y="21945"/>
                </a:lnTo>
                <a:lnTo>
                  <a:pt x="44050" y="22785"/>
                </a:lnTo>
                <a:lnTo>
                  <a:pt x="43413" y="23635"/>
                </a:lnTo>
                <a:lnTo>
                  <a:pt x="42810" y="24495"/>
                </a:lnTo>
                <a:lnTo>
                  <a:pt x="42241" y="25365"/>
                </a:lnTo>
                <a:lnTo>
                  <a:pt x="41705" y="26246"/>
                </a:lnTo>
                <a:lnTo>
                  <a:pt x="41203" y="27136"/>
                </a:lnTo>
                <a:lnTo>
                  <a:pt x="40734" y="28036"/>
                </a:lnTo>
                <a:lnTo>
                  <a:pt x="40299" y="28946"/>
                </a:lnTo>
                <a:lnTo>
                  <a:pt x="39897" y="29866"/>
                </a:lnTo>
                <a:lnTo>
                  <a:pt x="39528" y="30797"/>
                </a:lnTo>
                <a:lnTo>
                  <a:pt x="39194" y="31737"/>
                </a:lnTo>
                <a:lnTo>
                  <a:pt x="38892" y="32687"/>
                </a:lnTo>
                <a:lnTo>
                  <a:pt x="38624" y="33648"/>
                </a:lnTo>
                <a:lnTo>
                  <a:pt x="38390" y="34619"/>
                </a:lnTo>
                <a:lnTo>
                  <a:pt x="38189" y="35599"/>
                </a:lnTo>
                <a:lnTo>
                  <a:pt x="38022" y="36590"/>
                </a:lnTo>
                <a:lnTo>
                  <a:pt x="37888" y="37591"/>
                </a:lnTo>
                <a:lnTo>
                  <a:pt x="37787" y="38602"/>
                </a:lnTo>
                <a:lnTo>
                  <a:pt x="37720" y="39623"/>
                </a:lnTo>
                <a:lnTo>
                  <a:pt x="37687" y="40654"/>
                </a:lnTo>
                <a:lnTo>
                  <a:pt x="37692" y="41168"/>
                </a:lnTo>
                <a:lnTo>
                  <a:pt x="37708" y="41677"/>
                </a:lnTo>
                <a:lnTo>
                  <a:pt x="37734" y="42180"/>
                </a:lnTo>
                <a:lnTo>
                  <a:pt x="37770" y="42677"/>
                </a:lnTo>
                <a:lnTo>
                  <a:pt x="37817" y="43169"/>
                </a:lnTo>
                <a:lnTo>
                  <a:pt x="37875" y="43655"/>
                </a:lnTo>
                <a:lnTo>
                  <a:pt x="37943" y="44135"/>
                </a:lnTo>
                <a:lnTo>
                  <a:pt x="38021" y="44609"/>
                </a:lnTo>
                <a:lnTo>
                  <a:pt x="38110" y="45077"/>
                </a:lnTo>
                <a:lnTo>
                  <a:pt x="38209" y="45540"/>
                </a:lnTo>
                <a:lnTo>
                  <a:pt x="38319" y="45997"/>
                </a:lnTo>
                <a:lnTo>
                  <a:pt x="38439" y="46448"/>
                </a:lnTo>
                <a:lnTo>
                  <a:pt x="38570" y="46893"/>
                </a:lnTo>
                <a:lnTo>
                  <a:pt x="38711" y="47332"/>
                </a:lnTo>
                <a:lnTo>
                  <a:pt x="38862" y="47766"/>
                </a:lnTo>
                <a:lnTo>
                  <a:pt x="39024" y="48194"/>
                </a:lnTo>
                <a:lnTo>
                  <a:pt x="39196" y="48616"/>
                </a:lnTo>
                <a:lnTo>
                  <a:pt x="39379" y="49032"/>
                </a:lnTo>
                <a:lnTo>
                  <a:pt x="39572" y="49443"/>
                </a:lnTo>
                <a:lnTo>
                  <a:pt x="39775" y="49848"/>
                </a:lnTo>
                <a:lnTo>
                  <a:pt x="39989" y="50247"/>
                </a:lnTo>
                <a:lnTo>
                  <a:pt x="40214" y="50640"/>
                </a:lnTo>
                <a:lnTo>
                  <a:pt x="40449" y="51028"/>
                </a:lnTo>
                <a:lnTo>
                  <a:pt x="40694" y="51410"/>
                </a:lnTo>
                <a:lnTo>
                  <a:pt x="40948" y="51784"/>
                </a:lnTo>
                <a:lnTo>
                  <a:pt x="41210" y="52149"/>
                </a:lnTo>
                <a:lnTo>
                  <a:pt x="41480" y="52505"/>
                </a:lnTo>
                <a:lnTo>
                  <a:pt x="41757" y="52851"/>
                </a:lnTo>
                <a:lnTo>
                  <a:pt x="42042" y="53188"/>
                </a:lnTo>
                <a:lnTo>
                  <a:pt x="42335" y="53515"/>
                </a:lnTo>
                <a:lnTo>
                  <a:pt x="42635" y="53834"/>
                </a:lnTo>
                <a:lnTo>
                  <a:pt x="42943" y="54142"/>
                </a:lnTo>
                <a:lnTo>
                  <a:pt x="43258" y="54442"/>
                </a:lnTo>
                <a:lnTo>
                  <a:pt x="43581" y="54732"/>
                </a:lnTo>
                <a:lnTo>
                  <a:pt x="43912" y="55013"/>
                </a:lnTo>
                <a:lnTo>
                  <a:pt x="44250" y="55284"/>
                </a:lnTo>
                <a:lnTo>
                  <a:pt x="44596" y="55547"/>
                </a:lnTo>
                <a:lnTo>
                  <a:pt x="44950" y="55799"/>
                </a:lnTo>
                <a:lnTo>
                  <a:pt x="45311" y="56043"/>
                </a:lnTo>
                <a:lnTo>
                  <a:pt x="45680" y="56277"/>
                </a:lnTo>
                <a:lnTo>
                  <a:pt x="46057" y="56502"/>
                </a:lnTo>
                <a:lnTo>
                  <a:pt x="46441" y="56718"/>
                </a:lnTo>
                <a:lnTo>
                  <a:pt x="46833" y="56924"/>
                </a:lnTo>
                <a:lnTo>
                  <a:pt x="47233" y="57121"/>
                </a:lnTo>
                <a:lnTo>
                  <a:pt x="47641" y="57309"/>
                </a:lnTo>
                <a:lnTo>
                  <a:pt x="48056" y="57487"/>
                </a:lnTo>
                <a:lnTo>
                  <a:pt x="48479" y="57656"/>
                </a:lnTo>
                <a:lnTo>
                  <a:pt x="48914" y="57818"/>
                </a:lnTo>
                <a:lnTo>
                  <a:pt x="49003" y="57858"/>
                </a:lnTo>
                <a:lnTo>
                  <a:pt x="49131" y="57907"/>
                </a:lnTo>
                <a:lnTo>
                  <a:pt x="49305" y="57968"/>
                </a:lnTo>
                <a:lnTo>
                  <a:pt x="49522" y="58040"/>
                </a:lnTo>
                <a:lnTo>
                  <a:pt x="49784" y="58123"/>
                </a:lnTo>
                <a:lnTo>
                  <a:pt x="50089" y="58217"/>
                </a:lnTo>
                <a:lnTo>
                  <a:pt x="50438" y="58322"/>
                </a:lnTo>
                <a:lnTo>
                  <a:pt x="50830" y="58438"/>
                </a:lnTo>
                <a:lnTo>
                  <a:pt x="51266" y="58565"/>
                </a:lnTo>
                <a:lnTo>
                  <a:pt x="51745" y="58702"/>
                </a:lnTo>
                <a:lnTo>
                  <a:pt x="52268" y="58850"/>
                </a:lnTo>
                <a:lnTo>
                  <a:pt x="52834" y="59010"/>
                </a:lnTo>
                <a:lnTo>
                  <a:pt x="53443" y="59180"/>
                </a:lnTo>
                <a:lnTo>
                  <a:pt x="54096" y="59360"/>
                </a:lnTo>
                <a:lnTo>
                  <a:pt x="54793" y="59552"/>
                </a:lnTo>
                <a:lnTo>
                  <a:pt x="55532" y="59755"/>
                </a:lnTo>
                <a:lnTo>
                  <a:pt x="56316" y="59968"/>
                </a:lnTo>
                <a:lnTo>
                  <a:pt x="57142" y="60192"/>
                </a:lnTo>
                <a:lnTo>
                  <a:pt x="58012" y="60427"/>
                </a:lnTo>
                <a:lnTo>
                  <a:pt x="58926" y="60673"/>
                </a:lnTo>
                <a:lnTo>
                  <a:pt x="59883" y="60930"/>
                </a:lnTo>
                <a:lnTo>
                  <a:pt x="60883" y="61197"/>
                </a:lnTo>
                <a:lnTo>
                  <a:pt x="61927" y="61475"/>
                </a:lnTo>
                <a:lnTo>
                  <a:pt x="63014" y="61765"/>
                </a:lnTo>
                <a:lnTo>
                  <a:pt x="64100" y="62053"/>
                </a:lnTo>
                <a:lnTo>
                  <a:pt x="65141" y="62331"/>
                </a:lnTo>
                <a:lnTo>
                  <a:pt x="66136" y="62596"/>
                </a:lnTo>
                <a:lnTo>
                  <a:pt x="67085" y="62851"/>
                </a:lnTo>
                <a:lnTo>
                  <a:pt x="67990" y="63093"/>
                </a:lnTo>
                <a:lnTo>
                  <a:pt x="68848" y="63324"/>
                </a:lnTo>
                <a:lnTo>
                  <a:pt x="69662" y="63544"/>
                </a:lnTo>
                <a:lnTo>
                  <a:pt x="70429" y="63752"/>
                </a:lnTo>
                <a:lnTo>
                  <a:pt x="71151" y="63948"/>
                </a:lnTo>
                <a:lnTo>
                  <a:pt x="71828" y="64133"/>
                </a:lnTo>
                <a:lnTo>
                  <a:pt x="72459" y="64306"/>
                </a:lnTo>
                <a:lnTo>
                  <a:pt x="73045" y="64468"/>
                </a:lnTo>
                <a:lnTo>
                  <a:pt x="73585" y="64618"/>
                </a:lnTo>
                <a:lnTo>
                  <a:pt x="74080" y="64757"/>
                </a:lnTo>
                <a:lnTo>
                  <a:pt x="74530" y="64884"/>
                </a:lnTo>
                <a:lnTo>
                  <a:pt x="74933" y="65000"/>
                </a:lnTo>
                <a:lnTo>
                  <a:pt x="75292" y="65104"/>
                </a:lnTo>
                <a:lnTo>
                  <a:pt x="75605" y="65197"/>
                </a:lnTo>
                <a:lnTo>
                  <a:pt x="75873" y="65278"/>
                </a:lnTo>
                <a:lnTo>
                  <a:pt x="76096" y="65347"/>
                </a:lnTo>
                <a:lnTo>
                  <a:pt x="76273" y="65406"/>
                </a:lnTo>
                <a:lnTo>
                  <a:pt x="76407" y="65453"/>
                </a:lnTo>
                <a:lnTo>
                  <a:pt x="76501" y="65491"/>
                </a:lnTo>
                <a:lnTo>
                  <a:pt x="76539" y="65513"/>
                </a:lnTo>
                <a:lnTo>
                  <a:pt x="77101" y="65711"/>
                </a:lnTo>
                <a:lnTo>
                  <a:pt x="77673" y="65930"/>
                </a:lnTo>
                <a:lnTo>
                  <a:pt x="78244" y="66169"/>
                </a:lnTo>
                <a:lnTo>
                  <a:pt x="78813" y="66427"/>
                </a:lnTo>
                <a:lnTo>
                  <a:pt x="79380" y="66703"/>
                </a:lnTo>
                <a:lnTo>
                  <a:pt x="79946" y="66998"/>
                </a:lnTo>
                <a:lnTo>
                  <a:pt x="80511" y="67312"/>
                </a:lnTo>
                <a:lnTo>
                  <a:pt x="81074" y="67645"/>
                </a:lnTo>
                <a:lnTo>
                  <a:pt x="81635" y="67996"/>
                </a:lnTo>
                <a:lnTo>
                  <a:pt x="82195" y="68367"/>
                </a:lnTo>
                <a:lnTo>
                  <a:pt x="82754" y="68756"/>
                </a:lnTo>
                <a:lnTo>
                  <a:pt x="83311" y="69164"/>
                </a:lnTo>
                <a:lnTo>
                  <a:pt x="83867" y="69591"/>
                </a:lnTo>
                <a:lnTo>
                  <a:pt x="84421" y="70036"/>
                </a:lnTo>
                <a:lnTo>
                  <a:pt x="84973" y="70500"/>
                </a:lnTo>
                <a:lnTo>
                  <a:pt x="85524" y="70983"/>
                </a:lnTo>
                <a:lnTo>
                  <a:pt x="86074" y="71485"/>
                </a:lnTo>
                <a:lnTo>
                  <a:pt x="86622" y="72005"/>
                </a:lnTo>
                <a:lnTo>
                  <a:pt x="87169" y="72545"/>
                </a:lnTo>
                <a:lnTo>
                  <a:pt x="87714" y="73103"/>
                </a:lnTo>
                <a:lnTo>
                  <a:pt x="88258" y="73680"/>
                </a:lnTo>
                <a:lnTo>
                  <a:pt x="88800" y="74275"/>
                </a:lnTo>
                <a:lnTo>
                  <a:pt x="89341" y="74889"/>
                </a:lnTo>
                <a:lnTo>
                  <a:pt x="89881" y="75523"/>
                </a:lnTo>
                <a:lnTo>
                  <a:pt x="90409" y="76176"/>
                </a:lnTo>
                <a:lnTo>
                  <a:pt x="90915" y="76848"/>
                </a:lnTo>
                <a:lnTo>
                  <a:pt x="91399" y="77539"/>
                </a:lnTo>
                <a:lnTo>
                  <a:pt x="91860" y="78249"/>
                </a:lnTo>
                <a:lnTo>
                  <a:pt x="92299" y="78977"/>
                </a:lnTo>
                <a:lnTo>
                  <a:pt x="92715" y="79725"/>
                </a:lnTo>
                <a:lnTo>
                  <a:pt x="93108" y="80491"/>
                </a:lnTo>
                <a:lnTo>
                  <a:pt x="93480" y="81276"/>
                </a:lnTo>
                <a:lnTo>
                  <a:pt x="93828" y="82080"/>
                </a:lnTo>
                <a:lnTo>
                  <a:pt x="94154" y="82902"/>
                </a:lnTo>
                <a:lnTo>
                  <a:pt x="94458" y="83744"/>
                </a:lnTo>
                <a:lnTo>
                  <a:pt x="94739" y="84604"/>
                </a:lnTo>
                <a:lnTo>
                  <a:pt x="94997" y="85482"/>
                </a:lnTo>
                <a:lnTo>
                  <a:pt x="95233" y="86380"/>
                </a:lnTo>
                <a:lnTo>
                  <a:pt x="95446" y="87296"/>
                </a:lnTo>
                <a:lnTo>
                  <a:pt x="95637" y="88231"/>
                </a:lnTo>
                <a:lnTo>
                  <a:pt x="95806" y="89184"/>
                </a:lnTo>
                <a:lnTo>
                  <a:pt x="95952" y="90157"/>
                </a:lnTo>
                <a:lnTo>
                  <a:pt x="96075" y="91148"/>
                </a:lnTo>
                <a:lnTo>
                  <a:pt x="96176" y="92157"/>
                </a:lnTo>
                <a:lnTo>
                  <a:pt x="96255" y="93186"/>
                </a:lnTo>
                <a:lnTo>
                  <a:pt x="96311" y="94233"/>
                </a:lnTo>
                <a:lnTo>
                  <a:pt x="96345" y="95299"/>
                </a:lnTo>
                <a:lnTo>
                  <a:pt x="96356" y="96383"/>
                </a:lnTo>
                <a:lnTo>
                  <a:pt x="96353" y="96836"/>
                </a:lnTo>
                <a:lnTo>
                  <a:pt x="96345" y="97292"/>
                </a:lnTo>
                <a:lnTo>
                  <a:pt x="96331" y="97752"/>
                </a:lnTo>
                <a:lnTo>
                  <a:pt x="96311" y="98213"/>
                </a:lnTo>
                <a:lnTo>
                  <a:pt x="96286" y="98678"/>
                </a:lnTo>
                <a:lnTo>
                  <a:pt x="96255" y="99146"/>
                </a:lnTo>
                <a:lnTo>
                  <a:pt x="96218" y="99616"/>
                </a:lnTo>
                <a:lnTo>
                  <a:pt x="96176" y="100090"/>
                </a:lnTo>
                <a:lnTo>
                  <a:pt x="96129" y="100566"/>
                </a:lnTo>
                <a:lnTo>
                  <a:pt x="96075" y="101045"/>
                </a:lnTo>
                <a:lnTo>
                  <a:pt x="96016" y="101527"/>
                </a:lnTo>
                <a:lnTo>
                  <a:pt x="95952" y="102012"/>
                </a:lnTo>
                <a:lnTo>
                  <a:pt x="95882" y="102499"/>
                </a:lnTo>
                <a:lnTo>
                  <a:pt x="95806" y="102990"/>
                </a:lnTo>
                <a:lnTo>
                  <a:pt x="95725" y="103484"/>
                </a:lnTo>
                <a:lnTo>
                  <a:pt x="95638" y="103980"/>
                </a:lnTo>
                <a:lnTo>
                  <a:pt x="95545" y="104479"/>
                </a:lnTo>
                <a:lnTo>
                  <a:pt x="95447" y="104981"/>
                </a:lnTo>
                <a:lnTo>
                  <a:pt x="95343" y="105486"/>
                </a:lnTo>
                <a:lnTo>
                  <a:pt x="95234" y="105994"/>
                </a:lnTo>
                <a:lnTo>
                  <a:pt x="95119" y="106505"/>
                </a:lnTo>
                <a:lnTo>
                  <a:pt x="94998" y="107018"/>
                </a:lnTo>
                <a:lnTo>
                  <a:pt x="94872" y="107535"/>
                </a:lnTo>
                <a:lnTo>
                  <a:pt x="94740" y="108052"/>
                </a:lnTo>
                <a:lnTo>
                  <a:pt x="94654" y="108435"/>
                </a:lnTo>
                <a:lnTo>
                  <a:pt x="94561" y="108822"/>
                </a:lnTo>
                <a:lnTo>
                  <a:pt x="94463" y="109214"/>
                </a:lnTo>
                <a:lnTo>
                  <a:pt x="94359" y="109609"/>
                </a:lnTo>
                <a:lnTo>
                  <a:pt x="94249" y="110007"/>
                </a:lnTo>
                <a:lnTo>
                  <a:pt x="94134" y="110409"/>
                </a:lnTo>
                <a:lnTo>
                  <a:pt x="94013" y="110815"/>
                </a:lnTo>
                <a:lnTo>
                  <a:pt x="93887" y="111224"/>
                </a:lnTo>
                <a:lnTo>
                  <a:pt x="93755" y="111637"/>
                </a:lnTo>
                <a:lnTo>
                  <a:pt x="93618" y="112054"/>
                </a:lnTo>
                <a:lnTo>
                  <a:pt x="93475" y="112474"/>
                </a:lnTo>
                <a:lnTo>
                  <a:pt x="93326" y="112897"/>
                </a:lnTo>
                <a:lnTo>
                  <a:pt x="93172" y="113325"/>
                </a:lnTo>
                <a:lnTo>
                  <a:pt x="93012" y="113755"/>
                </a:lnTo>
                <a:lnTo>
                  <a:pt x="92846" y="114190"/>
                </a:lnTo>
                <a:lnTo>
                  <a:pt x="92675" y="114628"/>
                </a:lnTo>
                <a:lnTo>
                  <a:pt x="92498" y="115069"/>
                </a:lnTo>
                <a:lnTo>
                  <a:pt x="92316" y="115515"/>
                </a:lnTo>
                <a:lnTo>
                  <a:pt x="92128" y="115963"/>
                </a:lnTo>
                <a:lnTo>
                  <a:pt x="91935" y="116416"/>
                </a:lnTo>
                <a:lnTo>
                  <a:pt x="91735" y="116872"/>
                </a:lnTo>
                <a:lnTo>
                  <a:pt x="91531" y="117331"/>
                </a:lnTo>
                <a:lnTo>
                  <a:pt x="91320" y="117794"/>
                </a:lnTo>
                <a:lnTo>
                  <a:pt x="91104" y="118261"/>
                </a:lnTo>
                <a:lnTo>
                  <a:pt x="90882" y="118732"/>
                </a:lnTo>
                <a:lnTo>
                  <a:pt x="90653" y="119206"/>
                </a:lnTo>
                <a:lnTo>
                  <a:pt x="90417" y="119683"/>
                </a:lnTo>
                <a:lnTo>
                  <a:pt x="90173" y="120165"/>
                </a:lnTo>
                <a:lnTo>
                  <a:pt x="89923" y="120650"/>
                </a:lnTo>
                <a:lnTo>
                  <a:pt x="89666" y="121138"/>
                </a:lnTo>
                <a:lnTo>
                  <a:pt x="89401" y="121630"/>
                </a:lnTo>
                <a:lnTo>
                  <a:pt x="89130" y="122126"/>
                </a:lnTo>
                <a:lnTo>
                  <a:pt x="88852" y="122625"/>
                </a:lnTo>
                <a:lnTo>
                  <a:pt x="88566" y="123128"/>
                </a:lnTo>
                <a:lnTo>
                  <a:pt x="88274" y="123634"/>
                </a:lnTo>
                <a:lnTo>
                  <a:pt x="87975" y="124144"/>
                </a:lnTo>
                <a:lnTo>
                  <a:pt x="87669" y="124658"/>
                </a:lnTo>
                <a:lnTo>
                  <a:pt x="87355" y="125175"/>
                </a:lnTo>
                <a:lnTo>
                  <a:pt x="87035" y="125696"/>
                </a:lnTo>
                <a:lnTo>
                  <a:pt x="86708" y="126221"/>
                </a:lnTo>
                <a:lnTo>
                  <a:pt x="86373" y="126749"/>
                </a:lnTo>
                <a:lnTo>
                  <a:pt x="86032" y="127280"/>
                </a:lnTo>
                <a:lnTo>
                  <a:pt x="85684" y="127815"/>
                </a:lnTo>
                <a:lnTo>
                  <a:pt x="85329" y="128354"/>
                </a:lnTo>
                <a:lnTo>
                  <a:pt x="84966" y="128897"/>
                </a:lnTo>
                <a:lnTo>
                  <a:pt x="84597" y="129443"/>
                </a:lnTo>
                <a:lnTo>
                  <a:pt x="84221" y="129992"/>
                </a:lnTo>
                <a:lnTo>
                  <a:pt x="83837" y="130546"/>
                </a:lnTo>
                <a:lnTo>
                  <a:pt x="83443" y="131100"/>
                </a:lnTo>
                <a:lnTo>
                  <a:pt x="83035" y="131652"/>
                </a:lnTo>
                <a:lnTo>
                  <a:pt x="82612" y="132201"/>
                </a:lnTo>
                <a:lnTo>
                  <a:pt x="82175" y="132746"/>
                </a:lnTo>
                <a:lnTo>
                  <a:pt x="81725" y="133289"/>
                </a:lnTo>
                <a:lnTo>
                  <a:pt x="81260" y="133829"/>
                </a:lnTo>
                <a:lnTo>
                  <a:pt x="80782" y="134366"/>
                </a:lnTo>
                <a:lnTo>
                  <a:pt x="80289" y="134901"/>
                </a:lnTo>
                <a:lnTo>
                  <a:pt x="79782" y="135432"/>
                </a:lnTo>
                <a:lnTo>
                  <a:pt x="79262" y="135960"/>
                </a:lnTo>
                <a:lnTo>
                  <a:pt x="78727" y="136485"/>
                </a:lnTo>
                <a:lnTo>
                  <a:pt x="78179" y="137008"/>
                </a:lnTo>
                <a:lnTo>
                  <a:pt x="77616" y="137527"/>
                </a:lnTo>
                <a:lnTo>
                  <a:pt x="77039" y="138044"/>
                </a:lnTo>
                <a:lnTo>
                  <a:pt x="76449" y="138558"/>
                </a:lnTo>
                <a:lnTo>
                  <a:pt x="75844" y="139068"/>
                </a:lnTo>
                <a:lnTo>
                  <a:pt x="75226" y="139576"/>
                </a:lnTo>
                <a:lnTo>
                  <a:pt x="74593" y="140081"/>
                </a:lnTo>
                <a:lnTo>
                  <a:pt x="73947" y="140583"/>
                </a:lnTo>
                <a:lnTo>
                  <a:pt x="73286" y="141082"/>
                </a:lnTo>
                <a:lnTo>
                  <a:pt x="72612" y="141578"/>
                </a:lnTo>
                <a:lnTo>
                  <a:pt x="71923" y="142071"/>
                </a:lnTo>
                <a:lnTo>
                  <a:pt x="71221" y="142561"/>
                </a:lnTo>
                <a:lnTo>
                  <a:pt x="70504" y="143049"/>
                </a:lnTo>
                <a:lnTo>
                  <a:pt x="69778" y="143528"/>
                </a:lnTo>
                <a:lnTo>
                  <a:pt x="69045" y="143995"/>
                </a:lnTo>
                <a:lnTo>
                  <a:pt x="68308" y="144449"/>
                </a:lnTo>
                <a:lnTo>
                  <a:pt x="67564" y="144889"/>
                </a:lnTo>
                <a:lnTo>
                  <a:pt x="66815" y="145317"/>
                </a:lnTo>
                <a:lnTo>
                  <a:pt x="66060" y="145731"/>
                </a:lnTo>
                <a:lnTo>
                  <a:pt x="65300" y="146133"/>
                </a:lnTo>
                <a:lnTo>
                  <a:pt x="64534" y="146521"/>
                </a:lnTo>
                <a:lnTo>
                  <a:pt x="63762" y="146897"/>
                </a:lnTo>
                <a:lnTo>
                  <a:pt x="62985" y="147259"/>
                </a:lnTo>
                <a:lnTo>
                  <a:pt x="62202" y="147609"/>
                </a:lnTo>
                <a:lnTo>
                  <a:pt x="61414" y="147945"/>
                </a:lnTo>
                <a:lnTo>
                  <a:pt x="60620" y="148268"/>
                </a:lnTo>
                <a:lnTo>
                  <a:pt x="59820" y="148579"/>
                </a:lnTo>
                <a:lnTo>
                  <a:pt x="59015" y="148876"/>
                </a:lnTo>
                <a:lnTo>
                  <a:pt x="58204" y="149160"/>
                </a:lnTo>
                <a:lnTo>
                  <a:pt x="57388" y="149432"/>
                </a:lnTo>
                <a:lnTo>
                  <a:pt x="56566" y="149690"/>
                </a:lnTo>
                <a:lnTo>
                  <a:pt x="55738" y="149935"/>
                </a:lnTo>
                <a:lnTo>
                  <a:pt x="54905" y="150167"/>
                </a:lnTo>
                <a:lnTo>
                  <a:pt x="54066" y="150387"/>
                </a:lnTo>
                <a:lnTo>
                  <a:pt x="53222" y="150593"/>
                </a:lnTo>
                <a:lnTo>
                  <a:pt x="52372" y="150786"/>
                </a:lnTo>
                <a:lnTo>
                  <a:pt x="51515" y="150966"/>
                </a:lnTo>
                <a:lnTo>
                  <a:pt x="51307" y="151001"/>
                </a:lnTo>
                <a:lnTo>
                  <a:pt x="51093" y="151033"/>
                </a:lnTo>
                <a:lnTo>
                  <a:pt x="50873" y="151065"/>
                </a:lnTo>
                <a:lnTo>
                  <a:pt x="50646" y="151094"/>
                </a:lnTo>
                <a:lnTo>
                  <a:pt x="50412" y="151123"/>
                </a:lnTo>
                <a:lnTo>
                  <a:pt x="50171" y="151150"/>
                </a:lnTo>
                <a:lnTo>
                  <a:pt x="49923" y="151175"/>
                </a:lnTo>
                <a:lnTo>
                  <a:pt x="49668" y="151199"/>
                </a:lnTo>
                <a:lnTo>
                  <a:pt x="49406" y="151221"/>
                </a:lnTo>
                <a:lnTo>
                  <a:pt x="49137" y="151242"/>
                </a:lnTo>
                <a:lnTo>
                  <a:pt x="48861" y="151262"/>
                </a:lnTo>
                <a:lnTo>
                  <a:pt x="48579" y="151280"/>
                </a:lnTo>
                <a:lnTo>
                  <a:pt x="48289" y="151297"/>
                </a:lnTo>
                <a:lnTo>
                  <a:pt x="47992" y="151312"/>
                </a:lnTo>
                <a:lnTo>
                  <a:pt x="47688" y="151325"/>
                </a:lnTo>
                <a:lnTo>
                  <a:pt x="47378" y="151338"/>
                </a:lnTo>
                <a:lnTo>
                  <a:pt x="47060" y="151349"/>
                </a:lnTo>
                <a:lnTo>
                  <a:pt x="46735" y="151358"/>
                </a:lnTo>
                <a:lnTo>
                  <a:pt x="46404" y="151366"/>
                </a:lnTo>
                <a:lnTo>
                  <a:pt x="46065" y="151372"/>
                </a:lnTo>
                <a:lnTo>
                  <a:pt x="45719" y="151378"/>
                </a:lnTo>
                <a:lnTo>
                  <a:pt x="45367" y="151381"/>
                </a:lnTo>
                <a:lnTo>
                  <a:pt x="45007" y="151383"/>
                </a:lnTo>
                <a:lnTo>
                  <a:pt x="44640" y="151384"/>
                </a:lnTo>
                <a:lnTo>
                  <a:pt x="42990" y="151364"/>
                </a:lnTo>
                <a:lnTo>
                  <a:pt x="41371" y="151304"/>
                </a:lnTo>
                <a:lnTo>
                  <a:pt x="39782" y="151205"/>
                </a:lnTo>
                <a:lnTo>
                  <a:pt x="38224" y="151066"/>
                </a:lnTo>
                <a:lnTo>
                  <a:pt x="36696" y="150887"/>
                </a:lnTo>
                <a:lnTo>
                  <a:pt x="35199" y="150668"/>
                </a:lnTo>
                <a:lnTo>
                  <a:pt x="33733" y="150409"/>
                </a:lnTo>
                <a:lnTo>
                  <a:pt x="32298" y="150111"/>
                </a:lnTo>
                <a:lnTo>
                  <a:pt x="30893" y="149772"/>
                </a:lnTo>
                <a:lnTo>
                  <a:pt x="29519" y="149394"/>
                </a:lnTo>
                <a:lnTo>
                  <a:pt x="28176" y="148976"/>
                </a:lnTo>
                <a:lnTo>
                  <a:pt x="26864" y="148518"/>
                </a:lnTo>
                <a:lnTo>
                  <a:pt x="25582" y="148021"/>
                </a:lnTo>
                <a:lnTo>
                  <a:pt x="24331" y="147483"/>
                </a:lnTo>
                <a:lnTo>
                  <a:pt x="23111" y="146906"/>
                </a:lnTo>
                <a:lnTo>
                  <a:pt x="21922" y="146288"/>
                </a:lnTo>
                <a:lnTo>
                  <a:pt x="20763" y="145631"/>
                </a:lnTo>
                <a:lnTo>
                  <a:pt x="19636" y="144934"/>
                </a:lnTo>
                <a:lnTo>
                  <a:pt x="18539" y="144197"/>
                </a:lnTo>
                <a:lnTo>
                  <a:pt x="17473" y="143421"/>
                </a:lnTo>
                <a:lnTo>
                  <a:pt x="16438" y="142604"/>
                </a:lnTo>
                <a:lnTo>
                  <a:pt x="15434" y="141748"/>
                </a:lnTo>
                <a:lnTo>
                  <a:pt x="14461" y="140852"/>
                </a:lnTo>
                <a:lnTo>
                  <a:pt x="13518" y="139915"/>
                </a:lnTo>
                <a:lnTo>
                  <a:pt x="11577" y="137712"/>
                </a:lnTo>
                <a:lnTo>
                  <a:pt x="6009" y="144070"/>
                </a:lnTo>
                <a:lnTo>
                  <a:pt x="5630" y="144528"/>
                </a:lnTo>
                <a:lnTo>
                  <a:pt x="5262" y="144971"/>
                </a:lnTo>
                <a:lnTo>
                  <a:pt x="4907" y="145398"/>
                </a:lnTo>
                <a:lnTo>
                  <a:pt x="4565" y="145808"/>
                </a:lnTo>
                <a:lnTo>
                  <a:pt x="4235" y="146201"/>
                </a:lnTo>
                <a:lnTo>
                  <a:pt x="3918" y="146578"/>
                </a:lnTo>
                <a:lnTo>
                  <a:pt x="3613" y="146938"/>
                </a:lnTo>
                <a:lnTo>
                  <a:pt x="3321" y="147282"/>
                </a:lnTo>
                <a:lnTo>
                  <a:pt x="3042" y="147608"/>
                </a:lnTo>
                <a:lnTo>
                  <a:pt x="2775" y="147919"/>
                </a:lnTo>
                <a:lnTo>
                  <a:pt x="2520" y="148213"/>
                </a:lnTo>
                <a:lnTo>
                  <a:pt x="2278" y="148490"/>
                </a:lnTo>
                <a:lnTo>
                  <a:pt x="2049" y="148750"/>
                </a:lnTo>
                <a:lnTo>
                  <a:pt x="1833" y="148995"/>
                </a:lnTo>
                <a:lnTo>
                  <a:pt x="1629" y="149222"/>
                </a:lnTo>
                <a:lnTo>
                  <a:pt x="1437" y="149433"/>
                </a:lnTo>
                <a:lnTo>
                  <a:pt x="1258" y="149627"/>
                </a:lnTo>
                <a:lnTo>
                  <a:pt x="1091" y="149805"/>
                </a:lnTo>
                <a:lnTo>
                  <a:pt x="937" y="149967"/>
                </a:lnTo>
                <a:lnTo>
                  <a:pt x="796" y="150112"/>
                </a:lnTo>
                <a:lnTo>
                  <a:pt x="666" y="150240"/>
                </a:lnTo>
                <a:lnTo>
                  <a:pt x="549" y="150353"/>
                </a:lnTo>
                <a:lnTo>
                  <a:pt x="444" y="150449"/>
                </a:lnTo>
                <a:lnTo>
                  <a:pt x="351" y="150529"/>
                </a:lnTo>
                <a:lnTo>
                  <a:pt x="264" y="150599"/>
                </a:lnTo>
                <a:lnTo>
                  <a:pt x="174" y="150666"/>
                </a:lnTo>
                <a:lnTo>
                  <a:pt x="82" y="150730"/>
                </a:lnTo>
                <a:lnTo>
                  <a:pt x="0" y="150783"/>
                </a:lnTo>
                <a:lnTo>
                  <a:pt x="0" y="150537"/>
                </a:lnTo>
                <a:lnTo>
                  <a:pt x="54" y="150500"/>
                </a:lnTo>
                <a:lnTo>
                  <a:pt x="139" y="150437"/>
                </a:lnTo>
                <a:lnTo>
                  <a:pt x="221" y="150371"/>
                </a:lnTo>
                <a:lnTo>
                  <a:pt x="308" y="150296"/>
                </a:lnTo>
                <a:lnTo>
                  <a:pt x="409" y="150203"/>
                </a:lnTo>
                <a:lnTo>
                  <a:pt x="523" y="150094"/>
                </a:lnTo>
                <a:lnTo>
                  <a:pt x="650" y="149968"/>
                </a:lnTo>
                <a:lnTo>
                  <a:pt x="790" y="149825"/>
                </a:lnTo>
                <a:lnTo>
                  <a:pt x="943" y="149665"/>
                </a:lnTo>
                <a:lnTo>
                  <a:pt x="1108" y="149488"/>
                </a:lnTo>
                <a:lnTo>
                  <a:pt x="1286" y="149295"/>
                </a:lnTo>
                <a:lnTo>
                  <a:pt x="1477" y="149085"/>
                </a:lnTo>
                <a:lnTo>
                  <a:pt x="1680" y="148858"/>
                </a:lnTo>
                <a:lnTo>
                  <a:pt x="1896" y="148615"/>
                </a:lnTo>
                <a:lnTo>
                  <a:pt x="2124" y="148355"/>
                </a:lnTo>
                <a:lnTo>
                  <a:pt x="2366" y="148078"/>
                </a:lnTo>
                <a:lnTo>
                  <a:pt x="2620" y="147785"/>
                </a:lnTo>
                <a:lnTo>
                  <a:pt x="2886" y="147475"/>
                </a:lnTo>
                <a:lnTo>
                  <a:pt x="3165" y="147149"/>
                </a:lnTo>
                <a:lnTo>
                  <a:pt x="3457" y="146806"/>
                </a:lnTo>
                <a:lnTo>
                  <a:pt x="3761" y="146446"/>
                </a:lnTo>
                <a:lnTo>
                  <a:pt x="4078" y="146069"/>
                </a:lnTo>
                <a:lnTo>
                  <a:pt x="4408" y="145676"/>
                </a:lnTo>
                <a:lnTo>
                  <a:pt x="4750" y="145267"/>
                </a:lnTo>
                <a:lnTo>
                  <a:pt x="5105" y="144841"/>
                </a:lnTo>
                <a:lnTo>
                  <a:pt x="5472" y="144398"/>
                </a:lnTo>
                <a:lnTo>
                  <a:pt x="5853" y="143937"/>
                </a:lnTo>
                <a:lnTo>
                  <a:pt x="11576" y="137402"/>
                </a:lnTo>
                <a:lnTo>
                  <a:pt x="13667" y="139774"/>
                </a:lnTo>
                <a:lnTo>
                  <a:pt x="14603" y="140704"/>
                </a:lnTo>
                <a:lnTo>
                  <a:pt x="15570" y="141595"/>
                </a:lnTo>
                <a:lnTo>
                  <a:pt x="16568" y="142446"/>
                </a:lnTo>
                <a:lnTo>
                  <a:pt x="17597" y="143258"/>
                </a:lnTo>
                <a:lnTo>
                  <a:pt x="18657" y="144030"/>
                </a:lnTo>
                <a:lnTo>
                  <a:pt x="19747" y="144762"/>
                </a:lnTo>
                <a:lnTo>
                  <a:pt x="20868" y="145455"/>
                </a:lnTo>
                <a:lnTo>
                  <a:pt x="22020" y="146108"/>
                </a:lnTo>
                <a:lnTo>
                  <a:pt x="23202" y="146722"/>
                </a:lnTo>
                <a:lnTo>
                  <a:pt x="24415" y="147297"/>
                </a:lnTo>
                <a:lnTo>
                  <a:pt x="25659" y="147831"/>
                </a:lnTo>
                <a:lnTo>
                  <a:pt x="26934" y="148326"/>
                </a:lnTo>
                <a:lnTo>
                  <a:pt x="28240" y="148782"/>
                </a:lnTo>
                <a:lnTo>
                  <a:pt x="29577" y="149198"/>
                </a:lnTo>
                <a:lnTo>
                  <a:pt x="30944" y="149574"/>
                </a:lnTo>
                <a:lnTo>
                  <a:pt x="32343" y="149911"/>
                </a:lnTo>
                <a:lnTo>
                  <a:pt x="33772" y="150208"/>
                </a:lnTo>
                <a:lnTo>
                  <a:pt x="35232" y="150466"/>
                </a:lnTo>
                <a:lnTo>
                  <a:pt x="36723" y="150684"/>
                </a:lnTo>
                <a:lnTo>
                  <a:pt x="38245" y="150862"/>
                </a:lnTo>
                <a:lnTo>
                  <a:pt x="39797" y="151001"/>
                </a:lnTo>
                <a:lnTo>
                  <a:pt x="41381" y="151100"/>
                </a:lnTo>
                <a:lnTo>
                  <a:pt x="42995" y="151159"/>
                </a:lnTo>
                <a:lnTo>
                  <a:pt x="44641" y="151179"/>
                </a:lnTo>
                <a:lnTo>
                  <a:pt x="45007" y="151179"/>
                </a:lnTo>
                <a:lnTo>
                  <a:pt x="45365" y="151176"/>
                </a:lnTo>
                <a:lnTo>
                  <a:pt x="45717" y="151173"/>
                </a:lnTo>
                <a:lnTo>
                  <a:pt x="46062" y="151168"/>
                </a:lnTo>
                <a:lnTo>
                  <a:pt x="46399" y="151161"/>
                </a:lnTo>
                <a:lnTo>
                  <a:pt x="46730" y="151153"/>
                </a:lnTo>
                <a:lnTo>
                  <a:pt x="47053" y="151144"/>
                </a:lnTo>
                <a:lnTo>
                  <a:pt x="47370" y="151133"/>
                </a:lnTo>
                <a:lnTo>
                  <a:pt x="47680" y="151121"/>
                </a:lnTo>
                <a:lnTo>
                  <a:pt x="47982" y="151107"/>
                </a:lnTo>
                <a:lnTo>
                  <a:pt x="48278" y="151092"/>
                </a:lnTo>
                <a:lnTo>
                  <a:pt x="48566" y="151075"/>
                </a:lnTo>
                <a:lnTo>
                  <a:pt x="48848" y="151057"/>
                </a:lnTo>
                <a:lnTo>
                  <a:pt x="49122" y="151038"/>
                </a:lnTo>
                <a:lnTo>
                  <a:pt x="49389" y="151017"/>
                </a:lnTo>
                <a:lnTo>
                  <a:pt x="49650" y="150995"/>
                </a:lnTo>
                <a:lnTo>
                  <a:pt x="49903" y="150971"/>
                </a:lnTo>
                <a:lnTo>
                  <a:pt x="50149" y="150946"/>
                </a:lnTo>
                <a:lnTo>
                  <a:pt x="50388" y="150919"/>
                </a:lnTo>
                <a:lnTo>
                  <a:pt x="50620" y="150891"/>
                </a:lnTo>
                <a:lnTo>
                  <a:pt x="50846" y="150862"/>
                </a:lnTo>
                <a:lnTo>
                  <a:pt x="51064" y="150831"/>
                </a:lnTo>
                <a:lnTo>
                  <a:pt x="51274" y="150799"/>
                </a:lnTo>
                <a:lnTo>
                  <a:pt x="51477" y="150765"/>
                </a:lnTo>
                <a:lnTo>
                  <a:pt x="52328" y="150586"/>
                </a:lnTo>
                <a:lnTo>
                  <a:pt x="53175" y="150394"/>
                </a:lnTo>
                <a:lnTo>
                  <a:pt x="54016" y="150188"/>
                </a:lnTo>
                <a:lnTo>
                  <a:pt x="54852" y="149970"/>
                </a:lnTo>
                <a:lnTo>
                  <a:pt x="55682" y="149738"/>
                </a:lnTo>
                <a:lnTo>
                  <a:pt x="56506" y="149494"/>
                </a:lnTo>
                <a:lnTo>
                  <a:pt x="57325" y="149237"/>
                </a:lnTo>
                <a:lnTo>
                  <a:pt x="58138" y="148967"/>
                </a:lnTo>
                <a:lnTo>
                  <a:pt x="58946" y="148683"/>
                </a:lnTo>
                <a:lnTo>
                  <a:pt x="59748" y="148387"/>
                </a:lnTo>
                <a:lnTo>
                  <a:pt x="60544" y="148078"/>
                </a:lnTo>
                <a:lnTo>
                  <a:pt x="61335" y="147756"/>
                </a:lnTo>
                <a:lnTo>
                  <a:pt x="62121" y="147421"/>
                </a:lnTo>
                <a:lnTo>
                  <a:pt x="62900" y="147073"/>
                </a:lnTo>
                <a:lnTo>
                  <a:pt x="63674" y="146712"/>
                </a:lnTo>
                <a:lnTo>
                  <a:pt x="64443" y="146338"/>
                </a:lnTo>
                <a:lnTo>
                  <a:pt x="65206" y="145951"/>
                </a:lnTo>
                <a:lnTo>
                  <a:pt x="65963" y="145551"/>
                </a:lnTo>
                <a:lnTo>
                  <a:pt x="66715" y="145138"/>
                </a:lnTo>
                <a:lnTo>
                  <a:pt x="67461" y="144712"/>
                </a:lnTo>
                <a:lnTo>
                  <a:pt x="68202" y="144273"/>
                </a:lnTo>
                <a:lnTo>
                  <a:pt x="68937" y="143821"/>
                </a:lnTo>
                <a:lnTo>
                  <a:pt x="69666" y="143357"/>
                </a:lnTo>
                <a:lnTo>
                  <a:pt x="70390" y="142879"/>
                </a:lnTo>
                <a:lnTo>
                  <a:pt x="71105" y="142393"/>
                </a:lnTo>
                <a:lnTo>
                  <a:pt x="71805" y="141904"/>
                </a:lnTo>
                <a:lnTo>
                  <a:pt x="72491" y="141412"/>
                </a:lnTo>
                <a:lnTo>
                  <a:pt x="73164" y="140918"/>
                </a:lnTo>
                <a:lnTo>
                  <a:pt x="73822" y="140420"/>
                </a:lnTo>
                <a:lnTo>
                  <a:pt x="74467" y="139920"/>
                </a:lnTo>
                <a:lnTo>
                  <a:pt x="75097" y="139417"/>
                </a:lnTo>
                <a:lnTo>
                  <a:pt x="75713" y="138911"/>
                </a:lnTo>
                <a:lnTo>
                  <a:pt x="76316" y="138402"/>
                </a:lnTo>
                <a:lnTo>
                  <a:pt x="76904" y="137890"/>
                </a:lnTo>
                <a:lnTo>
                  <a:pt x="77478" y="137376"/>
                </a:lnTo>
                <a:lnTo>
                  <a:pt x="78038" y="136858"/>
                </a:lnTo>
                <a:lnTo>
                  <a:pt x="78585" y="136338"/>
                </a:lnTo>
                <a:lnTo>
                  <a:pt x="79117" y="135815"/>
                </a:lnTo>
                <a:lnTo>
                  <a:pt x="79635" y="135289"/>
                </a:lnTo>
                <a:lnTo>
                  <a:pt x="80140" y="134761"/>
                </a:lnTo>
                <a:lnTo>
                  <a:pt x="80630" y="134229"/>
                </a:lnTo>
                <a:lnTo>
                  <a:pt x="81106" y="133695"/>
                </a:lnTo>
                <a:lnTo>
                  <a:pt x="81568" y="133157"/>
                </a:lnTo>
                <a:lnTo>
                  <a:pt x="82017" y="132617"/>
                </a:lnTo>
                <a:lnTo>
                  <a:pt x="82451" y="132074"/>
                </a:lnTo>
                <a:lnTo>
                  <a:pt x="82871" y="131528"/>
                </a:lnTo>
                <a:lnTo>
                  <a:pt x="83277" y="130980"/>
                </a:lnTo>
                <a:lnTo>
                  <a:pt x="83670" y="130428"/>
                </a:lnTo>
                <a:lnTo>
                  <a:pt x="84052" y="129876"/>
                </a:lnTo>
                <a:lnTo>
                  <a:pt x="84428" y="129327"/>
                </a:lnTo>
                <a:lnTo>
                  <a:pt x="84796" y="128782"/>
                </a:lnTo>
                <a:lnTo>
                  <a:pt x="85158" y="128241"/>
                </a:lnTo>
                <a:lnTo>
                  <a:pt x="85513" y="127703"/>
                </a:lnTo>
                <a:lnTo>
                  <a:pt x="85860" y="127169"/>
                </a:lnTo>
                <a:lnTo>
                  <a:pt x="86201" y="126638"/>
                </a:lnTo>
                <a:lnTo>
                  <a:pt x="86534" y="126112"/>
                </a:lnTo>
                <a:lnTo>
                  <a:pt x="86861" y="125588"/>
                </a:lnTo>
                <a:lnTo>
                  <a:pt x="87180" y="125069"/>
                </a:lnTo>
                <a:lnTo>
                  <a:pt x="87493" y="124553"/>
                </a:lnTo>
                <a:lnTo>
                  <a:pt x="87799" y="124040"/>
                </a:lnTo>
                <a:lnTo>
                  <a:pt x="88097" y="123531"/>
                </a:lnTo>
                <a:lnTo>
                  <a:pt x="88389" y="123026"/>
                </a:lnTo>
                <a:lnTo>
                  <a:pt x="88673" y="122525"/>
                </a:lnTo>
                <a:lnTo>
                  <a:pt x="88951" y="122027"/>
                </a:lnTo>
                <a:lnTo>
                  <a:pt x="89221" y="121533"/>
                </a:lnTo>
                <a:lnTo>
                  <a:pt x="89485" y="121042"/>
                </a:lnTo>
                <a:lnTo>
                  <a:pt x="89741" y="120555"/>
                </a:lnTo>
                <a:lnTo>
                  <a:pt x="89991" y="120072"/>
                </a:lnTo>
                <a:lnTo>
                  <a:pt x="90233" y="119592"/>
                </a:lnTo>
                <a:lnTo>
                  <a:pt x="90469" y="119116"/>
                </a:lnTo>
                <a:lnTo>
                  <a:pt x="90697" y="118643"/>
                </a:lnTo>
                <a:lnTo>
                  <a:pt x="90919" y="118174"/>
                </a:lnTo>
                <a:lnTo>
                  <a:pt x="91134" y="117709"/>
                </a:lnTo>
                <a:lnTo>
                  <a:pt x="91344" y="117247"/>
                </a:lnTo>
                <a:lnTo>
                  <a:pt x="91548" y="116789"/>
                </a:lnTo>
                <a:lnTo>
                  <a:pt x="91747" y="116334"/>
                </a:lnTo>
                <a:lnTo>
                  <a:pt x="91939" y="115884"/>
                </a:lnTo>
                <a:lnTo>
                  <a:pt x="92127" y="115436"/>
                </a:lnTo>
                <a:lnTo>
                  <a:pt x="92308" y="114993"/>
                </a:lnTo>
                <a:lnTo>
                  <a:pt x="92485" y="114553"/>
                </a:lnTo>
                <a:lnTo>
                  <a:pt x="92655" y="114116"/>
                </a:lnTo>
                <a:lnTo>
                  <a:pt x="92820" y="113683"/>
                </a:lnTo>
                <a:lnTo>
                  <a:pt x="92979" y="113254"/>
                </a:lnTo>
                <a:lnTo>
                  <a:pt x="93133" y="112829"/>
                </a:lnTo>
                <a:lnTo>
                  <a:pt x="93281" y="112407"/>
                </a:lnTo>
                <a:lnTo>
                  <a:pt x="93424" y="111989"/>
                </a:lnTo>
                <a:lnTo>
                  <a:pt x="93560" y="111574"/>
                </a:lnTo>
                <a:lnTo>
                  <a:pt x="93692" y="111163"/>
                </a:lnTo>
                <a:lnTo>
                  <a:pt x="93817" y="110756"/>
                </a:lnTo>
                <a:lnTo>
                  <a:pt x="93938" y="110352"/>
                </a:lnTo>
                <a:lnTo>
                  <a:pt x="94052" y="109952"/>
                </a:lnTo>
                <a:lnTo>
                  <a:pt x="94161" y="109556"/>
                </a:lnTo>
                <a:lnTo>
                  <a:pt x="94264" y="109163"/>
                </a:lnTo>
                <a:lnTo>
                  <a:pt x="94362" y="108774"/>
                </a:lnTo>
                <a:lnTo>
                  <a:pt x="94454" y="108388"/>
                </a:lnTo>
                <a:lnTo>
                  <a:pt x="94541" y="108004"/>
                </a:lnTo>
                <a:lnTo>
                  <a:pt x="94673" y="107485"/>
                </a:lnTo>
                <a:lnTo>
                  <a:pt x="94799" y="106970"/>
                </a:lnTo>
                <a:lnTo>
                  <a:pt x="94919" y="106459"/>
                </a:lnTo>
                <a:lnTo>
                  <a:pt x="95034" y="105950"/>
                </a:lnTo>
                <a:lnTo>
                  <a:pt x="95143" y="105444"/>
                </a:lnTo>
                <a:lnTo>
                  <a:pt x="95246" y="104941"/>
                </a:lnTo>
                <a:lnTo>
                  <a:pt x="95344" y="104441"/>
                </a:lnTo>
                <a:lnTo>
                  <a:pt x="95436" y="103944"/>
                </a:lnTo>
                <a:lnTo>
                  <a:pt x="95523" y="103449"/>
                </a:lnTo>
                <a:lnTo>
                  <a:pt x="95604" y="102958"/>
                </a:lnTo>
                <a:lnTo>
                  <a:pt x="95679" y="102469"/>
                </a:lnTo>
                <a:lnTo>
                  <a:pt x="95749" y="101984"/>
                </a:lnTo>
                <a:lnTo>
                  <a:pt x="95813" y="101501"/>
                </a:lnTo>
                <a:lnTo>
                  <a:pt x="95872" y="101021"/>
                </a:lnTo>
                <a:lnTo>
                  <a:pt x="95925" y="100544"/>
                </a:lnTo>
                <a:lnTo>
                  <a:pt x="95972" y="100070"/>
                </a:lnTo>
                <a:lnTo>
                  <a:pt x="96014" y="99599"/>
                </a:lnTo>
                <a:lnTo>
                  <a:pt x="96051" y="99131"/>
                </a:lnTo>
                <a:lnTo>
                  <a:pt x="96081" y="98666"/>
                </a:lnTo>
                <a:lnTo>
                  <a:pt x="96107" y="98203"/>
                </a:lnTo>
                <a:lnTo>
                  <a:pt x="96126" y="97744"/>
                </a:lnTo>
                <a:lnTo>
                  <a:pt x="96140" y="97287"/>
                </a:lnTo>
                <a:lnTo>
                  <a:pt x="96148" y="96834"/>
                </a:lnTo>
                <a:lnTo>
                  <a:pt x="96151" y="96383"/>
                </a:lnTo>
                <a:lnTo>
                  <a:pt x="96140" y="95303"/>
                </a:lnTo>
                <a:lnTo>
                  <a:pt x="96107" y="94242"/>
                </a:lnTo>
                <a:lnTo>
                  <a:pt x="96051" y="93199"/>
                </a:lnTo>
                <a:lnTo>
                  <a:pt x="95972" y="92175"/>
                </a:lnTo>
                <a:lnTo>
                  <a:pt x="95872" y="91171"/>
                </a:lnTo>
                <a:lnTo>
                  <a:pt x="95749" y="90185"/>
                </a:lnTo>
                <a:lnTo>
                  <a:pt x="95604" y="89217"/>
                </a:lnTo>
                <a:lnTo>
                  <a:pt x="95436" y="88269"/>
                </a:lnTo>
                <a:lnTo>
                  <a:pt x="95246" y="87340"/>
                </a:lnTo>
                <a:lnTo>
                  <a:pt x="95034" y="86429"/>
                </a:lnTo>
                <a:lnTo>
                  <a:pt x="94800" y="85537"/>
                </a:lnTo>
                <a:lnTo>
                  <a:pt x="94543" y="84664"/>
                </a:lnTo>
                <a:lnTo>
                  <a:pt x="94264" y="83810"/>
                </a:lnTo>
                <a:lnTo>
                  <a:pt x="93963" y="82975"/>
                </a:lnTo>
                <a:lnTo>
                  <a:pt x="93639" y="82158"/>
                </a:lnTo>
                <a:lnTo>
                  <a:pt x="93293" y="81361"/>
                </a:lnTo>
                <a:lnTo>
                  <a:pt x="92925" y="80582"/>
                </a:lnTo>
                <a:lnTo>
                  <a:pt x="92534" y="79821"/>
                </a:lnTo>
                <a:lnTo>
                  <a:pt x="92122" y="79080"/>
                </a:lnTo>
                <a:lnTo>
                  <a:pt x="91687" y="78357"/>
                </a:lnTo>
                <a:lnTo>
                  <a:pt x="91229" y="77653"/>
                </a:lnTo>
                <a:lnTo>
                  <a:pt x="90750" y="76968"/>
                </a:lnTo>
                <a:lnTo>
                  <a:pt x="90248" y="76302"/>
                </a:lnTo>
                <a:lnTo>
                  <a:pt x="89723" y="75654"/>
                </a:lnTo>
                <a:lnTo>
                  <a:pt x="89186" y="75023"/>
                </a:lnTo>
                <a:lnTo>
                  <a:pt x="88648" y="74412"/>
                </a:lnTo>
                <a:lnTo>
                  <a:pt x="88108" y="73819"/>
                </a:lnTo>
                <a:lnTo>
                  <a:pt x="87566" y="73245"/>
                </a:lnTo>
                <a:lnTo>
                  <a:pt x="87024" y="72689"/>
                </a:lnTo>
                <a:lnTo>
                  <a:pt x="86480" y="72153"/>
                </a:lnTo>
                <a:lnTo>
                  <a:pt x="85935" y="71635"/>
                </a:lnTo>
                <a:lnTo>
                  <a:pt x="85388" y="71136"/>
                </a:lnTo>
                <a:lnTo>
                  <a:pt x="84840" y="70656"/>
                </a:lnTo>
                <a:lnTo>
                  <a:pt x="84291" y="70194"/>
                </a:lnTo>
                <a:lnTo>
                  <a:pt x="83740" y="69752"/>
                </a:lnTo>
                <a:lnTo>
                  <a:pt x="83188" y="69328"/>
                </a:lnTo>
                <a:lnTo>
                  <a:pt x="82635" y="68923"/>
                </a:lnTo>
                <a:lnTo>
                  <a:pt x="82080" y="68536"/>
                </a:lnTo>
                <a:lnTo>
                  <a:pt x="81525" y="68169"/>
                </a:lnTo>
                <a:lnTo>
                  <a:pt x="80967" y="67820"/>
                </a:lnTo>
                <a:lnTo>
                  <a:pt x="80409" y="67490"/>
                </a:lnTo>
                <a:lnTo>
                  <a:pt x="79849" y="67178"/>
                </a:lnTo>
                <a:lnTo>
                  <a:pt x="79288" y="66886"/>
                </a:lnTo>
                <a:lnTo>
                  <a:pt x="78726" y="66612"/>
                </a:lnTo>
                <a:lnTo>
                  <a:pt x="78162" y="66357"/>
                </a:lnTo>
                <a:lnTo>
                  <a:pt x="77597" y="66120"/>
                </a:lnTo>
                <a:lnTo>
                  <a:pt x="77031" y="65903"/>
                </a:lnTo>
                <a:lnTo>
                  <a:pt x="76452" y="65700"/>
                </a:lnTo>
                <a:lnTo>
                  <a:pt x="76411" y="65676"/>
                </a:lnTo>
                <a:lnTo>
                  <a:pt x="76335" y="65645"/>
                </a:lnTo>
                <a:lnTo>
                  <a:pt x="76207" y="65600"/>
                </a:lnTo>
                <a:lnTo>
                  <a:pt x="76033" y="65542"/>
                </a:lnTo>
                <a:lnTo>
                  <a:pt x="75813" y="65473"/>
                </a:lnTo>
                <a:lnTo>
                  <a:pt x="75546" y="65393"/>
                </a:lnTo>
                <a:lnTo>
                  <a:pt x="75234" y="65301"/>
                </a:lnTo>
                <a:lnTo>
                  <a:pt x="74877" y="65197"/>
                </a:lnTo>
                <a:lnTo>
                  <a:pt x="74474" y="65081"/>
                </a:lnTo>
                <a:lnTo>
                  <a:pt x="74025" y="64954"/>
                </a:lnTo>
                <a:lnTo>
                  <a:pt x="73530" y="64816"/>
                </a:lnTo>
                <a:lnTo>
                  <a:pt x="72990" y="64666"/>
                </a:lnTo>
                <a:lnTo>
                  <a:pt x="72405" y="64504"/>
                </a:lnTo>
                <a:lnTo>
                  <a:pt x="71774" y="64331"/>
                </a:lnTo>
                <a:lnTo>
                  <a:pt x="71098" y="64146"/>
                </a:lnTo>
                <a:lnTo>
                  <a:pt x="70376" y="63949"/>
                </a:lnTo>
                <a:lnTo>
                  <a:pt x="69608" y="63741"/>
                </a:lnTo>
                <a:lnTo>
                  <a:pt x="68795" y="63522"/>
                </a:lnTo>
                <a:lnTo>
                  <a:pt x="67937" y="63291"/>
                </a:lnTo>
                <a:lnTo>
                  <a:pt x="67033" y="63048"/>
                </a:lnTo>
                <a:lnTo>
                  <a:pt x="66083" y="62794"/>
                </a:lnTo>
                <a:lnTo>
                  <a:pt x="65088" y="62529"/>
                </a:lnTo>
                <a:lnTo>
                  <a:pt x="64047" y="62251"/>
                </a:lnTo>
                <a:lnTo>
                  <a:pt x="62961" y="61962"/>
                </a:lnTo>
                <a:lnTo>
                  <a:pt x="61874" y="61673"/>
                </a:lnTo>
                <a:lnTo>
                  <a:pt x="60830" y="61395"/>
                </a:lnTo>
                <a:lnTo>
                  <a:pt x="59830" y="61127"/>
                </a:lnTo>
                <a:lnTo>
                  <a:pt x="58873" y="60871"/>
                </a:lnTo>
                <a:lnTo>
                  <a:pt x="57959" y="60625"/>
                </a:lnTo>
                <a:lnTo>
                  <a:pt x="57089" y="60390"/>
                </a:lnTo>
                <a:lnTo>
                  <a:pt x="56262" y="60166"/>
                </a:lnTo>
                <a:lnTo>
                  <a:pt x="55479" y="59952"/>
                </a:lnTo>
                <a:lnTo>
                  <a:pt x="54738" y="59750"/>
                </a:lnTo>
                <a:lnTo>
                  <a:pt x="54042" y="59558"/>
                </a:lnTo>
                <a:lnTo>
                  <a:pt x="53388" y="59377"/>
                </a:lnTo>
                <a:lnTo>
                  <a:pt x="52779" y="59207"/>
                </a:lnTo>
                <a:lnTo>
                  <a:pt x="52212" y="59048"/>
                </a:lnTo>
                <a:lnTo>
                  <a:pt x="51689" y="58899"/>
                </a:lnTo>
                <a:lnTo>
                  <a:pt x="51209" y="58761"/>
                </a:lnTo>
                <a:lnTo>
                  <a:pt x="50772" y="58635"/>
                </a:lnTo>
                <a:lnTo>
                  <a:pt x="50379" y="58519"/>
                </a:lnTo>
                <a:lnTo>
                  <a:pt x="50029" y="58413"/>
                </a:lnTo>
                <a:lnTo>
                  <a:pt x="49723" y="58319"/>
                </a:lnTo>
                <a:lnTo>
                  <a:pt x="49459" y="58235"/>
                </a:lnTo>
                <a:lnTo>
                  <a:pt x="49239" y="58162"/>
                </a:lnTo>
                <a:lnTo>
                  <a:pt x="49061" y="58100"/>
                </a:lnTo>
                <a:lnTo>
                  <a:pt x="48924" y="58047"/>
                </a:lnTo>
                <a:lnTo>
                  <a:pt x="48836" y="58007"/>
                </a:lnTo>
                <a:lnTo>
                  <a:pt x="48405" y="57847"/>
                </a:lnTo>
                <a:lnTo>
                  <a:pt x="47977" y="57676"/>
                </a:lnTo>
                <a:lnTo>
                  <a:pt x="47557" y="57496"/>
                </a:lnTo>
                <a:lnTo>
                  <a:pt x="47145" y="57306"/>
                </a:lnTo>
                <a:lnTo>
                  <a:pt x="46740" y="57107"/>
                </a:lnTo>
                <a:lnTo>
                  <a:pt x="46343" y="56898"/>
                </a:lnTo>
                <a:lnTo>
                  <a:pt x="45954" y="56679"/>
                </a:lnTo>
                <a:lnTo>
                  <a:pt x="45573" y="56452"/>
                </a:lnTo>
                <a:lnTo>
                  <a:pt x="45199" y="56214"/>
                </a:lnTo>
                <a:lnTo>
                  <a:pt x="44833" y="55968"/>
                </a:lnTo>
                <a:lnTo>
                  <a:pt x="44475" y="55711"/>
                </a:lnTo>
                <a:lnTo>
                  <a:pt x="44124" y="55446"/>
                </a:lnTo>
                <a:lnTo>
                  <a:pt x="43781" y="55171"/>
                </a:lnTo>
                <a:lnTo>
                  <a:pt x="43446" y="54886"/>
                </a:lnTo>
                <a:lnTo>
                  <a:pt x="43119" y="54592"/>
                </a:lnTo>
                <a:lnTo>
                  <a:pt x="42800" y="54289"/>
                </a:lnTo>
                <a:lnTo>
                  <a:pt x="42488" y="53976"/>
                </a:lnTo>
                <a:lnTo>
                  <a:pt x="42184" y="53654"/>
                </a:lnTo>
                <a:lnTo>
                  <a:pt x="41888" y="53322"/>
                </a:lnTo>
                <a:lnTo>
                  <a:pt x="41599" y="52981"/>
                </a:lnTo>
                <a:lnTo>
                  <a:pt x="41319" y="52631"/>
                </a:lnTo>
                <a:lnTo>
                  <a:pt x="41046" y="52271"/>
                </a:lnTo>
                <a:lnTo>
                  <a:pt x="40781" y="51901"/>
                </a:lnTo>
                <a:lnTo>
                  <a:pt x="40523" y="51523"/>
                </a:lnTo>
                <a:lnTo>
                  <a:pt x="40275" y="51136"/>
                </a:lnTo>
                <a:lnTo>
                  <a:pt x="40037" y="50744"/>
                </a:lnTo>
                <a:lnTo>
                  <a:pt x="39810" y="50346"/>
                </a:lnTo>
                <a:lnTo>
                  <a:pt x="39594" y="49942"/>
                </a:lnTo>
                <a:lnTo>
                  <a:pt x="39388" y="49532"/>
                </a:lnTo>
                <a:lnTo>
                  <a:pt x="39192" y="49117"/>
                </a:lnTo>
                <a:lnTo>
                  <a:pt x="39007" y="48696"/>
                </a:lnTo>
                <a:lnTo>
                  <a:pt x="38833" y="48269"/>
                </a:lnTo>
                <a:lnTo>
                  <a:pt x="38670" y="47836"/>
                </a:lnTo>
                <a:lnTo>
                  <a:pt x="38516" y="47397"/>
                </a:lnTo>
                <a:lnTo>
                  <a:pt x="38374" y="46953"/>
                </a:lnTo>
                <a:lnTo>
                  <a:pt x="38242" y="46503"/>
                </a:lnTo>
                <a:lnTo>
                  <a:pt x="38120" y="46047"/>
                </a:lnTo>
                <a:lnTo>
                  <a:pt x="38010" y="45585"/>
                </a:lnTo>
                <a:lnTo>
                  <a:pt x="37909" y="45118"/>
                </a:lnTo>
                <a:lnTo>
                  <a:pt x="37820" y="44645"/>
                </a:lnTo>
                <a:lnTo>
                  <a:pt x="37740" y="44166"/>
                </a:lnTo>
                <a:lnTo>
                  <a:pt x="37672" y="43681"/>
                </a:lnTo>
                <a:lnTo>
                  <a:pt x="37614" y="43191"/>
                </a:lnTo>
                <a:lnTo>
                  <a:pt x="37566" y="42695"/>
                </a:lnTo>
                <a:lnTo>
                  <a:pt x="37529" y="42193"/>
                </a:lnTo>
                <a:lnTo>
                  <a:pt x="37503" y="41685"/>
                </a:lnTo>
                <a:lnTo>
                  <a:pt x="37487" y="41172"/>
                </a:lnTo>
                <a:lnTo>
                  <a:pt x="37482" y="40652"/>
                </a:lnTo>
                <a:lnTo>
                  <a:pt x="37516" y="39613"/>
                </a:lnTo>
                <a:lnTo>
                  <a:pt x="37583" y="38585"/>
                </a:lnTo>
                <a:lnTo>
                  <a:pt x="37684" y="37567"/>
                </a:lnTo>
                <a:lnTo>
                  <a:pt x="37819" y="36559"/>
                </a:lnTo>
                <a:lnTo>
                  <a:pt x="37988" y="35562"/>
                </a:lnTo>
                <a:lnTo>
                  <a:pt x="38190" y="34574"/>
                </a:lnTo>
                <a:lnTo>
                  <a:pt x="38426" y="33596"/>
                </a:lnTo>
                <a:lnTo>
                  <a:pt x="38696" y="32629"/>
                </a:lnTo>
                <a:lnTo>
                  <a:pt x="38999" y="31672"/>
                </a:lnTo>
                <a:lnTo>
                  <a:pt x="39337" y="30725"/>
                </a:lnTo>
                <a:lnTo>
                  <a:pt x="39708" y="29788"/>
                </a:lnTo>
                <a:lnTo>
                  <a:pt x="40112" y="28861"/>
                </a:lnTo>
                <a:lnTo>
                  <a:pt x="40551" y="27944"/>
                </a:lnTo>
                <a:lnTo>
                  <a:pt x="41023" y="27038"/>
                </a:lnTo>
                <a:lnTo>
                  <a:pt x="41528" y="26142"/>
                </a:lnTo>
                <a:lnTo>
                  <a:pt x="42068" y="25256"/>
                </a:lnTo>
                <a:lnTo>
                  <a:pt x="42641" y="24380"/>
                </a:lnTo>
                <a:lnTo>
                  <a:pt x="43247" y="23515"/>
                </a:lnTo>
                <a:lnTo>
                  <a:pt x="43888" y="22660"/>
                </a:lnTo>
                <a:lnTo>
                  <a:pt x="44562" y="21815"/>
                </a:lnTo>
                <a:lnTo>
                  <a:pt x="45269" y="20980"/>
                </a:lnTo>
                <a:lnTo>
                  <a:pt x="46011" y="20155"/>
                </a:lnTo>
                <a:lnTo>
                  <a:pt x="46785" y="19341"/>
                </a:lnTo>
                <a:lnTo>
                  <a:pt x="47594" y="18537"/>
                </a:lnTo>
                <a:lnTo>
                  <a:pt x="48422" y="17754"/>
                </a:lnTo>
                <a:lnTo>
                  <a:pt x="49255" y="17005"/>
                </a:lnTo>
                <a:lnTo>
                  <a:pt x="50095" y="16289"/>
                </a:lnTo>
                <a:lnTo>
                  <a:pt x="50940" y="15607"/>
                </a:lnTo>
                <a:lnTo>
                  <a:pt x="51790" y="14957"/>
                </a:lnTo>
                <a:lnTo>
                  <a:pt x="52647" y="14341"/>
                </a:lnTo>
                <a:lnTo>
                  <a:pt x="53509" y="13758"/>
                </a:lnTo>
                <a:lnTo>
                  <a:pt x="54377" y="13209"/>
                </a:lnTo>
                <a:lnTo>
                  <a:pt x="55250" y="12692"/>
                </a:lnTo>
                <a:lnTo>
                  <a:pt x="56130" y="12209"/>
                </a:lnTo>
                <a:lnTo>
                  <a:pt x="57015" y="11759"/>
                </a:lnTo>
                <a:lnTo>
                  <a:pt x="57905" y="11342"/>
                </a:lnTo>
                <a:lnTo>
                  <a:pt x="58802" y="10959"/>
                </a:lnTo>
                <a:lnTo>
                  <a:pt x="59704" y="10609"/>
                </a:lnTo>
                <a:lnTo>
                  <a:pt x="60612" y="10292"/>
                </a:lnTo>
                <a:lnTo>
                  <a:pt x="61525" y="10009"/>
                </a:lnTo>
                <a:lnTo>
                  <a:pt x="62444" y="9759"/>
                </a:lnTo>
                <a:lnTo>
                  <a:pt x="63369" y="9542"/>
                </a:lnTo>
                <a:lnTo>
                  <a:pt x="64300" y="9359"/>
                </a:lnTo>
                <a:lnTo>
                  <a:pt x="65236" y="9209"/>
                </a:lnTo>
                <a:lnTo>
                  <a:pt x="66177" y="9092"/>
                </a:lnTo>
                <a:lnTo>
                  <a:pt x="67125" y="9009"/>
                </a:lnTo>
                <a:lnTo>
                  <a:pt x="68078" y="8959"/>
                </a:lnTo>
                <a:lnTo>
                  <a:pt x="69036" y="8942"/>
                </a:lnTo>
                <a:lnTo>
                  <a:pt x="69807" y="8950"/>
                </a:lnTo>
                <a:lnTo>
                  <a:pt x="70572" y="8972"/>
                </a:lnTo>
                <a:lnTo>
                  <a:pt x="71329" y="9011"/>
                </a:lnTo>
                <a:lnTo>
                  <a:pt x="72080" y="9064"/>
                </a:lnTo>
                <a:lnTo>
                  <a:pt x="72823" y="9132"/>
                </a:lnTo>
                <a:lnTo>
                  <a:pt x="73560" y="9216"/>
                </a:lnTo>
                <a:lnTo>
                  <a:pt x="74289" y="9315"/>
                </a:lnTo>
                <a:lnTo>
                  <a:pt x="75012" y="9429"/>
                </a:lnTo>
                <a:lnTo>
                  <a:pt x="75727" y="9558"/>
                </a:lnTo>
                <a:lnTo>
                  <a:pt x="76436" y="9703"/>
                </a:lnTo>
                <a:lnTo>
                  <a:pt x="77138" y="9862"/>
                </a:lnTo>
                <a:lnTo>
                  <a:pt x="77832" y="10037"/>
                </a:lnTo>
                <a:lnTo>
                  <a:pt x="78520" y="10227"/>
                </a:lnTo>
                <a:lnTo>
                  <a:pt x="79200" y="10433"/>
                </a:lnTo>
                <a:lnTo>
                  <a:pt x="79874" y="10653"/>
                </a:lnTo>
                <a:lnTo>
                  <a:pt x="80541" y="10889"/>
                </a:lnTo>
                <a:lnTo>
                  <a:pt x="81200" y="11140"/>
                </a:lnTo>
                <a:lnTo>
                  <a:pt x="81853" y="11407"/>
                </a:lnTo>
                <a:lnTo>
                  <a:pt x="82499" y="11688"/>
                </a:lnTo>
                <a:lnTo>
                  <a:pt x="83137" y="11985"/>
                </a:lnTo>
                <a:lnTo>
                  <a:pt x="83769" y="12297"/>
                </a:lnTo>
                <a:lnTo>
                  <a:pt x="84393" y="12624"/>
                </a:lnTo>
                <a:lnTo>
                  <a:pt x="85011" y="12966"/>
                </a:lnTo>
                <a:lnTo>
                  <a:pt x="85627" y="13328"/>
                </a:lnTo>
                <a:lnTo>
                  <a:pt x="85901" y="13558"/>
                </a:lnTo>
                <a:lnTo>
                  <a:pt x="86163" y="13783"/>
                </a:lnTo>
                <a:lnTo>
                  <a:pt x="86420" y="14007"/>
                </a:lnTo>
                <a:lnTo>
                  <a:pt x="86672" y="14230"/>
                </a:lnTo>
                <a:lnTo>
                  <a:pt x="86920" y="14453"/>
                </a:lnTo>
                <a:lnTo>
                  <a:pt x="87162" y="14675"/>
                </a:lnTo>
                <a:lnTo>
                  <a:pt x="87400" y="14896"/>
                </a:lnTo>
                <a:lnTo>
                  <a:pt x="87633" y="15117"/>
                </a:lnTo>
                <a:lnTo>
                  <a:pt x="87860" y="15336"/>
                </a:lnTo>
                <a:lnTo>
                  <a:pt x="88083" y="15555"/>
                </a:lnTo>
                <a:lnTo>
                  <a:pt x="88301" y="15774"/>
                </a:lnTo>
                <a:lnTo>
                  <a:pt x="88515" y="15991"/>
                </a:lnTo>
                <a:lnTo>
                  <a:pt x="88723" y="16208"/>
                </a:lnTo>
                <a:lnTo>
                  <a:pt x="88926" y="16425"/>
                </a:lnTo>
                <a:lnTo>
                  <a:pt x="89125" y="16640"/>
                </a:lnTo>
                <a:lnTo>
                  <a:pt x="89318" y="16855"/>
                </a:lnTo>
                <a:lnTo>
                  <a:pt x="89507" y="17070"/>
                </a:lnTo>
                <a:lnTo>
                  <a:pt x="89691" y="17283"/>
                </a:lnTo>
                <a:lnTo>
                  <a:pt x="89870" y="17496"/>
                </a:lnTo>
                <a:lnTo>
                  <a:pt x="90044" y="17708"/>
                </a:lnTo>
                <a:lnTo>
                  <a:pt x="90213" y="17920"/>
                </a:lnTo>
                <a:lnTo>
                  <a:pt x="90377" y="18130"/>
                </a:lnTo>
                <a:lnTo>
                  <a:pt x="90537" y="18340"/>
                </a:lnTo>
                <a:lnTo>
                  <a:pt x="90691" y="18550"/>
                </a:lnTo>
                <a:lnTo>
                  <a:pt x="90844" y="18764"/>
                </a:lnTo>
                <a:lnTo>
                  <a:pt x="90996" y="18988"/>
                </a:lnTo>
                <a:lnTo>
                  <a:pt x="91148" y="19221"/>
                </a:lnTo>
                <a:lnTo>
                  <a:pt x="91300" y="19463"/>
                </a:lnTo>
                <a:lnTo>
                  <a:pt x="91453" y="19715"/>
                </a:lnTo>
                <a:lnTo>
                  <a:pt x="91605" y="19976"/>
                </a:lnTo>
                <a:lnTo>
                  <a:pt x="91757" y="20246"/>
                </a:lnTo>
                <a:lnTo>
                  <a:pt x="91908" y="20526"/>
                </a:lnTo>
                <a:lnTo>
                  <a:pt x="92060" y="20815"/>
                </a:lnTo>
                <a:lnTo>
                  <a:pt x="92212" y="21113"/>
                </a:lnTo>
                <a:lnTo>
                  <a:pt x="92364" y="21421"/>
                </a:lnTo>
                <a:lnTo>
                  <a:pt x="92516" y="21738"/>
                </a:lnTo>
                <a:lnTo>
                  <a:pt x="92667" y="22064"/>
                </a:lnTo>
                <a:lnTo>
                  <a:pt x="92819" y="22400"/>
                </a:lnTo>
                <a:lnTo>
                  <a:pt x="92971" y="22745"/>
                </a:lnTo>
                <a:lnTo>
                  <a:pt x="93122" y="23099"/>
                </a:lnTo>
                <a:lnTo>
                  <a:pt x="93274" y="23463"/>
                </a:lnTo>
                <a:lnTo>
                  <a:pt x="93425" y="23836"/>
                </a:lnTo>
                <a:lnTo>
                  <a:pt x="93577" y="24218"/>
                </a:lnTo>
                <a:lnTo>
                  <a:pt x="93728" y="24610"/>
                </a:lnTo>
                <a:lnTo>
                  <a:pt x="93880" y="25011"/>
                </a:lnTo>
                <a:lnTo>
                  <a:pt x="94031" y="25421"/>
                </a:lnTo>
                <a:lnTo>
                  <a:pt x="94183" y="25841"/>
                </a:lnTo>
                <a:lnTo>
                  <a:pt x="94334" y="26271"/>
                </a:lnTo>
                <a:lnTo>
                  <a:pt x="94483" y="26709"/>
                </a:lnTo>
                <a:lnTo>
                  <a:pt x="94625" y="27153"/>
                </a:lnTo>
                <a:lnTo>
                  <a:pt x="94761" y="27604"/>
                </a:lnTo>
                <a:lnTo>
                  <a:pt x="94891" y="28062"/>
                </a:lnTo>
                <a:lnTo>
                  <a:pt x="95014" y="28526"/>
                </a:lnTo>
                <a:lnTo>
                  <a:pt x="95131" y="28997"/>
                </a:lnTo>
                <a:lnTo>
                  <a:pt x="95242" y="29474"/>
                </a:lnTo>
                <a:lnTo>
                  <a:pt x="95346" y="29957"/>
                </a:lnTo>
                <a:lnTo>
                  <a:pt x="95444" y="30447"/>
                </a:lnTo>
                <a:lnTo>
                  <a:pt x="95535" y="30944"/>
                </a:lnTo>
                <a:lnTo>
                  <a:pt x="95621" y="31447"/>
                </a:lnTo>
                <a:lnTo>
                  <a:pt x="95700" y="31956"/>
                </a:lnTo>
                <a:lnTo>
                  <a:pt x="95772" y="32472"/>
                </a:lnTo>
                <a:lnTo>
                  <a:pt x="95839" y="32994"/>
                </a:lnTo>
                <a:lnTo>
                  <a:pt x="95899" y="33523"/>
                </a:lnTo>
                <a:lnTo>
                  <a:pt x="95952" y="34058"/>
                </a:lnTo>
                <a:lnTo>
                  <a:pt x="96000" y="34600"/>
                </a:lnTo>
                <a:lnTo>
                  <a:pt x="96041" y="35148"/>
                </a:lnTo>
                <a:lnTo>
                  <a:pt x="96075" y="35703"/>
                </a:lnTo>
                <a:lnTo>
                  <a:pt x="96104" y="36264"/>
                </a:lnTo>
                <a:lnTo>
                  <a:pt x="96126" y="36832"/>
                </a:lnTo>
                <a:lnTo>
                  <a:pt x="96142" y="37406"/>
                </a:lnTo>
                <a:lnTo>
                  <a:pt x="96151" y="37986"/>
                </a:lnTo>
                <a:lnTo>
                  <a:pt x="96154" y="38578"/>
                </a:lnTo>
                <a:lnTo>
                  <a:pt x="96137" y="38758"/>
                </a:lnTo>
                <a:lnTo>
                  <a:pt x="96120" y="38938"/>
                </a:lnTo>
                <a:lnTo>
                  <a:pt x="96104" y="39122"/>
                </a:lnTo>
                <a:lnTo>
                  <a:pt x="96087" y="39310"/>
                </a:lnTo>
                <a:lnTo>
                  <a:pt x="96070" y="39503"/>
                </a:lnTo>
                <a:lnTo>
                  <a:pt x="96053" y="39700"/>
                </a:lnTo>
                <a:lnTo>
                  <a:pt x="96036" y="39901"/>
                </a:lnTo>
                <a:lnTo>
                  <a:pt x="96020" y="40106"/>
                </a:lnTo>
                <a:lnTo>
                  <a:pt x="96003" y="40316"/>
                </a:lnTo>
                <a:lnTo>
                  <a:pt x="95986" y="40531"/>
                </a:lnTo>
                <a:lnTo>
                  <a:pt x="95969" y="40749"/>
                </a:lnTo>
                <a:lnTo>
                  <a:pt x="95952" y="40972"/>
                </a:lnTo>
                <a:lnTo>
                  <a:pt x="95936" y="41200"/>
                </a:lnTo>
                <a:lnTo>
                  <a:pt x="95919" y="41431"/>
                </a:lnTo>
                <a:lnTo>
                  <a:pt x="95902" y="41667"/>
                </a:lnTo>
                <a:lnTo>
                  <a:pt x="95885" y="41908"/>
                </a:lnTo>
                <a:lnTo>
                  <a:pt x="95869" y="42152"/>
                </a:lnTo>
                <a:lnTo>
                  <a:pt x="95852" y="42401"/>
                </a:lnTo>
                <a:lnTo>
                  <a:pt x="95835" y="42654"/>
                </a:lnTo>
                <a:lnTo>
                  <a:pt x="95818" y="42912"/>
                </a:lnTo>
                <a:lnTo>
                  <a:pt x="95801" y="43174"/>
                </a:lnTo>
                <a:lnTo>
                  <a:pt x="95785" y="43440"/>
                </a:lnTo>
                <a:lnTo>
                  <a:pt x="95768" y="43711"/>
                </a:lnTo>
                <a:lnTo>
                  <a:pt x="95751" y="43986"/>
                </a:lnTo>
                <a:lnTo>
                  <a:pt x="95735" y="44259"/>
                </a:lnTo>
                <a:lnTo>
                  <a:pt x="95719" y="44522"/>
                </a:lnTo>
                <a:lnTo>
                  <a:pt x="95704" y="44776"/>
                </a:lnTo>
                <a:lnTo>
                  <a:pt x="95689" y="45020"/>
                </a:lnTo>
                <a:lnTo>
                  <a:pt x="95676" y="45255"/>
                </a:lnTo>
                <a:lnTo>
                  <a:pt x="95663" y="45480"/>
                </a:lnTo>
                <a:lnTo>
                  <a:pt x="95651" y="45697"/>
                </a:lnTo>
                <a:lnTo>
                  <a:pt x="95639" y="45903"/>
                </a:lnTo>
                <a:lnTo>
                  <a:pt x="95628" y="46101"/>
                </a:lnTo>
                <a:lnTo>
                  <a:pt x="95618" y="46289"/>
                </a:lnTo>
                <a:lnTo>
                  <a:pt x="95609" y="46467"/>
                </a:lnTo>
                <a:lnTo>
                  <a:pt x="95600" y="46636"/>
                </a:lnTo>
                <a:lnTo>
                  <a:pt x="95592" y="46796"/>
                </a:lnTo>
                <a:lnTo>
                  <a:pt x="95584" y="46947"/>
                </a:lnTo>
                <a:lnTo>
                  <a:pt x="95578" y="47088"/>
                </a:lnTo>
                <a:lnTo>
                  <a:pt x="95572" y="47219"/>
                </a:lnTo>
                <a:lnTo>
                  <a:pt x="95567" y="47341"/>
                </a:lnTo>
                <a:lnTo>
                  <a:pt x="95562" y="47454"/>
                </a:lnTo>
                <a:lnTo>
                  <a:pt x="95558" y="47557"/>
                </a:lnTo>
                <a:lnTo>
                  <a:pt x="95555" y="47651"/>
                </a:lnTo>
                <a:lnTo>
                  <a:pt x="95553" y="47735"/>
                </a:lnTo>
                <a:lnTo>
                  <a:pt x="95551" y="47810"/>
                </a:lnTo>
                <a:lnTo>
                  <a:pt x="95550" y="47875"/>
                </a:lnTo>
                <a:lnTo>
                  <a:pt x="95549" y="47943"/>
                </a:lnTo>
                <a:lnTo>
                  <a:pt x="95531" y="48024"/>
                </a:lnTo>
                <a:lnTo>
                  <a:pt x="95515" y="48094"/>
                </a:lnTo>
                <a:lnTo>
                  <a:pt x="95500" y="48165"/>
                </a:lnTo>
                <a:lnTo>
                  <a:pt x="95486" y="48239"/>
                </a:lnTo>
                <a:lnTo>
                  <a:pt x="95473" y="48313"/>
                </a:lnTo>
                <a:lnTo>
                  <a:pt x="95460" y="48389"/>
                </a:lnTo>
                <a:lnTo>
                  <a:pt x="95448" y="48467"/>
                </a:lnTo>
                <a:lnTo>
                  <a:pt x="95437" y="48546"/>
                </a:lnTo>
                <a:lnTo>
                  <a:pt x="95426" y="48626"/>
                </a:lnTo>
                <a:lnTo>
                  <a:pt x="95416" y="48708"/>
                </a:lnTo>
                <a:lnTo>
                  <a:pt x="95407" y="48792"/>
                </a:lnTo>
                <a:lnTo>
                  <a:pt x="95398" y="48877"/>
                </a:lnTo>
                <a:lnTo>
                  <a:pt x="95390" y="48963"/>
                </a:lnTo>
                <a:lnTo>
                  <a:pt x="95383" y="49051"/>
                </a:lnTo>
                <a:lnTo>
                  <a:pt x="95376" y="49140"/>
                </a:lnTo>
                <a:lnTo>
                  <a:pt x="95370" y="49231"/>
                </a:lnTo>
                <a:lnTo>
                  <a:pt x="95365" y="49323"/>
                </a:lnTo>
                <a:lnTo>
                  <a:pt x="95360" y="49417"/>
                </a:lnTo>
                <a:lnTo>
                  <a:pt x="95357" y="49512"/>
                </a:lnTo>
                <a:lnTo>
                  <a:pt x="95353" y="49609"/>
                </a:lnTo>
                <a:lnTo>
                  <a:pt x="95351" y="49707"/>
                </a:lnTo>
                <a:lnTo>
                  <a:pt x="95349" y="49807"/>
                </a:lnTo>
                <a:lnTo>
                  <a:pt x="95348" y="49908"/>
                </a:lnTo>
                <a:lnTo>
                  <a:pt x="95348" y="50008"/>
                </a:lnTo>
                <a:lnTo>
                  <a:pt x="95355" y="50154"/>
                </a:lnTo>
                <a:lnTo>
                  <a:pt x="95374" y="50290"/>
                </a:lnTo>
                <a:lnTo>
                  <a:pt x="95407" y="50419"/>
                </a:lnTo>
                <a:lnTo>
                  <a:pt x="95452" y="50542"/>
                </a:lnTo>
                <a:lnTo>
                  <a:pt x="95510" y="50658"/>
                </a:lnTo>
                <a:lnTo>
                  <a:pt x="95581" y="50769"/>
                </a:lnTo>
                <a:lnTo>
                  <a:pt x="95665" y="50875"/>
                </a:lnTo>
                <a:lnTo>
                  <a:pt x="95763" y="50975"/>
                </a:lnTo>
                <a:lnTo>
                  <a:pt x="95875" y="51070"/>
                </a:lnTo>
                <a:lnTo>
                  <a:pt x="96002" y="51159"/>
                </a:lnTo>
                <a:lnTo>
                  <a:pt x="96142" y="51243"/>
                </a:lnTo>
                <a:lnTo>
                  <a:pt x="96297" y="51321"/>
                </a:lnTo>
                <a:lnTo>
                  <a:pt x="96466" y="51394"/>
                </a:lnTo>
                <a:lnTo>
                  <a:pt x="96650" y="51460"/>
                </a:lnTo>
                <a:lnTo>
                  <a:pt x="96848" y="51520"/>
                </a:lnTo>
                <a:lnTo>
                  <a:pt x="97061" y="51574"/>
                </a:lnTo>
                <a:lnTo>
                  <a:pt x="97288" y="51622"/>
                </a:lnTo>
                <a:lnTo>
                  <a:pt x="97529" y="51664"/>
                </a:lnTo>
                <a:lnTo>
                  <a:pt x="97785" y="51699"/>
                </a:lnTo>
                <a:lnTo>
                  <a:pt x="98055" y="51728"/>
                </a:lnTo>
                <a:lnTo>
                  <a:pt x="98340" y="51751"/>
                </a:lnTo>
                <a:lnTo>
                  <a:pt x="98638" y="51767"/>
                </a:lnTo>
                <a:lnTo>
                  <a:pt x="98951" y="51776"/>
                </a:lnTo>
                <a:lnTo>
                  <a:pt x="99282" y="51780"/>
                </a:lnTo>
                <a:lnTo>
                  <a:pt x="99484" y="51795"/>
                </a:lnTo>
                <a:lnTo>
                  <a:pt x="99675" y="51807"/>
                </a:lnTo>
                <a:lnTo>
                  <a:pt x="99861" y="51815"/>
                </a:lnTo>
                <a:lnTo>
                  <a:pt x="100041" y="51820"/>
                </a:lnTo>
                <a:lnTo>
                  <a:pt x="100215" y="51821"/>
                </a:lnTo>
                <a:lnTo>
                  <a:pt x="100384" y="51819"/>
                </a:lnTo>
                <a:lnTo>
                  <a:pt x="100547" y="51813"/>
                </a:lnTo>
                <a:lnTo>
                  <a:pt x="100704" y="51803"/>
                </a:lnTo>
                <a:lnTo>
                  <a:pt x="100855" y="51790"/>
                </a:lnTo>
                <a:lnTo>
                  <a:pt x="101001" y="51773"/>
                </a:lnTo>
                <a:lnTo>
                  <a:pt x="101141" y="51753"/>
                </a:lnTo>
                <a:lnTo>
                  <a:pt x="101274" y="51729"/>
                </a:lnTo>
                <a:lnTo>
                  <a:pt x="101403" y="51702"/>
                </a:lnTo>
                <a:lnTo>
                  <a:pt x="101525" y="51672"/>
                </a:lnTo>
                <a:lnTo>
                  <a:pt x="101641" y="51638"/>
                </a:lnTo>
                <a:lnTo>
                  <a:pt x="101752" y="51601"/>
                </a:lnTo>
                <a:lnTo>
                  <a:pt x="101857" y="51560"/>
                </a:lnTo>
                <a:lnTo>
                  <a:pt x="101956" y="51516"/>
                </a:lnTo>
                <a:lnTo>
                  <a:pt x="102049" y="51469"/>
                </a:lnTo>
                <a:lnTo>
                  <a:pt x="102136" y="51419"/>
                </a:lnTo>
                <a:lnTo>
                  <a:pt x="102218" y="51366"/>
                </a:lnTo>
                <a:lnTo>
                  <a:pt x="102294" y="51309"/>
                </a:lnTo>
                <a:lnTo>
                  <a:pt x="102365" y="51250"/>
                </a:lnTo>
                <a:lnTo>
                  <a:pt x="102425" y="51191"/>
                </a:lnTo>
                <a:lnTo>
                  <a:pt x="102491" y="51097"/>
                </a:lnTo>
                <a:lnTo>
                  <a:pt x="102578" y="50919"/>
                </a:lnTo>
                <a:lnTo>
                  <a:pt x="102685" y="50656"/>
                </a:lnTo>
                <a:lnTo>
                  <a:pt x="102810" y="50312"/>
                </a:lnTo>
                <a:lnTo>
                  <a:pt x="102952" y="49887"/>
                </a:lnTo>
                <a:lnTo>
                  <a:pt x="103111" y="49382"/>
                </a:lnTo>
                <a:lnTo>
                  <a:pt x="103287" y="48798"/>
                </a:lnTo>
                <a:lnTo>
                  <a:pt x="103480" y="48134"/>
                </a:lnTo>
                <a:lnTo>
                  <a:pt x="103690" y="47390"/>
                </a:lnTo>
                <a:lnTo>
                  <a:pt x="103917" y="46567"/>
                </a:lnTo>
                <a:lnTo>
                  <a:pt x="104160" y="45664"/>
                </a:lnTo>
                <a:lnTo>
                  <a:pt x="104421" y="44682"/>
                </a:lnTo>
                <a:lnTo>
                  <a:pt x="104698" y="43620"/>
                </a:lnTo>
                <a:lnTo>
                  <a:pt x="104992" y="42479"/>
                </a:lnTo>
                <a:lnTo>
                  <a:pt x="105303" y="41258"/>
                </a:lnTo>
                <a:lnTo>
                  <a:pt x="105630" y="39958"/>
                </a:lnTo>
                <a:lnTo>
                  <a:pt x="105974" y="38578"/>
                </a:lnTo>
                <a:lnTo>
                  <a:pt x="106336" y="37119"/>
                </a:lnTo>
                <a:lnTo>
                  <a:pt x="106714" y="35581"/>
                </a:lnTo>
                <a:lnTo>
                  <a:pt x="107108" y="33963"/>
                </a:lnTo>
                <a:lnTo>
                  <a:pt x="107520" y="32265"/>
                </a:lnTo>
                <a:lnTo>
                  <a:pt x="107948" y="30488"/>
                </a:lnTo>
                <a:lnTo>
                  <a:pt x="108394" y="28632"/>
                </a:lnTo>
                <a:lnTo>
                  <a:pt x="108856" y="26696"/>
                </a:lnTo>
                <a:lnTo>
                  <a:pt x="109316" y="24760"/>
                </a:lnTo>
                <a:lnTo>
                  <a:pt x="109757" y="22900"/>
                </a:lnTo>
                <a:lnTo>
                  <a:pt x="110179" y="21118"/>
                </a:lnTo>
                <a:lnTo>
                  <a:pt x="110580" y="19413"/>
                </a:lnTo>
                <a:lnTo>
                  <a:pt x="110963" y="17785"/>
                </a:lnTo>
                <a:lnTo>
                  <a:pt x="111325" y="16234"/>
                </a:lnTo>
                <a:lnTo>
                  <a:pt x="111668" y="14761"/>
                </a:lnTo>
                <a:lnTo>
                  <a:pt x="111992" y="13365"/>
                </a:lnTo>
                <a:lnTo>
                  <a:pt x="112295" y="12047"/>
                </a:lnTo>
                <a:lnTo>
                  <a:pt x="112580" y="10805"/>
                </a:lnTo>
                <a:lnTo>
                  <a:pt x="112844" y="9641"/>
                </a:lnTo>
                <a:lnTo>
                  <a:pt x="113089" y="8554"/>
                </a:lnTo>
                <a:lnTo>
                  <a:pt x="113315" y="7545"/>
                </a:lnTo>
                <a:lnTo>
                  <a:pt x="113520" y="6612"/>
                </a:lnTo>
                <a:lnTo>
                  <a:pt x="113706" y="5757"/>
                </a:lnTo>
                <a:lnTo>
                  <a:pt x="113873" y="4980"/>
                </a:lnTo>
                <a:lnTo>
                  <a:pt x="114020" y="4280"/>
                </a:lnTo>
                <a:lnTo>
                  <a:pt x="114147" y="3657"/>
                </a:lnTo>
                <a:lnTo>
                  <a:pt x="114255" y="3111"/>
                </a:lnTo>
                <a:lnTo>
                  <a:pt x="114343" y="2643"/>
                </a:lnTo>
                <a:lnTo>
                  <a:pt x="114411" y="2253"/>
                </a:lnTo>
                <a:lnTo>
                  <a:pt x="114460" y="1941"/>
                </a:lnTo>
                <a:lnTo>
                  <a:pt x="114489" y="1709"/>
                </a:lnTo>
                <a:lnTo>
                  <a:pt x="114498" y="1557"/>
                </a:lnTo>
                <a:lnTo>
                  <a:pt x="114494" y="1448"/>
                </a:lnTo>
                <a:lnTo>
                  <a:pt x="114481" y="1342"/>
                </a:lnTo>
                <a:lnTo>
                  <a:pt x="114460" y="1243"/>
                </a:lnTo>
                <a:lnTo>
                  <a:pt x="114431" y="1148"/>
                </a:lnTo>
                <a:lnTo>
                  <a:pt x="114394" y="1059"/>
                </a:lnTo>
                <a:lnTo>
                  <a:pt x="114349" y="974"/>
                </a:lnTo>
                <a:lnTo>
                  <a:pt x="114295" y="894"/>
                </a:lnTo>
                <a:lnTo>
                  <a:pt x="114233" y="818"/>
                </a:lnTo>
                <a:lnTo>
                  <a:pt x="114162" y="746"/>
                </a:lnTo>
                <a:lnTo>
                  <a:pt x="114082" y="679"/>
                </a:lnTo>
                <a:lnTo>
                  <a:pt x="113993" y="615"/>
                </a:lnTo>
                <a:lnTo>
                  <a:pt x="113895" y="556"/>
                </a:lnTo>
                <a:lnTo>
                  <a:pt x="113788" y="501"/>
                </a:lnTo>
                <a:lnTo>
                  <a:pt x="113671" y="451"/>
                </a:lnTo>
                <a:lnTo>
                  <a:pt x="113544" y="405"/>
                </a:lnTo>
                <a:lnTo>
                  <a:pt x="113408" y="363"/>
                </a:lnTo>
                <a:lnTo>
                  <a:pt x="113262" y="326"/>
                </a:lnTo>
                <a:lnTo>
                  <a:pt x="113107" y="294"/>
                </a:lnTo>
                <a:lnTo>
                  <a:pt x="112943" y="267"/>
                </a:lnTo>
                <a:lnTo>
                  <a:pt x="112769" y="245"/>
                </a:lnTo>
                <a:lnTo>
                  <a:pt x="112586" y="227"/>
                </a:lnTo>
                <a:lnTo>
                  <a:pt x="112393" y="215"/>
                </a:lnTo>
                <a:lnTo>
                  <a:pt x="112191" y="208"/>
                </a:lnTo>
                <a:lnTo>
                  <a:pt x="112003" y="205"/>
                </a:lnTo>
                <a:lnTo>
                  <a:pt x="111990" y="212"/>
                </a:lnTo>
                <a:lnTo>
                  <a:pt x="111953" y="229"/>
                </a:lnTo>
                <a:lnTo>
                  <a:pt x="111915" y="246"/>
                </a:lnTo>
                <a:lnTo>
                  <a:pt x="111877" y="261"/>
                </a:lnTo>
                <a:lnTo>
                  <a:pt x="111838" y="276"/>
                </a:lnTo>
                <a:lnTo>
                  <a:pt x="111798" y="290"/>
                </a:lnTo>
                <a:lnTo>
                  <a:pt x="111758" y="304"/>
                </a:lnTo>
                <a:lnTo>
                  <a:pt x="111717" y="316"/>
                </a:lnTo>
                <a:lnTo>
                  <a:pt x="111675" y="328"/>
                </a:lnTo>
                <a:lnTo>
                  <a:pt x="111633" y="339"/>
                </a:lnTo>
                <a:lnTo>
                  <a:pt x="111590" y="349"/>
                </a:lnTo>
                <a:lnTo>
                  <a:pt x="111546" y="359"/>
                </a:lnTo>
                <a:lnTo>
                  <a:pt x="111502" y="368"/>
                </a:lnTo>
                <a:lnTo>
                  <a:pt x="111457" y="376"/>
                </a:lnTo>
                <a:lnTo>
                  <a:pt x="111412" y="383"/>
                </a:lnTo>
                <a:lnTo>
                  <a:pt x="111365" y="389"/>
                </a:lnTo>
                <a:lnTo>
                  <a:pt x="111318" y="395"/>
                </a:lnTo>
                <a:lnTo>
                  <a:pt x="111271" y="400"/>
                </a:lnTo>
                <a:lnTo>
                  <a:pt x="111222" y="404"/>
                </a:lnTo>
                <a:lnTo>
                  <a:pt x="111174" y="407"/>
                </a:lnTo>
                <a:lnTo>
                  <a:pt x="111124" y="410"/>
                </a:lnTo>
                <a:lnTo>
                  <a:pt x="111074" y="412"/>
                </a:lnTo>
                <a:lnTo>
                  <a:pt x="111023" y="413"/>
                </a:lnTo>
                <a:lnTo>
                  <a:pt x="110972" y="413"/>
                </a:lnTo>
                <a:lnTo>
                  <a:pt x="110737" y="413"/>
                </a:lnTo>
                <a:lnTo>
                  <a:pt x="110694" y="413"/>
                </a:lnTo>
                <a:lnTo>
                  <a:pt x="110653" y="413"/>
                </a:lnTo>
                <a:lnTo>
                  <a:pt x="110613" y="413"/>
                </a:lnTo>
                <a:lnTo>
                  <a:pt x="110574" y="413"/>
                </a:lnTo>
                <a:lnTo>
                  <a:pt x="110467" y="413"/>
                </a:lnTo>
                <a:lnTo>
                  <a:pt x="110434" y="413"/>
                </a:lnTo>
                <a:lnTo>
                  <a:pt x="110403" y="413"/>
                </a:lnTo>
                <a:lnTo>
                  <a:pt x="110373" y="413"/>
                </a:lnTo>
                <a:lnTo>
                  <a:pt x="110344" y="413"/>
                </a:lnTo>
                <a:lnTo>
                  <a:pt x="110317" y="413"/>
                </a:lnTo>
                <a:lnTo>
                  <a:pt x="110291" y="413"/>
                </a:lnTo>
                <a:lnTo>
                  <a:pt x="110266" y="413"/>
                </a:lnTo>
                <a:lnTo>
                  <a:pt x="110243" y="413"/>
                </a:lnTo>
                <a:lnTo>
                  <a:pt x="110222" y="413"/>
                </a:lnTo>
                <a:lnTo>
                  <a:pt x="110208" y="413"/>
                </a:lnTo>
                <a:lnTo>
                  <a:pt x="110135" y="489"/>
                </a:lnTo>
                <a:lnTo>
                  <a:pt x="110026" y="603"/>
                </a:lnTo>
                <a:lnTo>
                  <a:pt x="109912" y="725"/>
                </a:lnTo>
                <a:lnTo>
                  <a:pt x="109792" y="854"/>
                </a:lnTo>
                <a:lnTo>
                  <a:pt x="109666" y="990"/>
                </a:lnTo>
                <a:lnTo>
                  <a:pt x="109535" y="1133"/>
                </a:lnTo>
                <a:lnTo>
                  <a:pt x="109398" y="1284"/>
                </a:lnTo>
                <a:lnTo>
                  <a:pt x="109255" y="1442"/>
                </a:lnTo>
                <a:lnTo>
                  <a:pt x="109107" y="1607"/>
                </a:lnTo>
                <a:lnTo>
                  <a:pt x="108953" y="1779"/>
                </a:lnTo>
                <a:lnTo>
                  <a:pt x="108794" y="1959"/>
                </a:lnTo>
                <a:lnTo>
                  <a:pt x="108629" y="2146"/>
                </a:lnTo>
                <a:lnTo>
                  <a:pt x="108458" y="2340"/>
                </a:lnTo>
                <a:lnTo>
                  <a:pt x="108282" y="2541"/>
                </a:lnTo>
                <a:lnTo>
                  <a:pt x="108100" y="2750"/>
                </a:lnTo>
                <a:lnTo>
                  <a:pt x="107912" y="2966"/>
                </a:lnTo>
                <a:lnTo>
                  <a:pt x="107719" y="3188"/>
                </a:lnTo>
                <a:lnTo>
                  <a:pt x="107521" y="3419"/>
                </a:lnTo>
                <a:lnTo>
                  <a:pt x="107316" y="3656"/>
                </a:lnTo>
                <a:lnTo>
                  <a:pt x="107106" y="3901"/>
                </a:lnTo>
                <a:lnTo>
                  <a:pt x="106891" y="4153"/>
                </a:lnTo>
                <a:lnTo>
                  <a:pt x="106670" y="4412"/>
                </a:lnTo>
                <a:lnTo>
                  <a:pt x="106443" y="4678"/>
                </a:lnTo>
                <a:lnTo>
                  <a:pt x="106211" y="4952"/>
                </a:lnTo>
                <a:lnTo>
                  <a:pt x="105976" y="5228"/>
                </a:lnTo>
                <a:lnTo>
                  <a:pt x="105743" y="5502"/>
                </a:lnTo>
                <a:lnTo>
                  <a:pt x="105511" y="5774"/>
                </a:lnTo>
                <a:lnTo>
                  <a:pt x="105281" y="6044"/>
                </a:lnTo>
                <a:lnTo>
                  <a:pt x="105052" y="6311"/>
                </a:lnTo>
                <a:lnTo>
                  <a:pt x="104824" y="6577"/>
                </a:lnTo>
                <a:lnTo>
                  <a:pt x="104598" y="6840"/>
                </a:lnTo>
                <a:lnTo>
                  <a:pt x="104373" y="7101"/>
                </a:lnTo>
                <a:lnTo>
                  <a:pt x="104150" y="7360"/>
                </a:lnTo>
                <a:lnTo>
                  <a:pt x="103928" y="7617"/>
                </a:lnTo>
                <a:lnTo>
                  <a:pt x="103707" y="7871"/>
                </a:lnTo>
                <a:lnTo>
                  <a:pt x="103488" y="8124"/>
                </a:lnTo>
                <a:lnTo>
                  <a:pt x="103270" y="8374"/>
                </a:lnTo>
                <a:lnTo>
                  <a:pt x="103054" y="8622"/>
                </a:lnTo>
                <a:lnTo>
                  <a:pt x="102839" y="8868"/>
                </a:lnTo>
                <a:lnTo>
                  <a:pt x="102625" y="9112"/>
                </a:lnTo>
                <a:lnTo>
                  <a:pt x="102413" y="9354"/>
                </a:lnTo>
                <a:lnTo>
                  <a:pt x="102202" y="9593"/>
                </a:lnTo>
                <a:lnTo>
                  <a:pt x="101993" y="9830"/>
                </a:lnTo>
                <a:lnTo>
                  <a:pt x="101785" y="10065"/>
                </a:lnTo>
                <a:lnTo>
                  <a:pt x="101578" y="10298"/>
                </a:lnTo>
                <a:lnTo>
                  <a:pt x="101373" y="10529"/>
                </a:lnTo>
                <a:lnTo>
                  <a:pt x="101169" y="10758"/>
                </a:lnTo>
                <a:lnTo>
                  <a:pt x="100967" y="10984"/>
                </a:lnTo>
                <a:lnTo>
                  <a:pt x="100769" y="11205"/>
                </a:lnTo>
                <a:lnTo>
                  <a:pt x="100579" y="11416"/>
                </a:lnTo>
                <a:lnTo>
                  <a:pt x="100396" y="11618"/>
                </a:lnTo>
                <a:lnTo>
                  <a:pt x="100222" y="11811"/>
                </a:lnTo>
                <a:lnTo>
                  <a:pt x="100054" y="11994"/>
                </a:lnTo>
                <a:lnTo>
                  <a:pt x="99895" y="12168"/>
                </a:lnTo>
                <a:lnTo>
                  <a:pt x="99743" y="12333"/>
                </a:lnTo>
                <a:lnTo>
                  <a:pt x="99599" y="12488"/>
                </a:lnTo>
                <a:lnTo>
                  <a:pt x="99463" y="12633"/>
                </a:lnTo>
                <a:lnTo>
                  <a:pt x="99334" y="12770"/>
                </a:lnTo>
                <a:lnTo>
                  <a:pt x="99213" y="12897"/>
                </a:lnTo>
                <a:lnTo>
                  <a:pt x="99099" y="13015"/>
                </a:lnTo>
                <a:lnTo>
                  <a:pt x="98993" y="13123"/>
                </a:lnTo>
                <a:lnTo>
                  <a:pt x="98895" y="13222"/>
                </a:lnTo>
                <a:lnTo>
                  <a:pt x="98804" y="13312"/>
                </a:lnTo>
                <a:lnTo>
                  <a:pt x="98721" y="13393"/>
                </a:lnTo>
                <a:lnTo>
                  <a:pt x="98646" y="13464"/>
                </a:lnTo>
                <a:lnTo>
                  <a:pt x="98577" y="13527"/>
                </a:lnTo>
                <a:lnTo>
                  <a:pt x="98516" y="13580"/>
                </a:lnTo>
                <a:lnTo>
                  <a:pt x="98462" y="13625"/>
                </a:lnTo>
                <a:lnTo>
                  <a:pt x="98414" y="13661"/>
                </a:lnTo>
                <a:lnTo>
                  <a:pt x="98370" y="13690"/>
                </a:lnTo>
                <a:lnTo>
                  <a:pt x="98325" y="13712"/>
                </a:lnTo>
                <a:lnTo>
                  <a:pt x="98224" y="13735"/>
                </a:lnTo>
                <a:lnTo>
                  <a:pt x="97445" y="12593"/>
                </a:lnTo>
                <a:lnTo>
                  <a:pt x="96670" y="11557"/>
                </a:lnTo>
                <a:lnTo>
                  <a:pt x="95858" y="10567"/>
                </a:lnTo>
                <a:lnTo>
                  <a:pt x="95009" y="9623"/>
                </a:lnTo>
                <a:lnTo>
                  <a:pt x="94123" y="8725"/>
                </a:lnTo>
                <a:lnTo>
                  <a:pt x="93200" y="7874"/>
                </a:lnTo>
                <a:lnTo>
                  <a:pt x="92240" y="7068"/>
                </a:lnTo>
                <a:lnTo>
                  <a:pt x="91243" y="6308"/>
                </a:lnTo>
                <a:lnTo>
                  <a:pt x="90209" y="5595"/>
                </a:lnTo>
                <a:lnTo>
                  <a:pt x="89138" y="4927"/>
                </a:lnTo>
                <a:lnTo>
                  <a:pt x="88030" y="4306"/>
                </a:lnTo>
                <a:lnTo>
                  <a:pt x="86885" y="3730"/>
                </a:lnTo>
                <a:lnTo>
                  <a:pt x="85703" y="3201"/>
                </a:lnTo>
                <a:lnTo>
                  <a:pt x="84484" y="2717"/>
                </a:lnTo>
                <a:lnTo>
                  <a:pt x="83227" y="2280"/>
                </a:lnTo>
                <a:lnTo>
                  <a:pt x="81934" y="1888"/>
                </a:lnTo>
                <a:lnTo>
                  <a:pt x="80603" y="1542"/>
                </a:lnTo>
                <a:lnTo>
                  <a:pt x="79235" y="1243"/>
                </a:lnTo>
                <a:lnTo>
                  <a:pt x="77830" y="989"/>
                </a:lnTo>
                <a:lnTo>
                  <a:pt x="76388" y="782"/>
                </a:lnTo>
                <a:lnTo>
                  <a:pt x="74908" y="621"/>
                </a:lnTo>
                <a:lnTo>
                  <a:pt x="73391" y="505"/>
                </a:lnTo>
                <a:lnTo>
                  <a:pt x="71837" y="436"/>
                </a:lnTo>
                <a:lnTo>
                  <a:pt x="70245" y="413"/>
                </a:lnTo>
                <a:lnTo>
                  <a:pt x="66620" y="413"/>
                </a:lnTo>
                <a:lnTo>
                  <a:pt x="66231" y="435"/>
                </a:lnTo>
                <a:lnTo>
                  <a:pt x="65828" y="467"/>
                </a:lnTo>
                <a:lnTo>
                  <a:pt x="65412" y="510"/>
                </a:lnTo>
                <a:lnTo>
                  <a:pt x="64984" y="562"/>
                </a:lnTo>
                <a:lnTo>
                  <a:pt x="64542" y="625"/>
                </a:lnTo>
                <a:lnTo>
                  <a:pt x="64088" y="698"/>
                </a:lnTo>
                <a:lnTo>
                  <a:pt x="63622" y="780"/>
                </a:lnTo>
                <a:lnTo>
                  <a:pt x="63142" y="873"/>
                </a:lnTo>
                <a:lnTo>
                  <a:pt x="62650" y="976"/>
                </a:lnTo>
                <a:lnTo>
                  <a:pt x="62145" y="1089"/>
                </a:lnTo>
                <a:lnTo>
                  <a:pt x="61628" y="1212"/>
                </a:lnTo>
                <a:lnTo>
                  <a:pt x="61098" y="1346"/>
                </a:lnTo>
                <a:lnTo>
                  <a:pt x="60555" y="1489"/>
                </a:lnTo>
                <a:lnTo>
                  <a:pt x="60000" y="1642"/>
                </a:lnTo>
                <a:lnTo>
                  <a:pt x="59431" y="1806"/>
                </a:lnTo>
                <a:lnTo>
                  <a:pt x="58851" y="1980"/>
                </a:lnTo>
                <a:lnTo>
                  <a:pt x="58257" y="2164"/>
                </a:lnTo>
                <a:lnTo>
                  <a:pt x="57651" y="2358"/>
                </a:lnTo>
                <a:lnTo>
                  <a:pt x="57033" y="2562"/>
                </a:lnTo>
                <a:lnTo>
                  <a:pt x="56401" y="2776"/>
                </a:lnTo>
                <a:lnTo>
                  <a:pt x="55757" y="3000"/>
                </a:lnTo>
                <a:lnTo>
                  <a:pt x="55101" y="3234"/>
                </a:lnTo>
                <a:lnTo>
                  <a:pt x="54431" y="3479"/>
                </a:lnTo>
                <a:lnTo>
                  <a:pt x="53750" y="3734"/>
                </a:lnTo>
                <a:lnTo>
                  <a:pt x="53066" y="3997"/>
                </a:lnTo>
                <a:lnTo>
                  <a:pt x="52391" y="4267"/>
                </a:lnTo>
                <a:lnTo>
                  <a:pt x="51725" y="4544"/>
                </a:lnTo>
                <a:lnTo>
                  <a:pt x="51067" y="4829"/>
                </a:lnTo>
                <a:lnTo>
                  <a:pt x="50417" y="5121"/>
                </a:lnTo>
                <a:lnTo>
                  <a:pt x="49775" y="5420"/>
                </a:lnTo>
                <a:lnTo>
                  <a:pt x="49143" y="5726"/>
                </a:lnTo>
                <a:lnTo>
                  <a:pt x="48518" y="6040"/>
                </a:lnTo>
                <a:lnTo>
                  <a:pt x="47902" y="6360"/>
                </a:lnTo>
                <a:lnTo>
                  <a:pt x="47294" y="6688"/>
                </a:lnTo>
                <a:lnTo>
                  <a:pt x="46695" y="7023"/>
                </a:lnTo>
                <a:lnTo>
                  <a:pt x="46104" y="7365"/>
                </a:lnTo>
                <a:lnTo>
                  <a:pt x="45522" y="7714"/>
                </a:lnTo>
                <a:lnTo>
                  <a:pt x="44948" y="8071"/>
                </a:lnTo>
                <a:lnTo>
                  <a:pt x="44382" y="8435"/>
                </a:lnTo>
                <a:lnTo>
                  <a:pt x="43825" y="8806"/>
                </a:lnTo>
                <a:lnTo>
                  <a:pt x="43276" y="9184"/>
                </a:lnTo>
                <a:lnTo>
                  <a:pt x="42735" y="9569"/>
                </a:lnTo>
                <a:lnTo>
                  <a:pt x="42203" y="9962"/>
                </a:lnTo>
                <a:lnTo>
                  <a:pt x="41679" y="10361"/>
                </a:lnTo>
                <a:lnTo>
                  <a:pt x="41164" y="10768"/>
                </a:lnTo>
                <a:lnTo>
                  <a:pt x="40657" y="11182"/>
                </a:lnTo>
                <a:lnTo>
                  <a:pt x="40159" y="11604"/>
                </a:lnTo>
                <a:lnTo>
                  <a:pt x="39666" y="12034"/>
                </a:lnTo>
                <a:lnTo>
                  <a:pt x="39111" y="12477"/>
                </a:lnTo>
                <a:lnTo>
                  <a:pt x="38559" y="12936"/>
                </a:lnTo>
                <a:lnTo>
                  <a:pt x="38008" y="13413"/>
                </a:lnTo>
                <a:lnTo>
                  <a:pt x="37458" y="13909"/>
                </a:lnTo>
                <a:lnTo>
                  <a:pt x="36908" y="14422"/>
                </a:lnTo>
                <a:lnTo>
                  <a:pt x="36358" y="14953"/>
                </a:lnTo>
                <a:lnTo>
                  <a:pt x="35810" y="15502"/>
                </a:lnTo>
                <a:lnTo>
                  <a:pt x="35262" y="16070"/>
                </a:lnTo>
                <a:lnTo>
                  <a:pt x="34714" y="16655"/>
                </a:lnTo>
                <a:lnTo>
                  <a:pt x="34168" y="17259"/>
                </a:lnTo>
                <a:lnTo>
                  <a:pt x="33622" y="17880"/>
                </a:lnTo>
                <a:lnTo>
                  <a:pt x="33076" y="18520"/>
                </a:lnTo>
                <a:lnTo>
                  <a:pt x="32531" y="19178"/>
                </a:lnTo>
                <a:lnTo>
                  <a:pt x="31987" y="19854"/>
                </a:lnTo>
                <a:lnTo>
                  <a:pt x="31444" y="20548"/>
                </a:lnTo>
                <a:lnTo>
                  <a:pt x="30901" y="21260"/>
                </a:lnTo>
                <a:lnTo>
                  <a:pt x="30359" y="21990"/>
                </a:lnTo>
                <a:lnTo>
                  <a:pt x="29817" y="22738"/>
                </a:lnTo>
                <a:lnTo>
                  <a:pt x="29277" y="23504"/>
                </a:lnTo>
                <a:lnTo>
                  <a:pt x="28737" y="24288"/>
                </a:lnTo>
                <a:lnTo>
                  <a:pt x="28197" y="25090"/>
                </a:lnTo>
                <a:lnTo>
                  <a:pt x="27658" y="25911"/>
                </a:lnTo>
                <a:lnTo>
                  <a:pt x="27120" y="26749"/>
                </a:lnTo>
                <a:lnTo>
                  <a:pt x="26583" y="27606"/>
                </a:lnTo>
                <a:lnTo>
                  <a:pt x="26058" y="28474"/>
                </a:lnTo>
                <a:lnTo>
                  <a:pt x="25555" y="29351"/>
                </a:lnTo>
                <a:lnTo>
                  <a:pt x="25074" y="30235"/>
                </a:lnTo>
                <a:lnTo>
                  <a:pt x="24616" y="31127"/>
                </a:lnTo>
                <a:lnTo>
                  <a:pt x="24180" y="32027"/>
                </a:lnTo>
                <a:lnTo>
                  <a:pt x="23767" y="32935"/>
                </a:lnTo>
                <a:lnTo>
                  <a:pt x="23376" y="33851"/>
                </a:lnTo>
                <a:lnTo>
                  <a:pt x="23007" y="34775"/>
                </a:lnTo>
                <a:lnTo>
                  <a:pt x="22661" y="35706"/>
                </a:lnTo>
                <a:lnTo>
                  <a:pt x="22337" y="36646"/>
                </a:lnTo>
                <a:lnTo>
                  <a:pt x="22035" y="37593"/>
                </a:lnTo>
                <a:lnTo>
                  <a:pt x="21756" y="38549"/>
                </a:lnTo>
                <a:lnTo>
                  <a:pt x="21499" y="39512"/>
                </a:lnTo>
                <a:lnTo>
                  <a:pt x="21264" y="40484"/>
                </a:lnTo>
                <a:lnTo>
                  <a:pt x="21052" y="41463"/>
                </a:lnTo>
                <a:lnTo>
                  <a:pt x="20862" y="42450"/>
                </a:lnTo>
                <a:lnTo>
                  <a:pt x="20694" y="43445"/>
                </a:lnTo>
                <a:lnTo>
                  <a:pt x="20549" y="44448"/>
                </a:lnTo>
                <a:lnTo>
                  <a:pt x="20426" y="45459"/>
                </a:lnTo>
                <a:lnTo>
                  <a:pt x="20325" y="46478"/>
                </a:lnTo>
                <a:lnTo>
                  <a:pt x="20247" y="47505"/>
                </a:lnTo>
                <a:lnTo>
                  <a:pt x="20191" y="48540"/>
                </a:lnTo>
                <a:lnTo>
                  <a:pt x="20158" y="49583"/>
                </a:lnTo>
                <a:lnTo>
                  <a:pt x="20147" y="50634"/>
                </a:lnTo>
                <a:lnTo>
                  <a:pt x="20167" y="51987"/>
                </a:lnTo>
                <a:lnTo>
                  <a:pt x="20230" y="53312"/>
                </a:lnTo>
                <a:lnTo>
                  <a:pt x="20335" y="54611"/>
                </a:lnTo>
                <a:lnTo>
                  <a:pt x="20482" y="55883"/>
                </a:lnTo>
                <a:lnTo>
                  <a:pt x="20670" y="57128"/>
                </a:lnTo>
                <a:lnTo>
                  <a:pt x="20900" y="58346"/>
                </a:lnTo>
                <a:lnTo>
                  <a:pt x="21173" y="59538"/>
                </a:lnTo>
                <a:lnTo>
                  <a:pt x="21487" y="60703"/>
                </a:lnTo>
                <a:lnTo>
                  <a:pt x="21842" y="61841"/>
                </a:lnTo>
                <a:lnTo>
                  <a:pt x="22240" y="62952"/>
                </a:lnTo>
                <a:lnTo>
                  <a:pt x="22679" y="64037"/>
                </a:lnTo>
                <a:lnTo>
                  <a:pt x="23161" y="65094"/>
                </a:lnTo>
                <a:lnTo>
                  <a:pt x="23684" y="66126"/>
                </a:lnTo>
                <a:lnTo>
                  <a:pt x="24249" y="67130"/>
                </a:lnTo>
                <a:lnTo>
                  <a:pt x="24855" y="68108"/>
                </a:lnTo>
                <a:lnTo>
                  <a:pt x="25504" y="69059"/>
                </a:lnTo>
                <a:lnTo>
                  <a:pt x="26194" y="69984"/>
                </a:lnTo>
                <a:lnTo>
                  <a:pt x="26927" y="70882"/>
                </a:lnTo>
                <a:lnTo>
                  <a:pt x="27701" y="71753"/>
                </a:lnTo>
                <a:lnTo>
                  <a:pt x="28517" y="72598"/>
                </a:lnTo>
                <a:lnTo>
                  <a:pt x="29375" y="73417"/>
                </a:lnTo>
                <a:lnTo>
                  <a:pt x="30275" y="74209"/>
                </a:lnTo>
                <a:lnTo>
                  <a:pt x="31217" y="74974"/>
                </a:lnTo>
                <a:lnTo>
                  <a:pt x="32204" y="75716"/>
                </a:lnTo>
                <a:lnTo>
                  <a:pt x="32413" y="75890"/>
                </a:lnTo>
                <a:lnTo>
                  <a:pt x="32631" y="76061"/>
                </a:lnTo>
                <a:lnTo>
                  <a:pt x="32862" y="76233"/>
                </a:lnTo>
                <a:lnTo>
                  <a:pt x="33106" y="76405"/>
                </a:lnTo>
                <a:lnTo>
                  <a:pt x="33363" y="76577"/>
                </a:lnTo>
                <a:lnTo>
                  <a:pt x="33632" y="76749"/>
                </a:lnTo>
                <a:lnTo>
                  <a:pt x="33913" y="76921"/>
                </a:lnTo>
                <a:lnTo>
                  <a:pt x="34208" y="77094"/>
                </a:lnTo>
                <a:lnTo>
                  <a:pt x="34515" y="77266"/>
                </a:lnTo>
                <a:lnTo>
                  <a:pt x="34835" y="77439"/>
                </a:lnTo>
                <a:lnTo>
                  <a:pt x="35167" y="77611"/>
                </a:lnTo>
                <a:lnTo>
                  <a:pt x="35513" y="77784"/>
                </a:lnTo>
                <a:lnTo>
                  <a:pt x="35870" y="77956"/>
                </a:lnTo>
                <a:lnTo>
                  <a:pt x="36241" y="78129"/>
                </a:lnTo>
                <a:lnTo>
                  <a:pt x="36624" y="78302"/>
                </a:lnTo>
                <a:lnTo>
                  <a:pt x="37020" y="78475"/>
                </a:lnTo>
                <a:lnTo>
                  <a:pt x="37429" y="78648"/>
                </a:lnTo>
                <a:lnTo>
                  <a:pt x="37850" y="78820"/>
                </a:lnTo>
                <a:lnTo>
                  <a:pt x="38283" y="78993"/>
                </a:lnTo>
                <a:lnTo>
                  <a:pt x="38730" y="79166"/>
                </a:lnTo>
                <a:lnTo>
                  <a:pt x="39189" y="79339"/>
                </a:lnTo>
                <a:lnTo>
                  <a:pt x="39661" y="79512"/>
                </a:lnTo>
                <a:lnTo>
                  <a:pt x="40145" y="79685"/>
                </a:lnTo>
                <a:lnTo>
                  <a:pt x="40642" y="79858"/>
                </a:lnTo>
                <a:lnTo>
                  <a:pt x="41172" y="80037"/>
                </a:lnTo>
                <a:lnTo>
                  <a:pt x="41755" y="80229"/>
                </a:lnTo>
                <a:lnTo>
                  <a:pt x="42391" y="80433"/>
                </a:lnTo>
                <a:lnTo>
                  <a:pt x="43081" y="80649"/>
                </a:lnTo>
                <a:lnTo>
                  <a:pt x="43824" y="80877"/>
                </a:lnTo>
                <a:lnTo>
                  <a:pt x="44620" y="81118"/>
                </a:lnTo>
                <a:lnTo>
                  <a:pt x="45469" y="81371"/>
                </a:lnTo>
                <a:lnTo>
                  <a:pt x="46372" y="81636"/>
                </a:lnTo>
                <a:lnTo>
                  <a:pt x="47328" y="81914"/>
                </a:lnTo>
                <a:lnTo>
                  <a:pt x="48337" y="82203"/>
                </a:lnTo>
                <a:lnTo>
                  <a:pt x="49400" y="82505"/>
                </a:lnTo>
                <a:lnTo>
                  <a:pt x="50515" y="82820"/>
                </a:lnTo>
                <a:lnTo>
                  <a:pt x="51684" y="83146"/>
                </a:lnTo>
                <a:lnTo>
                  <a:pt x="52906" y="83485"/>
                </a:lnTo>
                <a:lnTo>
                  <a:pt x="54182" y="83837"/>
                </a:lnTo>
                <a:lnTo>
                  <a:pt x="55510" y="84200"/>
                </a:lnTo>
                <a:lnTo>
                  <a:pt x="56892" y="84576"/>
                </a:lnTo>
                <a:lnTo>
                  <a:pt x="58327" y="84964"/>
                </a:lnTo>
                <a:lnTo>
                  <a:pt x="59815" y="85364"/>
                </a:lnTo>
                <a:lnTo>
                  <a:pt x="61356" y="85777"/>
                </a:lnTo>
                <a:lnTo>
                  <a:pt x="62951" y="86202"/>
                </a:lnTo>
                <a:lnTo>
                  <a:pt x="64599" y="86639"/>
                </a:lnTo>
                <a:lnTo>
                  <a:pt x="66300" y="87088"/>
                </a:lnTo>
                <a:lnTo>
                  <a:pt x="68064" y="87553"/>
                </a:lnTo>
                <a:lnTo>
                  <a:pt x="68931" y="87989"/>
                </a:lnTo>
                <a:lnTo>
                  <a:pt x="69754" y="88449"/>
                </a:lnTo>
                <a:lnTo>
                  <a:pt x="70541" y="88938"/>
                </a:lnTo>
                <a:lnTo>
                  <a:pt x="71291" y="89455"/>
                </a:lnTo>
                <a:lnTo>
                  <a:pt x="72005" y="90001"/>
                </a:lnTo>
                <a:lnTo>
                  <a:pt x="72683" y="90575"/>
                </a:lnTo>
                <a:lnTo>
                  <a:pt x="73324" y="91178"/>
                </a:lnTo>
                <a:lnTo>
                  <a:pt x="73928" y="91809"/>
                </a:lnTo>
                <a:lnTo>
                  <a:pt x="74496" y="92468"/>
                </a:lnTo>
                <a:lnTo>
                  <a:pt x="75027" y="93156"/>
                </a:lnTo>
                <a:lnTo>
                  <a:pt x="75522" y="93872"/>
                </a:lnTo>
                <a:lnTo>
                  <a:pt x="75979" y="94616"/>
                </a:lnTo>
                <a:lnTo>
                  <a:pt x="76401" y="95389"/>
                </a:lnTo>
                <a:lnTo>
                  <a:pt x="76785" y="96189"/>
                </a:lnTo>
                <a:lnTo>
                  <a:pt x="77133" y="97018"/>
                </a:lnTo>
                <a:lnTo>
                  <a:pt x="77444" y="97875"/>
                </a:lnTo>
                <a:lnTo>
                  <a:pt x="77718" y="98761"/>
                </a:lnTo>
                <a:lnTo>
                  <a:pt x="77956" y="99674"/>
                </a:lnTo>
                <a:lnTo>
                  <a:pt x="78157" y="100615"/>
                </a:lnTo>
                <a:lnTo>
                  <a:pt x="78322" y="101584"/>
                </a:lnTo>
                <a:lnTo>
                  <a:pt x="78450" y="102581"/>
                </a:lnTo>
                <a:lnTo>
                  <a:pt x="78541" y="103606"/>
                </a:lnTo>
                <a:lnTo>
                  <a:pt x="78596" y="104660"/>
                </a:lnTo>
                <a:lnTo>
                  <a:pt x="78614" y="105741"/>
                </a:lnTo>
                <a:lnTo>
                  <a:pt x="78580" y="106935"/>
                </a:lnTo>
                <a:lnTo>
                  <a:pt x="78513" y="108115"/>
                </a:lnTo>
                <a:lnTo>
                  <a:pt x="78412" y="109283"/>
                </a:lnTo>
                <a:lnTo>
                  <a:pt x="78277" y="110439"/>
                </a:lnTo>
                <a:lnTo>
                  <a:pt x="78109" y="111582"/>
                </a:lnTo>
                <a:lnTo>
                  <a:pt x="77907" y="112714"/>
                </a:lnTo>
                <a:lnTo>
                  <a:pt x="77671" y="113833"/>
                </a:lnTo>
                <a:lnTo>
                  <a:pt x="77401" y="114939"/>
                </a:lnTo>
                <a:lnTo>
                  <a:pt x="77098" y="116034"/>
                </a:lnTo>
                <a:lnTo>
                  <a:pt x="76761" y="117116"/>
                </a:lnTo>
                <a:lnTo>
                  <a:pt x="76390" y="118186"/>
                </a:lnTo>
                <a:lnTo>
                  <a:pt x="75986" y="119244"/>
                </a:lnTo>
                <a:lnTo>
                  <a:pt x="75548" y="120289"/>
                </a:lnTo>
                <a:lnTo>
                  <a:pt x="75076" y="121322"/>
                </a:lnTo>
                <a:lnTo>
                  <a:pt x="74571" y="122342"/>
                </a:lnTo>
                <a:lnTo>
                  <a:pt x="74031" y="123351"/>
                </a:lnTo>
                <a:lnTo>
                  <a:pt x="73459" y="124347"/>
                </a:lnTo>
                <a:lnTo>
                  <a:pt x="72852" y="125330"/>
                </a:lnTo>
                <a:lnTo>
                  <a:pt x="72212" y="126301"/>
                </a:lnTo>
                <a:lnTo>
                  <a:pt x="71538" y="127260"/>
                </a:lnTo>
                <a:lnTo>
                  <a:pt x="70831" y="128207"/>
                </a:lnTo>
                <a:lnTo>
                  <a:pt x="70090" y="129141"/>
                </a:lnTo>
                <a:lnTo>
                  <a:pt x="69315" y="130062"/>
                </a:lnTo>
                <a:lnTo>
                  <a:pt x="68507" y="130972"/>
                </a:lnTo>
                <a:lnTo>
                  <a:pt x="67678" y="131856"/>
                </a:lnTo>
                <a:lnTo>
                  <a:pt x="66843" y="132703"/>
                </a:lnTo>
                <a:lnTo>
                  <a:pt x="66000" y="133512"/>
                </a:lnTo>
                <a:lnTo>
                  <a:pt x="65150" y="134284"/>
                </a:lnTo>
                <a:lnTo>
                  <a:pt x="64293" y="135018"/>
                </a:lnTo>
                <a:lnTo>
                  <a:pt x="63429" y="135714"/>
                </a:lnTo>
                <a:lnTo>
                  <a:pt x="62557" y="136373"/>
                </a:lnTo>
                <a:lnTo>
                  <a:pt x="61679" y="136995"/>
                </a:lnTo>
                <a:lnTo>
                  <a:pt x="60793" y="137578"/>
                </a:lnTo>
                <a:lnTo>
                  <a:pt x="59901" y="138125"/>
                </a:lnTo>
                <a:lnTo>
                  <a:pt x="59001" y="138633"/>
                </a:lnTo>
                <a:lnTo>
                  <a:pt x="58094" y="139104"/>
                </a:lnTo>
                <a:lnTo>
                  <a:pt x="57179" y="139538"/>
                </a:lnTo>
                <a:lnTo>
                  <a:pt x="56258" y="139934"/>
                </a:lnTo>
                <a:lnTo>
                  <a:pt x="55330" y="140292"/>
                </a:lnTo>
                <a:lnTo>
                  <a:pt x="54394" y="140612"/>
                </a:lnTo>
                <a:lnTo>
                  <a:pt x="53452" y="140895"/>
                </a:lnTo>
                <a:lnTo>
                  <a:pt x="52502" y="141140"/>
                </a:lnTo>
                <a:lnTo>
                  <a:pt x="51546" y="141347"/>
                </a:lnTo>
                <a:lnTo>
                  <a:pt x="50582" y="141517"/>
                </a:lnTo>
                <a:lnTo>
                  <a:pt x="49611" y="141649"/>
                </a:lnTo>
                <a:lnTo>
                  <a:pt x="48633" y="141743"/>
                </a:lnTo>
                <a:lnTo>
                  <a:pt x="47649" y="141800"/>
                </a:lnTo>
                <a:lnTo>
                  <a:pt x="46658" y="141818"/>
                </a:lnTo>
                <a:lnTo>
                  <a:pt x="46187" y="141817"/>
                </a:lnTo>
                <a:lnTo>
                  <a:pt x="45719" y="141811"/>
                </a:lnTo>
                <a:lnTo>
                  <a:pt x="45253" y="141802"/>
                </a:lnTo>
                <a:lnTo>
                  <a:pt x="44789" y="141789"/>
                </a:lnTo>
                <a:lnTo>
                  <a:pt x="44327" y="141773"/>
                </a:lnTo>
                <a:lnTo>
                  <a:pt x="43867" y="141753"/>
                </a:lnTo>
                <a:lnTo>
                  <a:pt x="43410" y="141730"/>
                </a:lnTo>
                <a:lnTo>
                  <a:pt x="42954" y="141703"/>
                </a:lnTo>
                <a:lnTo>
                  <a:pt x="42501" y="141672"/>
                </a:lnTo>
                <a:lnTo>
                  <a:pt x="42050" y="141638"/>
                </a:lnTo>
                <a:lnTo>
                  <a:pt x="41600" y="141600"/>
                </a:lnTo>
                <a:lnTo>
                  <a:pt x="41153" y="141558"/>
                </a:lnTo>
                <a:lnTo>
                  <a:pt x="40708" y="141513"/>
                </a:lnTo>
                <a:lnTo>
                  <a:pt x="40265" y="141464"/>
                </a:lnTo>
                <a:lnTo>
                  <a:pt x="39824" y="141411"/>
                </a:lnTo>
                <a:lnTo>
                  <a:pt x="39386" y="141355"/>
                </a:lnTo>
                <a:lnTo>
                  <a:pt x="38949" y="141296"/>
                </a:lnTo>
                <a:lnTo>
                  <a:pt x="38514" y="141232"/>
                </a:lnTo>
                <a:lnTo>
                  <a:pt x="38082" y="141165"/>
                </a:lnTo>
                <a:lnTo>
                  <a:pt x="37651" y="141095"/>
                </a:lnTo>
                <a:lnTo>
                  <a:pt x="37223" y="141021"/>
                </a:lnTo>
                <a:lnTo>
                  <a:pt x="36797" y="140943"/>
                </a:lnTo>
                <a:lnTo>
                  <a:pt x="36373" y="140862"/>
                </a:lnTo>
                <a:lnTo>
                  <a:pt x="35951" y="140777"/>
                </a:lnTo>
                <a:lnTo>
                  <a:pt x="35529" y="140687"/>
                </a:lnTo>
                <a:lnTo>
                  <a:pt x="35106" y="140591"/>
                </a:lnTo>
                <a:lnTo>
                  <a:pt x="34681" y="140490"/>
                </a:lnTo>
                <a:lnTo>
                  <a:pt x="34255" y="140383"/>
                </a:lnTo>
                <a:lnTo>
                  <a:pt x="33827" y="140270"/>
                </a:lnTo>
                <a:lnTo>
                  <a:pt x="33398" y="140151"/>
                </a:lnTo>
                <a:lnTo>
                  <a:pt x="32968" y="140026"/>
                </a:lnTo>
                <a:lnTo>
                  <a:pt x="32536" y="139896"/>
                </a:lnTo>
                <a:lnTo>
                  <a:pt x="32103" y="139760"/>
                </a:lnTo>
                <a:lnTo>
                  <a:pt x="31669" y="139618"/>
                </a:lnTo>
                <a:lnTo>
                  <a:pt x="31233" y="139470"/>
                </a:lnTo>
                <a:lnTo>
                  <a:pt x="30796" y="139317"/>
                </a:lnTo>
                <a:lnTo>
                  <a:pt x="30357" y="139158"/>
                </a:lnTo>
                <a:lnTo>
                  <a:pt x="29918" y="138993"/>
                </a:lnTo>
                <a:lnTo>
                  <a:pt x="29476" y="138822"/>
                </a:lnTo>
                <a:lnTo>
                  <a:pt x="29033" y="138645"/>
                </a:lnTo>
                <a:lnTo>
                  <a:pt x="28589" y="138463"/>
                </a:lnTo>
                <a:lnTo>
                  <a:pt x="28144" y="138275"/>
                </a:lnTo>
                <a:lnTo>
                  <a:pt x="27697" y="138081"/>
                </a:lnTo>
                <a:lnTo>
                  <a:pt x="27249" y="137881"/>
                </a:lnTo>
                <a:lnTo>
                  <a:pt x="26799" y="137676"/>
                </a:lnTo>
                <a:lnTo>
                  <a:pt x="26348" y="137465"/>
                </a:lnTo>
                <a:lnTo>
                  <a:pt x="25896" y="137248"/>
                </a:lnTo>
                <a:lnTo>
                  <a:pt x="25442" y="137025"/>
                </a:lnTo>
                <a:lnTo>
                  <a:pt x="24990" y="136793"/>
                </a:lnTo>
                <a:lnTo>
                  <a:pt x="24546" y="136552"/>
                </a:lnTo>
                <a:lnTo>
                  <a:pt x="24109" y="136300"/>
                </a:lnTo>
                <a:lnTo>
                  <a:pt x="23680" y="136038"/>
                </a:lnTo>
                <a:lnTo>
                  <a:pt x="23259" y="135766"/>
                </a:lnTo>
                <a:lnTo>
                  <a:pt x="22846" y="135483"/>
                </a:lnTo>
                <a:lnTo>
                  <a:pt x="22440" y="135191"/>
                </a:lnTo>
                <a:lnTo>
                  <a:pt x="22042" y="134888"/>
                </a:lnTo>
                <a:lnTo>
                  <a:pt x="21652" y="134575"/>
                </a:lnTo>
                <a:lnTo>
                  <a:pt x="21269" y="134252"/>
                </a:lnTo>
                <a:lnTo>
                  <a:pt x="20895" y="133919"/>
                </a:lnTo>
                <a:lnTo>
                  <a:pt x="20528" y="133576"/>
                </a:lnTo>
                <a:lnTo>
                  <a:pt x="20168" y="133222"/>
                </a:lnTo>
                <a:lnTo>
                  <a:pt x="19817" y="132859"/>
                </a:lnTo>
                <a:lnTo>
                  <a:pt x="19473" y="132485"/>
                </a:lnTo>
                <a:lnTo>
                  <a:pt x="19137" y="132101"/>
                </a:lnTo>
                <a:lnTo>
                  <a:pt x="18809" y="131707"/>
                </a:lnTo>
                <a:lnTo>
                  <a:pt x="18489" y="131303"/>
                </a:lnTo>
                <a:lnTo>
                  <a:pt x="18176" y="130889"/>
                </a:lnTo>
                <a:lnTo>
                  <a:pt x="17871" y="130465"/>
                </a:lnTo>
                <a:lnTo>
                  <a:pt x="17574" y="130030"/>
                </a:lnTo>
                <a:lnTo>
                  <a:pt x="17285" y="129586"/>
                </a:lnTo>
                <a:lnTo>
                  <a:pt x="17003" y="129131"/>
                </a:lnTo>
                <a:lnTo>
                  <a:pt x="16730" y="128666"/>
                </a:lnTo>
                <a:lnTo>
                  <a:pt x="16464" y="128192"/>
                </a:lnTo>
                <a:lnTo>
                  <a:pt x="16209" y="127709"/>
                </a:lnTo>
                <a:lnTo>
                  <a:pt x="15964" y="127217"/>
                </a:lnTo>
                <a:lnTo>
                  <a:pt x="15728" y="126717"/>
                </a:lnTo>
                <a:lnTo>
                  <a:pt x="15503" y="126208"/>
                </a:lnTo>
                <a:lnTo>
                  <a:pt x="15287" y="125690"/>
                </a:lnTo>
                <a:lnTo>
                  <a:pt x="15081" y="125164"/>
                </a:lnTo>
                <a:lnTo>
                  <a:pt x="14885" y="124629"/>
                </a:lnTo>
                <a:lnTo>
                  <a:pt x="14699" y="124085"/>
                </a:lnTo>
                <a:lnTo>
                  <a:pt x="14522" y="123533"/>
                </a:lnTo>
                <a:lnTo>
                  <a:pt x="14356" y="122972"/>
                </a:lnTo>
                <a:lnTo>
                  <a:pt x="14199" y="122403"/>
                </a:lnTo>
                <a:lnTo>
                  <a:pt x="14052" y="121825"/>
                </a:lnTo>
                <a:lnTo>
                  <a:pt x="13915" y="121238"/>
                </a:lnTo>
                <a:lnTo>
                  <a:pt x="13788" y="120643"/>
                </a:lnTo>
                <a:lnTo>
                  <a:pt x="13671" y="120039"/>
                </a:lnTo>
                <a:lnTo>
                  <a:pt x="13564" y="119426"/>
                </a:lnTo>
                <a:lnTo>
                  <a:pt x="13466" y="118805"/>
                </a:lnTo>
                <a:lnTo>
                  <a:pt x="13378" y="118175"/>
                </a:lnTo>
                <a:lnTo>
                  <a:pt x="13300" y="117536"/>
                </a:lnTo>
                <a:lnTo>
                  <a:pt x="13232" y="116889"/>
                </a:lnTo>
                <a:lnTo>
                  <a:pt x="13174" y="116233"/>
                </a:lnTo>
                <a:lnTo>
                  <a:pt x="13126" y="115569"/>
                </a:lnTo>
                <a:lnTo>
                  <a:pt x="13087" y="114896"/>
                </a:lnTo>
                <a:lnTo>
                  <a:pt x="13072" y="114568"/>
                </a:lnTo>
                <a:lnTo>
                  <a:pt x="13059" y="114243"/>
                </a:lnTo>
                <a:lnTo>
                  <a:pt x="13049" y="113922"/>
                </a:lnTo>
                <a:lnTo>
                  <a:pt x="13042" y="113604"/>
                </a:lnTo>
                <a:lnTo>
                  <a:pt x="13038" y="113290"/>
                </a:lnTo>
                <a:lnTo>
                  <a:pt x="13037" y="112980"/>
                </a:lnTo>
                <a:lnTo>
                  <a:pt x="13038" y="112673"/>
                </a:lnTo>
                <a:lnTo>
                  <a:pt x="13042" y="112370"/>
                </a:lnTo>
                <a:lnTo>
                  <a:pt x="13049" y="112071"/>
                </a:lnTo>
                <a:lnTo>
                  <a:pt x="13059" y="111775"/>
                </a:lnTo>
                <a:lnTo>
                  <a:pt x="13072" y="111482"/>
                </a:lnTo>
                <a:lnTo>
                  <a:pt x="13087" y="111193"/>
                </a:lnTo>
                <a:lnTo>
                  <a:pt x="13105" y="110908"/>
                </a:lnTo>
                <a:lnTo>
                  <a:pt x="13126" y="110627"/>
                </a:lnTo>
                <a:lnTo>
                  <a:pt x="13150" y="110349"/>
                </a:lnTo>
                <a:lnTo>
                  <a:pt x="13177" y="110074"/>
                </a:lnTo>
                <a:lnTo>
                  <a:pt x="13207" y="109803"/>
                </a:lnTo>
                <a:lnTo>
                  <a:pt x="13239" y="109536"/>
                </a:lnTo>
                <a:lnTo>
                  <a:pt x="13274" y="109272"/>
                </a:lnTo>
                <a:lnTo>
                  <a:pt x="13312" y="109012"/>
                </a:lnTo>
                <a:lnTo>
                  <a:pt x="13353" y="108756"/>
                </a:lnTo>
                <a:lnTo>
                  <a:pt x="13397" y="108503"/>
                </a:lnTo>
                <a:lnTo>
                  <a:pt x="13443" y="108253"/>
                </a:lnTo>
                <a:lnTo>
                  <a:pt x="13492" y="108008"/>
                </a:lnTo>
                <a:lnTo>
                  <a:pt x="13542" y="107767"/>
                </a:lnTo>
                <a:lnTo>
                  <a:pt x="13590" y="107533"/>
                </a:lnTo>
                <a:lnTo>
                  <a:pt x="13637" y="107303"/>
                </a:lnTo>
                <a:lnTo>
                  <a:pt x="13683" y="107078"/>
                </a:lnTo>
                <a:lnTo>
                  <a:pt x="13727" y="106858"/>
                </a:lnTo>
                <a:lnTo>
                  <a:pt x="13769" y="106644"/>
                </a:lnTo>
                <a:lnTo>
                  <a:pt x="13811" y="106434"/>
                </a:lnTo>
                <a:lnTo>
                  <a:pt x="13850" y="106230"/>
                </a:lnTo>
                <a:lnTo>
                  <a:pt x="13889" y="106030"/>
                </a:lnTo>
                <a:lnTo>
                  <a:pt x="13926" y="105836"/>
                </a:lnTo>
                <a:lnTo>
                  <a:pt x="13962" y="105647"/>
                </a:lnTo>
                <a:lnTo>
                  <a:pt x="13996" y="105462"/>
                </a:lnTo>
                <a:lnTo>
                  <a:pt x="14029" y="105283"/>
                </a:lnTo>
                <a:lnTo>
                  <a:pt x="14060" y="105109"/>
                </a:lnTo>
                <a:lnTo>
                  <a:pt x="14090" y="104940"/>
                </a:lnTo>
                <a:lnTo>
                  <a:pt x="14119" y="104776"/>
                </a:lnTo>
                <a:lnTo>
                  <a:pt x="14146" y="104617"/>
                </a:lnTo>
                <a:lnTo>
                  <a:pt x="14172" y="104463"/>
                </a:lnTo>
                <a:lnTo>
                  <a:pt x="14196" y="104315"/>
                </a:lnTo>
                <a:lnTo>
                  <a:pt x="14219" y="104171"/>
                </a:lnTo>
                <a:lnTo>
                  <a:pt x="14241" y="104032"/>
                </a:lnTo>
                <a:lnTo>
                  <a:pt x="14261" y="103899"/>
                </a:lnTo>
                <a:lnTo>
                  <a:pt x="14280" y="103771"/>
                </a:lnTo>
                <a:lnTo>
                  <a:pt x="14298" y="103647"/>
                </a:lnTo>
                <a:lnTo>
                  <a:pt x="14314" y="103528"/>
                </a:lnTo>
                <a:lnTo>
                  <a:pt x="14330" y="103412"/>
                </a:lnTo>
                <a:lnTo>
                  <a:pt x="14345" y="103300"/>
                </a:lnTo>
                <a:lnTo>
                  <a:pt x="14359" y="103192"/>
                </a:lnTo>
                <a:lnTo>
                  <a:pt x="14373" y="103087"/>
                </a:lnTo>
                <a:lnTo>
                  <a:pt x="14386" y="102986"/>
                </a:lnTo>
                <a:lnTo>
                  <a:pt x="14398" y="102888"/>
                </a:lnTo>
                <a:lnTo>
                  <a:pt x="14409" y="102794"/>
                </a:lnTo>
                <a:lnTo>
                  <a:pt x="14420" y="102704"/>
                </a:lnTo>
                <a:lnTo>
                  <a:pt x="14430" y="102617"/>
                </a:lnTo>
                <a:lnTo>
                  <a:pt x="14440" y="102534"/>
                </a:lnTo>
                <a:lnTo>
                  <a:pt x="14448" y="102455"/>
                </a:lnTo>
                <a:lnTo>
                  <a:pt x="14456" y="102379"/>
                </a:lnTo>
                <a:lnTo>
                  <a:pt x="14464" y="102307"/>
                </a:lnTo>
                <a:lnTo>
                  <a:pt x="14470" y="102238"/>
                </a:lnTo>
                <a:lnTo>
                  <a:pt x="14476" y="102174"/>
                </a:lnTo>
                <a:lnTo>
                  <a:pt x="14481" y="102113"/>
                </a:lnTo>
                <a:lnTo>
                  <a:pt x="14486" y="102055"/>
                </a:lnTo>
                <a:lnTo>
                  <a:pt x="14490" y="102001"/>
                </a:lnTo>
                <a:lnTo>
                  <a:pt x="14493" y="101951"/>
                </a:lnTo>
                <a:lnTo>
                  <a:pt x="14495" y="101905"/>
                </a:lnTo>
                <a:lnTo>
                  <a:pt x="14497" y="101863"/>
                </a:lnTo>
                <a:lnTo>
                  <a:pt x="14498" y="101824"/>
                </a:lnTo>
                <a:lnTo>
                  <a:pt x="14498" y="101791"/>
                </a:lnTo>
                <a:lnTo>
                  <a:pt x="14496" y="101708"/>
                </a:lnTo>
                <a:lnTo>
                  <a:pt x="14490" y="101625"/>
                </a:lnTo>
                <a:lnTo>
                  <a:pt x="14480" y="101541"/>
                </a:lnTo>
                <a:lnTo>
                  <a:pt x="14466" y="101456"/>
                </a:lnTo>
                <a:lnTo>
                  <a:pt x="14448" y="101371"/>
                </a:lnTo>
                <a:lnTo>
                  <a:pt x="14426" y="101284"/>
                </a:lnTo>
                <a:lnTo>
                  <a:pt x="14400" y="101197"/>
                </a:lnTo>
                <a:lnTo>
                  <a:pt x="14370" y="101108"/>
                </a:lnTo>
                <a:lnTo>
                  <a:pt x="14336" y="101019"/>
                </a:lnTo>
                <a:lnTo>
                  <a:pt x="14297" y="100929"/>
                </a:lnTo>
                <a:lnTo>
                  <a:pt x="14254" y="100838"/>
                </a:lnTo>
                <a:lnTo>
                  <a:pt x="14208" y="100746"/>
                </a:lnTo>
                <a:lnTo>
                  <a:pt x="14157" y="100653"/>
                </a:lnTo>
                <a:lnTo>
                  <a:pt x="14101" y="100559"/>
                </a:lnTo>
                <a:lnTo>
                  <a:pt x="14042" y="100464"/>
                </a:lnTo>
                <a:lnTo>
                  <a:pt x="13978" y="100369"/>
                </a:lnTo>
                <a:lnTo>
                  <a:pt x="13911" y="100272"/>
                </a:lnTo>
                <a:lnTo>
                  <a:pt x="13839" y="100175"/>
                </a:lnTo>
                <a:lnTo>
                  <a:pt x="13762" y="100077"/>
                </a:lnTo>
                <a:lnTo>
                  <a:pt x="13682" y="99978"/>
                </a:lnTo>
                <a:lnTo>
                  <a:pt x="13597" y="99878"/>
                </a:lnTo>
                <a:lnTo>
                  <a:pt x="13508" y="99777"/>
                </a:lnTo>
                <a:lnTo>
                  <a:pt x="13415" y="99676"/>
                </a:lnTo>
                <a:lnTo>
                  <a:pt x="13347" y="99605"/>
                </a:lnTo>
                <a:lnTo>
                  <a:pt x="10770" y="99605"/>
                </a:lnTo>
                <a:lnTo>
                  <a:pt x="10475" y="99607"/>
                </a:lnTo>
                <a:lnTo>
                  <a:pt x="10191" y="99613"/>
                </a:lnTo>
                <a:lnTo>
                  <a:pt x="9918" y="99624"/>
                </a:lnTo>
                <a:lnTo>
                  <a:pt x="9657" y="99639"/>
                </a:lnTo>
                <a:lnTo>
                  <a:pt x="9407" y="99658"/>
                </a:lnTo>
                <a:lnTo>
                  <a:pt x="9168" y="99682"/>
                </a:lnTo>
                <a:lnTo>
                  <a:pt x="8941" y="99710"/>
                </a:lnTo>
                <a:lnTo>
                  <a:pt x="8726" y="99742"/>
                </a:lnTo>
                <a:lnTo>
                  <a:pt x="8521" y="99778"/>
                </a:lnTo>
                <a:lnTo>
                  <a:pt x="8329" y="99819"/>
                </a:lnTo>
                <a:lnTo>
                  <a:pt x="8147" y="99863"/>
                </a:lnTo>
                <a:lnTo>
                  <a:pt x="7978" y="99912"/>
                </a:lnTo>
                <a:lnTo>
                  <a:pt x="7820" y="99965"/>
                </a:lnTo>
                <a:lnTo>
                  <a:pt x="7673" y="100021"/>
                </a:lnTo>
                <a:lnTo>
                  <a:pt x="7538" y="100082"/>
                </a:lnTo>
                <a:lnTo>
                  <a:pt x="7415" y="100146"/>
                </a:lnTo>
                <a:lnTo>
                  <a:pt x="7304" y="100214"/>
                </a:lnTo>
                <a:lnTo>
                  <a:pt x="7204" y="100285"/>
                </a:lnTo>
                <a:lnTo>
                  <a:pt x="7115" y="100360"/>
                </a:lnTo>
                <a:lnTo>
                  <a:pt x="7038" y="100437"/>
                </a:lnTo>
                <a:lnTo>
                  <a:pt x="6971" y="100518"/>
                </a:lnTo>
                <a:lnTo>
                  <a:pt x="6916" y="100603"/>
                </a:lnTo>
                <a:lnTo>
                  <a:pt x="6870" y="100690"/>
                </a:lnTo>
                <a:lnTo>
                  <a:pt x="6836" y="100781"/>
                </a:lnTo>
                <a:lnTo>
                  <a:pt x="5883" y="104712"/>
                </a:lnTo>
                <a:lnTo>
                  <a:pt x="4970" y="108484"/>
                </a:lnTo>
                <a:lnTo>
                  <a:pt x="4097" y="112091"/>
                </a:lnTo>
                <a:lnTo>
                  <a:pt x="3264" y="115533"/>
                </a:lnTo>
                <a:lnTo>
                  <a:pt x="2472" y="118809"/>
                </a:lnTo>
                <a:lnTo>
                  <a:pt x="1721" y="121920"/>
                </a:lnTo>
                <a:lnTo>
                  <a:pt x="1011" y="124865"/>
                </a:lnTo>
                <a:lnTo>
                  <a:pt x="341" y="127646"/>
                </a:lnTo>
                <a:lnTo>
                  <a:pt x="0" y="129062"/>
                </a:lnTo>
                <a:lnTo>
                  <a:pt x="0" y="128187"/>
                </a:lnTo>
                <a:lnTo>
                  <a:pt x="142" y="127598"/>
                </a:lnTo>
                <a:lnTo>
                  <a:pt x="812" y="124817"/>
                </a:lnTo>
                <a:lnTo>
                  <a:pt x="1522" y="121872"/>
                </a:lnTo>
                <a:lnTo>
                  <a:pt x="2273" y="118761"/>
                </a:lnTo>
                <a:lnTo>
                  <a:pt x="3065" y="115485"/>
                </a:lnTo>
                <a:lnTo>
                  <a:pt x="3898" y="112043"/>
                </a:lnTo>
                <a:lnTo>
                  <a:pt x="4771" y="108436"/>
                </a:lnTo>
                <a:lnTo>
                  <a:pt x="5684" y="104664"/>
                </a:lnTo>
                <a:lnTo>
                  <a:pt x="6640" y="100719"/>
                </a:lnTo>
                <a:lnTo>
                  <a:pt x="6683" y="100606"/>
                </a:lnTo>
                <a:lnTo>
                  <a:pt x="6739" y="100499"/>
                </a:lnTo>
                <a:lnTo>
                  <a:pt x="6806" y="100397"/>
                </a:lnTo>
                <a:lnTo>
                  <a:pt x="6886" y="100300"/>
                </a:lnTo>
                <a:lnTo>
                  <a:pt x="6976" y="100209"/>
                </a:lnTo>
                <a:lnTo>
                  <a:pt x="7078" y="100123"/>
                </a:lnTo>
                <a:lnTo>
                  <a:pt x="7191" y="100043"/>
                </a:lnTo>
                <a:lnTo>
                  <a:pt x="7315" y="99968"/>
                </a:lnTo>
                <a:lnTo>
                  <a:pt x="7449" y="99898"/>
                </a:lnTo>
                <a:lnTo>
                  <a:pt x="7594" y="99832"/>
                </a:lnTo>
                <a:lnTo>
                  <a:pt x="7750" y="99772"/>
                </a:lnTo>
                <a:lnTo>
                  <a:pt x="7917" y="99716"/>
                </a:lnTo>
                <a:lnTo>
                  <a:pt x="8095" y="99665"/>
                </a:lnTo>
                <a:lnTo>
                  <a:pt x="8283" y="99619"/>
                </a:lnTo>
                <a:lnTo>
                  <a:pt x="8482" y="99577"/>
                </a:lnTo>
                <a:lnTo>
                  <a:pt x="8693" y="99540"/>
                </a:lnTo>
                <a:lnTo>
                  <a:pt x="8914" y="99507"/>
                </a:lnTo>
                <a:lnTo>
                  <a:pt x="9146" y="99479"/>
                </a:lnTo>
                <a:lnTo>
                  <a:pt x="9389" y="99455"/>
                </a:lnTo>
                <a:lnTo>
                  <a:pt x="9643" y="99435"/>
                </a:lnTo>
                <a:lnTo>
                  <a:pt x="9908" y="99420"/>
                </a:lnTo>
                <a:lnTo>
                  <a:pt x="10184" y="99409"/>
                </a:lnTo>
                <a:lnTo>
                  <a:pt x="10472" y="99402"/>
                </a:lnTo>
                <a:lnTo>
                  <a:pt x="10770" y="99400"/>
                </a:lnTo>
                <a:lnTo>
                  <a:pt x="13435" y="99400"/>
                </a:lnTo>
                <a:lnTo>
                  <a:pt x="13564" y="99536"/>
                </a:lnTo>
                <a:lnTo>
                  <a:pt x="13660" y="99640"/>
                </a:lnTo>
                <a:lnTo>
                  <a:pt x="13752" y="99744"/>
                </a:lnTo>
                <a:lnTo>
                  <a:pt x="13839" y="99847"/>
                </a:lnTo>
                <a:lnTo>
                  <a:pt x="13923" y="99949"/>
                </a:lnTo>
                <a:lnTo>
                  <a:pt x="14002" y="100051"/>
                </a:lnTo>
                <a:lnTo>
                  <a:pt x="14077" y="100153"/>
                </a:lnTo>
                <a:lnTo>
                  <a:pt x="14147" y="100253"/>
                </a:lnTo>
                <a:lnTo>
                  <a:pt x="14214" y="100353"/>
                </a:lnTo>
                <a:lnTo>
                  <a:pt x="14277" y="100453"/>
                </a:lnTo>
                <a:lnTo>
                  <a:pt x="14335" y="100552"/>
                </a:lnTo>
                <a:lnTo>
                  <a:pt x="14389" y="100650"/>
                </a:lnTo>
                <a:lnTo>
                  <a:pt x="14439" y="100748"/>
                </a:lnTo>
                <a:lnTo>
                  <a:pt x="14484" y="100845"/>
                </a:lnTo>
                <a:lnTo>
                  <a:pt x="14525" y="100942"/>
                </a:lnTo>
                <a:lnTo>
                  <a:pt x="14562" y="101039"/>
                </a:lnTo>
                <a:lnTo>
                  <a:pt x="14595" y="101134"/>
                </a:lnTo>
                <a:lnTo>
                  <a:pt x="14624" y="101230"/>
                </a:lnTo>
                <a:lnTo>
                  <a:pt x="14648" y="101324"/>
                </a:lnTo>
                <a:lnTo>
                  <a:pt x="14668" y="101419"/>
                </a:lnTo>
                <a:lnTo>
                  <a:pt x="14683" y="101512"/>
                </a:lnTo>
                <a:lnTo>
                  <a:pt x="14694" y="101605"/>
                </a:lnTo>
                <a:lnTo>
                  <a:pt x="14701" y="101698"/>
                </a:lnTo>
                <a:lnTo>
                  <a:pt x="14703" y="101789"/>
                </a:lnTo>
                <a:lnTo>
                  <a:pt x="14703" y="101828"/>
                </a:lnTo>
                <a:lnTo>
                  <a:pt x="14702" y="101870"/>
                </a:lnTo>
                <a:lnTo>
                  <a:pt x="14700" y="101915"/>
                </a:lnTo>
                <a:lnTo>
                  <a:pt x="14697" y="101963"/>
                </a:lnTo>
                <a:lnTo>
                  <a:pt x="14694" y="102015"/>
                </a:lnTo>
                <a:lnTo>
                  <a:pt x="14690" y="102070"/>
                </a:lnTo>
                <a:lnTo>
                  <a:pt x="14686" y="102129"/>
                </a:lnTo>
                <a:lnTo>
                  <a:pt x="14680" y="102192"/>
                </a:lnTo>
                <a:lnTo>
                  <a:pt x="14674" y="102257"/>
                </a:lnTo>
                <a:lnTo>
                  <a:pt x="14667" y="102327"/>
                </a:lnTo>
                <a:lnTo>
                  <a:pt x="14660" y="102400"/>
                </a:lnTo>
                <a:lnTo>
                  <a:pt x="14652" y="102477"/>
                </a:lnTo>
                <a:lnTo>
                  <a:pt x="14643" y="102557"/>
                </a:lnTo>
                <a:lnTo>
                  <a:pt x="14634" y="102640"/>
                </a:lnTo>
                <a:lnTo>
                  <a:pt x="14624" y="102728"/>
                </a:lnTo>
                <a:lnTo>
                  <a:pt x="14613" y="102819"/>
                </a:lnTo>
                <a:lnTo>
                  <a:pt x="14601" y="102913"/>
                </a:lnTo>
                <a:lnTo>
                  <a:pt x="14589" y="103011"/>
                </a:lnTo>
                <a:lnTo>
                  <a:pt x="14576" y="103113"/>
                </a:lnTo>
                <a:lnTo>
                  <a:pt x="14562" y="103218"/>
                </a:lnTo>
                <a:lnTo>
                  <a:pt x="14548" y="103327"/>
                </a:lnTo>
                <a:lnTo>
                  <a:pt x="14533" y="103440"/>
                </a:lnTo>
                <a:lnTo>
                  <a:pt x="14517" y="103556"/>
                </a:lnTo>
                <a:lnTo>
                  <a:pt x="14500" y="103675"/>
                </a:lnTo>
                <a:lnTo>
                  <a:pt x="14483" y="103800"/>
                </a:lnTo>
                <a:lnTo>
                  <a:pt x="14464" y="103929"/>
                </a:lnTo>
                <a:lnTo>
                  <a:pt x="14443" y="104064"/>
                </a:lnTo>
                <a:lnTo>
                  <a:pt x="14422" y="104203"/>
                </a:lnTo>
                <a:lnTo>
                  <a:pt x="14399" y="104347"/>
                </a:lnTo>
                <a:lnTo>
                  <a:pt x="14374" y="104497"/>
                </a:lnTo>
                <a:lnTo>
                  <a:pt x="14348" y="104651"/>
                </a:lnTo>
                <a:lnTo>
                  <a:pt x="14321" y="104811"/>
                </a:lnTo>
                <a:lnTo>
                  <a:pt x="14292" y="104976"/>
                </a:lnTo>
                <a:lnTo>
                  <a:pt x="14262" y="105145"/>
                </a:lnTo>
                <a:lnTo>
                  <a:pt x="14230" y="105320"/>
                </a:lnTo>
                <a:lnTo>
                  <a:pt x="14197" y="105499"/>
                </a:lnTo>
                <a:lnTo>
                  <a:pt x="14163" y="105684"/>
                </a:lnTo>
                <a:lnTo>
                  <a:pt x="14127" y="105874"/>
                </a:lnTo>
                <a:lnTo>
                  <a:pt x="14090" y="106069"/>
                </a:lnTo>
                <a:lnTo>
                  <a:pt x="14051" y="106269"/>
                </a:lnTo>
                <a:lnTo>
                  <a:pt x="14012" y="106474"/>
                </a:lnTo>
                <a:lnTo>
                  <a:pt x="13970" y="106683"/>
                </a:lnTo>
                <a:lnTo>
                  <a:pt x="13927" y="106898"/>
                </a:lnTo>
                <a:lnTo>
                  <a:pt x="13883" y="107118"/>
                </a:lnTo>
                <a:lnTo>
                  <a:pt x="13838" y="107344"/>
                </a:lnTo>
                <a:lnTo>
                  <a:pt x="13791" y="107574"/>
                </a:lnTo>
                <a:lnTo>
                  <a:pt x="13743" y="107809"/>
                </a:lnTo>
                <a:lnTo>
                  <a:pt x="13693" y="108049"/>
                </a:lnTo>
                <a:lnTo>
                  <a:pt x="13644" y="108292"/>
                </a:lnTo>
                <a:lnTo>
                  <a:pt x="13598" y="108539"/>
                </a:lnTo>
                <a:lnTo>
                  <a:pt x="13555" y="108789"/>
                </a:lnTo>
                <a:lnTo>
                  <a:pt x="13515" y="109043"/>
                </a:lnTo>
                <a:lnTo>
                  <a:pt x="13477" y="109301"/>
                </a:lnTo>
                <a:lnTo>
                  <a:pt x="13442" y="109562"/>
                </a:lnTo>
                <a:lnTo>
                  <a:pt x="13410" y="109827"/>
                </a:lnTo>
                <a:lnTo>
                  <a:pt x="13381" y="110095"/>
                </a:lnTo>
                <a:lnTo>
                  <a:pt x="13354" y="110367"/>
                </a:lnTo>
                <a:lnTo>
                  <a:pt x="13331" y="110643"/>
                </a:lnTo>
                <a:lnTo>
                  <a:pt x="13310" y="110922"/>
                </a:lnTo>
                <a:lnTo>
                  <a:pt x="13292" y="111205"/>
                </a:lnTo>
                <a:lnTo>
                  <a:pt x="13276" y="111492"/>
                </a:lnTo>
                <a:lnTo>
                  <a:pt x="13264" y="111782"/>
                </a:lnTo>
                <a:lnTo>
                  <a:pt x="13254" y="112076"/>
                </a:lnTo>
                <a:lnTo>
                  <a:pt x="13247" y="112374"/>
                </a:lnTo>
                <a:lnTo>
                  <a:pt x="13243" y="112675"/>
                </a:lnTo>
                <a:lnTo>
                  <a:pt x="13241" y="112980"/>
                </a:lnTo>
                <a:lnTo>
                  <a:pt x="13243" y="113289"/>
                </a:lnTo>
                <a:lnTo>
                  <a:pt x="13247" y="113601"/>
                </a:lnTo>
                <a:lnTo>
                  <a:pt x="13254" y="113916"/>
                </a:lnTo>
                <a:lnTo>
                  <a:pt x="13264" y="114236"/>
                </a:lnTo>
                <a:lnTo>
                  <a:pt x="13276" y="114559"/>
                </a:lnTo>
                <a:lnTo>
                  <a:pt x="13292" y="114885"/>
                </a:lnTo>
                <a:lnTo>
                  <a:pt x="13330" y="115555"/>
                </a:lnTo>
                <a:lnTo>
                  <a:pt x="13378" y="116217"/>
                </a:lnTo>
                <a:lnTo>
                  <a:pt x="13436" y="116869"/>
                </a:lnTo>
                <a:lnTo>
                  <a:pt x="13504" y="117513"/>
                </a:lnTo>
                <a:lnTo>
                  <a:pt x="13581" y="118148"/>
                </a:lnTo>
                <a:lnTo>
                  <a:pt x="13669" y="118775"/>
                </a:lnTo>
                <a:lnTo>
                  <a:pt x="13766" y="119392"/>
                </a:lnTo>
                <a:lnTo>
                  <a:pt x="13872" y="120001"/>
                </a:lnTo>
                <a:lnTo>
                  <a:pt x="13989" y="120602"/>
                </a:lnTo>
                <a:lnTo>
                  <a:pt x="14115" y="121193"/>
                </a:lnTo>
                <a:lnTo>
                  <a:pt x="14251" y="121776"/>
                </a:lnTo>
                <a:lnTo>
                  <a:pt x="14397" y="122351"/>
                </a:lnTo>
                <a:lnTo>
                  <a:pt x="14553" y="122916"/>
                </a:lnTo>
                <a:lnTo>
                  <a:pt x="14718" y="123473"/>
                </a:lnTo>
                <a:lnTo>
                  <a:pt x="14893" y="124021"/>
                </a:lnTo>
                <a:lnTo>
                  <a:pt x="15078" y="124561"/>
                </a:lnTo>
                <a:lnTo>
                  <a:pt x="15272" y="125091"/>
                </a:lnTo>
                <a:lnTo>
                  <a:pt x="15477" y="125614"/>
                </a:lnTo>
                <a:lnTo>
                  <a:pt x="15691" y="126127"/>
                </a:lnTo>
                <a:lnTo>
                  <a:pt x="15915" y="126632"/>
                </a:lnTo>
                <a:lnTo>
                  <a:pt x="16148" y="127128"/>
                </a:lnTo>
                <a:lnTo>
                  <a:pt x="16391" y="127615"/>
                </a:lnTo>
                <a:lnTo>
                  <a:pt x="16644" y="128094"/>
                </a:lnTo>
                <a:lnTo>
                  <a:pt x="16907" y="128564"/>
                </a:lnTo>
                <a:lnTo>
                  <a:pt x="17179" y="129025"/>
                </a:lnTo>
                <a:lnTo>
                  <a:pt x="17458" y="129476"/>
                </a:lnTo>
                <a:lnTo>
                  <a:pt x="17745" y="129917"/>
                </a:lnTo>
                <a:lnTo>
                  <a:pt x="18039" y="130347"/>
                </a:lnTo>
                <a:lnTo>
                  <a:pt x="18341" y="130768"/>
                </a:lnTo>
                <a:lnTo>
                  <a:pt x="18651" y="131178"/>
                </a:lnTo>
                <a:lnTo>
                  <a:pt x="18968" y="131578"/>
                </a:lnTo>
                <a:lnTo>
                  <a:pt x="19293" y="131968"/>
                </a:lnTo>
                <a:lnTo>
                  <a:pt x="19626" y="132348"/>
                </a:lnTo>
                <a:lnTo>
                  <a:pt x="19966" y="132718"/>
                </a:lnTo>
                <a:lnTo>
                  <a:pt x="20314" y="133078"/>
                </a:lnTo>
                <a:lnTo>
                  <a:pt x="20669" y="133428"/>
                </a:lnTo>
                <a:lnTo>
                  <a:pt x="21033" y="133768"/>
                </a:lnTo>
                <a:lnTo>
                  <a:pt x="21403" y="134098"/>
                </a:lnTo>
                <a:lnTo>
                  <a:pt x="21782" y="134417"/>
                </a:lnTo>
                <a:lnTo>
                  <a:pt x="22168" y="134727"/>
                </a:lnTo>
                <a:lnTo>
                  <a:pt x="22562" y="135026"/>
                </a:lnTo>
                <a:lnTo>
                  <a:pt x="22963" y="135316"/>
                </a:lnTo>
                <a:lnTo>
                  <a:pt x="23372" y="135595"/>
                </a:lnTo>
                <a:lnTo>
                  <a:pt x="23789" y="135865"/>
                </a:lnTo>
                <a:lnTo>
                  <a:pt x="24214" y="136124"/>
                </a:lnTo>
                <a:lnTo>
                  <a:pt x="24646" y="136373"/>
                </a:lnTo>
                <a:lnTo>
                  <a:pt x="25086" y="136612"/>
                </a:lnTo>
                <a:lnTo>
                  <a:pt x="25534" y="136842"/>
                </a:lnTo>
                <a:lnTo>
                  <a:pt x="25985" y="137063"/>
                </a:lnTo>
                <a:lnTo>
                  <a:pt x="26436" y="137280"/>
                </a:lnTo>
                <a:lnTo>
                  <a:pt x="26885" y="137490"/>
                </a:lnTo>
                <a:lnTo>
                  <a:pt x="27333" y="137695"/>
                </a:lnTo>
                <a:lnTo>
                  <a:pt x="27780" y="137894"/>
                </a:lnTo>
                <a:lnTo>
                  <a:pt x="28225" y="138087"/>
                </a:lnTo>
                <a:lnTo>
                  <a:pt x="28668" y="138274"/>
                </a:lnTo>
                <a:lnTo>
                  <a:pt x="29110" y="138456"/>
                </a:lnTo>
                <a:lnTo>
                  <a:pt x="29551" y="138631"/>
                </a:lnTo>
                <a:lnTo>
                  <a:pt x="29990" y="138801"/>
                </a:lnTo>
                <a:lnTo>
                  <a:pt x="30428" y="138966"/>
                </a:lnTo>
                <a:lnTo>
                  <a:pt x="30865" y="139124"/>
                </a:lnTo>
                <a:lnTo>
                  <a:pt x="31300" y="139277"/>
                </a:lnTo>
                <a:lnTo>
                  <a:pt x="31734" y="139424"/>
                </a:lnTo>
                <a:lnTo>
                  <a:pt x="32166" y="139565"/>
                </a:lnTo>
                <a:lnTo>
                  <a:pt x="32597" y="139700"/>
                </a:lnTo>
                <a:lnTo>
                  <a:pt x="33026" y="139830"/>
                </a:lnTo>
                <a:lnTo>
                  <a:pt x="33454" y="139954"/>
                </a:lnTo>
                <a:lnTo>
                  <a:pt x="33881" y="140072"/>
                </a:lnTo>
                <a:lnTo>
                  <a:pt x="34306" y="140184"/>
                </a:lnTo>
                <a:lnTo>
                  <a:pt x="34730" y="140291"/>
                </a:lnTo>
                <a:lnTo>
                  <a:pt x="35152" y="140392"/>
                </a:lnTo>
                <a:lnTo>
                  <a:pt x="35573" y="140487"/>
                </a:lnTo>
                <a:lnTo>
                  <a:pt x="35992" y="140576"/>
                </a:lnTo>
                <a:lnTo>
                  <a:pt x="36412" y="140661"/>
                </a:lnTo>
                <a:lnTo>
                  <a:pt x="36835" y="140742"/>
                </a:lnTo>
                <a:lnTo>
                  <a:pt x="37259" y="140819"/>
                </a:lnTo>
                <a:lnTo>
                  <a:pt x="37685" y="140893"/>
                </a:lnTo>
                <a:lnTo>
                  <a:pt x="38114" y="140963"/>
                </a:lnTo>
                <a:lnTo>
                  <a:pt x="38545" y="141030"/>
                </a:lnTo>
                <a:lnTo>
                  <a:pt x="38977" y="141093"/>
                </a:lnTo>
                <a:lnTo>
                  <a:pt x="39412" y="141152"/>
                </a:lnTo>
                <a:lnTo>
                  <a:pt x="39849" y="141208"/>
                </a:lnTo>
                <a:lnTo>
                  <a:pt x="40288" y="141260"/>
                </a:lnTo>
                <a:lnTo>
                  <a:pt x="40730" y="141309"/>
                </a:lnTo>
                <a:lnTo>
                  <a:pt x="41173" y="141354"/>
                </a:lnTo>
                <a:lnTo>
                  <a:pt x="41618" y="141396"/>
                </a:lnTo>
                <a:lnTo>
                  <a:pt x="42066" y="141433"/>
                </a:lnTo>
                <a:lnTo>
                  <a:pt x="42516" y="141468"/>
                </a:lnTo>
                <a:lnTo>
                  <a:pt x="42967" y="141498"/>
                </a:lnTo>
                <a:lnTo>
                  <a:pt x="43421" y="141525"/>
                </a:lnTo>
                <a:lnTo>
                  <a:pt x="43877" y="141549"/>
                </a:lnTo>
                <a:lnTo>
                  <a:pt x="44335" y="141569"/>
                </a:lnTo>
                <a:lnTo>
                  <a:pt x="44795" y="141585"/>
                </a:lnTo>
                <a:lnTo>
                  <a:pt x="45258" y="141597"/>
                </a:lnTo>
                <a:lnTo>
                  <a:pt x="45722" y="141606"/>
                </a:lnTo>
                <a:lnTo>
                  <a:pt x="46188" y="141612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127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F20BC3-3F23-476D-9E45-D711022B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08" y="6597241"/>
            <a:ext cx="79771" cy="94478"/>
          </a:xfrm>
          <a:custGeom xmlns:a="http://schemas.openxmlformats.org/drawingml/2006/main">
            <a:pathLst>
              <a:path w="79771" h="94478">
                <a:moveTo>
                  <a:pt x="0" y="58850"/>
                </a:moveTo>
                <a:cubicBezTo>
                  <a:pt x="0" y="43739"/>
                  <a:pt x="5780" y="30153"/>
                  <a:pt x="17339" y="18092"/>
                </a:cubicBezTo>
                <a:cubicBezTo>
                  <a:pt x="28898" y="6031"/>
                  <a:pt x="41398" y="0"/>
                  <a:pt x="54839" y="0"/>
                </a:cubicBezTo>
                <a:cubicBezTo>
                  <a:pt x="62365" y="0"/>
                  <a:pt x="68279" y="1664"/>
                  <a:pt x="72580" y="4991"/>
                </a:cubicBezTo>
                <a:cubicBezTo>
                  <a:pt x="76882" y="8318"/>
                  <a:pt x="79099" y="12685"/>
                  <a:pt x="79234" y="18092"/>
                </a:cubicBezTo>
                <a:cubicBezTo>
                  <a:pt x="79234" y="22112"/>
                  <a:pt x="77957" y="25508"/>
                  <a:pt x="75403" y="28281"/>
                </a:cubicBezTo>
                <a:cubicBezTo>
                  <a:pt x="72849" y="31054"/>
                  <a:pt x="69623" y="32509"/>
                  <a:pt x="65726" y="32648"/>
                </a:cubicBezTo>
                <a:cubicBezTo>
                  <a:pt x="63172" y="32648"/>
                  <a:pt x="61156" y="31955"/>
                  <a:pt x="59677" y="30569"/>
                </a:cubicBezTo>
                <a:cubicBezTo>
                  <a:pt x="58199" y="29182"/>
                  <a:pt x="57460" y="27103"/>
                  <a:pt x="57460" y="24330"/>
                </a:cubicBezTo>
                <a:cubicBezTo>
                  <a:pt x="57460" y="21557"/>
                  <a:pt x="58199" y="19201"/>
                  <a:pt x="59677" y="17260"/>
                </a:cubicBezTo>
                <a:cubicBezTo>
                  <a:pt x="61156" y="15319"/>
                  <a:pt x="62634" y="13863"/>
                  <a:pt x="64113" y="12893"/>
                </a:cubicBezTo>
                <a:cubicBezTo>
                  <a:pt x="65591" y="11922"/>
                  <a:pt x="66532" y="11507"/>
                  <a:pt x="66935" y="11645"/>
                </a:cubicBezTo>
                <a:lnTo>
                  <a:pt x="67137" y="11645"/>
                </a:lnTo>
                <a:cubicBezTo>
                  <a:pt x="67137" y="11368"/>
                  <a:pt x="66734" y="10952"/>
                  <a:pt x="65927" y="10397"/>
                </a:cubicBezTo>
                <a:cubicBezTo>
                  <a:pt x="65121" y="9843"/>
                  <a:pt x="63709" y="9288"/>
                  <a:pt x="61693" y="8734"/>
                </a:cubicBezTo>
                <a:cubicBezTo>
                  <a:pt x="59677" y="8179"/>
                  <a:pt x="57392" y="7902"/>
                  <a:pt x="54839" y="7902"/>
                </a:cubicBezTo>
                <a:cubicBezTo>
                  <a:pt x="50806" y="7902"/>
                  <a:pt x="46976" y="8872"/>
                  <a:pt x="43347" y="10813"/>
                </a:cubicBezTo>
                <a:cubicBezTo>
                  <a:pt x="40524" y="12061"/>
                  <a:pt x="37634" y="14210"/>
                  <a:pt x="34677" y="17260"/>
                </a:cubicBezTo>
                <a:cubicBezTo>
                  <a:pt x="28763" y="23360"/>
                  <a:pt x="24462" y="31955"/>
                  <a:pt x="21774" y="43045"/>
                </a:cubicBezTo>
                <a:cubicBezTo>
                  <a:pt x="19086" y="54136"/>
                  <a:pt x="17675" y="62177"/>
                  <a:pt x="17540" y="67168"/>
                </a:cubicBezTo>
                <a:cubicBezTo>
                  <a:pt x="17540" y="73545"/>
                  <a:pt x="19288" y="78327"/>
                  <a:pt x="22782" y="81516"/>
                </a:cubicBezTo>
                <a:cubicBezTo>
                  <a:pt x="25739" y="84843"/>
                  <a:pt x="29637" y="86507"/>
                  <a:pt x="34476" y="86507"/>
                </a:cubicBezTo>
                <a:lnTo>
                  <a:pt x="35282" y="86507"/>
                </a:lnTo>
                <a:cubicBezTo>
                  <a:pt x="50336" y="86507"/>
                  <a:pt x="62769" y="80615"/>
                  <a:pt x="72580" y="68831"/>
                </a:cubicBezTo>
                <a:cubicBezTo>
                  <a:pt x="73790" y="67445"/>
                  <a:pt x="74597" y="66752"/>
                  <a:pt x="75000" y="66752"/>
                </a:cubicBezTo>
                <a:cubicBezTo>
                  <a:pt x="75537" y="66752"/>
                  <a:pt x="76411" y="67376"/>
                  <a:pt x="77621" y="68623"/>
                </a:cubicBezTo>
                <a:cubicBezTo>
                  <a:pt x="78830" y="69871"/>
                  <a:pt x="79502" y="70841"/>
                  <a:pt x="79637" y="71534"/>
                </a:cubicBezTo>
                <a:cubicBezTo>
                  <a:pt x="79771" y="72228"/>
                  <a:pt x="79166" y="73267"/>
                  <a:pt x="77822" y="74654"/>
                </a:cubicBezTo>
                <a:cubicBezTo>
                  <a:pt x="76478" y="76040"/>
                  <a:pt x="74529" y="77981"/>
                  <a:pt x="71976" y="80476"/>
                </a:cubicBezTo>
                <a:cubicBezTo>
                  <a:pt x="69422" y="82972"/>
                  <a:pt x="66398" y="85051"/>
                  <a:pt x="62903" y="86715"/>
                </a:cubicBezTo>
                <a:cubicBezTo>
                  <a:pt x="59408" y="88378"/>
                  <a:pt x="55107" y="90111"/>
                  <a:pt x="50000" y="91914"/>
                </a:cubicBezTo>
                <a:cubicBezTo>
                  <a:pt x="44892" y="93716"/>
                  <a:pt x="39516" y="94478"/>
                  <a:pt x="33871" y="94201"/>
                </a:cubicBezTo>
                <a:cubicBezTo>
                  <a:pt x="23790" y="94201"/>
                  <a:pt x="15659" y="90874"/>
                  <a:pt x="9476" y="84219"/>
                </a:cubicBezTo>
                <a:cubicBezTo>
                  <a:pt x="3293" y="77565"/>
                  <a:pt x="134" y="69108"/>
                  <a:pt x="0" y="58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64D39F-DCF9-4F2D-817A-7EB3C719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08" y="6597241"/>
            <a:ext cx="79771" cy="94478"/>
          </a:xfrm>
          <a:custGeom xmlns:a="http://schemas.openxmlformats.org/drawingml/2006/main">
            <a:pathLst>
              <a:path w="79771" h="94478" fill="none">
                <a:moveTo>
                  <a:pt x="0" y="58850"/>
                </a:moveTo>
                <a:cubicBezTo>
                  <a:pt x="0" y="43739"/>
                  <a:pt x="5780" y="30153"/>
                  <a:pt x="17339" y="18092"/>
                </a:cubicBezTo>
                <a:cubicBezTo>
                  <a:pt x="28898" y="6031"/>
                  <a:pt x="41398" y="0"/>
                  <a:pt x="54839" y="0"/>
                </a:cubicBezTo>
                <a:cubicBezTo>
                  <a:pt x="62365" y="0"/>
                  <a:pt x="68279" y="1664"/>
                  <a:pt x="72580" y="4991"/>
                </a:cubicBezTo>
                <a:cubicBezTo>
                  <a:pt x="76882" y="8318"/>
                  <a:pt x="79099" y="12685"/>
                  <a:pt x="79234" y="18092"/>
                </a:cubicBezTo>
                <a:cubicBezTo>
                  <a:pt x="79234" y="22112"/>
                  <a:pt x="77957" y="25508"/>
                  <a:pt x="75403" y="28281"/>
                </a:cubicBezTo>
                <a:cubicBezTo>
                  <a:pt x="72849" y="31054"/>
                  <a:pt x="69623" y="32509"/>
                  <a:pt x="65726" y="32648"/>
                </a:cubicBezTo>
                <a:cubicBezTo>
                  <a:pt x="63172" y="32648"/>
                  <a:pt x="61156" y="31955"/>
                  <a:pt x="59677" y="30569"/>
                </a:cubicBezTo>
                <a:cubicBezTo>
                  <a:pt x="58199" y="29182"/>
                  <a:pt x="57460" y="27103"/>
                  <a:pt x="57460" y="24330"/>
                </a:cubicBezTo>
                <a:cubicBezTo>
                  <a:pt x="57460" y="21557"/>
                  <a:pt x="58199" y="19201"/>
                  <a:pt x="59677" y="17260"/>
                </a:cubicBezTo>
                <a:cubicBezTo>
                  <a:pt x="61156" y="15319"/>
                  <a:pt x="62634" y="13863"/>
                  <a:pt x="64113" y="12893"/>
                </a:cubicBezTo>
                <a:cubicBezTo>
                  <a:pt x="65591" y="11922"/>
                  <a:pt x="66532" y="11507"/>
                  <a:pt x="66935" y="11645"/>
                </a:cubicBezTo>
                <a:lnTo>
                  <a:pt x="67137" y="11645"/>
                </a:lnTo>
                <a:cubicBezTo>
                  <a:pt x="67137" y="11368"/>
                  <a:pt x="66734" y="10952"/>
                  <a:pt x="65927" y="10397"/>
                </a:cubicBezTo>
                <a:cubicBezTo>
                  <a:pt x="65121" y="9843"/>
                  <a:pt x="63709" y="9288"/>
                  <a:pt x="61693" y="8734"/>
                </a:cubicBezTo>
                <a:cubicBezTo>
                  <a:pt x="59677" y="8179"/>
                  <a:pt x="57392" y="7902"/>
                  <a:pt x="54839" y="7902"/>
                </a:cubicBezTo>
                <a:cubicBezTo>
                  <a:pt x="50806" y="7902"/>
                  <a:pt x="46976" y="8872"/>
                  <a:pt x="43347" y="10813"/>
                </a:cubicBezTo>
                <a:cubicBezTo>
                  <a:pt x="40524" y="12061"/>
                  <a:pt x="37634" y="14210"/>
                  <a:pt x="34677" y="17260"/>
                </a:cubicBezTo>
                <a:cubicBezTo>
                  <a:pt x="28763" y="23360"/>
                  <a:pt x="24462" y="31955"/>
                  <a:pt x="21774" y="43045"/>
                </a:cubicBezTo>
                <a:cubicBezTo>
                  <a:pt x="19086" y="54136"/>
                  <a:pt x="17675" y="62177"/>
                  <a:pt x="17540" y="67168"/>
                </a:cubicBezTo>
                <a:cubicBezTo>
                  <a:pt x="17540" y="73545"/>
                  <a:pt x="19288" y="78327"/>
                  <a:pt x="22782" y="81516"/>
                </a:cubicBezTo>
                <a:cubicBezTo>
                  <a:pt x="25739" y="84843"/>
                  <a:pt x="29637" y="86507"/>
                  <a:pt x="34476" y="86507"/>
                </a:cubicBezTo>
                <a:lnTo>
                  <a:pt x="35282" y="86507"/>
                </a:lnTo>
                <a:cubicBezTo>
                  <a:pt x="50336" y="86507"/>
                  <a:pt x="62769" y="80615"/>
                  <a:pt x="72580" y="68831"/>
                </a:cubicBezTo>
                <a:cubicBezTo>
                  <a:pt x="73790" y="67445"/>
                  <a:pt x="74597" y="66752"/>
                  <a:pt x="75000" y="66752"/>
                </a:cubicBezTo>
                <a:cubicBezTo>
                  <a:pt x="75537" y="66752"/>
                  <a:pt x="76411" y="67376"/>
                  <a:pt x="77621" y="68623"/>
                </a:cubicBezTo>
                <a:cubicBezTo>
                  <a:pt x="78830" y="69871"/>
                  <a:pt x="79502" y="70841"/>
                  <a:pt x="79637" y="71534"/>
                </a:cubicBezTo>
                <a:cubicBezTo>
                  <a:pt x="79771" y="72228"/>
                  <a:pt x="79166" y="73267"/>
                  <a:pt x="77822" y="74654"/>
                </a:cubicBezTo>
                <a:cubicBezTo>
                  <a:pt x="76478" y="76040"/>
                  <a:pt x="74529" y="77981"/>
                  <a:pt x="71976" y="80476"/>
                </a:cubicBezTo>
                <a:cubicBezTo>
                  <a:pt x="69422" y="82972"/>
                  <a:pt x="66398" y="85051"/>
                  <a:pt x="62903" y="86715"/>
                </a:cubicBezTo>
                <a:cubicBezTo>
                  <a:pt x="59408" y="88378"/>
                  <a:pt x="55107" y="90111"/>
                  <a:pt x="50000" y="91914"/>
                </a:cubicBezTo>
                <a:cubicBezTo>
                  <a:pt x="44892" y="93716"/>
                  <a:pt x="39516" y="94478"/>
                  <a:pt x="33871" y="94201"/>
                </a:cubicBezTo>
                <a:cubicBezTo>
                  <a:pt x="23790" y="94201"/>
                  <a:pt x="15659" y="90874"/>
                  <a:pt x="9476" y="84219"/>
                </a:cubicBezTo>
                <a:cubicBezTo>
                  <a:pt x="3293" y="77565"/>
                  <a:pt x="134" y="69108"/>
                  <a:pt x="0" y="5885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9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225F06-F2C1-46AE-9FF0-3B7483FC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05" y="6597449"/>
            <a:ext cx="95363" cy="93785"/>
          </a:xfrm>
          <a:custGeom xmlns:a="http://schemas.openxmlformats.org/drawingml/2006/main">
            <a:pathLst>
              <a:path w="95363" h="93785">
                <a:moveTo>
                  <a:pt x="0" y="59058"/>
                </a:moveTo>
                <a:cubicBezTo>
                  <a:pt x="0" y="45056"/>
                  <a:pt x="5108" y="31747"/>
                  <a:pt x="15323" y="19131"/>
                </a:cubicBezTo>
                <a:cubicBezTo>
                  <a:pt x="25538" y="6516"/>
                  <a:pt x="37029" y="139"/>
                  <a:pt x="49798" y="0"/>
                </a:cubicBezTo>
                <a:cubicBezTo>
                  <a:pt x="56653" y="0"/>
                  <a:pt x="62701" y="3397"/>
                  <a:pt x="67943" y="10190"/>
                </a:cubicBezTo>
                <a:cubicBezTo>
                  <a:pt x="70094" y="6031"/>
                  <a:pt x="73185" y="3951"/>
                  <a:pt x="77218" y="3951"/>
                </a:cubicBezTo>
                <a:cubicBezTo>
                  <a:pt x="78965" y="3951"/>
                  <a:pt x="80511" y="4506"/>
                  <a:pt x="81855" y="5615"/>
                </a:cubicBezTo>
                <a:cubicBezTo>
                  <a:pt x="83199" y="6724"/>
                  <a:pt x="83871" y="8110"/>
                  <a:pt x="83871" y="9774"/>
                </a:cubicBezTo>
                <a:cubicBezTo>
                  <a:pt x="83871" y="11576"/>
                  <a:pt x="81384" y="22666"/>
                  <a:pt x="76411" y="43045"/>
                </a:cubicBezTo>
                <a:cubicBezTo>
                  <a:pt x="71438" y="63424"/>
                  <a:pt x="68884" y="74931"/>
                  <a:pt x="68750" y="77565"/>
                </a:cubicBezTo>
                <a:cubicBezTo>
                  <a:pt x="68750" y="81031"/>
                  <a:pt x="69220" y="83318"/>
                  <a:pt x="70161" y="84427"/>
                </a:cubicBezTo>
                <a:cubicBezTo>
                  <a:pt x="71102" y="85536"/>
                  <a:pt x="72513" y="86160"/>
                  <a:pt x="74395" y="86299"/>
                </a:cubicBezTo>
                <a:cubicBezTo>
                  <a:pt x="75605" y="86160"/>
                  <a:pt x="76949" y="85536"/>
                  <a:pt x="78427" y="84427"/>
                </a:cubicBezTo>
                <a:cubicBezTo>
                  <a:pt x="81250" y="81655"/>
                  <a:pt x="84005" y="75000"/>
                  <a:pt x="86693" y="64464"/>
                </a:cubicBezTo>
                <a:cubicBezTo>
                  <a:pt x="87500" y="61692"/>
                  <a:pt x="88172" y="60236"/>
                  <a:pt x="88709" y="60097"/>
                </a:cubicBezTo>
                <a:cubicBezTo>
                  <a:pt x="88978" y="59959"/>
                  <a:pt x="89650" y="59889"/>
                  <a:pt x="90726" y="59889"/>
                </a:cubicBezTo>
                <a:lnTo>
                  <a:pt x="91532" y="59889"/>
                </a:lnTo>
                <a:cubicBezTo>
                  <a:pt x="94086" y="59889"/>
                  <a:pt x="95363" y="60513"/>
                  <a:pt x="95363" y="61761"/>
                </a:cubicBezTo>
                <a:cubicBezTo>
                  <a:pt x="95363" y="62593"/>
                  <a:pt x="95027" y="64464"/>
                  <a:pt x="94355" y="67376"/>
                </a:cubicBezTo>
                <a:cubicBezTo>
                  <a:pt x="93683" y="70287"/>
                  <a:pt x="92338" y="74030"/>
                  <a:pt x="90322" y="78605"/>
                </a:cubicBezTo>
                <a:cubicBezTo>
                  <a:pt x="88306" y="83180"/>
                  <a:pt x="86156" y="86645"/>
                  <a:pt x="83871" y="89002"/>
                </a:cubicBezTo>
                <a:cubicBezTo>
                  <a:pt x="82123" y="90804"/>
                  <a:pt x="79973" y="92260"/>
                  <a:pt x="77419" y="93369"/>
                </a:cubicBezTo>
                <a:cubicBezTo>
                  <a:pt x="76344" y="93646"/>
                  <a:pt x="74731" y="93785"/>
                  <a:pt x="72580" y="93785"/>
                </a:cubicBezTo>
                <a:cubicBezTo>
                  <a:pt x="68011" y="93785"/>
                  <a:pt x="64180" y="92745"/>
                  <a:pt x="61089" y="90666"/>
                </a:cubicBezTo>
                <a:cubicBezTo>
                  <a:pt x="57997" y="88586"/>
                  <a:pt x="55981" y="86438"/>
                  <a:pt x="55040" y="84219"/>
                </a:cubicBezTo>
                <a:lnTo>
                  <a:pt x="53830" y="81100"/>
                </a:lnTo>
                <a:cubicBezTo>
                  <a:pt x="53696" y="80962"/>
                  <a:pt x="53427" y="81031"/>
                  <a:pt x="53024" y="81308"/>
                </a:cubicBezTo>
                <a:cubicBezTo>
                  <a:pt x="52755" y="81585"/>
                  <a:pt x="52486" y="81863"/>
                  <a:pt x="52218" y="82140"/>
                </a:cubicBezTo>
                <a:cubicBezTo>
                  <a:pt x="44288" y="89903"/>
                  <a:pt x="36223" y="93785"/>
                  <a:pt x="28024" y="93785"/>
                </a:cubicBezTo>
                <a:cubicBezTo>
                  <a:pt x="20632" y="93785"/>
                  <a:pt x="14113" y="91012"/>
                  <a:pt x="8468" y="85467"/>
                </a:cubicBezTo>
                <a:cubicBezTo>
                  <a:pt x="2823" y="79922"/>
                  <a:pt x="0" y="71119"/>
                  <a:pt x="0" y="59058"/>
                </a:cubicBezTo>
                <a:close/>
                <a:moveTo>
                  <a:pt x="64113" y="23498"/>
                </a:moveTo>
                <a:cubicBezTo>
                  <a:pt x="64113" y="22666"/>
                  <a:pt x="63777" y="21141"/>
                  <a:pt x="63105" y="18923"/>
                </a:cubicBezTo>
                <a:cubicBezTo>
                  <a:pt x="62433" y="16705"/>
                  <a:pt x="60887" y="14279"/>
                  <a:pt x="58468" y="11645"/>
                </a:cubicBezTo>
                <a:cubicBezTo>
                  <a:pt x="56048" y="9011"/>
                  <a:pt x="52957" y="7625"/>
                  <a:pt x="49193" y="7486"/>
                </a:cubicBezTo>
                <a:cubicBezTo>
                  <a:pt x="44489" y="7486"/>
                  <a:pt x="39986" y="9635"/>
                  <a:pt x="35685" y="13933"/>
                </a:cubicBezTo>
                <a:cubicBezTo>
                  <a:pt x="31384" y="18230"/>
                  <a:pt x="28024" y="23845"/>
                  <a:pt x="25605" y="30776"/>
                </a:cubicBezTo>
                <a:cubicBezTo>
                  <a:pt x="21707" y="41728"/>
                  <a:pt x="18952" y="53096"/>
                  <a:pt x="17339" y="64880"/>
                </a:cubicBezTo>
                <a:cubicBezTo>
                  <a:pt x="17339" y="65296"/>
                  <a:pt x="17339" y="66058"/>
                  <a:pt x="17339" y="67168"/>
                </a:cubicBezTo>
                <a:cubicBezTo>
                  <a:pt x="17339" y="68277"/>
                  <a:pt x="17271" y="69108"/>
                  <a:pt x="17137" y="69663"/>
                </a:cubicBezTo>
                <a:cubicBezTo>
                  <a:pt x="17137" y="75901"/>
                  <a:pt x="18347" y="80199"/>
                  <a:pt x="20766" y="82556"/>
                </a:cubicBezTo>
                <a:cubicBezTo>
                  <a:pt x="23185" y="84913"/>
                  <a:pt x="26075" y="86160"/>
                  <a:pt x="29435" y="86299"/>
                </a:cubicBezTo>
                <a:cubicBezTo>
                  <a:pt x="34543" y="86299"/>
                  <a:pt x="39583" y="84011"/>
                  <a:pt x="44556" y="79437"/>
                </a:cubicBezTo>
                <a:cubicBezTo>
                  <a:pt x="49529" y="74862"/>
                  <a:pt x="52486" y="71327"/>
                  <a:pt x="53427" y="68831"/>
                </a:cubicBezTo>
                <a:cubicBezTo>
                  <a:pt x="53696" y="68277"/>
                  <a:pt x="55511" y="60860"/>
                  <a:pt x="58871" y="46581"/>
                </a:cubicBezTo>
                <a:cubicBezTo>
                  <a:pt x="62231" y="32301"/>
                  <a:pt x="63978" y="24607"/>
                  <a:pt x="64113" y="234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5468BC-900C-4E51-9CE4-6E9DC0AE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05" y="6597449"/>
            <a:ext cx="95363" cy="93785"/>
          </a:xfrm>
          <a:custGeom xmlns:a="http://schemas.openxmlformats.org/drawingml/2006/main">
            <a:pathLst>
              <a:path w="95363" h="93785" fill="none">
                <a:moveTo>
                  <a:pt x="0" y="59058"/>
                </a:moveTo>
                <a:cubicBezTo>
                  <a:pt x="0" y="45056"/>
                  <a:pt x="5108" y="31747"/>
                  <a:pt x="15323" y="19131"/>
                </a:cubicBezTo>
                <a:cubicBezTo>
                  <a:pt x="25538" y="6516"/>
                  <a:pt x="37029" y="139"/>
                  <a:pt x="49798" y="0"/>
                </a:cubicBezTo>
                <a:cubicBezTo>
                  <a:pt x="56653" y="0"/>
                  <a:pt x="62701" y="3397"/>
                  <a:pt x="67943" y="10190"/>
                </a:cubicBezTo>
                <a:cubicBezTo>
                  <a:pt x="70094" y="6031"/>
                  <a:pt x="73185" y="3951"/>
                  <a:pt x="77218" y="3951"/>
                </a:cubicBezTo>
                <a:cubicBezTo>
                  <a:pt x="78965" y="3951"/>
                  <a:pt x="80511" y="4506"/>
                  <a:pt x="81855" y="5615"/>
                </a:cubicBezTo>
                <a:cubicBezTo>
                  <a:pt x="83199" y="6724"/>
                  <a:pt x="83871" y="8110"/>
                  <a:pt x="83871" y="9774"/>
                </a:cubicBezTo>
                <a:cubicBezTo>
                  <a:pt x="83871" y="11576"/>
                  <a:pt x="81384" y="22666"/>
                  <a:pt x="76411" y="43045"/>
                </a:cubicBezTo>
                <a:cubicBezTo>
                  <a:pt x="71438" y="63424"/>
                  <a:pt x="68884" y="74931"/>
                  <a:pt x="68750" y="77565"/>
                </a:cubicBezTo>
                <a:cubicBezTo>
                  <a:pt x="68750" y="81031"/>
                  <a:pt x="69220" y="83318"/>
                  <a:pt x="70161" y="84427"/>
                </a:cubicBezTo>
                <a:cubicBezTo>
                  <a:pt x="71102" y="85536"/>
                  <a:pt x="72513" y="86160"/>
                  <a:pt x="74395" y="86299"/>
                </a:cubicBezTo>
                <a:cubicBezTo>
                  <a:pt x="75605" y="86160"/>
                  <a:pt x="76949" y="85536"/>
                  <a:pt x="78427" y="84427"/>
                </a:cubicBezTo>
                <a:cubicBezTo>
                  <a:pt x="81250" y="81655"/>
                  <a:pt x="84005" y="75000"/>
                  <a:pt x="86693" y="64464"/>
                </a:cubicBezTo>
                <a:cubicBezTo>
                  <a:pt x="87500" y="61692"/>
                  <a:pt x="88172" y="60236"/>
                  <a:pt x="88709" y="60097"/>
                </a:cubicBezTo>
                <a:cubicBezTo>
                  <a:pt x="88978" y="59959"/>
                  <a:pt x="89650" y="59889"/>
                  <a:pt x="90726" y="59889"/>
                </a:cubicBezTo>
                <a:lnTo>
                  <a:pt x="91532" y="59889"/>
                </a:lnTo>
                <a:cubicBezTo>
                  <a:pt x="94086" y="59889"/>
                  <a:pt x="95363" y="60513"/>
                  <a:pt x="95363" y="61761"/>
                </a:cubicBezTo>
                <a:cubicBezTo>
                  <a:pt x="95363" y="62593"/>
                  <a:pt x="95027" y="64464"/>
                  <a:pt x="94355" y="67376"/>
                </a:cubicBezTo>
                <a:cubicBezTo>
                  <a:pt x="93683" y="70287"/>
                  <a:pt x="92338" y="74030"/>
                  <a:pt x="90322" y="78605"/>
                </a:cubicBezTo>
                <a:cubicBezTo>
                  <a:pt x="88306" y="83180"/>
                  <a:pt x="86156" y="86645"/>
                  <a:pt x="83871" y="89002"/>
                </a:cubicBezTo>
                <a:cubicBezTo>
                  <a:pt x="82123" y="90804"/>
                  <a:pt x="79973" y="92260"/>
                  <a:pt x="77419" y="93369"/>
                </a:cubicBezTo>
                <a:cubicBezTo>
                  <a:pt x="76344" y="93646"/>
                  <a:pt x="74731" y="93785"/>
                  <a:pt x="72580" y="93785"/>
                </a:cubicBezTo>
                <a:cubicBezTo>
                  <a:pt x="68011" y="93785"/>
                  <a:pt x="64180" y="92745"/>
                  <a:pt x="61089" y="90666"/>
                </a:cubicBezTo>
                <a:cubicBezTo>
                  <a:pt x="57997" y="88586"/>
                  <a:pt x="55981" y="86438"/>
                  <a:pt x="55040" y="84219"/>
                </a:cubicBezTo>
                <a:lnTo>
                  <a:pt x="53830" y="81100"/>
                </a:lnTo>
                <a:cubicBezTo>
                  <a:pt x="53696" y="80962"/>
                  <a:pt x="53427" y="81031"/>
                  <a:pt x="53024" y="81308"/>
                </a:cubicBezTo>
                <a:cubicBezTo>
                  <a:pt x="52755" y="81585"/>
                  <a:pt x="52486" y="81863"/>
                  <a:pt x="52218" y="82140"/>
                </a:cubicBezTo>
                <a:cubicBezTo>
                  <a:pt x="44288" y="89903"/>
                  <a:pt x="36223" y="93785"/>
                  <a:pt x="28024" y="93785"/>
                </a:cubicBezTo>
                <a:cubicBezTo>
                  <a:pt x="20632" y="93785"/>
                  <a:pt x="14113" y="91012"/>
                  <a:pt x="8468" y="85467"/>
                </a:cubicBezTo>
                <a:cubicBezTo>
                  <a:pt x="2823" y="79922"/>
                  <a:pt x="0" y="71119"/>
                  <a:pt x="0" y="59058"/>
                </a:cubicBezTo>
                <a:close/>
                <a:moveTo>
                  <a:pt x="64113" y="23498"/>
                </a:moveTo>
                <a:cubicBezTo>
                  <a:pt x="64113" y="22666"/>
                  <a:pt x="63777" y="21141"/>
                  <a:pt x="63105" y="18923"/>
                </a:cubicBezTo>
                <a:cubicBezTo>
                  <a:pt x="62433" y="16705"/>
                  <a:pt x="60887" y="14279"/>
                  <a:pt x="58468" y="11645"/>
                </a:cubicBezTo>
                <a:cubicBezTo>
                  <a:pt x="56048" y="9011"/>
                  <a:pt x="52957" y="7625"/>
                  <a:pt x="49193" y="7486"/>
                </a:cubicBezTo>
                <a:cubicBezTo>
                  <a:pt x="44489" y="7486"/>
                  <a:pt x="39986" y="9635"/>
                  <a:pt x="35685" y="13933"/>
                </a:cubicBezTo>
                <a:cubicBezTo>
                  <a:pt x="31384" y="18230"/>
                  <a:pt x="28024" y="23845"/>
                  <a:pt x="25605" y="30776"/>
                </a:cubicBezTo>
                <a:cubicBezTo>
                  <a:pt x="21707" y="41728"/>
                  <a:pt x="18952" y="53096"/>
                  <a:pt x="17339" y="64880"/>
                </a:cubicBezTo>
                <a:cubicBezTo>
                  <a:pt x="17339" y="65296"/>
                  <a:pt x="17339" y="66058"/>
                  <a:pt x="17339" y="67168"/>
                </a:cubicBezTo>
                <a:cubicBezTo>
                  <a:pt x="17339" y="68277"/>
                  <a:pt x="17271" y="69108"/>
                  <a:pt x="17137" y="69663"/>
                </a:cubicBezTo>
                <a:cubicBezTo>
                  <a:pt x="17137" y="75901"/>
                  <a:pt x="18347" y="80199"/>
                  <a:pt x="20766" y="82556"/>
                </a:cubicBezTo>
                <a:cubicBezTo>
                  <a:pt x="23185" y="84913"/>
                  <a:pt x="26075" y="86160"/>
                  <a:pt x="29435" y="86299"/>
                </a:cubicBezTo>
                <a:cubicBezTo>
                  <a:pt x="34543" y="86299"/>
                  <a:pt x="39583" y="84011"/>
                  <a:pt x="44556" y="79437"/>
                </a:cubicBezTo>
                <a:cubicBezTo>
                  <a:pt x="49529" y="74862"/>
                  <a:pt x="52486" y="71327"/>
                  <a:pt x="53427" y="68831"/>
                </a:cubicBezTo>
                <a:cubicBezTo>
                  <a:pt x="53696" y="68277"/>
                  <a:pt x="55511" y="60860"/>
                  <a:pt x="58871" y="46581"/>
                </a:cubicBezTo>
                <a:cubicBezTo>
                  <a:pt x="62231" y="32301"/>
                  <a:pt x="63978" y="24607"/>
                  <a:pt x="64113" y="234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9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C0322A-58A3-43BA-96A1-71C5343F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35" y="6558979"/>
            <a:ext cx="62701" cy="132464"/>
          </a:xfrm>
          <a:custGeom xmlns:a="http://schemas.openxmlformats.org/drawingml/2006/main">
            <a:pathLst>
              <a:path w="62701" h="132464">
                <a:moveTo>
                  <a:pt x="1411" y="50116"/>
                </a:moveTo>
                <a:cubicBezTo>
                  <a:pt x="470" y="49145"/>
                  <a:pt x="0" y="48452"/>
                  <a:pt x="0" y="48036"/>
                </a:cubicBezTo>
                <a:cubicBezTo>
                  <a:pt x="0" y="47482"/>
                  <a:pt x="202" y="46373"/>
                  <a:pt x="605" y="44709"/>
                </a:cubicBezTo>
                <a:cubicBezTo>
                  <a:pt x="1008" y="43045"/>
                  <a:pt x="1344" y="42075"/>
                  <a:pt x="1613" y="41798"/>
                </a:cubicBezTo>
                <a:cubicBezTo>
                  <a:pt x="1882" y="41105"/>
                  <a:pt x="2487" y="40758"/>
                  <a:pt x="3427" y="40758"/>
                </a:cubicBezTo>
                <a:cubicBezTo>
                  <a:pt x="4368" y="40758"/>
                  <a:pt x="7796" y="40689"/>
                  <a:pt x="13710" y="40550"/>
                </a:cubicBezTo>
                <a:lnTo>
                  <a:pt x="24395" y="40550"/>
                </a:lnTo>
                <a:lnTo>
                  <a:pt x="28226" y="23914"/>
                </a:lnTo>
                <a:cubicBezTo>
                  <a:pt x="28629" y="22389"/>
                  <a:pt x="29099" y="20379"/>
                  <a:pt x="29637" y="17884"/>
                </a:cubicBezTo>
                <a:cubicBezTo>
                  <a:pt x="30175" y="15388"/>
                  <a:pt x="30645" y="13586"/>
                  <a:pt x="31048" y="12477"/>
                </a:cubicBezTo>
                <a:cubicBezTo>
                  <a:pt x="31452" y="11368"/>
                  <a:pt x="31855" y="9982"/>
                  <a:pt x="32258" y="8318"/>
                </a:cubicBezTo>
                <a:cubicBezTo>
                  <a:pt x="32661" y="6654"/>
                  <a:pt x="33199" y="5476"/>
                  <a:pt x="33871" y="4783"/>
                </a:cubicBezTo>
                <a:cubicBezTo>
                  <a:pt x="34543" y="4090"/>
                  <a:pt x="35215" y="3258"/>
                  <a:pt x="35887" y="2287"/>
                </a:cubicBezTo>
                <a:cubicBezTo>
                  <a:pt x="36559" y="1317"/>
                  <a:pt x="37500" y="693"/>
                  <a:pt x="38710" y="416"/>
                </a:cubicBezTo>
                <a:cubicBezTo>
                  <a:pt x="39919" y="139"/>
                  <a:pt x="41129" y="0"/>
                  <a:pt x="42339" y="0"/>
                </a:cubicBezTo>
                <a:cubicBezTo>
                  <a:pt x="44758" y="139"/>
                  <a:pt x="46438" y="901"/>
                  <a:pt x="47379" y="2287"/>
                </a:cubicBezTo>
                <a:cubicBezTo>
                  <a:pt x="48320" y="3674"/>
                  <a:pt x="48790" y="4991"/>
                  <a:pt x="48790" y="6238"/>
                </a:cubicBezTo>
                <a:cubicBezTo>
                  <a:pt x="48790" y="7209"/>
                  <a:pt x="48185" y="10467"/>
                  <a:pt x="46976" y="16012"/>
                </a:cubicBezTo>
                <a:cubicBezTo>
                  <a:pt x="45766" y="21557"/>
                  <a:pt x="44422" y="27033"/>
                  <a:pt x="42943" y="32440"/>
                </a:cubicBezTo>
                <a:lnTo>
                  <a:pt x="40927" y="40134"/>
                </a:lnTo>
                <a:cubicBezTo>
                  <a:pt x="40927" y="40411"/>
                  <a:pt x="44288" y="40550"/>
                  <a:pt x="51008" y="40550"/>
                </a:cubicBezTo>
                <a:lnTo>
                  <a:pt x="61290" y="40550"/>
                </a:lnTo>
                <a:cubicBezTo>
                  <a:pt x="62231" y="41521"/>
                  <a:pt x="62701" y="42283"/>
                  <a:pt x="62701" y="42838"/>
                </a:cubicBezTo>
                <a:cubicBezTo>
                  <a:pt x="62701" y="45887"/>
                  <a:pt x="61828" y="48314"/>
                  <a:pt x="60080" y="50116"/>
                </a:cubicBezTo>
                <a:lnTo>
                  <a:pt x="38508" y="50116"/>
                </a:lnTo>
                <a:lnTo>
                  <a:pt x="31250" y="80268"/>
                </a:lnTo>
                <a:cubicBezTo>
                  <a:pt x="26008" y="102450"/>
                  <a:pt x="23387" y="114372"/>
                  <a:pt x="23387" y="116036"/>
                </a:cubicBezTo>
                <a:cubicBezTo>
                  <a:pt x="23387" y="121858"/>
                  <a:pt x="25202" y="124769"/>
                  <a:pt x="28831" y="124769"/>
                </a:cubicBezTo>
                <a:cubicBezTo>
                  <a:pt x="33535" y="124769"/>
                  <a:pt x="38105" y="122413"/>
                  <a:pt x="42540" y="117699"/>
                </a:cubicBezTo>
                <a:cubicBezTo>
                  <a:pt x="46976" y="112986"/>
                  <a:pt x="50537" y="107163"/>
                  <a:pt x="53226" y="100231"/>
                </a:cubicBezTo>
                <a:cubicBezTo>
                  <a:pt x="53494" y="99400"/>
                  <a:pt x="53830" y="98914"/>
                  <a:pt x="54234" y="98776"/>
                </a:cubicBezTo>
                <a:cubicBezTo>
                  <a:pt x="54637" y="98637"/>
                  <a:pt x="55645" y="98499"/>
                  <a:pt x="57258" y="98360"/>
                </a:cubicBezTo>
                <a:lnTo>
                  <a:pt x="58064" y="98360"/>
                </a:lnTo>
                <a:cubicBezTo>
                  <a:pt x="60080" y="98360"/>
                  <a:pt x="61089" y="98914"/>
                  <a:pt x="61089" y="100024"/>
                </a:cubicBezTo>
                <a:cubicBezTo>
                  <a:pt x="61089" y="100439"/>
                  <a:pt x="60887" y="101271"/>
                  <a:pt x="60484" y="102519"/>
                </a:cubicBezTo>
                <a:cubicBezTo>
                  <a:pt x="59812" y="104737"/>
                  <a:pt x="58602" y="107371"/>
                  <a:pt x="56855" y="110421"/>
                </a:cubicBezTo>
                <a:cubicBezTo>
                  <a:pt x="55107" y="113471"/>
                  <a:pt x="52822" y="116729"/>
                  <a:pt x="50000" y="120195"/>
                </a:cubicBezTo>
                <a:cubicBezTo>
                  <a:pt x="47177" y="123660"/>
                  <a:pt x="43750" y="126572"/>
                  <a:pt x="39718" y="128928"/>
                </a:cubicBezTo>
                <a:cubicBezTo>
                  <a:pt x="35685" y="131285"/>
                  <a:pt x="31586" y="132464"/>
                  <a:pt x="27419" y="132464"/>
                </a:cubicBezTo>
                <a:cubicBezTo>
                  <a:pt x="23387" y="132464"/>
                  <a:pt x="19556" y="131424"/>
                  <a:pt x="15927" y="129344"/>
                </a:cubicBezTo>
                <a:cubicBezTo>
                  <a:pt x="12298" y="127265"/>
                  <a:pt x="9677" y="123660"/>
                  <a:pt x="8064" y="118531"/>
                </a:cubicBezTo>
                <a:cubicBezTo>
                  <a:pt x="7796" y="117422"/>
                  <a:pt x="7661" y="115550"/>
                  <a:pt x="7661" y="112916"/>
                </a:cubicBezTo>
                <a:lnTo>
                  <a:pt x="7661" y="109173"/>
                </a:lnTo>
                <a:lnTo>
                  <a:pt x="14718" y="80060"/>
                </a:lnTo>
                <a:cubicBezTo>
                  <a:pt x="19422" y="60513"/>
                  <a:pt x="21841" y="50670"/>
                  <a:pt x="21976" y="50532"/>
                </a:cubicBezTo>
                <a:cubicBezTo>
                  <a:pt x="21976" y="50254"/>
                  <a:pt x="18548" y="50116"/>
                  <a:pt x="11694" y="50116"/>
                </a:cubicBezTo>
                <a:lnTo>
                  <a:pt x="1411" y="501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C0AF4E-F953-4E54-BC7C-86AF2D1D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35" y="6558979"/>
            <a:ext cx="62701" cy="132464"/>
          </a:xfrm>
          <a:custGeom xmlns:a="http://schemas.openxmlformats.org/drawingml/2006/main">
            <a:pathLst>
              <a:path w="62701" h="132464" fill="none">
                <a:moveTo>
                  <a:pt x="1411" y="50116"/>
                </a:moveTo>
                <a:cubicBezTo>
                  <a:pt x="470" y="49145"/>
                  <a:pt x="0" y="48452"/>
                  <a:pt x="0" y="48036"/>
                </a:cubicBezTo>
                <a:cubicBezTo>
                  <a:pt x="0" y="47482"/>
                  <a:pt x="202" y="46373"/>
                  <a:pt x="605" y="44709"/>
                </a:cubicBezTo>
                <a:cubicBezTo>
                  <a:pt x="1008" y="43045"/>
                  <a:pt x="1344" y="42075"/>
                  <a:pt x="1613" y="41798"/>
                </a:cubicBezTo>
                <a:cubicBezTo>
                  <a:pt x="1882" y="41105"/>
                  <a:pt x="2487" y="40758"/>
                  <a:pt x="3427" y="40758"/>
                </a:cubicBezTo>
                <a:cubicBezTo>
                  <a:pt x="4368" y="40758"/>
                  <a:pt x="7796" y="40689"/>
                  <a:pt x="13710" y="40550"/>
                </a:cubicBezTo>
                <a:lnTo>
                  <a:pt x="24395" y="40550"/>
                </a:lnTo>
                <a:lnTo>
                  <a:pt x="28226" y="23914"/>
                </a:lnTo>
                <a:cubicBezTo>
                  <a:pt x="28629" y="22389"/>
                  <a:pt x="29099" y="20379"/>
                  <a:pt x="29637" y="17884"/>
                </a:cubicBezTo>
                <a:cubicBezTo>
                  <a:pt x="30175" y="15388"/>
                  <a:pt x="30645" y="13586"/>
                  <a:pt x="31048" y="12477"/>
                </a:cubicBezTo>
                <a:cubicBezTo>
                  <a:pt x="31452" y="11368"/>
                  <a:pt x="31855" y="9982"/>
                  <a:pt x="32258" y="8318"/>
                </a:cubicBezTo>
                <a:cubicBezTo>
                  <a:pt x="32661" y="6654"/>
                  <a:pt x="33199" y="5476"/>
                  <a:pt x="33871" y="4783"/>
                </a:cubicBezTo>
                <a:cubicBezTo>
                  <a:pt x="34543" y="4090"/>
                  <a:pt x="35215" y="3258"/>
                  <a:pt x="35887" y="2287"/>
                </a:cubicBezTo>
                <a:cubicBezTo>
                  <a:pt x="36559" y="1317"/>
                  <a:pt x="37500" y="693"/>
                  <a:pt x="38710" y="416"/>
                </a:cubicBezTo>
                <a:cubicBezTo>
                  <a:pt x="39919" y="139"/>
                  <a:pt x="41129" y="0"/>
                  <a:pt x="42339" y="0"/>
                </a:cubicBezTo>
                <a:cubicBezTo>
                  <a:pt x="44758" y="139"/>
                  <a:pt x="46438" y="901"/>
                  <a:pt x="47379" y="2287"/>
                </a:cubicBezTo>
                <a:cubicBezTo>
                  <a:pt x="48320" y="3674"/>
                  <a:pt x="48790" y="4991"/>
                  <a:pt x="48790" y="6238"/>
                </a:cubicBezTo>
                <a:cubicBezTo>
                  <a:pt x="48790" y="7209"/>
                  <a:pt x="48185" y="10467"/>
                  <a:pt x="46976" y="16012"/>
                </a:cubicBezTo>
                <a:cubicBezTo>
                  <a:pt x="45766" y="21557"/>
                  <a:pt x="44422" y="27033"/>
                  <a:pt x="42943" y="32440"/>
                </a:cubicBezTo>
                <a:lnTo>
                  <a:pt x="40927" y="40134"/>
                </a:lnTo>
                <a:cubicBezTo>
                  <a:pt x="40927" y="40411"/>
                  <a:pt x="44288" y="40550"/>
                  <a:pt x="51008" y="40550"/>
                </a:cubicBezTo>
                <a:lnTo>
                  <a:pt x="61290" y="40550"/>
                </a:lnTo>
                <a:cubicBezTo>
                  <a:pt x="62231" y="41521"/>
                  <a:pt x="62701" y="42283"/>
                  <a:pt x="62701" y="42838"/>
                </a:cubicBezTo>
                <a:cubicBezTo>
                  <a:pt x="62701" y="45887"/>
                  <a:pt x="61828" y="48314"/>
                  <a:pt x="60080" y="50116"/>
                </a:cubicBezTo>
                <a:lnTo>
                  <a:pt x="38508" y="50116"/>
                </a:lnTo>
                <a:lnTo>
                  <a:pt x="31250" y="80268"/>
                </a:lnTo>
                <a:cubicBezTo>
                  <a:pt x="26008" y="102450"/>
                  <a:pt x="23387" y="114372"/>
                  <a:pt x="23387" y="116036"/>
                </a:cubicBezTo>
                <a:cubicBezTo>
                  <a:pt x="23387" y="121858"/>
                  <a:pt x="25202" y="124769"/>
                  <a:pt x="28831" y="124769"/>
                </a:cubicBezTo>
                <a:cubicBezTo>
                  <a:pt x="33535" y="124769"/>
                  <a:pt x="38105" y="122413"/>
                  <a:pt x="42540" y="117699"/>
                </a:cubicBezTo>
                <a:cubicBezTo>
                  <a:pt x="46976" y="112986"/>
                  <a:pt x="50537" y="107163"/>
                  <a:pt x="53226" y="100231"/>
                </a:cubicBezTo>
                <a:cubicBezTo>
                  <a:pt x="53494" y="99400"/>
                  <a:pt x="53830" y="98914"/>
                  <a:pt x="54234" y="98776"/>
                </a:cubicBezTo>
                <a:cubicBezTo>
                  <a:pt x="54637" y="98637"/>
                  <a:pt x="55645" y="98499"/>
                  <a:pt x="57258" y="98360"/>
                </a:cubicBezTo>
                <a:lnTo>
                  <a:pt x="58064" y="98360"/>
                </a:lnTo>
                <a:cubicBezTo>
                  <a:pt x="60080" y="98360"/>
                  <a:pt x="61089" y="98914"/>
                  <a:pt x="61089" y="100024"/>
                </a:cubicBezTo>
                <a:cubicBezTo>
                  <a:pt x="61089" y="100439"/>
                  <a:pt x="60887" y="101271"/>
                  <a:pt x="60484" y="102519"/>
                </a:cubicBezTo>
                <a:cubicBezTo>
                  <a:pt x="59812" y="104737"/>
                  <a:pt x="58602" y="107371"/>
                  <a:pt x="56855" y="110421"/>
                </a:cubicBezTo>
                <a:cubicBezTo>
                  <a:pt x="55107" y="113471"/>
                  <a:pt x="52822" y="116729"/>
                  <a:pt x="50000" y="120195"/>
                </a:cubicBezTo>
                <a:cubicBezTo>
                  <a:pt x="47177" y="123660"/>
                  <a:pt x="43750" y="126572"/>
                  <a:pt x="39718" y="128928"/>
                </a:cubicBezTo>
                <a:cubicBezTo>
                  <a:pt x="35685" y="131285"/>
                  <a:pt x="31586" y="132464"/>
                  <a:pt x="27419" y="132464"/>
                </a:cubicBezTo>
                <a:cubicBezTo>
                  <a:pt x="23387" y="132464"/>
                  <a:pt x="19556" y="131424"/>
                  <a:pt x="15927" y="129344"/>
                </a:cubicBezTo>
                <a:cubicBezTo>
                  <a:pt x="12298" y="127265"/>
                  <a:pt x="9677" y="123660"/>
                  <a:pt x="8064" y="118531"/>
                </a:cubicBezTo>
                <a:cubicBezTo>
                  <a:pt x="7796" y="117422"/>
                  <a:pt x="7661" y="115550"/>
                  <a:pt x="7661" y="112916"/>
                </a:cubicBezTo>
                <a:lnTo>
                  <a:pt x="7661" y="109173"/>
                </a:lnTo>
                <a:lnTo>
                  <a:pt x="14718" y="80060"/>
                </a:lnTo>
                <a:cubicBezTo>
                  <a:pt x="19422" y="60513"/>
                  <a:pt x="21841" y="50670"/>
                  <a:pt x="21976" y="50532"/>
                </a:cubicBezTo>
                <a:cubicBezTo>
                  <a:pt x="21976" y="50254"/>
                  <a:pt x="18548" y="50116"/>
                  <a:pt x="11694" y="50116"/>
                </a:cubicBezTo>
                <a:lnTo>
                  <a:pt x="1411" y="501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9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151163-F947-401F-9280-3E8AA119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117" y="6558979"/>
            <a:ext cx="62701" cy="132464"/>
          </a:xfrm>
          <a:custGeom xmlns:a="http://schemas.openxmlformats.org/drawingml/2006/main">
            <a:pathLst>
              <a:path w="62701" h="132464">
                <a:moveTo>
                  <a:pt x="1411" y="50116"/>
                </a:moveTo>
                <a:cubicBezTo>
                  <a:pt x="470" y="49145"/>
                  <a:pt x="0" y="48452"/>
                  <a:pt x="0" y="48036"/>
                </a:cubicBezTo>
                <a:cubicBezTo>
                  <a:pt x="0" y="47482"/>
                  <a:pt x="202" y="46373"/>
                  <a:pt x="605" y="44709"/>
                </a:cubicBezTo>
                <a:cubicBezTo>
                  <a:pt x="1008" y="43045"/>
                  <a:pt x="1344" y="42075"/>
                  <a:pt x="1613" y="41798"/>
                </a:cubicBezTo>
                <a:cubicBezTo>
                  <a:pt x="1882" y="41105"/>
                  <a:pt x="2487" y="40758"/>
                  <a:pt x="3427" y="40758"/>
                </a:cubicBezTo>
                <a:cubicBezTo>
                  <a:pt x="4368" y="40758"/>
                  <a:pt x="7796" y="40689"/>
                  <a:pt x="13710" y="40550"/>
                </a:cubicBezTo>
                <a:lnTo>
                  <a:pt x="24395" y="40550"/>
                </a:lnTo>
                <a:lnTo>
                  <a:pt x="28226" y="23914"/>
                </a:lnTo>
                <a:cubicBezTo>
                  <a:pt x="28629" y="22389"/>
                  <a:pt x="29099" y="20379"/>
                  <a:pt x="29637" y="17884"/>
                </a:cubicBezTo>
                <a:cubicBezTo>
                  <a:pt x="30175" y="15388"/>
                  <a:pt x="30645" y="13586"/>
                  <a:pt x="31048" y="12477"/>
                </a:cubicBezTo>
                <a:cubicBezTo>
                  <a:pt x="31452" y="11368"/>
                  <a:pt x="31855" y="9982"/>
                  <a:pt x="32258" y="8318"/>
                </a:cubicBezTo>
                <a:cubicBezTo>
                  <a:pt x="32661" y="6654"/>
                  <a:pt x="33199" y="5476"/>
                  <a:pt x="33871" y="4783"/>
                </a:cubicBezTo>
                <a:cubicBezTo>
                  <a:pt x="34543" y="4090"/>
                  <a:pt x="35215" y="3258"/>
                  <a:pt x="35887" y="2287"/>
                </a:cubicBezTo>
                <a:cubicBezTo>
                  <a:pt x="36559" y="1317"/>
                  <a:pt x="37500" y="693"/>
                  <a:pt x="38710" y="416"/>
                </a:cubicBezTo>
                <a:cubicBezTo>
                  <a:pt x="39919" y="139"/>
                  <a:pt x="41129" y="0"/>
                  <a:pt x="42339" y="0"/>
                </a:cubicBezTo>
                <a:cubicBezTo>
                  <a:pt x="44758" y="139"/>
                  <a:pt x="46438" y="901"/>
                  <a:pt x="47379" y="2287"/>
                </a:cubicBezTo>
                <a:cubicBezTo>
                  <a:pt x="48320" y="3674"/>
                  <a:pt x="48790" y="4991"/>
                  <a:pt x="48790" y="6238"/>
                </a:cubicBezTo>
                <a:cubicBezTo>
                  <a:pt x="48790" y="7209"/>
                  <a:pt x="48185" y="10467"/>
                  <a:pt x="46976" y="16012"/>
                </a:cubicBezTo>
                <a:cubicBezTo>
                  <a:pt x="45766" y="21557"/>
                  <a:pt x="44422" y="27033"/>
                  <a:pt x="42943" y="32440"/>
                </a:cubicBezTo>
                <a:lnTo>
                  <a:pt x="40927" y="40134"/>
                </a:lnTo>
                <a:cubicBezTo>
                  <a:pt x="40927" y="40411"/>
                  <a:pt x="44288" y="40550"/>
                  <a:pt x="51008" y="40550"/>
                </a:cubicBezTo>
                <a:lnTo>
                  <a:pt x="61290" y="40550"/>
                </a:lnTo>
                <a:cubicBezTo>
                  <a:pt x="62231" y="41521"/>
                  <a:pt x="62701" y="42283"/>
                  <a:pt x="62701" y="42838"/>
                </a:cubicBezTo>
                <a:cubicBezTo>
                  <a:pt x="62701" y="45887"/>
                  <a:pt x="61828" y="48314"/>
                  <a:pt x="60080" y="50116"/>
                </a:cubicBezTo>
                <a:lnTo>
                  <a:pt x="38508" y="50116"/>
                </a:lnTo>
                <a:lnTo>
                  <a:pt x="31250" y="80268"/>
                </a:lnTo>
                <a:cubicBezTo>
                  <a:pt x="26008" y="102450"/>
                  <a:pt x="23387" y="114372"/>
                  <a:pt x="23387" y="116036"/>
                </a:cubicBezTo>
                <a:cubicBezTo>
                  <a:pt x="23387" y="121858"/>
                  <a:pt x="25202" y="124769"/>
                  <a:pt x="28831" y="124769"/>
                </a:cubicBezTo>
                <a:cubicBezTo>
                  <a:pt x="33535" y="124769"/>
                  <a:pt x="38105" y="122413"/>
                  <a:pt x="42540" y="117699"/>
                </a:cubicBezTo>
                <a:cubicBezTo>
                  <a:pt x="46976" y="112986"/>
                  <a:pt x="50537" y="107163"/>
                  <a:pt x="53226" y="100231"/>
                </a:cubicBezTo>
                <a:cubicBezTo>
                  <a:pt x="53494" y="99400"/>
                  <a:pt x="53830" y="98914"/>
                  <a:pt x="54234" y="98776"/>
                </a:cubicBezTo>
                <a:cubicBezTo>
                  <a:pt x="54637" y="98637"/>
                  <a:pt x="55645" y="98499"/>
                  <a:pt x="57258" y="98360"/>
                </a:cubicBezTo>
                <a:lnTo>
                  <a:pt x="58064" y="98360"/>
                </a:lnTo>
                <a:cubicBezTo>
                  <a:pt x="60080" y="98360"/>
                  <a:pt x="61089" y="98914"/>
                  <a:pt x="61089" y="100024"/>
                </a:cubicBezTo>
                <a:cubicBezTo>
                  <a:pt x="61089" y="100439"/>
                  <a:pt x="60887" y="101271"/>
                  <a:pt x="60484" y="102519"/>
                </a:cubicBezTo>
                <a:cubicBezTo>
                  <a:pt x="59812" y="104737"/>
                  <a:pt x="58602" y="107371"/>
                  <a:pt x="56855" y="110421"/>
                </a:cubicBezTo>
                <a:cubicBezTo>
                  <a:pt x="55107" y="113471"/>
                  <a:pt x="52822" y="116729"/>
                  <a:pt x="50000" y="120195"/>
                </a:cubicBezTo>
                <a:cubicBezTo>
                  <a:pt x="47177" y="123660"/>
                  <a:pt x="43750" y="126572"/>
                  <a:pt x="39718" y="128928"/>
                </a:cubicBezTo>
                <a:cubicBezTo>
                  <a:pt x="35685" y="131285"/>
                  <a:pt x="31586" y="132464"/>
                  <a:pt x="27419" y="132464"/>
                </a:cubicBezTo>
                <a:cubicBezTo>
                  <a:pt x="23387" y="132464"/>
                  <a:pt x="19556" y="131424"/>
                  <a:pt x="15927" y="129344"/>
                </a:cubicBezTo>
                <a:cubicBezTo>
                  <a:pt x="12298" y="127265"/>
                  <a:pt x="9677" y="123660"/>
                  <a:pt x="8064" y="118531"/>
                </a:cubicBezTo>
                <a:cubicBezTo>
                  <a:pt x="7796" y="117422"/>
                  <a:pt x="7661" y="115550"/>
                  <a:pt x="7661" y="112916"/>
                </a:cubicBezTo>
                <a:lnTo>
                  <a:pt x="7661" y="109173"/>
                </a:lnTo>
                <a:lnTo>
                  <a:pt x="14718" y="80060"/>
                </a:lnTo>
                <a:cubicBezTo>
                  <a:pt x="19422" y="60513"/>
                  <a:pt x="21841" y="50670"/>
                  <a:pt x="21976" y="50532"/>
                </a:cubicBezTo>
                <a:cubicBezTo>
                  <a:pt x="21976" y="50254"/>
                  <a:pt x="18548" y="50116"/>
                  <a:pt x="11694" y="50116"/>
                </a:cubicBezTo>
                <a:lnTo>
                  <a:pt x="1411" y="501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18E49C-90BF-407F-89B4-75A04FF2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117" y="6558979"/>
            <a:ext cx="62701" cy="132464"/>
          </a:xfrm>
          <a:custGeom xmlns:a="http://schemas.openxmlformats.org/drawingml/2006/main">
            <a:pathLst>
              <a:path w="62701" h="132464" fill="none">
                <a:moveTo>
                  <a:pt x="1411" y="50116"/>
                </a:moveTo>
                <a:cubicBezTo>
                  <a:pt x="470" y="49145"/>
                  <a:pt x="0" y="48452"/>
                  <a:pt x="0" y="48036"/>
                </a:cubicBezTo>
                <a:cubicBezTo>
                  <a:pt x="0" y="47482"/>
                  <a:pt x="202" y="46373"/>
                  <a:pt x="605" y="44709"/>
                </a:cubicBezTo>
                <a:cubicBezTo>
                  <a:pt x="1008" y="43045"/>
                  <a:pt x="1344" y="42075"/>
                  <a:pt x="1613" y="41798"/>
                </a:cubicBezTo>
                <a:cubicBezTo>
                  <a:pt x="1882" y="41105"/>
                  <a:pt x="2487" y="40758"/>
                  <a:pt x="3427" y="40758"/>
                </a:cubicBezTo>
                <a:cubicBezTo>
                  <a:pt x="4368" y="40758"/>
                  <a:pt x="7796" y="40689"/>
                  <a:pt x="13710" y="40550"/>
                </a:cubicBezTo>
                <a:lnTo>
                  <a:pt x="24395" y="40550"/>
                </a:lnTo>
                <a:lnTo>
                  <a:pt x="28226" y="23914"/>
                </a:lnTo>
                <a:cubicBezTo>
                  <a:pt x="28629" y="22389"/>
                  <a:pt x="29099" y="20379"/>
                  <a:pt x="29637" y="17884"/>
                </a:cubicBezTo>
                <a:cubicBezTo>
                  <a:pt x="30175" y="15388"/>
                  <a:pt x="30645" y="13586"/>
                  <a:pt x="31048" y="12477"/>
                </a:cubicBezTo>
                <a:cubicBezTo>
                  <a:pt x="31452" y="11368"/>
                  <a:pt x="31855" y="9982"/>
                  <a:pt x="32258" y="8318"/>
                </a:cubicBezTo>
                <a:cubicBezTo>
                  <a:pt x="32661" y="6654"/>
                  <a:pt x="33199" y="5476"/>
                  <a:pt x="33871" y="4783"/>
                </a:cubicBezTo>
                <a:cubicBezTo>
                  <a:pt x="34543" y="4090"/>
                  <a:pt x="35215" y="3258"/>
                  <a:pt x="35887" y="2287"/>
                </a:cubicBezTo>
                <a:cubicBezTo>
                  <a:pt x="36559" y="1317"/>
                  <a:pt x="37500" y="693"/>
                  <a:pt x="38710" y="416"/>
                </a:cubicBezTo>
                <a:cubicBezTo>
                  <a:pt x="39919" y="139"/>
                  <a:pt x="41129" y="0"/>
                  <a:pt x="42339" y="0"/>
                </a:cubicBezTo>
                <a:cubicBezTo>
                  <a:pt x="44758" y="139"/>
                  <a:pt x="46438" y="901"/>
                  <a:pt x="47379" y="2287"/>
                </a:cubicBezTo>
                <a:cubicBezTo>
                  <a:pt x="48320" y="3674"/>
                  <a:pt x="48790" y="4991"/>
                  <a:pt x="48790" y="6238"/>
                </a:cubicBezTo>
                <a:cubicBezTo>
                  <a:pt x="48790" y="7209"/>
                  <a:pt x="48185" y="10467"/>
                  <a:pt x="46976" y="16012"/>
                </a:cubicBezTo>
                <a:cubicBezTo>
                  <a:pt x="45766" y="21557"/>
                  <a:pt x="44422" y="27033"/>
                  <a:pt x="42943" y="32440"/>
                </a:cubicBezTo>
                <a:lnTo>
                  <a:pt x="40927" y="40134"/>
                </a:lnTo>
                <a:cubicBezTo>
                  <a:pt x="40927" y="40411"/>
                  <a:pt x="44288" y="40550"/>
                  <a:pt x="51008" y="40550"/>
                </a:cubicBezTo>
                <a:lnTo>
                  <a:pt x="61290" y="40550"/>
                </a:lnTo>
                <a:cubicBezTo>
                  <a:pt x="62231" y="41521"/>
                  <a:pt x="62701" y="42283"/>
                  <a:pt x="62701" y="42838"/>
                </a:cubicBezTo>
                <a:cubicBezTo>
                  <a:pt x="62701" y="45887"/>
                  <a:pt x="61828" y="48314"/>
                  <a:pt x="60080" y="50116"/>
                </a:cubicBezTo>
                <a:lnTo>
                  <a:pt x="38508" y="50116"/>
                </a:lnTo>
                <a:lnTo>
                  <a:pt x="31250" y="80268"/>
                </a:lnTo>
                <a:cubicBezTo>
                  <a:pt x="26008" y="102450"/>
                  <a:pt x="23387" y="114372"/>
                  <a:pt x="23387" y="116036"/>
                </a:cubicBezTo>
                <a:cubicBezTo>
                  <a:pt x="23387" y="121858"/>
                  <a:pt x="25202" y="124769"/>
                  <a:pt x="28831" y="124769"/>
                </a:cubicBezTo>
                <a:cubicBezTo>
                  <a:pt x="33535" y="124769"/>
                  <a:pt x="38105" y="122413"/>
                  <a:pt x="42540" y="117699"/>
                </a:cubicBezTo>
                <a:cubicBezTo>
                  <a:pt x="46976" y="112986"/>
                  <a:pt x="50537" y="107163"/>
                  <a:pt x="53226" y="100231"/>
                </a:cubicBezTo>
                <a:cubicBezTo>
                  <a:pt x="53494" y="99400"/>
                  <a:pt x="53830" y="98914"/>
                  <a:pt x="54234" y="98776"/>
                </a:cubicBezTo>
                <a:cubicBezTo>
                  <a:pt x="54637" y="98637"/>
                  <a:pt x="55645" y="98499"/>
                  <a:pt x="57258" y="98360"/>
                </a:cubicBezTo>
                <a:lnTo>
                  <a:pt x="58064" y="98360"/>
                </a:lnTo>
                <a:cubicBezTo>
                  <a:pt x="60080" y="98360"/>
                  <a:pt x="61089" y="98914"/>
                  <a:pt x="61089" y="100024"/>
                </a:cubicBezTo>
                <a:cubicBezTo>
                  <a:pt x="61089" y="100439"/>
                  <a:pt x="60887" y="101271"/>
                  <a:pt x="60484" y="102519"/>
                </a:cubicBezTo>
                <a:cubicBezTo>
                  <a:pt x="59812" y="104737"/>
                  <a:pt x="58602" y="107371"/>
                  <a:pt x="56855" y="110421"/>
                </a:cubicBezTo>
                <a:cubicBezTo>
                  <a:pt x="55107" y="113471"/>
                  <a:pt x="52822" y="116729"/>
                  <a:pt x="50000" y="120195"/>
                </a:cubicBezTo>
                <a:cubicBezTo>
                  <a:pt x="47177" y="123660"/>
                  <a:pt x="43750" y="126572"/>
                  <a:pt x="39718" y="128928"/>
                </a:cubicBezTo>
                <a:cubicBezTo>
                  <a:pt x="35685" y="131285"/>
                  <a:pt x="31586" y="132464"/>
                  <a:pt x="27419" y="132464"/>
                </a:cubicBezTo>
                <a:cubicBezTo>
                  <a:pt x="23387" y="132464"/>
                  <a:pt x="19556" y="131424"/>
                  <a:pt x="15927" y="129344"/>
                </a:cubicBezTo>
                <a:cubicBezTo>
                  <a:pt x="12298" y="127265"/>
                  <a:pt x="9677" y="123660"/>
                  <a:pt x="8064" y="118531"/>
                </a:cubicBezTo>
                <a:cubicBezTo>
                  <a:pt x="7796" y="117422"/>
                  <a:pt x="7661" y="115550"/>
                  <a:pt x="7661" y="112916"/>
                </a:cubicBezTo>
                <a:lnTo>
                  <a:pt x="7661" y="109173"/>
                </a:lnTo>
                <a:lnTo>
                  <a:pt x="14718" y="80060"/>
                </a:lnTo>
                <a:cubicBezTo>
                  <a:pt x="19422" y="60513"/>
                  <a:pt x="21841" y="50670"/>
                  <a:pt x="21976" y="50532"/>
                </a:cubicBezTo>
                <a:cubicBezTo>
                  <a:pt x="21976" y="50254"/>
                  <a:pt x="18548" y="50116"/>
                  <a:pt x="11694" y="50116"/>
                </a:cubicBezTo>
                <a:lnTo>
                  <a:pt x="1411" y="501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9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A17A8F-82CD-43A3-B990-CFA59A83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31" y="6597103"/>
            <a:ext cx="78763" cy="94340"/>
          </a:xfrm>
          <a:custGeom xmlns:a="http://schemas.openxmlformats.org/drawingml/2006/main">
            <a:pathLst>
              <a:path w="78763" h="94340">
                <a:moveTo>
                  <a:pt x="0" y="57117"/>
                </a:moveTo>
                <a:cubicBezTo>
                  <a:pt x="0" y="49215"/>
                  <a:pt x="1277" y="42006"/>
                  <a:pt x="3831" y="35490"/>
                </a:cubicBezTo>
                <a:cubicBezTo>
                  <a:pt x="6384" y="28974"/>
                  <a:pt x="9677" y="23568"/>
                  <a:pt x="13710" y="19270"/>
                </a:cubicBezTo>
                <a:cubicBezTo>
                  <a:pt x="17742" y="14972"/>
                  <a:pt x="22245" y="11368"/>
                  <a:pt x="27218" y="8457"/>
                </a:cubicBezTo>
                <a:cubicBezTo>
                  <a:pt x="32191" y="5545"/>
                  <a:pt x="36895" y="3396"/>
                  <a:pt x="41331" y="2010"/>
                </a:cubicBezTo>
                <a:cubicBezTo>
                  <a:pt x="45766" y="624"/>
                  <a:pt x="50000" y="0"/>
                  <a:pt x="54032" y="139"/>
                </a:cubicBezTo>
                <a:lnTo>
                  <a:pt x="54637" y="139"/>
                </a:lnTo>
                <a:cubicBezTo>
                  <a:pt x="60685" y="139"/>
                  <a:pt x="65927" y="1664"/>
                  <a:pt x="70363" y="4714"/>
                </a:cubicBezTo>
                <a:cubicBezTo>
                  <a:pt x="74798" y="7763"/>
                  <a:pt x="77016" y="12269"/>
                  <a:pt x="77016" y="18230"/>
                </a:cubicBezTo>
                <a:cubicBezTo>
                  <a:pt x="77016" y="30707"/>
                  <a:pt x="69556" y="38886"/>
                  <a:pt x="54637" y="42768"/>
                </a:cubicBezTo>
                <a:cubicBezTo>
                  <a:pt x="48051" y="44570"/>
                  <a:pt x="39046" y="45541"/>
                  <a:pt x="27621" y="45679"/>
                </a:cubicBezTo>
                <a:cubicBezTo>
                  <a:pt x="22648" y="45679"/>
                  <a:pt x="20094" y="45818"/>
                  <a:pt x="19960" y="46095"/>
                </a:cubicBezTo>
                <a:cubicBezTo>
                  <a:pt x="19960" y="46373"/>
                  <a:pt x="19556" y="48799"/>
                  <a:pt x="18750" y="53374"/>
                </a:cubicBezTo>
                <a:cubicBezTo>
                  <a:pt x="17943" y="57948"/>
                  <a:pt x="17473" y="61969"/>
                  <a:pt x="17339" y="65435"/>
                </a:cubicBezTo>
                <a:cubicBezTo>
                  <a:pt x="17339" y="71950"/>
                  <a:pt x="18750" y="77080"/>
                  <a:pt x="21573" y="80823"/>
                </a:cubicBezTo>
                <a:cubicBezTo>
                  <a:pt x="24395" y="84566"/>
                  <a:pt x="28629" y="86507"/>
                  <a:pt x="34274" y="86645"/>
                </a:cubicBezTo>
                <a:cubicBezTo>
                  <a:pt x="39919" y="86784"/>
                  <a:pt x="46169" y="85467"/>
                  <a:pt x="53024" y="82694"/>
                </a:cubicBezTo>
                <a:cubicBezTo>
                  <a:pt x="59879" y="79922"/>
                  <a:pt x="66062" y="75347"/>
                  <a:pt x="71572" y="68970"/>
                </a:cubicBezTo>
                <a:cubicBezTo>
                  <a:pt x="72782" y="67583"/>
                  <a:pt x="73589" y="66890"/>
                  <a:pt x="73992" y="66890"/>
                </a:cubicBezTo>
                <a:cubicBezTo>
                  <a:pt x="74529" y="66890"/>
                  <a:pt x="75403" y="67514"/>
                  <a:pt x="76613" y="68762"/>
                </a:cubicBezTo>
                <a:cubicBezTo>
                  <a:pt x="77822" y="70010"/>
                  <a:pt x="78494" y="70980"/>
                  <a:pt x="78629" y="71673"/>
                </a:cubicBezTo>
                <a:cubicBezTo>
                  <a:pt x="78763" y="72366"/>
                  <a:pt x="78158" y="73475"/>
                  <a:pt x="76814" y="75000"/>
                </a:cubicBezTo>
                <a:cubicBezTo>
                  <a:pt x="75470" y="76525"/>
                  <a:pt x="73454" y="78397"/>
                  <a:pt x="70766" y="80615"/>
                </a:cubicBezTo>
                <a:cubicBezTo>
                  <a:pt x="68078" y="82833"/>
                  <a:pt x="64986" y="84982"/>
                  <a:pt x="61492" y="87061"/>
                </a:cubicBezTo>
                <a:cubicBezTo>
                  <a:pt x="57997" y="89141"/>
                  <a:pt x="53763" y="90874"/>
                  <a:pt x="48790" y="92260"/>
                </a:cubicBezTo>
                <a:cubicBezTo>
                  <a:pt x="43817" y="93646"/>
                  <a:pt x="38710" y="94340"/>
                  <a:pt x="33468" y="94340"/>
                </a:cubicBezTo>
                <a:cubicBezTo>
                  <a:pt x="22849" y="94340"/>
                  <a:pt x="14650" y="90666"/>
                  <a:pt x="8871" y="83318"/>
                </a:cubicBezTo>
                <a:cubicBezTo>
                  <a:pt x="3091" y="75971"/>
                  <a:pt x="134" y="67237"/>
                  <a:pt x="0" y="57117"/>
                </a:cubicBezTo>
                <a:close/>
                <a:moveTo>
                  <a:pt x="67339" y="18646"/>
                </a:moveTo>
                <a:cubicBezTo>
                  <a:pt x="66532" y="11437"/>
                  <a:pt x="61962" y="7833"/>
                  <a:pt x="53629" y="7833"/>
                </a:cubicBezTo>
                <a:cubicBezTo>
                  <a:pt x="49193" y="7833"/>
                  <a:pt x="45094" y="8803"/>
                  <a:pt x="41331" y="10744"/>
                </a:cubicBezTo>
                <a:cubicBezTo>
                  <a:pt x="37567" y="12685"/>
                  <a:pt x="34543" y="15042"/>
                  <a:pt x="32258" y="17814"/>
                </a:cubicBezTo>
                <a:cubicBezTo>
                  <a:pt x="29973" y="20587"/>
                  <a:pt x="28024" y="23429"/>
                  <a:pt x="26411" y="26340"/>
                </a:cubicBezTo>
                <a:cubicBezTo>
                  <a:pt x="24798" y="29252"/>
                  <a:pt x="23723" y="31747"/>
                  <a:pt x="23185" y="33826"/>
                </a:cubicBezTo>
                <a:cubicBezTo>
                  <a:pt x="22648" y="35906"/>
                  <a:pt x="22312" y="37223"/>
                  <a:pt x="22177" y="37777"/>
                </a:cubicBezTo>
                <a:cubicBezTo>
                  <a:pt x="22177" y="37916"/>
                  <a:pt x="23521" y="37985"/>
                  <a:pt x="26210" y="37985"/>
                </a:cubicBezTo>
                <a:cubicBezTo>
                  <a:pt x="41398" y="37985"/>
                  <a:pt x="52016" y="36322"/>
                  <a:pt x="58064" y="32995"/>
                </a:cubicBezTo>
                <a:cubicBezTo>
                  <a:pt x="64113" y="29667"/>
                  <a:pt x="67204" y="24885"/>
                  <a:pt x="67339" y="186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66F9EA-4CE7-4F40-B65D-872720CB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31" y="6597103"/>
            <a:ext cx="78763" cy="94340"/>
          </a:xfrm>
          <a:custGeom xmlns:a="http://schemas.openxmlformats.org/drawingml/2006/main">
            <a:pathLst>
              <a:path w="78763" h="94340" fill="none">
                <a:moveTo>
                  <a:pt x="0" y="57117"/>
                </a:moveTo>
                <a:cubicBezTo>
                  <a:pt x="0" y="49215"/>
                  <a:pt x="1277" y="42006"/>
                  <a:pt x="3831" y="35490"/>
                </a:cubicBezTo>
                <a:cubicBezTo>
                  <a:pt x="6384" y="28974"/>
                  <a:pt x="9677" y="23568"/>
                  <a:pt x="13710" y="19270"/>
                </a:cubicBezTo>
                <a:cubicBezTo>
                  <a:pt x="17742" y="14972"/>
                  <a:pt x="22245" y="11368"/>
                  <a:pt x="27218" y="8457"/>
                </a:cubicBezTo>
                <a:cubicBezTo>
                  <a:pt x="32191" y="5545"/>
                  <a:pt x="36895" y="3396"/>
                  <a:pt x="41331" y="2010"/>
                </a:cubicBezTo>
                <a:cubicBezTo>
                  <a:pt x="45766" y="624"/>
                  <a:pt x="50000" y="0"/>
                  <a:pt x="54032" y="139"/>
                </a:cubicBezTo>
                <a:lnTo>
                  <a:pt x="54637" y="139"/>
                </a:lnTo>
                <a:cubicBezTo>
                  <a:pt x="60685" y="139"/>
                  <a:pt x="65927" y="1664"/>
                  <a:pt x="70363" y="4714"/>
                </a:cubicBezTo>
                <a:cubicBezTo>
                  <a:pt x="74798" y="7763"/>
                  <a:pt x="77016" y="12269"/>
                  <a:pt x="77016" y="18230"/>
                </a:cubicBezTo>
                <a:cubicBezTo>
                  <a:pt x="77016" y="30707"/>
                  <a:pt x="69556" y="38886"/>
                  <a:pt x="54637" y="42768"/>
                </a:cubicBezTo>
                <a:cubicBezTo>
                  <a:pt x="48051" y="44570"/>
                  <a:pt x="39046" y="45541"/>
                  <a:pt x="27621" y="45679"/>
                </a:cubicBezTo>
                <a:cubicBezTo>
                  <a:pt x="22648" y="45679"/>
                  <a:pt x="20094" y="45818"/>
                  <a:pt x="19960" y="46095"/>
                </a:cubicBezTo>
                <a:cubicBezTo>
                  <a:pt x="19960" y="46373"/>
                  <a:pt x="19556" y="48799"/>
                  <a:pt x="18750" y="53374"/>
                </a:cubicBezTo>
                <a:cubicBezTo>
                  <a:pt x="17943" y="57948"/>
                  <a:pt x="17473" y="61969"/>
                  <a:pt x="17339" y="65435"/>
                </a:cubicBezTo>
                <a:cubicBezTo>
                  <a:pt x="17339" y="71950"/>
                  <a:pt x="18750" y="77080"/>
                  <a:pt x="21573" y="80823"/>
                </a:cubicBezTo>
                <a:cubicBezTo>
                  <a:pt x="24395" y="84566"/>
                  <a:pt x="28629" y="86507"/>
                  <a:pt x="34274" y="86645"/>
                </a:cubicBezTo>
                <a:cubicBezTo>
                  <a:pt x="39919" y="86784"/>
                  <a:pt x="46169" y="85467"/>
                  <a:pt x="53024" y="82694"/>
                </a:cubicBezTo>
                <a:cubicBezTo>
                  <a:pt x="59879" y="79922"/>
                  <a:pt x="66062" y="75347"/>
                  <a:pt x="71572" y="68970"/>
                </a:cubicBezTo>
                <a:cubicBezTo>
                  <a:pt x="72782" y="67583"/>
                  <a:pt x="73589" y="66890"/>
                  <a:pt x="73992" y="66890"/>
                </a:cubicBezTo>
                <a:cubicBezTo>
                  <a:pt x="74529" y="66890"/>
                  <a:pt x="75403" y="67514"/>
                  <a:pt x="76613" y="68762"/>
                </a:cubicBezTo>
                <a:cubicBezTo>
                  <a:pt x="77822" y="70010"/>
                  <a:pt x="78494" y="70980"/>
                  <a:pt x="78629" y="71673"/>
                </a:cubicBezTo>
                <a:cubicBezTo>
                  <a:pt x="78763" y="72366"/>
                  <a:pt x="78158" y="73475"/>
                  <a:pt x="76814" y="75000"/>
                </a:cubicBezTo>
                <a:cubicBezTo>
                  <a:pt x="75470" y="76525"/>
                  <a:pt x="73454" y="78397"/>
                  <a:pt x="70766" y="80615"/>
                </a:cubicBezTo>
                <a:cubicBezTo>
                  <a:pt x="68078" y="82833"/>
                  <a:pt x="64986" y="84982"/>
                  <a:pt x="61492" y="87061"/>
                </a:cubicBezTo>
                <a:cubicBezTo>
                  <a:pt x="57997" y="89141"/>
                  <a:pt x="53763" y="90874"/>
                  <a:pt x="48790" y="92260"/>
                </a:cubicBezTo>
                <a:cubicBezTo>
                  <a:pt x="43817" y="93646"/>
                  <a:pt x="38710" y="94340"/>
                  <a:pt x="33468" y="94340"/>
                </a:cubicBezTo>
                <a:cubicBezTo>
                  <a:pt x="22849" y="94340"/>
                  <a:pt x="14650" y="90666"/>
                  <a:pt x="8871" y="83318"/>
                </a:cubicBezTo>
                <a:cubicBezTo>
                  <a:pt x="3091" y="75971"/>
                  <a:pt x="134" y="67237"/>
                  <a:pt x="0" y="57117"/>
                </a:cubicBezTo>
                <a:close/>
                <a:moveTo>
                  <a:pt x="67339" y="18646"/>
                </a:moveTo>
                <a:cubicBezTo>
                  <a:pt x="66532" y="11437"/>
                  <a:pt x="61962" y="7833"/>
                  <a:pt x="53629" y="7833"/>
                </a:cubicBezTo>
                <a:cubicBezTo>
                  <a:pt x="49193" y="7833"/>
                  <a:pt x="45094" y="8803"/>
                  <a:pt x="41331" y="10744"/>
                </a:cubicBezTo>
                <a:cubicBezTo>
                  <a:pt x="37567" y="12685"/>
                  <a:pt x="34543" y="15042"/>
                  <a:pt x="32258" y="17814"/>
                </a:cubicBezTo>
                <a:cubicBezTo>
                  <a:pt x="29973" y="20587"/>
                  <a:pt x="28024" y="23429"/>
                  <a:pt x="26411" y="26340"/>
                </a:cubicBezTo>
                <a:cubicBezTo>
                  <a:pt x="24798" y="29252"/>
                  <a:pt x="23723" y="31747"/>
                  <a:pt x="23185" y="33826"/>
                </a:cubicBezTo>
                <a:cubicBezTo>
                  <a:pt x="22648" y="35906"/>
                  <a:pt x="22312" y="37223"/>
                  <a:pt x="22177" y="37777"/>
                </a:cubicBezTo>
                <a:cubicBezTo>
                  <a:pt x="22177" y="37916"/>
                  <a:pt x="23521" y="37985"/>
                  <a:pt x="26210" y="37985"/>
                </a:cubicBezTo>
                <a:cubicBezTo>
                  <a:pt x="41398" y="37985"/>
                  <a:pt x="52016" y="36322"/>
                  <a:pt x="58064" y="32995"/>
                </a:cubicBezTo>
                <a:cubicBezTo>
                  <a:pt x="64113" y="29667"/>
                  <a:pt x="67204" y="24885"/>
                  <a:pt x="67339" y="1864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9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F2BDAA-AE4E-4A4C-B070-B8F6FBD2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53" y="6596964"/>
            <a:ext cx="82459" cy="94478"/>
          </a:xfrm>
          <a:custGeom xmlns:a="http://schemas.openxmlformats.org/drawingml/2006/main">
            <a:pathLst>
              <a:path w="82459" h="94478">
                <a:moveTo>
                  <a:pt x="0" y="32509"/>
                </a:moveTo>
                <a:cubicBezTo>
                  <a:pt x="134" y="32093"/>
                  <a:pt x="269" y="31539"/>
                  <a:pt x="403" y="30846"/>
                </a:cubicBezTo>
                <a:cubicBezTo>
                  <a:pt x="538" y="30153"/>
                  <a:pt x="874" y="28628"/>
                  <a:pt x="1411" y="26271"/>
                </a:cubicBezTo>
                <a:cubicBezTo>
                  <a:pt x="1949" y="23914"/>
                  <a:pt x="2621" y="21765"/>
                  <a:pt x="3427" y="19824"/>
                </a:cubicBezTo>
                <a:cubicBezTo>
                  <a:pt x="4234" y="17884"/>
                  <a:pt x="5242" y="15596"/>
                  <a:pt x="6452" y="12962"/>
                </a:cubicBezTo>
                <a:cubicBezTo>
                  <a:pt x="7661" y="10328"/>
                  <a:pt x="9005" y="8249"/>
                  <a:pt x="10484" y="6724"/>
                </a:cubicBezTo>
                <a:cubicBezTo>
                  <a:pt x="11962" y="5199"/>
                  <a:pt x="13710" y="3674"/>
                  <a:pt x="15726" y="2149"/>
                </a:cubicBezTo>
                <a:cubicBezTo>
                  <a:pt x="17742" y="624"/>
                  <a:pt x="19960" y="0"/>
                  <a:pt x="22379" y="277"/>
                </a:cubicBezTo>
                <a:cubicBezTo>
                  <a:pt x="26277" y="277"/>
                  <a:pt x="29704" y="1109"/>
                  <a:pt x="32661" y="2773"/>
                </a:cubicBezTo>
                <a:cubicBezTo>
                  <a:pt x="35618" y="4436"/>
                  <a:pt x="37702" y="5961"/>
                  <a:pt x="38911" y="7348"/>
                </a:cubicBezTo>
                <a:cubicBezTo>
                  <a:pt x="40121" y="8734"/>
                  <a:pt x="40860" y="10120"/>
                  <a:pt x="41129" y="11507"/>
                </a:cubicBezTo>
                <a:cubicBezTo>
                  <a:pt x="41398" y="12338"/>
                  <a:pt x="41599" y="12754"/>
                  <a:pt x="41734" y="12754"/>
                </a:cubicBezTo>
                <a:cubicBezTo>
                  <a:pt x="41868" y="12754"/>
                  <a:pt x="42406" y="12269"/>
                  <a:pt x="43347" y="11299"/>
                </a:cubicBezTo>
                <a:cubicBezTo>
                  <a:pt x="49798" y="4090"/>
                  <a:pt x="57258" y="485"/>
                  <a:pt x="65726" y="485"/>
                </a:cubicBezTo>
                <a:lnTo>
                  <a:pt x="66330" y="485"/>
                </a:lnTo>
                <a:cubicBezTo>
                  <a:pt x="72782" y="485"/>
                  <a:pt x="77621" y="3327"/>
                  <a:pt x="80847" y="9011"/>
                </a:cubicBezTo>
                <a:cubicBezTo>
                  <a:pt x="81922" y="11645"/>
                  <a:pt x="82459" y="14210"/>
                  <a:pt x="82459" y="16705"/>
                </a:cubicBezTo>
                <a:cubicBezTo>
                  <a:pt x="82459" y="20864"/>
                  <a:pt x="81586" y="24191"/>
                  <a:pt x="79838" y="26687"/>
                </a:cubicBezTo>
                <a:cubicBezTo>
                  <a:pt x="78091" y="29182"/>
                  <a:pt x="76344" y="30776"/>
                  <a:pt x="74597" y="31470"/>
                </a:cubicBezTo>
                <a:cubicBezTo>
                  <a:pt x="72849" y="32163"/>
                  <a:pt x="71169" y="32440"/>
                  <a:pt x="69556" y="32301"/>
                </a:cubicBezTo>
                <a:cubicBezTo>
                  <a:pt x="66868" y="32301"/>
                  <a:pt x="64718" y="31539"/>
                  <a:pt x="63105" y="30014"/>
                </a:cubicBezTo>
                <a:cubicBezTo>
                  <a:pt x="61492" y="28489"/>
                  <a:pt x="60685" y="26479"/>
                  <a:pt x="60685" y="23983"/>
                </a:cubicBezTo>
                <a:cubicBezTo>
                  <a:pt x="60685" y="17329"/>
                  <a:pt x="64449" y="12893"/>
                  <a:pt x="71976" y="10675"/>
                </a:cubicBezTo>
                <a:cubicBezTo>
                  <a:pt x="69019" y="8872"/>
                  <a:pt x="66599" y="7971"/>
                  <a:pt x="64718" y="7971"/>
                </a:cubicBezTo>
                <a:cubicBezTo>
                  <a:pt x="57191" y="7971"/>
                  <a:pt x="50269" y="13101"/>
                  <a:pt x="43951" y="23360"/>
                </a:cubicBezTo>
                <a:cubicBezTo>
                  <a:pt x="42607" y="25578"/>
                  <a:pt x="41599" y="27865"/>
                  <a:pt x="40927" y="30222"/>
                </a:cubicBezTo>
                <a:cubicBezTo>
                  <a:pt x="40255" y="32579"/>
                  <a:pt x="37970" y="41798"/>
                  <a:pt x="34072" y="57879"/>
                </a:cubicBezTo>
                <a:cubicBezTo>
                  <a:pt x="29503" y="77288"/>
                  <a:pt x="26882" y="87616"/>
                  <a:pt x="26210" y="88864"/>
                </a:cubicBezTo>
                <a:cubicBezTo>
                  <a:pt x="24462" y="92607"/>
                  <a:pt x="21573" y="94478"/>
                  <a:pt x="17540" y="94478"/>
                </a:cubicBezTo>
                <a:cubicBezTo>
                  <a:pt x="15793" y="94478"/>
                  <a:pt x="14382" y="94062"/>
                  <a:pt x="13306" y="93231"/>
                </a:cubicBezTo>
                <a:cubicBezTo>
                  <a:pt x="12231" y="92399"/>
                  <a:pt x="11492" y="91567"/>
                  <a:pt x="11089" y="90735"/>
                </a:cubicBezTo>
                <a:cubicBezTo>
                  <a:pt x="10685" y="89903"/>
                  <a:pt x="10551" y="89210"/>
                  <a:pt x="10685" y="88656"/>
                </a:cubicBezTo>
                <a:cubicBezTo>
                  <a:pt x="10685" y="86853"/>
                  <a:pt x="13374" y="74931"/>
                  <a:pt x="18750" y="52888"/>
                </a:cubicBezTo>
                <a:cubicBezTo>
                  <a:pt x="24126" y="30846"/>
                  <a:pt x="26814" y="18577"/>
                  <a:pt x="26814" y="16081"/>
                </a:cubicBezTo>
                <a:cubicBezTo>
                  <a:pt x="26814" y="10675"/>
                  <a:pt x="25067" y="7971"/>
                  <a:pt x="21573" y="7971"/>
                </a:cubicBezTo>
                <a:cubicBezTo>
                  <a:pt x="18750" y="7971"/>
                  <a:pt x="16331" y="9912"/>
                  <a:pt x="14314" y="13794"/>
                </a:cubicBezTo>
                <a:cubicBezTo>
                  <a:pt x="12298" y="17676"/>
                  <a:pt x="10685" y="21904"/>
                  <a:pt x="9476" y="26479"/>
                </a:cubicBezTo>
                <a:cubicBezTo>
                  <a:pt x="8266" y="31054"/>
                  <a:pt x="7527" y="33549"/>
                  <a:pt x="7258" y="33965"/>
                </a:cubicBezTo>
                <a:cubicBezTo>
                  <a:pt x="6989" y="34242"/>
                  <a:pt x="5914" y="34381"/>
                  <a:pt x="4032" y="34381"/>
                </a:cubicBezTo>
                <a:lnTo>
                  <a:pt x="1210" y="34381"/>
                </a:lnTo>
                <a:cubicBezTo>
                  <a:pt x="403" y="33549"/>
                  <a:pt x="0" y="32925"/>
                  <a:pt x="0" y="325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F9CD40-FAB0-4A45-8442-94A3421B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53" y="6596964"/>
            <a:ext cx="82459" cy="94478"/>
          </a:xfrm>
          <a:custGeom xmlns:a="http://schemas.openxmlformats.org/drawingml/2006/main">
            <a:pathLst>
              <a:path w="82459" h="94478" fill="none">
                <a:moveTo>
                  <a:pt x="0" y="32509"/>
                </a:moveTo>
                <a:cubicBezTo>
                  <a:pt x="134" y="32093"/>
                  <a:pt x="269" y="31539"/>
                  <a:pt x="403" y="30846"/>
                </a:cubicBezTo>
                <a:cubicBezTo>
                  <a:pt x="538" y="30153"/>
                  <a:pt x="874" y="28628"/>
                  <a:pt x="1411" y="26271"/>
                </a:cubicBezTo>
                <a:cubicBezTo>
                  <a:pt x="1949" y="23914"/>
                  <a:pt x="2621" y="21765"/>
                  <a:pt x="3427" y="19824"/>
                </a:cubicBezTo>
                <a:cubicBezTo>
                  <a:pt x="4234" y="17884"/>
                  <a:pt x="5242" y="15596"/>
                  <a:pt x="6452" y="12962"/>
                </a:cubicBezTo>
                <a:cubicBezTo>
                  <a:pt x="7661" y="10328"/>
                  <a:pt x="9005" y="8249"/>
                  <a:pt x="10484" y="6724"/>
                </a:cubicBezTo>
                <a:cubicBezTo>
                  <a:pt x="11962" y="5199"/>
                  <a:pt x="13710" y="3674"/>
                  <a:pt x="15726" y="2149"/>
                </a:cubicBezTo>
                <a:cubicBezTo>
                  <a:pt x="17742" y="624"/>
                  <a:pt x="19960" y="0"/>
                  <a:pt x="22379" y="277"/>
                </a:cubicBezTo>
                <a:cubicBezTo>
                  <a:pt x="26277" y="277"/>
                  <a:pt x="29704" y="1109"/>
                  <a:pt x="32661" y="2773"/>
                </a:cubicBezTo>
                <a:cubicBezTo>
                  <a:pt x="35618" y="4436"/>
                  <a:pt x="37702" y="5961"/>
                  <a:pt x="38911" y="7348"/>
                </a:cubicBezTo>
                <a:cubicBezTo>
                  <a:pt x="40121" y="8734"/>
                  <a:pt x="40860" y="10120"/>
                  <a:pt x="41129" y="11507"/>
                </a:cubicBezTo>
                <a:cubicBezTo>
                  <a:pt x="41398" y="12338"/>
                  <a:pt x="41599" y="12754"/>
                  <a:pt x="41734" y="12754"/>
                </a:cubicBezTo>
                <a:cubicBezTo>
                  <a:pt x="41868" y="12754"/>
                  <a:pt x="42406" y="12269"/>
                  <a:pt x="43347" y="11299"/>
                </a:cubicBezTo>
                <a:cubicBezTo>
                  <a:pt x="49798" y="4090"/>
                  <a:pt x="57258" y="485"/>
                  <a:pt x="65726" y="485"/>
                </a:cubicBezTo>
                <a:lnTo>
                  <a:pt x="66330" y="485"/>
                </a:lnTo>
                <a:cubicBezTo>
                  <a:pt x="72782" y="485"/>
                  <a:pt x="77621" y="3327"/>
                  <a:pt x="80847" y="9011"/>
                </a:cubicBezTo>
                <a:cubicBezTo>
                  <a:pt x="81922" y="11645"/>
                  <a:pt x="82459" y="14210"/>
                  <a:pt x="82459" y="16705"/>
                </a:cubicBezTo>
                <a:cubicBezTo>
                  <a:pt x="82459" y="20864"/>
                  <a:pt x="81586" y="24191"/>
                  <a:pt x="79838" y="26687"/>
                </a:cubicBezTo>
                <a:cubicBezTo>
                  <a:pt x="78091" y="29182"/>
                  <a:pt x="76344" y="30776"/>
                  <a:pt x="74597" y="31470"/>
                </a:cubicBezTo>
                <a:cubicBezTo>
                  <a:pt x="72849" y="32163"/>
                  <a:pt x="71169" y="32440"/>
                  <a:pt x="69556" y="32301"/>
                </a:cubicBezTo>
                <a:cubicBezTo>
                  <a:pt x="66868" y="32301"/>
                  <a:pt x="64718" y="31539"/>
                  <a:pt x="63105" y="30014"/>
                </a:cubicBezTo>
                <a:cubicBezTo>
                  <a:pt x="61492" y="28489"/>
                  <a:pt x="60685" y="26479"/>
                  <a:pt x="60685" y="23983"/>
                </a:cubicBezTo>
                <a:cubicBezTo>
                  <a:pt x="60685" y="17329"/>
                  <a:pt x="64449" y="12893"/>
                  <a:pt x="71976" y="10675"/>
                </a:cubicBezTo>
                <a:cubicBezTo>
                  <a:pt x="69019" y="8872"/>
                  <a:pt x="66599" y="7971"/>
                  <a:pt x="64718" y="7971"/>
                </a:cubicBezTo>
                <a:cubicBezTo>
                  <a:pt x="57191" y="7971"/>
                  <a:pt x="50269" y="13101"/>
                  <a:pt x="43951" y="23360"/>
                </a:cubicBezTo>
                <a:cubicBezTo>
                  <a:pt x="42607" y="25578"/>
                  <a:pt x="41599" y="27865"/>
                  <a:pt x="40927" y="30222"/>
                </a:cubicBezTo>
                <a:cubicBezTo>
                  <a:pt x="40255" y="32579"/>
                  <a:pt x="37970" y="41798"/>
                  <a:pt x="34072" y="57879"/>
                </a:cubicBezTo>
                <a:cubicBezTo>
                  <a:pt x="29503" y="77288"/>
                  <a:pt x="26882" y="87616"/>
                  <a:pt x="26210" y="88864"/>
                </a:cubicBezTo>
                <a:cubicBezTo>
                  <a:pt x="24462" y="92607"/>
                  <a:pt x="21573" y="94478"/>
                  <a:pt x="17540" y="94478"/>
                </a:cubicBezTo>
                <a:cubicBezTo>
                  <a:pt x="15793" y="94478"/>
                  <a:pt x="14382" y="94062"/>
                  <a:pt x="13306" y="93231"/>
                </a:cubicBezTo>
                <a:cubicBezTo>
                  <a:pt x="12231" y="92399"/>
                  <a:pt x="11492" y="91567"/>
                  <a:pt x="11089" y="90735"/>
                </a:cubicBezTo>
                <a:cubicBezTo>
                  <a:pt x="10685" y="89903"/>
                  <a:pt x="10551" y="89210"/>
                  <a:pt x="10685" y="88656"/>
                </a:cubicBezTo>
                <a:cubicBezTo>
                  <a:pt x="10685" y="86853"/>
                  <a:pt x="13374" y="74931"/>
                  <a:pt x="18750" y="52888"/>
                </a:cubicBezTo>
                <a:cubicBezTo>
                  <a:pt x="24126" y="30846"/>
                  <a:pt x="26814" y="18577"/>
                  <a:pt x="26814" y="16081"/>
                </a:cubicBezTo>
                <a:cubicBezTo>
                  <a:pt x="26814" y="10675"/>
                  <a:pt x="25067" y="7971"/>
                  <a:pt x="21573" y="7971"/>
                </a:cubicBezTo>
                <a:cubicBezTo>
                  <a:pt x="18750" y="7971"/>
                  <a:pt x="16331" y="9912"/>
                  <a:pt x="14314" y="13794"/>
                </a:cubicBezTo>
                <a:cubicBezTo>
                  <a:pt x="12298" y="17676"/>
                  <a:pt x="10685" y="21904"/>
                  <a:pt x="9476" y="26479"/>
                </a:cubicBezTo>
                <a:cubicBezTo>
                  <a:pt x="8266" y="31054"/>
                  <a:pt x="7527" y="33549"/>
                  <a:pt x="7258" y="33965"/>
                </a:cubicBezTo>
                <a:cubicBezTo>
                  <a:pt x="6989" y="34242"/>
                  <a:pt x="5914" y="34381"/>
                  <a:pt x="4032" y="34381"/>
                </a:cubicBezTo>
                <a:lnTo>
                  <a:pt x="1210" y="34381"/>
                </a:lnTo>
                <a:cubicBezTo>
                  <a:pt x="403" y="33549"/>
                  <a:pt x="0" y="32925"/>
                  <a:pt x="0" y="3250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9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91203E-834A-407A-95B3-8AC5C0FE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898" y="6533193"/>
            <a:ext cx="48185" cy="207949"/>
          </a:xfrm>
          <a:custGeom xmlns:a="http://schemas.openxmlformats.org/drawingml/2006/main">
            <a:pathLst>
              <a:path w="48185" h="207949">
                <a:moveTo>
                  <a:pt x="0" y="103975"/>
                </a:moveTo>
                <a:cubicBezTo>
                  <a:pt x="0" y="94409"/>
                  <a:pt x="672" y="85328"/>
                  <a:pt x="2016" y="76733"/>
                </a:cubicBezTo>
                <a:cubicBezTo>
                  <a:pt x="3360" y="68138"/>
                  <a:pt x="4906" y="60721"/>
                  <a:pt x="6653" y="54483"/>
                </a:cubicBezTo>
                <a:cubicBezTo>
                  <a:pt x="8401" y="48244"/>
                  <a:pt x="10887" y="42144"/>
                  <a:pt x="14113" y="36183"/>
                </a:cubicBezTo>
                <a:cubicBezTo>
                  <a:pt x="17339" y="30222"/>
                  <a:pt x="19892" y="25578"/>
                  <a:pt x="21774" y="22251"/>
                </a:cubicBezTo>
                <a:cubicBezTo>
                  <a:pt x="23656" y="18923"/>
                  <a:pt x="26478" y="15319"/>
                  <a:pt x="30242" y="11437"/>
                </a:cubicBezTo>
                <a:cubicBezTo>
                  <a:pt x="34005" y="7555"/>
                  <a:pt x="36223" y="5199"/>
                  <a:pt x="36895" y="4367"/>
                </a:cubicBezTo>
                <a:cubicBezTo>
                  <a:pt x="37567" y="3535"/>
                  <a:pt x="39247" y="2079"/>
                  <a:pt x="41935" y="0"/>
                </a:cubicBezTo>
                <a:lnTo>
                  <a:pt x="44556" y="0"/>
                </a:lnTo>
                <a:lnTo>
                  <a:pt x="45363" y="0"/>
                </a:lnTo>
                <a:cubicBezTo>
                  <a:pt x="47244" y="0"/>
                  <a:pt x="48185" y="624"/>
                  <a:pt x="48185" y="1872"/>
                </a:cubicBezTo>
                <a:cubicBezTo>
                  <a:pt x="48185" y="2287"/>
                  <a:pt x="47043" y="3743"/>
                  <a:pt x="44758" y="6238"/>
                </a:cubicBezTo>
                <a:cubicBezTo>
                  <a:pt x="42473" y="8734"/>
                  <a:pt x="39718" y="12408"/>
                  <a:pt x="36492" y="17260"/>
                </a:cubicBezTo>
                <a:cubicBezTo>
                  <a:pt x="33266" y="22112"/>
                  <a:pt x="29973" y="28073"/>
                  <a:pt x="26613" y="35143"/>
                </a:cubicBezTo>
                <a:cubicBezTo>
                  <a:pt x="23253" y="42214"/>
                  <a:pt x="20430" y="51779"/>
                  <a:pt x="18145" y="63840"/>
                </a:cubicBezTo>
                <a:cubicBezTo>
                  <a:pt x="15860" y="75901"/>
                  <a:pt x="14718" y="89279"/>
                  <a:pt x="14718" y="103975"/>
                </a:cubicBezTo>
                <a:cubicBezTo>
                  <a:pt x="14718" y="118670"/>
                  <a:pt x="15860" y="131978"/>
                  <a:pt x="18145" y="143901"/>
                </a:cubicBezTo>
                <a:cubicBezTo>
                  <a:pt x="20430" y="155823"/>
                  <a:pt x="23185" y="165458"/>
                  <a:pt x="26411" y="172806"/>
                </a:cubicBezTo>
                <a:cubicBezTo>
                  <a:pt x="29637" y="180153"/>
                  <a:pt x="32930" y="186114"/>
                  <a:pt x="36290" y="190689"/>
                </a:cubicBezTo>
                <a:cubicBezTo>
                  <a:pt x="39650" y="195264"/>
                  <a:pt x="42473" y="198938"/>
                  <a:pt x="44758" y="201711"/>
                </a:cubicBezTo>
                <a:cubicBezTo>
                  <a:pt x="47043" y="204483"/>
                  <a:pt x="48185" y="205939"/>
                  <a:pt x="48185" y="206078"/>
                </a:cubicBezTo>
                <a:cubicBezTo>
                  <a:pt x="48185" y="207325"/>
                  <a:pt x="47177" y="207949"/>
                  <a:pt x="45161" y="207949"/>
                </a:cubicBezTo>
                <a:lnTo>
                  <a:pt x="44556" y="207949"/>
                </a:lnTo>
                <a:lnTo>
                  <a:pt x="41935" y="207949"/>
                </a:lnTo>
                <a:lnTo>
                  <a:pt x="36290" y="202958"/>
                </a:lnTo>
                <a:cubicBezTo>
                  <a:pt x="23656" y="191175"/>
                  <a:pt x="14449" y="176479"/>
                  <a:pt x="8669" y="158873"/>
                </a:cubicBezTo>
                <a:cubicBezTo>
                  <a:pt x="2890" y="141267"/>
                  <a:pt x="0" y="122967"/>
                  <a:pt x="0" y="1039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A8D36F-BADD-41E5-959A-9DA8B91C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898" y="6533193"/>
            <a:ext cx="48185" cy="207949"/>
          </a:xfrm>
          <a:custGeom xmlns:a="http://schemas.openxmlformats.org/drawingml/2006/main">
            <a:pathLst>
              <a:path w="48185" h="207949" fill="none">
                <a:moveTo>
                  <a:pt x="0" y="103975"/>
                </a:moveTo>
                <a:cubicBezTo>
                  <a:pt x="0" y="94409"/>
                  <a:pt x="672" y="85328"/>
                  <a:pt x="2016" y="76733"/>
                </a:cubicBezTo>
                <a:cubicBezTo>
                  <a:pt x="3360" y="68138"/>
                  <a:pt x="4906" y="60721"/>
                  <a:pt x="6653" y="54483"/>
                </a:cubicBezTo>
                <a:cubicBezTo>
                  <a:pt x="8401" y="48244"/>
                  <a:pt x="10887" y="42144"/>
                  <a:pt x="14113" y="36183"/>
                </a:cubicBezTo>
                <a:cubicBezTo>
                  <a:pt x="17339" y="30222"/>
                  <a:pt x="19892" y="25578"/>
                  <a:pt x="21774" y="22251"/>
                </a:cubicBezTo>
                <a:cubicBezTo>
                  <a:pt x="23656" y="18923"/>
                  <a:pt x="26478" y="15319"/>
                  <a:pt x="30242" y="11437"/>
                </a:cubicBezTo>
                <a:cubicBezTo>
                  <a:pt x="34005" y="7555"/>
                  <a:pt x="36223" y="5199"/>
                  <a:pt x="36895" y="4367"/>
                </a:cubicBezTo>
                <a:cubicBezTo>
                  <a:pt x="37567" y="3535"/>
                  <a:pt x="39247" y="2079"/>
                  <a:pt x="41935" y="0"/>
                </a:cubicBezTo>
                <a:lnTo>
                  <a:pt x="44556" y="0"/>
                </a:lnTo>
                <a:lnTo>
                  <a:pt x="45363" y="0"/>
                </a:lnTo>
                <a:cubicBezTo>
                  <a:pt x="47244" y="0"/>
                  <a:pt x="48185" y="624"/>
                  <a:pt x="48185" y="1872"/>
                </a:cubicBezTo>
                <a:cubicBezTo>
                  <a:pt x="48185" y="2287"/>
                  <a:pt x="47043" y="3743"/>
                  <a:pt x="44758" y="6238"/>
                </a:cubicBezTo>
                <a:cubicBezTo>
                  <a:pt x="42473" y="8734"/>
                  <a:pt x="39718" y="12408"/>
                  <a:pt x="36492" y="17260"/>
                </a:cubicBezTo>
                <a:cubicBezTo>
                  <a:pt x="33266" y="22112"/>
                  <a:pt x="29973" y="28073"/>
                  <a:pt x="26613" y="35143"/>
                </a:cubicBezTo>
                <a:cubicBezTo>
                  <a:pt x="23253" y="42214"/>
                  <a:pt x="20430" y="51779"/>
                  <a:pt x="18145" y="63840"/>
                </a:cubicBezTo>
                <a:cubicBezTo>
                  <a:pt x="15860" y="75901"/>
                  <a:pt x="14718" y="89279"/>
                  <a:pt x="14718" y="103975"/>
                </a:cubicBezTo>
                <a:cubicBezTo>
                  <a:pt x="14718" y="118670"/>
                  <a:pt x="15860" y="131978"/>
                  <a:pt x="18145" y="143901"/>
                </a:cubicBezTo>
                <a:cubicBezTo>
                  <a:pt x="20430" y="155823"/>
                  <a:pt x="23185" y="165458"/>
                  <a:pt x="26411" y="172806"/>
                </a:cubicBezTo>
                <a:cubicBezTo>
                  <a:pt x="29637" y="180153"/>
                  <a:pt x="32930" y="186114"/>
                  <a:pt x="36290" y="190689"/>
                </a:cubicBezTo>
                <a:cubicBezTo>
                  <a:pt x="39650" y="195264"/>
                  <a:pt x="42473" y="198938"/>
                  <a:pt x="44758" y="201711"/>
                </a:cubicBezTo>
                <a:cubicBezTo>
                  <a:pt x="47043" y="204483"/>
                  <a:pt x="48185" y="205939"/>
                  <a:pt x="48185" y="206078"/>
                </a:cubicBezTo>
                <a:cubicBezTo>
                  <a:pt x="48185" y="207325"/>
                  <a:pt x="47177" y="207949"/>
                  <a:pt x="45161" y="207949"/>
                </a:cubicBezTo>
                <a:lnTo>
                  <a:pt x="44556" y="207949"/>
                </a:lnTo>
                <a:lnTo>
                  <a:pt x="41935" y="207949"/>
                </a:lnTo>
                <a:lnTo>
                  <a:pt x="36290" y="202958"/>
                </a:lnTo>
                <a:cubicBezTo>
                  <a:pt x="23656" y="191175"/>
                  <a:pt x="14449" y="176479"/>
                  <a:pt x="8669" y="158873"/>
                </a:cubicBezTo>
                <a:cubicBezTo>
                  <a:pt x="2890" y="141267"/>
                  <a:pt x="0" y="122967"/>
                  <a:pt x="0" y="1039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9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9B2C77-FF53-485A-ABB7-4D9A8D8C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17" y="6533193"/>
            <a:ext cx="45094" cy="207949"/>
          </a:xfrm>
          <a:custGeom xmlns:a="http://schemas.openxmlformats.org/drawingml/2006/main">
            <a:pathLst>
              <a:path w="45094" h="207949">
                <a:moveTo>
                  <a:pt x="45094" y="204206"/>
                </a:moveTo>
                <a:cubicBezTo>
                  <a:pt x="44960" y="205176"/>
                  <a:pt x="44556" y="206008"/>
                  <a:pt x="43884" y="206701"/>
                </a:cubicBezTo>
                <a:cubicBezTo>
                  <a:pt x="43212" y="207395"/>
                  <a:pt x="42271" y="207810"/>
                  <a:pt x="41062" y="207949"/>
                </a:cubicBezTo>
                <a:cubicBezTo>
                  <a:pt x="39718" y="207949"/>
                  <a:pt x="38575" y="207256"/>
                  <a:pt x="37634" y="205870"/>
                </a:cubicBezTo>
                <a:cubicBezTo>
                  <a:pt x="37231" y="204899"/>
                  <a:pt x="30914" y="187847"/>
                  <a:pt x="18683" y="154714"/>
                </a:cubicBezTo>
                <a:cubicBezTo>
                  <a:pt x="6452" y="121581"/>
                  <a:pt x="269" y="104668"/>
                  <a:pt x="134" y="103975"/>
                </a:cubicBezTo>
                <a:cubicBezTo>
                  <a:pt x="0" y="103281"/>
                  <a:pt x="6116" y="86368"/>
                  <a:pt x="18481" y="53235"/>
                </a:cubicBezTo>
                <a:cubicBezTo>
                  <a:pt x="30847" y="20102"/>
                  <a:pt x="37231" y="3050"/>
                  <a:pt x="37634" y="2079"/>
                </a:cubicBezTo>
                <a:cubicBezTo>
                  <a:pt x="38038" y="1386"/>
                  <a:pt x="38710" y="762"/>
                  <a:pt x="39650" y="208"/>
                </a:cubicBezTo>
                <a:lnTo>
                  <a:pt x="40255" y="0"/>
                </a:lnTo>
                <a:cubicBezTo>
                  <a:pt x="40658" y="0"/>
                  <a:pt x="40927" y="0"/>
                  <a:pt x="41062" y="0"/>
                </a:cubicBezTo>
                <a:cubicBezTo>
                  <a:pt x="43481" y="0"/>
                  <a:pt x="44825" y="1248"/>
                  <a:pt x="45094" y="3743"/>
                </a:cubicBezTo>
                <a:cubicBezTo>
                  <a:pt x="45094" y="4436"/>
                  <a:pt x="39046" y="21280"/>
                  <a:pt x="26949" y="54275"/>
                </a:cubicBezTo>
                <a:cubicBezTo>
                  <a:pt x="14718" y="87131"/>
                  <a:pt x="8602" y="103697"/>
                  <a:pt x="8602" y="103975"/>
                </a:cubicBezTo>
                <a:cubicBezTo>
                  <a:pt x="8602" y="104252"/>
                  <a:pt x="14718" y="120818"/>
                  <a:pt x="26949" y="153674"/>
                </a:cubicBezTo>
                <a:cubicBezTo>
                  <a:pt x="39046" y="186669"/>
                  <a:pt x="45094" y="203513"/>
                  <a:pt x="45094" y="2042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62AD96-9FB4-4392-9860-346A20EF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17" y="6533193"/>
            <a:ext cx="45094" cy="207949"/>
          </a:xfrm>
          <a:custGeom xmlns:a="http://schemas.openxmlformats.org/drawingml/2006/main">
            <a:pathLst>
              <a:path w="45094" h="207949" fill="none">
                <a:moveTo>
                  <a:pt x="45094" y="204206"/>
                </a:moveTo>
                <a:cubicBezTo>
                  <a:pt x="44960" y="205176"/>
                  <a:pt x="44556" y="206008"/>
                  <a:pt x="43884" y="206701"/>
                </a:cubicBezTo>
                <a:cubicBezTo>
                  <a:pt x="43212" y="207395"/>
                  <a:pt x="42271" y="207810"/>
                  <a:pt x="41062" y="207949"/>
                </a:cubicBezTo>
                <a:cubicBezTo>
                  <a:pt x="39718" y="207949"/>
                  <a:pt x="38575" y="207256"/>
                  <a:pt x="37634" y="205870"/>
                </a:cubicBezTo>
                <a:cubicBezTo>
                  <a:pt x="37231" y="204899"/>
                  <a:pt x="30914" y="187847"/>
                  <a:pt x="18683" y="154714"/>
                </a:cubicBezTo>
                <a:cubicBezTo>
                  <a:pt x="6452" y="121581"/>
                  <a:pt x="269" y="104668"/>
                  <a:pt x="134" y="103975"/>
                </a:cubicBezTo>
                <a:cubicBezTo>
                  <a:pt x="0" y="103281"/>
                  <a:pt x="6116" y="86368"/>
                  <a:pt x="18481" y="53235"/>
                </a:cubicBezTo>
                <a:cubicBezTo>
                  <a:pt x="30847" y="20102"/>
                  <a:pt x="37231" y="3050"/>
                  <a:pt x="37634" y="2079"/>
                </a:cubicBezTo>
                <a:cubicBezTo>
                  <a:pt x="38038" y="1386"/>
                  <a:pt x="38710" y="762"/>
                  <a:pt x="39650" y="208"/>
                </a:cubicBezTo>
                <a:lnTo>
                  <a:pt x="40255" y="0"/>
                </a:lnTo>
                <a:cubicBezTo>
                  <a:pt x="40658" y="0"/>
                  <a:pt x="40927" y="0"/>
                  <a:pt x="41062" y="0"/>
                </a:cubicBezTo>
                <a:cubicBezTo>
                  <a:pt x="43481" y="0"/>
                  <a:pt x="44825" y="1248"/>
                  <a:pt x="45094" y="3743"/>
                </a:cubicBezTo>
                <a:cubicBezTo>
                  <a:pt x="45094" y="4436"/>
                  <a:pt x="39046" y="21280"/>
                  <a:pt x="26949" y="54275"/>
                </a:cubicBezTo>
                <a:cubicBezTo>
                  <a:pt x="14718" y="87131"/>
                  <a:pt x="8602" y="103697"/>
                  <a:pt x="8602" y="103975"/>
                </a:cubicBezTo>
                <a:cubicBezTo>
                  <a:pt x="8602" y="104252"/>
                  <a:pt x="14718" y="120818"/>
                  <a:pt x="26949" y="153674"/>
                </a:cubicBezTo>
                <a:cubicBezTo>
                  <a:pt x="39046" y="186669"/>
                  <a:pt x="45094" y="203513"/>
                  <a:pt x="45094" y="2042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9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493784-C95C-44EB-ACC0-A2F7AA66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285" y="6547126"/>
            <a:ext cx="144556" cy="146604"/>
          </a:xfrm>
          <a:custGeom xmlns:a="http://schemas.openxmlformats.org/drawingml/2006/main">
            <a:pathLst>
              <a:path w="144556" h="146604">
                <a:moveTo>
                  <a:pt x="0" y="7278"/>
                </a:moveTo>
                <a:cubicBezTo>
                  <a:pt x="0" y="4228"/>
                  <a:pt x="874" y="1802"/>
                  <a:pt x="2621" y="0"/>
                </a:cubicBezTo>
                <a:lnTo>
                  <a:pt x="4839" y="0"/>
                </a:lnTo>
                <a:cubicBezTo>
                  <a:pt x="10484" y="416"/>
                  <a:pt x="17540" y="624"/>
                  <a:pt x="26008" y="624"/>
                </a:cubicBezTo>
                <a:cubicBezTo>
                  <a:pt x="41868" y="624"/>
                  <a:pt x="51210" y="416"/>
                  <a:pt x="54032" y="0"/>
                </a:cubicBezTo>
                <a:lnTo>
                  <a:pt x="56048" y="0"/>
                </a:lnTo>
                <a:cubicBezTo>
                  <a:pt x="56855" y="832"/>
                  <a:pt x="57258" y="1456"/>
                  <a:pt x="57258" y="1872"/>
                </a:cubicBezTo>
                <a:cubicBezTo>
                  <a:pt x="57258" y="2287"/>
                  <a:pt x="57123" y="3535"/>
                  <a:pt x="56855" y="5615"/>
                </a:cubicBezTo>
                <a:cubicBezTo>
                  <a:pt x="56183" y="7694"/>
                  <a:pt x="55578" y="9011"/>
                  <a:pt x="55040" y="9566"/>
                </a:cubicBezTo>
                <a:lnTo>
                  <a:pt x="50806" y="9566"/>
                </a:lnTo>
                <a:cubicBezTo>
                  <a:pt x="47849" y="9843"/>
                  <a:pt x="45833" y="9982"/>
                  <a:pt x="44758" y="9982"/>
                </a:cubicBezTo>
                <a:cubicBezTo>
                  <a:pt x="40860" y="10675"/>
                  <a:pt x="38710" y="11714"/>
                  <a:pt x="38306" y="13101"/>
                </a:cubicBezTo>
                <a:cubicBezTo>
                  <a:pt x="38306" y="13378"/>
                  <a:pt x="40255" y="30776"/>
                  <a:pt x="44153" y="65296"/>
                </a:cubicBezTo>
                <a:cubicBezTo>
                  <a:pt x="48051" y="99816"/>
                  <a:pt x="50067" y="117214"/>
                  <a:pt x="50201" y="117491"/>
                </a:cubicBezTo>
                <a:lnTo>
                  <a:pt x="64919" y="93161"/>
                </a:lnTo>
                <a:cubicBezTo>
                  <a:pt x="74731" y="76941"/>
                  <a:pt x="84543" y="60583"/>
                  <a:pt x="94355" y="44085"/>
                </a:cubicBezTo>
                <a:cubicBezTo>
                  <a:pt x="104166" y="27588"/>
                  <a:pt x="109207" y="19062"/>
                  <a:pt x="109475" y="18507"/>
                </a:cubicBezTo>
                <a:cubicBezTo>
                  <a:pt x="110013" y="17537"/>
                  <a:pt x="110282" y="16497"/>
                  <a:pt x="110282" y="15388"/>
                </a:cubicBezTo>
                <a:cubicBezTo>
                  <a:pt x="110282" y="12061"/>
                  <a:pt x="107325" y="10120"/>
                  <a:pt x="101411" y="9566"/>
                </a:cubicBezTo>
                <a:cubicBezTo>
                  <a:pt x="98992" y="9566"/>
                  <a:pt x="97782" y="8803"/>
                  <a:pt x="97782" y="7278"/>
                </a:cubicBezTo>
                <a:cubicBezTo>
                  <a:pt x="97782" y="7140"/>
                  <a:pt x="97916" y="6238"/>
                  <a:pt x="98185" y="4575"/>
                </a:cubicBezTo>
                <a:cubicBezTo>
                  <a:pt x="98588" y="2634"/>
                  <a:pt x="98992" y="1386"/>
                  <a:pt x="99395" y="832"/>
                </a:cubicBezTo>
                <a:cubicBezTo>
                  <a:pt x="99798" y="277"/>
                  <a:pt x="100672" y="0"/>
                  <a:pt x="102016" y="0"/>
                </a:cubicBezTo>
                <a:cubicBezTo>
                  <a:pt x="102285" y="0"/>
                  <a:pt x="103091" y="0"/>
                  <a:pt x="104435" y="0"/>
                </a:cubicBezTo>
                <a:cubicBezTo>
                  <a:pt x="105779" y="0"/>
                  <a:pt x="108064" y="69"/>
                  <a:pt x="111290" y="208"/>
                </a:cubicBezTo>
                <a:cubicBezTo>
                  <a:pt x="114516" y="347"/>
                  <a:pt x="118817" y="416"/>
                  <a:pt x="124193" y="416"/>
                </a:cubicBezTo>
                <a:cubicBezTo>
                  <a:pt x="133467" y="416"/>
                  <a:pt x="139314" y="277"/>
                  <a:pt x="141733" y="0"/>
                </a:cubicBezTo>
                <a:lnTo>
                  <a:pt x="143145" y="0"/>
                </a:lnTo>
                <a:cubicBezTo>
                  <a:pt x="144086" y="970"/>
                  <a:pt x="144556" y="1733"/>
                  <a:pt x="144556" y="2287"/>
                </a:cubicBezTo>
                <a:cubicBezTo>
                  <a:pt x="144556" y="4644"/>
                  <a:pt x="143951" y="6862"/>
                  <a:pt x="142742" y="8942"/>
                </a:cubicBezTo>
                <a:cubicBezTo>
                  <a:pt x="142338" y="9358"/>
                  <a:pt x="141196" y="9566"/>
                  <a:pt x="139314" y="9566"/>
                </a:cubicBezTo>
                <a:cubicBezTo>
                  <a:pt x="137567" y="9704"/>
                  <a:pt x="135954" y="9843"/>
                  <a:pt x="134475" y="9982"/>
                </a:cubicBezTo>
                <a:cubicBezTo>
                  <a:pt x="132997" y="10120"/>
                  <a:pt x="131586" y="10467"/>
                  <a:pt x="130242" y="11021"/>
                </a:cubicBezTo>
                <a:cubicBezTo>
                  <a:pt x="128897" y="11576"/>
                  <a:pt x="127822" y="12061"/>
                  <a:pt x="127016" y="12477"/>
                </a:cubicBezTo>
                <a:cubicBezTo>
                  <a:pt x="126209" y="12893"/>
                  <a:pt x="125403" y="13447"/>
                  <a:pt x="124596" y="14141"/>
                </a:cubicBezTo>
                <a:cubicBezTo>
                  <a:pt x="123790" y="14834"/>
                  <a:pt x="123118" y="15319"/>
                  <a:pt x="122580" y="15596"/>
                </a:cubicBezTo>
                <a:cubicBezTo>
                  <a:pt x="122043" y="15873"/>
                  <a:pt x="121505" y="16497"/>
                  <a:pt x="120967" y="17468"/>
                </a:cubicBezTo>
                <a:cubicBezTo>
                  <a:pt x="120430" y="18438"/>
                  <a:pt x="119959" y="18923"/>
                  <a:pt x="119556" y="18923"/>
                </a:cubicBezTo>
                <a:lnTo>
                  <a:pt x="80645" y="83388"/>
                </a:lnTo>
                <a:cubicBezTo>
                  <a:pt x="56451" y="123730"/>
                  <a:pt x="43951" y="144386"/>
                  <a:pt x="43145" y="145356"/>
                </a:cubicBezTo>
                <a:cubicBezTo>
                  <a:pt x="42742" y="145634"/>
                  <a:pt x="42271" y="145980"/>
                  <a:pt x="41734" y="146396"/>
                </a:cubicBezTo>
                <a:lnTo>
                  <a:pt x="38105" y="146604"/>
                </a:lnTo>
                <a:lnTo>
                  <a:pt x="36693" y="146604"/>
                </a:lnTo>
                <a:cubicBezTo>
                  <a:pt x="34274" y="146604"/>
                  <a:pt x="33064" y="146119"/>
                  <a:pt x="33064" y="145148"/>
                </a:cubicBezTo>
                <a:cubicBezTo>
                  <a:pt x="32661" y="144317"/>
                  <a:pt x="30040" y="122135"/>
                  <a:pt x="25202" y="78605"/>
                </a:cubicBezTo>
                <a:cubicBezTo>
                  <a:pt x="20094" y="34520"/>
                  <a:pt x="17473" y="12269"/>
                  <a:pt x="17339" y="11853"/>
                </a:cubicBezTo>
                <a:cubicBezTo>
                  <a:pt x="16667" y="10328"/>
                  <a:pt x="12500" y="9566"/>
                  <a:pt x="4839" y="9566"/>
                </a:cubicBezTo>
                <a:lnTo>
                  <a:pt x="1411" y="9566"/>
                </a:lnTo>
                <a:cubicBezTo>
                  <a:pt x="470" y="8873"/>
                  <a:pt x="0" y="8110"/>
                  <a:pt x="0" y="72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008068-E142-4EF2-96FD-79FB3351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285" y="6547126"/>
            <a:ext cx="144556" cy="146604"/>
          </a:xfrm>
          <a:custGeom xmlns:a="http://schemas.openxmlformats.org/drawingml/2006/main">
            <a:pathLst>
              <a:path w="144556" h="146604" fill="none">
                <a:moveTo>
                  <a:pt x="0" y="7278"/>
                </a:moveTo>
                <a:cubicBezTo>
                  <a:pt x="0" y="4228"/>
                  <a:pt x="874" y="1802"/>
                  <a:pt x="2621" y="0"/>
                </a:cubicBezTo>
                <a:lnTo>
                  <a:pt x="4839" y="0"/>
                </a:lnTo>
                <a:cubicBezTo>
                  <a:pt x="10484" y="416"/>
                  <a:pt x="17540" y="624"/>
                  <a:pt x="26008" y="624"/>
                </a:cubicBezTo>
                <a:cubicBezTo>
                  <a:pt x="41868" y="624"/>
                  <a:pt x="51210" y="416"/>
                  <a:pt x="54032" y="0"/>
                </a:cubicBezTo>
                <a:lnTo>
                  <a:pt x="56048" y="0"/>
                </a:lnTo>
                <a:cubicBezTo>
                  <a:pt x="56855" y="832"/>
                  <a:pt x="57258" y="1456"/>
                  <a:pt x="57258" y="1872"/>
                </a:cubicBezTo>
                <a:cubicBezTo>
                  <a:pt x="57258" y="2287"/>
                  <a:pt x="57123" y="3535"/>
                  <a:pt x="56855" y="5615"/>
                </a:cubicBezTo>
                <a:cubicBezTo>
                  <a:pt x="56183" y="7694"/>
                  <a:pt x="55578" y="9011"/>
                  <a:pt x="55040" y="9566"/>
                </a:cubicBezTo>
                <a:lnTo>
                  <a:pt x="50806" y="9566"/>
                </a:lnTo>
                <a:cubicBezTo>
                  <a:pt x="47849" y="9843"/>
                  <a:pt x="45833" y="9982"/>
                  <a:pt x="44758" y="9982"/>
                </a:cubicBezTo>
                <a:cubicBezTo>
                  <a:pt x="40860" y="10675"/>
                  <a:pt x="38710" y="11714"/>
                  <a:pt x="38306" y="13101"/>
                </a:cubicBezTo>
                <a:cubicBezTo>
                  <a:pt x="38306" y="13378"/>
                  <a:pt x="40255" y="30776"/>
                  <a:pt x="44153" y="65296"/>
                </a:cubicBezTo>
                <a:cubicBezTo>
                  <a:pt x="48051" y="99816"/>
                  <a:pt x="50067" y="117214"/>
                  <a:pt x="50201" y="117491"/>
                </a:cubicBezTo>
                <a:lnTo>
                  <a:pt x="64919" y="93161"/>
                </a:lnTo>
                <a:cubicBezTo>
                  <a:pt x="74731" y="76941"/>
                  <a:pt x="84543" y="60583"/>
                  <a:pt x="94355" y="44085"/>
                </a:cubicBezTo>
                <a:cubicBezTo>
                  <a:pt x="104166" y="27588"/>
                  <a:pt x="109207" y="19062"/>
                  <a:pt x="109475" y="18507"/>
                </a:cubicBezTo>
                <a:cubicBezTo>
                  <a:pt x="110013" y="17537"/>
                  <a:pt x="110282" y="16497"/>
                  <a:pt x="110282" y="15388"/>
                </a:cubicBezTo>
                <a:cubicBezTo>
                  <a:pt x="110282" y="12061"/>
                  <a:pt x="107325" y="10120"/>
                  <a:pt x="101411" y="9566"/>
                </a:cubicBezTo>
                <a:cubicBezTo>
                  <a:pt x="98992" y="9566"/>
                  <a:pt x="97782" y="8803"/>
                  <a:pt x="97782" y="7278"/>
                </a:cubicBezTo>
                <a:cubicBezTo>
                  <a:pt x="97782" y="7140"/>
                  <a:pt x="97916" y="6238"/>
                  <a:pt x="98185" y="4575"/>
                </a:cubicBezTo>
                <a:cubicBezTo>
                  <a:pt x="98588" y="2634"/>
                  <a:pt x="98992" y="1386"/>
                  <a:pt x="99395" y="832"/>
                </a:cubicBezTo>
                <a:cubicBezTo>
                  <a:pt x="99798" y="277"/>
                  <a:pt x="100672" y="0"/>
                  <a:pt x="102016" y="0"/>
                </a:cubicBezTo>
                <a:cubicBezTo>
                  <a:pt x="102285" y="0"/>
                  <a:pt x="103091" y="0"/>
                  <a:pt x="104435" y="0"/>
                </a:cubicBezTo>
                <a:cubicBezTo>
                  <a:pt x="105779" y="0"/>
                  <a:pt x="108064" y="69"/>
                  <a:pt x="111290" y="208"/>
                </a:cubicBezTo>
                <a:cubicBezTo>
                  <a:pt x="114516" y="347"/>
                  <a:pt x="118817" y="416"/>
                  <a:pt x="124193" y="416"/>
                </a:cubicBezTo>
                <a:cubicBezTo>
                  <a:pt x="133467" y="416"/>
                  <a:pt x="139314" y="277"/>
                  <a:pt x="141733" y="0"/>
                </a:cubicBezTo>
                <a:lnTo>
                  <a:pt x="143145" y="0"/>
                </a:lnTo>
                <a:cubicBezTo>
                  <a:pt x="144086" y="970"/>
                  <a:pt x="144556" y="1733"/>
                  <a:pt x="144556" y="2287"/>
                </a:cubicBezTo>
                <a:cubicBezTo>
                  <a:pt x="144556" y="4644"/>
                  <a:pt x="143951" y="6862"/>
                  <a:pt x="142742" y="8942"/>
                </a:cubicBezTo>
                <a:cubicBezTo>
                  <a:pt x="142338" y="9358"/>
                  <a:pt x="141196" y="9566"/>
                  <a:pt x="139314" y="9566"/>
                </a:cubicBezTo>
                <a:cubicBezTo>
                  <a:pt x="137567" y="9704"/>
                  <a:pt x="135954" y="9843"/>
                  <a:pt x="134475" y="9982"/>
                </a:cubicBezTo>
                <a:cubicBezTo>
                  <a:pt x="132997" y="10120"/>
                  <a:pt x="131586" y="10467"/>
                  <a:pt x="130242" y="11021"/>
                </a:cubicBezTo>
                <a:cubicBezTo>
                  <a:pt x="128897" y="11576"/>
                  <a:pt x="127822" y="12061"/>
                  <a:pt x="127016" y="12477"/>
                </a:cubicBezTo>
                <a:cubicBezTo>
                  <a:pt x="126209" y="12893"/>
                  <a:pt x="125403" y="13447"/>
                  <a:pt x="124596" y="14141"/>
                </a:cubicBezTo>
                <a:cubicBezTo>
                  <a:pt x="123790" y="14834"/>
                  <a:pt x="123118" y="15319"/>
                  <a:pt x="122580" y="15596"/>
                </a:cubicBezTo>
                <a:cubicBezTo>
                  <a:pt x="122043" y="15873"/>
                  <a:pt x="121505" y="16497"/>
                  <a:pt x="120967" y="17468"/>
                </a:cubicBezTo>
                <a:cubicBezTo>
                  <a:pt x="120430" y="18438"/>
                  <a:pt x="119959" y="18923"/>
                  <a:pt x="119556" y="18923"/>
                </a:cubicBezTo>
                <a:lnTo>
                  <a:pt x="80645" y="83388"/>
                </a:lnTo>
                <a:cubicBezTo>
                  <a:pt x="56451" y="123730"/>
                  <a:pt x="43951" y="144386"/>
                  <a:pt x="43145" y="145356"/>
                </a:cubicBezTo>
                <a:cubicBezTo>
                  <a:pt x="42742" y="145634"/>
                  <a:pt x="42271" y="145980"/>
                  <a:pt x="41734" y="146396"/>
                </a:cubicBezTo>
                <a:lnTo>
                  <a:pt x="38105" y="146604"/>
                </a:lnTo>
                <a:lnTo>
                  <a:pt x="36693" y="146604"/>
                </a:lnTo>
                <a:cubicBezTo>
                  <a:pt x="34274" y="146604"/>
                  <a:pt x="33064" y="146119"/>
                  <a:pt x="33064" y="145148"/>
                </a:cubicBezTo>
                <a:cubicBezTo>
                  <a:pt x="32661" y="144317"/>
                  <a:pt x="30040" y="122135"/>
                  <a:pt x="25202" y="78605"/>
                </a:cubicBezTo>
                <a:cubicBezTo>
                  <a:pt x="20094" y="34520"/>
                  <a:pt x="17473" y="12269"/>
                  <a:pt x="17339" y="11853"/>
                </a:cubicBezTo>
                <a:cubicBezTo>
                  <a:pt x="16667" y="10328"/>
                  <a:pt x="12500" y="9566"/>
                  <a:pt x="4839" y="9566"/>
                </a:cubicBezTo>
                <a:lnTo>
                  <a:pt x="1411" y="9566"/>
                </a:lnTo>
                <a:cubicBezTo>
                  <a:pt x="470" y="8873"/>
                  <a:pt x="0" y="8110"/>
                  <a:pt x="0" y="727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9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E1EEF8-3F5A-4B27-9ACC-7A5755C8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53" y="6622431"/>
            <a:ext cx="60009" cy="101150"/>
          </a:xfrm>
          <a:custGeom xmlns:a="http://schemas.openxmlformats.org/drawingml/2006/main">
            <a:pathLst>
              <a:path w="60009" h="101150">
                <a:moveTo>
                  <a:pt x="8125" y="11909"/>
                </a:moveTo>
                <a:cubicBezTo>
                  <a:pt x="13446" y="3970"/>
                  <a:pt x="20716" y="0"/>
                  <a:pt x="29933" y="0"/>
                </a:cubicBezTo>
                <a:cubicBezTo>
                  <a:pt x="34495" y="0"/>
                  <a:pt x="39056" y="1274"/>
                  <a:pt x="43617" y="3823"/>
                </a:cubicBezTo>
                <a:cubicBezTo>
                  <a:pt x="48178" y="6371"/>
                  <a:pt x="51885" y="10879"/>
                  <a:pt x="54735" y="17348"/>
                </a:cubicBezTo>
                <a:cubicBezTo>
                  <a:pt x="58251" y="25483"/>
                  <a:pt x="60009" y="36657"/>
                  <a:pt x="60009" y="50869"/>
                </a:cubicBezTo>
                <a:cubicBezTo>
                  <a:pt x="60009" y="66061"/>
                  <a:pt x="57966" y="77676"/>
                  <a:pt x="53880" y="85713"/>
                </a:cubicBezTo>
                <a:cubicBezTo>
                  <a:pt x="51980" y="89829"/>
                  <a:pt x="49366" y="93113"/>
                  <a:pt x="46040" y="95563"/>
                </a:cubicBezTo>
                <a:cubicBezTo>
                  <a:pt x="42714" y="98013"/>
                  <a:pt x="39816" y="99533"/>
                  <a:pt x="37345" y="100121"/>
                </a:cubicBezTo>
                <a:cubicBezTo>
                  <a:pt x="34875" y="100709"/>
                  <a:pt x="32452" y="101052"/>
                  <a:pt x="30076" y="101150"/>
                </a:cubicBezTo>
                <a:cubicBezTo>
                  <a:pt x="27605" y="101150"/>
                  <a:pt x="25135" y="100856"/>
                  <a:pt x="22664" y="100268"/>
                </a:cubicBezTo>
                <a:cubicBezTo>
                  <a:pt x="20193" y="99680"/>
                  <a:pt x="17295" y="98111"/>
                  <a:pt x="13969" y="95563"/>
                </a:cubicBezTo>
                <a:cubicBezTo>
                  <a:pt x="10643" y="93015"/>
                  <a:pt x="8030" y="89731"/>
                  <a:pt x="6129" y="85713"/>
                </a:cubicBezTo>
                <a:cubicBezTo>
                  <a:pt x="2043" y="77676"/>
                  <a:pt x="0" y="66061"/>
                  <a:pt x="0" y="50869"/>
                </a:cubicBezTo>
                <a:cubicBezTo>
                  <a:pt x="0" y="33815"/>
                  <a:pt x="2708" y="20828"/>
                  <a:pt x="8125" y="11909"/>
                </a:cubicBezTo>
                <a:close/>
                <a:moveTo>
                  <a:pt x="40196" y="10144"/>
                </a:moveTo>
                <a:cubicBezTo>
                  <a:pt x="37345" y="7008"/>
                  <a:pt x="33972" y="5440"/>
                  <a:pt x="30076" y="5440"/>
                </a:cubicBezTo>
                <a:cubicBezTo>
                  <a:pt x="26085" y="5440"/>
                  <a:pt x="22664" y="7008"/>
                  <a:pt x="19813" y="10144"/>
                </a:cubicBezTo>
                <a:cubicBezTo>
                  <a:pt x="17437" y="12693"/>
                  <a:pt x="15869" y="16221"/>
                  <a:pt x="15109" y="20730"/>
                </a:cubicBezTo>
                <a:cubicBezTo>
                  <a:pt x="14349" y="25238"/>
                  <a:pt x="13969" y="34648"/>
                  <a:pt x="13969" y="48958"/>
                </a:cubicBezTo>
                <a:cubicBezTo>
                  <a:pt x="13969" y="64444"/>
                  <a:pt x="14349" y="74637"/>
                  <a:pt x="15109" y="79538"/>
                </a:cubicBezTo>
                <a:cubicBezTo>
                  <a:pt x="15869" y="84439"/>
                  <a:pt x="17580" y="88310"/>
                  <a:pt x="20241" y="91152"/>
                </a:cubicBezTo>
                <a:cubicBezTo>
                  <a:pt x="22901" y="94093"/>
                  <a:pt x="26180" y="95563"/>
                  <a:pt x="30076" y="95563"/>
                </a:cubicBezTo>
                <a:cubicBezTo>
                  <a:pt x="33877" y="95563"/>
                  <a:pt x="37108" y="94093"/>
                  <a:pt x="39769" y="91152"/>
                </a:cubicBezTo>
                <a:cubicBezTo>
                  <a:pt x="42524" y="88212"/>
                  <a:pt x="44235" y="84095"/>
                  <a:pt x="44900" y="78803"/>
                </a:cubicBezTo>
                <a:cubicBezTo>
                  <a:pt x="45565" y="73510"/>
                  <a:pt x="45945" y="63562"/>
                  <a:pt x="46040" y="48958"/>
                </a:cubicBezTo>
                <a:cubicBezTo>
                  <a:pt x="46040" y="34746"/>
                  <a:pt x="45660" y="25385"/>
                  <a:pt x="44900" y="20877"/>
                </a:cubicBezTo>
                <a:cubicBezTo>
                  <a:pt x="44140" y="16368"/>
                  <a:pt x="42572" y="12791"/>
                  <a:pt x="40196" y="101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BEA991-3B3E-4E98-9DDE-F8D68A51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53" y="6622431"/>
            <a:ext cx="60009" cy="101150"/>
          </a:xfrm>
          <a:custGeom xmlns:a="http://schemas.openxmlformats.org/drawingml/2006/main">
            <a:pathLst>
              <a:path w="60009" h="101150" fill="none">
                <a:moveTo>
                  <a:pt x="8125" y="11909"/>
                </a:moveTo>
                <a:cubicBezTo>
                  <a:pt x="13446" y="3970"/>
                  <a:pt x="20716" y="0"/>
                  <a:pt x="29933" y="0"/>
                </a:cubicBezTo>
                <a:cubicBezTo>
                  <a:pt x="34495" y="0"/>
                  <a:pt x="39056" y="1274"/>
                  <a:pt x="43617" y="3823"/>
                </a:cubicBezTo>
                <a:cubicBezTo>
                  <a:pt x="48178" y="6371"/>
                  <a:pt x="51885" y="10879"/>
                  <a:pt x="54735" y="17348"/>
                </a:cubicBezTo>
                <a:cubicBezTo>
                  <a:pt x="58251" y="25483"/>
                  <a:pt x="60009" y="36657"/>
                  <a:pt x="60009" y="50869"/>
                </a:cubicBezTo>
                <a:cubicBezTo>
                  <a:pt x="60009" y="66061"/>
                  <a:pt x="57966" y="77676"/>
                  <a:pt x="53880" y="85713"/>
                </a:cubicBezTo>
                <a:cubicBezTo>
                  <a:pt x="51980" y="89829"/>
                  <a:pt x="49366" y="93113"/>
                  <a:pt x="46040" y="95563"/>
                </a:cubicBezTo>
                <a:cubicBezTo>
                  <a:pt x="42714" y="98013"/>
                  <a:pt x="39816" y="99533"/>
                  <a:pt x="37345" y="100121"/>
                </a:cubicBezTo>
                <a:cubicBezTo>
                  <a:pt x="34875" y="100709"/>
                  <a:pt x="32452" y="101052"/>
                  <a:pt x="30076" y="101150"/>
                </a:cubicBezTo>
                <a:cubicBezTo>
                  <a:pt x="27605" y="101150"/>
                  <a:pt x="25135" y="100856"/>
                  <a:pt x="22664" y="100268"/>
                </a:cubicBezTo>
                <a:cubicBezTo>
                  <a:pt x="20193" y="99680"/>
                  <a:pt x="17295" y="98111"/>
                  <a:pt x="13969" y="95563"/>
                </a:cubicBezTo>
                <a:cubicBezTo>
                  <a:pt x="10643" y="93015"/>
                  <a:pt x="8030" y="89731"/>
                  <a:pt x="6129" y="85713"/>
                </a:cubicBezTo>
                <a:cubicBezTo>
                  <a:pt x="2043" y="77676"/>
                  <a:pt x="0" y="66061"/>
                  <a:pt x="0" y="50869"/>
                </a:cubicBezTo>
                <a:cubicBezTo>
                  <a:pt x="0" y="33815"/>
                  <a:pt x="2708" y="20828"/>
                  <a:pt x="8125" y="11909"/>
                </a:cubicBezTo>
                <a:close/>
                <a:moveTo>
                  <a:pt x="40196" y="10144"/>
                </a:moveTo>
                <a:cubicBezTo>
                  <a:pt x="37345" y="7008"/>
                  <a:pt x="33972" y="5440"/>
                  <a:pt x="30076" y="5440"/>
                </a:cubicBezTo>
                <a:cubicBezTo>
                  <a:pt x="26085" y="5440"/>
                  <a:pt x="22664" y="7008"/>
                  <a:pt x="19813" y="10144"/>
                </a:cubicBezTo>
                <a:cubicBezTo>
                  <a:pt x="17437" y="12693"/>
                  <a:pt x="15869" y="16221"/>
                  <a:pt x="15109" y="20730"/>
                </a:cubicBezTo>
                <a:cubicBezTo>
                  <a:pt x="14349" y="25238"/>
                  <a:pt x="13969" y="34648"/>
                  <a:pt x="13969" y="48958"/>
                </a:cubicBezTo>
                <a:cubicBezTo>
                  <a:pt x="13969" y="64444"/>
                  <a:pt x="14349" y="74637"/>
                  <a:pt x="15109" y="79538"/>
                </a:cubicBezTo>
                <a:cubicBezTo>
                  <a:pt x="15869" y="84439"/>
                  <a:pt x="17580" y="88310"/>
                  <a:pt x="20241" y="91152"/>
                </a:cubicBezTo>
                <a:cubicBezTo>
                  <a:pt x="22901" y="94093"/>
                  <a:pt x="26180" y="95563"/>
                  <a:pt x="30076" y="95563"/>
                </a:cubicBezTo>
                <a:cubicBezTo>
                  <a:pt x="33877" y="95563"/>
                  <a:pt x="37108" y="94093"/>
                  <a:pt x="39769" y="91152"/>
                </a:cubicBezTo>
                <a:cubicBezTo>
                  <a:pt x="42524" y="88212"/>
                  <a:pt x="44235" y="84095"/>
                  <a:pt x="44900" y="78803"/>
                </a:cubicBezTo>
                <a:cubicBezTo>
                  <a:pt x="45565" y="73510"/>
                  <a:pt x="45945" y="63562"/>
                  <a:pt x="46040" y="48958"/>
                </a:cubicBezTo>
                <a:cubicBezTo>
                  <a:pt x="46040" y="34746"/>
                  <a:pt x="45660" y="25385"/>
                  <a:pt x="44900" y="20877"/>
                </a:cubicBezTo>
                <a:cubicBezTo>
                  <a:pt x="44140" y="16368"/>
                  <a:pt x="42572" y="12791"/>
                  <a:pt x="40196" y="101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9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25267E-ECCC-4B5A-9A16-769E101C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454" y="6533193"/>
            <a:ext cx="45094" cy="207949"/>
          </a:xfrm>
          <a:custGeom xmlns:a="http://schemas.openxmlformats.org/drawingml/2006/main">
            <a:pathLst>
              <a:path w="45094" h="207949">
                <a:moveTo>
                  <a:pt x="0" y="3743"/>
                </a:moveTo>
                <a:cubicBezTo>
                  <a:pt x="134" y="2773"/>
                  <a:pt x="538" y="1941"/>
                  <a:pt x="1210" y="1248"/>
                </a:cubicBezTo>
                <a:cubicBezTo>
                  <a:pt x="1882" y="555"/>
                  <a:pt x="2823" y="139"/>
                  <a:pt x="4032" y="0"/>
                </a:cubicBezTo>
                <a:cubicBezTo>
                  <a:pt x="5376" y="0"/>
                  <a:pt x="6519" y="693"/>
                  <a:pt x="7460" y="2079"/>
                </a:cubicBezTo>
                <a:cubicBezTo>
                  <a:pt x="7863" y="3050"/>
                  <a:pt x="14180" y="20102"/>
                  <a:pt x="26411" y="53235"/>
                </a:cubicBezTo>
                <a:cubicBezTo>
                  <a:pt x="38642" y="86368"/>
                  <a:pt x="44825" y="103281"/>
                  <a:pt x="44960" y="103975"/>
                </a:cubicBezTo>
                <a:cubicBezTo>
                  <a:pt x="45094" y="104668"/>
                  <a:pt x="38978" y="121581"/>
                  <a:pt x="26613" y="154714"/>
                </a:cubicBezTo>
                <a:cubicBezTo>
                  <a:pt x="14247" y="187847"/>
                  <a:pt x="7863" y="204899"/>
                  <a:pt x="7460" y="205870"/>
                </a:cubicBezTo>
                <a:cubicBezTo>
                  <a:pt x="6519" y="207256"/>
                  <a:pt x="5376" y="207949"/>
                  <a:pt x="4032" y="207949"/>
                </a:cubicBezTo>
                <a:cubicBezTo>
                  <a:pt x="2957" y="207949"/>
                  <a:pt x="2083" y="207603"/>
                  <a:pt x="1411" y="206909"/>
                </a:cubicBezTo>
                <a:cubicBezTo>
                  <a:pt x="739" y="206216"/>
                  <a:pt x="269" y="205315"/>
                  <a:pt x="0" y="204206"/>
                </a:cubicBezTo>
                <a:cubicBezTo>
                  <a:pt x="0" y="203513"/>
                  <a:pt x="6048" y="186669"/>
                  <a:pt x="18145" y="153674"/>
                </a:cubicBezTo>
                <a:cubicBezTo>
                  <a:pt x="30376" y="120818"/>
                  <a:pt x="36492" y="104252"/>
                  <a:pt x="36492" y="103975"/>
                </a:cubicBezTo>
                <a:cubicBezTo>
                  <a:pt x="36492" y="103697"/>
                  <a:pt x="30376" y="87131"/>
                  <a:pt x="18145" y="54275"/>
                </a:cubicBezTo>
                <a:cubicBezTo>
                  <a:pt x="6048" y="21280"/>
                  <a:pt x="0" y="4436"/>
                  <a:pt x="0" y="37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6E8CC3-6A80-43C4-98EF-AFFDD161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454" y="6533193"/>
            <a:ext cx="45094" cy="207949"/>
          </a:xfrm>
          <a:custGeom xmlns:a="http://schemas.openxmlformats.org/drawingml/2006/main">
            <a:pathLst>
              <a:path w="45094" h="207949" fill="none">
                <a:moveTo>
                  <a:pt x="0" y="3743"/>
                </a:moveTo>
                <a:cubicBezTo>
                  <a:pt x="134" y="2773"/>
                  <a:pt x="538" y="1941"/>
                  <a:pt x="1210" y="1248"/>
                </a:cubicBezTo>
                <a:cubicBezTo>
                  <a:pt x="1882" y="555"/>
                  <a:pt x="2823" y="139"/>
                  <a:pt x="4032" y="0"/>
                </a:cubicBezTo>
                <a:cubicBezTo>
                  <a:pt x="5376" y="0"/>
                  <a:pt x="6519" y="693"/>
                  <a:pt x="7460" y="2079"/>
                </a:cubicBezTo>
                <a:cubicBezTo>
                  <a:pt x="7863" y="3050"/>
                  <a:pt x="14180" y="20102"/>
                  <a:pt x="26411" y="53235"/>
                </a:cubicBezTo>
                <a:cubicBezTo>
                  <a:pt x="38642" y="86368"/>
                  <a:pt x="44825" y="103281"/>
                  <a:pt x="44960" y="103975"/>
                </a:cubicBezTo>
                <a:cubicBezTo>
                  <a:pt x="45094" y="104668"/>
                  <a:pt x="38978" y="121581"/>
                  <a:pt x="26613" y="154714"/>
                </a:cubicBezTo>
                <a:cubicBezTo>
                  <a:pt x="14247" y="187847"/>
                  <a:pt x="7863" y="204899"/>
                  <a:pt x="7460" y="205870"/>
                </a:cubicBezTo>
                <a:cubicBezTo>
                  <a:pt x="6519" y="207256"/>
                  <a:pt x="5376" y="207949"/>
                  <a:pt x="4032" y="207949"/>
                </a:cubicBezTo>
                <a:cubicBezTo>
                  <a:pt x="2957" y="207949"/>
                  <a:pt x="2083" y="207603"/>
                  <a:pt x="1411" y="206909"/>
                </a:cubicBezTo>
                <a:cubicBezTo>
                  <a:pt x="739" y="206216"/>
                  <a:pt x="269" y="205315"/>
                  <a:pt x="0" y="204206"/>
                </a:cubicBezTo>
                <a:cubicBezTo>
                  <a:pt x="0" y="203513"/>
                  <a:pt x="6048" y="186669"/>
                  <a:pt x="18145" y="153674"/>
                </a:cubicBezTo>
                <a:cubicBezTo>
                  <a:pt x="30376" y="120818"/>
                  <a:pt x="36492" y="104252"/>
                  <a:pt x="36492" y="103975"/>
                </a:cubicBezTo>
                <a:cubicBezTo>
                  <a:pt x="36492" y="103697"/>
                  <a:pt x="30376" y="87131"/>
                  <a:pt x="18145" y="54275"/>
                </a:cubicBezTo>
                <a:cubicBezTo>
                  <a:pt x="6048" y="21280"/>
                  <a:pt x="0" y="4436"/>
                  <a:pt x="0" y="374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9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481677-FAD5-4C2A-B26D-52BE3551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518" y="6663993"/>
            <a:ext cx="26613" cy="65643"/>
          </a:xfrm>
          <a:custGeom xmlns:a="http://schemas.openxmlformats.org/drawingml/2006/main">
            <a:pathLst>
              <a:path w="26613" h="65643">
                <a:moveTo>
                  <a:pt x="0" y="17884"/>
                </a:moveTo>
                <a:cubicBezTo>
                  <a:pt x="0" y="17884"/>
                  <a:pt x="0" y="16151"/>
                  <a:pt x="0" y="12685"/>
                </a:cubicBezTo>
                <a:cubicBezTo>
                  <a:pt x="0" y="9219"/>
                  <a:pt x="1075" y="6238"/>
                  <a:pt x="3226" y="3743"/>
                </a:cubicBezTo>
                <a:cubicBezTo>
                  <a:pt x="5376" y="1248"/>
                  <a:pt x="8266" y="0"/>
                  <a:pt x="11895" y="0"/>
                </a:cubicBezTo>
                <a:cubicBezTo>
                  <a:pt x="15659" y="0"/>
                  <a:pt x="19019" y="1733"/>
                  <a:pt x="21976" y="5199"/>
                </a:cubicBezTo>
                <a:cubicBezTo>
                  <a:pt x="24933" y="8665"/>
                  <a:pt x="26478" y="14764"/>
                  <a:pt x="26613" y="23498"/>
                </a:cubicBezTo>
                <a:cubicBezTo>
                  <a:pt x="26613" y="28350"/>
                  <a:pt x="26008" y="33064"/>
                  <a:pt x="24798" y="37639"/>
                </a:cubicBezTo>
                <a:cubicBezTo>
                  <a:pt x="23589" y="42214"/>
                  <a:pt x="22177" y="46165"/>
                  <a:pt x="20564" y="49492"/>
                </a:cubicBezTo>
                <a:cubicBezTo>
                  <a:pt x="18952" y="52819"/>
                  <a:pt x="17204" y="55661"/>
                  <a:pt x="15323" y="58018"/>
                </a:cubicBezTo>
                <a:cubicBezTo>
                  <a:pt x="13441" y="60375"/>
                  <a:pt x="11828" y="62246"/>
                  <a:pt x="10484" y="63632"/>
                </a:cubicBezTo>
                <a:cubicBezTo>
                  <a:pt x="9140" y="65019"/>
                  <a:pt x="8266" y="65643"/>
                  <a:pt x="7863" y="65504"/>
                </a:cubicBezTo>
                <a:cubicBezTo>
                  <a:pt x="7325" y="65504"/>
                  <a:pt x="6452" y="64880"/>
                  <a:pt x="5242" y="63632"/>
                </a:cubicBezTo>
                <a:cubicBezTo>
                  <a:pt x="4032" y="62385"/>
                  <a:pt x="3427" y="61484"/>
                  <a:pt x="3427" y="60929"/>
                </a:cubicBezTo>
                <a:cubicBezTo>
                  <a:pt x="3427" y="60375"/>
                  <a:pt x="4167" y="59265"/>
                  <a:pt x="5645" y="57602"/>
                </a:cubicBezTo>
                <a:cubicBezTo>
                  <a:pt x="7124" y="55938"/>
                  <a:pt x="8804" y="53859"/>
                  <a:pt x="10685" y="51363"/>
                </a:cubicBezTo>
                <a:cubicBezTo>
                  <a:pt x="12567" y="48868"/>
                  <a:pt x="14314" y="45402"/>
                  <a:pt x="15927" y="40966"/>
                </a:cubicBezTo>
                <a:cubicBezTo>
                  <a:pt x="17540" y="36530"/>
                  <a:pt x="18616" y="31470"/>
                  <a:pt x="19153" y="25786"/>
                </a:cubicBezTo>
                <a:lnTo>
                  <a:pt x="19153" y="23290"/>
                </a:lnTo>
                <a:lnTo>
                  <a:pt x="18952" y="23498"/>
                </a:lnTo>
                <a:cubicBezTo>
                  <a:pt x="18683" y="23637"/>
                  <a:pt x="18347" y="23776"/>
                  <a:pt x="17943" y="23914"/>
                </a:cubicBezTo>
                <a:cubicBezTo>
                  <a:pt x="17540" y="24053"/>
                  <a:pt x="17137" y="24261"/>
                  <a:pt x="16734" y="24538"/>
                </a:cubicBezTo>
                <a:cubicBezTo>
                  <a:pt x="16331" y="24815"/>
                  <a:pt x="15726" y="24954"/>
                  <a:pt x="14919" y="24954"/>
                </a:cubicBezTo>
                <a:cubicBezTo>
                  <a:pt x="14113" y="24954"/>
                  <a:pt x="13306" y="25023"/>
                  <a:pt x="12500" y="25162"/>
                </a:cubicBezTo>
                <a:cubicBezTo>
                  <a:pt x="8871" y="25162"/>
                  <a:pt x="5914" y="23983"/>
                  <a:pt x="3629" y="21627"/>
                </a:cubicBezTo>
                <a:lnTo>
                  <a:pt x="0" y="178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DC5221-5260-4F6B-9B28-C4DE6F81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518" y="6663993"/>
            <a:ext cx="26613" cy="65643"/>
          </a:xfrm>
          <a:custGeom xmlns:a="http://schemas.openxmlformats.org/drawingml/2006/main">
            <a:pathLst>
              <a:path w="26613" h="65643" fill="none">
                <a:moveTo>
                  <a:pt x="0" y="17884"/>
                </a:moveTo>
                <a:cubicBezTo>
                  <a:pt x="0" y="17884"/>
                  <a:pt x="0" y="16151"/>
                  <a:pt x="0" y="12685"/>
                </a:cubicBezTo>
                <a:cubicBezTo>
                  <a:pt x="0" y="9219"/>
                  <a:pt x="1075" y="6238"/>
                  <a:pt x="3226" y="3743"/>
                </a:cubicBezTo>
                <a:cubicBezTo>
                  <a:pt x="5376" y="1248"/>
                  <a:pt x="8266" y="0"/>
                  <a:pt x="11895" y="0"/>
                </a:cubicBezTo>
                <a:cubicBezTo>
                  <a:pt x="15659" y="0"/>
                  <a:pt x="19019" y="1733"/>
                  <a:pt x="21976" y="5199"/>
                </a:cubicBezTo>
                <a:cubicBezTo>
                  <a:pt x="24933" y="8665"/>
                  <a:pt x="26478" y="14764"/>
                  <a:pt x="26613" y="23498"/>
                </a:cubicBezTo>
                <a:cubicBezTo>
                  <a:pt x="26613" y="28350"/>
                  <a:pt x="26008" y="33064"/>
                  <a:pt x="24798" y="37639"/>
                </a:cubicBezTo>
                <a:cubicBezTo>
                  <a:pt x="23589" y="42214"/>
                  <a:pt x="22177" y="46165"/>
                  <a:pt x="20564" y="49492"/>
                </a:cubicBezTo>
                <a:cubicBezTo>
                  <a:pt x="18952" y="52819"/>
                  <a:pt x="17204" y="55661"/>
                  <a:pt x="15323" y="58018"/>
                </a:cubicBezTo>
                <a:cubicBezTo>
                  <a:pt x="13441" y="60375"/>
                  <a:pt x="11828" y="62246"/>
                  <a:pt x="10484" y="63632"/>
                </a:cubicBezTo>
                <a:cubicBezTo>
                  <a:pt x="9140" y="65019"/>
                  <a:pt x="8266" y="65643"/>
                  <a:pt x="7863" y="65504"/>
                </a:cubicBezTo>
                <a:cubicBezTo>
                  <a:pt x="7325" y="65504"/>
                  <a:pt x="6452" y="64880"/>
                  <a:pt x="5242" y="63632"/>
                </a:cubicBezTo>
                <a:cubicBezTo>
                  <a:pt x="4032" y="62385"/>
                  <a:pt x="3427" y="61484"/>
                  <a:pt x="3427" y="60929"/>
                </a:cubicBezTo>
                <a:cubicBezTo>
                  <a:pt x="3427" y="60375"/>
                  <a:pt x="4167" y="59265"/>
                  <a:pt x="5645" y="57602"/>
                </a:cubicBezTo>
                <a:cubicBezTo>
                  <a:pt x="7124" y="55938"/>
                  <a:pt x="8804" y="53859"/>
                  <a:pt x="10685" y="51363"/>
                </a:cubicBezTo>
                <a:cubicBezTo>
                  <a:pt x="12567" y="48868"/>
                  <a:pt x="14314" y="45402"/>
                  <a:pt x="15927" y="40966"/>
                </a:cubicBezTo>
                <a:cubicBezTo>
                  <a:pt x="17540" y="36530"/>
                  <a:pt x="18616" y="31470"/>
                  <a:pt x="19153" y="25786"/>
                </a:cubicBezTo>
                <a:lnTo>
                  <a:pt x="19153" y="23290"/>
                </a:lnTo>
                <a:lnTo>
                  <a:pt x="18952" y="23498"/>
                </a:lnTo>
                <a:cubicBezTo>
                  <a:pt x="18683" y="23637"/>
                  <a:pt x="18347" y="23776"/>
                  <a:pt x="17943" y="23914"/>
                </a:cubicBezTo>
                <a:cubicBezTo>
                  <a:pt x="17540" y="24053"/>
                  <a:pt x="17137" y="24261"/>
                  <a:pt x="16734" y="24538"/>
                </a:cubicBezTo>
                <a:cubicBezTo>
                  <a:pt x="16331" y="24815"/>
                  <a:pt x="15726" y="24954"/>
                  <a:pt x="14919" y="24954"/>
                </a:cubicBezTo>
                <a:cubicBezTo>
                  <a:pt x="14113" y="24954"/>
                  <a:pt x="13306" y="25023"/>
                  <a:pt x="12500" y="25162"/>
                </a:cubicBezTo>
                <a:cubicBezTo>
                  <a:pt x="8871" y="25162"/>
                  <a:pt x="5914" y="23983"/>
                  <a:pt x="3629" y="21627"/>
                </a:cubicBezTo>
                <a:lnTo>
                  <a:pt x="0" y="1788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9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402F10-56BD-4EFC-A0CF-E67B7AA0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472" y="6533193"/>
            <a:ext cx="45094" cy="207949"/>
          </a:xfrm>
          <a:custGeom xmlns:a="http://schemas.openxmlformats.org/drawingml/2006/main">
            <a:pathLst>
              <a:path w="45094" h="207949">
                <a:moveTo>
                  <a:pt x="45094" y="204206"/>
                </a:moveTo>
                <a:cubicBezTo>
                  <a:pt x="44960" y="205176"/>
                  <a:pt x="44556" y="206008"/>
                  <a:pt x="43884" y="206701"/>
                </a:cubicBezTo>
                <a:cubicBezTo>
                  <a:pt x="43212" y="207395"/>
                  <a:pt x="42271" y="207810"/>
                  <a:pt x="41062" y="207949"/>
                </a:cubicBezTo>
                <a:cubicBezTo>
                  <a:pt x="39718" y="207949"/>
                  <a:pt x="38575" y="207256"/>
                  <a:pt x="37634" y="205870"/>
                </a:cubicBezTo>
                <a:cubicBezTo>
                  <a:pt x="37231" y="204899"/>
                  <a:pt x="30914" y="187847"/>
                  <a:pt x="18683" y="154714"/>
                </a:cubicBezTo>
                <a:cubicBezTo>
                  <a:pt x="6452" y="121581"/>
                  <a:pt x="269" y="104668"/>
                  <a:pt x="134" y="103975"/>
                </a:cubicBezTo>
                <a:cubicBezTo>
                  <a:pt x="0" y="103281"/>
                  <a:pt x="6116" y="86368"/>
                  <a:pt x="18481" y="53235"/>
                </a:cubicBezTo>
                <a:cubicBezTo>
                  <a:pt x="30847" y="20102"/>
                  <a:pt x="37231" y="3050"/>
                  <a:pt x="37634" y="2079"/>
                </a:cubicBezTo>
                <a:cubicBezTo>
                  <a:pt x="38038" y="1386"/>
                  <a:pt x="38710" y="762"/>
                  <a:pt x="39650" y="208"/>
                </a:cubicBezTo>
                <a:lnTo>
                  <a:pt x="40255" y="0"/>
                </a:lnTo>
                <a:cubicBezTo>
                  <a:pt x="40658" y="0"/>
                  <a:pt x="40927" y="0"/>
                  <a:pt x="41062" y="0"/>
                </a:cubicBezTo>
                <a:cubicBezTo>
                  <a:pt x="43481" y="0"/>
                  <a:pt x="44825" y="1248"/>
                  <a:pt x="45094" y="3743"/>
                </a:cubicBezTo>
                <a:cubicBezTo>
                  <a:pt x="45094" y="4436"/>
                  <a:pt x="39046" y="21280"/>
                  <a:pt x="26949" y="54275"/>
                </a:cubicBezTo>
                <a:cubicBezTo>
                  <a:pt x="14718" y="87131"/>
                  <a:pt x="8602" y="103697"/>
                  <a:pt x="8602" y="103975"/>
                </a:cubicBezTo>
                <a:cubicBezTo>
                  <a:pt x="8602" y="104252"/>
                  <a:pt x="14718" y="120818"/>
                  <a:pt x="26949" y="153674"/>
                </a:cubicBezTo>
                <a:cubicBezTo>
                  <a:pt x="39046" y="186669"/>
                  <a:pt x="45094" y="203513"/>
                  <a:pt x="45094" y="2042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B849CA-48C6-44BB-B910-C9799792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472" y="6533193"/>
            <a:ext cx="45094" cy="207949"/>
          </a:xfrm>
          <a:custGeom xmlns:a="http://schemas.openxmlformats.org/drawingml/2006/main">
            <a:pathLst>
              <a:path w="45094" h="207949" fill="none">
                <a:moveTo>
                  <a:pt x="45094" y="204206"/>
                </a:moveTo>
                <a:cubicBezTo>
                  <a:pt x="44960" y="205176"/>
                  <a:pt x="44556" y="206008"/>
                  <a:pt x="43884" y="206701"/>
                </a:cubicBezTo>
                <a:cubicBezTo>
                  <a:pt x="43212" y="207395"/>
                  <a:pt x="42271" y="207810"/>
                  <a:pt x="41062" y="207949"/>
                </a:cubicBezTo>
                <a:cubicBezTo>
                  <a:pt x="39718" y="207949"/>
                  <a:pt x="38575" y="207256"/>
                  <a:pt x="37634" y="205870"/>
                </a:cubicBezTo>
                <a:cubicBezTo>
                  <a:pt x="37231" y="204899"/>
                  <a:pt x="30914" y="187847"/>
                  <a:pt x="18683" y="154714"/>
                </a:cubicBezTo>
                <a:cubicBezTo>
                  <a:pt x="6452" y="121581"/>
                  <a:pt x="269" y="104668"/>
                  <a:pt x="134" y="103975"/>
                </a:cubicBezTo>
                <a:cubicBezTo>
                  <a:pt x="0" y="103281"/>
                  <a:pt x="6116" y="86368"/>
                  <a:pt x="18481" y="53235"/>
                </a:cubicBezTo>
                <a:cubicBezTo>
                  <a:pt x="30847" y="20102"/>
                  <a:pt x="37231" y="3050"/>
                  <a:pt x="37634" y="2079"/>
                </a:cubicBezTo>
                <a:cubicBezTo>
                  <a:pt x="38038" y="1386"/>
                  <a:pt x="38710" y="762"/>
                  <a:pt x="39650" y="208"/>
                </a:cubicBezTo>
                <a:lnTo>
                  <a:pt x="40255" y="0"/>
                </a:lnTo>
                <a:cubicBezTo>
                  <a:pt x="40658" y="0"/>
                  <a:pt x="40927" y="0"/>
                  <a:pt x="41062" y="0"/>
                </a:cubicBezTo>
                <a:cubicBezTo>
                  <a:pt x="43481" y="0"/>
                  <a:pt x="44825" y="1248"/>
                  <a:pt x="45094" y="3743"/>
                </a:cubicBezTo>
                <a:cubicBezTo>
                  <a:pt x="45094" y="4436"/>
                  <a:pt x="39046" y="21280"/>
                  <a:pt x="26949" y="54275"/>
                </a:cubicBezTo>
                <a:cubicBezTo>
                  <a:pt x="14718" y="87131"/>
                  <a:pt x="8602" y="103697"/>
                  <a:pt x="8602" y="103975"/>
                </a:cubicBezTo>
                <a:cubicBezTo>
                  <a:pt x="8602" y="104252"/>
                  <a:pt x="14718" y="120818"/>
                  <a:pt x="26949" y="153674"/>
                </a:cubicBezTo>
                <a:cubicBezTo>
                  <a:pt x="39046" y="186669"/>
                  <a:pt x="45094" y="203513"/>
                  <a:pt x="45094" y="2042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9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399229-246F-4097-97F3-1F77CFFB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106" y="6547750"/>
            <a:ext cx="147782" cy="141405"/>
          </a:xfrm>
          <a:custGeom xmlns:a="http://schemas.openxmlformats.org/drawingml/2006/main">
            <a:pathLst>
              <a:path w="147782" h="141405">
                <a:moveTo>
                  <a:pt x="92943" y="97112"/>
                </a:moveTo>
                <a:cubicBezTo>
                  <a:pt x="90255" y="97112"/>
                  <a:pt x="88911" y="96211"/>
                  <a:pt x="88911" y="94409"/>
                </a:cubicBezTo>
                <a:cubicBezTo>
                  <a:pt x="88911" y="93854"/>
                  <a:pt x="89247" y="92191"/>
                  <a:pt x="89919" y="89418"/>
                </a:cubicBezTo>
                <a:cubicBezTo>
                  <a:pt x="90591" y="86645"/>
                  <a:pt x="90927" y="84219"/>
                  <a:pt x="90927" y="82140"/>
                </a:cubicBezTo>
                <a:cubicBezTo>
                  <a:pt x="90927" y="77842"/>
                  <a:pt x="89516" y="75208"/>
                  <a:pt x="86693" y="74238"/>
                </a:cubicBezTo>
                <a:cubicBezTo>
                  <a:pt x="83871" y="73267"/>
                  <a:pt x="77352" y="72782"/>
                  <a:pt x="67137" y="72782"/>
                </a:cubicBezTo>
                <a:lnTo>
                  <a:pt x="56653" y="72782"/>
                </a:lnTo>
                <a:cubicBezTo>
                  <a:pt x="56519" y="73059"/>
                  <a:pt x="54167" y="82625"/>
                  <a:pt x="49597" y="101479"/>
                </a:cubicBezTo>
                <a:cubicBezTo>
                  <a:pt x="45027" y="120333"/>
                  <a:pt x="42742" y="130038"/>
                  <a:pt x="42742" y="130592"/>
                </a:cubicBezTo>
                <a:cubicBezTo>
                  <a:pt x="42742" y="131147"/>
                  <a:pt x="43481" y="131424"/>
                  <a:pt x="44960" y="131424"/>
                </a:cubicBezTo>
                <a:cubicBezTo>
                  <a:pt x="46438" y="131424"/>
                  <a:pt x="51814" y="131562"/>
                  <a:pt x="61089" y="131840"/>
                </a:cubicBezTo>
                <a:cubicBezTo>
                  <a:pt x="73723" y="131840"/>
                  <a:pt x="82056" y="131701"/>
                  <a:pt x="86088" y="131424"/>
                </a:cubicBezTo>
                <a:cubicBezTo>
                  <a:pt x="90121" y="131147"/>
                  <a:pt x="94153" y="130245"/>
                  <a:pt x="98185" y="128720"/>
                </a:cubicBezTo>
                <a:cubicBezTo>
                  <a:pt x="104771" y="126502"/>
                  <a:pt x="110215" y="122621"/>
                  <a:pt x="114516" y="117075"/>
                </a:cubicBezTo>
                <a:cubicBezTo>
                  <a:pt x="118817" y="111530"/>
                  <a:pt x="123588" y="102450"/>
                  <a:pt x="128830" y="89834"/>
                </a:cubicBezTo>
                <a:cubicBezTo>
                  <a:pt x="130174" y="86784"/>
                  <a:pt x="131048" y="85120"/>
                  <a:pt x="131451" y="84843"/>
                </a:cubicBezTo>
                <a:cubicBezTo>
                  <a:pt x="132392" y="84566"/>
                  <a:pt x="133400" y="84427"/>
                  <a:pt x="134475" y="84427"/>
                </a:cubicBezTo>
                <a:cubicBezTo>
                  <a:pt x="137164" y="84427"/>
                  <a:pt x="138508" y="85328"/>
                  <a:pt x="138508" y="87131"/>
                </a:cubicBezTo>
                <a:cubicBezTo>
                  <a:pt x="124395" y="122343"/>
                  <a:pt x="117002" y="140296"/>
                  <a:pt x="116330" y="140989"/>
                </a:cubicBezTo>
                <a:cubicBezTo>
                  <a:pt x="115927" y="141267"/>
                  <a:pt x="96707" y="141405"/>
                  <a:pt x="58669" y="141405"/>
                </a:cubicBezTo>
                <a:lnTo>
                  <a:pt x="20564" y="141405"/>
                </a:lnTo>
                <a:cubicBezTo>
                  <a:pt x="6855" y="141405"/>
                  <a:pt x="0" y="140643"/>
                  <a:pt x="0" y="139118"/>
                </a:cubicBezTo>
                <a:cubicBezTo>
                  <a:pt x="0" y="138841"/>
                  <a:pt x="202" y="137870"/>
                  <a:pt x="605" y="136207"/>
                </a:cubicBezTo>
                <a:cubicBezTo>
                  <a:pt x="1142" y="133989"/>
                  <a:pt x="1680" y="132741"/>
                  <a:pt x="2218" y="132464"/>
                </a:cubicBezTo>
                <a:cubicBezTo>
                  <a:pt x="2755" y="132186"/>
                  <a:pt x="4301" y="131978"/>
                  <a:pt x="6855" y="131840"/>
                </a:cubicBezTo>
                <a:cubicBezTo>
                  <a:pt x="10484" y="131840"/>
                  <a:pt x="14516" y="131632"/>
                  <a:pt x="18952" y="131216"/>
                </a:cubicBezTo>
                <a:cubicBezTo>
                  <a:pt x="20833" y="130800"/>
                  <a:pt x="22110" y="129968"/>
                  <a:pt x="22782" y="128720"/>
                </a:cubicBezTo>
                <a:cubicBezTo>
                  <a:pt x="23051" y="128027"/>
                  <a:pt x="27823" y="108549"/>
                  <a:pt x="37097" y="70287"/>
                </a:cubicBezTo>
                <a:cubicBezTo>
                  <a:pt x="46371" y="32024"/>
                  <a:pt x="51075" y="12616"/>
                  <a:pt x="51210" y="12061"/>
                </a:cubicBezTo>
                <a:cubicBezTo>
                  <a:pt x="51210" y="11091"/>
                  <a:pt x="50941" y="10605"/>
                  <a:pt x="50403" y="10605"/>
                </a:cubicBezTo>
                <a:cubicBezTo>
                  <a:pt x="49328" y="10190"/>
                  <a:pt x="45766" y="9843"/>
                  <a:pt x="39718" y="9566"/>
                </a:cubicBezTo>
                <a:lnTo>
                  <a:pt x="33468" y="9566"/>
                </a:lnTo>
                <a:cubicBezTo>
                  <a:pt x="32661" y="8734"/>
                  <a:pt x="32258" y="8179"/>
                  <a:pt x="32258" y="7902"/>
                </a:cubicBezTo>
                <a:cubicBezTo>
                  <a:pt x="32258" y="7625"/>
                  <a:pt x="32392" y="6446"/>
                  <a:pt x="32661" y="4367"/>
                </a:cubicBezTo>
                <a:cubicBezTo>
                  <a:pt x="33199" y="2010"/>
                  <a:pt x="33871" y="555"/>
                  <a:pt x="34677" y="0"/>
                </a:cubicBezTo>
                <a:lnTo>
                  <a:pt x="146371" y="0"/>
                </a:lnTo>
                <a:cubicBezTo>
                  <a:pt x="147311" y="555"/>
                  <a:pt x="147782" y="1317"/>
                  <a:pt x="147782" y="2287"/>
                </a:cubicBezTo>
                <a:cubicBezTo>
                  <a:pt x="147782" y="2981"/>
                  <a:pt x="146908" y="10744"/>
                  <a:pt x="145161" y="25578"/>
                </a:cubicBezTo>
                <a:cubicBezTo>
                  <a:pt x="143414" y="40411"/>
                  <a:pt x="142473" y="48036"/>
                  <a:pt x="142338" y="48452"/>
                </a:cubicBezTo>
                <a:cubicBezTo>
                  <a:pt x="142069" y="49423"/>
                  <a:pt x="140725" y="49908"/>
                  <a:pt x="138306" y="49908"/>
                </a:cubicBezTo>
                <a:lnTo>
                  <a:pt x="135887" y="49908"/>
                </a:lnTo>
                <a:cubicBezTo>
                  <a:pt x="134946" y="49215"/>
                  <a:pt x="134475" y="48314"/>
                  <a:pt x="134475" y="47204"/>
                </a:cubicBezTo>
                <a:lnTo>
                  <a:pt x="135080" y="42422"/>
                </a:lnTo>
                <a:cubicBezTo>
                  <a:pt x="135483" y="39094"/>
                  <a:pt x="135685" y="35490"/>
                  <a:pt x="135685" y="31608"/>
                </a:cubicBezTo>
                <a:cubicBezTo>
                  <a:pt x="135685" y="27449"/>
                  <a:pt x="135215" y="23983"/>
                  <a:pt x="134274" y="21211"/>
                </a:cubicBezTo>
                <a:cubicBezTo>
                  <a:pt x="133333" y="18438"/>
                  <a:pt x="132056" y="16289"/>
                  <a:pt x="130443" y="14764"/>
                </a:cubicBezTo>
                <a:cubicBezTo>
                  <a:pt x="128830" y="13239"/>
                  <a:pt x="126478" y="12130"/>
                  <a:pt x="123387" y="11437"/>
                </a:cubicBezTo>
                <a:cubicBezTo>
                  <a:pt x="120295" y="10744"/>
                  <a:pt x="117137" y="10259"/>
                  <a:pt x="113911" y="9982"/>
                </a:cubicBezTo>
                <a:cubicBezTo>
                  <a:pt x="110685" y="9704"/>
                  <a:pt x="106384" y="9566"/>
                  <a:pt x="101008" y="9566"/>
                </a:cubicBezTo>
                <a:lnTo>
                  <a:pt x="91532" y="9566"/>
                </a:lnTo>
                <a:cubicBezTo>
                  <a:pt x="79704" y="9704"/>
                  <a:pt x="73454" y="9912"/>
                  <a:pt x="72782" y="10190"/>
                </a:cubicBezTo>
                <a:cubicBezTo>
                  <a:pt x="72244" y="10467"/>
                  <a:pt x="71841" y="11091"/>
                  <a:pt x="71572" y="12061"/>
                </a:cubicBezTo>
                <a:cubicBezTo>
                  <a:pt x="71438" y="12477"/>
                  <a:pt x="69355" y="21003"/>
                  <a:pt x="65322" y="37639"/>
                </a:cubicBezTo>
                <a:cubicBezTo>
                  <a:pt x="61290" y="54275"/>
                  <a:pt x="59207" y="62731"/>
                  <a:pt x="59072" y="63009"/>
                </a:cubicBezTo>
                <a:cubicBezTo>
                  <a:pt x="62164" y="63147"/>
                  <a:pt x="65390" y="63217"/>
                  <a:pt x="68750" y="63217"/>
                </a:cubicBezTo>
                <a:lnTo>
                  <a:pt x="73992" y="63217"/>
                </a:lnTo>
                <a:cubicBezTo>
                  <a:pt x="82863" y="63217"/>
                  <a:pt x="88978" y="62177"/>
                  <a:pt x="92338" y="60097"/>
                </a:cubicBezTo>
                <a:cubicBezTo>
                  <a:pt x="95699" y="58018"/>
                  <a:pt x="98723" y="52403"/>
                  <a:pt x="101411" y="43253"/>
                </a:cubicBezTo>
                <a:cubicBezTo>
                  <a:pt x="101949" y="41035"/>
                  <a:pt x="102352" y="39788"/>
                  <a:pt x="102621" y="39510"/>
                </a:cubicBezTo>
                <a:cubicBezTo>
                  <a:pt x="102889" y="39233"/>
                  <a:pt x="104032" y="39025"/>
                  <a:pt x="106048" y="38886"/>
                </a:cubicBezTo>
                <a:cubicBezTo>
                  <a:pt x="106720" y="38886"/>
                  <a:pt x="107258" y="38886"/>
                  <a:pt x="107661" y="38886"/>
                </a:cubicBezTo>
                <a:cubicBezTo>
                  <a:pt x="108064" y="38886"/>
                  <a:pt x="108400" y="38956"/>
                  <a:pt x="108669" y="39094"/>
                </a:cubicBezTo>
                <a:cubicBezTo>
                  <a:pt x="108938" y="39233"/>
                  <a:pt x="109072" y="39302"/>
                  <a:pt x="109072" y="39302"/>
                </a:cubicBezTo>
                <a:cubicBezTo>
                  <a:pt x="109072" y="39302"/>
                  <a:pt x="109207" y="39580"/>
                  <a:pt x="109475" y="40134"/>
                </a:cubicBezTo>
                <a:cubicBezTo>
                  <a:pt x="109744" y="40689"/>
                  <a:pt x="109946" y="40966"/>
                  <a:pt x="110080" y="40966"/>
                </a:cubicBezTo>
                <a:lnTo>
                  <a:pt x="103427" y="68415"/>
                </a:lnTo>
                <a:cubicBezTo>
                  <a:pt x="98992" y="86853"/>
                  <a:pt x="96572" y="96211"/>
                  <a:pt x="96169" y="96488"/>
                </a:cubicBezTo>
                <a:cubicBezTo>
                  <a:pt x="95766" y="96904"/>
                  <a:pt x="94691" y="97112"/>
                  <a:pt x="92943" y="971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7D8831-CE51-4E3C-BAF9-4748BDA8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106" y="6547750"/>
            <a:ext cx="147782" cy="141405"/>
          </a:xfrm>
          <a:custGeom xmlns:a="http://schemas.openxmlformats.org/drawingml/2006/main">
            <a:pathLst>
              <a:path w="147782" h="141405" fill="none">
                <a:moveTo>
                  <a:pt x="92943" y="97112"/>
                </a:moveTo>
                <a:cubicBezTo>
                  <a:pt x="90255" y="97112"/>
                  <a:pt x="88911" y="96211"/>
                  <a:pt x="88911" y="94409"/>
                </a:cubicBezTo>
                <a:cubicBezTo>
                  <a:pt x="88911" y="93854"/>
                  <a:pt x="89247" y="92191"/>
                  <a:pt x="89919" y="89418"/>
                </a:cubicBezTo>
                <a:cubicBezTo>
                  <a:pt x="90591" y="86645"/>
                  <a:pt x="90927" y="84219"/>
                  <a:pt x="90927" y="82140"/>
                </a:cubicBezTo>
                <a:cubicBezTo>
                  <a:pt x="90927" y="77842"/>
                  <a:pt x="89516" y="75208"/>
                  <a:pt x="86693" y="74238"/>
                </a:cubicBezTo>
                <a:cubicBezTo>
                  <a:pt x="83871" y="73267"/>
                  <a:pt x="77352" y="72782"/>
                  <a:pt x="67137" y="72782"/>
                </a:cubicBezTo>
                <a:lnTo>
                  <a:pt x="56653" y="72782"/>
                </a:lnTo>
                <a:cubicBezTo>
                  <a:pt x="56519" y="73059"/>
                  <a:pt x="54167" y="82625"/>
                  <a:pt x="49597" y="101479"/>
                </a:cubicBezTo>
                <a:cubicBezTo>
                  <a:pt x="45027" y="120333"/>
                  <a:pt x="42742" y="130038"/>
                  <a:pt x="42742" y="130592"/>
                </a:cubicBezTo>
                <a:cubicBezTo>
                  <a:pt x="42742" y="131147"/>
                  <a:pt x="43481" y="131424"/>
                  <a:pt x="44960" y="131424"/>
                </a:cubicBezTo>
                <a:cubicBezTo>
                  <a:pt x="46438" y="131424"/>
                  <a:pt x="51814" y="131562"/>
                  <a:pt x="61089" y="131840"/>
                </a:cubicBezTo>
                <a:cubicBezTo>
                  <a:pt x="73723" y="131840"/>
                  <a:pt x="82056" y="131701"/>
                  <a:pt x="86088" y="131424"/>
                </a:cubicBezTo>
                <a:cubicBezTo>
                  <a:pt x="90121" y="131147"/>
                  <a:pt x="94153" y="130245"/>
                  <a:pt x="98185" y="128720"/>
                </a:cubicBezTo>
                <a:cubicBezTo>
                  <a:pt x="104771" y="126502"/>
                  <a:pt x="110215" y="122621"/>
                  <a:pt x="114516" y="117075"/>
                </a:cubicBezTo>
                <a:cubicBezTo>
                  <a:pt x="118817" y="111530"/>
                  <a:pt x="123588" y="102450"/>
                  <a:pt x="128830" y="89834"/>
                </a:cubicBezTo>
                <a:cubicBezTo>
                  <a:pt x="130174" y="86784"/>
                  <a:pt x="131048" y="85120"/>
                  <a:pt x="131451" y="84843"/>
                </a:cubicBezTo>
                <a:cubicBezTo>
                  <a:pt x="132392" y="84566"/>
                  <a:pt x="133400" y="84427"/>
                  <a:pt x="134475" y="84427"/>
                </a:cubicBezTo>
                <a:cubicBezTo>
                  <a:pt x="137164" y="84427"/>
                  <a:pt x="138508" y="85328"/>
                  <a:pt x="138508" y="87131"/>
                </a:cubicBezTo>
                <a:cubicBezTo>
                  <a:pt x="124395" y="122343"/>
                  <a:pt x="117002" y="140296"/>
                  <a:pt x="116330" y="140989"/>
                </a:cubicBezTo>
                <a:cubicBezTo>
                  <a:pt x="115927" y="141267"/>
                  <a:pt x="96707" y="141405"/>
                  <a:pt x="58669" y="141405"/>
                </a:cubicBezTo>
                <a:lnTo>
                  <a:pt x="20564" y="141405"/>
                </a:lnTo>
                <a:cubicBezTo>
                  <a:pt x="6855" y="141405"/>
                  <a:pt x="0" y="140643"/>
                  <a:pt x="0" y="139118"/>
                </a:cubicBezTo>
                <a:cubicBezTo>
                  <a:pt x="0" y="138841"/>
                  <a:pt x="202" y="137870"/>
                  <a:pt x="605" y="136207"/>
                </a:cubicBezTo>
                <a:cubicBezTo>
                  <a:pt x="1142" y="133989"/>
                  <a:pt x="1680" y="132741"/>
                  <a:pt x="2218" y="132464"/>
                </a:cubicBezTo>
                <a:cubicBezTo>
                  <a:pt x="2755" y="132186"/>
                  <a:pt x="4301" y="131978"/>
                  <a:pt x="6855" y="131840"/>
                </a:cubicBezTo>
                <a:cubicBezTo>
                  <a:pt x="10484" y="131840"/>
                  <a:pt x="14516" y="131632"/>
                  <a:pt x="18952" y="131216"/>
                </a:cubicBezTo>
                <a:cubicBezTo>
                  <a:pt x="20833" y="130800"/>
                  <a:pt x="22110" y="129968"/>
                  <a:pt x="22782" y="128720"/>
                </a:cubicBezTo>
                <a:cubicBezTo>
                  <a:pt x="23051" y="128027"/>
                  <a:pt x="27823" y="108549"/>
                  <a:pt x="37097" y="70287"/>
                </a:cubicBezTo>
                <a:cubicBezTo>
                  <a:pt x="46371" y="32024"/>
                  <a:pt x="51075" y="12616"/>
                  <a:pt x="51210" y="12061"/>
                </a:cubicBezTo>
                <a:cubicBezTo>
                  <a:pt x="51210" y="11091"/>
                  <a:pt x="50941" y="10605"/>
                  <a:pt x="50403" y="10605"/>
                </a:cubicBezTo>
                <a:cubicBezTo>
                  <a:pt x="49328" y="10190"/>
                  <a:pt x="45766" y="9843"/>
                  <a:pt x="39718" y="9566"/>
                </a:cubicBezTo>
                <a:lnTo>
                  <a:pt x="33468" y="9566"/>
                </a:lnTo>
                <a:cubicBezTo>
                  <a:pt x="32661" y="8734"/>
                  <a:pt x="32258" y="8179"/>
                  <a:pt x="32258" y="7902"/>
                </a:cubicBezTo>
                <a:cubicBezTo>
                  <a:pt x="32258" y="7625"/>
                  <a:pt x="32392" y="6446"/>
                  <a:pt x="32661" y="4367"/>
                </a:cubicBezTo>
                <a:cubicBezTo>
                  <a:pt x="33199" y="2010"/>
                  <a:pt x="33871" y="555"/>
                  <a:pt x="34677" y="0"/>
                </a:cubicBezTo>
                <a:lnTo>
                  <a:pt x="146371" y="0"/>
                </a:lnTo>
                <a:cubicBezTo>
                  <a:pt x="147311" y="555"/>
                  <a:pt x="147782" y="1317"/>
                  <a:pt x="147782" y="2287"/>
                </a:cubicBezTo>
                <a:cubicBezTo>
                  <a:pt x="147782" y="2981"/>
                  <a:pt x="146908" y="10744"/>
                  <a:pt x="145161" y="25578"/>
                </a:cubicBezTo>
                <a:cubicBezTo>
                  <a:pt x="143414" y="40411"/>
                  <a:pt x="142473" y="48036"/>
                  <a:pt x="142338" y="48452"/>
                </a:cubicBezTo>
                <a:cubicBezTo>
                  <a:pt x="142069" y="49423"/>
                  <a:pt x="140725" y="49908"/>
                  <a:pt x="138306" y="49908"/>
                </a:cubicBezTo>
                <a:lnTo>
                  <a:pt x="135887" y="49908"/>
                </a:lnTo>
                <a:cubicBezTo>
                  <a:pt x="134946" y="49215"/>
                  <a:pt x="134475" y="48314"/>
                  <a:pt x="134475" y="47204"/>
                </a:cubicBezTo>
                <a:lnTo>
                  <a:pt x="135080" y="42422"/>
                </a:lnTo>
                <a:cubicBezTo>
                  <a:pt x="135483" y="39094"/>
                  <a:pt x="135685" y="35490"/>
                  <a:pt x="135685" y="31608"/>
                </a:cubicBezTo>
                <a:cubicBezTo>
                  <a:pt x="135685" y="27449"/>
                  <a:pt x="135215" y="23983"/>
                  <a:pt x="134274" y="21211"/>
                </a:cubicBezTo>
                <a:cubicBezTo>
                  <a:pt x="133333" y="18438"/>
                  <a:pt x="132056" y="16289"/>
                  <a:pt x="130443" y="14764"/>
                </a:cubicBezTo>
                <a:cubicBezTo>
                  <a:pt x="128830" y="13239"/>
                  <a:pt x="126478" y="12130"/>
                  <a:pt x="123387" y="11437"/>
                </a:cubicBezTo>
                <a:cubicBezTo>
                  <a:pt x="120295" y="10744"/>
                  <a:pt x="117137" y="10259"/>
                  <a:pt x="113911" y="9982"/>
                </a:cubicBezTo>
                <a:cubicBezTo>
                  <a:pt x="110685" y="9704"/>
                  <a:pt x="106384" y="9566"/>
                  <a:pt x="101008" y="9566"/>
                </a:cubicBezTo>
                <a:lnTo>
                  <a:pt x="91532" y="9566"/>
                </a:lnTo>
                <a:cubicBezTo>
                  <a:pt x="79704" y="9704"/>
                  <a:pt x="73454" y="9912"/>
                  <a:pt x="72782" y="10190"/>
                </a:cubicBezTo>
                <a:cubicBezTo>
                  <a:pt x="72244" y="10467"/>
                  <a:pt x="71841" y="11091"/>
                  <a:pt x="71572" y="12061"/>
                </a:cubicBezTo>
                <a:cubicBezTo>
                  <a:pt x="71438" y="12477"/>
                  <a:pt x="69355" y="21003"/>
                  <a:pt x="65322" y="37639"/>
                </a:cubicBezTo>
                <a:cubicBezTo>
                  <a:pt x="61290" y="54275"/>
                  <a:pt x="59207" y="62731"/>
                  <a:pt x="59072" y="63009"/>
                </a:cubicBezTo>
                <a:cubicBezTo>
                  <a:pt x="62164" y="63147"/>
                  <a:pt x="65390" y="63217"/>
                  <a:pt x="68750" y="63217"/>
                </a:cubicBezTo>
                <a:lnTo>
                  <a:pt x="73992" y="63217"/>
                </a:lnTo>
                <a:cubicBezTo>
                  <a:pt x="82863" y="63217"/>
                  <a:pt x="88978" y="62177"/>
                  <a:pt x="92338" y="60097"/>
                </a:cubicBezTo>
                <a:cubicBezTo>
                  <a:pt x="95699" y="58018"/>
                  <a:pt x="98723" y="52403"/>
                  <a:pt x="101411" y="43253"/>
                </a:cubicBezTo>
                <a:cubicBezTo>
                  <a:pt x="101949" y="41035"/>
                  <a:pt x="102352" y="39788"/>
                  <a:pt x="102621" y="39510"/>
                </a:cubicBezTo>
                <a:cubicBezTo>
                  <a:pt x="102889" y="39233"/>
                  <a:pt x="104032" y="39025"/>
                  <a:pt x="106048" y="38886"/>
                </a:cubicBezTo>
                <a:cubicBezTo>
                  <a:pt x="106720" y="38886"/>
                  <a:pt x="107258" y="38886"/>
                  <a:pt x="107661" y="38886"/>
                </a:cubicBezTo>
                <a:cubicBezTo>
                  <a:pt x="108064" y="38886"/>
                  <a:pt x="108400" y="38956"/>
                  <a:pt x="108669" y="39094"/>
                </a:cubicBezTo>
                <a:cubicBezTo>
                  <a:pt x="108938" y="39233"/>
                  <a:pt x="109072" y="39302"/>
                  <a:pt x="109072" y="39302"/>
                </a:cubicBezTo>
                <a:cubicBezTo>
                  <a:pt x="109072" y="39302"/>
                  <a:pt x="109207" y="39580"/>
                  <a:pt x="109475" y="40134"/>
                </a:cubicBezTo>
                <a:cubicBezTo>
                  <a:pt x="109744" y="40689"/>
                  <a:pt x="109946" y="40966"/>
                  <a:pt x="110080" y="40966"/>
                </a:cubicBezTo>
                <a:lnTo>
                  <a:pt x="103427" y="68415"/>
                </a:lnTo>
                <a:cubicBezTo>
                  <a:pt x="98992" y="86853"/>
                  <a:pt x="96572" y="96211"/>
                  <a:pt x="96169" y="96488"/>
                </a:cubicBezTo>
                <a:cubicBezTo>
                  <a:pt x="95766" y="96904"/>
                  <a:pt x="94691" y="97112"/>
                  <a:pt x="92943" y="9711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9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D58F11-7DDB-4CF3-96CA-EC6684E0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859" y="6622431"/>
            <a:ext cx="60009" cy="101150"/>
          </a:xfrm>
          <a:custGeom xmlns:a="http://schemas.openxmlformats.org/drawingml/2006/main">
            <a:pathLst>
              <a:path w="60009" h="101150">
                <a:moveTo>
                  <a:pt x="8125" y="11909"/>
                </a:moveTo>
                <a:cubicBezTo>
                  <a:pt x="13446" y="3970"/>
                  <a:pt x="20716" y="0"/>
                  <a:pt x="29933" y="0"/>
                </a:cubicBezTo>
                <a:cubicBezTo>
                  <a:pt x="34495" y="0"/>
                  <a:pt x="39056" y="1274"/>
                  <a:pt x="43617" y="3823"/>
                </a:cubicBezTo>
                <a:cubicBezTo>
                  <a:pt x="48178" y="6371"/>
                  <a:pt x="51885" y="10879"/>
                  <a:pt x="54735" y="17348"/>
                </a:cubicBezTo>
                <a:cubicBezTo>
                  <a:pt x="58251" y="25483"/>
                  <a:pt x="60009" y="36657"/>
                  <a:pt x="60009" y="50869"/>
                </a:cubicBezTo>
                <a:cubicBezTo>
                  <a:pt x="60009" y="66061"/>
                  <a:pt x="57966" y="77676"/>
                  <a:pt x="53880" y="85713"/>
                </a:cubicBezTo>
                <a:cubicBezTo>
                  <a:pt x="51980" y="89829"/>
                  <a:pt x="49366" y="93113"/>
                  <a:pt x="46040" y="95563"/>
                </a:cubicBezTo>
                <a:cubicBezTo>
                  <a:pt x="42714" y="98013"/>
                  <a:pt x="39816" y="99533"/>
                  <a:pt x="37345" y="100121"/>
                </a:cubicBezTo>
                <a:cubicBezTo>
                  <a:pt x="34875" y="100709"/>
                  <a:pt x="32452" y="101052"/>
                  <a:pt x="30076" y="101150"/>
                </a:cubicBezTo>
                <a:cubicBezTo>
                  <a:pt x="27605" y="101150"/>
                  <a:pt x="25135" y="100856"/>
                  <a:pt x="22664" y="100268"/>
                </a:cubicBezTo>
                <a:cubicBezTo>
                  <a:pt x="20193" y="99680"/>
                  <a:pt x="17295" y="98111"/>
                  <a:pt x="13969" y="95563"/>
                </a:cubicBezTo>
                <a:cubicBezTo>
                  <a:pt x="10643" y="93015"/>
                  <a:pt x="8030" y="89731"/>
                  <a:pt x="6129" y="85713"/>
                </a:cubicBezTo>
                <a:cubicBezTo>
                  <a:pt x="2043" y="77676"/>
                  <a:pt x="0" y="66061"/>
                  <a:pt x="0" y="50869"/>
                </a:cubicBezTo>
                <a:cubicBezTo>
                  <a:pt x="0" y="33815"/>
                  <a:pt x="2708" y="20828"/>
                  <a:pt x="8125" y="11909"/>
                </a:cubicBezTo>
                <a:close/>
                <a:moveTo>
                  <a:pt x="40196" y="10144"/>
                </a:moveTo>
                <a:cubicBezTo>
                  <a:pt x="37345" y="7008"/>
                  <a:pt x="33972" y="5440"/>
                  <a:pt x="30076" y="5440"/>
                </a:cubicBezTo>
                <a:cubicBezTo>
                  <a:pt x="26085" y="5440"/>
                  <a:pt x="22664" y="7008"/>
                  <a:pt x="19813" y="10144"/>
                </a:cubicBezTo>
                <a:cubicBezTo>
                  <a:pt x="17437" y="12693"/>
                  <a:pt x="15869" y="16221"/>
                  <a:pt x="15109" y="20730"/>
                </a:cubicBezTo>
                <a:cubicBezTo>
                  <a:pt x="14349" y="25238"/>
                  <a:pt x="13969" y="34648"/>
                  <a:pt x="13969" y="48958"/>
                </a:cubicBezTo>
                <a:cubicBezTo>
                  <a:pt x="13969" y="64444"/>
                  <a:pt x="14349" y="74637"/>
                  <a:pt x="15109" y="79538"/>
                </a:cubicBezTo>
                <a:cubicBezTo>
                  <a:pt x="15869" y="84439"/>
                  <a:pt x="17580" y="88310"/>
                  <a:pt x="20241" y="91152"/>
                </a:cubicBezTo>
                <a:cubicBezTo>
                  <a:pt x="22901" y="94093"/>
                  <a:pt x="26180" y="95563"/>
                  <a:pt x="30076" y="95563"/>
                </a:cubicBezTo>
                <a:cubicBezTo>
                  <a:pt x="33877" y="95563"/>
                  <a:pt x="37108" y="94093"/>
                  <a:pt x="39769" y="91152"/>
                </a:cubicBezTo>
                <a:cubicBezTo>
                  <a:pt x="42524" y="88212"/>
                  <a:pt x="44235" y="84095"/>
                  <a:pt x="44900" y="78803"/>
                </a:cubicBezTo>
                <a:cubicBezTo>
                  <a:pt x="45565" y="73510"/>
                  <a:pt x="45945" y="63562"/>
                  <a:pt x="46040" y="48958"/>
                </a:cubicBezTo>
                <a:cubicBezTo>
                  <a:pt x="46040" y="34746"/>
                  <a:pt x="45660" y="25385"/>
                  <a:pt x="44900" y="20877"/>
                </a:cubicBezTo>
                <a:cubicBezTo>
                  <a:pt x="44140" y="16368"/>
                  <a:pt x="42572" y="12791"/>
                  <a:pt x="40196" y="101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D3FCB6-31BC-4E3A-AA73-1E2A2F40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859" y="6622431"/>
            <a:ext cx="60009" cy="101150"/>
          </a:xfrm>
          <a:custGeom xmlns:a="http://schemas.openxmlformats.org/drawingml/2006/main">
            <a:pathLst>
              <a:path w="60009" h="101150" fill="none">
                <a:moveTo>
                  <a:pt x="8125" y="11909"/>
                </a:moveTo>
                <a:cubicBezTo>
                  <a:pt x="13446" y="3970"/>
                  <a:pt x="20716" y="0"/>
                  <a:pt x="29933" y="0"/>
                </a:cubicBezTo>
                <a:cubicBezTo>
                  <a:pt x="34495" y="0"/>
                  <a:pt x="39056" y="1274"/>
                  <a:pt x="43617" y="3823"/>
                </a:cubicBezTo>
                <a:cubicBezTo>
                  <a:pt x="48178" y="6371"/>
                  <a:pt x="51885" y="10879"/>
                  <a:pt x="54735" y="17348"/>
                </a:cubicBezTo>
                <a:cubicBezTo>
                  <a:pt x="58251" y="25483"/>
                  <a:pt x="60009" y="36657"/>
                  <a:pt x="60009" y="50869"/>
                </a:cubicBezTo>
                <a:cubicBezTo>
                  <a:pt x="60009" y="66061"/>
                  <a:pt x="57966" y="77676"/>
                  <a:pt x="53880" y="85713"/>
                </a:cubicBezTo>
                <a:cubicBezTo>
                  <a:pt x="51980" y="89829"/>
                  <a:pt x="49366" y="93113"/>
                  <a:pt x="46040" y="95563"/>
                </a:cubicBezTo>
                <a:cubicBezTo>
                  <a:pt x="42714" y="98013"/>
                  <a:pt x="39816" y="99533"/>
                  <a:pt x="37345" y="100121"/>
                </a:cubicBezTo>
                <a:cubicBezTo>
                  <a:pt x="34875" y="100709"/>
                  <a:pt x="32452" y="101052"/>
                  <a:pt x="30076" y="101150"/>
                </a:cubicBezTo>
                <a:cubicBezTo>
                  <a:pt x="27605" y="101150"/>
                  <a:pt x="25135" y="100856"/>
                  <a:pt x="22664" y="100268"/>
                </a:cubicBezTo>
                <a:cubicBezTo>
                  <a:pt x="20193" y="99680"/>
                  <a:pt x="17295" y="98111"/>
                  <a:pt x="13969" y="95563"/>
                </a:cubicBezTo>
                <a:cubicBezTo>
                  <a:pt x="10643" y="93015"/>
                  <a:pt x="8030" y="89731"/>
                  <a:pt x="6129" y="85713"/>
                </a:cubicBezTo>
                <a:cubicBezTo>
                  <a:pt x="2043" y="77676"/>
                  <a:pt x="0" y="66061"/>
                  <a:pt x="0" y="50869"/>
                </a:cubicBezTo>
                <a:cubicBezTo>
                  <a:pt x="0" y="33815"/>
                  <a:pt x="2708" y="20828"/>
                  <a:pt x="8125" y="11909"/>
                </a:cubicBezTo>
                <a:close/>
                <a:moveTo>
                  <a:pt x="40196" y="10144"/>
                </a:moveTo>
                <a:cubicBezTo>
                  <a:pt x="37345" y="7008"/>
                  <a:pt x="33972" y="5440"/>
                  <a:pt x="30076" y="5440"/>
                </a:cubicBezTo>
                <a:cubicBezTo>
                  <a:pt x="26085" y="5440"/>
                  <a:pt x="22664" y="7008"/>
                  <a:pt x="19813" y="10144"/>
                </a:cubicBezTo>
                <a:cubicBezTo>
                  <a:pt x="17437" y="12693"/>
                  <a:pt x="15869" y="16221"/>
                  <a:pt x="15109" y="20730"/>
                </a:cubicBezTo>
                <a:cubicBezTo>
                  <a:pt x="14349" y="25238"/>
                  <a:pt x="13969" y="34648"/>
                  <a:pt x="13969" y="48958"/>
                </a:cubicBezTo>
                <a:cubicBezTo>
                  <a:pt x="13969" y="64444"/>
                  <a:pt x="14349" y="74637"/>
                  <a:pt x="15109" y="79538"/>
                </a:cubicBezTo>
                <a:cubicBezTo>
                  <a:pt x="15869" y="84439"/>
                  <a:pt x="17580" y="88310"/>
                  <a:pt x="20241" y="91152"/>
                </a:cubicBezTo>
                <a:cubicBezTo>
                  <a:pt x="22901" y="94093"/>
                  <a:pt x="26180" y="95563"/>
                  <a:pt x="30076" y="95563"/>
                </a:cubicBezTo>
                <a:cubicBezTo>
                  <a:pt x="33877" y="95563"/>
                  <a:pt x="37108" y="94093"/>
                  <a:pt x="39769" y="91152"/>
                </a:cubicBezTo>
                <a:cubicBezTo>
                  <a:pt x="42524" y="88212"/>
                  <a:pt x="44235" y="84095"/>
                  <a:pt x="44900" y="78803"/>
                </a:cubicBezTo>
                <a:cubicBezTo>
                  <a:pt x="45565" y="73510"/>
                  <a:pt x="45945" y="63562"/>
                  <a:pt x="46040" y="48958"/>
                </a:cubicBezTo>
                <a:cubicBezTo>
                  <a:pt x="46040" y="34746"/>
                  <a:pt x="45660" y="25385"/>
                  <a:pt x="44900" y="20877"/>
                </a:cubicBezTo>
                <a:cubicBezTo>
                  <a:pt x="44140" y="16368"/>
                  <a:pt x="42572" y="12791"/>
                  <a:pt x="40196" y="101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9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F5AD22-C9A7-4743-B950-F2BC2BC5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688" y="6702557"/>
            <a:ext cx="18815" cy="46409"/>
          </a:xfrm>
          <a:custGeom xmlns:a="http://schemas.openxmlformats.org/drawingml/2006/main">
            <a:pathLst>
              <a:path w="18815" h="46409">
                <a:moveTo>
                  <a:pt x="0" y="12644"/>
                </a:moveTo>
                <a:cubicBezTo>
                  <a:pt x="0" y="12644"/>
                  <a:pt x="0" y="11419"/>
                  <a:pt x="0" y="8968"/>
                </a:cubicBezTo>
                <a:cubicBezTo>
                  <a:pt x="0" y="6518"/>
                  <a:pt x="760" y="4411"/>
                  <a:pt x="2281" y="2646"/>
                </a:cubicBezTo>
                <a:cubicBezTo>
                  <a:pt x="3801" y="882"/>
                  <a:pt x="5844" y="0"/>
                  <a:pt x="8410" y="0"/>
                </a:cubicBezTo>
                <a:cubicBezTo>
                  <a:pt x="11071" y="0"/>
                  <a:pt x="13446" y="1225"/>
                  <a:pt x="15537" y="3676"/>
                </a:cubicBezTo>
                <a:cubicBezTo>
                  <a:pt x="17627" y="6126"/>
                  <a:pt x="18720" y="10438"/>
                  <a:pt x="18815" y="16613"/>
                </a:cubicBezTo>
                <a:cubicBezTo>
                  <a:pt x="18815" y="20044"/>
                  <a:pt x="18388" y="23376"/>
                  <a:pt x="17532" y="26611"/>
                </a:cubicBezTo>
                <a:cubicBezTo>
                  <a:pt x="16677" y="29845"/>
                  <a:pt x="15679" y="32638"/>
                  <a:pt x="14539" y="34991"/>
                </a:cubicBezTo>
                <a:cubicBezTo>
                  <a:pt x="13399" y="37343"/>
                  <a:pt x="12163" y="39352"/>
                  <a:pt x="10833" y="41019"/>
                </a:cubicBezTo>
                <a:cubicBezTo>
                  <a:pt x="9503" y="42685"/>
                  <a:pt x="8362" y="44008"/>
                  <a:pt x="7412" y="44988"/>
                </a:cubicBezTo>
                <a:cubicBezTo>
                  <a:pt x="6462" y="45968"/>
                  <a:pt x="5844" y="46409"/>
                  <a:pt x="5559" y="46311"/>
                </a:cubicBezTo>
                <a:cubicBezTo>
                  <a:pt x="5179" y="46311"/>
                  <a:pt x="4561" y="45870"/>
                  <a:pt x="3706" y="44988"/>
                </a:cubicBezTo>
                <a:cubicBezTo>
                  <a:pt x="2851" y="44106"/>
                  <a:pt x="2423" y="43469"/>
                  <a:pt x="2423" y="43077"/>
                </a:cubicBezTo>
                <a:cubicBezTo>
                  <a:pt x="2423" y="42685"/>
                  <a:pt x="2946" y="41901"/>
                  <a:pt x="3991" y="40725"/>
                </a:cubicBezTo>
                <a:cubicBezTo>
                  <a:pt x="5036" y="39548"/>
                  <a:pt x="6224" y="38078"/>
                  <a:pt x="7555" y="36314"/>
                </a:cubicBezTo>
                <a:cubicBezTo>
                  <a:pt x="8885" y="34550"/>
                  <a:pt x="10120" y="32099"/>
                  <a:pt x="11261" y="28963"/>
                </a:cubicBezTo>
                <a:cubicBezTo>
                  <a:pt x="12401" y="25827"/>
                  <a:pt x="13161" y="22249"/>
                  <a:pt x="13541" y="18230"/>
                </a:cubicBezTo>
                <a:lnTo>
                  <a:pt x="13541" y="16466"/>
                </a:lnTo>
                <a:lnTo>
                  <a:pt x="13399" y="16613"/>
                </a:lnTo>
                <a:cubicBezTo>
                  <a:pt x="13209" y="16711"/>
                  <a:pt x="12971" y="16809"/>
                  <a:pt x="12686" y="16907"/>
                </a:cubicBezTo>
                <a:cubicBezTo>
                  <a:pt x="12401" y="17005"/>
                  <a:pt x="12116" y="17152"/>
                  <a:pt x="11831" y="17348"/>
                </a:cubicBezTo>
                <a:cubicBezTo>
                  <a:pt x="11546" y="17544"/>
                  <a:pt x="11118" y="17642"/>
                  <a:pt x="10548" y="17642"/>
                </a:cubicBezTo>
                <a:cubicBezTo>
                  <a:pt x="9978" y="17642"/>
                  <a:pt x="9408" y="17691"/>
                  <a:pt x="8837" y="17789"/>
                </a:cubicBezTo>
                <a:cubicBezTo>
                  <a:pt x="6272" y="17789"/>
                  <a:pt x="4181" y="16956"/>
                  <a:pt x="2566" y="15290"/>
                </a:cubicBezTo>
                <a:lnTo>
                  <a:pt x="0" y="126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9673E1-A788-465A-B8F6-7A9FFAE3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688" y="6702557"/>
            <a:ext cx="18815" cy="46409"/>
          </a:xfrm>
          <a:custGeom xmlns:a="http://schemas.openxmlformats.org/drawingml/2006/main">
            <a:pathLst>
              <a:path w="18815" h="46409" fill="none">
                <a:moveTo>
                  <a:pt x="0" y="12644"/>
                </a:moveTo>
                <a:cubicBezTo>
                  <a:pt x="0" y="12644"/>
                  <a:pt x="0" y="11419"/>
                  <a:pt x="0" y="8968"/>
                </a:cubicBezTo>
                <a:cubicBezTo>
                  <a:pt x="0" y="6518"/>
                  <a:pt x="760" y="4411"/>
                  <a:pt x="2281" y="2646"/>
                </a:cubicBezTo>
                <a:cubicBezTo>
                  <a:pt x="3801" y="882"/>
                  <a:pt x="5844" y="0"/>
                  <a:pt x="8410" y="0"/>
                </a:cubicBezTo>
                <a:cubicBezTo>
                  <a:pt x="11071" y="0"/>
                  <a:pt x="13446" y="1225"/>
                  <a:pt x="15537" y="3676"/>
                </a:cubicBezTo>
                <a:cubicBezTo>
                  <a:pt x="17627" y="6126"/>
                  <a:pt x="18720" y="10438"/>
                  <a:pt x="18815" y="16613"/>
                </a:cubicBezTo>
                <a:cubicBezTo>
                  <a:pt x="18815" y="20044"/>
                  <a:pt x="18388" y="23376"/>
                  <a:pt x="17532" y="26611"/>
                </a:cubicBezTo>
                <a:cubicBezTo>
                  <a:pt x="16677" y="29845"/>
                  <a:pt x="15679" y="32638"/>
                  <a:pt x="14539" y="34991"/>
                </a:cubicBezTo>
                <a:cubicBezTo>
                  <a:pt x="13399" y="37343"/>
                  <a:pt x="12163" y="39352"/>
                  <a:pt x="10833" y="41019"/>
                </a:cubicBezTo>
                <a:cubicBezTo>
                  <a:pt x="9503" y="42685"/>
                  <a:pt x="8362" y="44008"/>
                  <a:pt x="7412" y="44988"/>
                </a:cubicBezTo>
                <a:cubicBezTo>
                  <a:pt x="6462" y="45968"/>
                  <a:pt x="5844" y="46409"/>
                  <a:pt x="5559" y="46311"/>
                </a:cubicBezTo>
                <a:cubicBezTo>
                  <a:pt x="5179" y="46311"/>
                  <a:pt x="4561" y="45870"/>
                  <a:pt x="3706" y="44988"/>
                </a:cubicBezTo>
                <a:cubicBezTo>
                  <a:pt x="2851" y="44106"/>
                  <a:pt x="2423" y="43469"/>
                  <a:pt x="2423" y="43077"/>
                </a:cubicBezTo>
                <a:cubicBezTo>
                  <a:pt x="2423" y="42685"/>
                  <a:pt x="2946" y="41901"/>
                  <a:pt x="3991" y="40725"/>
                </a:cubicBezTo>
                <a:cubicBezTo>
                  <a:pt x="5036" y="39548"/>
                  <a:pt x="6224" y="38078"/>
                  <a:pt x="7555" y="36314"/>
                </a:cubicBezTo>
                <a:cubicBezTo>
                  <a:pt x="8885" y="34550"/>
                  <a:pt x="10120" y="32099"/>
                  <a:pt x="11261" y="28963"/>
                </a:cubicBezTo>
                <a:cubicBezTo>
                  <a:pt x="12401" y="25827"/>
                  <a:pt x="13161" y="22249"/>
                  <a:pt x="13541" y="18230"/>
                </a:cubicBezTo>
                <a:lnTo>
                  <a:pt x="13541" y="16466"/>
                </a:lnTo>
                <a:lnTo>
                  <a:pt x="13399" y="16613"/>
                </a:lnTo>
                <a:cubicBezTo>
                  <a:pt x="13209" y="16711"/>
                  <a:pt x="12971" y="16809"/>
                  <a:pt x="12686" y="16907"/>
                </a:cubicBezTo>
                <a:cubicBezTo>
                  <a:pt x="12401" y="17005"/>
                  <a:pt x="12116" y="17152"/>
                  <a:pt x="11831" y="17348"/>
                </a:cubicBezTo>
                <a:cubicBezTo>
                  <a:pt x="11546" y="17544"/>
                  <a:pt x="11118" y="17642"/>
                  <a:pt x="10548" y="17642"/>
                </a:cubicBezTo>
                <a:cubicBezTo>
                  <a:pt x="9978" y="17642"/>
                  <a:pt x="9408" y="17691"/>
                  <a:pt x="8837" y="17789"/>
                </a:cubicBezTo>
                <a:cubicBezTo>
                  <a:pt x="6272" y="17789"/>
                  <a:pt x="4181" y="16956"/>
                  <a:pt x="2566" y="15290"/>
                </a:cubicBezTo>
                <a:lnTo>
                  <a:pt x="0" y="126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9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153E2F-606F-4A6D-8967-9C64F334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755" y="6622431"/>
            <a:ext cx="60009" cy="101150"/>
          </a:xfrm>
          <a:custGeom xmlns:a="http://schemas.openxmlformats.org/drawingml/2006/main">
            <a:pathLst>
              <a:path w="60009" h="101150">
                <a:moveTo>
                  <a:pt x="8125" y="11909"/>
                </a:moveTo>
                <a:cubicBezTo>
                  <a:pt x="13446" y="3970"/>
                  <a:pt x="20716" y="0"/>
                  <a:pt x="29933" y="0"/>
                </a:cubicBezTo>
                <a:cubicBezTo>
                  <a:pt x="34495" y="0"/>
                  <a:pt x="39056" y="1274"/>
                  <a:pt x="43617" y="3823"/>
                </a:cubicBezTo>
                <a:cubicBezTo>
                  <a:pt x="48178" y="6371"/>
                  <a:pt x="51885" y="10879"/>
                  <a:pt x="54735" y="17348"/>
                </a:cubicBezTo>
                <a:cubicBezTo>
                  <a:pt x="58251" y="25483"/>
                  <a:pt x="60009" y="36657"/>
                  <a:pt x="60009" y="50869"/>
                </a:cubicBezTo>
                <a:cubicBezTo>
                  <a:pt x="60009" y="66061"/>
                  <a:pt x="57966" y="77676"/>
                  <a:pt x="53880" y="85713"/>
                </a:cubicBezTo>
                <a:cubicBezTo>
                  <a:pt x="51980" y="89829"/>
                  <a:pt x="49366" y="93113"/>
                  <a:pt x="46040" y="95563"/>
                </a:cubicBezTo>
                <a:cubicBezTo>
                  <a:pt x="42714" y="98013"/>
                  <a:pt x="39816" y="99533"/>
                  <a:pt x="37345" y="100121"/>
                </a:cubicBezTo>
                <a:cubicBezTo>
                  <a:pt x="34875" y="100709"/>
                  <a:pt x="32452" y="101052"/>
                  <a:pt x="30076" y="101150"/>
                </a:cubicBezTo>
                <a:cubicBezTo>
                  <a:pt x="27605" y="101150"/>
                  <a:pt x="25135" y="100856"/>
                  <a:pt x="22664" y="100268"/>
                </a:cubicBezTo>
                <a:cubicBezTo>
                  <a:pt x="20193" y="99680"/>
                  <a:pt x="17295" y="98111"/>
                  <a:pt x="13969" y="95563"/>
                </a:cubicBezTo>
                <a:cubicBezTo>
                  <a:pt x="10643" y="93015"/>
                  <a:pt x="8030" y="89731"/>
                  <a:pt x="6129" y="85713"/>
                </a:cubicBezTo>
                <a:cubicBezTo>
                  <a:pt x="2043" y="77676"/>
                  <a:pt x="0" y="66061"/>
                  <a:pt x="0" y="50869"/>
                </a:cubicBezTo>
                <a:cubicBezTo>
                  <a:pt x="0" y="33815"/>
                  <a:pt x="2708" y="20828"/>
                  <a:pt x="8125" y="11909"/>
                </a:cubicBezTo>
                <a:close/>
                <a:moveTo>
                  <a:pt x="40196" y="10144"/>
                </a:moveTo>
                <a:cubicBezTo>
                  <a:pt x="37345" y="7008"/>
                  <a:pt x="33972" y="5440"/>
                  <a:pt x="30076" y="5440"/>
                </a:cubicBezTo>
                <a:cubicBezTo>
                  <a:pt x="26085" y="5440"/>
                  <a:pt x="22664" y="7008"/>
                  <a:pt x="19813" y="10144"/>
                </a:cubicBezTo>
                <a:cubicBezTo>
                  <a:pt x="17437" y="12693"/>
                  <a:pt x="15869" y="16221"/>
                  <a:pt x="15109" y="20730"/>
                </a:cubicBezTo>
                <a:cubicBezTo>
                  <a:pt x="14349" y="25238"/>
                  <a:pt x="13969" y="34648"/>
                  <a:pt x="13969" y="48958"/>
                </a:cubicBezTo>
                <a:cubicBezTo>
                  <a:pt x="13969" y="64444"/>
                  <a:pt x="14349" y="74637"/>
                  <a:pt x="15109" y="79538"/>
                </a:cubicBezTo>
                <a:cubicBezTo>
                  <a:pt x="15869" y="84439"/>
                  <a:pt x="17580" y="88310"/>
                  <a:pt x="20241" y="91152"/>
                </a:cubicBezTo>
                <a:cubicBezTo>
                  <a:pt x="22901" y="94093"/>
                  <a:pt x="26180" y="95563"/>
                  <a:pt x="30076" y="95563"/>
                </a:cubicBezTo>
                <a:cubicBezTo>
                  <a:pt x="33877" y="95563"/>
                  <a:pt x="37108" y="94093"/>
                  <a:pt x="39769" y="91152"/>
                </a:cubicBezTo>
                <a:cubicBezTo>
                  <a:pt x="42524" y="88212"/>
                  <a:pt x="44235" y="84095"/>
                  <a:pt x="44900" y="78803"/>
                </a:cubicBezTo>
                <a:cubicBezTo>
                  <a:pt x="45565" y="73510"/>
                  <a:pt x="45945" y="63562"/>
                  <a:pt x="46040" y="48958"/>
                </a:cubicBezTo>
                <a:cubicBezTo>
                  <a:pt x="46040" y="34746"/>
                  <a:pt x="45660" y="25385"/>
                  <a:pt x="44900" y="20877"/>
                </a:cubicBezTo>
                <a:cubicBezTo>
                  <a:pt x="44140" y="16368"/>
                  <a:pt x="42572" y="12791"/>
                  <a:pt x="40196" y="101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720270-73DC-4F7B-89FA-6666E4A8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755" y="6622431"/>
            <a:ext cx="60009" cy="101150"/>
          </a:xfrm>
          <a:custGeom xmlns:a="http://schemas.openxmlformats.org/drawingml/2006/main">
            <a:pathLst>
              <a:path w="60009" h="101150" fill="none">
                <a:moveTo>
                  <a:pt x="8125" y="11909"/>
                </a:moveTo>
                <a:cubicBezTo>
                  <a:pt x="13446" y="3970"/>
                  <a:pt x="20716" y="0"/>
                  <a:pt x="29933" y="0"/>
                </a:cubicBezTo>
                <a:cubicBezTo>
                  <a:pt x="34495" y="0"/>
                  <a:pt x="39056" y="1274"/>
                  <a:pt x="43617" y="3823"/>
                </a:cubicBezTo>
                <a:cubicBezTo>
                  <a:pt x="48178" y="6371"/>
                  <a:pt x="51885" y="10879"/>
                  <a:pt x="54735" y="17348"/>
                </a:cubicBezTo>
                <a:cubicBezTo>
                  <a:pt x="58251" y="25483"/>
                  <a:pt x="60009" y="36657"/>
                  <a:pt x="60009" y="50869"/>
                </a:cubicBezTo>
                <a:cubicBezTo>
                  <a:pt x="60009" y="66061"/>
                  <a:pt x="57966" y="77676"/>
                  <a:pt x="53880" y="85713"/>
                </a:cubicBezTo>
                <a:cubicBezTo>
                  <a:pt x="51980" y="89829"/>
                  <a:pt x="49366" y="93113"/>
                  <a:pt x="46040" y="95563"/>
                </a:cubicBezTo>
                <a:cubicBezTo>
                  <a:pt x="42714" y="98013"/>
                  <a:pt x="39816" y="99533"/>
                  <a:pt x="37345" y="100121"/>
                </a:cubicBezTo>
                <a:cubicBezTo>
                  <a:pt x="34875" y="100709"/>
                  <a:pt x="32452" y="101052"/>
                  <a:pt x="30076" y="101150"/>
                </a:cubicBezTo>
                <a:cubicBezTo>
                  <a:pt x="27605" y="101150"/>
                  <a:pt x="25135" y="100856"/>
                  <a:pt x="22664" y="100268"/>
                </a:cubicBezTo>
                <a:cubicBezTo>
                  <a:pt x="20193" y="99680"/>
                  <a:pt x="17295" y="98111"/>
                  <a:pt x="13969" y="95563"/>
                </a:cubicBezTo>
                <a:cubicBezTo>
                  <a:pt x="10643" y="93015"/>
                  <a:pt x="8030" y="89731"/>
                  <a:pt x="6129" y="85713"/>
                </a:cubicBezTo>
                <a:cubicBezTo>
                  <a:pt x="2043" y="77676"/>
                  <a:pt x="0" y="66061"/>
                  <a:pt x="0" y="50869"/>
                </a:cubicBezTo>
                <a:cubicBezTo>
                  <a:pt x="0" y="33815"/>
                  <a:pt x="2708" y="20828"/>
                  <a:pt x="8125" y="11909"/>
                </a:cubicBezTo>
                <a:close/>
                <a:moveTo>
                  <a:pt x="40196" y="10144"/>
                </a:moveTo>
                <a:cubicBezTo>
                  <a:pt x="37345" y="7008"/>
                  <a:pt x="33972" y="5440"/>
                  <a:pt x="30076" y="5440"/>
                </a:cubicBezTo>
                <a:cubicBezTo>
                  <a:pt x="26085" y="5440"/>
                  <a:pt x="22664" y="7008"/>
                  <a:pt x="19813" y="10144"/>
                </a:cubicBezTo>
                <a:cubicBezTo>
                  <a:pt x="17437" y="12693"/>
                  <a:pt x="15869" y="16221"/>
                  <a:pt x="15109" y="20730"/>
                </a:cubicBezTo>
                <a:cubicBezTo>
                  <a:pt x="14349" y="25238"/>
                  <a:pt x="13969" y="34648"/>
                  <a:pt x="13969" y="48958"/>
                </a:cubicBezTo>
                <a:cubicBezTo>
                  <a:pt x="13969" y="64444"/>
                  <a:pt x="14349" y="74637"/>
                  <a:pt x="15109" y="79538"/>
                </a:cubicBezTo>
                <a:cubicBezTo>
                  <a:pt x="15869" y="84439"/>
                  <a:pt x="17580" y="88310"/>
                  <a:pt x="20241" y="91152"/>
                </a:cubicBezTo>
                <a:cubicBezTo>
                  <a:pt x="22901" y="94093"/>
                  <a:pt x="26180" y="95563"/>
                  <a:pt x="30076" y="95563"/>
                </a:cubicBezTo>
                <a:cubicBezTo>
                  <a:pt x="33877" y="95563"/>
                  <a:pt x="37108" y="94093"/>
                  <a:pt x="39769" y="91152"/>
                </a:cubicBezTo>
                <a:cubicBezTo>
                  <a:pt x="42524" y="88212"/>
                  <a:pt x="44235" y="84095"/>
                  <a:pt x="44900" y="78803"/>
                </a:cubicBezTo>
                <a:cubicBezTo>
                  <a:pt x="45565" y="73510"/>
                  <a:pt x="45945" y="63562"/>
                  <a:pt x="46040" y="48958"/>
                </a:cubicBezTo>
                <a:cubicBezTo>
                  <a:pt x="46040" y="34746"/>
                  <a:pt x="45660" y="25385"/>
                  <a:pt x="44900" y="20877"/>
                </a:cubicBezTo>
                <a:cubicBezTo>
                  <a:pt x="44140" y="16368"/>
                  <a:pt x="42572" y="12791"/>
                  <a:pt x="40196" y="101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9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CA4E32-36E1-49DD-A25D-31CBDB14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569" y="6533297"/>
            <a:ext cx="8064" cy="207741"/>
          </a:xfrm>
          <a:custGeom xmlns:a="http://schemas.openxmlformats.org/drawingml/2006/main">
            <a:pathLst>
              <a:path w="8064" h="207741">
                <a:moveTo>
                  <a:pt x="4032" y="207741"/>
                </a:moveTo>
                <a:lnTo>
                  <a:pt x="3629" y="207741"/>
                </a:lnTo>
                <a:cubicBezTo>
                  <a:pt x="2016" y="207741"/>
                  <a:pt x="806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46" y="901"/>
                  <a:pt x="2823" y="0"/>
                  <a:pt x="4032" y="0"/>
                </a:cubicBezTo>
                <a:cubicBezTo>
                  <a:pt x="5780" y="0"/>
                  <a:pt x="7124" y="1040"/>
                  <a:pt x="8064" y="3119"/>
                </a:cubicBezTo>
                <a:lnTo>
                  <a:pt x="8064" y="204830"/>
                </a:lnTo>
                <a:cubicBezTo>
                  <a:pt x="6989" y="206771"/>
                  <a:pt x="5780" y="207741"/>
                  <a:pt x="4435" y="207741"/>
                </a:cubicBezTo>
                <a:lnTo>
                  <a:pt x="4032" y="2077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E20305-2128-48E4-A565-BBAE1849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569" y="6533297"/>
            <a:ext cx="8064" cy="207741"/>
          </a:xfrm>
          <a:custGeom xmlns:a="http://schemas.openxmlformats.org/drawingml/2006/main">
            <a:pathLst>
              <a:path w="8064" h="207741" fill="none">
                <a:moveTo>
                  <a:pt x="4032" y="207741"/>
                </a:moveTo>
                <a:lnTo>
                  <a:pt x="3629" y="207741"/>
                </a:lnTo>
                <a:cubicBezTo>
                  <a:pt x="2016" y="207741"/>
                  <a:pt x="806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46" y="901"/>
                  <a:pt x="2823" y="0"/>
                  <a:pt x="4032" y="0"/>
                </a:cubicBezTo>
                <a:cubicBezTo>
                  <a:pt x="5780" y="0"/>
                  <a:pt x="7124" y="1040"/>
                  <a:pt x="8064" y="3119"/>
                </a:cubicBezTo>
                <a:lnTo>
                  <a:pt x="8064" y="204830"/>
                </a:lnTo>
                <a:cubicBezTo>
                  <a:pt x="6989" y="206771"/>
                  <a:pt x="5780" y="207741"/>
                  <a:pt x="4435" y="207741"/>
                </a:cubicBezTo>
                <a:lnTo>
                  <a:pt x="4032" y="2077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9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2DDC1D-BA79-4CA1-A859-DC972C4F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17" y="6533297"/>
            <a:ext cx="8064" cy="207741"/>
          </a:xfrm>
          <a:custGeom xmlns:a="http://schemas.openxmlformats.org/drawingml/2006/main">
            <a:pathLst>
              <a:path w="8064" h="207741">
                <a:moveTo>
                  <a:pt x="4032" y="207741"/>
                </a:moveTo>
                <a:lnTo>
                  <a:pt x="3629" y="207741"/>
                </a:lnTo>
                <a:cubicBezTo>
                  <a:pt x="2016" y="207741"/>
                  <a:pt x="806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46" y="901"/>
                  <a:pt x="2823" y="0"/>
                  <a:pt x="4032" y="0"/>
                </a:cubicBezTo>
                <a:cubicBezTo>
                  <a:pt x="5780" y="0"/>
                  <a:pt x="7124" y="1040"/>
                  <a:pt x="8064" y="3119"/>
                </a:cubicBezTo>
                <a:lnTo>
                  <a:pt x="8064" y="204830"/>
                </a:lnTo>
                <a:cubicBezTo>
                  <a:pt x="6989" y="206771"/>
                  <a:pt x="5780" y="207741"/>
                  <a:pt x="4435" y="207741"/>
                </a:cubicBezTo>
                <a:lnTo>
                  <a:pt x="4032" y="2077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761CB5-10C9-4CE0-99F8-62D1B66F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17" y="6533297"/>
            <a:ext cx="8064" cy="207741"/>
          </a:xfrm>
          <a:custGeom xmlns:a="http://schemas.openxmlformats.org/drawingml/2006/main">
            <a:pathLst>
              <a:path w="8064" h="207741" fill="none">
                <a:moveTo>
                  <a:pt x="4032" y="207741"/>
                </a:moveTo>
                <a:lnTo>
                  <a:pt x="3629" y="207741"/>
                </a:lnTo>
                <a:cubicBezTo>
                  <a:pt x="2016" y="207741"/>
                  <a:pt x="806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46" y="901"/>
                  <a:pt x="2823" y="0"/>
                  <a:pt x="4032" y="0"/>
                </a:cubicBezTo>
                <a:cubicBezTo>
                  <a:pt x="5780" y="0"/>
                  <a:pt x="7124" y="1040"/>
                  <a:pt x="8064" y="3119"/>
                </a:cubicBezTo>
                <a:lnTo>
                  <a:pt x="8064" y="204830"/>
                </a:lnTo>
                <a:cubicBezTo>
                  <a:pt x="6989" y="206771"/>
                  <a:pt x="5780" y="207741"/>
                  <a:pt x="4435" y="207741"/>
                </a:cubicBezTo>
                <a:lnTo>
                  <a:pt x="4032" y="2077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9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592793-7C01-40BD-BDB8-C51A32EC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924" y="6547750"/>
            <a:ext cx="147782" cy="141405"/>
          </a:xfrm>
          <a:custGeom xmlns:a="http://schemas.openxmlformats.org/drawingml/2006/main">
            <a:pathLst>
              <a:path w="147782" h="141405">
                <a:moveTo>
                  <a:pt x="92943" y="97112"/>
                </a:moveTo>
                <a:cubicBezTo>
                  <a:pt x="90255" y="97112"/>
                  <a:pt x="88911" y="96211"/>
                  <a:pt x="88911" y="94409"/>
                </a:cubicBezTo>
                <a:cubicBezTo>
                  <a:pt x="88911" y="93854"/>
                  <a:pt x="89247" y="92191"/>
                  <a:pt x="89919" y="89418"/>
                </a:cubicBezTo>
                <a:cubicBezTo>
                  <a:pt x="90591" y="86645"/>
                  <a:pt x="90927" y="84219"/>
                  <a:pt x="90927" y="82140"/>
                </a:cubicBezTo>
                <a:cubicBezTo>
                  <a:pt x="90927" y="77842"/>
                  <a:pt x="89516" y="75208"/>
                  <a:pt x="86693" y="74238"/>
                </a:cubicBezTo>
                <a:cubicBezTo>
                  <a:pt x="83871" y="73267"/>
                  <a:pt x="77352" y="72782"/>
                  <a:pt x="67137" y="72782"/>
                </a:cubicBezTo>
                <a:lnTo>
                  <a:pt x="56653" y="72782"/>
                </a:lnTo>
                <a:cubicBezTo>
                  <a:pt x="56519" y="73059"/>
                  <a:pt x="54167" y="82625"/>
                  <a:pt x="49597" y="101479"/>
                </a:cubicBezTo>
                <a:cubicBezTo>
                  <a:pt x="45027" y="120333"/>
                  <a:pt x="42742" y="130038"/>
                  <a:pt x="42742" y="130592"/>
                </a:cubicBezTo>
                <a:cubicBezTo>
                  <a:pt x="42742" y="131147"/>
                  <a:pt x="43481" y="131424"/>
                  <a:pt x="44960" y="131424"/>
                </a:cubicBezTo>
                <a:cubicBezTo>
                  <a:pt x="46438" y="131424"/>
                  <a:pt x="51814" y="131562"/>
                  <a:pt x="61089" y="131840"/>
                </a:cubicBezTo>
                <a:cubicBezTo>
                  <a:pt x="73723" y="131840"/>
                  <a:pt x="82056" y="131701"/>
                  <a:pt x="86088" y="131424"/>
                </a:cubicBezTo>
                <a:cubicBezTo>
                  <a:pt x="90121" y="131147"/>
                  <a:pt x="94153" y="130245"/>
                  <a:pt x="98185" y="128720"/>
                </a:cubicBezTo>
                <a:cubicBezTo>
                  <a:pt x="104771" y="126502"/>
                  <a:pt x="110215" y="122621"/>
                  <a:pt x="114516" y="117075"/>
                </a:cubicBezTo>
                <a:cubicBezTo>
                  <a:pt x="118817" y="111530"/>
                  <a:pt x="123588" y="102450"/>
                  <a:pt x="128830" y="89834"/>
                </a:cubicBezTo>
                <a:cubicBezTo>
                  <a:pt x="130174" y="86784"/>
                  <a:pt x="131048" y="85120"/>
                  <a:pt x="131451" y="84843"/>
                </a:cubicBezTo>
                <a:cubicBezTo>
                  <a:pt x="132392" y="84566"/>
                  <a:pt x="133400" y="84427"/>
                  <a:pt x="134475" y="84427"/>
                </a:cubicBezTo>
                <a:cubicBezTo>
                  <a:pt x="137164" y="84427"/>
                  <a:pt x="138508" y="85328"/>
                  <a:pt x="138508" y="87131"/>
                </a:cubicBezTo>
                <a:cubicBezTo>
                  <a:pt x="124395" y="122343"/>
                  <a:pt x="117002" y="140296"/>
                  <a:pt x="116330" y="140989"/>
                </a:cubicBezTo>
                <a:cubicBezTo>
                  <a:pt x="115927" y="141267"/>
                  <a:pt x="96707" y="141405"/>
                  <a:pt x="58669" y="141405"/>
                </a:cubicBezTo>
                <a:lnTo>
                  <a:pt x="20564" y="141405"/>
                </a:lnTo>
                <a:cubicBezTo>
                  <a:pt x="6855" y="141405"/>
                  <a:pt x="0" y="140643"/>
                  <a:pt x="0" y="139118"/>
                </a:cubicBezTo>
                <a:cubicBezTo>
                  <a:pt x="0" y="138841"/>
                  <a:pt x="202" y="137870"/>
                  <a:pt x="605" y="136207"/>
                </a:cubicBezTo>
                <a:cubicBezTo>
                  <a:pt x="1142" y="133989"/>
                  <a:pt x="1680" y="132741"/>
                  <a:pt x="2218" y="132464"/>
                </a:cubicBezTo>
                <a:cubicBezTo>
                  <a:pt x="2755" y="132186"/>
                  <a:pt x="4301" y="131978"/>
                  <a:pt x="6855" y="131840"/>
                </a:cubicBezTo>
                <a:cubicBezTo>
                  <a:pt x="10484" y="131840"/>
                  <a:pt x="14516" y="131632"/>
                  <a:pt x="18952" y="131216"/>
                </a:cubicBezTo>
                <a:cubicBezTo>
                  <a:pt x="20833" y="130800"/>
                  <a:pt x="22110" y="129968"/>
                  <a:pt x="22782" y="128720"/>
                </a:cubicBezTo>
                <a:cubicBezTo>
                  <a:pt x="23051" y="128027"/>
                  <a:pt x="27823" y="108549"/>
                  <a:pt x="37097" y="70287"/>
                </a:cubicBezTo>
                <a:cubicBezTo>
                  <a:pt x="46371" y="32024"/>
                  <a:pt x="51075" y="12616"/>
                  <a:pt x="51210" y="12061"/>
                </a:cubicBezTo>
                <a:cubicBezTo>
                  <a:pt x="51210" y="11091"/>
                  <a:pt x="50941" y="10605"/>
                  <a:pt x="50403" y="10605"/>
                </a:cubicBezTo>
                <a:cubicBezTo>
                  <a:pt x="49328" y="10190"/>
                  <a:pt x="45766" y="9843"/>
                  <a:pt x="39718" y="9566"/>
                </a:cubicBezTo>
                <a:lnTo>
                  <a:pt x="33468" y="9566"/>
                </a:lnTo>
                <a:cubicBezTo>
                  <a:pt x="32661" y="8734"/>
                  <a:pt x="32258" y="8179"/>
                  <a:pt x="32258" y="7902"/>
                </a:cubicBezTo>
                <a:cubicBezTo>
                  <a:pt x="32258" y="7625"/>
                  <a:pt x="32392" y="6446"/>
                  <a:pt x="32661" y="4367"/>
                </a:cubicBezTo>
                <a:cubicBezTo>
                  <a:pt x="33199" y="2010"/>
                  <a:pt x="33871" y="555"/>
                  <a:pt x="34677" y="0"/>
                </a:cubicBezTo>
                <a:lnTo>
                  <a:pt x="146371" y="0"/>
                </a:lnTo>
                <a:cubicBezTo>
                  <a:pt x="147311" y="555"/>
                  <a:pt x="147782" y="1317"/>
                  <a:pt x="147782" y="2287"/>
                </a:cubicBezTo>
                <a:cubicBezTo>
                  <a:pt x="147782" y="2981"/>
                  <a:pt x="146908" y="10744"/>
                  <a:pt x="145161" y="25578"/>
                </a:cubicBezTo>
                <a:cubicBezTo>
                  <a:pt x="143414" y="40411"/>
                  <a:pt x="142473" y="48036"/>
                  <a:pt x="142338" y="48452"/>
                </a:cubicBezTo>
                <a:cubicBezTo>
                  <a:pt x="142069" y="49423"/>
                  <a:pt x="140725" y="49908"/>
                  <a:pt x="138306" y="49908"/>
                </a:cubicBezTo>
                <a:lnTo>
                  <a:pt x="135887" y="49908"/>
                </a:lnTo>
                <a:cubicBezTo>
                  <a:pt x="134946" y="49215"/>
                  <a:pt x="134475" y="48314"/>
                  <a:pt x="134475" y="47204"/>
                </a:cubicBezTo>
                <a:lnTo>
                  <a:pt x="135080" y="42422"/>
                </a:lnTo>
                <a:cubicBezTo>
                  <a:pt x="135483" y="39094"/>
                  <a:pt x="135685" y="35490"/>
                  <a:pt x="135685" y="31608"/>
                </a:cubicBezTo>
                <a:cubicBezTo>
                  <a:pt x="135685" y="27449"/>
                  <a:pt x="135215" y="23983"/>
                  <a:pt x="134274" y="21211"/>
                </a:cubicBezTo>
                <a:cubicBezTo>
                  <a:pt x="133333" y="18438"/>
                  <a:pt x="132056" y="16289"/>
                  <a:pt x="130443" y="14764"/>
                </a:cubicBezTo>
                <a:cubicBezTo>
                  <a:pt x="128830" y="13239"/>
                  <a:pt x="126478" y="12130"/>
                  <a:pt x="123387" y="11437"/>
                </a:cubicBezTo>
                <a:cubicBezTo>
                  <a:pt x="120295" y="10744"/>
                  <a:pt x="117137" y="10259"/>
                  <a:pt x="113911" y="9982"/>
                </a:cubicBezTo>
                <a:cubicBezTo>
                  <a:pt x="110685" y="9704"/>
                  <a:pt x="106384" y="9566"/>
                  <a:pt x="101008" y="9566"/>
                </a:cubicBezTo>
                <a:lnTo>
                  <a:pt x="91532" y="9566"/>
                </a:lnTo>
                <a:cubicBezTo>
                  <a:pt x="79704" y="9704"/>
                  <a:pt x="73454" y="9912"/>
                  <a:pt x="72782" y="10190"/>
                </a:cubicBezTo>
                <a:cubicBezTo>
                  <a:pt x="72244" y="10467"/>
                  <a:pt x="71841" y="11091"/>
                  <a:pt x="71572" y="12061"/>
                </a:cubicBezTo>
                <a:cubicBezTo>
                  <a:pt x="71438" y="12477"/>
                  <a:pt x="69355" y="21003"/>
                  <a:pt x="65322" y="37639"/>
                </a:cubicBezTo>
                <a:cubicBezTo>
                  <a:pt x="61290" y="54275"/>
                  <a:pt x="59207" y="62731"/>
                  <a:pt x="59072" y="63009"/>
                </a:cubicBezTo>
                <a:cubicBezTo>
                  <a:pt x="62164" y="63147"/>
                  <a:pt x="65390" y="63217"/>
                  <a:pt x="68750" y="63217"/>
                </a:cubicBezTo>
                <a:lnTo>
                  <a:pt x="73992" y="63217"/>
                </a:lnTo>
                <a:cubicBezTo>
                  <a:pt x="82863" y="63217"/>
                  <a:pt x="88978" y="62177"/>
                  <a:pt x="92338" y="60097"/>
                </a:cubicBezTo>
                <a:cubicBezTo>
                  <a:pt x="95699" y="58018"/>
                  <a:pt x="98723" y="52403"/>
                  <a:pt x="101411" y="43253"/>
                </a:cubicBezTo>
                <a:cubicBezTo>
                  <a:pt x="101949" y="41035"/>
                  <a:pt x="102352" y="39788"/>
                  <a:pt x="102621" y="39510"/>
                </a:cubicBezTo>
                <a:cubicBezTo>
                  <a:pt x="102889" y="39233"/>
                  <a:pt x="104032" y="39025"/>
                  <a:pt x="106048" y="38886"/>
                </a:cubicBezTo>
                <a:cubicBezTo>
                  <a:pt x="106720" y="38886"/>
                  <a:pt x="107258" y="38886"/>
                  <a:pt x="107661" y="38886"/>
                </a:cubicBezTo>
                <a:cubicBezTo>
                  <a:pt x="108064" y="38886"/>
                  <a:pt x="108400" y="38956"/>
                  <a:pt x="108669" y="39094"/>
                </a:cubicBezTo>
                <a:cubicBezTo>
                  <a:pt x="108938" y="39233"/>
                  <a:pt x="109072" y="39302"/>
                  <a:pt x="109072" y="39302"/>
                </a:cubicBezTo>
                <a:cubicBezTo>
                  <a:pt x="109072" y="39302"/>
                  <a:pt x="109207" y="39580"/>
                  <a:pt x="109475" y="40134"/>
                </a:cubicBezTo>
                <a:cubicBezTo>
                  <a:pt x="109744" y="40689"/>
                  <a:pt x="109946" y="40966"/>
                  <a:pt x="110080" y="40966"/>
                </a:cubicBezTo>
                <a:lnTo>
                  <a:pt x="103427" y="68415"/>
                </a:lnTo>
                <a:cubicBezTo>
                  <a:pt x="98992" y="86853"/>
                  <a:pt x="96572" y="96211"/>
                  <a:pt x="96169" y="96488"/>
                </a:cubicBezTo>
                <a:cubicBezTo>
                  <a:pt x="95766" y="96904"/>
                  <a:pt x="94691" y="97112"/>
                  <a:pt x="92943" y="971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0E2F39-DAA6-4BA4-80A6-4CD84978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924" y="6547750"/>
            <a:ext cx="147782" cy="141405"/>
          </a:xfrm>
          <a:custGeom xmlns:a="http://schemas.openxmlformats.org/drawingml/2006/main">
            <a:pathLst>
              <a:path w="147782" h="141405" fill="none">
                <a:moveTo>
                  <a:pt x="92943" y="97112"/>
                </a:moveTo>
                <a:cubicBezTo>
                  <a:pt x="90255" y="97112"/>
                  <a:pt x="88911" y="96211"/>
                  <a:pt x="88911" y="94409"/>
                </a:cubicBezTo>
                <a:cubicBezTo>
                  <a:pt x="88911" y="93854"/>
                  <a:pt x="89247" y="92191"/>
                  <a:pt x="89919" y="89418"/>
                </a:cubicBezTo>
                <a:cubicBezTo>
                  <a:pt x="90591" y="86645"/>
                  <a:pt x="90927" y="84219"/>
                  <a:pt x="90927" y="82140"/>
                </a:cubicBezTo>
                <a:cubicBezTo>
                  <a:pt x="90927" y="77842"/>
                  <a:pt x="89516" y="75208"/>
                  <a:pt x="86693" y="74238"/>
                </a:cubicBezTo>
                <a:cubicBezTo>
                  <a:pt x="83871" y="73267"/>
                  <a:pt x="77352" y="72782"/>
                  <a:pt x="67137" y="72782"/>
                </a:cubicBezTo>
                <a:lnTo>
                  <a:pt x="56653" y="72782"/>
                </a:lnTo>
                <a:cubicBezTo>
                  <a:pt x="56519" y="73059"/>
                  <a:pt x="54167" y="82625"/>
                  <a:pt x="49597" y="101479"/>
                </a:cubicBezTo>
                <a:cubicBezTo>
                  <a:pt x="45027" y="120333"/>
                  <a:pt x="42742" y="130038"/>
                  <a:pt x="42742" y="130592"/>
                </a:cubicBezTo>
                <a:cubicBezTo>
                  <a:pt x="42742" y="131147"/>
                  <a:pt x="43481" y="131424"/>
                  <a:pt x="44960" y="131424"/>
                </a:cubicBezTo>
                <a:cubicBezTo>
                  <a:pt x="46438" y="131424"/>
                  <a:pt x="51814" y="131562"/>
                  <a:pt x="61089" y="131840"/>
                </a:cubicBezTo>
                <a:cubicBezTo>
                  <a:pt x="73723" y="131840"/>
                  <a:pt x="82056" y="131701"/>
                  <a:pt x="86088" y="131424"/>
                </a:cubicBezTo>
                <a:cubicBezTo>
                  <a:pt x="90121" y="131147"/>
                  <a:pt x="94153" y="130245"/>
                  <a:pt x="98185" y="128720"/>
                </a:cubicBezTo>
                <a:cubicBezTo>
                  <a:pt x="104771" y="126502"/>
                  <a:pt x="110215" y="122621"/>
                  <a:pt x="114516" y="117075"/>
                </a:cubicBezTo>
                <a:cubicBezTo>
                  <a:pt x="118817" y="111530"/>
                  <a:pt x="123588" y="102450"/>
                  <a:pt x="128830" y="89834"/>
                </a:cubicBezTo>
                <a:cubicBezTo>
                  <a:pt x="130174" y="86784"/>
                  <a:pt x="131048" y="85120"/>
                  <a:pt x="131451" y="84843"/>
                </a:cubicBezTo>
                <a:cubicBezTo>
                  <a:pt x="132392" y="84566"/>
                  <a:pt x="133400" y="84427"/>
                  <a:pt x="134475" y="84427"/>
                </a:cubicBezTo>
                <a:cubicBezTo>
                  <a:pt x="137164" y="84427"/>
                  <a:pt x="138508" y="85328"/>
                  <a:pt x="138508" y="87131"/>
                </a:cubicBezTo>
                <a:cubicBezTo>
                  <a:pt x="124395" y="122343"/>
                  <a:pt x="117002" y="140296"/>
                  <a:pt x="116330" y="140989"/>
                </a:cubicBezTo>
                <a:cubicBezTo>
                  <a:pt x="115927" y="141267"/>
                  <a:pt x="96707" y="141405"/>
                  <a:pt x="58669" y="141405"/>
                </a:cubicBezTo>
                <a:lnTo>
                  <a:pt x="20564" y="141405"/>
                </a:lnTo>
                <a:cubicBezTo>
                  <a:pt x="6855" y="141405"/>
                  <a:pt x="0" y="140643"/>
                  <a:pt x="0" y="139118"/>
                </a:cubicBezTo>
                <a:cubicBezTo>
                  <a:pt x="0" y="138841"/>
                  <a:pt x="202" y="137870"/>
                  <a:pt x="605" y="136207"/>
                </a:cubicBezTo>
                <a:cubicBezTo>
                  <a:pt x="1142" y="133989"/>
                  <a:pt x="1680" y="132741"/>
                  <a:pt x="2218" y="132464"/>
                </a:cubicBezTo>
                <a:cubicBezTo>
                  <a:pt x="2755" y="132186"/>
                  <a:pt x="4301" y="131978"/>
                  <a:pt x="6855" y="131840"/>
                </a:cubicBezTo>
                <a:cubicBezTo>
                  <a:pt x="10484" y="131840"/>
                  <a:pt x="14516" y="131632"/>
                  <a:pt x="18952" y="131216"/>
                </a:cubicBezTo>
                <a:cubicBezTo>
                  <a:pt x="20833" y="130800"/>
                  <a:pt x="22110" y="129968"/>
                  <a:pt x="22782" y="128720"/>
                </a:cubicBezTo>
                <a:cubicBezTo>
                  <a:pt x="23051" y="128027"/>
                  <a:pt x="27823" y="108549"/>
                  <a:pt x="37097" y="70287"/>
                </a:cubicBezTo>
                <a:cubicBezTo>
                  <a:pt x="46371" y="32024"/>
                  <a:pt x="51075" y="12616"/>
                  <a:pt x="51210" y="12061"/>
                </a:cubicBezTo>
                <a:cubicBezTo>
                  <a:pt x="51210" y="11091"/>
                  <a:pt x="50941" y="10605"/>
                  <a:pt x="50403" y="10605"/>
                </a:cubicBezTo>
                <a:cubicBezTo>
                  <a:pt x="49328" y="10190"/>
                  <a:pt x="45766" y="9843"/>
                  <a:pt x="39718" y="9566"/>
                </a:cubicBezTo>
                <a:lnTo>
                  <a:pt x="33468" y="9566"/>
                </a:lnTo>
                <a:cubicBezTo>
                  <a:pt x="32661" y="8734"/>
                  <a:pt x="32258" y="8179"/>
                  <a:pt x="32258" y="7902"/>
                </a:cubicBezTo>
                <a:cubicBezTo>
                  <a:pt x="32258" y="7625"/>
                  <a:pt x="32392" y="6446"/>
                  <a:pt x="32661" y="4367"/>
                </a:cubicBezTo>
                <a:cubicBezTo>
                  <a:pt x="33199" y="2010"/>
                  <a:pt x="33871" y="555"/>
                  <a:pt x="34677" y="0"/>
                </a:cubicBezTo>
                <a:lnTo>
                  <a:pt x="146371" y="0"/>
                </a:lnTo>
                <a:cubicBezTo>
                  <a:pt x="147311" y="555"/>
                  <a:pt x="147782" y="1317"/>
                  <a:pt x="147782" y="2287"/>
                </a:cubicBezTo>
                <a:cubicBezTo>
                  <a:pt x="147782" y="2981"/>
                  <a:pt x="146908" y="10744"/>
                  <a:pt x="145161" y="25578"/>
                </a:cubicBezTo>
                <a:cubicBezTo>
                  <a:pt x="143414" y="40411"/>
                  <a:pt x="142473" y="48036"/>
                  <a:pt x="142338" y="48452"/>
                </a:cubicBezTo>
                <a:cubicBezTo>
                  <a:pt x="142069" y="49423"/>
                  <a:pt x="140725" y="49908"/>
                  <a:pt x="138306" y="49908"/>
                </a:cubicBezTo>
                <a:lnTo>
                  <a:pt x="135887" y="49908"/>
                </a:lnTo>
                <a:cubicBezTo>
                  <a:pt x="134946" y="49215"/>
                  <a:pt x="134475" y="48314"/>
                  <a:pt x="134475" y="47204"/>
                </a:cubicBezTo>
                <a:lnTo>
                  <a:pt x="135080" y="42422"/>
                </a:lnTo>
                <a:cubicBezTo>
                  <a:pt x="135483" y="39094"/>
                  <a:pt x="135685" y="35490"/>
                  <a:pt x="135685" y="31608"/>
                </a:cubicBezTo>
                <a:cubicBezTo>
                  <a:pt x="135685" y="27449"/>
                  <a:pt x="135215" y="23983"/>
                  <a:pt x="134274" y="21211"/>
                </a:cubicBezTo>
                <a:cubicBezTo>
                  <a:pt x="133333" y="18438"/>
                  <a:pt x="132056" y="16289"/>
                  <a:pt x="130443" y="14764"/>
                </a:cubicBezTo>
                <a:cubicBezTo>
                  <a:pt x="128830" y="13239"/>
                  <a:pt x="126478" y="12130"/>
                  <a:pt x="123387" y="11437"/>
                </a:cubicBezTo>
                <a:cubicBezTo>
                  <a:pt x="120295" y="10744"/>
                  <a:pt x="117137" y="10259"/>
                  <a:pt x="113911" y="9982"/>
                </a:cubicBezTo>
                <a:cubicBezTo>
                  <a:pt x="110685" y="9704"/>
                  <a:pt x="106384" y="9566"/>
                  <a:pt x="101008" y="9566"/>
                </a:cubicBezTo>
                <a:lnTo>
                  <a:pt x="91532" y="9566"/>
                </a:lnTo>
                <a:cubicBezTo>
                  <a:pt x="79704" y="9704"/>
                  <a:pt x="73454" y="9912"/>
                  <a:pt x="72782" y="10190"/>
                </a:cubicBezTo>
                <a:cubicBezTo>
                  <a:pt x="72244" y="10467"/>
                  <a:pt x="71841" y="11091"/>
                  <a:pt x="71572" y="12061"/>
                </a:cubicBezTo>
                <a:cubicBezTo>
                  <a:pt x="71438" y="12477"/>
                  <a:pt x="69355" y="21003"/>
                  <a:pt x="65322" y="37639"/>
                </a:cubicBezTo>
                <a:cubicBezTo>
                  <a:pt x="61290" y="54275"/>
                  <a:pt x="59207" y="62731"/>
                  <a:pt x="59072" y="63009"/>
                </a:cubicBezTo>
                <a:cubicBezTo>
                  <a:pt x="62164" y="63147"/>
                  <a:pt x="65390" y="63217"/>
                  <a:pt x="68750" y="63217"/>
                </a:cubicBezTo>
                <a:lnTo>
                  <a:pt x="73992" y="63217"/>
                </a:lnTo>
                <a:cubicBezTo>
                  <a:pt x="82863" y="63217"/>
                  <a:pt x="88978" y="62177"/>
                  <a:pt x="92338" y="60097"/>
                </a:cubicBezTo>
                <a:cubicBezTo>
                  <a:pt x="95699" y="58018"/>
                  <a:pt x="98723" y="52403"/>
                  <a:pt x="101411" y="43253"/>
                </a:cubicBezTo>
                <a:cubicBezTo>
                  <a:pt x="101949" y="41035"/>
                  <a:pt x="102352" y="39788"/>
                  <a:pt x="102621" y="39510"/>
                </a:cubicBezTo>
                <a:cubicBezTo>
                  <a:pt x="102889" y="39233"/>
                  <a:pt x="104032" y="39025"/>
                  <a:pt x="106048" y="38886"/>
                </a:cubicBezTo>
                <a:cubicBezTo>
                  <a:pt x="106720" y="38886"/>
                  <a:pt x="107258" y="38886"/>
                  <a:pt x="107661" y="38886"/>
                </a:cubicBezTo>
                <a:cubicBezTo>
                  <a:pt x="108064" y="38886"/>
                  <a:pt x="108400" y="38956"/>
                  <a:pt x="108669" y="39094"/>
                </a:cubicBezTo>
                <a:cubicBezTo>
                  <a:pt x="108938" y="39233"/>
                  <a:pt x="109072" y="39302"/>
                  <a:pt x="109072" y="39302"/>
                </a:cubicBezTo>
                <a:cubicBezTo>
                  <a:pt x="109072" y="39302"/>
                  <a:pt x="109207" y="39580"/>
                  <a:pt x="109475" y="40134"/>
                </a:cubicBezTo>
                <a:cubicBezTo>
                  <a:pt x="109744" y="40689"/>
                  <a:pt x="109946" y="40966"/>
                  <a:pt x="110080" y="40966"/>
                </a:cubicBezTo>
                <a:lnTo>
                  <a:pt x="103427" y="68415"/>
                </a:lnTo>
                <a:cubicBezTo>
                  <a:pt x="98992" y="86853"/>
                  <a:pt x="96572" y="96211"/>
                  <a:pt x="96169" y="96488"/>
                </a:cubicBezTo>
                <a:cubicBezTo>
                  <a:pt x="95766" y="96904"/>
                  <a:pt x="94691" y="97112"/>
                  <a:pt x="92943" y="9711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9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B76CCE-592A-4348-BD45-ECD6ED70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676" y="6622431"/>
            <a:ext cx="60009" cy="101150"/>
          </a:xfrm>
          <a:custGeom xmlns:a="http://schemas.openxmlformats.org/drawingml/2006/main">
            <a:pathLst>
              <a:path w="60009" h="101150">
                <a:moveTo>
                  <a:pt x="8125" y="11909"/>
                </a:moveTo>
                <a:cubicBezTo>
                  <a:pt x="13446" y="3970"/>
                  <a:pt x="20716" y="0"/>
                  <a:pt x="29933" y="0"/>
                </a:cubicBezTo>
                <a:cubicBezTo>
                  <a:pt x="34495" y="0"/>
                  <a:pt x="39056" y="1274"/>
                  <a:pt x="43617" y="3823"/>
                </a:cubicBezTo>
                <a:cubicBezTo>
                  <a:pt x="48178" y="6371"/>
                  <a:pt x="51885" y="10879"/>
                  <a:pt x="54735" y="17348"/>
                </a:cubicBezTo>
                <a:cubicBezTo>
                  <a:pt x="58251" y="25483"/>
                  <a:pt x="60009" y="36657"/>
                  <a:pt x="60009" y="50869"/>
                </a:cubicBezTo>
                <a:cubicBezTo>
                  <a:pt x="60009" y="66061"/>
                  <a:pt x="57966" y="77676"/>
                  <a:pt x="53880" y="85713"/>
                </a:cubicBezTo>
                <a:cubicBezTo>
                  <a:pt x="51980" y="89829"/>
                  <a:pt x="49366" y="93113"/>
                  <a:pt x="46040" y="95563"/>
                </a:cubicBezTo>
                <a:cubicBezTo>
                  <a:pt x="42714" y="98013"/>
                  <a:pt x="39816" y="99533"/>
                  <a:pt x="37345" y="100121"/>
                </a:cubicBezTo>
                <a:cubicBezTo>
                  <a:pt x="34875" y="100709"/>
                  <a:pt x="32452" y="101052"/>
                  <a:pt x="30076" y="101150"/>
                </a:cubicBezTo>
                <a:cubicBezTo>
                  <a:pt x="27605" y="101150"/>
                  <a:pt x="25135" y="100856"/>
                  <a:pt x="22664" y="100268"/>
                </a:cubicBezTo>
                <a:cubicBezTo>
                  <a:pt x="20193" y="99680"/>
                  <a:pt x="17295" y="98111"/>
                  <a:pt x="13969" y="95563"/>
                </a:cubicBezTo>
                <a:cubicBezTo>
                  <a:pt x="10643" y="93015"/>
                  <a:pt x="8030" y="89731"/>
                  <a:pt x="6129" y="85713"/>
                </a:cubicBezTo>
                <a:cubicBezTo>
                  <a:pt x="2043" y="77676"/>
                  <a:pt x="0" y="66061"/>
                  <a:pt x="0" y="50869"/>
                </a:cubicBezTo>
                <a:cubicBezTo>
                  <a:pt x="0" y="33815"/>
                  <a:pt x="2708" y="20828"/>
                  <a:pt x="8125" y="11909"/>
                </a:cubicBezTo>
                <a:close/>
                <a:moveTo>
                  <a:pt x="40196" y="10144"/>
                </a:moveTo>
                <a:cubicBezTo>
                  <a:pt x="37345" y="7008"/>
                  <a:pt x="33972" y="5440"/>
                  <a:pt x="30076" y="5440"/>
                </a:cubicBezTo>
                <a:cubicBezTo>
                  <a:pt x="26085" y="5440"/>
                  <a:pt x="22664" y="7008"/>
                  <a:pt x="19813" y="10144"/>
                </a:cubicBezTo>
                <a:cubicBezTo>
                  <a:pt x="17437" y="12693"/>
                  <a:pt x="15869" y="16221"/>
                  <a:pt x="15109" y="20730"/>
                </a:cubicBezTo>
                <a:cubicBezTo>
                  <a:pt x="14349" y="25238"/>
                  <a:pt x="13969" y="34648"/>
                  <a:pt x="13969" y="48958"/>
                </a:cubicBezTo>
                <a:cubicBezTo>
                  <a:pt x="13969" y="64444"/>
                  <a:pt x="14349" y="74637"/>
                  <a:pt x="15109" y="79538"/>
                </a:cubicBezTo>
                <a:cubicBezTo>
                  <a:pt x="15869" y="84439"/>
                  <a:pt x="17580" y="88310"/>
                  <a:pt x="20241" y="91152"/>
                </a:cubicBezTo>
                <a:cubicBezTo>
                  <a:pt x="22901" y="94093"/>
                  <a:pt x="26180" y="95563"/>
                  <a:pt x="30076" y="95563"/>
                </a:cubicBezTo>
                <a:cubicBezTo>
                  <a:pt x="33877" y="95563"/>
                  <a:pt x="37108" y="94093"/>
                  <a:pt x="39769" y="91152"/>
                </a:cubicBezTo>
                <a:cubicBezTo>
                  <a:pt x="42524" y="88212"/>
                  <a:pt x="44235" y="84095"/>
                  <a:pt x="44900" y="78803"/>
                </a:cubicBezTo>
                <a:cubicBezTo>
                  <a:pt x="45565" y="73510"/>
                  <a:pt x="45945" y="63562"/>
                  <a:pt x="46040" y="48958"/>
                </a:cubicBezTo>
                <a:cubicBezTo>
                  <a:pt x="46040" y="34746"/>
                  <a:pt x="45660" y="25385"/>
                  <a:pt x="44900" y="20877"/>
                </a:cubicBezTo>
                <a:cubicBezTo>
                  <a:pt x="44140" y="16368"/>
                  <a:pt x="42572" y="12791"/>
                  <a:pt x="40196" y="101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3F1E2F-BD2F-41A2-9A91-81FB614B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676" y="6622431"/>
            <a:ext cx="60009" cy="101150"/>
          </a:xfrm>
          <a:custGeom xmlns:a="http://schemas.openxmlformats.org/drawingml/2006/main">
            <a:pathLst>
              <a:path w="60009" h="101150" fill="none">
                <a:moveTo>
                  <a:pt x="8125" y="11909"/>
                </a:moveTo>
                <a:cubicBezTo>
                  <a:pt x="13446" y="3970"/>
                  <a:pt x="20716" y="0"/>
                  <a:pt x="29933" y="0"/>
                </a:cubicBezTo>
                <a:cubicBezTo>
                  <a:pt x="34495" y="0"/>
                  <a:pt x="39056" y="1274"/>
                  <a:pt x="43617" y="3823"/>
                </a:cubicBezTo>
                <a:cubicBezTo>
                  <a:pt x="48178" y="6371"/>
                  <a:pt x="51885" y="10879"/>
                  <a:pt x="54735" y="17348"/>
                </a:cubicBezTo>
                <a:cubicBezTo>
                  <a:pt x="58251" y="25483"/>
                  <a:pt x="60009" y="36657"/>
                  <a:pt x="60009" y="50869"/>
                </a:cubicBezTo>
                <a:cubicBezTo>
                  <a:pt x="60009" y="66061"/>
                  <a:pt x="57966" y="77676"/>
                  <a:pt x="53880" y="85713"/>
                </a:cubicBezTo>
                <a:cubicBezTo>
                  <a:pt x="51980" y="89829"/>
                  <a:pt x="49366" y="93113"/>
                  <a:pt x="46040" y="95563"/>
                </a:cubicBezTo>
                <a:cubicBezTo>
                  <a:pt x="42714" y="98013"/>
                  <a:pt x="39816" y="99533"/>
                  <a:pt x="37345" y="100121"/>
                </a:cubicBezTo>
                <a:cubicBezTo>
                  <a:pt x="34875" y="100709"/>
                  <a:pt x="32452" y="101052"/>
                  <a:pt x="30076" y="101150"/>
                </a:cubicBezTo>
                <a:cubicBezTo>
                  <a:pt x="27605" y="101150"/>
                  <a:pt x="25135" y="100856"/>
                  <a:pt x="22664" y="100268"/>
                </a:cubicBezTo>
                <a:cubicBezTo>
                  <a:pt x="20193" y="99680"/>
                  <a:pt x="17295" y="98111"/>
                  <a:pt x="13969" y="95563"/>
                </a:cubicBezTo>
                <a:cubicBezTo>
                  <a:pt x="10643" y="93015"/>
                  <a:pt x="8030" y="89731"/>
                  <a:pt x="6129" y="85713"/>
                </a:cubicBezTo>
                <a:cubicBezTo>
                  <a:pt x="2043" y="77676"/>
                  <a:pt x="0" y="66061"/>
                  <a:pt x="0" y="50869"/>
                </a:cubicBezTo>
                <a:cubicBezTo>
                  <a:pt x="0" y="33815"/>
                  <a:pt x="2708" y="20828"/>
                  <a:pt x="8125" y="11909"/>
                </a:cubicBezTo>
                <a:close/>
                <a:moveTo>
                  <a:pt x="40196" y="10144"/>
                </a:moveTo>
                <a:cubicBezTo>
                  <a:pt x="37345" y="7008"/>
                  <a:pt x="33972" y="5440"/>
                  <a:pt x="30076" y="5440"/>
                </a:cubicBezTo>
                <a:cubicBezTo>
                  <a:pt x="26085" y="5440"/>
                  <a:pt x="22664" y="7008"/>
                  <a:pt x="19813" y="10144"/>
                </a:cubicBezTo>
                <a:cubicBezTo>
                  <a:pt x="17437" y="12693"/>
                  <a:pt x="15869" y="16221"/>
                  <a:pt x="15109" y="20730"/>
                </a:cubicBezTo>
                <a:cubicBezTo>
                  <a:pt x="14349" y="25238"/>
                  <a:pt x="13969" y="34648"/>
                  <a:pt x="13969" y="48958"/>
                </a:cubicBezTo>
                <a:cubicBezTo>
                  <a:pt x="13969" y="64444"/>
                  <a:pt x="14349" y="74637"/>
                  <a:pt x="15109" y="79538"/>
                </a:cubicBezTo>
                <a:cubicBezTo>
                  <a:pt x="15869" y="84439"/>
                  <a:pt x="17580" y="88310"/>
                  <a:pt x="20241" y="91152"/>
                </a:cubicBezTo>
                <a:cubicBezTo>
                  <a:pt x="22901" y="94093"/>
                  <a:pt x="26180" y="95563"/>
                  <a:pt x="30076" y="95563"/>
                </a:cubicBezTo>
                <a:cubicBezTo>
                  <a:pt x="33877" y="95563"/>
                  <a:pt x="37108" y="94093"/>
                  <a:pt x="39769" y="91152"/>
                </a:cubicBezTo>
                <a:cubicBezTo>
                  <a:pt x="42524" y="88212"/>
                  <a:pt x="44235" y="84095"/>
                  <a:pt x="44900" y="78803"/>
                </a:cubicBezTo>
                <a:cubicBezTo>
                  <a:pt x="45565" y="73510"/>
                  <a:pt x="45945" y="63562"/>
                  <a:pt x="46040" y="48958"/>
                </a:cubicBezTo>
                <a:cubicBezTo>
                  <a:pt x="46040" y="34746"/>
                  <a:pt x="45660" y="25385"/>
                  <a:pt x="44900" y="20877"/>
                </a:cubicBezTo>
                <a:cubicBezTo>
                  <a:pt x="44140" y="16368"/>
                  <a:pt x="42572" y="12791"/>
                  <a:pt x="40196" y="101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9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D35D78-5CDF-4569-AA03-C2528695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5" y="6702557"/>
            <a:ext cx="18815" cy="46409"/>
          </a:xfrm>
          <a:custGeom xmlns:a="http://schemas.openxmlformats.org/drawingml/2006/main">
            <a:pathLst>
              <a:path w="18815" h="46409">
                <a:moveTo>
                  <a:pt x="0" y="12644"/>
                </a:moveTo>
                <a:cubicBezTo>
                  <a:pt x="0" y="12644"/>
                  <a:pt x="0" y="11419"/>
                  <a:pt x="0" y="8968"/>
                </a:cubicBezTo>
                <a:cubicBezTo>
                  <a:pt x="0" y="6518"/>
                  <a:pt x="760" y="4411"/>
                  <a:pt x="2281" y="2646"/>
                </a:cubicBezTo>
                <a:cubicBezTo>
                  <a:pt x="3801" y="882"/>
                  <a:pt x="5844" y="0"/>
                  <a:pt x="8410" y="0"/>
                </a:cubicBezTo>
                <a:cubicBezTo>
                  <a:pt x="11071" y="0"/>
                  <a:pt x="13446" y="1225"/>
                  <a:pt x="15537" y="3676"/>
                </a:cubicBezTo>
                <a:cubicBezTo>
                  <a:pt x="17627" y="6126"/>
                  <a:pt x="18720" y="10438"/>
                  <a:pt x="18815" y="16613"/>
                </a:cubicBezTo>
                <a:cubicBezTo>
                  <a:pt x="18815" y="20044"/>
                  <a:pt x="18388" y="23376"/>
                  <a:pt x="17532" y="26611"/>
                </a:cubicBezTo>
                <a:cubicBezTo>
                  <a:pt x="16677" y="29845"/>
                  <a:pt x="15679" y="32638"/>
                  <a:pt x="14539" y="34991"/>
                </a:cubicBezTo>
                <a:cubicBezTo>
                  <a:pt x="13399" y="37343"/>
                  <a:pt x="12163" y="39352"/>
                  <a:pt x="10833" y="41019"/>
                </a:cubicBezTo>
                <a:cubicBezTo>
                  <a:pt x="9503" y="42685"/>
                  <a:pt x="8362" y="44008"/>
                  <a:pt x="7412" y="44988"/>
                </a:cubicBezTo>
                <a:cubicBezTo>
                  <a:pt x="6462" y="45968"/>
                  <a:pt x="5844" y="46409"/>
                  <a:pt x="5559" y="46311"/>
                </a:cubicBezTo>
                <a:cubicBezTo>
                  <a:pt x="5179" y="46311"/>
                  <a:pt x="4561" y="45870"/>
                  <a:pt x="3706" y="44988"/>
                </a:cubicBezTo>
                <a:cubicBezTo>
                  <a:pt x="2851" y="44106"/>
                  <a:pt x="2423" y="43469"/>
                  <a:pt x="2423" y="43077"/>
                </a:cubicBezTo>
                <a:cubicBezTo>
                  <a:pt x="2423" y="42685"/>
                  <a:pt x="2946" y="41901"/>
                  <a:pt x="3991" y="40725"/>
                </a:cubicBezTo>
                <a:cubicBezTo>
                  <a:pt x="5036" y="39548"/>
                  <a:pt x="6224" y="38078"/>
                  <a:pt x="7555" y="36314"/>
                </a:cubicBezTo>
                <a:cubicBezTo>
                  <a:pt x="8885" y="34550"/>
                  <a:pt x="10120" y="32099"/>
                  <a:pt x="11261" y="28963"/>
                </a:cubicBezTo>
                <a:cubicBezTo>
                  <a:pt x="12401" y="25827"/>
                  <a:pt x="13161" y="22249"/>
                  <a:pt x="13541" y="18230"/>
                </a:cubicBezTo>
                <a:lnTo>
                  <a:pt x="13541" y="16466"/>
                </a:lnTo>
                <a:lnTo>
                  <a:pt x="13399" y="16613"/>
                </a:lnTo>
                <a:cubicBezTo>
                  <a:pt x="13209" y="16711"/>
                  <a:pt x="12971" y="16809"/>
                  <a:pt x="12686" y="16907"/>
                </a:cubicBezTo>
                <a:cubicBezTo>
                  <a:pt x="12401" y="17005"/>
                  <a:pt x="12116" y="17152"/>
                  <a:pt x="11831" y="17348"/>
                </a:cubicBezTo>
                <a:cubicBezTo>
                  <a:pt x="11546" y="17544"/>
                  <a:pt x="11118" y="17642"/>
                  <a:pt x="10548" y="17642"/>
                </a:cubicBezTo>
                <a:cubicBezTo>
                  <a:pt x="9978" y="17642"/>
                  <a:pt x="9408" y="17691"/>
                  <a:pt x="8837" y="17789"/>
                </a:cubicBezTo>
                <a:cubicBezTo>
                  <a:pt x="6272" y="17789"/>
                  <a:pt x="4181" y="16956"/>
                  <a:pt x="2566" y="15290"/>
                </a:cubicBezTo>
                <a:lnTo>
                  <a:pt x="0" y="126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D0C23A-0655-4641-8774-FD8B934A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5" y="6702557"/>
            <a:ext cx="18815" cy="46409"/>
          </a:xfrm>
          <a:custGeom xmlns:a="http://schemas.openxmlformats.org/drawingml/2006/main">
            <a:pathLst>
              <a:path w="18815" h="46409" fill="none">
                <a:moveTo>
                  <a:pt x="0" y="12644"/>
                </a:moveTo>
                <a:cubicBezTo>
                  <a:pt x="0" y="12644"/>
                  <a:pt x="0" y="11419"/>
                  <a:pt x="0" y="8968"/>
                </a:cubicBezTo>
                <a:cubicBezTo>
                  <a:pt x="0" y="6518"/>
                  <a:pt x="760" y="4411"/>
                  <a:pt x="2281" y="2646"/>
                </a:cubicBezTo>
                <a:cubicBezTo>
                  <a:pt x="3801" y="882"/>
                  <a:pt x="5844" y="0"/>
                  <a:pt x="8410" y="0"/>
                </a:cubicBezTo>
                <a:cubicBezTo>
                  <a:pt x="11071" y="0"/>
                  <a:pt x="13446" y="1225"/>
                  <a:pt x="15537" y="3676"/>
                </a:cubicBezTo>
                <a:cubicBezTo>
                  <a:pt x="17627" y="6126"/>
                  <a:pt x="18720" y="10438"/>
                  <a:pt x="18815" y="16613"/>
                </a:cubicBezTo>
                <a:cubicBezTo>
                  <a:pt x="18815" y="20044"/>
                  <a:pt x="18388" y="23376"/>
                  <a:pt x="17532" y="26611"/>
                </a:cubicBezTo>
                <a:cubicBezTo>
                  <a:pt x="16677" y="29845"/>
                  <a:pt x="15679" y="32638"/>
                  <a:pt x="14539" y="34991"/>
                </a:cubicBezTo>
                <a:cubicBezTo>
                  <a:pt x="13399" y="37343"/>
                  <a:pt x="12163" y="39352"/>
                  <a:pt x="10833" y="41019"/>
                </a:cubicBezTo>
                <a:cubicBezTo>
                  <a:pt x="9503" y="42685"/>
                  <a:pt x="8362" y="44008"/>
                  <a:pt x="7412" y="44988"/>
                </a:cubicBezTo>
                <a:cubicBezTo>
                  <a:pt x="6462" y="45968"/>
                  <a:pt x="5844" y="46409"/>
                  <a:pt x="5559" y="46311"/>
                </a:cubicBezTo>
                <a:cubicBezTo>
                  <a:pt x="5179" y="46311"/>
                  <a:pt x="4561" y="45870"/>
                  <a:pt x="3706" y="44988"/>
                </a:cubicBezTo>
                <a:cubicBezTo>
                  <a:pt x="2851" y="44106"/>
                  <a:pt x="2423" y="43469"/>
                  <a:pt x="2423" y="43077"/>
                </a:cubicBezTo>
                <a:cubicBezTo>
                  <a:pt x="2423" y="42685"/>
                  <a:pt x="2946" y="41901"/>
                  <a:pt x="3991" y="40725"/>
                </a:cubicBezTo>
                <a:cubicBezTo>
                  <a:pt x="5036" y="39548"/>
                  <a:pt x="6224" y="38078"/>
                  <a:pt x="7555" y="36314"/>
                </a:cubicBezTo>
                <a:cubicBezTo>
                  <a:pt x="8885" y="34550"/>
                  <a:pt x="10120" y="32099"/>
                  <a:pt x="11261" y="28963"/>
                </a:cubicBezTo>
                <a:cubicBezTo>
                  <a:pt x="12401" y="25827"/>
                  <a:pt x="13161" y="22249"/>
                  <a:pt x="13541" y="18230"/>
                </a:cubicBezTo>
                <a:lnTo>
                  <a:pt x="13541" y="16466"/>
                </a:lnTo>
                <a:lnTo>
                  <a:pt x="13399" y="16613"/>
                </a:lnTo>
                <a:cubicBezTo>
                  <a:pt x="13209" y="16711"/>
                  <a:pt x="12971" y="16809"/>
                  <a:pt x="12686" y="16907"/>
                </a:cubicBezTo>
                <a:cubicBezTo>
                  <a:pt x="12401" y="17005"/>
                  <a:pt x="12116" y="17152"/>
                  <a:pt x="11831" y="17348"/>
                </a:cubicBezTo>
                <a:cubicBezTo>
                  <a:pt x="11546" y="17544"/>
                  <a:pt x="11118" y="17642"/>
                  <a:pt x="10548" y="17642"/>
                </a:cubicBezTo>
                <a:cubicBezTo>
                  <a:pt x="9978" y="17642"/>
                  <a:pt x="9408" y="17691"/>
                  <a:pt x="8837" y="17789"/>
                </a:cubicBezTo>
                <a:cubicBezTo>
                  <a:pt x="6272" y="17789"/>
                  <a:pt x="4181" y="16956"/>
                  <a:pt x="2566" y="15290"/>
                </a:cubicBezTo>
                <a:lnTo>
                  <a:pt x="0" y="126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9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94FEB1-78DC-46FA-AE9B-C744DB95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844" y="6622431"/>
            <a:ext cx="49034" cy="97915"/>
          </a:xfrm>
          <a:custGeom xmlns:a="http://schemas.openxmlformats.org/drawingml/2006/main">
            <a:pathLst>
              <a:path w="49034" h="97915">
                <a:moveTo>
                  <a:pt x="18530" y="12938"/>
                </a:moveTo>
                <a:lnTo>
                  <a:pt x="16677" y="13673"/>
                </a:lnTo>
                <a:cubicBezTo>
                  <a:pt x="15347" y="14163"/>
                  <a:pt x="13446" y="14653"/>
                  <a:pt x="10976" y="15143"/>
                </a:cubicBezTo>
                <a:cubicBezTo>
                  <a:pt x="8505" y="15633"/>
                  <a:pt x="5749" y="15976"/>
                  <a:pt x="2708" y="16172"/>
                </a:cubicBezTo>
                <a:lnTo>
                  <a:pt x="0" y="16172"/>
                </a:lnTo>
                <a:lnTo>
                  <a:pt x="0" y="9409"/>
                </a:lnTo>
                <a:lnTo>
                  <a:pt x="2708" y="9409"/>
                </a:lnTo>
                <a:cubicBezTo>
                  <a:pt x="7175" y="9213"/>
                  <a:pt x="11308" y="8478"/>
                  <a:pt x="15109" y="7204"/>
                </a:cubicBezTo>
                <a:cubicBezTo>
                  <a:pt x="18910" y="5930"/>
                  <a:pt x="21571" y="4754"/>
                  <a:pt x="23091" y="3676"/>
                </a:cubicBezTo>
                <a:cubicBezTo>
                  <a:pt x="24612" y="2597"/>
                  <a:pt x="25942" y="1519"/>
                  <a:pt x="27083" y="441"/>
                </a:cubicBezTo>
                <a:cubicBezTo>
                  <a:pt x="27273" y="147"/>
                  <a:pt x="27843" y="0"/>
                  <a:pt x="28793" y="0"/>
                </a:cubicBezTo>
                <a:cubicBezTo>
                  <a:pt x="29648" y="0"/>
                  <a:pt x="30456" y="294"/>
                  <a:pt x="31216" y="882"/>
                </a:cubicBezTo>
                <a:lnTo>
                  <a:pt x="31216" y="44841"/>
                </a:lnTo>
                <a:lnTo>
                  <a:pt x="31359" y="88947"/>
                </a:lnTo>
                <a:cubicBezTo>
                  <a:pt x="32024" y="89633"/>
                  <a:pt x="32594" y="90074"/>
                  <a:pt x="33069" y="90270"/>
                </a:cubicBezTo>
                <a:cubicBezTo>
                  <a:pt x="33544" y="90466"/>
                  <a:pt x="34685" y="90662"/>
                  <a:pt x="36490" y="90858"/>
                </a:cubicBezTo>
                <a:cubicBezTo>
                  <a:pt x="38296" y="91054"/>
                  <a:pt x="41242" y="91152"/>
                  <a:pt x="45328" y="91152"/>
                </a:cubicBezTo>
                <a:lnTo>
                  <a:pt x="49034" y="91152"/>
                </a:lnTo>
                <a:lnTo>
                  <a:pt x="49034" y="97915"/>
                </a:lnTo>
                <a:lnTo>
                  <a:pt x="47466" y="97915"/>
                </a:lnTo>
                <a:cubicBezTo>
                  <a:pt x="45470" y="97621"/>
                  <a:pt x="37916" y="97474"/>
                  <a:pt x="24802" y="97474"/>
                </a:cubicBezTo>
                <a:cubicBezTo>
                  <a:pt x="11878" y="97474"/>
                  <a:pt x="4419" y="97621"/>
                  <a:pt x="2423" y="97915"/>
                </a:cubicBezTo>
                <a:lnTo>
                  <a:pt x="713" y="97915"/>
                </a:lnTo>
                <a:lnTo>
                  <a:pt x="713" y="91152"/>
                </a:lnTo>
                <a:lnTo>
                  <a:pt x="4419" y="91152"/>
                </a:lnTo>
                <a:cubicBezTo>
                  <a:pt x="6509" y="91152"/>
                  <a:pt x="8315" y="91152"/>
                  <a:pt x="9835" y="91152"/>
                </a:cubicBezTo>
                <a:cubicBezTo>
                  <a:pt x="11356" y="91152"/>
                  <a:pt x="12544" y="91103"/>
                  <a:pt x="13399" y="91005"/>
                </a:cubicBezTo>
                <a:cubicBezTo>
                  <a:pt x="14254" y="90907"/>
                  <a:pt x="15014" y="90760"/>
                  <a:pt x="15679" y="90564"/>
                </a:cubicBezTo>
                <a:cubicBezTo>
                  <a:pt x="16345" y="90368"/>
                  <a:pt x="16725" y="90270"/>
                  <a:pt x="16820" y="90270"/>
                </a:cubicBezTo>
                <a:cubicBezTo>
                  <a:pt x="16915" y="90270"/>
                  <a:pt x="17200" y="90025"/>
                  <a:pt x="17675" y="89535"/>
                </a:cubicBezTo>
                <a:cubicBezTo>
                  <a:pt x="18150" y="89045"/>
                  <a:pt x="18435" y="88849"/>
                  <a:pt x="18530" y="88947"/>
                </a:cubicBezTo>
                <a:lnTo>
                  <a:pt x="18530" y="129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678FBD-C974-4790-8290-F590BCC6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844" y="6622431"/>
            <a:ext cx="49034" cy="97915"/>
          </a:xfrm>
          <a:custGeom xmlns:a="http://schemas.openxmlformats.org/drawingml/2006/main">
            <a:pathLst>
              <a:path w="49034" h="97915" fill="none">
                <a:moveTo>
                  <a:pt x="18530" y="12938"/>
                </a:moveTo>
                <a:lnTo>
                  <a:pt x="16677" y="13673"/>
                </a:lnTo>
                <a:cubicBezTo>
                  <a:pt x="15347" y="14163"/>
                  <a:pt x="13446" y="14653"/>
                  <a:pt x="10976" y="15143"/>
                </a:cubicBezTo>
                <a:cubicBezTo>
                  <a:pt x="8505" y="15633"/>
                  <a:pt x="5749" y="15976"/>
                  <a:pt x="2708" y="16172"/>
                </a:cubicBezTo>
                <a:lnTo>
                  <a:pt x="0" y="16172"/>
                </a:lnTo>
                <a:lnTo>
                  <a:pt x="0" y="9409"/>
                </a:lnTo>
                <a:lnTo>
                  <a:pt x="2708" y="9409"/>
                </a:lnTo>
                <a:cubicBezTo>
                  <a:pt x="7175" y="9213"/>
                  <a:pt x="11308" y="8478"/>
                  <a:pt x="15109" y="7204"/>
                </a:cubicBezTo>
                <a:cubicBezTo>
                  <a:pt x="18910" y="5930"/>
                  <a:pt x="21571" y="4754"/>
                  <a:pt x="23091" y="3676"/>
                </a:cubicBezTo>
                <a:cubicBezTo>
                  <a:pt x="24612" y="2597"/>
                  <a:pt x="25942" y="1519"/>
                  <a:pt x="27083" y="441"/>
                </a:cubicBezTo>
                <a:cubicBezTo>
                  <a:pt x="27273" y="147"/>
                  <a:pt x="27843" y="0"/>
                  <a:pt x="28793" y="0"/>
                </a:cubicBezTo>
                <a:cubicBezTo>
                  <a:pt x="29648" y="0"/>
                  <a:pt x="30456" y="294"/>
                  <a:pt x="31216" y="882"/>
                </a:cubicBezTo>
                <a:lnTo>
                  <a:pt x="31216" y="44841"/>
                </a:lnTo>
                <a:lnTo>
                  <a:pt x="31359" y="88947"/>
                </a:lnTo>
                <a:cubicBezTo>
                  <a:pt x="32024" y="89633"/>
                  <a:pt x="32594" y="90074"/>
                  <a:pt x="33069" y="90270"/>
                </a:cubicBezTo>
                <a:cubicBezTo>
                  <a:pt x="33544" y="90466"/>
                  <a:pt x="34685" y="90662"/>
                  <a:pt x="36490" y="90858"/>
                </a:cubicBezTo>
                <a:cubicBezTo>
                  <a:pt x="38296" y="91054"/>
                  <a:pt x="41242" y="91152"/>
                  <a:pt x="45328" y="91152"/>
                </a:cubicBezTo>
                <a:lnTo>
                  <a:pt x="49034" y="91152"/>
                </a:lnTo>
                <a:lnTo>
                  <a:pt x="49034" y="97915"/>
                </a:lnTo>
                <a:lnTo>
                  <a:pt x="47466" y="97915"/>
                </a:lnTo>
                <a:cubicBezTo>
                  <a:pt x="45470" y="97621"/>
                  <a:pt x="37916" y="97474"/>
                  <a:pt x="24802" y="97474"/>
                </a:cubicBezTo>
                <a:cubicBezTo>
                  <a:pt x="11878" y="97474"/>
                  <a:pt x="4419" y="97621"/>
                  <a:pt x="2423" y="97915"/>
                </a:cubicBezTo>
                <a:lnTo>
                  <a:pt x="713" y="97915"/>
                </a:lnTo>
                <a:lnTo>
                  <a:pt x="713" y="91152"/>
                </a:lnTo>
                <a:lnTo>
                  <a:pt x="4419" y="91152"/>
                </a:lnTo>
                <a:cubicBezTo>
                  <a:pt x="6509" y="91152"/>
                  <a:pt x="8315" y="91152"/>
                  <a:pt x="9835" y="91152"/>
                </a:cubicBezTo>
                <a:cubicBezTo>
                  <a:pt x="11356" y="91152"/>
                  <a:pt x="12544" y="91103"/>
                  <a:pt x="13399" y="91005"/>
                </a:cubicBezTo>
                <a:cubicBezTo>
                  <a:pt x="14254" y="90907"/>
                  <a:pt x="15014" y="90760"/>
                  <a:pt x="15679" y="90564"/>
                </a:cubicBezTo>
                <a:cubicBezTo>
                  <a:pt x="16345" y="90368"/>
                  <a:pt x="16725" y="90270"/>
                  <a:pt x="16820" y="90270"/>
                </a:cubicBezTo>
                <a:cubicBezTo>
                  <a:pt x="16915" y="90270"/>
                  <a:pt x="17200" y="90025"/>
                  <a:pt x="17675" y="89535"/>
                </a:cubicBezTo>
                <a:cubicBezTo>
                  <a:pt x="18150" y="89045"/>
                  <a:pt x="18435" y="88849"/>
                  <a:pt x="18530" y="88947"/>
                </a:cubicBezTo>
                <a:lnTo>
                  <a:pt x="18530" y="1293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9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660047-3D07-4418-8B47-5000BDD1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386" y="6533297"/>
            <a:ext cx="8064" cy="207741"/>
          </a:xfrm>
          <a:custGeom xmlns:a="http://schemas.openxmlformats.org/drawingml/2006/main">
            <a:pathLst>
              <a:path w="8064" h="207741">
                <a:moveTo>
                  <a:pt x="4032" y="207741"/>
                </a:moveTo>
                <a:lnTo>
                  <a:pt x="3629" y="207741"/>
                </a:lnTo>
                <a:cubicBezTo>
                  <a:pt x="2016" y="207741"/>
                  <a:pt x="806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46" y="901"/>
                  <a:pt x="2823" y="0"/>
                  <a:pt x="4032" y="0"/>
                </a:cubicBezTo>
                <a:cubicBezTo>
                  <a:pt x="5780" y="0"/>
                  <a:pt x="7124" y="1040"/>
                  <a:pt x="8064" y="3119"/>
                </a:cubicBezTo>
                <a:lnTo>
                  <a:pt x="8064" y="204830"/>
                </a:lnTo>
                <a:cubicBezTo>
                  <a:pt x="6989" y="206771"/>
                  <a:pt x="5780" y="207741"/>
                  <a:pt x="4435" y="207741"/>
                </a:cubicBezTo>
                <a:lnTo>
                  <a:pt x="4032" y="2077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79AD26-5B2B-476A-A5A2-D5BBFC33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386" y="6533297"/>
            <a:ext cx="8064" cy="207741"/>
          </a:xfrm>
          <a:custGeom xmlns:a="http://schemas.openxmlformats.org/drawingml/2006/main">
            <a:pathLst>
              <a:path w="8064" h="207741" fill="none">
                <a:moveTo>
                  <a:pt x="4032" y="207741"/>
                </a:moveTo>
                <a:lnTo>
                  <a:pt x="3629" y="207741"/>
                </a:lnTo>
                <a:cubicBezTo>
                  <a:pt x="2016" y="207741"/>
                  <a:pt x="806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46" y="901"/>
                  <a:pt x="2823" y="0"/>
                  <a:pt x="4032" y="0"/>
                </a:cubicBezTo>
                <a:cubicBezTo>
                  <a:pt x="5780" y="0"/>
                  <a:pt x="7124" y="1040"/>
                  <a:pt x="8064" y="3119"/>
                </a:cubicBezTo>
                <a:lnTo>
                  <a:pt x="8064" y="204830"/>
                </a:lnTo>
                <a:cubicBezTo>
                  <a:pt x="6989" y="206771"/>
                  <a:pt x="5780" y="207741"/>
                  <a:pt x="4435" y="207741"/>
                </a:cubicBezTo>
                <a:lnTo>
                  <a:pt x="4032" y="2077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9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38A8DF-DD6F-441E-9D9E-E1B54EB3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5434" y="6533297"/>
            <a:ext cx="8064" cy="207741"/>
          </a:xfrm>
          <a:custGeom xmlns:a="http://schemas.openxmlformats.org/drawingml/2006/main">
            <a:pathLst>
              <a:path w="8064" h="207741">
                <a:moveTo>
                  <a:pt x="4032" y="207741"/>
                </a:moveTo>
                <a:lnTo>
                  <a:pt x="3629" y="207741"/>
                </a:lnTo>
                <a:cubicBezTo>
                  <a:pt x="2016" y="207741"/>
                  <a:pt x="806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46" y="901"/>
                  <a:pt x="2823" y="0"/>
                  <a:pt x="4032" y="0"/>
                </a:cubicBezTo>
                <a:cubicBezTo>
                  <a:pt x="5780" y="0"/>
                  <a:pt x="7124" y="1040"/>
                  <a:pt x="8064" y="3119"/>
                </a:cubicBezTo>
                <a:lnTo>
                  <a:pt x="8064" y="204830"/>
                </a:lnTo>
                <a:cubicBezTo>
                  <a:pt x="6989" y="206771"/>
                  <a:pt x="5780" y="207741"/>
                  <a:pt x="4435" y="207741"/>
                </a:cubicBezTo>
                <a:lnTo>
                  <a:pt x="4032" y="2077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18FAAC-C583-4262-9FC3-BBE81FCC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5434" y="6533297"/>
            <a:ext cx="8064" cy="207741"/>
          </a:xfrm>
          <a:custGeom xmlns:a="http://schemas.openxmlformats.org/drawingml/2006/main">
            <a:pathLst>
              <a:path w="8064" h="207741" fill="none">
                <a:moveTo>
                  <a:pt x="4032" y="207741"/>
                </a:moveTo>
                <a:lnTo>
                  <a:pt x="3629" y="207741"/>
                </a:lnTo>
                <a:cubicBezTo>
                  <a:pt x="2016" y="207741"/>
                  <a:pt x="806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46" y="901"/>
                  <a:pt x="2823" y="0"/>
                  <a:pt x="4032" y="0"/>
                </a:cubicBezTo>
                <a:cubicBezTo>
                  <a:pt x="5780" y="0"/>
                  <a:pt x="7124" y="1040"/>
                  <a:pt x="8064" y="3119"/>
                </a:cubicBezTo>
                <a:lnTo>
                  <a:pt x="8064" y="204830"/>
                </a:lnTo>
                <a:cubicBezTo>
                  <a:pt x="6989" y="206771"/>
                  <a:pt x="5780" y="207741"/>
                  <a:pt x="4435" y="207741"/>
                </a:cubicBezTo>
                <a:lnTo>
                  <a:pt x="4032" y="2077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9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4DA616-24C3-469C-A671-A0CB95C6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3741" y="6547750"/>
            <a:ext cx="147782" cy="141405"/>
          </a:xfrm>
          <a:custGeom xmlns:a="http://schemas.openxmlformats.org/drawingml/2006/main">
            <a:pathLst>
              <a:path w="147782" h="141405">
                <a:moveTo>
                  <a:pt x="92943" y="97112"/>
                </a:moveTo>
                <a:cubicBezTo>
                  <a:pt x="90255" y="97112"/>
                  <a:pt x="88911" y="96211"/>
                  <a:pt x="88911" y="94409"/>
                </a:cubicBezTo>
                <a:cubicBezTo>
                  <a:pt x="88911" y="93854"/>
                  <a:pt x="89247" y="92191"/>
                  <a:pt x="89919" y="89418"/>
                </a:cubicBezTo>
                <a:cubicBezTo>
                  <a:pt x="90591" y="86645"/>
                  <a:pt x="90927" y="84219"/>
                  <a:pt x="90927" y="82140"/>
                </a:cubicBezTo>
                <a:cubicBezTo>
                  <a:pt x="90927" y="77842"/>
                  <a:pt x="89516" y="75208"/>
                  <a:pt x="86693" y="74238"/>
                </a:cubicBezTo>
                <a:cubicBezTo>
                  <a:pt x="83871" y="73267"/>
                  <a:pt x="77352" y="72782"/>
                  <a:pt x="67137" y="72782"/>
                </a:cubicBezTo>
                <a:lnTo>
                  <a:pt x="56653" y="72782"/>
                </a:lnTo>
                <a:cubicBezTo>
                  <a:pt x="56519" y="73059"/>
                  <a:pt x="54167" y="82625"/>
                  <a:pt x="49597" y="101479"/>
                </a:cubicBezTo>
                <a:cubicBezTo>
                  <a:pt x="45027" y="120333"/>
                  <a:pt x="42742" y="130038"/>
                  <a:pt x="42742" y="130592"/>
                </a:cubicBezTo>
                <a:cubicBezTo>
                  <a:pt x="42742" y="131147"/>
                  <a:pt x="43481" y="131424"/>
                  <a:pt x="44960" y="131424"/>
                </a:cubicBezTo>
                <a:cubicBezTo>
                  <a:pt x="46438" y="131424"/>
                  <a:pt x="51814" y="131562"/>
                  <a:pt x="61089" y="131840"/>
                </a:cubicBezTo>
                <a:cubicBezTo>
                  <a:pt x="73723" y="131840"/>
                  <a:pt x="82056" y="131701"/>
                  <a:pt x="86088" y="131424"/>
                </a:cubicBezTo>
                <a:cubicBezTo>
                  <a:pt x="90121" y="131147"/>
                  <a:pt x="94153" y="130245"/>
                  <a:pt x="98185" y="128720"/>
                </a:cubicBezTo>
                <a:cubicBezTo>
                  <a:pt x="104771" y="126502"/>
                  <a:pt x="110215" y="122621"/>
                  <a:pt x="114516" y="117075"/>
                </a:cubicBezTo>
                <a:cubicBezTo>
                  <a:pt x="118817" y="111530"/>
                  <a:pt x="123588" y="102450"/>
                  <a:pt x="128830" y="89834"/>
                </a:cubicBezTo>
                <a:cubicBezTo>
                  <a:pt x="130174" y="86784"/>
                  <a:pt x="131048" y="85120"/>
                  <a:pt x="131451" y="84843"/>
                </a:cubicBezTo>
                <a:cubicBezTo>
                  <a:pt x="132392" y="84566"/>
                  <a:pt x="133400" y="84427"/>
                  <a:pt x="134475" y="84427"/>
                </a:cubicBezTo>
                <a:cubicBezTo>
                  <a:pt x="137164" y="84427"/>
                  <a:pt x="138508" y="85328"/>
                  <a:pt x="138508" y="87131"/>
                </a:cubicBezTo>
                <a:cubicBezTo>
                  <a:pt x="124395" y="122343"/>
                  <a:pt x="117002" y="140296"/>
                  <a:pt x="116330" y="140989"/>
                </a:cubicBezTo>
                <a:cubicBezTo>
                  <a:pt x="115927" y="141267"/>
                  <a:pt x="96707" y="141405"/>
                  <a:pt x="58669" y="141405"/>
                </a:cubicBezTo>
                <a:lnTo>
                  <a:pt x="20564" y="141405"/>
                </a:lnTo>
                <a:cubicBezTo>
                  <a:pt x="6855" y="141405"/>
                  <a:pt x="0" y="140643"/>
                  <a:pt x="0" y="139118"/>
                </a:cubicBezTo>
                <a:cubicBezTo>
                  <a:pt x="0" y="138841"/>
                  <a:pt x="202" y="137870"/>
                  <a:pt x="605" y="136207"/>
                </a:cubicBezTo>
                <a:cubicBezTo>
                  <a:pt x="1142" y="133989"/>
                  <a:pt x="1680" y="132741"/>
                  <a:pt x="2218" y="132464"/>
                </a:cubicBezTo>
                <a:cubicBezTo>
                  <a:pt x="2755" y="132186"/>
                  <a:pt x="4301" y="131978"/>
                  <a:pt x="6855" y="131840"/>
                </a:cubicBezTo>
                <a:cubicBezTo>
                  <a:pt x="10484" y="131840"/>
                  <a:pt x="14516" y="131632"/>
                  <a:pt x="18952" y="131216"/>
                </a:cubicBezTo>
                <a:cubicBezTo>
                  <a:pt x="20833" y="130800"/>
                  <a:pt x="22110" y="129968"/>
                  <a:pt x="22782" y="128720"/>
                </a:cubicBezTo>
                <a:cubicBezTo>
                  <a:pt x="23051" y="128027"/>
                  <a:pt x="27823" y="108549"/>
                  <a:pt x="37097" y="70287"/>
                </a:cubicBezTo>
                <a:cubicBezTo>
                  <a:pt x="46371" y="32024"/>
                  <a:pt x="51075" y="12616"/>
                  <a:pt x="51210" y="12061"/>
                </a:cubicBezTo>
                <a:cubicBezTo>
                  <a:pt x="51210" y="11091"/>
                  <a:pt x="50941" y="10605"/>
                  <a:pt x="50403" y="10605"/>
                </a:cubicBezTo>
                <a:cubicBezTo>
                  <a:pt x="49328" y="10190"/>
                  <a:pt x="45766" y="9843"/>
                  <a:pt x="39718" y="9566"/>
                </a:cubicBezTo>
                <a:lnTo>
                  <a:pt x="33468" y="9566"/>
                </a:lnTo>
                <a:cubicBezTo>
                  <a:pt x="32661" y="8734"/>
                  <a:pt x="32258" y="8179"/>
                  <a:pt x="32258" y="7902"/>
                </a:cubicBezTo>
                <a:cubicBezTo>
                  <a:pt x="32258" y="7625"/>
                  <a:pt x="32392" y="6446"/>
                  <a:pt x="32661" y="4367"/>
                </a:cubicBezTo>
                <a:cubicBezTo>
                  <a:pt x="33199" y="2010"/>
                  <a:pt x="33871" y="555"/>
                  <a:pt x="34677" y="0"/>
                </a:cubicBezTo>
                <a:lnTo>
                  <a:pt x="146371" y="0"/>
                </a:lnTo>
                <a:cubicBezTo>
                  <a:pt x="147311" y="555"/>
                  <a:pt x="147782" y="1317"/>
                  <a:pt x="147782" y="2287"/>
                </a:cubicBezTo>
                <a:cubicBezTo>
                  <a:pt x="147782" y="2981"/>
                  <a:pt x="146908" y="10744"/>
                  <a:pt x="145161" y="25578"/>
                </a:cubicBezTo>
                <a:cubicBezTo>
                  <a:pt x="143414" y="40411"/>
                  <a:pt x="142473" y="48036"/>
                  <a:pt x="142338" y="48452"/>
                </a:cubicBezTo>
                <a:cubicBezTo>
                  <a:pt x="142069" y="49423"/>
                  <a:pt x="140725" y="49908"/>
                  <a:pt x="138306" y="49908"/>
                </a:cubicBezTo>
                <a:lnTo>
                  <a:pt x="135887" y="49908"/>
                </a:lnTo>
                <a:cubicBezTo>
                  <a:pt x="134946" y="49215"/>
                  <a:pt x="134475" y="48314"/>
                  <a:pt x="134475" y="47204"/>
                </a:cubicBezTo>
                <a:lnTo>
                  <a:pt x="135080" y="42422"/>
                </a:lnTo>
                <a:cubicBezTo>
                  <a:pt x="135483" y="39094"/>
                  <a:pt x="135685" y="35490"/>
                  <a:pt x="135685" y="31608"/>
                </a:cubicBezTo>
                <a:cubicBezTo>
                  <a:pt x="135685" y="27449"/>
                  <a:pt x="135215" y="23983"/>
                  <a:pt x="134274" y="21211"/>
                </a:cubicBezTo>
                <a:cubicBezTo>
                  <a:pt x="133333" y="18438"/>
                  <a:pt x="132056" y="16289"/>
                  <a:pt x="130443" y="14764"/>
                </a:cubicBezTo>
                <a:cubicBezTo>
                  <a:pt x="128830" y="13239"/>
                  <a:pt x="126478" y="12130"/>
                  <a:pt x="123387" y="11437"/>
                </a:cubicBezTo>
                <a:cubicBezTo>
                  <a:pt x="120295" y="10744"/>
                  <a:pt x="117137" y="10259"/>
                  <a:pt x="113911" y="9982"/>
                </a:cubicBezTo>
                <a:cubicBezTo>
                  <a:pt x="110685" y="9704"/>
                  <a:pt x="106384" y="9566"/>
                  <a:pt x="101008" y="9566"/>
                </a:cubicBezTo>
                <a:lnTo>
                  <a:pt x="91532" y="9566"/>
                </a:lnTo>
                <a:cubicBezTo>
                  <a:pt x="79704" y="9704"/>
                  <a:pt x="73454" y="9912"/>
                  <a:pt x="72782" y="10190"/>
                </a:cubicBezTo>
                <a:cubicBezTo>
                  <a:pt x="72244" y="10467"/>
                  <a:pt x="71841" y="11091"/>
                  <a:pt x="71572" y="12061"/>
                </a:cubicBezTo>
                <a:cubicBezTo>
                  <a:pt x="71438" y="12477"/>
                  <a:pt x="69355" y="21003"/>
                  <a:pt x="65322" y="37639"/>
                </a:cubicBezTo>
                <a:cubicBezTo>
                  <a:pt x="61290" y="54275"/>
                  <a:pt x="59207" y="62731"/>
                  <a:pt x="59072" y="63009"/>
                </a:cubicBezTo>
                <a:cubicBezTo>
                  <a:pt x="62164" y="63147"/>
                  <a:pt x="65390" y="63217"/>
                  <a:pt x="68750" y="63217"/>
                </a:cubicBezTo>
                <a:lnTo>
                  <a:pt x="73992" y="63217"/>
                </a:lnTo>
                <a:cubicBezTo>
                  <a:pt x="82863" y="63217"/>
                  <a:pt x="88978" y="62177"/>
                  <a:pt x="92338" y="60097"/>
                </a:cubicBezTo>
                <a:cubicBezTo>
                  <a:pt x="95699" y="58018"/>
                  <a:pt x="98723" y="52403"/>
                  <a:pt x="101411" y="43253"/>
                </a:cubicBezTo>
                <a:cubicBezTo>
                  <a:pt x="101949" y="41035"/>
                  <a:pt x="102352" y="39788"/>
                  <a:pt x="102621" y="39510"/>
                </a:cubicBezTo>
                <a:cubicBezTo>
                  <a:pt x="102889" y="39233"/>
                  <a:pt x="104032" y="39025"/>
                  <a:pt x="106048" y="38886"/>
                </a:cubicBezTo>
                <a:cubicBezTo>
                  <a:pt x="106720" y="38886"/>
                  <a:pt x="107258" y="38886"/>
                  <a:pt x="107661" y="38886"/>
                </a:cubicBezTo>
                <a:cubicBezTo>
                  <a:pt x="108064" y="38886"/>
                  <a:pt x="108400" y="38956"/>
                  <a:pt x="108669" y="39094"/>
                </a:cubicBezTo>
                <a:cubicBezTo>
                  <a:pt x="108938" y="39233"/>
                  <a:pt x="109072" y="39302"/>
                  <a:pt x="109072" y="39302"/>
                </a:cubicBezTo>
                <a:cubicBezTo>
                  <a:pt x="109072" y="39302"/>
                  <a:pt x="109207" y="39580"/>
                  <a:pt x="109475" y="40134"/>
                </a:cubicBezTo>
                <a:cubicBezTo>
                  <a:pt x="109744" y="40689"/>
                  <a:pt x="109946" y="40966"/>
                  <a:pt x="110080" y="40966"/>
                </a:cubicBezTo>
                <a:lnTo>
                  <a:pt x="103427" y="68415"/>
                </a:lnTo>
                <a:cubicBezTo>
                  <a:pt x="98992" y="86853"/>
                  <a:pt x="96572" y="96211"/>
                  <a:pt x="96169" y="96488"/>
                </a:cubicBezTo>
                <a:cubicBezTo>
                  <a:pt x="95766" y="96904"/>
                  <a:pt x="94691" y="97112"/>
                  <a:pt x="92943" y="971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29531A-8758-42A3-8943-2E9B58E9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3741" y="6547750"/>
            <a:ext cx="147782" cy="141405"/>
          </a:xfrm>
          <a:custGeom xmlns:a="http://schemas.openxmlformats.org/drawingml/2006/main">
            <a:pathLst>
              <a:path w="147782" h="141405" fill="none">
                <a:moveTo>
                  <a:pt x="92943" y="97112"/>
                </a:moveTo>
                <a:cubicBezTo>
                  <a:pt x="90255" y="97112"/>
                  <a:pt x="88911" y="96211"/>
                  <a:pt x="88911" y="94409"/>
                </a:cubicBezTo>
                <a:cubicBezTo>
                  <a:pt x="88911" y="93854"/>
                  <a:pt x="89247" y="92191"/>
                  <a:pt x="89919" y="89418"/>
                </a:cubicBezTo>
                <a:cubicBezTo>
                  <a:pt x="90591" y="86645"/>
                  <a:pt x="90927" y="84219"/>
                  <a:pt x="90927" y="82140"/>
                </a:cubicBezTo>
                <a:cubicBezTo>
                  <a:pt x="90927" y="77842"/>
                  <a:pt x="89516" y="75208"/>
                  <a:pt x="86693" y="74238"/>
                </a:cubicBezTo>
                <a:cubicBezTo>
                  <a:pt x="83871" y="73267"/>
                  <a:pt x="77352" y="72782"/>
                  <a:pt x="67137" y="72782"/>
                </a:cubicBezTo>
                <a:lnTo>
                  <a:pt x="56653" y="72782"/>
                </a:lnTo>
                <a:cubicBezTo>
                  <a:pt x="56519" y="73059"/>
                  <a:pt x="54167" y="82625"/>
                  <a:pt x="49597" y="101479"/>
                </a:cubicBezTo>
                <a:cubicBezTo>
                  <a:pt x="45027" y="120333"/>
                  <a:pt x="42742" y="130038"/>
                  <a:pt x="42742" y="130592"/>
                </a:cubicBezTo>
                <a:cubicBezTo>
                  <a:pt x="42742" y="131147"/>
                  <a:pt x="43481" y="131424"/>
                  <a:pt x="44960" y="131424"/>
                </a:cubicBezTo>
                <a:cubicBezTo>
                  <a:pt x="46438" y="131424"/>
                  <a:pt x="51814" y="131562"/>
                  <a:pt x="61089" y="131840"/>
                </a:cubicBezTo>
                <a:cubicBezTo>
                  <a:pt x="73723" y="131840"/>
                  <a:pt x="82056" y="131701"/>
                  <a:pt x="86088" y="131424"/>
                </a:cubicBezTo>
                <a:cubicBezTo>
                  <a:pt x="90121" y="131147"/>
                  <a:pt x="94153" y="130245"/>
                  <a:pt x="98185" y="128720"/>
                </a:cubicBezTo>
                <a:cubicBezTo>
                  <a:pt x="104771" y="126502"/>
                  <a:pt x="110215" y="122621"/>
                  <a:pt x="114516" y="117075"/>
                </a:cubicBezTo>
                <a:cubicBezTo>
                  <a:pt x="118817" y="111530"/>
                  <a:pt x="123588" y="102450"/>
                  <a:pt x="128830" y="89834"/>
                </a:cubicBezTo>
                <a:cubicBezTo>
                  <a:pt x="130174" y="86784"/>
                  <a:pt x="131048" y="85120"/>
                  <a:pt x="131451" y="84843"/>
                </a:cubicBezTo>
                <a:cubicBezTo>
                  <a:pt x="132392" y="84566"/>
                  <a:pt x="133400" y="84427"/>
                  <a:pt x="134475" y="84427"/>
                </a:cubicBezTo>
                <a:cubicBezTo>
                  <a:pt x="137164" y="84427"/>
                  <a:pt x="138508" y="85328"/>
                  <a:pt x="138508" y="87131"/>
                </a:cubicBezTo>
                <a:cubicBezTo>
                  <a:pt x="124395" y="122343"/>
                  <a:pt x="117002" y="140296"/>
                  <a:pt x="116330" y="140989"/>
                </a:cubicBezTo>
                <a:cubicBezTo>
                  <a:pt x="115927" y="141267"/>
                  <a:pt x="96707" y="141405"/>
                  <a:pt x="58669" y="141405"/>
                </a:cubicBezTo>
                <a:lnTo>
                  <a:pt x="20564" y="141405"/>
                </a:lnTo>
                <a:cubicBezTo>
                  <a:pt x="6855" y="141405"/>
                  <a:pt x="0" y="140643"/>
                  <a:pt x="0" y="139118"/>
                </a:cubicBezTo>
                <a:cubicBezTo>
                  <a:pt x="0" y="138841"/>
                  <a:pt x="202" y="137870"/>
                  <a:pt x="605" y="136207"/>
                </a:cubicBezTo>
                <a:cubicBezTo>
                  <a:pt x="1142" y="133989"/>
                  <a:pt x="1680" y="132741"/>
                  <a:pt x="2218" y="132464"/>
                </a:cubicBezTo>
                <a:cubicBezTo>
                  <a:pt x="2755" y="132186"/>
                  <a:pt x="4301" y="131978"/>
                  <a:pt x="6855" y="131840"/>
                </a:cubicBezTo>
                <a:cubicBezTo>
                  <a:pt x="10484" y="131840"/>
                  <a:pt x="14516" y="131632"/>
                  <a:pt x="18952" y="131216"/>
                </a:cubicBezTo>
                <a:cubicBezTo>
                  <a:pt x="20833" y="130800"/>
                  <a:pt x="22110" y="129968"/>
                  <a:pt x="22782" y="128720"/>
                </a:cubicBezTo>
                <a:cubicBezTo>
                  <a:pt x="23051" y="128027"/>
                  <a:pt x="27823" y="108549"/>
                  <a:pt x="37097" y="70287"/>
                </a:cubicBezTo>
                <a:cubicBezTo>
                  <a:pt x="46371" y="32024"/>
                  <a:pt x="51075" y="12616"/>
                  <a:pt x="51210" y="12061"/>
                </a:cubicBezTo>
                <a:cubicBezTo>
                  <a:pt x="51210" y="11091"/>
                  <a:pt x="50941" y="10605"/>
                  <a:pt x="50403" y="10605"/>
                </a:cubicBezTo>
                <a:cubicBezTo>
                  <a:pt x="49328" y="10190"/>
                  <a:pt x="45766" y="9843"/>
                  <a:pt x="39718" y="9566"/>
                </a:cubicBezTo>
                <a:lnTo>
                  <a:pt x="33468" y="9566"/>
                </a:lnTo>
                <a:cubicBezTo>
                  <a:pt x="32661" y="8734"/>
                  <a:pt x="32258" y="8179"/>
                  <a:pt x="32258" y="7902"/>
                </a:cubicBezTo>
                <a:cubicBezTo>
                  <a:pt x="32258" y="7625"/>
                  <a:pt x="32392" y="6446"/>
                  <a:pt x="32661" y="4367"/>
                </a:cubicBezTo>
                <a:cubicBezTo>
                  <a:pt x="33199" y="2010"/>
                  <a:pt x="33871" y="555"/>
                  <a:pt x="34677" y="0"/>
                </a:cubicBezTo>
                <a:lnTo>
                  <a:pt x="146371" y="0"/>
                </a:lnTo>
                <a:cubicBezTo>
                  <a:pt x="147311" y="555"/>
                  <a:pt x="147782" y="1317"/>
                  <a:pt x="147782" y="2287"/>
                </a:cubicBezTo>
                <a:cubicBezTo>
                  <a:pt x="147782" y="2981"/>
                  <a:pt x="146908" y="10744"/>
                  <a:pt x="145161" y="25578"/>
                </a:cubicBezTo>
                <a:cubicBezTo>
                  <a:pt x="143414" y="40411"/>
                  <a:pt x="142473" y="48036"/>
                  <a:pt x="142338" y="48452"/>
                </a:cubicBezTo>
                <a:cubicBezTo>
                  <a:pt x="142069" y="49423"/>
                  <a:pt x="140725" y="49908"/>
                  <a:pt x="138306" y="49908"/>
                </a:cubicBezTo>
                <a:lnTo>
                  <a:pt x="135887" y="49908"/>
                </a:lnTo>
                <a:cubicBezTo>
                  <a:pt x="134946" y="49215"/>
                  <a:pt x="134475" y="48314"/>
                  <a:pt x="134475" y="47204"/>
                </a:cubicBezTo>
                <a:lnTo>
                  <a:pt x="135080" y="42422"/>
                </a:lnTo>
                <a:cubicBezTo>
                  <a:pt x="135483" y="39094"/>
                  <a:pt x="135685" y="35490"/>
                  <a:pt x="135685" y="31608"/>
                </a:cubicBezTo>
                <a:cubicBezTo>
                  <a:pt x="135685" y="27449"/>
                  <a:pt x="135215" y="23983"/>
                  <a:pt x="134274" y="21211"/>
                </a:cubicBezTo>
                <a:cubicBezTo>
                  <a:pt x="133333" y="18438"/>
                  <a:pt x="132056" y="16289"/>
                  <a:pt x="130443" y="14764"/>
                </a:cubicBezTo>
                <a:cubicBezTo>
                  <a:pt x="128830" y="13239"/>
                  <a:pt x="126478" y="12130"/>
                  <a:pt x="123387" y="11437"/>
                </a:cubicBezTo>
                <a:cubicBezTo>
                  <a:pt x="120295" y="10744"/>
                  <a:pt x="117137" y="10259"/>
                  <a:pt x="113911" y="9982"/>
                </a:cubicBezTo>
                <a:cubicBezTo>
                  <a:pt x="110685" y="9704"/>
                  <a:pt x="106384" y="9566"/>
                  <a:pt x="101008" y="9566"/>
                </a:cubicBezTo>
                <a:lnTo>
                  <a:pt x="91532" y="9566"/>
                </a:lnTo>
                <a:cubicBezTo>
                  <a:pt x="79704" y="9704"/>
                  <a:pt x="73454" y="9912"/>
                  <a:pt x="72782" y="10190"/>
                </a:cubicBezTo>
                <a:cubicBezTo>
                  <a:pt x="72244" y="10467"/>
                  <a:pt x="71841" y="11091"/>
                  <a:pt x="71572" y="12061"/>
                </a:cubicBezTo>
                <a:cubicBezTo>
                  <a:pt x="71438" y="12477"/>
                  <a:pt x="69355" y="21003"/>
                  <a:pt x="65322" y="37639"/>
                </a:cubicBezTo>
                <a:cubicBezTo>
                  <a:pt x="61290" y="54275"/>
                  <a:pt x="59207" y="62731"/>
                  <a:pt x="59072" y="63009"/>
                </a:cubicBezTo>
                <a:cubicBezTo>
                  <a:pt x="62164" y="63147"/>
                  <a:pt x="65390" y="63217"/>
                  <a:pt x="68750" y="63217"/>
                </a:cubicBezTo>
                <a:lnTo>
                  <a:pt x="73992" y="63217"/>
                </a:lnTo>
                <a:cubicBezTo>
                  <a:pt x="82863" y="63217"/>
                  <a:pt x="88978" y="62177"/>
                  <a:pt x="92338" y="60097"/>
                </a:cubicBezTo>
                <a:cubicBezTo>
                  <a:pt x="95699" y="58018"/>
                  <a:pt x="98723" y="52403"/>
                  <a:pt x="101411" y="43253"/>
                </a:cubicBezTo>
                <a:cubicBezTo>
                  <a:pt x="101949" y="41035"/>
                  <a:pt x="102352" y="39788"/>
                  <a:pt x="102621" y="39510"/>
                </a:cubicBezTo>
                <a:cubicBezTo>
                  <a:pt x="102889" y="39233"/>
                  <a:pt x="104032" y="39025"/>
                  <a:pt x="106048" y="38886"/>
                </a:cubicBezTo>
                <a:cubicBezTo>
                  <a:pt x="106720" y="38886"/>
                  <a:pt x="107258" y="38886"/>
                  <a:pt x="107661" y="38886"/>
                </a:cubicBezTo>
                <a:cubicBezTo>
                  <a:pt x="108064" y="38886"/>
                  <a:pt x="108400" y="38956"/>
                  <a:pt x="108669" y="39094"/>
                </a:cubicBezTo>
                <a:cubicBezTo>
                  <a:pt x="108938" y="39233"/>
                  <a:pt x="109072" y="39302"/>
                  <a:pt x="109072" y="39302"/>
                </a:cubicBezTo>
                <a:cubicBezTo>
                  <a:pt x="109072" y="39302"/>
                  <a:pt x="109207" y="39580"/>
                  <a:pt x="109475" y="40134"/>
                </a:cubicBezTo>
                <a:cubicBezTo>
                  <a:pt x="109744" y="40689"/>
                  <a:pt x="109946" y="40966"/>
                  <a:pt x="110080" y="40966"/>
                </a:cubicBezTo>
                <a:lnTo>
                  <a:pt x="103427" y="68415"/>
                </a:lnTo>
                <a:cubicBezTo>
                  <a:pt x="98992" y="86853"/>
                  <a:pt x="96572" y="96211"/>
                  <a:pt x="96169" y="96488"/>
                </a:cubicBezTo>
                <a:cubicBezTo>
                  <a:pt x="95766" y="96904"/>
                  <a:pt x="94691" y="97112"/>
                  <a:pt x="92943" y="9711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9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0D8C26-972B-439E-B529-FF411482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8493" y="6622431"/>
            <a:ext cx="60009" cy="101150"/>
          </a:xfrm>
          <a:custGeom xmlns:a="http://schemas.openxmlformats.org/drawingml/2006/main">
            <a:pathLst>
              <a:path w="60009" h="101150">
                <a:moveTo>
                  <a:pt x="8125" y="11909"/>
                </a:moveTo>
                <a:cubicBezTo>
                  <a:pt x="13446" y="3970"/>
                  <a:pt x="20716" y="0"/>
                  <a:pt x="29933" y="0"/>
                </a:cubicBezTo>
                <a:cubicBezTo>
                  <a:pt x="34495" y="0"/>
                  <a:pt x="39056" y="1274"/>
                  <a:pt x="43617" y="3823"/>
                </a:cubicBezTo>
                <a:cubicBezTo>
                  <a:pt x="48178" y="6371"/>
                  <a:pt x="51885" y="10879"/>
                  <a:pt x="54735" y="17348"/>
                </a:cubicBezTo>
                <a:cubicBezTo>
                  <a:pt x="58251" y="25483"/>
                  <a:pt x="60009" y="36657"/>
                  <a:pt x="60009" y="50869"/>
                </a:cubicBezTo>
                <a:cubicBezTo>
                  <a:pt x="60009" y="66061"/>
                  <a:pt x="57966" y="77676"/>
                  <a:pt x="53880" y="85713"/>
                </a:cubicBezTo>
                <a:cubicBezTo>
                  <a:pt x="51980" y="89829"/>
                  <a:pt x="49366" y="93113"/>
                  <a:pt x="46040" y="95563"/>
                </a:cubicBezTo>
                <a:cubicBezTo>
                  <a:pt x="42714" y="98013"/>
                  <a:pt x="39816" y="99533"/>
                  <a:pt x="37345" y="100121"/>
                </a:cubicBezTo>
                <a:cubicBezTo>
                  <a:pt x="34875" y="100709"/>
                  <a:pt x="32452" y="101052"/>
                  <a:pt x="30076" y="101150"/>
                </a:cubicBezTo>
                <a:cubicBezTo>
                  <a:pt x="27605" y="101150"/>
                  <a:pt x="25135" y="100856"/>
                  <a:pt x="22664" y="100268"/>
                </a:cubicBezTo>
                <a:cubicBezTo>
                  <a:pt x="20193" y="99680"/>
                  <a:pt x="17295" y="98111"/>
                  <a:pt x="13969" y="95563"/>
                </a:cubicBezTo>
                <a:cubicBezTo>
                  <a:pt x="10643" y="93015"/>
                  <a:pt x="8030" y="89731"/>
                  <a:pt x="6129" y="85713"/>
                </a:cubicBezTo>
                <a:cubicBezTo>
                  <a:pt x="2043" y="77676"/>
                  <a:pt x="0" y="66061"/>
                  <a:pt x="0" y="50869"/>
                </a:cubicBezTo>
                <a:cubicBezTo>
                  <a:pt x="0" y="33815"/>
                  <a:pt x="2708" y="20828"/>
                  <a:pt x="8125" y="11909"/>
                </a:cubicBezTo>
                <a:close/>
                <a:moveTo>
                  <a:pt x="40196" y="10144"/>
                </a:moveTo>
                <a:cubicBezTo>
                  <a:pt x="37345" y="7008"/>
                  <a:pt x="33972" y="5440"/>
                  <a:pt x="30076" y="5440"/>
                </a:cubicBezTo>
                <a:cubicBezTo>
                  <a:pt x="26085" y="5440"/>
                  <a:pt x="22664" y="7008"/>
                  <a:pt x="19813" y="10144"/>
                </a:cubicBezTo>
                <a:cubicBezTo>
                  <a:pt x="17437" y="12693"/>
                  <a:pt x="15869" y="16221"/>
                  <a:pt x="15109" y="20730"/>
                </a:cubicBezTo>
                <a:cubicBezTo>
                  <a:pt x="14349" y="25238"/>
                  <a:pt x="13969" y="34648"/>
                  <a:pt x="13969" y="48958"/>
                </a:cubicBezTo>
                <a:cubicBezTo>
                  <a:pt x="13969" y="64444"/>
                  <a:pt x="14349" y="74637"/>
                  <a:pt x="15109" y="79538"/>
                </a:cubicBezTo>
                <a:cubicBezTo>
                  <a:pt x="15869" y="84439"/>
                  <a:pt x="17580" y="88310"/>
                  <a:pt x="20241" y="91152"/>
                </a:cubicBezTo>
                <a:cubicBezTo>
                  <a:pt x="22901" y="94093"/>
                  <a:pt x="26180" y="95563"/>
                  <a:pt x="30076" y="95563"/>
                </a:cubicBezTo>
                <a:cubicBezTo>
                  <a:pt x="33877" y="95563"/>
                  <a:pt x="37108" y="94093"/>
                  <a:pt x="39769" y="91152"/>
                </a:cubicBezTo>
                <a:cubicBezTo>
                  <a:pt x="42524" y="88212"/>
                  <a:pt x="44235" y="84095"/>
                  <a:pt x="44900" y="78803"/>
                </a:cubicBezTo>
                <a:cubicBezTo>
                  <a:pt x="45565" y="73510"/>
                  <a:pt x="45945" y="63562"/>
                  <a:pt x="46040" y="48958"/>
                </a:cubicBezTo>
                <a:cubicBezTo>
                  <a:pt x="46040" y="34746"/>
                  <a:pt x="45660" y="25385"/>
                  <a:pt x="44900" y="20877"/>
                </a:cubicBezTo>
                <a:cubicBezTo>
                  <a:pt x="44140" y="16368"/>
                  <a:pt x="42572" y="12791"/>
                  <a:pt x="40196" y="101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66E0D4-F6F1-4CB3-A6A2-9197B546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8493" y="6622431"/>
            <a:ext cx="60009" cy="101150"/>
          </a:xfrm>
          <a:custGeom xmlns:a="http://schemas.openxmlformats.org/drawingml/2006/main">
            <a:pathLst>
              <a:path w="60009" h="101150" fill="none">
                <a:moveTo>
                  <a:pt x="8125" y="11909"/>
                </a:moveTo>
                <a:cubicBezTo>
                  <a:pt x="13446" y="3970"/>
                  <a:pt x="20716" y="0"/>
                  <a:pt x="29933" y="0"/>
                </a:cubicBezTo>
                <a:cubicBezTo>
                  <a:pt x="34495" y="0"/>
                  <a:pt x="39056" y="1274"/>
                  <a:pt x="43617" y="3823"/>
                </a:cubicBezTo>
                <a:cubicBezTo>
                  <a:pt x="48178" y="6371"/>
                  <a:pt x="51885" y="10879"/>
                  <a:pt x="54735" y="17348"/>
                </a:cubicBezTo>
                <a:cubicBezTo>
                  <a:pt x="58251" y="25483"/>
                  <a:pt x="60009" y="36657"/>
                  <a:pt x="60009" y="50869"/>
                </a:cubicBezTo>
                <a:cubicBezTo>
                  <a:pt x="60009" y="66061"/>
                  <a:pt x="57966" y="77676"/>
                  <a:pt x="53880" y="85713"/>
                </a:cubicBezTo>
                <a:cubicBezTo>
                  <a:pt x="51980" y="89829"/>
                  <a:pt x="49366" y="93113"/>
                  <a:pt x="46040" y="95563"/>
                </a:cubicBezTo>
                <a:cubicBezTo>
                  <a:pt x="42714" y="98013"/>
                  <a:pt x="39816" y="99533"/>
                  <a:pt x="37345" y="100121"/>
                </a:cubicBezTo>
                <a:cubicBezTo>
                  <a:pt x="34875" y="100709"/>
                  <a:pt x="32452" y="101052"/>
                  <a:pt x="30076" y="101150"/>
                </a:cubicBezTo>
                <a:cubicBezTo>
                  <a:pt x="27605" y="101150"/>
                  <a:pt x="25135" y="100856"/>
                  <a:pt x="22664" y="100268"/>
                </a:cubicBezTo>
                <a:cubicBezTo>
                  <a:pt x="20193" y="99680"/>
                  <a:pt x="17295" y="98111"/>
                  <a:pt x="13969" y="95563"/>
                </a:cubicBezTo>
                <a:cubicBezTo>
                  <a:pt x="10643" y="93015"/>
                  <a:pt x="8030" y="89731"/>
                  <a:pt x="6129" y="85713"/>
                </a:cubicBezTo>
                <a:cubicBezTo>
                  <a:pt x="2043" y="77676"/>
                  <a:pt x="0" y="66061"/>
                  <a:pt x="0" y="50869"/>
                </a:cubicBezTo>
                <a:cubicBezTo>
                  <a:pt x="0" y="33815"/>
                  <a:pt x="2708" y="20828"/>
                  <a:pt x="8125" y="11909"/>
                </a:cubicBezTo>
                <a:close/>
                <a:moveTo>
                  <a:pt x="40196" y="10144"/>
                </a:moveTo>
                <a:cubicBezTo>
                  <a:pt x="37345" y="7008"/>
                  <a:pt x="33972" y="5440"/>
                  <a:pt x="30076" y="5440"/>
                </a:cubicBezTo>
                <a:cubicBezTo>
                  <a:pt x="26085" y="5440"/>
                  <a:pt x="22664" y="7008"/>
                  <a:pt x="19813" y="10144"/>
                </a:cubicBezTo>
                <a:cubicBezTo>
                  <a:pt x="17437" y="12693"/>
                  <a:pt x="15869" y="16221"/>
                  <a:pt x="15109" y="20730"/>
                </a:cubicBezTo>
                <a:cubicBezTo>
                  <a:pt x="14349" y="25238"/>
                  <a:pt x="13969" y="34648"/>
                  <a:pt x="13969" y="48958"/>
                </a:cubicBezTo>
                <a:cubicBezTo>
                  <a:pt x="13969" y="64444"/>
                  <a:pt x="14349" y="74637"/>
                  <a:pt x="15109" y="79538"/>
                </a:cubicBezTo>
                <a:cubicBezTo>
                  <a:pt x="15869" y="84439"/>
                  <a:pt x="17580" y="88310"/>
                  <a:pt x="20241" y="91152"/>
                </a:cubicBezTo>
                <a:cubicBezTo>
                  <a:pt x="22901" y="94093"/>
                  <a:pt x="26180" y="95563"/>
                  <a:pt x="30076" y="95563"/>
                </a:cubicBezTo>
                <a:cubicBezTo>
                  <a:pt x="33877" y="95563"/>
                  <a:pt x="37108" y="94093"/>
                  <a:pt x="39769" y="91152"/>
                </a:cubicBezTo>
                <a:cubicBezTo>
                  <a:pt x="42524" y="88212"/>
                  <a:pt x="44235" y="84095"/>
                  <a:pt x="44900" y="78803"/>
                </a:cubicBezTo>
                <a:cubicBezTo>
                  <a:pt x="45565" y="73510"/>
                  <a:pt x="45945" y="63562"/>
                  <a:pt x="46040" y="48958"/>
                </a:cubicBezTo>
                <a:cubicBezTo>
                  <a:pt x="46040" y="34746"/>
                  <a:pt x="45660" y="25385"/>
                  <a:pt x="44900" y="20877"/>
                </a:cubicBezTo>
                <a:cubicBezTo>
                  <a:pt x="44140" y="16368"/>
                  <a:pt x="42572" y="12791"/>
                  <a:pt x="40196" y="101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9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D0FDC4-8A4A-4917-BC79-BD4D7F0C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5322" y="6702557"/>
            <a:ext cx="18815" cy="46409"/>
          </a:xfrm>
          <a:custGeom xmlns:a="http://schemas.openxmlformats.org/drawingml/2006/main">
            <a:pathLst>
              <a:path w="18815" h="46409">
                <a:moveTo>
                  <a:pt x="0" y="12644"/>
                </a:moveTo>
                <a:cubicBezTo>
                  <a:pt x="0" y="12644"/>
                  <a:pt x="0" y="11419"/>
                  <a:pt x="0" y="8968"/>
                </a:cubicBezTo>
                <a:cubicBezTo>
                  <a:pt x="0" y="6518"/>
                  <a:pt x="760" y="4411"/>
                  <a:pt x="2281" y="2646"/>
                </a:cubicBezTo>
                <a:cubicBezTo>
                  <a:pt x="3801" y="882"/>
                  <a:pt x="5844" y="0"/>
                  <a:pt x="8410" y="0"/>
                </a:cubicBezTo>
                <a:cubicBezTo>
                  <a:pt x="11071" y="0"/>
                  <a:pt x="13446" y="1225"/>
                  <a:pt x="15537" y="3676"/>
                </a:cubicBezTo>
                <a:cubicBezTo>
                  <a:pt x="17627" y="6126"/>
                  <a:pt x="18720" y="10438"/>
                  <a:pt x="18815" y="16613"/>
                </a:cubicBezTo>
                <a:cubicBezTo>
                  <a:pt x="18815" y="20044"/>
                  <a:pt x="18388" y="23376"/>
                  <a:pt x="17532" y="26611"/>
                </a:cubicBezTo>
                <a:cubicBezTo>
                  <a:pt x="16677" y="29845"/>
                  <a:pt x="15679" y="32638"/>
                  <a:pt x="14539" y="34991"/>
                </a:cubicBezTo>
                <a:cubicBezTo>
                  <a:pt x="13399" y="37343"/>
                  <a:pt x="12163" y="39352"/>
                  <a:pt x="10833" y="41019"/>
                </a:cubicBezTo>
                <a:cubicBezTo>
                  <a:pt x="9503" y="42685"/>
                  <a:pt x="8362" y="44008"/>
                  <a:pt x="7412" y="44988"/>
                </a:cubicBezTo>
                <a:cubicBezTo>
                  <a:pt x="6462" y="45968"/>
                  <a:pt x="5844" y="46409"/>
                  <a:pt x="5559" y="46311"/>
                </a:cubicBezTo>
                <a:cubicBezTo>
                  <a:pt x="5179" y="46311"/>
                  <a:pt x="4561" y="45870"/>
                  <a:pt x="3706" y="44988"/>
                </a:cubicBezTo>
                <a:cubicBezTo>
                  <a:pt x="2851" y="44106"/>
                  <a:pt x="2423" y="43469"/>
                  <a:pt x="2423" y="43077"/>
                </a:cubicBezTo>
                <a:cubicBezTo>
                  <a:pt x="2423" y="42685"/>
                  <a:pt x="2946" y="41901"/>
                  <a:pt x="3991" y="40725"/>
                </a:cubicBezTo>
                <a:cubicBezTo>
                  <a:pt x="5036" y="39548"/>
                  <a:pt x="6224" y="38078"/>
                  <a:pt x="7555" y="36314"/>
                </a:cubicBezTo>
                <a:cubicBezTo>
                  <a:pt x="8885" y="34550"/>
                  <a:pt x="10120" y="32099"/>
                  <a:pt x="11261" y="28963"/>
                </a:cubicBezTo>
                <a:cubicBezTo>
                  <a:pt x="12401" y="25827"/>
                  <a:pt x="13161" y="22249"/>
                  <a:pt x="13541" y="18230"/>
                </a:cubicBezTo>
                <a:lnTo>
                  <a:pt x="13541" y="16466"/>
                </a:lnTo>
                <a:lnTo>
                  <a:pt x="13399" y="16613"/>
                </a:lnTo>
                <a:cubicBezTo>
                  <a:pt x="13209" y="16711"/>
                  <a:pt x="12971" y="16809"/>
                  <a:pt x="12686" y="16907"/>
                </a:cubicBezTo>
                <a:cubicBezTo>
                  <a:pt x="12401" y="17005"/>
                  <a:pt x="12116" y="17152"/>
                  <a:pt x="11831" y="17348"/>
                </a:cubicBezTo>
                <a:cubicBezTo>
                  <a:pt x="11546" y="17544"/>
                  <a:pt x="11118" y="17642"/>
                  <a:pt x="10548" y="17642"/>
                </a:cubicBezTo>
                <a:cubicBezTo>
                  <a:pt x="9978" y="17642"/>
                  <a:pt x="9408" y="17691"/>
                  <a:pt x="8837" y="17789"/>
                </a:cubicBezTo>
                <a:cubicBezTo>
                  <a:pt x="6272" y="17789"/>
                  <a:pt x="4181" y="16956"/>
                  <a:pt x="2566" y="15290"/>
                </a:cubicBezTo>
                <a:lnTo>
                  <a:pt x="0" y="126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843CAD-4115-4434-ADED-2A6B725D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5322" y="6702557"/>
            <a:ext cx="18815" cy="46409"/>
          </a:xfrm>
          <a:custGeom xmlns:a="http://schemas.openxmlformats.org/drawingml/2006/main">
            <a:pathLst>
              <a:path w="18815" h="46409" fill="none">
                <a:moveTo>
                  <a:pt x="0" y="12644"/>
                </a:moveTo>
                <a:cubicBezTo>
                  <a:pt x="0" y="12644"/>
                  <a:pt x="0" y="11419"/>
                  <a:pt x="0" y="8968"/>
                </a:cubicBezTo>
                <a:cubicBezTo>
                  <a:pt x="0" y="6518"/>
                  <a:pt x="760" y="4411"/>
                  <a:pt x="2281" y="2646"/>
                </a:cubicBezTo>
                <a:cubicBezTo>
                  <a:pt x="3801" y="882"/>
                  <a:pt x="5844" y="0"/>
                  <a:pt x="8410" y="0"/>
                </a:cubicBezTo>
                <a:cubicBezTo>
                  <a:pt x="11071" y="0"/>
                  <a:pt x="13446" y="1225"/>
                  <a:pt x="15537" y="3676"/>
                </a:cubicBezTo>
                <a:cubicBezTo>
                  <a:pt x="17627" y="6126"/>
                  <a:pt x="18720" y="10438"/>
                  <a:pt x="18815" y="16613"/>
                </a:cubicBezTo>
                <a:cubicBezTo>
                  <a:pt x="18815" y="20044"/>
                  <a:pt x="18388" y="23376"/>
                  <a:pt x="17532" y="26611"/>
                </a:cubicBezTo>
                <a:cubicBezTo>
                  <a:pt x="16677" y="29845"/>
                  <a:pt x="15679" y="32638"/>
                  <a:pt x="14539" y="34991"/>
                </a:cubicBezTo>
                <a:cubicBezTo>
                  <a:pt x="13399" y="37343"/>
                  <a:pt x="12163" y="39352"/>
                  <a:pt x="10833" y="41019"/>
                </a:cubicBezTo>
                <a:cubicBezTo>
                  <a:pt x="9503" y="42685"/>
                  <a:pt x="8362" y="44008"/>
                  <a:pt x="7412" y="44988"/>
                </a:cubicBezTo>
                <a:cubicBezTo>
                  <a:pt x="6462" y="45968"/>
                  <a:pt x="5844" y="46409"/>
                  <a:pt x="5559" y="46311"/>
                </a:cubicBezTo>
                <a:cubicBezTo>
                  <a:pt x="5179" y="46311"/>
                  <a:pt x="4561" y="45870"/>
                  <a:pt x="3706" y="44988"/>
                </a:cubicBezTo>
                <a:cubicBezTo>
                  <a:pt x="2851" y="44106"/>
                  <a:pt x="2423" y="43469"/>
                  <a:pt x="2423" y="43077"/>
                </a:cubicBezTo>
                <a:cubicBezTo>
                  <a:pt x="2423" y="42685"/>
                  <a:pt x="2946" y="41901"/>
                  <a:pt x="3991" y="40725"/>
                </a:cubicBezTo>
                <a:cubicBezTo>
                  <a:pt x="5036" y="39548"/>
                  <a:pt x="6224" y="38078"/>
                  <a:pt x="7555" y="36314"/>
                </a:cubicBezTo>
                <a:cubicBezTo>
                  <a:pt x="8885" y="34550"/>
                  <a:pt x="10120" y="32099"/>
                  <a:pt x="11261" y="28963"/>
                </a:cubicBezTo>
                <a:cubicBezTo>
                  <a:pt x="12401" y="25827"/>
                  <a:pt x="13161" y="22249"/>
                  <a:pt x="13541" y="18230"/>
                </a:cubicBezTo>
                <a:lnTo>
                  <a:pt x="13541" y="16466"/>
                </a:lnTo>
                <a:lnTo>
                  <a:pt x="13399" y="16613"/>
                </a:lnTo>
                <a:cubicBezTo>
                  <a:pt x="13209" y="16711"/>
                  <a:pt x="12971" y="16809"/>
                  <a:pt x="12686" y="16907"/>
                </a:cubicBezTo>
                <a:cubicBezTo>
                  <a:pt x="12401" y="17005"/>
                  <a:pt x="12116" y="17152"/>
                  <a:pt x="11831" y="17348"/>
                </a:cubicBezTo>
                <a:cubicBezTo>
                  <a:pt x="11546" y="17544"/>
                  <a:pt x="11118" y="17642"/>
                  <a:pt x="10548" y="17642"/>
                </a:cubicBezTo>
                <a:cubicBezTo>
                  <a:pt x="9978" y="17642"/>
                  <a:pt x="9408" y="17691"/>
                  <a:pt x="8837" y="17789"/>
                </a:cubicBezTo>
                <a:cubicBezTo>
                  <a:pt x="6272" y="17789"/>
                  <a:pt x="4181" y="16956"/>
                  <a:pt x="2566" y="15290"/>
                </a:cubicBezTo>
                <a:lnTo>
                  <a:pt x="0" y="126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9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A3679D-6EF0-4E48-A780-9ACB77AE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957" y="6622431"/>
            <a:ext cx="56873" cy="97915"/>
          </a:xfrm>
          <a:custGeom xmlns:a="http://schemas.openxmlformats.org/drawingml/2006/main">
            <a:pathLst>
              <a:path w="56873" h="97915">
                <a:moveTo>
                  <a:pt x="8410" y="34844"/>
                </a:moveTo>
                <a:cubicBezTo>
                  <a:pt x="5844" y="34844"/>
                  <a:pt x="3801" y="33962"/>
                  <a:pt x="2281" y="32197"/>
                </a:cubicBezTo>
                <a:cubicBezTo>
                  <a:pt x="760" y="30433"/>
                  <a:pt x="0" y="28277"/>
                  <a:pt x="0" y="25729"/>
                </a:cubicBezTo>
                <a:cubicBezTo>
                  <a:pt x="0" y="18770"/>
                  <a:pt x="2518" y="12742"/>
                  <a:pt x="7555" y="7645"/>
                </a:cubicBezTo>
                <a:cubicBezTo>
                  <a:pt x="12591" y="2548"/>
                  <a:pt x="18863" y="0"/>
                  <a:pt x="26370" y="0"/>
                </a:cubicBezTo>
                <a:cubicBezTo>
                  <a:pt x="35017" y="0"/>
                  <a:pt x="42239" y="2744"/>
                  <a:pt x="48036" y="8233"/>
                </a:cubicBezTo>
                <a:cubicBezTo>
                  <a:pt x="53833" y="13722"/>
                  <a:pt x="56778" y="20828"/>
                  <a:pt x="56873" y="29551"/>
                </a:cubicBezTo>
                <a:cubicBezTo>
                  <a:pt x="56873" y="33766"/>
                  <a:pt x="55923" y="37784"/>
                  <a:pt x="54023" y="41607"/>
                </a:cubicBezTo>
                <a:cubicBezTo>
                  <a:pt x="52122" y="45429"/>
                  <a:pt x="49841" y="48762"/>
                  <a:pt x="47181" y="51604"/>
                </a:cubicBezTo>
                <a:cubicBezTo>
                  <a:pt x="44520" y="54446"/>
                  <a:pt x="40719" y="58073"/>
                  <a:pt x="35778" y="62484"/>
                </a:cubicBezTo>
                <a:cubicBezTo>
                  <a:pt x="32357" y="65522"/>
                  <a:pt x="27605" y="70031"/>
                  <a:pt x="21524" y="76009"/>
                </a:cubicBezTo>
                <a:lnTo>
                  <a:pt x="13114" y="84242"/>
                </a:lnTo>
                <a:lnTo>
                  <a:pt x="23947" y="84389"/>
                </a:lnTo>
                <a:cubicBezTo>
                  <a:pt x="38866" y="84389"/>
                  <a:pt x="46801" y="84144"/>
                  <a:pt x="47751" y="83654"/>
                </a:cubicBezTo>
                <a:cubicBezTo>
                  <a:pt x="48416" y="83458"/>
                  <a:pt x="49556" y="79097"/>
                  <a:pt x="51172" y="70570"/>
                </a:cubicBezTo>
                <a:lnTo>
                  <a:pt x="51172" y="70129"/>
                </a:lnTo>
                <a:lnTo>
                  <a:pt x="56873" y="70129"/>
                </a:lnTo>
                <a:lnTo>
                  <a:pt x="56873" y="70570"/>
                </a:lnTo>
                <a:cubicBezTo>
                  <a:pt x="56778" y="70864"/>
                  <a:pt x="56161" y="75323"/>
                  <a:pt x="55020" y="83948"/>
                </a:cubicBezTo>
                <a:cubicBezTo>
                  <a:pt x="53880" y="92574"/>
                  <a:pt x="53167" y="97082"/>
                  <a:pt x="52882" y="97474"/>
                </a:cubicBezTo>
                <a:lnTo>
                  <a:pt x="52882" y="97915"/>
                </a:lnTo>
                <a:lnTo>
                  <a:pt x="0" y="97915"/>
                </a:lnTo>
                <a:lnTo>
                  <a:pt x="0" y="95122"/>
                </a:lnTo>
                <a:lnTo>
                  <a:pt x="0" y="93358"/>
                </a:lnTo>
                <a:cubicBezTo>
                  <a:pt x="0" y="92672"/>
                  <a:pt x="285" y="91937"/>
                  <a:pt x="855" y="91152"/>
                </a:cubicBezTo>
                <a:cubicBezTo>
                  <a:pt x="1425" y="90368"/>
                  <a:pt x="2851" y="88653"/>
                  <a:pt x="5131" y="86007"/>
                </a:cubicBezTo>
                <a:cubicBezTo>
                  <a:pt x="7887" y="82870"/>
                  <a:pt x="10263" y="80126"/>
                  <a:pt x="12258" y="77774"/>
                </a:cubicBezTo>
                <a:cubicBezTo>
                  <a:pt x="13114" y="76793"/>
                  <a:pt x="14729" y="74980"/>
                  <a:pt x="17105" y="72334"/>
                </a:cubicBezTo>
                <a:cubicBezTo>
                  <a:pt x="19480" y="69687"/>
                  <a:pt x="21096" y="67874"/>
                  <a:pt x="21951" y="66894"/>
                </a:cubicBezTo>
                <a:cubicBezTo>
                  <a:pt x="22806" y="65914"/>
                  <a:pt x="24184" y="64297"/>
                  <a:pt x="26085" y="62042"/>
                </a:cubicBezTo>
                <a:cubicBezTo>
                  <a:pt x="27985" y="59788"/>
                  <a:pt x="29316" y="58122"/>
                  <a:pt x="30076" y="57044"/>
                </a:cubicBezTo>
                <a:cubicBezTo>
                  <a:pt x="30836" y="55966"/>
                  <a:pt x="31929" y="54495"/>
                  <a:pt x="33354" y="52633"/>
                </a:cubicBezTo>
                <a:cubicBezTo>
                  <a:pt x="34780" y="50771"/>
                  <a:pt x="35778" y="49203"/>
                  <a:pt x="36348" y="47929"/>
                </a:cubicBezTo>
                <a:cubicBezTo>
                  <a:pt x="36918" y="46654"/>
                  <a:pt x="37631" y="45233"/>
                  <a:pt x="38486" y="43665"/>
                </a:cubicBezTo>
                <a:cubicBezTo>
                  <a:pt x="39341" y="42097"/>
                  <a:pt x="39959" y="40529"/>
                  <a:pt x="40339" y="38960"/>
                </a:cubicBezTo>
                <a:cubicBezTo>
                  <a:pt x="40719" y="37392"/>
                  <a:pt x="41051" y="35922"/>
                  <a:pt x="41337" y="34550"/>
                </a:cubicBezTo>
                <a:cubicBezTo>
                  <a:pt x="41622" y="33178"/>
                  <a:pt x="41764" y="31560"/>
                  <a:pt x="41764" y="29698"/>
                </a:cubicBezTo>
                <a:cubicBezTo>
                  <a:pt x="41764" y="23523"/>
                  <a:pt x="40149" y="18181"/>
                  <a:pt x="36918" y="13673"/>
                </a:cubicBezTo>
                <a:cubicBezTo>
                  <a:pt x="33687" y="9164"/>
                  <a:pt x="29078" y="6910"/>
                  <a:pt x="23091" y="6910"/>
                </a:cubicBezTo>
                <a:cubicBezTo>
                  <a:pt x="19956" y="6910"/>
                  <a:pt x="17200" y="7743"/>
                  <a:pt x="14824" y="9409"/>
                </a:cubicBezTo>
                <a:cubicBezTo>
                  <a:pt x="12448" y="11076"/>
                  <a:pt x="10786" y="12693"/>
                  <a:pt x="9835" y="14261"/>
                </a:cubicBezTo>
                <a:cubicBezTo>
                  <a:pt x="8885" y="15829"/>
                  <a:pt x="8410" y="16760"/>
                  <a:pt x="8410" y="17054"/>
                </a:cubicBezTo>
                <a:cubicBezTo>
                  <a:pt x="8410" y="17152"/>
                  <a:pt x="8647" y="17201"/>
                  <a:pt x="9123" y="17201"/>
                </a:cubicBezTo>
                <a:cubicBezTo>
                  <a:pt x="10833" y="17201"/>
                  <a:pt x="12591" y="17887"/>
                  <a:pt x="14397" y="19260"/>
                </a:cubicBezTo>
                <a:cubicBezTo>
                  <a:pt x="16202" y="20632"/>
                  <a:pt x="17105" y="22886"/>
                  <a:pt x="17105" y="26023"/>
                </a:cubicBezTo>
                <a:cubicBezTo>
                  <a:pt x="17105" y="28473"/>
                  <a:pt x="16345" y="30531"/>
                  <a:pt x="14824" y="32197"/>
                </a:cubicBezTo>
                <a:cubicBezTo>
                  <a:pt x="13304" y="33864"/>
                  <a:pt x="11166" y="34746"/>
                  <a:pt x="8410" y="348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D700F1-4068-49B8-B6FB-B6B0B100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957" y="6622431"/>
            <a:ext cx="56873" cy="97915"/>
          </a:xfrm>
          <a:custGeom xmlns:a="http://schemas.openxmlformats.org/drawingml/2006/main">
            <a:pathLst>
              <a:path w="56873" h="97915" fill="none">
                <a:moveTo>
                  <a:pt x="8410" y="34844"/>
                </a:moveTo>
                <a:cubicBezTo>
                  <a:pt x="5844" y="34844"/>
                  <a:pt x="3801" y="33962"/>
                  <a:pt x="2281" y="32197"/>
                </a:cubicBezTo>
                <a:cubicBezTo>
                  <a:pt x="760" y="30433"/>
                  <a:pt x="0" y="28277"/>
                  <a:pt x="0" y="25729"/>
                </a:cubicBezTo>
                <a:cubicBezTo>
                  <a:pt x="0" y="18770"/>
                  <a:pt x="2518" y="12742"/>
                  <a:pt x="7555" y="7645"/>
                </a:cubicBezTo>
                <a:cubicBezTo>
                  <a:pt x="12591" y="2548"/>
                  <a:pt x="18863" y="0"/>
                  <a:pt x="26370" y="0"/>
                </a:cubicBezTo>
                <a:cubicBezTo>
                  <a:pt x="35017" y="0"/>
                  <a:pt x="42239" y="2744"/>
                  <a:pt x="48036" y="8233"/>
                </a:cubicBezTo>
                <a:cubicBezTo>
                  <a:pt x="53833" y="13722"/>
                  <a:pt x="56778" y="20828"/>
                  <a:pt x="56873" y="29551"/>
                </a:cubicBezTo>
                <a:cubicBezTo>
                  <a:pt x="56873" y="33766"/>
                  <a:pt x="55923" y="37784"/>
                  <a:pt x="54023" y="41607"/>
                </a:cubicBezTo>
                <a:cubicBezTo>
                  <a:pt x="52122" y="45429"/>
                  <a:pt x="49841" y="48762"/>
                  <a:pt x="47181" y="51604"/>
                </a:cubicBezTo>
                <a:cubicBezTo>
                  <a:pt x="44520" y="54446"/>
                  <a:pt x="40719" y="58073"/>
                  <a:pt x="35778" y="62484"/>
                </a:cubicBezTo>
                <a:cubicBezTo>
                  <a:pt x="32357" y="65522"/>
                  <a:pt x="27605" y="70031"/>
                  <a:pt x="21524" y="76009"/>
                </a:cubicBezTo>
                <a:lnTo>
                  <a:pt x="13114" y="84242"/>
                </a:lnTo>
                <a:lnTo>
                  <a:pt x="23947" y="84389"/>
                </a:lnTo>
                <a:cubicBezTo>
                  <a:pt x="38866" y="84389"/>
                  <a:pt x="46801" y="84144"/>
                  <a:pt x="47751" y="83654"/>
                </a:cubicBezTo>
                <a:cubicBezTo>
                  <a:pt x="48416" y="83458"/>
                  <a:pt x="49556" y="79097"/>
                  <a:pt x="51172" y="70570"/>
                </a:cubicBezTo>
                <a:lnTo>
                  <a:pt x="51172" y="70129"/>
                </a:lnTo>
                <a:lnTo>
                  <a:pt x="56873" y="70129"/>
                </a:lnTo>
                <a:lnTo>
                  <a:pt x="56873" y="70570"/>
                </a:lnTo>
                <a:cubicBezTo>
                  <a:pt x="56778" y="70864"/>
                  <a:pt x="56161" y="75323"/>
                  <a:pt x="55020" y="83948"/>
                </a:cubicBezTo>
                <a:cubicBezTo>
                  <a:pt x="53880" y="92574"/>
                  <a:pt x="53167" y="97082"/>
                  <a:pt x="52882" y="97474"/>
                </a:cubicBezTo>
                <a:lnTo>
                  <a:pt x="52882" y="97915"/>
                </a:lnTo>
                <a:lnTo>
                  <a:pt x="0" y="97915"/>
                </a:lnTo>
                <a:lnTo>
                  <a:pt x="0" y="95122"/>
                </a:lnTo>
                <a:lnTo>
                  <a:pt x="0" y="93358"/>
                </a:lnTo>
                <a:cubicBezTo>
                  <a:pt x="0" y="92672"/>
                  <a:pt x="285" y="91937"/>
                  <a:pt x="855" y="91152"/>
                </a:cubicBezTo>
                <a:cubicBezTo>
                  <a:pt x="1425" y="90368"/>
                  <a:pt x="2851" y="88653"/>
                  <a:pt x="5131" y="86007"/>
                </a:cubicBezTo>
                <a:cubicBezTo>
                  <a:pt x="7887" y="82870"/>
                  <a:pt x="10263" y="80126"/>
                  <a:pt x="12258" y="77774"/>
                </a:cubicBezTo>
                <a:cubicBezTo>
                  <a:pt x="13114" y="76793"/>
                  <a:pt x="14729" y="74980"/>
                  <a:pt x="17105" y="72334"/>
                </a:cubicBezTo>
                <a:cubicBezTo>
                  <a:pt x="19480" y="69687"/>
                  <a:pt x="21096" y="67874"/>
                  <a:pt x="21951" y="66894"/>
                </a:cubicBezTo>
                <a:cubicBezTo>
                  <a:pt x="22806" y="65914"/>
                  <a:pt x="24184" y="64297"/>
                  <a:pt x="26085" y="62042"/>
                </a:cubicBezTo>
                <a:cubicBezTo>
                  <a:pt x="27985" y="59788"/>
                  <a:pt x="29316" y="58122"/>
                  <a:pt x="30076" y="57044"/>
                </a:cubicBezTo>
                <a:cubicBezTo>
                  <a:pt x="30836" y="55966"/>
                  <a:pt x="31929" y="54495"/>
                  <a:pt x="33354" y="52633"/>
                </a:cubicBezTo>
                <a:cubicBezTo>
                  <a:pt x="34780" y="50771"/>
                  <a:pt x="35778" y="49203"/>
                  <a:pt x="36348" y="47929"/>
                </a:cubicBezTo>
                <a:cubicBezTo>
                  <a:pt x="36918" y="46654"/>
                  <a:pt x="37631" y="45233"/>
                  <a:pt x="38486" y="43665"/>
                </a:cubicBezTo>
                <a:cubicBezTo>
                  <a:pt x="39341" y="42097"/>
                  <a:pt x="39959" y="40529"/>
                  <a:pt x="40339" y="38960"/>
                </a:cubicBezTo>
                <a:cubicBezTo>
                  <a:pt x="40719" y="37392"/>
                  <a:pt x="41051" y="35922"/>
                  <a:pt x="41337" y="34550"/>
                </a:cubicBezTo>
                <a:cubicBezTo>
                  <a:pt x="41622" y="33178"/>
                  <a:pt x="41764" y="31560"/>
                  <a:pt x="41764" y="29698"/>
                </a:cubicBezTo>
                <a:cubicBezTo>
                  <a:pt x="41764" y="23523"/>
                  <a:pt x="40149" y="18181"/>
                  <a:pt x="36918" y="13673"/>
                </a:cubicBezTo>
                <a:cubicBezTo>
                  <a:pt x="33687" y="9164"/>
                  <a:pt x="29078" y="6910"/>
                  <a:pt x="23091" y="6910"/>
                </a:cubicBezTo>
                <a:cubicBezTo>
                  <a:pt x="19956" y="6910"/>
                  <a:pt x="17200" y="7743"/>
                  <a:pt x="14824" y="9409"/>
                </a:cubicBezTo>
                <a:cubicBezTo>
                  <a:pt x="12448" y="11076"/>
                  <a:pt x="10786" y="12693"/>
                  <a:pt x="9835" y="14261"/>
                </a:cubicBezTo>
                <a:cubicBezTo>
                  <a:pt x="8885" y="15829"/>
                  <a:pt x="8410" y="16760"/>
                  <a:pt x="8410" y="17054"/>
                </a:cubicBezTo>
                <a:cubicBezTo>
                  <a:pt x="8410" y="17152"/>
                  <a:pt x="8647" y="17201"/>
                  <a:pt x="9123" y="17201"/>
                </a:cubicBezTo>
                <a:cubicBezTo>
                  <a:pt x="10833" y="17201"/>
                  <a:pt x="12591" y="17887"/>
                  <a:pt x="14397" y="19260"/>
                </a:cubicBezTo>
                <a:cubicBezTo>
                  <a:pt x="16202" y="20632"/>
                  <a:pt x="17105" y="22886"/>
                  <a:pt x="17105" y="26023"/>
                </a:cubicBezTo>
                <a:cubicBezTo>
                  <a:pt x="17105" y="28473"/>
                  <a:pt x="16345" y="30531"/>
                  <a:pt x="14824" y="32197"/>
                </a:cubicBezTo>
                <a:cubicBezTo>
                  <a:pt x="13304" y="33864"/>
                  <a:pt x="11166" y="34746"/>
                  <a:pt x="8410" y="348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9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432F69-A380-409D-B2FB-B86C22D9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203" y="6533297"/>
            <a:ext cx="8064" cy="207741"/>
          </a:xfrm>
          <a:custGeom xmlns:a="http://schemas.openxmlformats.org/drawingml/2006/main">
            <a:pathLst>
              <a:path w="8064" h="207741">
                <a:moveTo>
                  <a:pt x="4032" y="207741"/>
                </a:moveTo>
                <a:lnTo>
                  <a:pt x="3629" y="207741"/>
                </a:lnTo>
                <a:cubicBezTo>
                  <a:pt x="2016" y="207741"/>
                  <a:pt x="806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46" y="901"/>
                  <a:pt x="2823" y="0"/>
                  <a:pt x="4032" y="0"/>
                </a:cubicBezTo>
                <a:cubicBezTo>
                  <a:pt x="5780" y="0"/>
                  <a:pt x="7124" y="1040"/>
                  <a:pt x="8064" y="3119"/>
                </a:cubicBezTo>
                <a:lnTo>
                  <a:pt x="8064" y="204830"/>
                </a:lnTo>
                <a:cubicBezTo>
                  <a:pt x="6989" y="206771"/>
                  <a:pt x="5780" y="207741"/>
                  <a:pt x="4435" y="207741"/>
                </a:cubicBezTo>
                <a:lnTo>
                  <a:pt x="4032" y="2077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E43590-3C3D-4F97-8280-EFC6CF1C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203" y="6533297"/>
            <a:ext cx="8064" cy="207741"/>
          </a:xfrm>
          <a:custGeom xmlns:a="http://schemas.openxmlformats.org/drawingml/2006/main">
            <a:pathLst>
              <a:path w="8064" h="207741" fill="none">
                <a:moveTo>
                  <a:pt x="4032" y="207741"/>
                </a:moveTo>
                <a:lnTo>
                  <a:pt x="3629" y="207741"/>
                </a:lnTo>
                <a:cubicBezTo>
                  <a:pt x="2016" y="207741"/>
                  <a:pt x="806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46" y="901"/>
                  <a:pt x="2823" y="0"/>
                  <a:pt x="4032" y="0"/>
                </a:cubicBezTo>
                <a:cubicBezTo>
                  <a:pt x="5780" y="0"/>
                  <a:pt x="7124" y="1040"/>
                  <a:pt x="8064" y="3119"/>
                </a:cubicBezTo>
                <a:lnTo>
                  <a:pt x="8064" y="204830"/>
                </a:lnTo>
                <a:cubicBezTo>
                  <a:pt x="6989" y="206771"/>
                  <a:pt x="5780" y="207741"/>
                  <a:pt x="4435" y="207741"/>
                </a:cubicBezTo>
                <a:lnTo>
                  <a:pt x="4032" y="2077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9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E70D8F-6342-4C42-AB3F-B7131216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252" y="6533297"/>
            <a:ext cx="8064" cy="207741"/>
          </a:xfrm>
          <a:custGeom xmlns:a="http://schemas.openxmlformats.org/drawingml/2006/main">
            <a:pathLst>
              <a:path w="8064" h="207741">
                <a:moveTo>
                  <a:pt x="4032" y="207741"/>
                </a:moveTo>
                <a:lnTo>
                  <a:pt x="3629" y="207741"/>
                </a:lnTo>
                <a:cubicBezTo>
                  <a:pt x="2016" y="207741"/>
                  <a:pt x="806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46" y="901"/>
                  <a:pt x="2823" y="0"/>
                  <a:pt x="4032" y="0"/>
                </a:cubicBezTo>
                <a:cubicBezTo>
                  <a:pt x="5780" y="0"/>
                  <a:pt x="7124" y="1040"/>
                  <a:pt x="8064" y="3119"/>
                </a:cubicBezTo>
                <a:lnTo>
                  <a:pt x="8064" y="204830"/>
                </a:lnTo>
                <a:cubicBezTo>
                  <a:pt x="6989" y="206771"/>
                  <a:pt x="5780" y="207741"/>
                  <a:pt x="4435" y="207741"/>
                </a:cubicBezTo>
                <a:lnTo>
                  <a:pt x="4032" y="2077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F20903-0960-4560-8B6E-026D58B7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252" y="6533297"/>
            <a:ext cx="8064" cy="207741"/>
          </a:xfrm>
          <a:custGeom xmlns:a="http://schemas.openxmlformats.org/drawingml/2006/main">
            <a:pathLst>
              <a:path w="8064" h="207741" fill="none">
                <a:moveTo>
                  <a:pt x="4032" y="207741"/>
                </a:moveTo>
                <a:lnTo>
                  <a:pt x="3629" y="207741"/>
                </a:lnTo>
                <a:cubicBezTo>
                  <a:pt x="2016" y="207741"/>
                  <a:pt x="806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46" y="901"/>
                  <a:pt x="2823" y="0"/>
                  <a:pt x="4032" y="0"/>
                </a:cubicBezTo>
                <a:cubicBezTo>
                  <a:pt x="5780" y="0"/>
                  <a:pt x="7124" y="1040"/>
                  <a:pt x="8064" y="3119"/>
                </a:cubicBezTo>
                <a:lnTo>
                  <a:pt x="8064" y="204830"/>
                </a:lnTo>
                <a:cubicBezTo>
                  <a:pt x="6989" y="206771"/>
                  <a:pt x="5780" y="207741"/>
                  <a:pt x="4435" y="207741"/>
                </a:cubicBezTo>
                <a:lnTo>
                  <a:pt x="4032" y="2077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9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EAF115-5EA4-450E-9D4E-6CD1549F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3558" y="6547750"/>
            <a:ext cx="147782" cy="141405"/>
          </a:xfrm>
          <a:custGeom xmlns:a="http://schemas.openxmlformats.org/drawingml/2006/main">
            <a:pathLst>
              <a:path w="147782" h="141405">
                <a:moveTo>
                  <a:pt x="92943" y="97112"/>
                </a:moveTo>
                <a:cubicBezTo>
                  <a:pt x="90255" y="97112"/>
                  <a:pt x="88911" y="96211"/>
                  <a:pt x="88911" y="94409"/>
                </a:cubicBezTo>
                <a:cubicBezTo>
                  <a:pt x="88911" y="93854"/>
                  <a:pt x="89247" y="92191"/>
                  <a:pt x="89919" y="89418"/>
                </a:cubicBezTo>
                <a:cubicBezTo>
                  <a:pt x="90591" y="86645"/>
                  <a:pt x="90927" y="84219"/>
                  <a:pt x="90927" y="82140"/>
                </a:cubicBezTo>
                <a:cubicBezTo>
                  <a:pt x="90927" y="77842"/>
                  <a:pt x="89516" y="75208"/>
                  <a:pt x="86693" y="74238"/>
                </a:cubicBezTo>
                <a:cubicBezTo>
                  <a:pt x="83871" y="73267"/>
                  <a:pt x="77352" y="72782"/>
                  <a:pt x="67137" y="72782"/>
                </a:cubicBezTo>
                <a:lnTo>
                  <a:pt x="56653" y="72782"/>
                </a:lnTo>
                <a:cubicBezTo>
                  <a:pt x="56519" y="73059"/>
                  <a:pt x="54167" y="82625"/>
                  <a:pt x="49597" y="101479"/>
                </a:cubicBezTo>
                <a:cubicBezTo>
                  <a:pt x="45027" y="120333"/>
                  <a:pt x="42742" y="130038"/>
                  <a:pt x="42742" y="130592"/>
                </a:cubicBezTo>
                <a:cubicBezTo>
                  <a:pt x="42742" y="131147"/>
                  <a:pt x="43481" y="131424"/>
                  <a:pt x="44960" y="131424"/>
                </a:cubicBezTo>
                <a:cubicBezTo>
                  <a:pt x="46438" y="131424"/>
                  <a:pt x="51814" y="131562"/>
                  <a:pt x="61089" y="131840"/>
                </a:cubicBezTo>
                <a:cubicBezTo>
                  <a:pt x="73723" y="131840"/>
                  <a:pt x="82056" y="131701"/>
                  <a:pt x="86088" y="131424"/>
                </a:cubicBezTo>
                <a:cubicBezTo>
                  <a:pt x="90121" y="131147"/>
                  <a:pt x="94153" y="130245"/>
                  <a:pt x="98185" y="128720"/>
                </a:cubicBezTo>
                <a:cubicBezTo>
                  <a:pt x="104771" y="126502"/>
                  <a:pt x="110215" y="122621"/>
                  <a:pt x="114516" y="117075"/>
                </a:cubicBezTo>
                <a:cubicBezTo>
                  <a:pt x="118817" y="111530"/>
                  <a:pt x="123588" y="102450"/>
                  <a:pt x="128830" y="89834"/>
                </a:cubicBezTo>
                <a:cubicBezTo>
                  <a:pt x="130174" y="86784"/>
                  <a:pt x="131048" y="85120"/>
                  <a:pt x="131451" y="84843"/>
                </a:cubicBezTo>
                <a:cubicBezTo>
                  <a:pt x="132392" y="84566"/>
                  <a:pt x="133400" y="84427"/>
                  <a:pt x="134475" y="84427"/>
                </a:cubicBezTo>
                <a:cubicBezTo>
                  <a:pt x="137164" y="84427"/>
                  <a:pt x="138508" y="85328"/>
                  <a:pt x="138508" y="87131"/>
                </a:cubicBezTo>
                <a:cubicBezTo>
                  <a:pt x="124395" y="122343"/>
                  <a:pt x="117002" y="140296"/>
                  <a:pt x="116330" y="140989"/>
                </a:cubicBezTo>
                <a:cubicBezTo>
                  <a:pt x="115927" y="141267"/>
                  <a:pt x="96707" y="141405"/>
                  <a:pt x="58669" y="141405"/>
                </a:cubicBezTo>
                <a:lnTo>
                  <a:pt x="20564" y="141405"/>
                </a:lnTo>
                <a:cubicBezTo>
                  <a:pt x="6855" y="141405"/>
                  <a:pt x="0" y="140643"/>
                  <a:pt x="0" y="139118"/>
                </a:cubicBezTo>
                <a:cubicBezTo>
                  <a:pt x="0" y="138841"/>
                  <a:pt x="202" y="137870"/>
                  <a:pt x="605" y="136207"/>
                </a:cubicBezTo>
                <a:cubicBezTo>
                  <a:pt x="1142" y="133989"/>
                  <a:pt x="1680" y="132741"/>
                  <a:pt x="2218" y="132464"/>
                </a:cubicBezTo>
                <a:cubicBezTo>
                  <a:pt x="2755" y="132186"/>
                  <a:pt x="4301" y="131978"/>
                  <a:pt x="6855" y="131840"/>
                </a:cubicBezTo>
                <a:cubicBezTo>
                  <a:pt x="10484" y="131840"/>
                  <a:pt x="14516" y="131632"/>
                  <a:pt x="18952" y="131216"/>
                </a:cubicBezTo>
                <a:cubicBezTo>
                  <a:pt x="20833" y="130800"/>
                  <a:pt x="22110" y="129968"/>
                  <a:pt x="22782" y="128720"/>
                </a:cubicBezTo>
                <a:cubicBezTo>
                  <a:pt x="23051" y="128027"/>
                  <a:pt x="27823" y="108549"/>
                  <a:pt x="37097" y="70287"/>
                </a:cubicBezTo>
                <a:cubicBezTo>
                  <a:pt x="46371" y="32024"/>
                  <a:pt x="51075" y="12616"/>
                  <a:pt x="51210" y="12061"/>
                </a:cubicBezTo>
                <a:cubicBezTo>
                  <a:pt x="51210" y="11091"/>
                  <a:pt x="50941" y="10605"/>
                  <a:pt x="50403" y="10605"/>
                </a:cubicBezTo>
                <a:cubicBezTo>
                  <a:pt x="49328" y="10190"/>
                  <a:pt x="45766" y="9843"/>
                  <a:pt x="39718" y="9566"/>
                </a:cubicBezTo>
                <a:lnTo>
                  <a:pt x="33468" y="9566"/>
                </a:lnTo>
                <a:cubicBezTo>
                  <a:pt x="32661" y="8734"/>
                  <a:pt x="32258" y="8179"/>
                  <a:pt x="32258" y="7902"/>
                </a:cubicBezTo>
                <a:cubicBezTo>
                  <a:pt x="32258" y="7625"/>
                  <a:pt x="32392" y="6446"/>
                  <a:pt x="32661" y="4367"/>
                </a:cubicBezTo>
                <a:cubicBezTo>
                  <a:pt x="33199" y="2010"/>
                  <a:pt x="33871" y="555"/>
                  <a:pt x="34677" y="0"/>
                </a:cubicBezTo>
                <a:lnTo>
                  <a:pt x="146371" y="0"/>
                </a:lnTo>
                <a:cubicBezTo>
                  <a:pt x="147311" y="555"/>
                  <a:pt x="147782" y="1317"/>
                  <a:pt x="147782" y="2287"/>
                </a:cubicBezTo>
                <a:cubicBezTo>
                  <a:pt x="147782" y="2981"/>
                  <a:pt x="146908" y="10744"/>
                  <a:pt x="145161" y="25578"/>
                </a:cubicBezTo>
                <a:cubicBezTo>
                  <a:pt x="143414" y="40411"/>
                  <a:pt x="142473" y="48036"/>
                  <a:pt x="142338" y="48452"/>
                </a:cubicBezTo>
                <a:cubicBezTo>
                  <a:pt x="142069" y="49423"/>
                  <a:pt x="140725" y="49908"/>
                  <a:pt x="138306" y="49908"/>
                </a:cubicBezTo>
                <a:lnTo>
                  <a:pt x="135887" y="49908"/>
                </a:lnTo>
                <a:cubicBezTo>
                  <a:pt x="134946" y="49215"/>
                  <a:pt x="134475" y="48314"/>
                  <a:pt x="134475" y="47204"/>
                </a:cubicBezTo>
                <a:lnTo>
                  <a:pt x="135080" y="42422"/>
                </a:lnTo>
                <a:cubicBezTo>
                  <a:pt x="135483" y="39094"/>
                  <a:pt x="135685" y="35490"/>
                  <a:pt x="135685" y="31608"/>
                </a:cubicBezTo>
                <a:cubicBezTo>
                  <a:pt x="135685" y="27449"/>
                  <a:pt x="135215" y="23983"/>
                  <a:pt x="134274" y="21211"/>
                </a:cubicBezTo>
                <a:cubicBezTo>
                  <a:pt x="133333" y="18438"/>
                  <a:pt x="132056" y="16289"/>
                  <a:pt x="130443" y="14764"/>
                </a:cubicBezTo>
                <a:cubicBezTo>
                  <a:pt x="128830" y="13239"/>
                  <a:pt x="126478" y="12130"/>
                  <a:pt x="123387" y="11437"/>
                </a:cubicBezTo>
                <a:cubicBezTo>
                  <a:pt x="120295" y="10744"/>
                  <a:pt x="117137" y="10259"/>
                  <a:pt x="113911" y="9982"/>
                </a:cubicBezTo>
                <a:cubicBezTo>
                  <a:pt x="110685" y="9704"/>
                  <a:pt x="106384" y="9566"/>
                  <a:pt x="101008" y="9566"/>
                </a:cubicBezTo>
                <a:lnTo>
                  <a:pt x="91532" y="9566"/>
                </a:lnTo>
                <a:cubicBezTo>
                  <a:pt x="79704" y="9704"/>
                  <a:pt x="73454" y="9912"/>
                  <a:pt x="72782" y="10190"/>
                </a:cubicBezTo>
                <a:cubicBezTo>
                  <a:pt x="72244" y="10467"/>
                  <a:pt x="71841" y="11091"/>
                  <a:pt x="71572" y="12061"/>
                </a:cubicBezTo>
                <a:cubicBezTo>
                  <a:pt x="71438" y="12477"/>
                  <a:pt x="69355" y="21003"/>
                  <a:pt x="65322" y="37639"/>
                </a:cubicBezTo>
                <a:cubicBezTo>
                  <a:pt x="61290" y="54275"/>
                  <a:pt x="59207" y="62731"/>
                  <a:pt x="59072" y="63009"/>
                </a:cubicBezTo>
                <a:cubicBezTo>
                  <a:pt x="62164" y="63147"/>
                  <a:pt x="65390" y="63217"/>
                  <a:pt x="68750" y="63217"/>
                </a:cubicBezTo>
                <a:lnTo>
                  <a:pt x="73992" y="63217"/>
                </a:lnTo>
                <a:cubicBezTo>
                  <a:pt x="82863" y="63217"/>
                  <a:pt x="88978" y="62177"/>
                  <a:pt x="92338" y="60097"/>
                </a:cubicBezTo>
                <a:cubicBezTo>
                  <a:pt x="95699" y="58018"/>
                  <a:pt x="98723" y="52403"/>
                  <a:pt x="101411" y="43253"/>
                </a:cubicBezTo>
                <a:cubicBezTo>
                  <a:pt x="101949" y="41035"/>
                  <a:pt x="102352" y="39788"/>
                  <a:pt x="102621" y="39510"/>
                </a:cubicBezTo>
                <a:cubicBezTo>
                  <a:pt x="102889" y="39233"/>
                  <a:pt x="104032" y="39025"/>
                  <a:pt x="106048" y="38886"/>
                </a:cubicBezTo>
                <a:cubicBezTo>
                  <a:pt x="106720" y="38886"/>
                  <a:pt x="107258" y="38886"/>
                  <a:pt x="107661" y="38886"/>
                </a:cubicBezTo>
                <a:cubicBezTo>
                  <a:pt x="108064" y="38886"/>
                  <a:pt x="108400" y="38956"/>
                  <a:pt x="108669" y="39094"/>
                </a:cubicBezTo>
                <a:cubicBezTo>
                  <a:pt x="108938" y="39233"/>
                  <a:pt x="109072" y="39302"/>
                  <a:pt x="109072" y="39302"/>
                </a:cubicBezTo>
                <a:cubicBezTo>
                  <a:pt x="109072" y="39302"/>
                  <a:pt x="109207" y="39580"/>
                  <a:pt x="109475" y="40134"/>
                </a:cubicBezTo>
                <a:cubicBezTo>
                  <a:pt x="109744" y="40689"/>
                  <a:pt x="109946" y="40966"/>
                  <a:pt x="110080" y="40966"/>
                </a:cubicBezTo>
                <a:lnTo>
                  <a:pt x="103427" y="68415"/>
                </a:lnTo>
                <a:cubicBezTo>
                  <a:pt x="98992" y="86853"/>
                  <a:pt x="96572" y="96211"/>
                  <a:pt x="96169" y="96488"/>
                </a:cubicBezTo>
                <a:cubicBezTo>
                  <a:pt x="95766" y="96904"/>
                  <a:pt x="94691" y="97112"/>
                  <a:pt x="92943" y="971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F9C748-7260-4A1A-8581-FB5ED08B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3558" y="6547750"/>
            <a:ext cx="147782" cy="141405"/>
          </a:xfrm>
          <a:custGeom xmlns:a="http://schemas.openxmlformats.org/drawingml/2006/main">
            <a:pathLst>
              <a:path w="147782" h="141405" fill="none">
                <a:moveTo>
                  <a:pt x="92943" y="97112"/>
                </a:moveTo>
                <a:cubicBezTo>
                  <a:pt x="90255" y="97112"/>
                  <a:pt x="88911" y="96211"/>
                  <a:pt x="88911" y="94409"/>
                </a:cubicBezTo>
                <a:cubicBezTo>
                  <a:pt x="88911" y="93854"/>
                  <a:pt x="89247" y="92191"/>
                  <a:pt x="89919" y="89418"/>
                </a:cubicBezTo>
                <a:cubicBezTo>
                  <a:pt x="90591" y="86645"/>
                  <a:pt x="90927" y="84219"/>
                  <a:pt x="90927" y="82140"/>
                </a:cubicBezTo>
                <a:cubicBezTo>
                  <a:pt x="90927" y="77842"/>
                  <a:pt x="89516" y="75208"/>
                  <a:pt x="86693" y="74238"/>
                </a:cubicBezTo>
                <a:cubicBezTo>
                  <a:pt x="83871" y="73267"/>
                  <a:pt x="77352" y="72782"/>
                  <a:pt x="67137" y="72782"/>
                </a:cubicBezTo>
                <a:lnTo>
                  <a:pt x="56653" y="72782"/>
                </a:lnTo>
                <a:cubicBezTo>
                  <a:pt x="56519" y="73059"/>
                  <a:pt x="54167" y="82625"/>
                  <a:pt x="49597" y="101479"/>
                </a:cubicBezTo>
                <a:cubicBezTo>
                  <a:pt x="45027" y="120333"/>
                  <a:pt x="42742" y="130038"/>
                  <a:pt x="42742" y="130592"/>
                </a:cubicBezTo>
                <a:cubicBezTo>
                  <a:pt x="42742" y="131147"/>
                  <a:pt x="43481" y="131424"/>
                  <a:pt x="44960" y="131424"/>
                </a:cubicBezTo>
                <a:cubicBezTo>
                  <a:pt x="46438" y="131424"/>
                  <a:pt x="51814" y="131562"/>
                  <a:pt x="61089" y="131840"/>
                </a:cubicBezTo>
                <a:cubicBezTo>
                  <a:pt x="73723" y="131840"/>
                  <a:pt x="82056" y="131701"/>
                  <a:pt x="86088" y="131424"/>
                </a:cubicBezTo>
                <a:cubicBezTo>
                  <a:pt x="90121" y="131147"/>
                  <a:pt x="94153" y="130245"/>
                  <a:pt x="98185" y="128720"/>
                </a:cubicBezTo>
                <a:cubicBezTo>
                  <a:pt x="104771" y="126502"/>
                  <a:pt x="110215" y="122621"/>
                  <a:pt x="114516" y="117075"/>
                </a:cubicBezTo>
                <a:cubicBezTo>
                  <a:pt x="118817" y="111530"/>
                  <a:pt x="123588" y="102450"/>
                  <a:pt x="128830" y="89834"/>
                </a:cubicBezTo>
                <a:cubicBezTo>
                  <a:pt x="130174" y="86784"/>
                  <a:pt x="131048" y="85120"/>
                  <a:pt x="131451" y="84843"/>
                </a:cubicBezTo>
                <a:cubicBezTo>
                  <a:pt x="132392" y="84566"/>
                  <a:pt x="133400" y="84427"/>
                  <a:pt x="134475" y="84427"/>
                </a:cubicBezTo>
                <a:cubicBezTo>
                  <a:pt x="137164" y="84427"/>
                  <a:pt x="138508" y="85328"/>
                  <a:pt x="138508" y="87131"/>
                </a:cubicBezTo>
                <a:cubicBezTo>
                  <a:pt x="124395" y="122343"/>
                  <a:pt x="117002" y="140296"/>
                  <a:pt x="116330" y="140989"/>
                </a:cubicBezTo>
                <a:cubicBezTo>
                  <a:pt x="115927" y="141267"/>
                  <a:pt x="96707" y="141405"/>
                  <a:pt x="58669" y="141405"/>
                </a:cubicBezTo>
                <a:lnTo>
                  <a:pt x="20564" y="141405"/>
                </a:lnTo>
                <a:cubicBezTo>
                  <a:pt x="6855" y="141405"/>
                  <a:pt x="0" y="140643"/>
                  <a:pt x="0" y="139118"/>
                </a:cubicBezTo>
                <a:cubicBezTo>
                  <a:pt x="0" y="138841"/>
                  <a:pt x="202" y="137870"/>
                  <a:pt x="605" y="136207"/>
                </a:cubicBezTo>
                <a:cubicBezTo>
                  <a:pt x="1142" y="133989"/>
                  <a:pt x="1680" y="132741"/>
                  <a:pt x="2218" y="132464"/>
                </a:cubicBezTo>
                <a:cubicBezTo>
                  <a:pt x="2755" y="132186"/>
                  <a:pt x="4301" y="131978"/>
                  <a:pt x="6855" y="131840"/>
                </a:cubicBezTo>
                <a:cubicBezTo>
                  <a:pt x="10484" y="131840"/>
                  <a:pt x="14516" y="131632"/>
                  <a:pt x="18952" y="131216"/>
                </a:cubicBezTo>
                <a:cubicBezTo>
                  <a:pt x="20833" y="130800"/>
                  <a:pt x="22110" y="129968"/>
                  <a:pt x="22782" y="128720"/>
                </a:cubicBezTo>
                <a:cubicBezTo>
                  <a:pt x="23051" y="128027"/>
                  <a:pt x="27823" y="108549"/>
                  <a:pt x="37097" y="70287"/>
                </a:cubicBezTo>
                <a:cubicBezTo>
                  <a:pt x="46371" y="32024"/>
                  <a:pt x="51075" y="12616"/>
                  <a:pt x="51210" y="12061"/>
                </a:cubicBezTo>
                <a:cubicBezTo>
                  <a:pt x="51210" y="11091"/>
                  <a:pt x="50941" y="10605"/>
                  <a:pt x="50403" y="10605"/>
                </a:cubicBezTo>
                <a:cubicBezTo>
                  <a:pt x="49328" y="10190"/>
                  <a:pt x="45766" y="9843"/>
                  <a:pt x="39718" y="9566"/>
                </a:cubicBezTo>
                <a:lnTo>
                  <a:pt x="33468" y="9566"/>
                </a:lnTo>
                <a:cubicBezTo>
                  <a:pt x="32661" y="8734"/>
                  <a:pt x="32258" y="8179"/>
                  <a:pt x="32258" y="7902"/>
                </a:cubicBezTo>
                <a:cubicBezTo>
                  <a:pt x="32258" y="7625"/>
                  <a:pt x="32392" y="6446"/>
                  <a:pt x="32661" y="4367"/>
                </a:cubicBezTo>
                <a:cubicBezTo>
                  <a:pt x="33199" y="2010"/>
                  <a:pt x="33871" y="555"/>
                  <a:pt x="34677" y="0"/>
                </a:cubicBezTo>
                <a:lnTo>
                  <a:pt x="146371" y="0"/>
                </a:lnTo>
                <a:cubicBezTo>
                  <a:pt x="147311" y="555"/>
                  <a:pt x="147782" y="1317"/>
                  <a:pt x="147782" y="2287"/>
                </a:cubicBezTo>
                <a:cubicBezTo>
                  <a:pt x="147782" y="2981"/>
                  <a:pt x="146908" y="10744"/>
                  <a:pt x="145161" y="25578"/>
                </a:cubicBezTo>
                <a:cubicBezTo>
                  <a:pt x="143414" y="40411"/>
                  <a:pt x="142473" y="48036"/>
                  <a:pt x="142338" y="48452"/>
                </a:cubicBezTo>
                <a:cubicBezTo>
                  <a:pt x="142069" y="49423"/>
                  <a:pt x="140725" y="49908"/>
                  <a:pt x="138306" y="49908"/>
                </a:cubicBezTo>
                <a:lnTo>
                  <a:pt x="135887" y="49908"/>
                </a:lnTo>
                <a:cubicBezTo>
                  <a:pt x="134946" y="49215"/>
                  <a:pt x="134475" y="48314"/>
                  <a:pt x="134475" y="47204"/>
                </a:cubicBezTo>
                <a:lnTo>
                  <a:pt x="135080" y="42422"/>
                </a:lnTo>
                <a:cubicBezTo>
                  <a:pt x="135483" y="39094"/>
                  <a:pt x="135685" y="35490"/>
                  <a:pt x="135685" y="31608"/>
                </a:cubicBezTo>
                <a:cubicBezTo>
                  <a:pt x="135685" y="27449"/>
                  <a:pt x="135215" y="23983"/>
                  <a:pt x="134274" y="21211"/>
                </a:cubicBezTo>
                <a:cubicBezTo>
                  <a:pt x="133333" y="18438"/>
                  <a:pt x="132056" y="16289"/>
                  <a:pt x="130443" y="14764"/>
                </a:cubicBezTo>
                <a:cubicBezTo>
                  <a:pt x="128830" y="13239"/>
                  <a:pt x="126478" y="12130"/>
                  <a:pt x="123387" y="11437"/>
                </a:cubicBezTo>
                <a:cubicBezTo>
                  <a:pt x="120295" y="10744"/>
                  <a:pt x="117137" y="10259"/>
                  <a:pt x="113911" y="9982"/>
                </a:cubicBezTo>
                <a:cubicBezTo>
                  <a:pt x="110685" y="9704"/>
                  <a:pt x="106384" y="9566"/>
                  <a:pt x="101008" y="9566"/>
                </a:cubicBezTo>
                <a:lnTo>
                  <a:pt x="91532" y="9566"/>
                </a:lnTo>
                <a:cubicBezTo>
                  <a:pt x="79704" y="9704"/>
                  <a:pt x="73454" y="9912"/>
                  <a:pt x="72782" y="10190"/>
                </a:cubicBezTo>
                <a:cubicBezTo>
                  <a:pt x="72244" y="10467"/>
                  <a:pt x="71841" y="11091"/>
                  <a:pt x="71572" y="12061"/>
                </a:cubicBezTo>
                <a:cubicBezTo>
                  <a:pt x="71438" y="12477"/>
                  <a:pt x="69355" y="21003"/>
                  <a:pt x="65322" y="37639"/>
                </a:cubicBezTo>
                <a:cubicBezTo>
                  <a:pt x="61290" y="54275"/>
                  <a:pt x="59207" y="62731"/>
                  <a:pt x="59072" y="63009"/>
                </a:cubicBezTo>
                <a:cubicBezTo>
                  <a:pt x="62164" y="63147"/>
                  <a:pt x="65390" y="63217"/>
                  <a:pt x="68750" y="63217"/>
                </a:cubicBezTo>
                <a:lnTo>
                  <a:pt x="73992" y="63217"/>
                </a:lnTo>
                <a:cubicBezTo>
                  <a:pt x="82863" y="63217"/>
                  <a:pt x="88978" y="62177"/>
                  <a:pt x="92338" y="60097"/>
                </a:cubicBezTo>
                <a:cubicBezTo>
                  <a:pt x="95699" y="58018"/>
                  <a:pt x="98723" y="52403"/>
                  <a:pt x="101411" y="43253"/>
                </a:cubicBezTo>
                <a:cubicBezTo>
                  <a:pt x="101949" y="41035"/>
                  <a:pt x="102352" y="39788"/>
                  <a:pt x="102621" y="39510"/>
                </a:cubicBezTo>
                <a:cubicBezTo>
                  <a:pt x="102889" y="39233"/>
                  <a:pt x="104032" y="39025"/>
                  <a:pt x="106048" y="38886"/>
                </a:cubicBezTo>
                <a:cubicBezTo>
                  <a:pt x="106720" y="38886"/>
                  <a:pt x="107258" y="38886"/>
                  <a:pt x="107661" y="38886"/>
                </a:cubicBezTo>
                <a:cubicBezTo>
                  <a:pt x="108064" y="38886"/>
                  <a:pt x="108400" y="38956"/>
                  <a:pt x="108669" y="39094"/>
                </a:cubicBezTo>
                <a:cubicBezTo>
                  <a:pt x="108938" y="39233"/>
                  <a:pt x="109072" y="39302"/>
                  <a:pt x="109072" y="39302"/>
                </a:cubicBezTo>
                <a:cubicBezTo>
                  <a:pt x="109072" y="39302"/>
                  <a:pt x="109207" y="39580"/>
                  <a:pt x="109475" y="40134"/>
                </a:cubicBezTo>
                <a:cubicBezTo>
                  <a:pt x="109744" y="40689"/>
                  <a:pt x="109946" y="40966"/>
                  <a:pt x="110080" y="40966"/>
                </a:cubicBezTo>
                <a:lnTo>
                  <a:pt x="103427" y="68415"/>
                </a:lnTo>
                <a:cubicBezTo>
                  <a:pt x="98992" y="86853"/>
                  <a:pt x="96572" y="96211"/>
                  <a:pt x="96169" y="96488"/>
                </a:cubicBezTo>
                <a:cubicBezTo>
                  <a:pt x="95766" y="96904"/>
                  <a:pt x="94691" y="97112"/>
                  <a:pt x="92943" y="9711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9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B06C90-1232-45D1-BC97-24A6342B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8310" y="6622431"/>
            <a:ext cx="60009" cy="101150"/>
          </a:xfrm>
          <a:custGeom xmlns:a="http://schemas.openxmlformats.org/drawingml/2006/main">
            <a:pathLst>
              <a:path w="60009" h="101150">
                <a:moveTo>
                  <a:pt x="8125" y="11909"/>
                </a:moveTo>
                <a:cubicBezTo>
                  <a:pt x="13446" y="3970"/>
                  <a:pt x="20716" y="0"/>
                  <a:pt x="29933" y="0"/>
                </a:cubicBezTo>
                <a:cubicBezTo>
                  <a:pt x="34495" y="0"/>
                  <a:pt x="39056" y="1274"/>
                  <a:pt x="43617" y="3823"/>
                </a:cubicBezTo>
                <a:cubicBezTo>
                  <a:pt x="48178" y="6371"/>
                  <a:pt x="51885" y="10879"/>
                  <a:pt x="54735" y="17348"/>
                </a:cubicBezTo>
                <a:cubicBezTo>
                  <a:pt x="58251" y="25483"/>
                  <a:pt x="60009" y="36657"/>
                  <a:pt x="60009" y="50869"/>
                </a:cubicBezTo>
                <a:cubicBezTo>
                  <a:pt x="60009" y="66061"/>
                  <a:pt x="57966" y="77676"/>
                  <a:pt x="53880" y="85713"/>
                </a:cubicBezTo>
                <a:cubicBezTo>
                  <a:pt x="51980" y="89829"/>
                  <a:pt x="49366" y="93113"/>
                  <a:pt x="46040" y="95563"/>
                </a:cubicBezTo>
                <a:cubicBezTo>
                  <a:pt x="42714" y="98013"/>
                  <a:pt x="39816" y="99533"/>
                  <a:pt x="37345" y="100121"/>
                </a:cubicBezTo>
                <a:cubicBezTo>
                  <a:pt x="34875" y="100709"/>
                  <a:pt x="32452" y="101052"/>
                  <a:pt x="30076" y="101150"/>
                </a:cubicBezTo>
                <a:cubicBezTo>
                  <a:pt x="27605" y="101150"/>
                  <a:pt x="25135" y="100856"/>
                  <a:pt x="22664" y="100268"/>
                </a:cubicBezTo>
                <a:cubicBezTo>
                  <a:pt x="20193" y="99680"/>
                  <a:pt x="17295" y="98111"/>
                  <a:pt x="13969" y="95563"/>
                </a:cubicBezTo>
                <a:cubicBezTo>
                  <a:pt x="10643" y="93015"/>
                  <a:pt x="8030" y="89731"/>
                  <a:pt x="6129" y="85713"/>
                </a:cubicBezTo>
                <a:cubicBezTo>
                  <a:pt x="2043" y="77676"/>
                  <a:pt x="0" y="66061"/>
                  <a:pt x="0" y="50869"/>
                </a:cubicBezTo>
                <a:cubicBezTo>
                  <a:pt x="0" y="33815"/>
                  <a:pt x="2708" y="20828"/>
                  <a:pt x="8125" y="11909"/>
                </a:cubicBezTo>
                <a:close/>
                <a:moveTo>
                  <a:pt x="40196" y="10144"/>
                </a:moveTo>
                <a:cubicBezTo>
                  <a:pt x="37345" y="7008"/>
                  <a:pt x="33972" y="5440"/>
                  <a:pt x="30076" y="5440"/>
                </a:cubicBezTo>
                <a:cubicBezTo>
                  <a:pt x="26085" y="5440"/>
                  <a:pt x="22664" y="7008"/>
                  <a:pt x="19813" y="10144"/>
                </a:cubicBezTo>
                <a:cubicBezTo>
                  <a:pt x="17437" y="12693"/>
                  <a:pt x="15869" y="16221"/>
                  <a:pt x="15109" y="20730"/>
                </a:cubicBezTo>
                <a:cubicBezTo>
                  <a:pt x="14349" y="25238"/>
                  <a:pt x="13969" y="34648"/>
                  <a:pt x="13969" y="48958"/>
                </a:cubicBezTo>
                <a:cubicBezTo>
                  <a:pt x="13969" y="64444"/>
                  <a:pt x="14349" y="74637"/>
                  <a:pt x="15109" y="79538"/>
                </a:cubicBezTo>
                <a:cubicBezTo>
                  <a:pt x="15869" y="84439"/>
                  <a:pt x="17580" y="88310"/>
                  <a:pt x="20241" y="91152"/>
                </a:cubicBezTo>
                <a:cubicBezTo>
                  <a:pt x="22901" y="94093"/>
                  <a:pt x="26180" y="95563"/>
                  <a:pt x="30076" y="95563"/>
                </a:cubicBezTo>
                <a:cubicBezTo>
                  <a:pt x="33877" y="95563"/>
                  <a:pt x="37108" y="94093"/>
                  <a:pt x="39769" y="91152"/>
                </a:cubicBezTo>
                <a:cubicBezTo>
                  <a:pt x="42524" y="88212"/>
                  <a:pt x="44235" y="84095"/>
                  <a:pt x="44900" y="78803"/>
                </a:cubicBezTo>
                <a:cubicBezTo>
                  <a:pt x="45565" y="73510"/>
                  <a:pt x="45945" y="63562"/>
                  <a:pt x="46040" y="48958"/>
                </a:cubicBezTo>
                <a:cubicBezTo>
                  <a:pt x="46040" y="34746"/>
                  <a:pt x="45660" y="25385"/>
                  <a:pt x="44900" y="20877"/>
                </a:cubicBezTo>
                <a:cubicBezTo>
                  <a:pt x="44140" y="16368"/>
                  <a:pt x="42572" y="12791"/>
                  <a:pt x="40196" y="101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004C03-BD5E-441D-B289-06567412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8310" y="6622431"/>
            <a:ext cx="60009" cy="101150"/>
          </a:xfrm>
          <a:custGeom xmlns:a="http://schemas.openxmlformats.org/drawingml/2006/main">
            <a:pathLst>
              <a:path w="60009" h="101150" fill="none">
                <a:moveTo>
                  <a:pt x="8125" y="11909"/>
                </a:moveTo>
                <a:cubicBezTo>
                  <a:pt x="13446" y="3970"/>
                  <a:pt x="20716" y="0"/>
                  <a:pt x="29933" y="0"/>
                </a:cubicBezTo>
                <a:cubicBezTo>
                  <a:pt x="34495" y="0"/>
                  <a:pt x="39056" y="1274"/>
                  <a:pt x="43617" y="3823"/>
                </a:cubicBezTo>
                <a:cubicBezTo>
                  <a:pt x="48178" y="6371"/>
                  <a:pt x="51885" y="10879"/>
                  <a:pt x="54735" y="17348"/>
                </a:cubicBezTo>
                <a:cubicBezTo>
                  <a:pt x="58251" y="25483"/>
                  <a:pt x="60009" y="36657"/>
                  <a:pt x="60009" y="50869"/>
                </a:cubicBezTo>
                <a:cubicBezTo>
                  <a:pt x="60009" y="66061"/>
                  <a:pt x="57966" y="77676"/>
                  <a:pt x="53880" y="85713"/>
                </a:cubicBezTo>
                <a:cubicBezTo>
                  <a:pt x="51980" y="89829"/>
                  <a:pt x="49366" y="93113"/>
                  <a:pt x="46040" y="95563"/>
                </a:cubicBezTo>
                <a:cubicBezTo>
                  <a:pt x="42714" y="98013"/>
                  <a:pt x="39816" y="99533"/>
                  <a:pt x="37345" y="100121"/>
                </a:cubicBezTo>
                <a:cubicBezTo>
                  <a:pt x="34875" y="100709"/>
                  <a:pt x="32452" y="101052"/>
                  <a:pt x="30076" y="101150"/>
                </a:cubicBezTo>
                <a:cubicBezTo>
                  <a:pt x="27605" y="101150"/>
                  <a:pt x="25135" y="100856"/>
                  <a:pt x="22664" y="100268"/>
                </a:cubicBezTo>
                <a:cubicBezTo>
                  <a:pt x="20193" y="99680"/>
                  <a:pt x="17295" y="98111"/>
                  <a:pt x="13969" y="95563"/>
                </a:cubicBezTo>
                <a:cubicBezTo>
                  <a:pt x="10643" y="93015"/>
                  <a:pt x="8030" y="89731"/>
                  <a:pt x="6129" y="85713"/>
                </a:cubicBezTo>
                <a:cubicBezTo>
                  <a:pt x="2043" y="77676"/>
                  <a:pt x="0" y="66061"/>
                  <a:pt x="0" y="50869"/>
                </a:cubicBezTo>
                <a:cubicBezTo>
                  <a:pt x="0" y="33815"/>
                  <a:pt x="2708" y="20828"/>
                  <a:pt x="8125" y="11909"/>
                </a:cubicBezTo>
                <a:close/>
                <a:moveTo>
                  <a:pt x="40196" y="10144"/>
                </a:moveTo>
                <a:cubicBezTo>
                  <a:pt x="37345" y="7008"/>
                  <a:pt x="33972" y="5440"/>
                  <a:pt x="30076" y="5440"/>
                </a:cubicBezTo>
                <a:cubicBezTo>
                  <a:pt x="26085" y="5440"/>
                  <a:pt x="22664" y="7008"/>
                  <a:pt x="19813" y="10144"/>
                </a:cubicBezTo>
                <a:cubicBezTo>
                  <a:pt x="17437" y="12693"/>
                  <a:pt x="15869" y="16221"/>
                  <a:pt x="15109" y="20730"/>
                </a:cubicBezTo>
                <a:cubicBezTo>
                  <a:pt x="14349" y="25238"/>
                  <a:pt x="13969" y="34648"/>
                  <a:pt x="13969" y="48958"/>
                </a:cubicBezTo>
                <a:cubicBezTo>
                  <a:pt x="13969" y="64444"/>
                  <a:pt x="14349" y="74637"/>
                  <a:pt x="15109" y="79538"/>
                </a:cubicBezTo>
                <a:cubicBezTo>
                  <a:pt x="15869" y="84439"/>
                  <a:pt x="17580" y="88310"/>
                  <a:pt x="20241" y="91152"/>
                </a:cubicBezTo>
                <a:cubicBezTo>
                  <a:pt x="22901" y="94093"/>
                  <a:pt x="26180" y="95563"/>
                  <a:pt x="30076" y="95563"/>
                </a:cubicBezTo>
                <a:cubicBezTo>
                  <a:pt x="33877" y="95563"/>
                  <a:pt x="37108" y="94093"/>
                  <a:pt x="39769" y="91152"/>
                </a:cubicBezTo>
                <a:cubicBezTo>
                  <a:pt x="42524" y="88212"/>
                  <a:pt x="44235" y="84095"/>
                  <a:pt x="44900" y="78803"/>
                </a:cubicBezTo>
                <a:cubicBezTo>
                  <a:pt x="45565" y="73510"/>
                  <a:pt x="45945" y="63562"/>
                  <a:pt x="46040" y="48958"/>
                </a:cubicBezTo>
                <a:cubicBezTo>
                  <a:pt x="46040" y="34746"/>
                  <a:pt x="45660" y="25385"/>
                  <a:pt x="44900" y="20877"/>
                </a:cubicBezTo>
                <a:cubicBezTo>
                  <a:pt x="44140" y="16368"/>
                  <a:pt x="42572" y="12791"/>
                  <a:pt x="40196" y="101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9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6F35DF-E2D0-45B4-87A9-150B4588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139" y="6702557"/>
            <a:ext cx="18815" cy="46409"/>
          </a:xfrm>
          <a:custGeom xmlns:a="http://schemas.openxmlformats.org/drawingml/2006/main">
            <a:pathLst>
              <a:path w="18815" h="46409">
                <a:moveTo>
                  <a:pt x="0" y="12644"/>
                </a:moveTo>
                <a:cubicBezTo>
                  <a:pt x="0" y="12644"/>
                  <a:pt x="0" y="11419"/>
                  <a:pt x="0" y="8968"/>
                </a:cubicBezTo>
                <a:cubicBezTo>
                  <a:pt x="0" y="6518"/>
                  <a:pt x="760" y="4411"/>
                  <a:pt x="2281" y="2646"/>
                </a:cubicBezTo>
                <a:cubicBezTo>
                  <a:pt x="3801" y="882"/>
                  <a:pt x="5844" y="0"/>
                  <a:pt x="8410" y="0"/>
                </a:cubicBezTo>
                <a:cubicBezTo>
                  <a:pt x="11071" y="0"/>
                  <a:pt x="13446" y="1225"/>
                  <a:pt x="15537" y="3676"/>
                </a:cubicBezTo>
                <a:cubicBezTo>
                  <a:pt x="17627" y="6126"/>
                  <a:pt x="18720" y="10438"/>
                  <a:pt x="18815" y="16613"/>
                </a:cubicBezTo>
                <a:cubicBezTo>
                  <a:pt x="18815" y="20044"/>
                  <a:pt x="18388" y="23376"/>
                  <a:pt x="17532" y="26611"/>
                </a:cubicBezTo>
                <a:cubicBezTo>
                  <a:pt x="16677" y="29845"/>
                  <a:pt x="15679" y="32638"/>
                  <a:pt x="14539" y="34991"/>
                </a:cubicBezTo>
                <a:cubicBezTo>
                  <a:pt x="13399" y="37343"/>
                  <a:pt x="12163" y="39352"/>
                  <a:pt x="10833" y="41019"/>
                </a:cubicBezTo>
                <a:cubicBezTo>
                  <a:pt x="9503" y="42685"/>
                  <a:pt x="8362" y="44008"/>
                  <a:pt x="7412" y="44988"/>
                </a:cubicBezTo>
                <a:cubicBezTo>
                  <a:pt x="6462" y="45968"/>
                  <a:pt x="5844" y="46409"/>
                  <a:pt x="5559" y="46311"/>
                </a:cubicBezTo>
                <a:cubicBezTo>
                  <a:pt x="5179" y="46311"/>
                  <a:pt x="4561" y="45870"/>
                  <a:pt x="3706" y="44988"/>
                </a:cubicBezTo>
                <a:cubicBezTo>
                  <a:pt x="2851" y="44106"/>
                  <a:pt x="2423" y="43469"/>
                  <a:pt x="2423" y="43077"/>
                </a:cubicBezTo>
                <a:cubicBezTo>
                  <a:pt x="2423" y="42685"/>
                  <a:pt x="2946" y="41901"/>
                  <a:pt x="3991" y="40725"/>
                </a:cubicBezTo>
                <a:cubicBezTo>
                  <a:pt x="5036" y="39548"/>
                  <a:pt x="6224" y="38078"/>
                  <a:pt x="7555" y="36314"/>
                </a:cubicBezTo>
                <a:cubicBezTo>
                  <a:pt x="8885" y="34550"/>
                  <a:pt x="10120" y="32099"/>
                  <a:pt x="11261" y="28963"/>
                </a:cubicBezTo>
                <a:cubicBezTo>
                  <a:pt x="12401" y="25827"/>
                  <a:pt x="13161" y="22249"/>
                  <a:pt x="13541" y="18230"/>
                </a:cubicBezTo>
                <a:lnTo>
                  <a:pt x="13541" y="16466"/>
                </a:lnTo>
                <a:lnTo>
                  <a:pt x="13399" y="16613"/>
                </a:lnTo>
                <a:cubicBezTo>
                  <a:pt x="13209" y="16711"/>
                  <a:pt x="12971" y="16809"/>
                  <a:pt x="12686" y="16907"/>
                </a:cubicBezTo>
                <a:cubicBezTo>
                  <a:pt x="12401" y="17005"/>
                  <a:pt x="12116" y="17152"/>
                  <a:pt x="11831" y="17348"/>
                </a:cubicBezTo>
                <a:cubicBezTo>
                  <a:pt x="11546" y="17544"/>
                  <a:pt x="11118" y="17642"/>
                  <a:pt x="10548" y="17642"/>
                </a:cubicBezTo>
                <a:cubicBezTo>
                  <a:pt x="9978" y="17642"/>
                  <a:pt x="9408" y="17691"/>
                  <a:pt x="8837" y="17789"/>
                </a:cubicBezTo>
                <a:cubicBezTo>
                  <a:pt x="6272" y="17789"/>
                  <a:pt x="4181" y="16956"/>
                  <a:pt x="2566" y="15290"/>
                </a:cubicBezTo>
                <a:lnTo>
                  <a:pt x="0" y="126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A1F80E-B1CB-47E0-B1FA-7B1C2D8F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139" y="6702557"/>
            <a:ext cx="18815" cy="46409"/>
          </a:xfrm>
          <a:custGeom xmlns:a="http://schemas.openxmlformats.org/drawingml/2006/main">
            <a:pathLst>
              <a:path w="18815" h="46409" fill="none">
                <a:moveTo>
                  <a:pt x="0" y="12644"/>
                </a:moveTo>
                <a:cubicBezTo>
                  <a:pt x="0" y="12644"/>
                  <a:pt x="0" y="11419"/>
                  <a:pt x="0" y="8968"/>
                </a:cubicBezTo>
                <a:cubicBezTo>
                  <a:pt x="0" y="6518"/>
                  <a:pt x="760" y="4411"/>
                  <a:pt x="2281" y="2646"/>
                </a:cubicBezTo>
                <a:cubicBezTo>
                  <a:pt x="3801" y="882"/>
                  <a:pt x="5844" y="0"/>
                  <a:pt x="8410" y="0"/>
                </a:cubicBezTo>
                <a:cubicBezTo>
                  <a:pt x="11071" y="0"/>
                  <a:pt x="13446" y="1225"/>
                  <a:pt x="15537" y="3676"/>
                </a:cubicBezTo>
                <a:cubicBezTo>
                  <a:pt x="17627" y="6126"/>
                  <a:pt x="18720" y="10438"/>
                  <a:pt x="18815" y="16613"/>
                </a:cubicBezTo>
                <a:cubicBezTo>
                  <a:pt x="18815" y="20044"/>
                  <a:pt x="18388" y="23376"/>
                  <a:pt x="17532" y="26611"/>
                </a:cubicBezTo>
                <a:cubicBezTo>
                  <a:pt x="16677" y="29845"/>
                  <a:pt x="15679" y="32638"/>
                  <a:pt x="14539" y="34991"/>
                </a:cubicBezTo>
                <a:cubicBezTo>
                  <a:pt x="13399" y="37343"/>
                  <a:pt x="12163" y="39352"/>
                  <a:pt x="10833" y="41019"/>
                </a:cubicBezTo>
                <a:cubicBezTo>
                  <a:pt x="9503" y="42685"/>
                  <a:pt x="8362" y="44008"/>
                  <a:pt x="7412" y="44988"/>
                </a:cubicBezTo>
                <a:cubicBezTo>
                  <a:pt x="6462" y="45968"/>
                  <a:pt x="5844" y="46409"/>
                  <a:pt x="5559" y="46311"/>
                </a:cubicBezTo>
                <a:cubicBezTo>
                  <a:pt x="5179" y="46311"/>
                  <a:pt x="4561" y="45870"/>
                  <a:pt x="3706" y="44988"/>
                </a:cubicBezTo>
                <a:cubicBezTo>
                  <a:pt x="2851" y="44106"/>
                  <a:pt x="2423" y="43469"/>
                  <a:pt x="2423" y="43077"/>
                </a:cubicBezTo>
                <a:cubicBezTo>
                  <a:pt x="2423" y="42685"/>
                  <a:pt x="2946" y="41901"/>
                  <a:pt x="3991" y="40725"/>
                </a:cubicBezTo>
                <a:cubicBezTo>
                  <a:pt x="5036" y="39548"/>
                  <a:pt x="6224" y="38078"/>
                  <a:pt x="7555" y="36314"/>
                </a:cubicBezTo>
                <a:cubicBezTo>
                  <a:pt x="8885" y="34550"/>
                  <a:pt x="10120" y="32099"/>
                  <a:pt x="11261" y="28963"/>
                </a:cubicBezTo>
                <a:cubicBezTo>
                  <a:pt x="12401" y="25827"/>
                  <a:pt x="13161" y="22249"/>
                  <a:pt x="13541" y="18230"/>
                </a:cubicBezTo>
                <a:lnTo>
                  <a:pt x="13541" y="16466"/>
                </a:lnTo>
                <a:lnTo>
                  <a:pt x="13399" y="16613"/>
                </a:lnTo>
                <a:cubicBezTo>
                  <a:pt x="13209" y="16711"/>
                  <a:pt x="12971" y="16809"/>
                  <a:pt x="12686" y="16907"/>
                </a:cubicBezTo>
                <a:cubicBezTo>
                  <a:pt x="12401" y="17005"/>
                  <a:pt x="12116" y="17152"/>
                  <a:pt x="11831" y="17348"/>
                </a:cubicBezTo>
                <a:cubicBezTo>
                  <a:pt x="11546" y="17544"/>
                  <a:pt x="11118" y="17642"/>
                  <a:pt x="10548" y="17642"/>
                </a:cubicBezTo>
                <a:cubicBezTo>
                  <a:pt x="9978" y="17642"/>
                  <a:pt x="9408" y="17691"/>
                  <a:pt x="8837" y="17789"/>
                </a:cubicBezTo>
                <a:cubicBezTo>
                  <a:pt x="6272" y="17789"/>
                  <a:pt x="4181" y="16956"/>
                  <a:pt x="2566" y="15290"/>
                </a:cubicBezTo>
                <a:lnTo>
                  <a:pt x="0" y="126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9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231B26-8106-4529-AB95-3CEED176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634" y="6622578"/>
            <a:ext cx="59154" cy="101003"/>
          </a:xfrm>
          <a:custGeom xmlns:a="http://schemas.openxmlformats.org/drawingml/2006/main">
            <a:pathLst>
              <a:path w="59154" h="101003">
                <a:moveTo>
                  <a:pt x="12116" y="29698"/>
                </a:moveTo>
                <a:cubicBezTo>
                  <a:pt x="9550" y="29698"/>
                  <a:pt x="7555" y="28865"/>
                  <a:pt x="6129" y="27199"/>
                </a:cubicBezTo>
                <a:cubicBezTo>
                  <a:pt x="4704" y="25532"/>
                  <a:pt x="3944" y="23376"/>
                  <a:pt x="3849" y="20730"/>
                </a:cubicBezTo>
                <a:cubicBezTo>
                  <a:pt x="3849" y="15339"/>
                  <a:pt x="6129" y="10536"/>
                  <a:pt x="10690" y="6322"/>
                </a:cubicBezTo>
                <a:cubicBezTo>
                  <a:pt x="15252" y="2107"/>
                  <a:pt x="20763" y="0"/>
                  <a:pt x="27225" y="0"/>
                </a:cubicBezTo>
                <a:cubicBezTo>
                  <a:pt x="30551" y="0"/>
                  <a:pt x="32642" y="49"/>
                  <a:pt x="33497" y="147"/>
                </a:cubicBezTo>
                <a:cubicBezTo>
                  <a:pt x="40529" y="1323"/>
                  <a:pt x="45898" y="3921"/>
                  <a:pt x="49604" y="7939"/>
                </a:cubicBezTo>
                <a:cubicBezTo>
                  <a:pt x="53310" y="11958"/>
                  <a:pt x="55210" y="16319"/>
                  <a:pt x="55305" y="21024"/>
                </a:cubicBezTo>
                <a:cubicBezTo>
                  <a:pt x="55305" y="26121"/>
                  <a:pt x="53690" y="31070"/>
                  <a:pt x="50459" y="35873"/>
                </a:cubicBezTo>
                <a:cubicBezTo>
                  <a:pt x="47228" y="40676"/>
                  <a:pt x="42762" y="44155"/>
                  <a:pt x="37060" y="46311"/>
                </a:cubicBezTo>
                <a:lnTo>
                  <a:pt x="36633" y="46605"/>
                </a:lnTo>
                <a:cubicBezTo>
                  <a:pt x="36633" y="46703"/>
                  <a:pt x="37060" y="46850"/>
                  <a:pt x="37916" y="47046"/>
                </a:cubicBezTo>
                <a:cubicBezTo>
                  <a:pt x="38771" y="47242"/>
                  <a:pt x="40149" y="47683"/>
                  <a:pt x="42049" y="48370"/>
                </a:cubicBezTo>
                <a:cubicBezTo>
                  <a:pt x="43950" y="49056"/>
                  <a:pt x="45755" y="50085"/>
                  <a:pt x="47466" y="51457"/>
                </a:cubicBezTo>
                <a:cubicBezTo>
                  <a:pt x="55258" y="56652"/>
                  <a:pt x="59154" y="63513"/>
                  <a:pt x="59154" y="72040"/>
                </a:cubicBezTo>
                <a:cubicBezTo>
                  <a:pt x="59154" y="79783"/>
                  <a:pt x="56208" y="86546"/>
                  <a:pt x="50317" y="92329"/>
                </a:cubicBezTo>
                <a:cubicBezTo>
                  <a:pt x="44425" y="98111"/>
                  <a:pt x="36965" y="101003"/>
                  <a:pt x="27938" y="101003"/>
                </a:cubicBezTo>
                <a:cubicBezTo>
                  <a:pt x="20336" y="101003"/>
                  <a:pt x="13779" y="98895"/>
                  <a:pt x="8267" y="94681"/>
                </a:cubicBezTo>
                <a:cubicBezTo>
                  <a:pt x="2756" y="90466"/>
                  <a:pt x="0" y="85125"/>
                  <a:pt x="0" y="78656"/>
                </a:cubicBezTo>
                <a:cubicBezTo>
                  <a:pt x="0" y="75911"/>
                  <a:pt x="855" y="73706"/>
                  <a:pt x="2566" y="72040"/>
                </a:cubicBezTo>
                <a:cubicBezTo>
                  <a:pt x="4276" y="70374"/>
                  <a:pt x="6414" y="69491"/>
                  <a:pt x="8980" y="69393"/>
                </a:cubicBezTo>
                <a:cubicBezTo>
                  <a:pt x="11641" y="69393"/>
                  <a:pt x="13826" y="70276"/>
                  <a:pt x="15537" y="72040"/>
                </a:cubicBezTo>
                <a:cubicBezTo>
                  <a:pt x="17247" y="73804"/>
                  <a:pt x="18103" y="76009"/>
                  <a:pt x="18103" y="78656"/>
                </a:cubicBezTo>
                <a:cubicBezTo>
                  <a:pt x="18103" y="79734"/>
                  <a:pt x="17960" y="80714"/>
                  <a:pt x="17675" y="81596"/>
                </a:cubicBezTo>
                <a:cubicBezTo>
                  <a:pt x="17390" y="82478"/>
                  <a:pt x="17057" y="83262"/>
                  <a:pt x="16677" y="83948"/>
                </a:cubicBezTo>
                <a:cubicBezTo>
                  <a:pt x="16297" y="84635"/>
                  <a:pt x="15774" y="85223"/>
                  <a:pt x="15109" y="85713"/>
                </a:cubicBezTo>
                <a:cubicBezTo>
                  <a:pt x="14444" y="86203"/>
                  <a:pt x="13874" y="86595"/>
                  <a:pt x="13399" y="86889"/>
                </a:cubicBezTo>
                <a:cubicBezTo>
                  <a:pt x="12924" y="87183"/>
                  <a:pt x="12448" y="87379"/>
                  <a:pt x="11973" y="87477"/>
                </a:cubicBezTo>
                <a:cubicBezTo>
                  <a:pt x="11498" y="87575"/>
                  <a:pt x="11118" y="87722"/>
                  <a:pt x="10833" y="87918"/>
                </a:cubicBezTo>
                <a:lnTo>
                  <a:pt x="10263" y="88065"/>
                </a:lnTo>
                <a:cubicBezTo>
                  <a:pt x="15109" y="92476"/>
                  <a:pt x="21001" y="94681"/>
                  <a:pt x="27938" y="94681"/>
                </a:cubicBezTo>
                <a:cubicBezTo>
                  <a:pt x="33164" y="94681"/>
                  <a:pt x="37108" y="92084"/>
                  <a:pt x="39769" y="86889"/>
                </a:cubicBezTo>
                <a:cubicBezTo>
                  <a:pt x="41384" y="83654"/>
                  <a:pt x="42192" y="78705"/>
                  <a:pt x="42192" y="72040"/>
                </a:cubicBezTo>
                <a:lnTo>
                  <a:pt x="42192" y="69099"/>
                </a:lnTo>
                <a:cubicBezTo>
                  <a:pt x="42192" y="59788"/>
                  <a:pt x="39151" y="53564"/>
                  <a:pt x="33069" y="50428"/>
                </a:cubicBezTo>
                <a:cubicBezTo>
                  <a:pt x="31644" y="49840"/>
                  <a:pt x="28746" y="49497"/>
                  <a:pt x="24374" y="49399"/>
                </a:cubicBezTo>
                <a:lnTo>
                  <a:pt x="18388" y="49252"/>
                </a:lnTo>
                <a:lnTo>
                  <a:pt x="17960" y="48958"/>
                </a:lnTo>
                <a:cubicBezTo>
                  <a:pt x="17770" y="48664"/>
                  <a:pt x="17675" y="47880"/>
                  <a:pt x="17675" y="46605"/>
                </a:cubicBezTo>
                <a:cubicBezTo>
                  <a:pt x="17675" y="44841"/>
                  <a:pt x="18055" y="43959"/>
                  <a:pt x="18815" y="43959"/>
                </a:cubicBezTo>
                <a:cubicBezTo>
                  <a:pt x="21476" y="43959"/>
                  <a:pt x="24232" y="43714"/>
                  <a:pt x="27083" y="43224"/>
                </a:cubicBezTo>
                <a:cubicBezTo>
                  <a:pt x="30313" y="42734"/>
                  <a:pt x="33259" y="40676"/>
                  <a:pt x="35920" y="37049"/>
                </a:cubicBezTo>
                <a:cubicBezTo>
                  <a:pt x="38581" y="33423"/>
                  <a:pt x="39911" y="27934"/>
                  <a:pt x="39911" y="20583"/>
                </a:cubicBezTo>
                <a:lnTo>
                  <a:pt x="39911" y="19407"/>
                </a:lnTo>
                <a:cubicBezTo>
                  <a:pt x="39911" y="13820"/>
                  <a:pt x="38248" y="9948"/>
                  <a:pt x="34922" y="7792"/>
                </a:cubicBezTo>
                <a:cubicBezTo>
                  <a:pt x="32832" y="6420"/>
                  <a:pt x="30599" y="5734"/>
                  <a:pt x="28223" y="5734"/>
                </a:cubicBezTo>
                <a:cubicBezTo>
                  <a:pt x="25182" y="5734"/>
                  <a:pt x="22379" y="6273"/>
                  <a:pt x="19813" y="7351"/>
                </a:cubicBezTo>
                <a:cubicBezTo>
                  <a:pt x="17247" y="8429"/>
                  <a:pt x="15442" y="9556"/>
                  <a:pt x="14397" y="10732"/>
                </a:cubicBezTo>
                <a:cubicBezTo>
                  <a:pt x="13351" y="11909"/>
                  <a:pt x="12829" y="12497"/>
                  <a:pt x="12829" y="12497"/>
                </a:cubicBezTo>
                <a:lnTo>
                  <a:pt x="13256" y="12497"/>
                </a:lnTo>
                <a:cubicBezTo>
                  <a:pt x="13541" y="12595"/>
                  <a:pt x="13921" y="12693"/>
                  <a:pt x="14397" y="12791"/>
                </a:cubicBezTo>
                <a:cubicBezTo>
                  <a:pt x="14872" y="12889"/>
                  <a:pt x="15347" y="13134"/>
                  <a:pt x="15822" y="13526"/>
                </a:cubicBezTo>
                <a:cubicBezTo>
                  <a:pt x="16297" y="13918"/>
                  <a:pt x="16867" y="14261"/>
                  <a:pt x="17532" y="14555"/>
                </a:cubicBezTo>
                <a:cubicBezTo>
                  <a:pt x="18198" y="14849"/>
                  <a:pt x="18673" y="15388"/>
                  <a:pt x="18958" y="16172"/>
                </a:cubicBezTo>
                <a:cubicBezTo>
                  <a:pt x="19243" y="16956"/>
                  <a:pt x="19623" y="17691"/>
                  <a:pt x="20098" y="18378"/>
                </a:cubicBezTo>
                <a:cubicBezTo>
                  <a:pt x="20573" y="19064"/>
                  <a:pt x="20716" y="20044"/>
                  <a:pt x="20526" y="21318"/>
                </a:cubicBezTo>
                <a:cubicBezTo>
                  <a:pt x="20526" y="23474"/>
                  <a:pt x="19861" y="25385"/>
                  <a:pt x="18530" y="27052"/>
                </a:cubicBezTo>
                <a:cubicBezTo>
                  <a:pt x="17200" y="28718"/>
                  <a:pt x="15062" y="29600"/>
                  <a:pt x="12116" y="296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FB0FC2-8A4F-4F92-BBC6-EAA5C9B9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634" y="6622578"/>
            <a:ext cx="59154" cy="101003"/>
          </a:xfrm>
          <a:custGeom xmlns:a="http://schemas.openxmlformats.org/drawingml/2006/main">
            <a:pathLst>
              <a:path w="59154" h="101003" fill="none">
                <a:moveTo>
                  <a:pt x="12116" y="29698"/>
                </a:moveTo>
                <a:cubicBezTo>
                  <a:pt x="9550" y="29698"/>
                  <a:pt x="7555" y="28865"/>
                  <a:pt x="6129" y="27199"/>
                </a:cubicBezTo>
                <a:cubicBezTo>
                  <a:pt x="4704" y="25532"/>
                  <a:pt x="3944" y="23376"/>
                  <a:pt x="3849" y="20730"/>
                </a:cubicBezTo>
                <a:cubicBezTo>
                  <a:pt x="3849" y="15339"/>
                  <a:pt x="6129" y="10536"/>
                  <a:pt x="10690" y="6322"/>
                </a:cubicBezTo>
                <a:cubicBezTo>
                  <a:pt x="15252" y="2107"/>
                  <a:pt x="20763" y="0"/>
                  <a:pt x="27225" y="0"/>
                </a:cubicBezTo>
                <a:cubicBezTo>
                  <a:pt x="30551" y="0"/>
                  <a:pt x="32642" y="49"/>
                  <a:pt x="33497" y="147"/>
                </a:cubicBezTo>
                <a:cubicBezTo>
                  <a:pt x="40529" y="1323"/>
                  <a:pt x="45898" y="3921"/>
                  <a:pt x="49604" y="7939"/>
                </a:cubicBezTo>
                <a:cubicBezTo>
                  <a:pt x="53310" y="11958"/>
                  <a:pt x="55210" y="16319"/>
                  <a:pt x="55305" y="21024"/>
                </a:cubicBezTo>
                <a:cubicBezTo>
                  <a:pt x="55305" y="26121"/>
                  <a:pt x="53690" y="31070"/>
                  <a:pt x="50459" y="35873"/>
                </a:cubicBezTo>
                <a:cubicBezTo>
                  <a:pt x="47228" y="40676"/>
                  <a:pt x="42762" y="44155"/>
                  <a:pt x="37060" y="46311"/>
                </a:cubicBezTo>
                <a:lnTo>
                  <a:pt x="36633" y="46605"/>
                </a:lnTo>
                <a:cubicBezTo>
                  <a:pt x="36633" y="46703"/>
                  <a:pt x="37060" y="46850"/>
                  <a:pt x="37916" y="47046"/>
                </a:cubicBezTo>
                <a:cubicBezTo>
                  <a:pt x="38771" y="47242"/>
                  <a:pt x="40149" y="47683"/>
                  <a:pt x="42049" y="48370"/>
                </a:cubicBezTo>
                <a:cubicBezTo>
                  <a:pt x="43950" y="49056"/>
                  <a:pt x="45755" y="50085"/>
                  <a:pt x="47466" y="51457"/>
                </a:cubicBezTo>
                <a:cubicBezTo>
                  <a:pt x="55258" y="56652"/>
                  <a:pt x="59154" y="63513"/>
                  <a:pt x="59154" y="72040"/>
                </a:cubicBezTo>
                <a:cubicBezTo>
                  <a:pt x="59154" y="79783"/>
                  <a:pt x="56208" y="86546"/>
                  <a:pt x="50317" y="92329"/>
                </a:cubicBezTo>
                <a:cubicBezTo>
                  <a:pt x="44425" y="98111"/>
                  <a:pt x="36965" y="101003"/>
                  <a:pt x="27938" y="101003"/>
                </a:cubicBezTo>
                <a:cubicBezTo>
                  <a:pt x="20336" y="101003"/>
                  <a:pt x="13779" y="98895"/>
                  <a:pt x="8267" y="94681"/>
                </a:cubicBezTo>
                <a:cubicBezTo>
                  <a:pt x="2756" y="90466"/>
                  <a:pt x="0" y="85125"/>
                  <a:pt x="0" y="78656"/>
                </a:cubicBezTo>
                <a:cubicBezTo>
                  <a:pt x="0" y="75911"/>
                  <a:pt x="855" y="73706"/>
                  <a:pt x="2566" y="72040"/>
                </a:cubicBezTo>
                <a:cubicBezTo>
                  <a:pt x="4276" y="70374"/>
                  <a:pt x="6414" y="69491"/>
                  <a:pt x="8980" y="69393"/>
                </a:cubicBezTo>
                <a:cubicBezTo>
                  <a:pt x="11641" y="69393"/>
                  <a:pt x="13826" y="70276"/>
                  <a:pt x="15537" y="72040"/>
                </a:cubicBezTo>
                <a:cubicBezTo>
                  <a:pt x="17247" y="73804"/>
                  <a:pt x="18103" y="76009"/>
                  <a:pt x="18103" y="78656"/>
                </a:cubicBezTo>
                <a:cubicBezTo>
                  <a:pt x="18103" y="79734"/>
                  <a:pt x="17960" y="80714"/>
                  <a:pt x="17675" y="81596"/>
                </a:cubicBezTo>
                <a:cubicBezTo>
                  <a:pt x="17390" y="82478"/>
                  <a:pt x="17057" y="83262"/>
                  <a:pt x="16677" y="83948"/>
                </a:cubicBezTo>
                <a:cubicBezTo>
                  <a:pt x="16297" y="84635"/>
                  <a:pt x="15774" y="85223"/>
                  <a:pt x="15109" y="85713"/>
                </a:cubicBezTo>
                <a:cubicBezTo>
                  <a:pt x="14444" y="86203"/>
                  <a:pt x="13874" y="86595"/>
                  <a:pt x="13399" y="86889"/>
                </a:cubicBezTo>
                <a:cubicBezTo>
                  <a:pt x="12924" y="87183"/>
                  <a:pt x="12448" y="87379"/>
                  <a:pt x="11973" y="87477"/>
                </a:cubicBezTo>
                <a:cubicBezTo>
                  <a:pt x="11498" y="87575"/>
                  <a:pt x="11118" y="87722"/>
                  <a:pt x="10833" y="87918"/>
                </a:cubicBezTo>
                <a:lnTo>
                  <a:pt x="10263" y="88065"/>
                </a:lnTo>
                <a:cubicBezTo>
                  <a:pt x="15109" y="92476"/>
                  <a:pt x="21001" y="94681"/>
                  <a:pt x="27938" y="94681"/>
                </a:cubicBezTo>
                <a:cubicBezTo>
                  <a:pt x="33164" y="94681"/>
                  <a:pt x="37108" y="92084"/>
                  <a:pt x="39769" y="86889"/>
                </a:cubicBezTo>
                <a:cubicBezTo>
                  <a:pt x="41384" y="83654"/>
                  <a:pt x="42192" y="78705"/>
                  <a:pt x="42192" y="72040"/>
                </a:cubicBezTo>
                <a:lnTo>
                  <a:pt x="42192" y="69099"/>
                </a:lnTo>
                <a:cubicBezTo>
                  <a:pt x="42192" y="59788"/>
                  <a:pt x="39151" y="53564"/>
                  <a:pt x="33069" y="50428"/>
                </a:cubicBezTo>
                <a:cubicBezTo>
                  <a:pt x="31644" y="49840"/>
                  <a:pt x="28746" y="49497"/>
                  <a:pt x="24374" y="49399"/>
                </a:cubicBezTo>
                <a:lnTo>
                  <a:pt x="18388" y="49252"/>
                </a:lnTo>
                <a:lnTo>
                  <a:pt x="17960" y="48958"/>
                </a:lnTo>
                <a:cubicBezTo>
                  <a:pt x="17770" y="48664"/>
                  <a:pt x="17675" y="47880"/>
                  <a:pt x="17675" y="46605"/>
                </a:cubicBezTo>
                <a:cubicBezTo>
                  <a:pt x="17675" y="44841"/>
                  <a:pt x="18055" y="43959"/>
                  <a:pt x="18815" y="43959"/>
                </a:cubicBezTo>
                <a:cubicBezTo>
                  <a:pt x="21476" y="43959"/>
                  <a:pt x="24232" y="43714"/>
                  <a:pt x="27083" y="43224"/>
                </a:cubicBezTo>
                <a:cubicBezTo>
                  <a:pt x="30313" y="42734"/>
                  <a:pt x="33259" y="40676"/>
                  <a:pt x="35920" y="37049"/>
                </a:cubicBezTo>
                <a:cubicBezTo>
                  <a:pt x="38581" y="33423"/>
                  <a:pt x="39911" y="27934"/>
                  <a:pt x="39911" y="20583"/>
                </a:cubicBezTo>
                <a:lnTo>
                  <a:pt x="39911" y="19407"/>
                </a:lnTo>
                <a:cubicBezTo>
                  <a:pt x="39911" y="13820"/>
                  <a:pt x="38248" y="9948"/>
                  <a:pt x="34922" y="7792"/>
                </a:cubicBezTo>
                <a:cubicBezTo>
                  <a:pt x="32832" y="6420"/>
                  <a:pt x="30599" y="5734"/>
                  <a:pt x="28223" y="5734"/>
                </a:cubicBezTo>
                <a:cubicBezTo>
                  <a:pt x="25182" y="5734"/>
                  <a:pt x="22379" y="6273"/>
                  <a:pt x="19813" y="7351"/>
                </a:cubicBezTo>
                <a:cubicBezTo>
                  <a:pt x="17247" y="8429"/>
                  <a:pt x="15442" y="9556"/>
                  <a:pt x="14397" y="10732"/>
                </a:cubicBezTo>
                <a:cubicBezTo>
                  <a:pt x="13351" y="11909"/>
                  <a:pt x="12829" y="12497"/>
                  <a:pt x="12829" y="12497"/>
                </a:cubicBezTo>
                <a:lnTo>
                  <a:pt x="13256" y="12497"/>
                </a:lnTo>
                <a:cubicBezTo>
                  <a:pt x="13541" y="12595"/>
                  <a:pt x="13921" y="12693"/>
                  <a:pt x="14397" y="12791"/>
                </a:cubicBezTo>
                <a:cubicBezTo>
                  <a:pt x="14872" y="12889"/>
                  <a:pt x="15347" y="13134"/>
                  <a:pt x="15822" y="13526"/>
                </a:cubicBezTo>
                <a:cubicBezTo>
                  <a:pt x="16297" y="13918"/>
                  <a:pt x="16867" y="14261"/>
                  <a:pt x="17532" y="14555"/>
                </a:cubicBezTo>
                <a:cubicBezTo>
                  <a:pt x="18198" y="14849"/>
                  <a:pt x="18673" y="15388"/>
                  <a:pt x="18958" y="16172"/>
                </a:cubicBezTo>
                <a:cubicBezTo>
                  <a:pt x="19243" y="16956"/>
                  <a:pt x="19623" y="17691"/>
                  <a:pt x="20098" y="18378"/>
                </a:cubicBezTo>
                <a:cubicBezTo>
                  <a:pt x="20573" y="19064"/>
                  <a:pt x="20716" y="20044"/>
                  <a:pt x="20526" y="21318"/>
                </a:cubicBezTo>
                <a:cubicBezTo>
                  <a:pt x="20526" y="23474"/>
                  <a:pt x="19861" y="25385"/>
                  <a:pt x="18530" y="27052"/>
                </a:cubicBezTo>
                <a:cubicBezTo>
                  <a:pt x="17200" y="28718"/>
                  <a:pt x="15062" y="29600"/>
                  <a:pt x="12116" y="296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9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2488CC-D5D1-4877-B68E-9CC2D2E4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098" y="6533193"/>
            <a:ext cx="45094" cy="207949"/>
          </a:xfrm>
          <a:custGeom xmlns:a="http://schemas.openxmlformats.org/drawingml/2006/main">
            <a:pathLst>
              <a:path w="45094" h="207949">
                <a:moveTo>
                  <a:pt x="0" y="3743"/>
                </a:moveTo>
                <a:cubicBezTo>
                  <a:pt x="134" y="2773"/>
                  <a:pt x="538" y="1941"/>
                  <a:pt x="1210" y="1248"/>
                </a:cubicBezTo>
                <a:cubicBezTo>
                  <a:pt x="1882" y="555"/>
                  <a:pt x="2823" y="139"/>
                  <a:pt x="4032" y="0"/>
                </a:cubicBezTo>
                <a:cubicBezTo>
                  <a:pt x="5376" y="0"/>
                  <a:pt x="6519" y="693"/>
                  <a:pt x="7460" y="2079"/>
                </a:cubicBezTo>
                <a:cubicBezTo>
                  <a:pt x="7863" y="3050"/>
                  <a:pt x="14180" y="20102"/>
                  <a:pt x="26411" y="53235"/>
                </a:cubicBezTo>
                <a:cubicBezTo>
                  <a:pt x="38642" y="86368"/>
                  <a:pt x="44825" y="103281"/>
                  <a:pt x="44960" y="103975"/>
                </a:cubicBezTo>
                <a:cubicBezTo>
                  <a:pt x="45094" y="104668"/>
                  <a:pt x="38978" y="121581"/>
                  <a:pt x="26613" y="154714"/>
                </a:cubicBezTo>
                <a:cubicBezTo>
                  <a:pt x="14247" y="187847"/>
                  <a:pt x="7863" y="204899"/>
                  <a:pt x="7460" y="205870"/>
                </a:cubicBezTo>
                <a:cubicBezTo>
                  <a:pt x="6519" y="207256"/>
                  <a:pt x="5376" y="207949"/>
                  <a:pt x="4032" y="207949"/>
                </a:cubicBezTo>
                <a:cubicBezTo>
                  <a:pt x="2957" y="207949"/>
                  <a:pt x="2083" y="207603"/>
                  <a:pt x="1411" y="206909"/>
                </a:cubicBezTo>
                <a:cubicBezTo>
                  <a:pt x="739" y="206216"/>
                  <a:pt x="269" y="205315"/>
                  <a:pt x="0" y="204206"/>
                </a:cubicBezTo>
                <a:cubicBezTo>
                  <a:pt x="0" y="203513"/>
                  <a:pt x="6048" y="186669"/>
                  <a:pt x="18145" y="153674"/>
                </a:cubicBezTo>
                <a:cubicBezTo>
                  <a:pt x="30376" y="120818"/>
                  <a:pt x="36492" y="104252"/>
                  <a:pt x="36492" y="103975"/>
                </a:cubicBezTo>
                <a:cubicBezTo>
                  <a:pt x="36492" y="103697"/>
                  <a:pt x="30376" y="87131"/>
                  <a:pt x="18145" y="54275"/>
                </a:cubicBezTo>
                <a:cubicBezTo>
                  <a:pt x="6048" y="21280"/>
                  <a:pt x="0" y="4436"/>
                  <a:pt x="0" y="37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BEFCFA-D8D9-41D6-AD59-CBF811A6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098" y="6533193"/>
            <a:ext cx="45094" cy="207949"/>
          </a:xfrm>
          <a:custGeom xmlns:a="http://schemas.openxmlformats.org/drawingml/2006/main">
            <a:pathLst>
              <a:path w="45094" h="207949" fill="none">
                <a:moveTo>
                  <a:pt x="0" y="3743"/>
                </a:moveTo>
                <a:cubicBezTo>
                  <a:pt x="134" y="2773"/>
                  <a:pt x="538" y="1941"/>
                  <a:pt x="1210" y="1248"/>
                </a:cubicBezTo>
                <a:cubicBezTo>
                  <a:pt x="1882" y="555"/>
                  <a:pt x="2823" y="139"/>
                  <a:pt x="4032" y="0"/>
                </a:cubicBezTo>
                <a:cubicBezTo>
                  <a:pt x="5376" y="0"/>
                  <a:pt x="6519" y="693"/>
                  <a:pt x="7460" y="2079"/>
                </a:cubicBezTo>
                <a:cubicBezTo>
                  <a:pt x="7863" y="3050"/>
                  <a:pt x="14180" y="20102"/>
                  <a:pt x="26411" y="53235"/>
                </a:cubicBezTo>
                <a:cubicBezTo>
                  <a:pt x="38642" y="86368"/>
                  <a:pt x="44825" y="103281"/>
                  <a:pt x="44960" y="103975"/>
                </a:cubicBezTo>
                <a:cubicBezTo>
                  <a:pt x="45094" y="104668"/>
                  <a:pt x="38978" y="121581"/>
                  <a:pt x="26613" y="154714"/>
                </a:cubicBezTo>
                <a:cubicBezTo>
                  <a:pt x="14247" y="187847"/>
                  <a:pt x="7863" y="204899"/>
                  <a:pt x="7460" y="205870"/>
                </a:cubicBezTo>
                <a:cubicBezTo>
                  <a:pt x="6519" y="207256"/>
                  <a:pt x="5376" y="207949"/>
                  <a:pt x="4032" y="207949"/>
                </a:cubicBezTo>
                <a:cubicBezTo>
                  <a:pt x="2957" y="207949"/>
                  <a:pt x="2083" y="207603"/>
                  <a:pt x="1411" y="206909"/>
                </a:cubicBezTo>
                <a:cubicBezTo>
                  <a:pt x="739" y="206216"/>
                  <a:pt x="269" y="205315"/>
                  <a:pt x="0" y="204206"/>
                </a:cubicBezTo>
                <a:cubicBezTo>
                  <a:pt x="0" y="203513"/>
                  <a:pt x="6048" y="186669"/>
                  <a:pt x="18145" y="153674"/>
                </a:cubicBezTo>
                <a:cubicBezTo>
                  <a:pt x="30376" y="120818"/>
                  <a:pt x="36492" y="104252"/>
                  <a:pt x="36492" y="103975"/>
                </a:cubicBezTo>
                <a:cubicBezTo>
                  <a:pt x="36492" y="103697"/>
                  <a:pt x="30376" y="87131"/>
                  <a:pt x="18145" y="54275"/>
                </a:cubicBezTo>
                <a:cubicBezTo>
                  <a:pt x="6048" y="21280"/>
                  <a:pt x="0" y="4436"/>
                  <a:pt x="0" y="374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9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C8AFF3-4347-4649-A3BF-3B44265D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4525" y="6533193"/>
            <a:ext cx="48185" cy="207949"/>
          </a:xfrm>
          <a:custGeom xmlns:a="http://schemas.openxmlformats.org/drawingml/2006/main">
            <a:pathLst>
              <a:path w="48185" h="207949">
                <a:moveTo>
                  <a:pt x="1008" y="208"/>
                </a:moveTo>
                <a:lnTo>
                  <a:pt x="1815" y="0"/>
                </a:lnTo>
                <a:cubicBezTo>
                  <a:pt x="2487" y="0"/>
                  <a:pt x="3159" y="0"/>
                  <a:pt x="3831" y="0"/>
                </a:cubicBezTo>
                <a:lnTo>
                  <a:pt x="6250" y="0"/>
                </a:lnTo>
                <a:lnTo>
                  <a:pt x="11895" y="4991"/>
                </a:lnTo>
                <a:cubicBezTo>
                  <a:pt x="24530" y="16775"/>
                  <a:pt x="33736" y="31470"/>
                  <a:pt x="39516" y="49076"/>
                </a:cubicBezTo>
                <a:cubicBezTo>
                  <a:pt x="45296" y="66682"/>
                  <a:pt x="48185" y="84982"/>
                  <a:pt x="48185" y="103975"/>
                </a:cubicBezTo>
                <a:cubicBezTo>
                  <a:pt x="48185" y="113402"/>
                  <a:pt x="47513" y="122482"/>
                  <a:pt x="46169" y="131216"/>
                </a:cubicBezTo>
                <a:cubicBezTo>
                  <a:pt x="44825" y="139950"/>
                  <a:pt x="43279" y="147367"/>
                  <a:pt x="41532" y="153466"/>
                </a:cubicBezTo>
                <a:cubicBezTo>
                  <a:pt x="39785" y="159566"/>
                  <a:pt x="37298" y="165666"/>
                  <a:pt x="34072" y="171766"/>
                </a:cubicBezTo>
                <a:cubicBezTo>
                  <a:pt x="30847" y="177866"/>
                  <a:pt x="28293" y="182510"/>
                  <a:pt x="26411" y="185699"/>
                </a:cubicBezTo>
                <a:cubicBezTo>
                  <a:pt x="24530" y="188887"/>
                  <a:pt x="21774" y="192422"/>
                  <a:pt x="18145" y="196304"/>
                </a:cubicBezTo>
                <a:cubicBezTo>
                  <a:pt x="14516" y="200186"/>
                  <a:pt x="12366" y="202473"/>
                  <a:pt x="11694" y="203166"/>
                </a:cubicBezTo>
                <a:cubicBezTo>
                  <a:pt x="11021" y="203859"/>
                  <a:pt x="9476" y="205176"/>
                  <a:pt x="7056" y="207117"/>
                </a:cubicBezTo>
                <a:cubicBezTo>
                  <a:pt x="6653" y="207533"/>
                  <a:pt x="6384" y="207810"/>
                  <a:pt x="6250" y="207949"/>
                </a:cubicBezTo>
                <a:lnTo>
                  <a:pt x="3831" y="207949"/>
                </a:lnTo>
                <a:cubicBezTo>
                  <a:pt x="2755" y="207949"/>
                  <a:pt x="2016" y="207949"/>
                  <a:pt x="1613" y="207949"/>
                </a:cubicBezTo>
                <a:cubicBezTo>
                  <a:pt x="1210" y="207949"/>
                  <a:pt x="874" y="207741"/>
                  <a:pt x="605" y="207325"/>
                </a:cubicBezTo>
                <a:cubicBezTo>
                  <a:pt x="336" y="206909"/>
                  <a:pt x="134" y="206286"/>
                  <a:pt x="0" y="205454"/>
                </a:cubicBezTo>
                <a:cubicBezTo>
                  <a:pt x="134" y="205315"/>
                  <a:pt x="874" y="204414"/>
                  <a:pt x="2218" y="202750"/>
                </a:cubicBezTo>
                <a:cubicBezTo>
                  <a:pt x="23051" y="180431"/>
                  <a:pt x="33468" y="147505"/>
                  <a:pt x="33468" y="103975"/>
                </a:cubicBezTo>
                <a:cubicBezTo>
                  <a:pt x="33468" y="60444"/>
                  <a:pt x="23051" y="27519"/>
                  <a:pt x="2218" y="5199"/>
                </a:cubicBezTo>
                <a:cubicBezTo>
                  <a:pt x="874" y="3535"/>
                  <a:pt x="134" y="2634"/>
                  <a:pt x="0" y="2495"/>
                </a:cubicBezTo>
                <a:cubicBezTo>
                  <a:pt x="0" y="1386"/>
                  <a:pt x="336" y="624"/>
                  <a:pt x="1008" y="2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7C73D4-C210-4162-A4A1-01C183BC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4525" y="6533193"/>
            <a:ext cx="48185" cy="207949"/>
          </a:xfrm>
          <a:custGeom xmlns:a="http://schemas.openxmlformats.org/drawingml/2006/main">
            <a:pathLst>
              <a:path w="48185" h="207949" fill="none">
                <a:moveTo>
                  <a:pt x="1008" y="208"/>
                </a:moveTo>
                <a:lnTo>
                  <a:pt x="1815" y="0"/>
                </a:lnTo>
                <a:cubicBezTo>
                  <a:pt x="2487" y="0"/>
                  <a:pt x="3159" y="0"/>
                  <a:pt x="3831" y="0"/>
                </a:cubicBezTo>
                <a:lnTo>
                  <a:pt x="6250" y="0"/>
                </a:lnTo>
                <a:lnTo>
                  <a:pt x="11895" y="4991"/>
                </a:lnTo>
                <a:cubicBezTo>
                  <a:pt x="24530" y="16775"/>
                  <a:pt x="33736" y="31470"/>
                  <a:pt x="39516" y="49076"/>
                </a:cubicBezTo>
                <a:cubicBezTo>
                  <a:pt x="45296" y="66682"/>
                  <a:pt x="48185" y="84982"/>
                  <a:pt x="48185" y="103975"/>
                </a:cubicBezTo>
                <a:cubicBezTo>
                  <a:pt x="48185" y="113402"/>
                  <a:pt x="47513" y="122482"/>
                  <a:pt x="46169" y="131216"/>
                </a:cubicBezTo>
                <a:cubicBezTo>
                  <a:pt x="44825" y="139950"/>
                  <a:pt x="43279" y="147367"/>
                  <a:pt x="41532" y="153466"/>
                </a:cubicBezTo>
                <a:cubicBezTo>
                  <a:pt x="39785" y="159566"/>
                  <a:pt x="37298" y="165666"/>
                  <a:pt x="34072" y="171766"/>
                </a:cubicBezTo>
                <a:cubicBezTo>
                  <a:pt x="30847" y="177866"/>
                  <a:pt x="28293" y="182510"/>
                  <a:pt x="26411" y="185699"/>
                </a:cubicBezTo>
                <a:cubicBezTo>
                  <a:pt x="24530" y="188887"/>
                  <a:pt x="21774" y="192422"/>
                  <a:pt x="18145" y="196304"/>
                </a:cubicBezTo>
                <a:cubicBezTo>
                  <a:pt x="14516" y="200186"/>
                  <a:pt x="12366" y="202473"/>
                  <a:pt x="11694" y="203166"/>
                </a:cubicBezTo>
                <a:cubicBezTo>
                  <a:pt x="11021" y="203859"/>
                  <a:pt x="9476" y="205176"/>
                  <a:pt x="7056" y="207117"/>
                </a:cubicBezTo>
                <a:cubicBezTo>
                  <a:pt x="6653" y="207533"/>
                  <a:pt x="6384" y="207810"/>
                  <a:pt x="6250" y="207949"/>
                </a:cubicBezTo>
                <a:lnTo>
                  <a:pt x="3831" y="207949"/>
                </a:lnTo>
                <a:cubicBezTo>
                  <a:pt x="2755" y="207949"/>
                  <a:pt x="2016" y="207949"/>
                  <a:pt x="1613" y="207949"/>
                </a:cubicBezTo>
                <a:cubicBezTo>
                  <a:pt x="1210" y="207949"/>
                  <a:pt x="874" y="207741"/>
                  <a:pt x="605" y="207325"/>
                </a:cubicBezTo>
                <a:cubicBezTo>
                  <a:pt x="336" y="206909"/>
                  <a:pt x="134" y="206286"/>
                  <a:pt x="0" y="205454"/>
                </a:cubicBezTo>
                <a:cubicBezTo>
                  <a:pt x="134" y="205315"/>
                  <a:pt x="874" y="204414"/>
                  <a:pt x="2218" y="202750"/>
                </a:cubicBezTo>
                <a:cubicBezTo>
                  <a:pt x="23051" y="180431"/>
                  <a:pt x="33468" y="147505"/>
                  <a:pt x="33468" y="103975"/>
                </a:cubicBezTo>
                <a:cubicBezTo>
                  <a:pt x="33468" y="60444"/>
                  <a:pt x="23051" y="27519"/>
                  <a:pt x="2218" y="5199"/>
                </a:cubicBezTo>
                <a:cubicBezTo>
                  <a:pt x="874" y="3535"/>
                  <a:pt x="134" y="2634"/>
                  <a:pt x="0" y="2495"/>
                </a:cubicBezTo>
                <a:cubicBezTo>
                  <a:pt x="0" y="1386"/>
                  <a:pt x="336" y="624"/>
                  <a:pt x="1008" y="20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9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F588A4-CE80-4D13-B592-4FEAE738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705" y="6542551"/>
            <a:ext cx="143250" cy="151179"/>
          </a:xfrm>
          <a:custGeom xmlns:a="http://schemas.openxmlformats.org/drawingml/2006/main">
            <a:pathLst>
              <a:path w="143250" h="151179">
                <a:moveTo>
                  <a:pt x="0" y="94201"/>
                </a:moveTo>
                <a:cubicBezTo>
                  <a:pt x="0" y="78258"/>
                  <a:pt x="4506" y="62939"/>
                  <a:pt x="13518" y="48244"/>
                </a:cubicBezTo>
                <a:cubicBezTo>
                  <a:pt x="22530" y="33549"/>
                  <a:pt x="33896" y="21904"/>
                  <a:pt x="47615" y="13309"/>
                </a:cubicBezTo>
                <a:cubicBezTo>
                  <a:pt x="61335" y="4714"/>
                  <a:pt x="75055" y="347"/>
                  <a:pt x="88774" y="208"/>
                </a:cubicBezTo>
                <a:cubicBezTo>
                  <a:pt x="100880" y="208"/>
                  <a:pt x="110497" y="3743"/>
                  <a:pt x="117626" y="10813"/>
                </a:cubicBezTo>
                <a:cubicBezTo>
                  <a:pt x="118837" y="12200"/>
                  <a:pt x="119845" y="13378"/>
                  <a:pt x="120652" y="14348"/>
                </a:cubicBezTo>
                <a:cubicBezTo>
                  <a:pt x="121460" y="15319"/>
                  <a:pt x="121998" y="16012"/>
                  <a:pt x="122267" y="16428"/>
                </a:cubicBezTo>
                <a:lnTo>
                  <a:pt x="122468" y="17052"/>
                </a:lnTo>
                <a:cubicBezTo>
                  <a:pt x="122872" y="17052"/>
                  <a:pt x="124688" y="15250"/>
                  <a:pt x="127916" y="11645"/>
                </a:cubicBezTo>
                <a:cubicBezTo>
                  <a:pt x="128857" y="10813"/>
                  <a:pt x="129866" y="9843"/>
                  <a:pt x="130942" y="8734"/>
                </a:cubicBezTo>
                <a:cubicBezTo>
                  <a:pt x="132018" y="7625"/>
                  <a:pt x="133094" y="6516"/>
                  <a:pt x="134170" y="5407"/>
                </a:cubicBezTo>
                <a:cubicBezTo>
                  <a:pt x="135246" y="4298"/>
                  <a:pt x="135919" y="3535"/>
                  <a:pt x="136188" y="3119"/>
                </a:cubicBezTo>
                <a:lnTo>
                  <a:pt x="139214" y="0"/>
                </a:lnTo>
                <a:lnTo>
                  <a:pt x="140425" y="0"/>
                </a:lnTo>
                <a:cubicBezTo>
                  <a:pt x="142308" y="0"/>
                  <a:pt x="143250" y="485"/>
                  <a:pt x="143250" y="1456"/>
                </a:cubicBezTo>
                <a:cubicBezTo>
                  <a:pt x="143250" y="2010"/>
                  <a:pt x="141097" y="11507"/>
                  <a:pt x="136793" y="29945"/>
                </a:cubicBezTo>
                <a:cubicBezTo>
                  <a:pt x="131951" y="49215"/>
                  <a:pt x="129530" y="58919"/>
                  <a:pt x="129530" y="59058"/>
                </a:cubicBezTo>
                <a:cubicBezTo>
                  <a:pt x="129261" y="59751"/>
                  <a:pt x="128925" y="60167"/>
                  <a:pt x="128521" y="60305"/>
                </a:cubicBezTo>
                <a:cubicBezTo>
                  <a:pt x="128118" y="60444"/>
                  <a:pt x="126907" y="60583"/>
                  <a:pt x="124889" y="60721"/>
                </a:cubicBezTo>
                <a:lnTo>
                  <a:pt x="121661" y="60721"/>
                </a:lnTo>
                <a:cubicBezTo>
                  <a:pt x="120854" y="59889"/>
                  <a:pt x="120451" y="59265"/>
                  <a:pt x="120451" y="58850"/>
                </a:cubicBezTo>
                <a:cubicBezTo>
                  <a:pt x="120451" y="58711"/>
                  <a:pt x="120518" y="58226"/>
                  <a:pt x="120652" y="57394"/>
                </a:cubicBezTo>
                <a:cubicBezTo>
                  <a:pt x="120787" y="56562"/>
                  <a:pt x="120921" y="55176"/>
                  <a:pt x="121056" y="53235"/>
                </a:cubicBezTo>
                <a:cubicBezTo>
                  <a:pt x="121190" y="51294"/>
                  <a:pt x="121258" y="49076"/>
                  <a:pt x="121258" y="46581"/>
                </a:cubicBezTo>
                <a:cubicBezTo>
                  <a:pt x="121258" y="36738"/>
                  <a:pt x="119106" y="28142"/>
                  <a:pt x="114801" y="20795"/>
                </a:cubicBezTo>
                <a:cubicBezTo>
                  <a:pt x="110497" y="13447"/>
                  <a:pt x="103167" y="9704"/>
                  <a:pt x="92810" y="9566"/>
                </a:cubicBezTo>
                <a:cubicBezTo>
                  <a:pt x="90388" y="9566"/>
                  <a:pt x="87766" y="9774"/>
                  <a:pt x="84941" y="10190"/>
                </a:cubicBezTo>
                <a:cubicBezTo>
                  <a:pt x="82116" y="10605"/>
                  <a:pt x="78552" y="11507"/>
                  <a:pt x="74248" y="12893"/>
                </a:cubicBezTo>
                <a:cubicBezTo>
                  <a:pt x="69943" y="14279"/>
                  <a:pt x="65841" y="16220"/>
                  <a:pt x="61940" y="18715"/>
                </a:cubicBezTo>
                <a:cubicBezTo>
                  <a:pt x="58040" y="21211"/>
                  <a:pt x="53803" y="24538"/>
                  <a:pt x="49229" y="28697"/>
                </a:cubicBezTo>
                <a:cubicBezTo>
                  <a:pt x="44656" y="32856"/>
                  <a:pt x="40756" y="37777"/>
                  <a:pt x="37527" y="43461"/>
                </a:cubicBezTo>
                <a:cubicBezTo>
                  <a:pt x="34299" y="49145"/>
                  <a:pt x="31138" y="56216"/>
                  <a:pt x="28045" y="64672"/>
                </a:cubicBezTo>
                <a:cubicBezTo>
                  <a:pt x="24951" y="73129"/>
                  <a:pt x="22866" y="82417"/>
                  <a:pt x="21790" y="92537"/>
                </a:cubicBezTo>
                <a:cubicBezTo>
                  <a:pt x="21521" y="95033"/>
                  <a:pt x="21387" y="97736"/>
                  <a:pt x="21387" y="100647"/>
                </a:cubicBezTo>
                <a:cubicBezTo>
                  <a:pt x="21387" y="107302"/>
                  <a:pt x="22328" y="113194"/>
                  <a:pt x="24211" y="118323"/>
                </a:cubicBezTo>
                <a:cubicBezTo>
                  <a:pt x="26094" y="123452"/>
                  <a:pt x="28515" y="127403"/>
                  <a:pt x="31475" y="130176"/>
                </a:cubicBezTo>
                <a:cubicBezTo>
                  <a:pt x="34434" y="132949"/>
                  <a:pt x="37796" y="135306"/>
                  <a:pt x="41563" y="137246"/>
                </a:cubicBezTo>
                <a:cubicBezTo>
                  <a:pt x="45329" y="139187"/>
                  <a:pt x="48826" y="140366"/>
                  <a:pt x="52054" y="140782"/>
                </a:cubicBezTo>
                <a:cubicBezTo>
                  <a:pt x="55282" y="141197"/>
                  <a:pt x="58309" y="141475"/>
                  <a:pt x="61133" y="141613"/>
                </a:cubicBezTo>
                <a:cubicBezTo>
                  <a:pt x="68397" y="141613"/>
                  <a:pt x="75055" y="140019"/>
                  <a:pt x="81108" y="136831"/>
                </a:cubicBezTo>
                <a:cubicBezTo>
                  <a:pt x="87160" y="133642"/>
                  <a:pt x="91330" y="129552"/>
                  <a:pt x="93617" y="124562"/>
                </a:cubicBezTo>
                <a:cubicBezTo>
                  <a:pt x="94020" y="123452"/>
                  <a:pt x="95029" y="119640"/>
                  <a:pt x="96643" y="113124"/>
                </a:cubicBezTo>
                <a:cubicBezTo>
                  <a:pt x="98257" y="106609"/>
                  <a:pt x="99064" y="102935"/>
                  <a:pt x="99064" y="102103"/>
                </a:cubicBezTo>
                <a:cubicBezTo>
                  <a:pt x="99064" y="100994"/>
                  <a:pt x="98190" y="100301"/>
                  <a:pt x="96441" y="100024"/>
                </a:cubicBezTo>
                <a:cubicBezTo>
                  <a:pt x="94693" y="99746"/>
                  <a:pt x="90657" y="99538"/>
                  <a:pt x="84336" y="99400"/>
                </a:cubicBezTo>
                <a:lnTo>
                  <a:pt x="76871" y="99400"/>
                </a:lnTo>
                <a:cubicBezTo>
                  <a:pt x="76064" y="98568"/>
                  <a:pt x="75660" y="98013"/>
                  <a:pt x="75660" y="97736"/>
                </a:cubicBezTo>
                <a:cubicBezTo>
                  <a:pt x="75660" y="97459"/>
                  <a:pt x="75794" y="96142"/>
                  <a:pt x="76064" y="93785"/>
                </a:cubicBezTo>
                <a:cubicBezTo>
                  <a:pt x="76602" y="91983"/>
                  <a:pt x="77274" y="90666"/>
                  <a:pt x="78081" y="89834"/>
                </a:cubicBezTo>
                <a:lnTo>
                  <a:pt x="81511" y="89834"/>
                </a:lnTo>
                <a:cubicBezTo>
                  <a:pt x="86891" y="90111"/>
                  <a:pt x="96307" y="90250"/>
                  <a:pt x="109757" y="90250"/>
                </a:cubicBezTo>
                <a:cubicBezTo>
                  <a:pt x="115138" y="90250"/>
                  <a:pt x="119509" y="90250"/>
                  <a:pt x="122872" y="90250"/>
                </a:cubicBezTo>
                <a:cubicBezTo>
                  <a:pt x="126234" y="90250"/>
                  <a:pt x="128656" y="90181"/>
                  <a:pt x="130135" y="90042"/>
                </a:cubicBezTo>
                <a:cubicBezTo>
                  <a:pt x="131615" y="89903"/>
                  <a:pt x="132422" y="89903"/>
                  <a:pt x="132556" y="90042"/>
                </a:cubicBezTo>
                <a:cubicBezTo>
                  <a:pt x="134439" y="90042"/>
                  <a:pt x="135381" y="90666"/>
                  <a:pt x="135381" y="91914"/>
                </a:cubicBezTo>
                <a:cubicBezTo>
                  <a:pt x="135381" y="92191"/>
                  <a:pt x="135246" y="93161"/>
                  <a:pt x="134977" y="94825"/>
                </a:cubicBezTo>
                <a:cubicBezTo>
                  <a:pt x="134305" y="97459"/>
                  <a:pt x="133632" y="98914"/>
                  <a:pt x="132960" y="99192"/>
                </a:cubicBezTo>
                <a:cubicBezTo>
                  <a:pt x="132556" y="99330"/>
                  <a:pt x="131548" y="99400"/>
                  <a:pt x="129933" y="99400"/>
                </a:cubicBezTo>
                <a:cubicBezTo>
                  <a:pt x="127243" y="99400"/>
                  <a:pt x="124486" y="99608"/>
                  <a:pt x="121661" y="100024"/>
                </a:cubicBezTo>
                <a:cubicBezTo>
                  <a:pt x="120720" y="100439"/>
                  <a:pt x="120047" y="101063"/>
                  <a:pt x="119644" y="101895"/>
                </a:cubicBezTo>
                <a:cubicBezTo>
                  <a:pt x="119240" y="102727"/>
                  <a:pt x="118299" y="106262"/>
                  <a:pt x="116819" y="112500"/>
                </a:cubicBezTo>
                <a:cubicBezTo>
                  <a:pt x="115608" y="117075"/>
                  <a:pt x="114600" y="120957"/>
                  <a:pt x="113793" y="124146"/>
                </a:cubicBezTo>
                <a:cubicBezTo>
                  <a:pt x="110430" y="138286"/>
                  <a:pt x="108547" y="145564"/>
                  <a:pt x="108143" y="145980"/>
                </a:cubicBezTo>
                <a:cubicBezTo>
                  <a:pt x="107874" y="146258"/>
                  <a:pt x="107538" y="146396"/>
                  <a:pt x="107135" y="146396"/>
                </a:cubicBezTo>
                <a:cubicBezTo>
                  <a:pt x="105789" y="146396"/>
                  <a:pt x="103906" y="145010"/>
                  <a:pt x="101485" y="142237"/>
                </a:cubicBezTo>
                <a:cubicBezTo>
                  <a:pt x="99064" y="139465"/>
                  <a:pt x="97517" y="137316"/>
                  <a:pt x="96845" y="135791"/>
                </a:cubicBezTo>
                <a:cubicBezTo>
                  <a:pt x="96845" y="135652"/>
                  <a:pt x="96710" y="135652"/>
                  <a:pt x="96441" y="135791"/>
                </a:cubicBezTo>
                <a:cubicBezTo>
                  <a:pt x="96172" y="135929"/>
                  <a:pt x="95769" y="136276"/>
                  <a:pt x="95231" y="136831"/>
                </a:cubicBezTo>
                <a:cubicBezTo>
                  <a:pt x="85277" y="146396"/>
                  <a:pt x="71827" y="151179"/>
                  <a:pt x="54879" y="151179"/>
                </a:cubicBezTo>
                <a:cubicBezTo>
                  <a:pt x="38603" y="151179"/>
                  <a:pt x="25422" y="145842"/>
                  <a:pt x="15334" y="135167"/>
                </a:cubicBezTo>
                <a:cubicBezTo>
                  <a:pt x="5246" y="124492"/>
                  <a:pt x="135" y="110837"/>
                  <a:pt x="0" y="942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3FE159-4BD6-4E87-A0F3-F8B180B7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705" y="6542551"/>
            <a:ext cx="143250" cy="151179"/>
          </a:xfrm>
          <a:custGeom xmlns:a="http://schemas.openxmlformats.org/drawingml/2006/main">
            <a:pathLst>
              <a:path w="143250" h="151179" fill="none">
                <a:moveTo>
                  <a:pt x="0" y="94201"/>
                </a:moveTo>
                <a:cubicBezTo>
                  <a:pt x="0" y="78258"/>
                  <a:pt x="4506" y="62939"/>
                  <a:pt x="13518" y="48244"/>
                </a:cubicBezTo>
                <a:cubicBezTo>
                  <a:pt x="22530" y="33549"/>
                  <a:pt x="33896" y="21904"/>
                  <a:pt x="47615" y="13309"/>
                </a:cubicBezTo>
                <a:cubicBezTo>
                  <a:pt x="61335" y="4714"/>
                  <a:pt x="75055" y="347"/>
                  <a:pt x="88774" y="208"/>
                </a:cubicBezTo>
                <a:cubicBezTo>
                  <a:pt x="100880" y="208"/>
                  <a:pt x="110497" y="3743"/>
                  <a:pt x="117626" y="10813"/>
                </a:cubicBezTo>
                <a:cubicBezTo>
                  <a:pt x="118837" y="12200"/>
                  <a:pt x="119845" y="13378"/>
                  <a:pt x="120652" y="14348"/>
                </a:cubicBezTo>
                <a:cubicBezTo>
                  <a:pt x="121460" y="15319"/>
                  <a:pt x="121998" y="16012"/>
                  <a:pt x="122267" y="16428"/>
                </a:cubicBezTo>
                <a:lnTo>
                  <a:pt x="122468" y="17052"/>
                </a:lnTo>
                <a:cubicBezTo>
                  <a:pt x="122872" y="17052"/>
                  <a:pt x="124688" y="15250"/>
                  <a:pt x="127916" y="11645"/>
                </a:cubicBezTo>
                <a:cubicBezTo>
                  <a:pt x="128857" y="10813"/>
                  <a:pt x="129866" y="9843"/>
                  <a:pt x="130942" y="8734"/>
                </a:cubicBezTo>
                <a:cubicBezTo>
                  <a:pt x="132018" y="7625"/>
                  <a:pt x="133094" y="6516"/>
                  <a:pt x="134170" y="5407"/>
                </a:cubicBezTo>
                <a:cubicBezTo>
                  <a:pt x="135246" y="4298"/>
                  <a:pt x="135919" y="3535"/>
                  <a:pt x="136188" y="3119"/>
                </a:cubicBezTo>
                <a:lnTo>
                  <a:pt x="139214" y="0"/>
                </a:lnTo>
                <a:lnTo>
                  <a:pt x="140425" y="0"/>
                </a:lnTo>
                <a:cubicBezTo>
                  <a:pt x="142308" y="0"/>
                  <a:pt x="143250" y="485"/>
                  <a:pt x="143250" y="1456"/>
                </a:cubicBezTo>
                <a:cubicBezTo>
                  <a:pt x="143250" y="2010"/>
                  <a:pt x="141097" y="11507"/>
                  <a:pt x="136793" y="29945"/>
                </a:cubicBezTo>
                <a:cubicBezTo>
                  <a:pt x="131951" y="49215"/>
                  <a:pt x="129530" y="58919"/>
                  <a:pt x="129530" y="59058"/>
                </a:cubicBezTo>
                <a:cubicBezTo>
                  <a:pt x="129261" y="59751"/>
                  <a:pt x="128925" y="60167"/>
                  <a:pt x="128521" y="60305"/>
                </a:cubicBezTo>
                <a:cubicBezTo>
                  <a:pt x="128118" y="60444"/>
                  <a:pt x="126907" y="60583"/>
                  <a:pt x="124889" y="60721"/>
                </a:cubicBezTo>
                <a:lnTo>
                  <a:pt x="121661" y="60721"/>
                </a:lnTo>
                <a:cubicBezTo>
                  <a:pt x="120854" y="59889"/>
                  <a:pt x="120451" y="59265"/>
                  <a:pt x="120451" y="58850"/>
                </a:cubicBezTo>
                <a:cubicBezTo>
                  <a:pt x="120451" y="58711"/>
                  <a:pt x="120518" y="58226"/>
                  <a:pt x="120652" y="57394"/>
                </a:cubicBezTo>
                <a:cubicBezTo>
                  <a:pt x="120787" y="56562"/>
                  <a:pt x="120921" y="55176"/>
                  <a:pt x="121056" y="53235"/>
                </a:cubicBezTo>
                <a:cubicBezTo>
                  <a:pt x="121190" y="51294"/>
                  <a:pt x="121258" y="49076"/>
                  <a:pt x="121258" y="46581"/>
                </a:cubicBezTo>
                <a:cubicBezTo>
                  <a:pt x="121258" y="36738"/>
                  <a:pt x="119106" y="28142"/>
                  <a:pt x="114801" y="20795"/>
                </a:cubicBezTo>
                <a:cubicBezTo>
                  <a:pt x="110497" y="13447"/>
                  <a:pt x="103167" y="9704"/>
                  <a:pt x="92810" y="9566"/>
                </a:cubicBezTo>
                <a:cubicBezTo>
                  <a:pt x="90388" y="9566"/>
                  <a:pt x="87766" y="9774"/>
                  <a:pt x="84941" y="10190"/>
                </a:cubicBezTo>
                <a:cubicBezTo>
                  <a:pt x="82116" y="10605"/>
                  <a:pt x="78552" y="11507"/>
                  <a:pt x="74248" y="12893"/>
                </a:cubicBezTo>
                <a:cubicBezTo>
                  <a:pt x="69943" y="14279"/>
                  <a:pt x="65841" y="16220"/>
                  <a:pt x="61940" y="18715"/>
                </a:cubicBezTo>
                <a:cubicBezTo>
                  <a:pt x="58040" y="21211"/>
                  <a:pt x="53803" y="24538"/>
                  <a:pt x="49229" y="28697"/>
                </a:cubicBezTo>
                <a:cubicBezTo>
                  <a:pt x="44656" y="32856"/>
                  <a:pt x="40756" y="37777"/>
                  <a:pt x="37527" y="43461"/>
                </a:cubicBezTo>
                <a:cubicBezTo>
                  <a:pt x="34299" y="49145"/>
                  <a:pt x="31138" y="56216"/>
                  <a:pt x="28045" y="64672"/>
                </a:cubicBezTo>
                <a:cubicBezTo>
                  <a:pt x="24951" y="73129"/>
                  <a:pt x="22866" y="82417"/>
                  <a:pt x="21790" y="92537"/>
                </a:cubicBezTo>
                <a:cubicBezTo>
                  <a:pt x="21521" y="95033"/>
                  <a:pt x="21387" y="97736"/>
                  <a:pt x="21387" y="100647"/>
                </a:cubicBezTo>
                <a:cubicBezTo>
                  <a:pt x="21387" y="107302"/>
                  <a:pt x="22328" y="113194"/>
                  <a:pt x="24211" y="118323"/>
                </a:cubicBezTo>
                <a:cubicBezTo>
                  <a:pt x="26094" y="123452"/>
                  <a:pt x="28515" y="127403"/>
                  <a:pt x="31475" y="130176"/>
                </a:cubicBezTo>
                <a:cubicBezTo>
                  <a:pt x="34434" y="132949"/>
                  <a:pt x="37796" y="135306"/>
                  <a:pt x="41563" y="137246"/>
                </a:cubicBezTo>
                <a:cubicBezTo>
                  <a:pt x="45329" y="139187"/>
                  <a:pt x="48826" y="140366"/>
                  <a:pt x="52054" y="140782"/>
                </a:cubicBezTo>
                <a:cubicBezTo>
                  <a:pt x="55282" y="141197"/>
                  <a:pt x="58309" y="141475"/>
                  <a:pt x="61133" y="141613"/>
                </a:cubicBezTo>
                <a:cubicBezTo>
                  <a:pt x="68397" y="141613"/>
                  <a:pt x="75055" y="140019"/>
                  <a:pt x="81108" y="136831"/>
                </a:cubicBezTo>
                <a:cubicBezTo>
                  <a:pt x="87160" y="133642"/>
                  <a:pt x="91330" y="129552"/>
                  <a:pt x="93617" y="124562"/>
                </a:cubicBezTo>
                <a:cubicBezTo>
                  <a:pt x="94020" y="123452"/>
                  <a:pt x="95029" y="119640"/>
                  <a:pt x="96643" y="113124"/>
                </a:cubicBezTo>
                <a:cubicBezTo>
                  <a:pt x="98257" y="106609"/>
                  <a:pt x="99064" y="102935"/>
                  <a:pt x="99064" y="102103"/>
                </a:cubicBezTo>
                <a:cubicBezTo>
                  <a:pt x="99064" y="100994"/>
                  <a:pt x="98190" y="100301"/>
                  <a:pt x="96441" y="100024"/>
                </a:cubicBezTo>
                <a:cubicBezTo>
                  <a:pt x="94693" y="99746"/>
                  <a:pt x="90657" y="99538"/>
                  <a:pt x="84336" y="99400"/>
                </a:cubicBezTo>
                <a:lnTo>
                  <a:pt x="76871" y="99400"/>
                </a:lnTo>
                <a:cubicBezTo>
                  <a:pt x="76064" y="98568"/>
                  <a:pt x="75660" y="98013"/>
                  <a:pt x="75660" y="97736"/>
                </a:cubicBezTo>
                <a:cubicBezTo>
                  <a:pt x="75660" y="97459"/>
                  <a:pt x="75794" y="96142"/>
                  <a:pt x="76064" y="93785"/>
                </a:cubicBezTo>
                <a:cubicBezTo>
                  <a:pt x="76602" y="91983"/>
                  <a:pt x="77274" y="90666"/>
                  <a:pt x="78081" y="89834"/>
                </a:cubicBezTo>
                <a:lnTo>
                  <a:pt x="81511" y="89834"/>
                </a:lnTo>
                <a:cubicBezTo>
                  <a:pt x="86891" y="90111"/>
                  <a:pt x="96307" y="90250"/>
                  <a:pt x="109757" y="90250"/>
                </a:cubicBezTo>
                <a:cubicBezTo>
                  <a:pt x="115138" y="90250"/>
                  <a:pt x="119509" y="90250"/>
                  <a:pt x="122872" y="90250"/>
                </a:cubicBezTo>
                <a:cubicBezTo>
                  <a:pt x="126234" y="90250"/>
                  <a:pt x="128656" y="90181"/>
                  <a:pt x="130135" y="90042"/>
                </a:cubicBezTo>
                <a:cubicBezTo>
                  <a:pt x="131615" y="89903"/>
                  <a:pt x="132422" y="89903"/>
                  <a:pt x="132556" y="90042"/>
                </a:cubicBezTo>
                <a:cubicBezTo>
                  <a:pt x="134439" y="90042"/>
                  <a:pt x="135381" y="90666"/>
                  <a:pt x="135381" y="91914"/>
                </a:cubicBezTo>
                <a:cubicBezTo>
                  <a:pt x="135381" y="92191"/>
                  <a:pt x="135246" y="93161"/>
                  <a:pt x="134977" y="94825"/>
                </a:cubicBezTo>
                <a:cubicBezTo>
                  <a:pt x="134305" y="97459"/>
                  <a:pt x="133632" y="98914"/>
                  <a:pt x="132960" y="99192"/>
                </a:cubicBezTo>
                <a:cubicBezTo>
                  <a:pt x="132556" y="99330"/>
                  <a:pt x="131548" y="99400"/>
                  <a:pt x="129933" y="99400"/>
                </a:cubicBezTo>
                <a:cubicBezTo>
                  <a:pt x="127243" y="99400"/>
                  <a:pt x="124486" y="99608"/>
                  <a:pt x="121661" y="100024"/>
                </a:cubicBezTo>
                <a:cubicBezTo>
                  <a:pt x="120720" y="100439"/>
                  <a:pt x="120047" y="101063"/>
                  <a:pt x="119644" y="101895"/>
                </a:cubicBezTo>
                <a:cubicBezTo>
                  <a:pt x="119240" y="102727"/>
                  <a:pt x="118299" y="106262"/>
                  <a:pt x="116819" y="112500"/>
                </a:cubicBezTo>
                <a:cubicBezTo>
                  <a:pt x="115608" y="117075"/>
                  <a:pt x="114600" y="120957"/>
                  <a:pt x="113793" y="124146"/>
                </a:cubicBezTo>
                <a:cubicBezTo>
                  <a:pt x="110430" y="138286"/>
                  <a:pt x="108547" y="145564"/>
                  <a:pt x="108143" y="145980"/>
                </a:cubicBezTo>
                <a:cubicBezTo>
                  <a:pt x="107874" y="146258"/>
                  <a:pt x="107538" y="146396"/>
                  <a:pt x="107135" y="146396"/>
                </a:cubicBezTo>
                <a:cubicBezTo>
                  <a:pt x="105789" y="146396"/>
                  <a:pt x="103906" y="145010"/>
                  <a:pt x="101485" y="142237"/>
                </a:cubicBezTo>
                <a:cubicBezTo>
                  <a:pt x="99064" y="139465"/>
                  <a:pt x="97517" y="137316"/>
                  <a:pt x="96845" y="135791"/>
                </a:cubicBezTo>
                <a:cubicBezTo>
                  <a:pt x="96845" y="135652"/>
                  <a:pt x="96710" y="135652"/>
                  <a:pt x="96441" y="135791"/>
                </a:cubicBezTo>
                <a:cubicBezTo>
                  <a:pt x="96172" y="135929"/>
                  <a:pt x="95769" y="136276"/>
                  <a:pt x="95231" y="136831"/>
                </a:cubicBezTo>
                <a:cubicBezTo>
                  <a:pt x="85277" y="146396"/>
                  <a:pt x="71827" y="151179"/>
                  <a:pt x="54879" y="151179"/>
                </a:cubicBezTo>
                <a:cubicBezTo>
                  <a:pt x="38603" y="151179"/>
                  <a:pt x="25422" y="145842"/>
                  <a:pt x="15334" y="135167"/>
                </a:cubicBezTo>
                <a:cubicBezTo>
                  <a:pt x="5246" y="124492"/>
                  <a:pt x="135" y="110837"/>
                  <a:pt x="0" y="9420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9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22861A-20E5-4252-86B2-E0930928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5859" y="6597449"/>
            <a:ext cx="95432" cy="93785"/>
          </a:xfrm>
          <a:custGeom xmlns:a="http://schemas.openxmlformats.org/drawingml/2006/main">
            <a:pathLst>
              <a:path w="95432" h="93785">
                <a:moveTo>
                  <a:pt x="0" y="59058"/>
                </a:moveTo>
                <a:cubicBezTo>
                  <a:pt x="0" y="45056"/>
                  <a:pt x="5111" y="31747"/>
                  <a:pt x="15334" y="19131"/>
                </a:cubicBezTo>
                <a:cubicBezTo>
                  <a:pt x="25556" y="6516"/>
                  <a:pt x="37057" y="139"/>
                  <a:pt x="49835" y="0"/>
                </a:cubicBezTo>
                <a:cubicBezTo>
                  <a:pt x="56695" y="0"/>
                  <a:pt x="62747" y="3397"/>
                  <a:pt x="67993" y="10190"/>
                </a:cubicBezTo>
                <a:cubicBezTo>
                  <a:pt x="70145" y="6031"/>
                  <a:pt x="73239" y="3951"/>
                  <a:pt x="77274" y="3951"/>
                </a:cubicBezTo>
                <a:cubicBezTo>
                  <a:pt x="79023" y="3951"/>
                  <a:pt x="80569" y="4506"/>
                  <a:pt x="81915" y="5615"/>
                </a:cubicBezTo>
                <a:cubicBezTo>
                  <a:pt x="83260" y="6724"/>
                  <a:pt x="83932" y="8110"/>
                  <a:pt x="83932" y="9774"/>
                </a:cubicBezTo>
                <a:cubicBezTo>
                  <a:pt x="83932" y="11576"/>
                  <a:pt x="81444" y="22666"/>
                  <a:pt x="76467" y="43045"/>
                </a:cubicBezTo>
                <a:cubicBezTo>
                  <a:pt x="71490" y="63424"/>
                  <a:pt x="68935" y="74931"/>
                  <a:pt x="68800" y="77565"/>
                </a:cubicBezTo>
                <a:cubicBezTo>
                  <a:pt x="68800" y="81031"/>
                  <a:pt x="69271" y="83318"/>
                  <a:pt x="70212" y="84427"/>
                </a:cubicBezTo>
                <a:cubicBezTo>
                  <a:pt x="71154" y="85536"/>
                  <a:pt x="72566" y="86160"/>
                  <a:pt x="74449" y="86299"/>
                </a:cubicBezTo>
                <a:cubicBezTo>
                  <a:pt x="75660" y="86160"/>
                  <a:pt x="77005" y="85536"/>
                  <a:pt x="78485" y="84427"/>
                </a:cubicBezTo>
                <a:cubicBezTo>
                  <a:pt x="81309" y="81655"/>
                  <a:pt x="84067" y="75000"/>
                  <a:pt x="86757" y="64464"/>
                </a:cubicBezTo>
                <a:cubicBezTo>
                  <a:pt x="87564" y="61692"/>
                  <a:pt x="88236" y="60236"/>
                  <a:pt x="88774" y="60097"/>
                </a:cubicBezTo>
                <a:cubicBezTo>
                  <a:pt x="89043" y="59959"/>
                  <a:pt x="89716" y="59889"/>
                  <a:pt x="90792" y="59889"/>
                </a:cubicBezTo>
                <a:lnTo>
                  <a:pt x="91599" y="59889"/>
                </a:lnTo>
                <a:cubicBezTo>
                  <a:pt x="94155" y="59889"/>
                  <a:pt x="95432" y="60513"/>
                  <a:pt x="95432" y="61761"/>
                </a:cubicBezTo>
                <a:cubicBezTo>
                  <a:pt x="95432" y="62593"/>
                  <a:pt x="95096" y="64464"/>
                  <a:pt x="94424" y="67376"/>
                </a:cubicBezTo>
                <a:cubicBezTo>
                  <a:pt x="93751" y="70287"/>
                  <a:pt x="92406" y="74030"/>
                  <a:pt x="90388" y="78605"/>
                </a:cubicBezTo>
                <a:cubicBezTo>
                  <a:pt x="88371" y="83180"/>
                  <a:pt x="86219" y="86645"/>
                  <a:pt x="83932" y="89002"/>
                </a:cubicBezTo>
                <a:cubicBezTo>
                  <a:pt x="82184" y="90804"/>
                  <a:pt x="80031" y="92260"/>
                  <a:pt x="77476" y="93369"/>
                </a:cubicBezTo>
                <a:cubicBezTo>
                  <a:pt x="76400" y="93646"/>
                  <a:pt x="74786" y="93785"/>
                  <a:pt x="72634" y="93785"/>
                </a:cubicBezTo>
                <a:cubicBezTo>
                  <a:pt x="68060" y="93785"/>
                  <a:pt x="64227" y="92745"/>
                  <a:pt x="61133" y="90666"/>
                </a:cubicBezTo>
                <a:cubicBezTo>
                  <a:pt x="58040" y="88586"/>
                  <a:pt x="56022" y="86438"/>
                  <a:pt x="55080" y="84219"/>
                </a:cubicBezTo>
                <a:lnTo>
                  <a:pt x="53870" y="81100"/>
                </a:lnTo>
                <a:cubicBezTo>
                  <a:pt x="53735" y="80962"/>
                  <a:pt x="53466" y="81031"/>
                  <a:pt x="53063" y="81308"/>
                </a:cubicBezTo>
                <a:cubicBezTo>
                  <a:pt x="52794" y="81585"/>
                  <a:pt x="52525" y="81863"/>
                  <a:pt x="52256" y="82140"/>
                </a:cubicBezTo>
                <a:cubicBezTo>
                  <a:pt x="44320" y="89903"/>
                  <a:pt x="36250" y="93785"/>
                  <a:pt x="28045" y="93785"/>
                </a:cubicBezTo>
                <a:cubicBezTo>
                  <a:pt x="20647" y="93785"/>
                  <a:pt x="14123" y="91012"/>
                  <a:pt x="8474" y="85467"/>
                </a:cubicBezTo>
                <a:cubicBezTo>
                  <a:pt x="2825" y="79922"/>
                  <a:pt x="0" y="71119"/>
                  <a:pt x="0" y="59058"/>
                </a:cubicBezTo>
                <a:close/>
                <a:moveTo>
                  <a:pt x="64160" y="23498"/>
                </a:moveTo>
                <a:cubicBezTo>
                  <a:pt x="64160" y="22666"/>
                  <a:pt x="63823" y="21141"/>
                  <a:pt x="63151" y="18923"/>
                </a:cubicBezTo>
                <a:cubicBezTo>
                  <a:pt x="62478" y="16705"/>
                  <a:pt x="60932" y="14279"/>
                  <a:pt x="58510" y="11645"/>
                </a:cubicBezTo>
                <a:cubicBezTo>
                  <a:pt x="56089" y="9011"/>
                  <a:pt x="52996" y="7625"/>
                  <a:pt x="49229" y="7486"/>
                </a:cubicBezTo>
                <a:cubicBezTo>
                  <a:pt x="44522" y="7486"/>
                  <a:pt x="40016" y="9635"/>
                  <a:pt x="35712" y="13933"/>
                </a:cubicBezTo>
                <a:cubicBezTo>
                  <a:pt x="31407" y="18230"/>
                  <a:pt x="28045" y="23845"/>
                  <a:pt x="25624" y="30776"/>
                </a:cubicBezTo>
                <a:cubicBezTo>
                  <a:pt x="21723" y="41728"/>
                  <a:pt x="18965" y="53096"/>
                  <a:pt x="17351" y="64880"/>
                </a:cubicBezTo>
                <a:cubicBezTo>
                  <a:pt x="17351" y="65296"/>
                  <a:pt x="17351" y="66058"/>
                  <a:pt x="17351" y="67168"/>
                </a:cubicBezTo>
                <a:cubicBezTo>
                  <a:pt x="17351" y="68277"/>
                  <a:pt x="17284" y="69108"/>
                  <a:pt x="17150" y="69663"/>
                </a:cubicBezTo>
                <a:cubicBezTo>
                  <a:pt x="17150" y="75901"/>
                  <a:pt x="18360" y="80199"/>
                  <a:pt x="20781" y="82556"/>
                </a:cubicBezTo>
                <a:cubicBezTo>
                  <a:pt x="23202" y="84913"/>
                  <a:pt x="26094" y="86160"/>
                  <a:pt x="29457" y="86299"/>
                </a:cubicBezTo>
                <a:cubicBezTo>
                  <a:pt x="34568" y="86299"/>
                  <a:pt x="39612" y="84011"/>
                  <a:pt x="44589" y="79437"/>
                </a:cubicBezTo>
                <a:cubicBezTo>
                  <a:pt x="49566" y="74862"/>
                  <a:pt x="52525" y="71327"/>
                  <a:pt x="53466" y="68831"/>
                </a:cubicBezTo>
                <a:cubicBezTo>
                  <a:pt x="53735" y="68277"/>
                  <a:pt x="55551" y="60860"/>
                  <a:pt x="58914" y="46581"/>
                </a:cubicBezTo>
                <a:cubicBezTo>
                  <a:pt x="62277" y="32301"/>
                  <a:pt x="64025" y="24607"/>
                  <a:pt x="64160" y="234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8034F5-9275-467B-B587-A68B94BF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5859" y="6597449"/>
            <a:ext cx="95432" cy="93785"/>
          </a:xfrm>
          <a:custGeom xmlns:a="http://schemas.openxmlformats.org/drawingml/2006/main">
            <a:pathLst>
              <a:path w="95432" h="93785" fill="none">
                <a:moveTo>
                  <a:pt x="0" y="59058"/>
                </a:moveTo>
                <a:cubicBezTo>
                  <a:pt x="0" y="45056"/>
                  <a:pt x="5111" y="31747"/>
                  <a:pt x="15334" y="19131"/>
                </a:cubicBezTo>
                <a:cubicBezTo>
                  <a:pt x="25556" y="6516"/>
                  <a:pt x="37057" y="139"/>
                  <a:pt x="49835" y="0"/>
                </a:cubicBezTo>
                <a:cubicBezTo>
                  <a:pt x="56695" y="0"/>
                  <a:pt x="62747" y="3397"/>
                  <a:pt x="67993" y="10190"/>
                </a:cubicBezTo>
                <a:cubicBezTo>
                  <a:pt x="70145" y="6031"/>
                  <a:pt x="73239" y="3951"/>
                  <a:pt x="77274" y="3951"/>
                </a:cubicBezTo>
                <a:cubicBezTo>
                  <a:pt x="79023" y="3951"/>
                  <a:pt x="80569" y="4506"/>
                  <a:pt x="81915" y="5615"/>
                </a:cubicBezTo>
                <a:cubicBezTo>
                  <a:pt x="83260" y="6724"/>
                  <a:pt x="83932" y="8110"/>
                  <a:pt x="83932" y="9774"/>
                </a:cubicBezTo>
                <a:cubicBezTo>
                  <a:pt x="83932" y="11576"/>
                  <a:pt x="81444" y="22666"/>
                  <a:pt x="76467" y="43045"/>
                </a:cubicBezTo>
                <a:cubicBezTo>
                  <a:pt x="71490" y="63424"/>
                  <a:pt x="68935" y="74931"/>
                  <a:pt x="68800" y="77565"/>
                </a:cubicBezTo>
                <a:cubicBezTo>
                  <a:pt x="68800" y="81031"/>
                  <a:pt x="69271" y="83318"/>
                  <a:pt x="70212" y="84427"/>
                </a:cubicBezTo>
                <a:cubicBezTo>
                  <a:pt x="71154" y="85536"/>
                  <a:pt x="72566" y="86160"/>
                  <a:pt x="74449" y="86299"/>
                </a:cubicBezTo>
                <a:cubicBezTo>
                  <a:pt x="75660" y="86160"/>
                  <a:pt x="77005" y="85536"/>
                  <a:pt x="78485" y="84427"/>
                </a:cubicBezTo>
                <a:cubicBezTo>
                  <a:pt x="81309" y="81655"/>
                  <a:pt x="84067" y="75000"/>
                  <a:pt x="86757" y="64464"/>
                </a:cubicBezTo>
                <a:cubicBezTo>
                  <a:pt x="87564" y="61692"/>
                  <a:pt x="88236" y="60236"/>
                  <a:pt x="88774" y="60097"/>
                </a:cubicBezTo>
                <a:cubicBezTo>
                  <a:pt x="89043" y="59959"/>
                  <a:pt x="89716" y="59889"/>
                  <a:pt x="90792" y="59889"/>
                </a:cubicBezTo>
                <a:lnTo>
                  <a:pt x="91599" y="59889"/>
                </a:lnTo>
                <a:cubicBezTo>
                  <a:pt x="94155" y="59889"/>
                  <a:pt x="95432" y="60513"/>
                  <a:pt x="95432" y="61761"/>
                </a:cubicBezTo>
                <a:cubicBezTo>
                  <a:pt x="95432" y="62593"/>
                  <a:pt x="95096" y="64464"/>
                  <a:pt x="94424" y="67376"/>
                </a:cubicBezTo>
                <a:cubicBezTo>
                  <a:pt x="93751" y="70287"/>
                  <a:pt x="92406" y="74030"/>
                  <a:pt x="90388" y="78605"/>
                </a:cubicBezTo>
                <a:cubicBezTo>
                  <a:pt x="88371" y="83180"/>
                  <a:pt x="86219" y="86645"/>
                  <a:pt x="83932" y="89002"/>
                </a:cubicBezTo>
                <a:cubicBezTo>
                  <a:pt x="82184" y="90804"/>
                  <a:pt x="80031" y="92260"/>
                  <a:pt x="77476" y="93369"/>
                </a:cubicBezTo>
                <a:cubicBezTo>
                  <a:pt x="76400" y="93646"/>
                  <a:pt x="74786" y="93785"/>
                  <a:pt x="72634" y="93785"/>
                </a:cubicBezTo>
                <a:cubicBezTo>
                  <a:pt x="68060" y="93785"/>
                  <a:pt x="64227" y="92745"/>
                  <a:pt x="61133" y="90666"/>
                </a:cubicBezTo>
                <a:cubicBezTo>
                  <a:pt x="58040" y="88586"/>
                  <a:pt x="56022" y="86438"/>
                  <a:pt x="55080" y="84219"/>
                </a:cubicBezTo>
                <a:lnTo>
                  <a:pt x="53870" y="81100"/>
                </a:lnTo>
                <a:cubicBezTo>
                  <a:pt x="53735" y="80962"/>
                  <a:pt x="53466" y="81031"/>
                  <a:pt x="53063" y="81308"/>
                </a:cubicBezTo>
                <a:cubicBezTo>
                  <a:pt x="52794" y="81585"/>
                  <a:pt x="52525" y="81863"/>
                  <a:pt x="52256" y="82140"/>
                </a:cubicBezTo>
                <a:cubicBezTo>
                  <a:pt x="44320" y="89903"/>
                  <a:pt x="36250" y="93785"/>
                  <a:pt x="28045" y="93785"/>
                </a:cubicBezTo>
                <a:cubicBezTo>
                  <a:pt x="20647" y="93785"/>
                  <a:pt x="14123" y="91012"/>
                  <a:pt x="8474" y="85467"/>
                </a:cubicBezTo>
                <a:cubicBezTo>
                  <a:pt x="2825" y="79922"/>
                  <a:pt x="0" y="71119"/>
                  <a:pt x="0" y="59058"/>
                </a:cubicBezTo>
                <a:close/>
                <a:moveTo>
                  <a:pt x="64160" y="23498"/>
                </a:moveTo>
                <a:cubicBezTo>
                  <a:pt x="64160" y="22666"/>
                  <a:pt x="63823" y="21141"/>
                  <a:pt x="63151" y="18923"/>
                </a:cubicBezTo>
                <a:cubicBezTo>
                  <a:pt x="62478" y="16705"/>
                  <a:pt x="60932" y="14279"/>
                  <a:pt x="58510" y="11645"/>
                </a:cubicBezTo>
                <a:cubicBezTo>
                  <a:pt x="56089" y="9011"/>
                  <a:pt x="52996" y="7625"/>
                  <a:pt x="49229" y="7486"/>
                </a:cubicBezTo>
                <a:cubicBezTo>
                  <a:pt x="44522" y="7486"/>
                  <a:pt x="40016" y="9635"/>
                  <a:pt x="35712" y="13933"/>
                </a:cubicBezTo>
                <a:cubicBezTo>
                  <a:pt x="31407" y="18230"/>
                  <a:pt x="28045" y="23845"/>
                  <a:pt x="25624" y="30776"/>
                </a:cubicBezTo>
                <a:cubicBezTo>
                  <a:pt x="21723" y="41728"/>
                  <a:pt x="18965" y="53096"/>
                  <a:pt x="17351" y="64880"/>
                </a:cubicBezTo>
                <a:cubicBezTo>
                  <a:pt x="17351" y="65296"/>
                  <a:pt x="17351" y="66058"/>
                  <a:pt x="17351" y="67168"/>
                </a:cubicBezTo>
                <a:cubicBezTo>
                  <a:pt x="17351" y="68277"/>
                  <a:pt x="17284" y="69108"/>
                  <a:pt x="17150" y="69663"/>
                </a:cubicBezTo>
                <a:cubicBezTo>
                  <a:pt x="17150" y="75901"/>
                  <a:pt x="18360" y="80199"/>
                  <a:pt x="20781" y="82556"/>
                </a:cubicBezTo>
                <a:cubicBezTo>
                  <a:pt x="23202" y="84913"/>
                  <a:pt x="26094" y="86160"/>
                  <a:pt x="29457" y="86299"/>
                </a:cubicBezTo>
                <a:cubicBezTo>
                  <a:pt x="34568" y="86299"/>
                  <a:pt x="39612" y="84011"/>
                  <a:pt x="44589" y="79437"/>
                </a:cubicBezTo>
                <a:cubicBezTo>
                  <a:pt x="49566" y="74862"/>
                  <a:pt x="52525" y="71327"/>
                  <a:pt x="53466" y="68831"/>
                </a:cubicBezTo>
                <a:cubicBezTo>
                  <a:pt x="53735" y="68277"/>
                  <a:pt x="55551" y="60860"/>
                  <a:pt x="58914" y="46581"/>
                </a:cubicBezTo>
                <a:cubicBezTo>
                  <a:pt x="62277" y="32301"/>
                  <a:pt x="64025" y="24607"/>
                  <a:pt x="64160" y="234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9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85FC18-C9E9-49EB-928F-A20442AA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765" y="6558979"/>
            <a:ext cx="62747" cy="132464"/>
          </a:xfrm>
          <a:custGeom xmlns:a="http://schemas.openxmlformats.org/drawingml/2006/main">
            <a:pathLst>
              <a:path w="62747" h="132464">
                <a:moveTo>
                  <a:pt x="1412" y="50116"/>
                </a:moveTo>
                <a:cubicBezTo>
                  <a:pt x="471" y="49145"/>
                  <a:pt x="0" y="48452"/>
                  <a:pt x="0" y="48036"/>
                </a:cubicBezTo>
                <a:cubicBezTo>
                  <a:pt x="0" y="47482"/>
                  <a:pt x="202" y="46373"/>
                  <a:pt x="605" y="44709"/>
                </a:cubicBezTo>
                <a:cubicBezTo>
                  <a:pt x="1009" y="43045"/>
                  <a:pt x="1345" y="42075"/>
                  <a:pt x="1614" y="41798"/>
                </a:cubicBezTo>
                <a:cubicBezTo>
                  <a:pt x="1883" y="41105"/>
                  <a:pt x="2488" y="40758"/>
                  <a:pt x="3430" y="40758"/>
                </a:cubicBezTo>
                <a:cubicBezTo>
                  <a:pt x="4371" y="40758"/>
                  <a:pt x="7801" y="40689"/>
                  <a:pt x="13720" y="40550"/>
                </a:cubicBezTo>
                <a:lnTo>
                  <a:pt x="24413" y="40550"/>
                </a:lnTo>
                <a:lnTo>
                  <a:pt x="28246" y="23914"/>
                </a:lnTo>
                <a:cubicBezTo>
                  <a:pt x="28650" y="22389"/>
                  <a:pt x="29121" y="20379"/>
                  <a:pt x="29659" y="17884"/>
                </a:cubicBezTo>
                <a:cubicBezTo>
                  <a:pt x="30197" y="15388"/>
                  <a:pt x="30668" y="13586"/>
                  <a:pt x="31071" y="12477"/>
                </a:cubicBezTo>
                <a:cubicBezTo>
                  <a:pt x="31475" y="11368"/>
                  <a:pt x="31878" y="9982"/>
                  <a:pt x="32282" y="8318"/>
                </a:cubicBezTo>
                <a:cubicBezTo>
                  <a:pt x="32685" y="6654"/>
                  <a:pt x="33223" y="5476"/>
                  <a:pt x="33896" y="4783"/>
                </a:cubicBezTo>
                <a:cubicBezTo>
                  <a:pt x="34568" y="4090"/>
                  <a:pt x="35241" y="3258"/>
                  <a:pt x="35913" y="2287"/>
                </a:cubicBezTo>
                <a:cubicBezTo>
                  <a:pt x="36586" y="1317"/>
                  <a:pt x="37527" y="693"/>
                  <a:pt x="38738" y="416"/>
                </a:cubicBezTo>
                <a:cubicBezTo>
                  <a:pt x="39948" y="139"/>
                  <a:pt x="41159" y="0"/>
                  <a:pt x="42370" y="0"/>
                </a:cubicBezTo>
                <a:cubicBezTo>
                  <a:pt x="44791" y="139"/>
                  <a:pt x="46472" y="901"/>
                  <a:pt x="47414" y="2287"/>
                </a:cubicBezTo>
                <a:cubicBezTo>
                  <a:pt x="48355" y="3674"/>
                  <a:pt x="48826" y="4991"/>
                  <a:pt x="48826" y="6238"/>
                </a:cubicBezTo>
                <a:cubicBezTo>
                  <a:pt x="48826" y="7209"/>
                  <a:pt x="48221" y="10467"/>
                  <a:pt x="47010" y="16012"/>
                </a:cubicBezTo>
                <a:cubicBezTo>
                  <a:pt x="45800" y="21557"/>
                  <a:pt x="44454" y="27033"/>
                  <a:pt x="42975" y="32440"/>
                </a:cubicBezTo>
                <a:lnTo>
                  <a:pt x="40957" y="40134"/>
                </a:lnTo>
                <a:cubicBezTo>
                  <a:pt x="40957" y="40411"/>
                  <a:pt x="44320" y="40550"/>
                  <a:pt x="51045" y="40550"/>
                </a:cubicBezTo>
                <a:lnTo>
                  <a:pt x="61335" y="40550"/>
                </a:lnTo>
                <a:cubicBezTo>
                  <a:pt x="62277" y="41521"/>
                  <a:pt x="62747" y="42283"/>
                  <a:pt x="62747" y="42838"/>
                </a:cubicBezTo>
                <a:cubicBezTo>
                  <a:pt x="62747" y="45887"/>
                  <a:pt x="61873" y="48314"/>
                  <a:pt x="60124" y="50116"/>
                </a:cubicBezTo>
                <a:lnTo>
                  <a:pt x="38536" y="50116"/>
                </a:lnTo>
                <a:lnTo>
                  <a:pt x="31273" y="80268"/>
                </a:lnTo>
                <a:cubicBezTo>
                  <a:pt x="26027" y="102450"/>
                  <a:pt x="23404" y="114372"/>
                  <a:pt x="23404" y="116036"/>
                </a:cubicBezTo>
                <a:cubicBezTo>
                  <a:pt x="23404" y="121858"/>
                  <a:pt x="25220" y="124769"/>
                  <a:pt x="28852" y="124769"/>
                </a:cubicBezTo>
                <a:cubicBezTo>
                  <a:pt x="33559" y="124769"/>
                  <a:pt x="38133" y="122413"/>
                  <a:pt x="42571" y="117699"/>
                </a:cubicBezTo>
                <a:cubicBezTo>
                  <a:pt x="47010" y="112986"/>
                  <a:pt x="50575" y="107163"/>
                  <a:pt x="53265" y="100231"/>
                </a:cubicBezTo>
                <a:cubicBezTo>
                  <a:pt x="53534" y="99400"/>
                  <a:pt x="53870" y="98914"/>
                  <a:pt x="54273" y="98776"/>
                </a:cubicBezTo>
                <a:cubicBezTo>
                  <a:pt x="54677" y="98637"/>
                  <a:pt x="55686" y="98499"/>
                  <a:pt x="57300" y="98360"/>
                </a:cubicBezTo>
                <a:lnTo>
                  <a:pt x="58107" y="98360"/>
                </a:lnTo>
                <a:cubicBezTo>
                  <a:pt x="60124" y="98360"/>
                  <a:pt x="61133" y="98914"/>
                  <a:pt x="61133" y="100024"/>
                </a:cubicBezTo>
                <a:cubicBezTo>
                  <a:pt x="61133" y="100439"/>
                  <a:pt x="60932" y="101271"/>
                  <a:pt x="60528" y="102519"/>
                </a:cubicBezTo>
                <a:cubicBezTo>
                  <a:pt x="59855" y="104737"/>
                  <a:pt x="58645" y="107371"/>
                  <a:pt x="56896" y="110421"/>
                </a:cubicBezTo>
                <a:cubicBezTo>
                  <a:pt x="55148" y="113471"/>
                  <a:pt x="52861" y="116729"/>
                  <a:pt x="50036" y="120195"/>
                </a:cubicBezTo>
                <a:cubicBezTo>
                  <a:pt x="47212" y="123660"/>
                  <a:pt x="43782" y="126572"/>
                  <a:pt x="39747" y="128928"/>
                </a:cubicBezTo>
                <a:cubicBezTo>
                  <a:pt x="35712" y="131285"/>
                  <a:pt x="31609" y="132464"/>
                  <a:pt x="27439" y="132464"/>
                </a:cubicBezTo>
                <a:cubicBezTo>
                  <a:pt x="23404" y="132464"/>
                  <a:pt x="19571" y="131424"/>
                  <a:pt x="15939" y="129344"/>
                </a:cubicBezTo>
                <a:cubicBezTo>
                  <a:pt x="12307" y="127265"/>
                  <a:pt x="9684" y="123660"/>
                  <a:pt x="8070" y="118531"/>
                </a:cubicBezTo>
                <a:cubicBezTo>
                  <a:pt x="7801" y="117422"/>
                  <a:pt x="7667" y="115550"/>
                  <a:pt x="7667" y="112916"/>
                </a:cubicBezTo>
                <a:lnTo>
                  <a:pt x="7667" y="109173"/>
                </a:lnTo>
                <a:lnTo>
                  <a:pt x="14728" y="80060"/>
                </a:lnTo>
                <a:cubicBezTo>
                  <a:pt x="19436" y="60513"/>
                  <a:pt x="21857" y="50670"/>
                  <a:pt x="21992" y="50532"/>
                </a:cubicBezTo>
                <a:cubicBezTo>
                  <a:pt x="21992" y="50254"/>
                  <a:pt x="18562" y="50116"/>
                  <a:pt x="11702" y="50116"/>
                </a:cubicBezTo>
                <a:lnTo>
                  <a:pt x="1412" y="501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BD1935-A60B-47B1-BE1F-13A0AC34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765" y="6558979"/>
            <a:ext cx="62747" cy="132464"/>
          </a:xfrm>
          <a:custGeom xmlns:a="http://schemas.openxmlformats.org/drawingml/2006/main">
            <a:pathLst>
              <a:path w="62747" h="132464" fill="none">
                <a:moveTo>
                  <a:pt x="1412" y="50116"/>
                </a:moveTo>
                <a:cubicBezTo>
                  <a:pt x="471" y="49145"/>
                  <a:pt x="0" y="48452"/>
                  <a:pt x="0" y="48036"/>
                </a:cubicBezTo>
                <a:cubicBezTo>
                  <a:pt x="0" y="47482"/>
                  <a:pt x="202" y="46373"/>
                  <a:pt x="605" y="44709"/>
                </a:cubicBezTo>
                <a:cubicBezTo>
                  <a:pt x="1009" y="43045"/>
                  <a:pt x="1345" y="42075"/>
                  <a:pt x="1614" y="41798"/>
                </a:cubicBezTo>
                <a:cubicBezTo>
                  <a:pt x="1883" y="41105"/>
                  <a:pt x="2488" y="40758"/>
                  <a:pt x="3430" y="40758"/>
                </a:cubicBezTo>
                <a:cubicBezTo>
                  <a:pt x="4371" y="40758"/>
                  <a:pt x="7801" y="40689"/>
                  <a:pt x="13720" y="40550"/>
                </a:cubicBezTo>
                <a:lnTo>
                  <a:pt x="24413" y="40550"/>
                </a:lnTo>
                <a:lnTo>
                  <a:pt x="28246" y="23914"/>
                </a:lnTo>
                <a:cubicBezTo>
                  <a:pt x="28650" y="22389"/>
                  <a:pt x="29121" y="20379"/>
                  <a:pt x="29659" y="17884"/>
                </a:cubicBezTo>
                <a:cubicBezTo>
                  <a:pt x="30197" y="15388"/>
                  <a:pt x="30668" y="13586"/>
                  <a:pt x="31071" y="12477"/>
                </a:cubicBezTo>
                <a:cubicBezTo>
                  <a:pt x="31475" y="11368"/>
                  <a:pt x="31878" y="9982"/>
                  <a:pt x="32282" y="8318"/>
                </a:cubicBezTo>
                <a:cubicBezTo>
                  <a:pt x="32685" y="6654"/>
                  <a:pt x="33223" y="5476"/>
                  <a:pt x="33896" y="4783"/>
                </a:cubicBezTo>
                <a:cubicBezTo>
                  <a:pt x="34568" y="4090"/>
                  <a:pt x="35241" y="3258"/>
                  <a:pt x="35913" y="2287"/>
                </a:cubicBezTo>
                <a:cubicBezTo>
                  <a:pt x="36586" y="1317"/>
                  <a:pt x="37527" y="693"/>
                  <a:pt x="38738" y="416"/>
                </a:cubicBezTo>
                <a:cubicBezTo>
                  <a:pt x="39948" y="139"/>
                  <a:pt x="41159" y="0"/>
                  <a:pt x="42370" y="0"/>
                </a:cubicBezTo>
                <a:cubicBezTo>
                  <a:pt x="44791" y="139"/>
                  <a:pt x="46472" y="901"/>
                  <a:pt x="47414" y="2287"/>
                </a:cubicBezTo>
                <a:cubicBezTo>
                  <a:pt x="48355" y="3674"/>
                  <a:pt x="48826" y="4991"/>
                  <a:pt x="48826" y="6238"/>
                </a:cubicBezTo>
                <a:cubicBezTo>
                  <a:pt x="48826" y="7209"/>
                  <a:pt x="48221" y="10467"/>
                  <a:pt x="47010" y="16012"/>
                </a:cubicBezTo>
                <a:cubicBezTo>
                  <a:pt x="45800" y="21557"/>
                  <a:pt x="44454" y="27033"/>
                  <a:pt x="42975" y="32440"/>
                </a:cubicBezTo>
                <a:lnTo>
                  <a:pt x="40957" y="40134"/>
                </a:lnTo>
                <a:cubicBezTo>
                  <a:pt x="40957" y="40411"/>
                  <a:pt x="44320" y="40550"/>
                  <a:pt x="51045" y="40550"/>
                </a:cubicBezTo>
                <a:lnTo>
                  <a:pt x="61335" y="40550"/>
                </a:lnTo>
                <a:cubicBezTo>
                  <a:pt x="62277" y="41521"/>
                  <a:pt x="62747" y="42283"/>
                  <a:pt x="62747" y="42838"/>
                </a:cubicBezTo>
                <a:cubicBezTo>
                  <a:pt x="62747" y="45887"/>
                  <a:pt x="61873" y="48314"/>
                  <a:pt x="60124" y="50116"/>
                </a:cubicBezTo>
                <a:lnTo>
                  <a:pt x="38536" y="50116"/>
                </a:lnTo>
                <a:lnTo>
                  <a:pt x="31273" y="80268"/>
                </a:lnTo>
                <a:cubicBezTo>
                  <a:pt x="26027" y="102450"/>
                  <a:pt x="23404" y="114372"/>
                  <a:pt x="23404" y="116036"/>
                </a:cubicBezTo>
                <a:cubicBezTo>
                  <a:pt x="23404" y="121858"/>
                  <a:pt x="25220" y="124769"/>
                  <a:pt x="28852" y="124769"/>
                </a:cubicBezTo>
                <a:cubicBezTo>
                  <a:pt x="33559" y="124769"/>
                  <a:pt x="38133" y="122413"/>
                  <a:pt x="42571" y="117699"/>
                </a:cubicBezTo>
                <a:cubicBezTo>
                  <a:pt x="47010" y="112986"/>
                  <a:pt x="50575" y="107163"/>
                  <a:pt x="53265" y="100231"/>
                </a:cubicBezTo>
                <a:cubicBezTo>
                  <a:pt x="53534" y="99400"/>
                  <a:pt x="53870" y="98914"/>
                  <a:pt x="54273" y="98776"/>
                </a:cubicBezTo>
                <a:cubicBezTo>
                  <a:pt x="54677" y="98637"/>
                  <a:pt x="55686" y="98499"/>
                  <a:pt x="57300" y="98360"/>
                </a:cubicBezTo>
                <a:lnTo>
                  <a:pt x="58107" y="98360"/>
                </a:lnTo>
                <a:cubicBezTo>
                  <a:pt x="60124" y="98360"/>
                  <a:pt x="61133" y="98914"/>
                  <a:pt x="61133" y="100024"/>
                </a:cubicBezTo>
                <a:cubicBezTo>
                  <a:pt x="61133" y="100439"/>
                  <a:pt x="60932" y="101271"/>
                  <a:pt x="60528" y="102519"/>
                </a:cubicBezTo>
                <a:cubicBezTo>
                  <a:pt x="59855" y="104737"/>
                  <a:pt x="58645" y="107371"/>
                  <a:pt x="56896" y="110421"/>
                </a:cubicBezTo>
                <a:cubicBezTo>
                  <a:pt x="55148" y="113471"/>
                  <a:pt x="52861" y="116729"/>
                  <a:pt x="50036" y="120195"/>
                </a:cubicBezTo>
                <a:cubicBezTo>
                  <a:pt x="47212" y="123660"/>
                  <a:pt x="43782" y="126572"/>
                  <a:pt x="39747" y="128928"/>
                </a:cubicBezTo>
                <a:cubicBezTo>
                  <a:pt x="35712" y="131285"/>
                  <a:pt x="31609" y="132464"/>
                  <a:pt x="27439" y="132464"/>
                </a:cubicBezTo>
                <a:cubicBezTo>
                  <a:pt x="23404" y="132464"/>
                  <a:pt x="19571" y="131424"/>
                  <a:pt x="15939" y="129344"/>
                </a:cubicBezTo>
                <a:cubicBezTo>
                  <a:pt x="12307" y="127265"/>
                  <a:pt x="9684" y="123660"/>
                  <a:pt x="8070" y="118531"/>
                </a:cubicBezTo>
                <a:cubicBezTo>
                  <a:pt x="7801" y="117422"/>
                  <a:pt x="7667" y="115550"/>
                  <a:pt x="7667" y="112916"/>
                </a:cubicBezTo>
                <a:lnTo>
                  <a:pt x="7667" y="109173"/>
                </a:lnTo>
                <a:lnTo>
                  <a:pt x="14728" y="80060"/>
                </a:lnTo>
                <a:cubicBezTo>
                  <a:pt x="19436" y="60513"/>
                  <a:pt x="21857" y="50670"/>
                  <a:pt x="21992" y="50532"/>
                </a:cubicBezTo>
                <a:cubicBezTo>
                  <a:pt x="21992" y="50254"/>
                  <a:pt x="18562" y="50116"/>
                  <a:pt x="11702" y="50116"/>
                </a:cubicBezTo>
                <a:lnTo>
                  <a:pt x="1412" y="501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9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7CF63C-4C0E-4622-8F19-479F272B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8451" y="6544838"/>
            <a:ext cx="102292" cy="146604"/>
          </a:xfrm>
          <a:custGeom xmlns:a="http://schemas.openxmlformats.org/drawingml/2006/main">
            <a:pathLst>
              <a:path w="102292" h="146604">
                <a:moveTo>
                  <a:pt x="17957" y="2287"/>
                </a:moveTo>
                <a:cubicBezTo>
                  <a:pt x="18091" y="2287"/>
                  <a:pt x="22933" y="1941"/>
                  <a:pt x="32483" y="1248"/>
                </a:cubicBezTo>
                <a:cubicBezTo>
                  <a:pt x="42033" y="555"/>
                  <a:pt x="46943" y="139"/>
                  <a:pt x="47212" y="0"/>
                </a:cubicBezTo>
                <a:cubicBezTo>
                  <a:pt x="48826" y="0"/>
                  <a:pt x="49633" y="624"/>
                  <a:pt x="49633" y="1872"/>
                </a:cubicBezTo>
                <a:cubicBezTo>
                  <a:pt x="49633" y="3396"/>
                  <a:pt x="47212" y="13863"/>
                  <a:pt x="42370" y="33272"/>
                </a:cubicBezTo>
                <a:cubicBezTo>
                  <a:pt x="37258" y="53790"/>
                  <a:pt x="34703" y="64256"/>
                  <a:pt x="34703" y="64672"/>
                </a:cubicBezTo>
                <a:cubicBezTo>
                  <a:pt x="34703" y="64949"/>
                  <a:pt x="35173" y="64603"/>
                  <a:pt x="36115" y="63632"/>
                </a:cubicBezTo>
                <a:cubicBezTo>
                  <a:pt x="44320" y="56146"/>
                  <a:pt x="53063" y="52403"/>
                  <a:pt x="62344" y="52403"/>
                </a:cubicBezTo>
                <a:cubicBezTo>
                  <a:pt x="69607" y="52403"/>
                  <a:pt x="75458" y="54275"/>
                  <a:pt x="79897" y="58018"/>
                </a:cubicBezTo>
                <a:cubicBezTo>
                  <a:pt x="84336" y="61761"/>
                  <a:pt x="86622" y="67237"/>
                  <a:pt x="86757" y="74446"/>
                </a:cubicBezTo>
                <a:cubicBezTo>
                  <a:pt x="86757" y="81516"/>
                  <a:pt x="84201" y="92468"/>
                  <a:pt x="79090" y="107302"/>
                </a:cubicBezTo>
                <a:cubicBezTo>
                  <a:pt x="73979" y="122135"/>
                  <a:pt x="71423" y="131008"/>
                  <a:pt x="71423" y="133919"/>
                </a:cubicBezTo>
                <a:cubicBezTo>
                  <a:pt x="71558" y="135860"/>
                  <a:pt x="71894" y="137177"/>
                  <a:pt x="72432" y="137870"/>
                </a:cubicBezTo>
                <a:cubicBezTo>
                  <a:pt x="72970" y="138563"/>
                  <a:pt x="73979" y="138910"/>
                  <a:pt x="75458" y="138910"/>
                </a:cubicBezTo>
                <a:cubicBezTo>
                  <a:pt x="79224" y="138910"/>
                  <a:pt x="82722" y="136831"/>
                  <a:pt x="85950" y="132672"/>
                </a:cubicBezTo>
                <a:cubicBezTo>
                  <a:pt x="89178" y="128513"/>
                  <a:pt x="91801" y="122829"/>
                  <a:pt x="93818" y="115620"/>
                </a:cubicBezTo>
                <a:cubicBezTo>
                  <a:pt x="94222" y="114095"/>
                  <a:pt x="94625" y="113194"/>
                  <a:pt x="95029" y="112916"/>
                </a:cubicBezTo>
                <a:cubicBezTo>
                  <a:pt x="95432" y="112639"/>
                  <a:pt x="96509" y="112500"/>
                  <a:pt x="98257" y="112500"/>
                </a:cubicBezTo>
                <a:cubicBezTo>
                  <a:pt x="100947" y="112500"/>
                  <a:pt x="102292" y="113055"/>
                  <a:pt x="102292" y="114164"/>
                </a:cubicBezTo>
                <a:cubicBezTo>
                  <a:pt x="102292" y="114303"/>
                  <a:pt x="102023" y="115342"/>
                  <a:pt x="101485" y="117283"/>
                </a:cubicBezTo>
                <a:cubicBezTo>
                  <a:pt x="99333" y="125463"/>
                  <a:pt x="95903" y="132186"/>
                  <a:pt x="91196" y="137454"/>
                </a:cubicBezTo>
                <a:cubicBezTo>
                  <a:pt x="86622" y="143416"/>
                  <a:pt x="81175" y="146396"/>
                  <a:pt x="74853" y="146396"/>
                </a:cubicBezTo>
                <a:lnTo>
                  <a:pt x="73844" y="146396"/>
                </a:lnTo>
                <a:cubicBezTo>
                  <a:pt x="67522" y="146396"/>
                  <a:pt x="62949" y="144525"/>
                  <a:pt x="60124" y="140782"/>
                </a:cubicBezTo>
                <a:cubicBezTo>
                  <a:pt x="57300" y="137038"/>
                  <a:pt x="55888" y="133087"/>
                  <a:pt x="55888" y="128928"/>
                </a:cubicBezTo>
                <a:cubicBezTo>
                  <a:pt x="55888" y="126710"/>
                  <a:pt x="58309" y="118531"/>
                  <a:pt x="63151" y="104390"/>
                </a:cubicBezTo>
                <a:cubicBezTo>
                  <a:pt x="67993" y="90250"/>
                  <a:pt x="70481" y="79645"/>
                  <a:pt x="70616" y="72574"/>
                </a:cubicBezTo>
                <a:cubicBezTo>
                  <a:pt x="70616" y="64395"/>
                  <a:pt x="67657" y="60305"/>
                  <a:pt x="61739" y="60305"/>
                </a:cubicBezTo>
                <a:lnTo>
                  <a:pt x="60730" y="60305"/>
                </a:lnTo>
                <a:cubicBezTo>
                  <a:pt x="49566" y="60305"/>
                  <a:pt x="39881" y="67098"/>
                  <a:pt x="31676" y="80684"/>
                </a:cubicBezTo>
                <a:lnTo>
                  <a:pt x="30264" y="83388"/>
                </a:lnTo>
                <a:lnTo>
                  <a:pt x="23404" y="111461"/>
                </a:lnTo>
                <a:cubicBezTo>
                  <a:pt x="19100" y="129483"/>
                  <a:pt x="16612" y="139326"/>
                  <a:pt x="15939" y="140989"/>
                </a:cubicBezTo>
                <a:cubicBezTo>
                  <a:pt x="14190" y="144733"/>
                  <a:pt x="11231" y="146604"/>
                  <a:pt x="7062" y="146604"/>
                </a:cubicBezTo>
                <a:cubicBezTo>
                  <a:pt x="5179" y="146604"/>
                  <a:pt x="3564" y="145980"/>
                  <a:pt x="2219" y="144733"/>
                </a:cubicBezTo>
                <a:cubicBezTo>
                  <a:pt x="874" y="143485"/>
                  <a:pt x="135" y="142237"/>
                  <a:pt x="0" y="140989"/>
                </a:cubicBezTo>
                <a:cubicBezTo>
                  <a:pt x="0" y="139049"/>
                  <a:pt x="4909" y="117976"/>
                  <a:pt x="14728" y="77773"/>
                </a:cubicBezTo>
                <a:lnTo>
                  <a:pt x="29659" y="16220"/>
                </a:lnTo>
                <a:cubicBezTo>
                  <a:pt x="29659" y="14418"/>
                  <a:pt x="29188" y="13309"/>
                  <a:pt x="28246" y="12893"/>
                </a:cubicBezTo>
                <a:cubicBezTo>
                  <a:pt x="27305" y="12477"/>
                  <a:pt x="24682" y="12130"/>
                  <a:pt x="20378" y="11853"/>
                </a:cubicBezTo>
                <a:lnTo>
                  <a:pt x="16141" y="11853"/>
                </a:lnTo>
                <a:cubicBezTo>
                  <a:pt x="15334" y="11021"/>
                  <a:pt x="14930" y="10467"/>
                  <a:pt x="14930" y="10190"/>
                </a:cubicBezTo>
                <a:cubicBezTo>
                  <a:pt x="14930" y="9912"/>
                  <a:pt x="15065" y="8595"/>
                  <a:pt x="15334" y="6238"/>
                </a:cubicBezTo>
                <a:cubicBezTo>
                  <a:pt x="16006" y="3604"/>
                  <a:pt x="16881" y="2287"/>
                  <a:pt x="17957" y="22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197971-D3B0-41AE-AB2C-0911B656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8451" y="6544838"/>
            <a:ext cx="102292" cy="146604"/>
          </a:xfrm>
          <a:custGeom xmlns:a="http://schemas.openxmlformats.org/drawingml/2006/main">
            <a:pathLst>
              <a:path w="102292" h="146604" fill="none">
                <a:moveTo>
                  <a:pt x="17957" y="2287"/>
                </a:moveTo>
                <a:cubicBezTo>
                  <a:pt x="18091" y="2287"/>
                  <a:pt x="22933" y="1941"/>
                  <a:pt x="32483" y="1248"/>
                </a:cubicBezTo>
                <a:cubicBezTo>
                  <a:pt x="42033" y="555"/>
                  <a:pt x="46943" y="139"/>
                  <a:pt x="47212" y="0"/>
                </a:cubicBezTo>
                <a:cubicBezTo>
                  <a:pt x="48826" y="0"/>
                  <a:pt x="49633" y="624"/>
                  <a:pt x="49633" y="1872"/>
                </a:cubicBezTo>
                <a:cubicBezTo>
                  <a:pt x="49633" y="3396"/>
                  <a:pt x="47212" y="13863"/>
                  <a:pt x="42370" y="33272"/>
                </a:cubicBezTo>
                <a:cubicBezTo>
                  <a:pt x="37258" y="53790"/>
                  <a:pt x="34703" y="64256"/>
                  <a:pt x="34703" y="64672"/>
                </a:cubicBezTo>
                <a:cubicBezTo>
                  <a:pt x="34703" y="64949"/>
                  <a:pt x="35173" y="64603"/>
                  <a:pt x="36115" y="63632"/>
                </a:cubicBezTo>
                <a:cubicBezTo>
                  <a:pt x="44320" y="56146"/>
                  <a:pt x="53063" y="52403"/>
                  <a:pt x="62344" y="52403"/>
                </a:cubicBezTo>
                <a:cubicBezTo>
                  <a:pt x="69607" y="52403"/>
                  <a:pt x="75458" y="54275"/>
                  <a:pt x="79897" y="58018"/>
                </a:cubicBezTo>
                <a:cubicBezTo>
                  <a:pt x="84336" y="61761"/>
                  <a:pt x="86622" y="67237"/>
                  <a:pt x="86757" y="74446"/>
                </a:cubicBezTo>
                <a:cubicBezTo>
                  <a:pt x="86757" y="81516"/>
                  <a:pt x="84201" y="92468"/>
                  <a:pt x="79090" y="107302"/>
                </a:cubicBezTo>
                <a:cubicBezTo>
                  <a:pt x="73979" y="122135"/>
                  <a:pt x="71423" y="131008"/>
                  <a:pt x="71423" y="133919"/>
                </a:cubicBezTo>
                <a:cubicBezTo>
                  <a:pt x="71558" y="135860"/>
                  <a:pt x="71894" y="137177"/>
                  <a:pt x="72432" y="137870"/>
                </a:cubicBezTo>
                <a:cubicBezTo>
                  <a:pt x="72970" y="138563"/>
                  <a:pt x="73979" y="138910"/>
                  <a:pt x="75458" y="138910"/>
                </a:cubicBezTo>
                <a:cubicBezTo>
                  <a:pt x="79224" y="138910"/>
                  <a:pt x="82722" y="136831"/>
                  <a:pt x="85950" y="132672"/>
                </a:cubicBezTo>
                <a:cubicBezTo>
                  <a:pt x="89178" y="128513"/>
                  <a:pt x="91801" y="122829"/>
                  <a:pt x="93818" y="115620"/>
                </a:cubicBezTo>
                <a:cubicBezTo>
                  <a:pt x="94222" y="114095"/>
                  <a:pt x="94625" y="113194"/>
                  <a:pt x="95029" y="112916"/>
                </a:cubicBezTo>
                <a:cubicBezTo>
                  <a:pt x="95432" y="112639"/>
                  <a:pt x="96509" y="112500"/>
                  <a:pt x="98257" y="112500"/>
                </a:cubicBezTo>
                <a:cubicBezTo>
                  <a:pt x="100947" y="112500"/>
                  <a:pt x="102292" y="113055"/>
                  <a:pt x="102292" y="114164"/>
                </a:cubicBezTo>
                <a:cubicBezTo>
                  <a:pt x="102292" y="114303"/>
                  <a:pt x="102023" y="115342"/>
                  <a:pt x="101485" y="117283"/>
                </a:cubicBezTo>
                <a:cubicBezTo>
                  <a:pt x="99333" y="125463"/>
                  <a:pt x="95903" y="132186"/>
                  <a:pt x="91196" y="137454"/>
                </a:cubicBezTo>
                <a:cubicBezTo>
                  <a:pt x="86622" y="143416"/>
                  <a:pt x="81175" y="146396"/>
                  <a:pt x="74853" y="146396"/>
                </a:cubicBezTo>
                <a:lnTo>
                  <a:pt x="73844" y="146396"/>
                </a:lnTo>
                <a:cubicBezTo>
                  <a:pt x="67522" y="146396"/>
                  <a:pt x="62949" y="144525"/>
                  <a:pt x="60124" y="140782"/>
                </a:cubicBezTo>
                <a:cubicBezTo>
                  <a:pt x="57300" y="137038"/>
                  <a:pt x="55888" y="133087"/>
                  <a:pt x="55888" y="128928"/>
                </a:cubicBezTo>
                <a:cubicBezTo>
                  <a:pt x="55888" y="126710"/>
                  <a:pt x="58309" y="118531"/>
                  <a:pt x="63151" y="104390"/>
                </a:cubicBezTo>
                <a:cubicBezTo>
                  <a:pt x="67993" y="90250"/>
                  <a:pt x="70481" y="79645"/>
                  <a:pt x="70616" y="72574"/>
                </a:cubicBezTo>
                <a:cubicBezTo>
                  <a:pt x="70616" y="64395"/>
                  <a:pt x="67657" y="60305"/>
                  <a:pt x="61739" y="60305"/>
                </a:cubicBezTo>
                <a:lnTo>
                  <a:pt x="60730" y="60305"/>
                </a:lnTo>
                <a:cubicBezTo>
                  <a:pt x="49566" y="60305"/>
                  <a:pt x="39881" y="67098"/>
                  <a:pt x="31676" y="80684"/>
                </a:cubicBezTo>
                <a:lnTo>
                  <a:pt x="30264" y="83388"/>
                </a:lnTo>
                <a:lnTo>
                  <a:pt x="23404" y="111461"/>
                </a:lnTo>
                <a:cubicBezTo>
                  <a:pt x="19100" y="129483"/>
                  <a:pt x="16612" y="139326"/>
                  <a:pt x="15939" y="140989"/>
                </a:cubicBezTo>
                <a:cubicBezTo>
                  <a:pt x="14190" y="144733"/>
                  <a:pt x="11231" y="146604"/>
                  <a:pt x="7062" y="146604"/>
                </a:cubicBezTo>
                <a:cubicBezTo>
                  <a:pt x="5179" y="146604"/>
                  <a:pt x="3564" y="145980"/>
                  <a:pt x="2219" y="144733"/>
                </a:cubicBezTo>
                <a:cubicBezTo>
                  <a:pt x="874" y="143485"/>
                  <a:pt x="135" y="142237"/>
                  <a:pt x="0" y="140989"/>
                </a:cubicBezTo>
                <a:cubicBezTo>
                  <a:pt x="0" y="139049"/>
                  <a:pt x="4909" y="117976"/>
                  <a:pt x="14728" y="77773"/>
                </a:cubicBezTo>
                <a:lnTo>
                  <a:pt x="29659" y="16220"/>
                </a:lnTo>
                <a:cubicBezTo>
                  <a:pt x="29659" y="14418"/>
                  <a:pt x="29188" y="13309"/>
                  <a:pt x="28246" y="12893"/>
                </a:cubicBezTo>
                <a:cubicBezTo>
                  <a:pt x="27305" y="12477"/>
                  <a:pt x="24682" y="12130"/>
                  <a:pt x="20378" y="11853"/>
                </a:cubicBezTo>
                <a:lnTo>
                  <a:pt x="16141" y="11853"/>
                </a:lnTo>
                <a:cubicBezTo>
                  <a:pt x="15334" y="11021"/>
                  <a:pt x="14930" y="10467"/>
                  <a:pt x="14930" y="10190"/>
                </a:cubicBezTo>
                <a:cubicBezTo>
                  <a:pt x="14930" y="9912"/>
                  <a:pt x="15065" y="8595"/>
                  <a:pt x="15334" y="6238"/>
                </a:cubicBezTo>
                <a:cubicBezTo>
                  <a:pt x="16006" y="3604"/>
                  <a:pt x="16881" y="2287"/>
                  <a:pt x="17957" y="228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10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33077C-00E2-43D9-8EDB-B3579E1B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849" y="6597103"/>
            <a:ext cx="78821" cy="94340"/>
          </a:xfrm>
          <a:custGeom xmlns:a="http://schemas.openxmlformats.org/drawingml/2006/main">
            <a:pathLst>
              <a:path w="78821" h="94340">
                <a:moveTo>
                  <a:pt x="0" y="57117"/>
                </a:moveTo>
                <a:cubicBezTo>
                  <a:pt x="0" y="49215"/>
                  <a:pt x="1278" y="42006"/>
                  <a:pt x="3833" y="35490"/>
                </a:cubicBezTo>
                <a:cubicBezTo>
                  <a:pt x="6389" y="28974"/>
                  <a:pt x="9684" y="23568"/>
                  <a:pt x="13720" y="19270"/>
                </a:cubicBezTo>
                <a:cubicBezTo>
                  <a:pt x="17755" y="14972"/>
                  <a:pt x="22261" y="11368"/>
                  <a:pt x="27238" y="8457"/>
                </a:cubicBezTo>
                <a:cubicBezTo>
                  <a:pt x="32214" y="5545"/>
                  <a:pt x="36922" y="3396"/>
                  <a:pt x="41361" y="2010"/>
                </a:cubicBezTo>
                <a:cubicBezTo>
                  <a:pt x="45800" y="624"/>
                  <a:pt x="50036" y="0"/>
                  <a:pt x="54072" y="139"/>
                </a:cubicBezTo>
                <a:lnTo>
                  <a:pt x="54677" y="139"/>
                </a:lnTo>
                <a:cubicBezTo>
                  <a:pt x="60730" y="139"/>
                  <a:pt x="65976" y="1664"/>
                  <a:pt x="70414" y="4714"/>
                </a:cubicBezTo>
                <a:cubicBezTo>
                  <a:pt x="74853" y="7763"/>
                  <a:pt x="77072" y="12269"/>
                  <a:pt x="77072" y="18230"/>
                </a:cubicBezTo>
                <a:cubicBezTo>
                  <a:pt x="77072" y="30707"/>
                  <a:pt x="69607" y="38886"/>
                  <a:pt x="54677" y="42768"/>
                </a:cubicBezTo>
                <a:cubicBezTo>
                  <a:pt x="48086" y="44570"/>
                  <a:pt x="39074" y="45541"/>
                  <a:pt x="27641" y="45679"/>
                </a:cubicBezTo>
                <a:cubicBezTo>
                  <a:pt x="22664" y="45679"/>
                  <a:pt x="20109" y="45818"/>
                  <a:pt x="19974" y="46095"/>
                </a:cubicBezTo>
                <a:cubicBezTo>
                  <a:pt x="19974" y="46373"/>
                  <a:pt x="19571" y="48799"/>
                  <a:pt x="18764" y="53374"/>
                </a:cubicBezTo>
                <a:cubicBezTo>
                  <a:pt x="17957" y="57948"/>
                  <a:pt x="17486" y="61969"/>
                  <a:pt x="17351" y="65435"/>
                </a:cubicBezTo>
                <a:cubicBezTo>
                  <a:pt x="17351" y="71950"/>
                  <a:pt x="18764" y="77080"/>
                  <a:pt x="21588" y="80823"/>
                </a:cubicBezTo>
                <a:cubicBezTo>
                  <a:pt x="24413" y="84566"/>
                  <a:pt x="28650" y="86507"/>
                  <a:pt x="34299" y="86645"/>
                </a:cubicBezTo>
                <a:cubicBezTo>
                  <a:pt x="39948" y="86784"/>
                  <a:pt x="46203" y="85467"/>
                  <a:pt x="53063" y="82694"/>
                </a:cubicBezTo>
                <a:cubicBezTo>
                  <a:pt x="59923" y="79922"/>
                  <a:pt x="66110" y="75347"/>
                  <a:pt x="71625" y="68970"/>
                </a:cubicBezTo>
                <a:cubicBezTo>
                  <a:pt x="72835" y="67583"/>
                  <a:pt x="73642" y="66890"/>
                  <a:pt x="74046" y="66890"/>
                </a:cubicBezTo>
                <a:cubicBezTo>
                  <a:pt x="74584" y="66890"/>
                  <a:pt x="75458" y="67514"/>
                  <a:pt x="76669" y="68762"/>
                </a:cubicBezTo>
                <a:cubicBezTo>
                  <a:pt x="77879" y="70010"/>
                  <a:pt x="78552" y="70980"/>
                  <a:pt x="78686" y="71673"/>
                </a:cubicBezTo>
                <a:cubicBezTo>
                  <a:pt x="78821" y="72366"/>
                  <a:pt x="78216" y="73475"/>
                  <a:pt x="76871" y="75000"/>
                </a:cubicBezTo>
                <a:cubicBezTo>
                  <a:pt x="75525" y="76525"/>
                  <a:pt x="73508" y="78397"/>
                  <a:pt x="70818" y="80615"/>
                </a:cubicBezTo>
                <a:cubicBezTo>
                  <a:pt x="68128" y="82833"/>
                  <a:pt x="65034" y="84982"/>
                  <a:pt x="61537" y="87061"/>
                </a:cubicBezTo>
                <a:cubicBezTo>
                  <a:pt x="58040" y="89141"/>
                  <a:pt x="53803" y="90874"/>
                  <a:pt x="48826" y="92260"/>
                </a:cubicBezTo>
                <a:cubicBezTo>
                  <a:pt x="43849" y="93646"/>
                  <a:pt x="38738" y="94340"/>
                  <a:pt x="33492" y="94340"/>
                </a:cubicBezTo>
                <a:cubicBezTo>
                  <a:pt x="22866" y="94340"/>
                  <a:pt x="14661" y="90666"/>
                  <a:pt x="8877" y="83318"/>
                </a:cubicBezTo>
                <a:cubicBezTo>
                  <a:pt x="3094" y="75971"/>
                  <a:pt x="135" y="67237"/>
                  <a:pt x="0" y="57117"/>
                </a:cubicBezTo>
                <a:close/>
                <a:moveTo>
                  <a:pt x="67388" y="18646"/>
                </a:moveTo>
                <a:cubicBezTo>
                  <a:pt x="66581" y="11437"/>
                  <a:pt x="62008" y="7833"/>
                  <a:pt x="53668" y="7833"/>
                </a:cubicBezTo>
                <a:cubicBezTo>
                  <a:pt x="49229" y="7833"/>
                  <a:pt x="45127" y="8803"/>
                  <a:pt x="41361" y="10744"/>
                </a:cubicBezTo>
                <a:cubicBezTo>
                  <a:pt x="37595" y="12685"/>
                  <a:pt x="34568" y="15042"/>
                  <a:pt x="32282" y="17814"/>
                </a:cubicBezTo>
                <a:cubicBezTo>
                  <a:pt x="29995" y="20587"/>
                  <a:pt x="28045" y="23429"/>
                  <a:pt x="26431" y="26340"/>
                </a:cubicBezTo>
                <a:cubicBezTo>
                  <a:pt x="24816" y="29252"/>
                  <a:pt x="23740" y="31747"/>
                  <a:pt x="23202" y="33826"/>
                </a:cubicBezTo>
                <a:cubicBezTo>
                  <a:pt x="22664" y="35906"/>
                  <a:pt x="22328" y="37223"/>
                  <a:pt x="22194" y="37777"/>
                </a:cubicBezTo>
                <a:cubicBezTo>
                  <a:pt x="22194" y="37916"/>
                  <a:pt x="23539" y="37985"/>
                  <a:pt x="26229" y="37985"/>
                </a:cubicBezTo>
                <a:cubicBezTo>
                  <a:pt x="41428" y="37985"/>
                  <a:pt x="52054" y="36322"/>
                  <a:pt x="58107" y="32995"/>
                </a:cubicBezTo>
                <a:cubicBezTo>
                  <a:pt x="64160" y="29667"/>
                  <a:pt x="67253" y="24885"/>
                  <a:pt x="67388" y="186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B2F939-4434-4BBF-952E-77329627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849" y="6597103"/>
            <a:ext cx="78821" cy="94340"/>
          </a:xfrm>
          <a:custGeom xmlns:a="http://schemas.openxmlformats.org/drawingml/2006/main">
            <a:pathLst>
              <a:path w="78821" h="94340" fill="none">
                <a:moveTo>
                  <a:pt x="0" y="57117"/>
                </a:moveTo>
                <a:cubicBezTo>
                  <a:pt x="0" y="49215"/>
                  <a:pt x="1278" y="42006"/>
                  <a:pt x="3833" y="35490"/>
                </a:cubicBezTo>
                <a:cubicBezTo>
                  <a:pt x="6389" y="28974"/>
                  <a:pt x="9684" y="23568"/>
                  <a:pt x="13720" y="19270"/>
                </a:cubicBezTo>
                <a:cubicBezTo>
                  <a:pt x="17755" y="14972"/>
                  <a:pt x="22261" y="11368"/>
                  <a:pt x="27238" y="8457"/>
                </a:cubicBezTo>
                <a:cubicBezTo>
                  <a:pt x="32214" y="5545"/>
                  <a:pt x="36922" y="3396"/>
                  <a:pt x="41361" y="2010"/>
                </a:cubicBezTo>
                <a:cubicBezTo>
                  <a:pt x="45800" y="624"/>
                  <a:pt x="50036" y="0"/>
                  <a:pt x="54072" y="139"/>
                </a:cubicBezTo>
                <a:lnTo>
                  <a:pt x="54677" y="139"/>
                </a:lnTo>
                <a:cubicBezTo>
                  <a:pt x="60730" y="139"/>
                  <a:pt x="65976" y="1664"/>
                  <a:pt x="70414" y="4714"/>
                </a:cubicBezTo>
                <a:cubicBezTo>
                  <a:pt x="74853" y="7763"/>
                  <a:pt x="77072" y="12269"/>
                  <a:pt x="77072" y="18230"/>
                </a:cubicBezTo>
                <a:cubicBezTo>
                  <a:pt x="77072" y="30707"/>
                  <a:pt x="69607" y="38886"/>
                  <a:pt x="54677" y="42768"/>
                </a:cubicBezTo>
                <a:cubicBezTo>
                  <a:pt x="48086" y="44570"/>
                  <a:pt x="39074" y="45541"/>
                  <a:pt x="27641" y="45679"/>
                </a:cubicBezTo>
                <a:cubicBezTo>
                  <a:pt x="22664" y="45679"/>
                  <a:pt x="20109" y="45818"/>
                  <a:pt x="19974" y="46095"/>
                </a:cubicBezTo>
                <a:cubicBezTo>
                  <a:pt x="19974" y="46373"/>
                  <a:pt x="19571" y="48799"/>
                  <a:pt x="18764" y="53374"/>
                </a:cubicBezTo>
                <a:cubicBezTo>
                  <a:pt x="17957" y="57948"/>
                  <a:pt x="17486" y="61969"/>
                  <a:pt x="17351" y="65435"/>
                </a:cubicBezTo>
                <a:cubicBezTo>
                  <a:pt x="17351" y="71950"/>
                  <a:pt x="18764" y="77080"/>
                  <a:pt x="21588" y="80823"/>
                </a:cubicBezTo>
                <a:cubicBezTo>
                  <a:pt x="24413" y="84566"/>
                  <a:pt x="28650" y="86507"/>
                  <a:pt x="34299" y="86645"/>
                </a:cubicBezTo>
                <a:cubicBezTo>
                  <a:pt x="39948" y="86784"/>
                  <a:pt x="46203" y="85467"/>
                  <a:pt x="53063" y="82694"/>
                </a:cubicBezTo>
                <a:cubicBezTo>
                  <a:pt x="59923" y="79922"/>
                  <a:pt x="66110" y="75347"/>
                  <a:pt x="71625" y="68970"/>
                </a:cubicBezTo>
                <a:cubicBezTo>
                  <a:pt x="72835" y="67583"/>
                  <a:pt x="73642" y="66890"/>
                  <a:pt x="74046" y="66890"/>
                </a:cubicBezTo>
                <a:cubicBezTo>
                  <a:pt x="74584" y="66890"/>
                  <a:pt x="75458" y="67514"/>
                  <a:pt x="76669" y="68762"/>
                </a:cubicBezTo>
                <a:cubicBezTo>
                  <a:pt x="77879" y="70010"/>
                  <a:pt x="78552" y="70980"/>
                  <a:pt x="78686" y="71673"/>
                </a:cubicBezTo>
                <a:cubicBezTo>
                  <a:pt x="78821" y="72366"/>
                  <a:pt x="78216" y="73475"/>
                  <a:pt x="76871" y="75000"/>
                </a:cubicBezTo>
                <a:cubicBezTo>
                  <a:pt x="75525" y="76525"/>
                  <a:pt x="73508" y="78397"/>
                  <a:pt x="70818" y="80615"/>
                </a:cubicBezTo>
                <a:cubicBezTo>
                  <a:pt x="68128" y="82833"/>
                  <a:pt x="65034" y="84982"/>
                  <a:pt x="61537" y="87061"/>
                </a:cubicBezTo>
                <a:cubicBezTo>
                  <a:pt x="58040" y="89141"/>
                  <a:pt x="53803" y="90874"/>
                  <a:pt x="48826" y="92260"/>
                </a:cubicBezTo>
                <a:cubicBezTo>
                  <a:pt x="43849" y="93646"/>
                  <a:pt x="38738" y="94340"/>
                  <a:pt x="33492" y="94340"/>
                </a:cubicBezTo>
                <a:cubicBezTo>
                  <a:pt x="22866" y="94340"/>
                  <a:pt x="14661" y="90666"/>
                  <a:pt x="8877" y="83318"/>
                </a:cubicBezTo>
                <a:cubicBezTo>
                  <a:pt x="3094" y="75971"/>
                  <a:pt x="135" y="67237"/>
                  <a:pt x="0" y="57117"/>
                </a:cubicBezTo>
                <a:close/>
                <a:moveTo>
                  <a:pt x="67388" y="18646"/>
                </a:moveTo>
                <a:cubicBezTo>
                  <a:pt x="66581" y="11437"/>
                  <a:pt x="62008" y="7833"/>
                  <a:pt x="53668" y="7833"/>
                </a:cubicBezTo>
                <a:cubicBezTo>
                  <a:pt x="49229" y="7833"/>
                  <a:pt x="45127" y="8803"/>
                  <a:pt x="41361" y="10744"/>
                </a:cubicBezTo>
                <a:cubicBezTo>
                  <a:pt x="37595" y="12685"/>
                  <a:pt x="34568" y="15042"/>
                  <a:pt x="32282" y="17814"/>
                </a:cubicBezTo>
                <a:cubicBezTo>
                  <a:pt x="29995" y="20587"/>
                  <a:pt x="28045" y="23429"/>
                  <a:pt x="26431" y="26340"/>
                </a:cubicBezTo>
                <a:cubicBezTo>
                  <a:pt x="24816" y="29252"/>
                  <a:pt x="23740" y="31747"/>
                  <a:pt x="23202" y="33826"/>
                </a:cubicBezTo>
                <a:cubicBezTo>
                  <a:pt x="22664" y="35906"/>
                  <a:pt x="22328" y="37223"/>
                  <a:pt x="22194" y="37777"/>
                </a:cubicBezTo>
                <a:cubicBezTo>
                  <a:pt x="22194" y="37916"/>
                  <a:pt x="23539" y="37985"/>
                  <a:pt x="26229" y="37985"/>
                </a:cubicBezTo>
                <a:cubicBezTo>
                  <a:pt x="41428" y="37985"/>
                  <a:pt x="52054" y="36322"/>
                  <a:pt x="58107" y="32995"/>
                </a:cubicBezTo>
                <a:cubicBezTo>
                  <a:pt x="64160" y="29667"/>
                  <a:pt x="67253" y="24885"/>
                  <a:pt x="67388" y="1864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10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5AE55F-EF29-4952-A4F4-58F5E07A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37" y="6596964"/>
            <a:ext cx="82520" cy="94478"/>
          </a:xfrm>
          <a:custGeom xmlns:a="http://schemas.openxmlformats.org/drawingml/2006/main">
            <a:pathLst>
              <a:path w="82520" h="94478">
                <a:moveTo>
                  <a:pt x="0" y="32509"/>
                </a:moveTo>
                <a:cubicBezTo>
                  <a:pt x="135" y="32093"/>
                  <a:pt x="269" y="31539"/>
                  <a:pt x="404" y="30846"/>
                </a:cubicBezTo>
                <a:cubicBezTo>
                  <a:pt x="538" y="30153"/>
                  <a:pt x="874" y="28628"/>
                  <a:pt x="1412" y="26271"/>
                </a:cubicBezTo>
                <a:cubicBezTo>
                  <a:pt x="1950" y="23914"/>
                  <a:pt x="2623" y="21765"/>
                  <a:pt x="3430" y="19824"/>
                </a:cubicBezTo>
                <a:cubicBezTo>
                  <a:pt x="4237" y="17884"/>
                  <a:pt x="5246" y="15596"/>
                  <a:pt x="6456" y="12962"/>
                </a:cubicBezTo>
                <a:cubicBezTo>
                  <a:pt x="7667" y="10328"/>
                  <a:pt x="9012" y="8249"/>
                  <a:pt x="10492" y="6724"/>
                </a:cubicBezTo>
                <a:cubicBezTo>
                  <a:pt x="11971" y="5199"/>
                  <a:pt x="13720" y="3674"/>
                  <a:pt x="15737" y="2149"/>
                </a:cubicBezTo>
                <a:cubicBezTo>
                  <a:pt x="17755" y="624"/>
                  <a:pt x="19974" y="0"/>
                  <a:pt x="22395" y="277"/>
                </a:cubicBezTo>
                <a:cubicBezTo>
                  <a:pt x="26296" y="277"/>
                  <a:pt x="29726" y="1109"/>
                  <a:pt x="32685" y="2773"/>
                </a:cubicBezTo>
                <a:cubicBezTo>
                  <a:pt x="35644" y="4436"/>
                  <a:pt x="37729" y="5961"/>
                  <a:pt x="38940" y="7348"/>
                </a:cubicBezTo>
                <a:cubicBezTo>
                  <a:pt x="40150" y="8734"/>
                  <a:pt x="40890" y="10120"/>
                  <a:pt x="41159" y="11507"/>
                </a:cubicBezTo>
                <a:cubicBezTo>
                  <a:pt x="41428" y="12338"/>
                  <a:pt x="41630" y="12754"/>
                  <a:pt x="41764" y="12754"/>
                </a:cubicBezTo>
                <a:cubicBezTo>
                  <a:pt x="41899" y="12754"/>
                  <a:pt x="42437" y="12269"/>
                  <a:pt x="43378" y="11299"/>
                </a:cubicBezTo>
                <a:cubicBezTo>
                  <a:pt x="49835" y="4090"/>
                  <a:pt x="57300" y="485"/>
                  <a:pt x="65774" y="485"/>
                </a:cubicBezTo>
                <a:lnTo>
                  <a:pt x="66379" y="485"/>
                </a:lnTo>
                <a:cubicBezTo>
                  <a:pt x="72835" y="485"/>
                  <a:pt x="77678" y="3327"/>
                  <a:pt x="80906" y="9011"/>
                </a:cubicBezTo>
                <a:cubicBezTo>
                  <a:pt x="81982" y="11645"/>
                  <a:pt x="82520" y="14210"/>
                  <a:pt x="82520" y="16705"/>
                </a:cubicBezTo>
                <a:cubicBezTo>
                  <a:pt x="82520" y="20864"/>
                  <a:pt x="81646" y="24191"/>
                  <a:pt x="79897" y="26687"/>
                </a:cubicBezTo>
                <a:cubicBezTo>
                  <a:pt x="78148" y="29182"/>
                  <a:pt x="76400" y="30776"/>
                  <a:pt x="74651" y="31470"/>
                </a:cubicBezTo>
                <a:cubicBezTo>
                  <a:pt x="72903" y="32163"/>
                  <a:pt x="71221" y="32440"/>
                  <a:pt x="69607" y="32301"/>
                </a:cubicBezTo>
                <a:cubicBezTo>
                  <a:pt x="66917" y="32301"/>
                  <a:pt x="64765" y="31539"/>
                  <a:pt x="63151" y="30014"/>
                </a:cubicBezTo>
                <a:cubicBezTo>
                  <a:pt x="61537" y="28489"/>
                  <a:pt x="60730" y="26479"/>
                  <a:pt x="60730" y="23983"/>
                </a:cubicBezTo>
                <a:cubicBezTo>
                  <a:pt x="60730" y="17329"/>
                  <a:pt x="64496" y="12893"/>
                  <a:pt x="72028" y="10675"/>
                </a:cubicBezTo>
                <a:cubicBezTo>
                  <a:pt x="69069" y="8872"/>
                  <a:pt x="66648" y="7971"/>
                  <a:pt x="64765" y="7971"/>
                </a:cubicBezTo>
                <a:cubicBezTo>
                  <a:pt x="57233" y="7971"/>
                  <a:pt x="50305" y="13101"/>
                  <a:pt x="43984" y="23360"/>
                </a:cubicBezTo>
                <a:cubicBezTo>
                  <a:pt x="42639" y="25578"/>
                  <a:pt x="41630" y="27865"/>
                  <a:pt x="40957" y="30222"/>
                </a:cubicBezTo>
                <a:cubicBezTo>
                  <a:pt x="40285" y="32579"/>
                  <a:pt x="37998" y="41798"/>
                  <a:pt x="34097" y="57879"/>
                </a:cubicBezTo>
                <a:cubicBezTo>
                  <a:pt x="29524" y="77288"/>
                  <a:pt x="26901" y="87616"/>
                  <a:pt x="26229" y="88864"/>
                </a:cubicBezTo>
                <a:cubicBezTo>
                  <a:pt x="24480" y="92607"/>
                  <a:pt x="21588" y="94478"/>
                  <a:pt x="17553" y="94478"/>
                </a:cubicBezTo>
                <a:cubicBezTo>
                  <a:pt x="15805" y="94478"/>
                  <a:pt x="14392" y="94062"/>
                  <a:pt x="13316" y="93231"/>
                </a:cubicBezTo>
                <a:cubicBezTo>
                  <a:pt x="12240" y="92399"/>
                  <a:pt x="11500" y="91567"/>
                  <a:pt x="11097" y="90735"/>
                </a:cubicBezTo>
                <a:cubicBezTo>
                  <a:pt x="10693" y="89903"/>
                  <a:pt x="10559" y="89210"/>
                  <a:pt x="10693" y="88656"/>
                </a:cubicBezTo>
                <a:cubicBezTo>
                  <a:pt x="10693" y="86853"/>
                  <a:pt x="13383" y="74931"/>
                  <a:pt x="18764" y="52888"/>
                </a:cubicBezTo>
                <a:cubicBezTo>
                  <a:pt x="24144" y="30846"/>
                  <a:pt x="26834" y="18577"/>
                  <a:pt x="26834" y="16081"/>
                </a:cubicBezTo>
                <a:cubicBezTo>
                  <a:pt x="26834" y="10675"/>
                  <a:pt x="25085" y="7971"/>
                  <a:pt x="21588" y="7971"/>
                </a:cubicBezTo>
                <a:cubicBezTo>
                  <a:pt x="18764" y="7971"/>
                  <a:pt x="16343" y="9912"/>
                  <a:pt x="14325" y="13794"/>
                </a:cubicBezTo>
                <a:cubicBezTo>
                  <a:pt x="12307" y="17676"/>
                  <a:pt x="10693" y="21904"/>
                  <a:pt x="9483" y="26479"/>
                </a:cubicBezTo>
                <a:cubicBezTo>
                  <a:pt x="8272" y="31054"/>
                  <a:pt x="7532" y="33549"/>
                  <a:pt x="7263" y="33965"/>
                </a:cubicBezTo>
                <a:cubicBezTo>
                  <a:pt x="6994" y="34242"/>
                  <a:pt x="5918" y="34381"/>
                  <a:pt x="4035" y="34381"/>
                </a:cubicBezTo>
                <a:lnTo>
                  <a:pt x="1211" y="34381"/>
                </a:lnTo>
                <a:cubicBezTo>
                  <a:pt x="404" y="33549"/>
                  <a:pt x="0" y="32925"/>
                  <a:pt x="0" y="325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15ACA0-4D25-4AB6-888B-DBE14041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37" y="6596964"/>
            <a:ext cx="82520" cy="94478"/>
          </a:xfrm>
          <a:custGeom xmlns:a="http://schemas.openxmlformats.org/drawingml/2006/main">
            <a:pathLst>
              <a:path w="82520" h="94478" fill="none">
                <a:moveTo>
                  <a:pt x="0" y="32509"/>
                </a:moveTo>
                <a:cubicBezTo>
                  <a:pt x="135" y="32093"/>
                  <a:pt x="269" y="31539"/>
                  <a:pt x="404" y="30846"/>
                </a:cubicBezTo>
                <a:cubicBezTo>
                  <a:pt x="538" y="30153"/>
                  <a:pt x="874" y="28628"/>
                  <a:pt x="1412" y="26271"/>
                </a:cubicBezTo>
                <a:cubicBezTo>
                  <a:pt x="1950" y="23914"/>
                  <a:pt x="2623" y="21765"/>
                  <a:pt x="3430" y="19824"/>
                </a:cubicBezTo>
                <a:cubicBezTo>
                  <a:pt x="4237" y="17884"/>
                  <a:pt x="5246" y="15596"/>
                  <a:pt x="6456" y="12962"/>
                </a:cubicBezTo>
                <a:cubicBezTo>
                  <a:pt x="7667" y="10328"/>
                  <a:pt x="9012" y="8249"/>
                  <a:pt x="10492" y="6724"/>
                </a:cubicBezTo>
                <a:cubicBezTo>
                  <a:pt x="11971" y="5199"/>
                  <a:pt x="13720" y="3674"/>
                  <a:pt x="15737" y="2149"/>
                </a:cubicBezTo>
                <a:cubicBezTo>
                  <a:pt x="17755" y="624"/>
                  <a:pt x="19974" y="0"/>
                  <a:pt x="22395" y="277"/>
                </a:cubicBezTo>
                <a:cubicBezTo>
                  <a:pt x="26296" y="277"/>
                  <a:pt x="29726" y="1109"/>
                  <a:pt x="32685" y="2773"/>
                </a:cubicBezTo>
                <a:cubicBezTo>
                  <a:pt x="35644" y="4436"/>
                  <a:pt x="37729" y="5961"/>
                  <a:pt x="38940" y="7348"/>
                </a:cubicBezTo>
                <a:cubicBezTo>
                  <a:pt x="40150" y="8734"/>
                  <a:pt x="40890" y="10120"/>
                  <a:pt x="41159" y="11507"/>
                </a:cubicBezTo>
                <a:cubicBezTo>
                  <a:pt x="41428" y="12338"/>
                  <a:pt x="41630" y="12754"/>
                  <a:pt x="41764" y="12754"/>
                </a:cubicBezTo>
                <a:cubicBezTo>
                  <a:pt x="41899" y="12754"/>
                  <a:pt x="42437" y="12269"/>
                  <a:pt x="43378" y="11299"/>
                </a:cubicBezTo>
                <a:cubicBezTo>
                  <a:pt x="49835" y="4090"/>
                  <a:pt x="57300" y="485"/>
                  <a:pt x="65774" y="485"/>
                </a:cubicBezTo>
                <a:lnTo>
                  <a:pt x="66379" y="485"/>
                </a:lnTo>
                <a:cubicBezTo>
                  <a:pt x="72835" y="485"/>
                  <a:pt x="77678" y="3327"/>
                  <a:pt x="80906" y="9011"/>
                </a:cubicBezTo>
                <a:cubicBezTo>
                  <a:pt x="81982" y="11645"/>
                  <a:pt x="82520" y="14210"/>
                  <a:pt x="82520" y="16705"/>
                </a:cubicBezTo>
                <a:cubicBezTo>
                  <a:pt x="82520" y="20864"/>
                  <a:pt x="81646" y="24191"/>
                  <a:pt x="79897" y="26687"/>
                </a:cubicBezTo>
                <a:cubicBezTo>
                  <a:pt x="78148" y="29182"/>
                  <a:pt x="76400" y="30776"/>
                  <a:pt x="74651" y="31470"/>
                </a:cubicBezTo>
                <a:cubicBezTo>
                  <a:pt x="72903" y="32163"/>
                  <a:pt x="71221" y="32440"/>
                  <a:pt x="69607" y="32301"/>
                </a:cubicBezTo>
                <a:cubicBezTo>
                  <a:pt x="66917" y="32301"/>
                  <a:pt x="64765" y="31539"/>
                  <a:pt x="63151" y="30014"/>
                </a:cubicBezTo>
                <a:cubicBezTo>
                  <a:pt x="61537" y="28489"/>
                  <a:pt x="60730" y="26479"/>
                  <a:pt x="60730" y="23983"/>
                </a:cubicBezTo>
                <a:cubicBezTo>
                  <a:pt x="60730" y="17329"/>
                  <a:pt x="64496" y="12893"/>
                  <a:pt x="72028" y="10675"/>
                </a:cubicBezTo>
                <a:cubicBezTo>
                  <a:pt x="69069" y="8872"/>
                  <a:pt x="66648" y="7971"/>
                  <a:pt x="64765" y="7971"/>
                </a:cubicBezTo>
                <a:cubicBezTo>
                  <a:pt x="57233" y="7971"/>
                  <a:pt x="50305" y="13101"/>
                  <a:pt x="43984" y="23360"/>
                </a:cubicBezTo>
                <a:cubicBezTo>
                  <a:pt x="42639" y="25578"/>
                  <a:pt x="41630" y="27865"/>
                  <a:pt x="40957" y="30222"/>
                </a:cubicBezTo>
                <a:cubicBezTo>
                  <a:pt x="40285" y="32579"/>
                  <a:pt x="37998" y="41798"/>
                  <a:pt x="34097" y="57879"/>
                </a:cubicBezTo>
                <a:cubicBezTo>
                  <a:pt x="29524" y="77288"/>
                  <a:pt x="26901" y="87616"/>
                  <a:pt x="26229" y="88864"/>
                </a:cubicBezTo>
                <a:cubicBezTo>
                  <a:pt x="24480" y="92607"/>
                  <a:pt x="21588" y="94478"/>
                  <a:pt x="17553" y="94478"/>
                </a:cubicBezTo>
                <a:cubicBezTo>
                  <a:pt x="15805" y="94478"/>
                  <a:pt x="14392" y="94062"/>
                  <a:pt x="13316" y="93231"/>
                </a:cubicBezTo>
                <a:cubicBezTo>
                  <a:pt x="12240" y="92399"/>
                  <a:pt x="11500" y="91567"/>
                  <a:pt x="11097" y="90735"/>
                </a:cubicBezTo>
                <a:cubicBezTo>
                  <a:pt x="10693" y="89903"/>
                  <a:pt x="10559" y="89210"/>
                  <a:pt x="10693" y="88656"/>
                </a:cubicBezTo>
                <a:cubicBezTo>
                  <a:pt x="10693" y="86853"/>
                  <a:pt x="13383" y="74931"/>
                  <a:pt x="18764" y="52888"/>
                </a:cubicBezTo>
                <a:cubicBezTo>
                  <a:pt x="24144" y="30846"/>
                  <a:pt x="26834" y="18577"/>
                  <a:pt x="26834" y="16081"/>
                </a:cubicBezTo>
                <a:cubicBezTo>
                  <a:pt x="26834" y="10675"/>
                  <a:pt x="25085" y="7971"/>
                  <a:pt x="21588" y="7971"/>
                </a:cubicBezTo>
                <a:cubicBezTo>
                  <a:pt x="18764" y="7971"/>
                  <a:pt x="16343" y="9912"/>
                  <a:pt x="14325" y="13794"/>
                </a:cubicBezTo>
                <a:cubicBezTo>
                  <a:pt x="12307" y="17676"/>
                  <a:pt x="10693" y="21904"/>
                  <a:pt x="9483" y="26479"/>
                </a:cubicBezTo>
                <a:cubicBezTo>
                  <a:pt x="8272" y="31054"/>
                  <a:pt x="7532" y="33549"/>
                  <a:pt x="7263" y="33965"/>
                </a:cubicBezTo>
                <a:cubicBezTo>
                  <a:pt x="6994" y="34242"/>
                  <a:pt x="5918" y="34381"/>
                  <a:pt x="4035" y="34381"/>
                </a:cubicBezTo>
                <a:lnTo>
                  <a:pt x="1211" y="34381"/>
                </a:lnTo>
                <a:cubicBezTo>
                  <a:pt x="404" y="33549"/>
                  <a:pt x="0" y="32925"/>
                  <a:pt x="0" y="3250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10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AB26AC-F84B-46AC-8001-5D67144F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960" y="6533193"/>
            <a:ext cx="48221" cy="207949"/>
          </a:xfrm>
          <a:custGeom xmlns:a="http://schemas.openxmlformats.org/drawingml/2006/main">
            <a:pathLst>
              <a:path w="48221" h="207949">
                <a:moveTo>
                  <a:pt x="0" y="103975"/>
                </a:moveTo>
                <a:cubicBezTo>
                  <a:pt x="0" y="94409"/>
                  <a:pt x="673" y="85328"/>
                  <a:pt x="2018" y="76733"/>
                </a:cubicBezTo>
                <a:cubicBezTo>
                  <a:pt x="3363" y="68138"/>
                  <a:pt x="4909" y="60721"/>
                  <a:pt x="6658" y="54483"/>
                </a:cubicBezTo>
                <a:cubicBezTo>
                  <a:pt x="8407" y="48244"/>
                  <a:pt x="10895" y="42144"/>
                  <a:pt x="14123" y="36183"/>
                </a:cubicBezTo>
                <a:cubicBezTo>
                  <a:pt x="17351" y="30222"/>
                  <a:pt x="19907" y="25578"/>
                  <a:pt x="21790" y="22251"/>
                </a:cubicBezTo>
                <a:cubicBezTo>
                  <a:pt x="23673" y="18923"/>
                  <a:pt x="26498" y="15319"/>
                  <a:pt x="30264" y="11437"/>
                </a:cubicBezTo>
                <a:cubicBezTo>
                  <a:pt x="34030" y="7555"/>
                  <a:pt x="36250" y="5199"/>
                  <a:pt x="36922" y="4367"/>
                </a:cubicBezTo>
                <a:cubicBezTo>
                  <a:pt x="37595" y="3535"/>
                  <a:pt x="39276" y="2079"/>
                  <a:pt x="41966" y="0"/>
                </a:cubicBezTo>
                <a:lnTo>
                  <a:pt x="44589" y="0"/>
                </a:lnTo>
                <a:lnTo>
                  <a:pt x="45396" y="0"/>
                </a:lnTo>
                <a:cubicBezTo>
                  <a:pt x="47279" y="0"/>
                  <a:pt x="48221" y="624"/>
                  <a:pt x="48221" y="1872"/>
                </a:cubicBezTo>
                <a:cubicBezTo>
                  <a:pt x="48221" y="2287"/>
                  <a:pt x="47077" y="3743"/>
                  <a:pt x="44791" y="6238"/>
                </a:cubicBezTo>
                <a:cubicBezTo>
                  <a:pt x="42504" y="8734"/>
                  <a:pt x="39747" y="12408"/>
                  <a:pt x="36519" y="17260"/>
                </a:cubicBezTo>
                <a:cubicBezTo>
                  <a:pt x="33290" y="22112"/>
                  <a:pt x="29995" y="28073"/>
                  <a:pt x="26632" y="35143"/>
                </a:cubicBezTo>
                <a:cubicBezTo>
                  <a:pt x="23270" y="42214"/>
                  <a:pt x="20445" y="51779"/>
                  <a:pt x="18158" y="63840"/>
                </a:cubicBezTo>
                <a:cubicBezTo>
                  <a:pt x="15872" y="75901"/>
                  <a:pt x="14728" y="89279"/>
                  <a:pt x="14728" y="103975"/>
                </a:cubicBezTo>
                <a:cubicBezTo>
                  <a:pt x="14728" y="118670"/>
                  <a:pt x="15872" y="131978"/>
                  <a:pt x="18158" y="143901"/>
                </a:cubicBezTo>
                <a:cubicBezTo>
                  <a:pt x="20445" y="155823"/>
                  <a:pt x="23202" y="165458"/>
                  <a:pt x="26431" y="172806"/>
                </a:cubicBezTo>
                <a:cubicBezTo>
                  <a:pt x="29659" y="180153"/>
                  <a:pt x="32954" y="186114"/>
                  <a:pt x="36317" y="190689"/>
                </a:cubicBezTo>
                <a:cubicBezTo>
                  <a:pt x="39679" y="195264"/>
                  <a:pt x="42504" y="198938"/>
                  <a:pt x="44791" y="201711"/>
                </a:cubicBezTo>
                <a:cubicBezTo>
                  <a:pt x="47077" y="204483"/>
                  <a:pt x="48221" y="205939"/>
                  <a:pt x="48221" y="206078"/>
                </a:cubicBezTo>
                <a:cubicBezTo>
                  <a:pt x="48221" y="207325"/>
                  <a:pt x="47212" y="207949"/>
                  <a:pt x="45194" y="207949"/>
                </a:cubicBezTo>
                <a:lnTo>
                  <a:pt x="44589" y="207949"/>
                </a:lnTo>
                <a:lnTo>
                  <a:pt x="41966" y="207949"/>
                </a:lnTo>
                <a:lnTo>
                  <a:pt x="36317" y="202958"/>
                </a:lnTo>
                <a:cubicBezTo>
                  <a:pt x="23673" y="191175"/>
                  <a:pt x="14459" y="176479"/>
                  <a:pt x="8676" y="158873"/>
                </a:cubicBezTo>
                <a:cubicBezTo>
                  <a:pt x="2892" y="141267"/>
                  <a:pt x="0" y="122967"/>
                  <a:pt x="0" y="1039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41C519-F451-4BC6-9C70-4C4D43F8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960" y="6533193"/>
            <a:ext cx="48221" cy="207949"/>
          </a:xfrm>
          <a:custGeom xmlns:a="http://schemas.openxmlformats.org/drawingml/2006/main">
            <a:pathLst>
              <a:path w="48221" h="207949" fill="none">
                <a:moveTo>
                  <a:pt x="0" y="103975"/>
                </a:moveTo>
                <a:cubicBezTo>
                  <a:pt x="0" y="94409"/>
                  <a:pt x="673" y="85328"/>
                  <a:pt x="2018" y="76733"/>
                </a:cubicBezTo>
                <a:cubicBezTo>
                  <a:pt x="3363" y="68138"/>
                  <a:pt x="4909" y="60721"/>
                  <a:pt x="6658" y="54483"/>
                </a:cubicBezTo>
                <a:cubicBezTo>
                  <a:pt x="8407" y="48244"/>
                  <a:pt x="10895" y="42144"/>
                  <a:pt x="14123" y="36183"/>
                </a:cubicBezTo>
                <a:cubicBezTo>
                  <a:pt x="17351" y="30222"/>
                  <a:pt x="19907" y="25578"/>
                  <a:pt x="21790" y="22251"/>
                </a:cubicBezTo>
                <a:cubicBezTo>
                  <a:pt x="23673" y="18923"/>
                  <a:pt x="26498" y="15319"/>
                  <a:pt x="30264" y="11437"/>
                </a:cubicBezTo>
                <a:cubicBezTo>
                  <a:pt x="34030" y="7555"/>
                  <a:pt x="36250" y="5199"/>
                  <a:pt x="36922" y="4367"/>
                </a:cubicBezTo>
                <a:cubicBezTo>
                  <a:pt x="37595" y="3535"/>
                  <a:pt x="39276" y="2079"/>
                  <a:pt x="41966" y="0"/>
                </a:cubicBezTo>
                <a:lnTo>
                  <a:pt x="44589" y="0"/>
                </a:lnTo>
                <a:lnTo>
                  <a:pt x="45396" y="0"/>
                </a:lnTo>
                <a:cubicBezTo>
                  <a:pt x="47279" y="0"/>
                  <a:pt x="48221" y="624"/>
                  <a:pt x="48221" y="1872"/>
                </a:cubicBezTo>
                <a:cubicBezTo>
                  <a:pt x="48221" y="2287"/>
                  <a:pt x="47077" y="3743"/>
                  <a:pt x="44791" y="6238"/>
                </a:cubicBezTo>
                <a:cubicBezTo>
                  <a:pt x="42504" y="8734"/>
                  <a:pt x="39747" y="12408"/>
                  <a:pt x="36519" y="17260"/>
                </a:cubicBezTo>
                <a:cubicBezTo>
                  <a:pt x="33290" y="22112"/>
                  <a:pt x="29995" y="28073"/>
                  <a:pt x="26632" y="35143"/>
                </a:cubicBezTo>
                <a:cubicBezTo>
                  <a:pt x="23270" y="42214"/>
                  <a:pt x="20445" y="51779"/>
                  <a:pt x="18158" y="63840"/>
                </a:cubicBezTo>
                <a:cubicBezTo>
                  <a:pt x="15872" y="75901"/>
                  <a:pt x="14728" y="89279"/>
                  <a:pt x="14728" y="103975"/>
                </a:cubicBezTo>
                <a:cubicBezTo>
                  <a:pt x="14728" y="118670"/>
                  <a:pt x="15872" y="131978"/>
                  <a:pt x="18158" y="143901"/>
                </a:cubicBezTo>
                <a:cubicBezTo>
                  <a:pt x="20445" y="155823"/>
                  <a:pt x="23202" y="165458"/>
                  <a:pt x="26431" y="172806"/>
                </a:cubicBezTo>
                <a:cubicBezTo>
                  <a:pt x="29659" y="180153"/>
                  <a:pt x="32954" y="186114"/>
                  <a:pt x="36317" y="190689"/>
                </a:cubicBezTo>
                <a:cubicBezTo>
                  <a:pt x="39679" y="195264"/>
                  <a:pt x="42504" y="198938"/>
                  <a:pt x="44791" y="201711"/>
                </a:cubicBezTo>
                <a:cubicBezTo>
                  <a:pt x="47077" y="204483"/>
                  <a:pt x="48221" y="205939"/>
                  <a:pt x="48221" y="206078"/>
                </a:cubicBezTo>
                <a:cubicBezTo>
                  <a:pt x="48221" y="207325"/>
                  <a:pt x="47212" y="207949"/>
                  <a:pt x="45194" y="207949"/>
                </a:cubicBezTo>
                <a:lnTo>
                  <a:pt x="44589" y="207949"/>
                </a:lnTo>
                <a:lnTo>
                  <a:pt x="41966" y="207949"/>
                </a:lnTo>
                <a:lnTo>
                  <a:pt x="36317" y="202958"/>
                </a:lnTo>
                <a:cubicBezTo>
                  <a:pt x="23673" y="191175"/>
                  <a:pt x="14459" y="176479"/>
                  <a:pt x="8676" y="158873"/>
                </a:cubicBezTo>
                <a:cubicBezTo>
                  <a:pt x="2892" y="141267"/>
                  <a:pt x="0" y="122967"/>
                  <a:pt x="0" y="1039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10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A3EFA4-D77B-4852-ADE4-B7FBB3C8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38" y="6533193"/>
            <a:ext cx="45127" cy="207949"/>
          </a:xfrm>
          <a:custGeom xmlns:a="http://schemas.openxmlformats.org/drawingml/2006/main">
            <a:pathLst>
              <a:path w="45127" h="207949">
                <a:moveTo>
                  <a:pt x="45127" y="204206"/>
                </a:moveTo>
                <a:cubicBezTo>
                  <a:pt x="44992" y="205176"/>
                  <a:pt x="44589" y="206008"/>
                  <a:pt x="43916" y="206701"/>
                </a:cubicBezTo>
                <a:cubicBezTo>
                  <a:pt x="43244" y="207395"/>
                  <a:pt x="42302" y="207810"/>
                  <a:pt x="41092" y="207949"/>
                </a:cubicBezTo>
                <a:cubicBezTo>
                  <a:pt x="39747" y="207949"/>
                  <a:pt x="38603" y="207256"/>
                  <a:pt x="37662" y="205870"/>
                </a:cubicBezTo>
                <a:cubicBezTo>
                  <a:pt x="37258" y="204899"/>
                  <a:pt x="30937" y="187847"/>
                  <a:pt x="18696" y="154714"/>
                </a:cubicBezTo>
                <a:cubicBezTo>
                  <a:pt x="6456" y="121581"/>
                  <a:pt x="269" y="104668"/>
                  <a:pt x="135" y="103975"/>
                </a:cubicBezTo>
                <a:cubicBezTo>
                  <a:pt x="0" y="103281"/>
                  <a:pt x="6120" y="86368"/>
                  <a:pt x="18495" y="53235"/>
                </a:cubicBezTo>
                <a:cubicBezTo>
                  <a:pt x="30869" y="20102"/>
                  <a:pt x="37258" y="3050"/>
                  <a:pt x="37662" y="2079"/>
                </a:cubicBezTo>
                <a:cubicBezTo>
                  <a:pt x="38065" y="1386"/>
                  <a:pt x="38738" y="762"/>
                  <a:pt x="39679" y="208"/>
                </a:cubicBezTo>
                <a:lnTo>
                  <a:pt x="40285" y="0"/>
                </a:lnTo>
                <a:cubicBezTo>
                  <a:pt x="40688" y="0"/>
                  <a:pt x="40957" y="0"/>
                  <a:pt x="41092" y="0"/>
                </a:cubicBezTo>
                <a:cubicBezTo>
                  <a:pt x="43513" y="0"/>
                  <a:pt x="44858" y="1248"/>
                  <a:pt x="45127" y="3743"/>
                </a:cubicBezTo>
                <a:cubicBezTo>
                  <a:pt x="45127" y="4436"/>
                  <a:pt x="39074" y="21280"/>
                  <a:pt x="26969" y="54275"/>
                </a:cubicBezTo>
                <a:cubicBezTo>
                  <a:pt x="14728" y="87131"/>
                  <a:pt x="8608" y="103697"/>
                  <a:pt x="8608" y="103975"/>
                </a:cubicBezTo>
                <a:cubicBezTo>
                  <a:pt x="8608" y="104252"/>
                  <a:pt x="14728" y="120818"/>
                  <a:pt x="26969" y="153674"/>
                </a:cubicBezTo>
                <a:cubicBezTo>
                  <a:pt x="39074" y="186669"/>
                  <a:pt x="45127" y="203513"/>
                  <a:pt x="45127" y="2042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3D8ED6-F5FC-4842-BE2A-6C07677D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38" y="6533193"/>
            <a:ext cx="45127" cy="207949"/>
          </a:xfrm>
          <a:custGeom xmlns:a="http://schemas.openxmlformats.org/drawingml/2006/main">
            <a:pathLst>
              <a:path w="45127" h="207949" fill="none">
                <a:moveTo>
                  <a:pt x="45127" y="204206"/>
                </a:moveTo>
                <a:cubicBezTo>
                  <a:pt x="44992" y="205176"/>
                  <a:pt x="44589" y="206008"/>
                  <a:pt x="43916" y="206701"/>
                </a:cubicBezTo>
                <a:cubicBezTo>
                  <a:pt x="43244" y="207395"/>
                  <a:pt x="42302" y="207810"/>
                  <a:pt x="41092" y="207949"/>
                </a:cubicBezTo>
                <a:cubicBezTo>
                  <a:pt x="39747" y="207949"/>
                  <a:pt x="38603" y="207256"/>
                  <a:pt x="37662" y="205870"/>
                </a:cubicBezTo>
                <a:cubicBezTo>
                  <a:pt x="37258" y="204899"/>
                  <a:pt x="30937" y="187847"/>
                  <a:pt x="18696" y="154714"/>
                </a:cubicBezTo>
                <a:cubicBezTo>
                  <a:pt x="6456" y="121581"/>
                  <a:pt x="269" y="104668"/>
                  <a:pt x="135" y="103975"/>
                </a:cubicBezTo>
                <a:cubicBezTo>
                  <a:pt x="0" y="103281"/>
                  <a:pt x="6120" y="86368"/>
                  <a:pt x="18495" y="53235"/>
                </a:cubicBezTo>
                <a:cubicBezTo>
                  <a:pt x="30869" y="20102"/>
                  <a:pt x="37258" y="3050"/>
                  <a:pt x="37662" y="2079"/>
                </a:cubicBezTo>
                <a:cubicBezTo>
                  <a:pt x="38065" y="1386"/>
                  <a:pt x="38738" y="762"/>
                  <a:pt x="39679" y="208"/>
                </a:cubicBezTo>
                <a:lnTo>
                  <a:pt x="40285" y="0"/>
                </a:lnTo>
                <a:cubicBezTo>
                  <a:pt x="40688" y="0"/>
                  <a:pt x="40957" y="0"/>
                  <a:pt x="41092" y="0"/>
                </a:cubicBezTo>
                <a:cubicBezTo>
                  <a:pt x="43513" y="0"/>
                  <a:pt x="44858" y="1248"/>
                  <a:pt x="45127" y="3743"/>
                </a:cubicBezTo>
                <a:cubicBezTo>
                  <a:pt x="45127" y="4436"/>
                  <a:pt x="39074" y="21280"/>
                  <a:pt x="26969" y="54275"/>
                </a:cubicBezTo>
                <a:cubicBezTo>
                  <a:pt x="14728" y="87131"/>
                  <a:pt x="8608" y="103697"/>
                  <a:pt x="8608" y="103975"/>
                </a:cubicBezTo>
                <a:cubicBezTo>
                  <a:pt x="8608" y="104252"/>
                  <a:pt x="14728" y="120818"/>
                  <a:pt x="26969" y="153674"/>
                </a:cubicBezTo>
                <a:cubicBezTo>
                  <a:pt x="39074" y="186669"/>
                  <a:pt x="45127" y="203513"/>
                  <a:pt x="45127" y="2042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10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D5AAAD-858E-4FC9-8926-3D7A2AE2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455" y="6547126"/>
            <a:ext cx="144662" cy="146604"/>
          </a:xfrm>
          <a:custGeom xmlns:a="http://schemas.openxmlformats.org/drawingml/2006/main">
            <a:pathLst>
              <a:path w="144662" h="146604">
                <a:moveTo>
                  <a:pt x="0" y="7278"/>
                </a:moveTo>
                <a:cubicBezTo>
                  <a:pt x="0" y="4228"/>
                  <a:pt x="874" y="1802"/>
                  <a:pt x="2623" y="0"/>
                </a:cubicBezTo>
                <a:lnTo>
                  <a:pt x="4842" y="0"/>
                </a:lnTo>
                <a:cubicBezTo>
                  <a:pt x="10492" y="416"/>
                  <a:pt x="17553" y="624"/>
                  <a:pt x="26027" y="624"/>
                </a:cubicBezTo>
                <a:cubicBezTo>
                  <a:pt x="41899" y="624"/>
                  <a:pt x="51247" y="416"/>
                  <a:pt x="54072" y="0"/>
                </a:cubicBezTo>
                <a:lnTo>
                  <a:pt x="56089" y="0"/>
                </a:lnTo>
                <a:cubicBezTo>
                  <a:pt x="56896" y="832"/>
                  <a:pt x="57300" y="1456"/>
                  <a:pt x="57300" y="1872"/>
                </a:cubicBezTo>
                <a:cubicBezTo>
                  <a:pt x="57300" y="2287"/>
                  <a:pt x="57165" y="3535"/>
                  <a:pt x="56896" y="5615"/>
                </a:cubicBezTo>
                <a:cubicBezTo>
                  <a:pt x="56224" y="7694"/>
                  <a:pt x="55619" y="9011"/>
                  <a:pt x="55080" y="9566"/>
                </a:cubicBezTo>
                <a:lnTo>
                  <a:pt x="50844" y="9566"/>
                </a:lnTo>
                <a:cubicBezTo>
                  <a:pt x="47884" y="9843"/>
                  <a:pt x="45867" y="9982"/>
                  <a:pt x="44791" y="9982"/>
                </a:cubicBezTo>
                <a:cubicBezTo>
                  <a:pt x="40890" y="10675"/>
                  <a:pt x="38738" y="11714"/>
                  <a:pt x="38334" y="13101"/>
                </a:cubicBezTo>
                <a:cubicBezTo>
                  <a:pt x="38334" y="13378"/>
                  <a:pt x="40285" y="30776"/>
                  <a:pt x="44185" y="65296"/>
                </a:cubicBezTo>
                <a:cubicBezTo>
                  <a:pt x="48086" y="99816"/>
                  <a:pt x="50104" y="117214"/>
                  <a:pt x="50238" y="117491"/>
                </a:cubicBezTo>
                <a:lnTo>
                  <a:pt x="64967" y="93161"/>
                </a:lnTo>
                <a:cubicBezTo>
                  <a:pt x="74786" y="76941"/>
                  <a:pt x="84605" y="60583"/>
                  <a:pt x="94424" y="44085"/>
                </a:cubicBezTo>
                <a:cubicBezTo>
                  <a:pt x="104243" y="27588"/>
                  <a:pt x="109287" y="19062"/>
                  <a:pt x="109556" y="18507"/>
                </a:cubicBezTo>
                <a:cubicBezTo>
                  <a:pt x="110094" y="17537"/>
                  <a:pt x="110363" y="16497"/>
                  <a:pt x="110363" y="15388"/>
                </a:cubicBezTo>
                <a:cubicBezTo>
                  <a:pt x="110363" y="12061"/>
                  <a:pt x="107404" y="10120"/>
                  <a:pt x="101485" y="9566"/>
                </a:cubicBezTo>
                <a:cubicBezTo>
                  <a:pt x="99064" y="9566"/>
                  <a:pt x="97854" y="8803"/>
                  <a:pt x="97854" y="7278"/>
                </a:cubicBezTo>
                <a:cubicBezTo>
                  <a:pt x="97854" y="7140"/>
                  <a:pt x="97988" y="6238"/>
                  <a:pt x="98257" y="4575"/>
                </a:cubicBezTo>
                <a:cubicBezTo>
                  <a:pt x="98661" y="2634"/>
                  <a:pt x="99064" y="1386"/>
                  <a:pt x="99468" y="832"/>
                </a:cubicBezTo>
                <a:cubicBezTo>
                  <a:pt x="99871" y="277"/>
                  <a:pt x="100745" y="0"/>
                  <a:pt x="102091" y="0"/>
                </a:cubicBezTo>
                <a:cubicBezTo>
                  <a:pt x="102360" y="0"/>
                  <a:pt x="103167" y="0"/>
                  <a:pt x="104512" y="0"/>
                </a:cubicBezTo>
                <a:cubicBezTo>
                  <a:pt x="105857" y="0"/>
                  <a:pt x="108143" y="69"/>
                  <a:pt x="111372" y="208"/>
                </a:cubicBezTo>
                <a:cubicBezTo>
                  <a:pt x="114600" y="347"/>
                  <a:pt x="118904" y="416"/>
                  <a:pt x="124284" y="416"/>
                </a:cubicBezTo>
                <a:cubicBezTo>
                  <a:pt x="133565" y="416"/>
                  <a:pt x="139416" y="277"/>
                  <a:pt x="141837" y="0"/>
                </a:cubicBezTo>
                <a:lnTo>
                  <a:pt x="143250" y="0"/>
                </a:lnTo>
                <a:cubicBezTo>
                  <a:pt x="144191" y="970"/>
                  <a:pt x="144662" y="1733"/>
                  <a:pt x="144662" y="2287"/>
                </a:cubicBezTo>
                <a:cubicBezTo>
                  <a:pt x="144662" y="4644"/>
                  <a:pt x="144057" y="6862"/>
                  <a:pt x="142846" y="8942"/>
                </a:cubicBezTo>
                <a:cubicBezTo>
                  <a:pt x="142443" y="9358"/>
                  <a:pt x="141299" y="9566"/>
                  <a:pt x="139416" y="9566"/>
                </a:cubicBezTo>
                <a:cubicBezTo>
                  <a:pt x="137668" y="9704"/>
                  <a:pt x="136053" y="9843"/>
                  <a:pt x="134574" y="9982"/>
                </a:cubicBezTo>
                <a:cubicBezTo>
                  <a:pt x="133094" y="10120"/>
                  <a:pt x="131682" y="10467"/>
                  <a:pt x="130337" y="11021"/>
                </a:cubicBezTo>
                <a:cubicBezTo>
                  <a:pt x="128992" y="11576"/>
                  <a:pt x="127916" y="12061"/>
                  <a:pt x="127109" y="12477"/>
                </a:cubicBezTo>
                <a:cubicBezTo>
                  <a:pt x="126302" y="12893"/>
                  <a:pt x="125495" y="13447"/>
                  <a:pt x="124688" y="14141"/>
                </a:cubicBezTo>
                <a:cubicBezTo>
                  <a:pt x="123881" y="14834"/>
                  <a:pt x="123208" y="15319"/>
                  <a:pt x="122670" y="15596"/>
                </a:cubicBezTo>
                <a:cubicBezTo>
                  <a:pt x="122132" y="15873"/>
                  <a:pt x="121594" y="16497"/>
                  <a:pt x="121056" y="17468"/>
                </a:cubicBezTo>
                <a:cubicBezTo>
                  <a:pt x="120518" y="18438"/>
                  <a:pt x="120047" y="18923"/>
                  <a:pt x="119644" y="18923"/>
                </a:cubicBezTo>
                <a:lnTo>
                  <a:pt x="80704" y="83388"/>
                </a:lnTo>
                <a:cubicBezTo>
                  <a:pt x="56493" y="123730"/>
                  <a:pt x="43984" y="144386"/>
                  <a:pt x="43177" y="145356"/>
                </a:cubicBezTo>
                <a:cubicBezTo>
                  <a:pt x="42773" y="145634"/>
                  <a:pt x="42302" y="145980"/>
                  <a:pt x="41764" y="146396"/>
                </a:cubicBezTo>
                <a:lnTo>
                  <a:pt x="38133" y="146604"/>
                </a:lnTo>
                <a:lnTo>
                  <a:pt x="36720" y="146604"/>
                </a:lnTo>
                <a:cubicBezTo>
                  <a:pt x="34299" y="146604"/>
                  <a:pt x="33089" y="146119"/>
                  <a:pt x="33089" y="145148"/>
                </a:cubicBezTo>
                <a:cubicBezTo>
                  <a:pt x="32685" y="144317"/>
                  <a:pt x="30062" y="122135"/>
                  <a:pt x="25220" y="78605"/>
                </a:cubicBezTo>
                <a:cubicBezTo>
                  <a:pt x="20109" y="34520"/>
                  <a:pt x="17486" y="12269"/>
                  <a:pt x="17351" y="11853"/>
                </a:cubicBezTo>
                <a:cubicBezTo>
                  <a:pt x="16679" y="10328"/>
                  <a:pt x="12509" y="9566"/>
                  <a:pt x="4842" y="9566"/>
                </a:cubicBezTo>
                <a:lnTo>
                  <a:pt x="1412" y="9566"/>
                </a:lnTo>
                <a:cubicBezTo>
                  <a:pt x="471" y="8873"/>
                  <a:pt x="0" y="8110"/>
                  <a:pt x="0" y="72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9E8369-D91E-4876-BC20-25CD7AFD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455" y="6547126"/>
            <a:ext cx="144662" cy="146604"/>
          </a:xfrm>
          <a:custGeom xmlns:a="http://schemas.openxmlformats.org/drawingml/2006/main">
            <a:pathLst>
              <a:path w="144662" h="146604" fill="none">
                <a:moveTo>
                  <a:pt x="0" y="7278"/>
                </a:moveTo>
                <a:cubicBezTo>
                  <a:pt x="0" y="4228"/>
                  <a:pt x="874" y="1802"/>
                  <a:pt x="2623" y="0"/>
                </a:cubicBezTo>
                <a:lnTo>
                  <a:pt x="4842" y="0"/>
                </a:lnTo>
                <a:cubicBezTo>
                  <a:pt x="10492" y="416"/>
                  <a:pt x="17553" y="624"/>
                  <a:pt x="26027" y="624"/>
                </a:cubicBezTo>
                <a:cubicBezTo>
                  <a:pt x="41899" y="624"/>
                  <a:pt x="51247" y="416"/>
                  <a:pt x="54072" y="0"/>
                </a:cubicBezTo>
                <a:lnTo>
                  <a:pt x="56089" y="0"/>
                </a:lnTo>
                <a:cubicBezTo>
                  <a:pt x="56896" y="832"/>
                  <a:pt x="57300" y="1456"/>
                  <a:pt x="57300" y="1872"/>
                </a:cubicBezTo>
                <a:cubicBezTo>
                  <a:pt x="57300" y="2287"/>
                  <a:pt x="57165" y="3535"/>
                  <a:pt x="56896" y="5615"/>
                </a:cubicBezTo>
                <a:cubicBezTo>
                  <a:pt x="56224" y="7694"/>
                  <a:pt x="55619" y="9011"/>
                  <a:pt x="55080" y="9566"/>
                </a:cubicBezTo>
                <a:lnTo>
                  <a:pt x="50844" y="9566"/>
                </a:lnTo>
                <a:cubicBezTo>
                  <a:pt x="47884" y="9843"/>
                  <a:pt x="45867" y="9982"/>
                  <a:pt x="44791" y="9982"/>
                </a:cubicBezTo>
                <a:cubicBezTo>
                  <a:pt x="40890" y="10675"/>
                  <a:pt x="38738" y="11714"/>
                  <a:pt x="38334" y="13101"/>
                </a:cubicBezTo>
                <a:cubicBezTo>
                  <a:pt x="38334" y="13378"/>
                  <a:pt x="40285" y="30776"/>
                  <a:pt x="44185" y="65296"/>
                </a:cubicBezTo>
                <a:cubicBezTo>
                  <a:pt x="48086" y="99816"/>
                  <a:pt x="50104" y="117214"/>
                  <a:pt x="50238" y="117491"/>
                </a:cubicBezTo>
                <a:lnTo>
                  <a:pt x="64967" y="93161"/>
                </a:lnTo>
                <a:cubicBezTo>
                  <a:pt x="74786" y="76941"/>
                  <a:pt x="84605" y="60583"/>
                  <a:pt x="94424" y="44085"/>
                </a:cubicBezTo>
                <a:cubicBezTo>
                  <a:pt x="104243" y="27588"/>
                  <a:pt x="109287" y="19062"/>
                  <a:pt x="109556" y="18507"/>
                </a:cubicBezTo>
                <a:cubicBezTo>
                  <a:pt x="110094" y="17537"/>
                  <a:pt x="110363" y="16497"/>
                  <a:pt x="110363" y="15388"/>
                </a:cubicBezTo>
                <a:cubicBezTo>
                  <a:pt x="110363" y="12061"/>
                  <a:pt x="107404" y="10120"/>
                  <a:pt x="101485" y="9566"/>
                </a:cubicBezTo>
                <a:cubicBezTo>
                  <a:pt x="99064" y="9566"/>
                  <a:pt x="97854" y="8803"/>
                  <a:pt x="97854" y="7278"/>
                </a:cubicBezTo>
                <a:cubicBezTo>
                  <a:pt x="97854" y="7140"/>
                  <a:pt x="97988" y="6238"/>
                  <a:pt x="98257" y="4575"/>
                </a:cubicBezTo>
                <a:cubicBezTo>
                  <a:pt x="98661" y="2634"/>
                  <a:pt x="99064" y="1386"/>
                  <a:pt x="99468" y="832"/>
                </a:cubicBezTo>
                <a:cubicBezTo>
                  <a:pt x="99871" y="277"/>
                  <a:pt x="100745" y="0"/>
                  <a:pt x="102091" y="0"/>
                </a:cubicBezTo>
                <a:cubicBezTo>
                  <a:pt x="102360" y="0"/>
                  <a:pt x="103167" y="0"/>
                  <a:pt x="104512" y="0"/>
                </a:cubicBezTo>
                <a:cubicBezTo>
                  <a:pt x="105857" y="0"/>
                  <a:pt x="108143" y="69"/>
                  <a:pt x="111372" y="208"/>
                </a:cubicBezTo>
                <a:cubicBezTo>
                  <a:pt x="114600" y="347"/>
                  <a:pt x="118904" y="416"/>
                  <a:pt x="124284" y="416"/>
                </a:cubicBezTo>
                <a:cubicBezTo>
                  <a:pt x="133565" y="416"/>
                  <a:pt x="139416" y="277"/>
                  <a:pt x="141837" y="0"/>
                </a:cubicBezTo>
                <a:lnTo>
                  <a:pt x="143250" y="0"/>
                </a:lnTo>
                <a:cubicBezTo>
                  <a:pt x="144191" y="970"/>
                  <a:pt x="144662" y="1733"/>
                  <a:pt x="144662" y="2287"/>
                </a:cubicBezTo>
                <a:cubicBezTo>
                  <a:pt x="144662" y="4644"/>
                  <a:pt x="144057" y="6862"/>
                  <a:pt x="142846" y="8942"/>
                </a:cubicBezTo>
                <a:cubicBezTo>
                  <a:pt x="142443" y="9358"/>
                  <a:pt x="141299" y="9566"/>
                  <a:pt x="139416" y="9566"/>
                </a:cubicBezTo>
                <a:cubicBezTo>
                  <a:pt x="137668" y="9704"/>
                  <a:pt x="136053" y="9843"/>
                  <a:pt x="134574" y="9982"/>
                </a:cubicBezTo>
                <a:cubicBezTo>
                  <a:pt x="133094" y="10120"/>
                  <a:pt x="131682" y="10467"/>
                  <a:pt x="130337" y="11021"/>
                </a:cubicBezTo>
                <a:cubicBezTo>
                  <a:pt x="128992" y="11576"/>
                  <a:pt x="127916" y="12061"/>
                  <a:pt x="127109" y="12477"/>
                </a:cubicBezTo>
                <a:cubicBezTo>
                  <a:pt x="126302" y="12893"/>
                  <a:pt x="125495" y="13447"/>
                  <a:pt x="124688" y="14141"/>
                </a:cubicBezTo>
                <a:cubicBezTo>
                  <a:pt x="123881" y="14834"/>
                  <a:pt x="123208" y="15319"/>
                  <a:pt x="122670" y="15596"/>
                </a:cubicBezTo>
                <a:cubicBezTo>
                  <a:pt x="122132" y="15873"/>
                  <a:pt x="121594" y="16497"/>
                  <a:pt x="121056" y="17468"/>
                </a:cubicBezTo>
                <a:cubicBezTo>
                  <a:pt x="120518" y="18438"/>
                  <a:pt x="120047" y="18923"/>
                  <a:pt x="119644" y="18923"/>
                </a:cubicBezTo>
                <a:lnTo>
                  <a:pt x="80704" y="83388"/>
                </a:lnTo>
                <a:cubicBezTo>
                  <a:pt x="56493" y="123730"/>
                  <a:pt x="43984" y="144386"/>
                  <a:pt x="43177" y="145356"/>
                </a:cubicBezTo>
                <a:cubicBezTo>
                  <a:pt x="42773" y="145634"/>
                  <a:pt x="42302" y="145980"/>
                  <a:pt x="41764" y="146396"/>
                </a:cubicBezTo>
                <a:lnTo>
                  <a:pt x="38133" y="146604"/>
                </a:lnTo>
                <a:lnTo>
                  <a:pt x="36720" y="146604"/>
                </a:lnTo>
                <a:cubicBezTo>
                  <a:pt x="34299" y="146604"/>
                  <a:pt x="33089" y="146119"/>
                  <a:pt x="33089" y="145148"/>
                </a:cubicBezTo>
                <a:cubicBezTo>
                  <a:pt x="32685" y="144317"/>
                  <a:pt x="30062" y="122135"/>
                  <a:pt x="25220" y="78605"/>
                </a:cubicBezTo>
                <a:cubicBezTo>
                  <a:pt x="20109" y="34520"/>
                  <a:pt x="17486" y="12269"/>
                  <a:pt x="17351" y="11853"/>
                </a:cubicBezTo>
                <a:cubicBezTo>
                  <a:pt x="16679" y="10328"/>
                  <a:pt x="12509" y="9566"/>
                  <a:pt x="4842" y="9566"/>
                </a:cubicBezTo>
                <a:lnTo>
                  <a:pt x="1412" y="9566"/>
                </a:lnTo>
                <a:cubicBezTo>
                  <a:pt x="471" y="8873"/>
                  <a:pt x="0" y="8110"/>
                  <a:pt x="0" y="727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10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EF66A7-7EF0-4B07-B264-EB8FA0C5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811" y="6622431"/>
            <a:ext cx="60053" cy="101150"/>
          </a:xfrm>
          <a:custGeom xmlns:a="http://schemas.openxmlformats.org/drawingml/2006/main">
            <a:pathLst>
              <a:path w="60053" h="101150">
                <a:moveTo>
                  <a:pt x="8131" y="11909"/>
                </a:moveTo>
                <a:cubicBezTo>
                  <a:pt x="13456" y="3970"/>
                  <a:pt x="20731" y="0"/>
                  <a:pt x="29955" y="0"/>
                </a:cubicBezTo>
                <a:cubicBezTo>
                  <a:pt x="34520" y="0"/>
                  <a:pt x="39085" y="1274"/>
                  <a:pt x="43649" y="3823"/>
                </a:cubicBezTo>
                <a:cubicBezTo>
                  <a:pt x="48214" y="6371"/>
                  <a:pt x="51923" y="10879"/>
                  <a:pt x="54775" y="17348"/>
                </a:cubicBezTo>
                <a:cubicBezTo>
                  <a:pt x="58294" y="25483"/>
                  <a:pt x="60053" y="36657"/>
                  <a:pt x="60053" y="50869"/>
                </a:cubicBezTo>
                <a:cubicBezTo>
                  <a:pt x="60053" y="66061"/>
                  <a:pt x="58009" y="77676"/>
                  <a:pt x="53920" y="85713"/>
                </a:cubicBezTo>
                <a:cubicBezTo>
                  <a:pt x="52018" y="89829"/>
                  <a:pt x="49402" y="93113"/>
                  <a:pt x="46074" y="95563"/>
                </a:cubicBezTo>
                <a:cubicBezTo>
                  <a:pt x="42746" y="98013"/>
                  <a:pt x="39845" y="99533"/>
                  <a:pt x="37373" y="100121"/>
                </a:cubicBezTo>
                <a:cubicBezTo>
                  <a:pt x="34900" y="100709"/>
                  <a:pt x="32475" y="101052"/>
                  <a:pt x="30098" y="101150"/>
                </a:cubicBezTo>
                <a:cubicBezTo>
                  <a:pt x="27625" y="101150"/>
                  <a:pt x="25153" y="100856"/>
                  <a:pt x="22680" y="100268"/>
                </a:cubicBezTo>
                <a:cubicBezTo>
                  <a:pt x="20208" y="99680"/>
                  <a:pt x="17308" y="98111"/>
                  <a:pt x="13979" y="95563"/>
                </a:cubicBezTo>
                <a:cubicBezTo>
                  <a:pt x="10651" y="93015"/>
                  <a:pt x="8036" y="89731"/>
                  <a:pt x="6134" y="85713"/>
                </a:cubicBezTo>
                <a:cubicBezTo>
                  <a:pt x="2045" y="77676"/>
                  <a:pt x="0" y="66061"/>
                  <a:pt x="0" y="50869"/>
                </a:cubicBezTo>
                <a:cubicBezTo>
                  <a:pt x="0" y="33815"/>
                  <a:pt x="2710" y="20828"/>
                  <a:pt x="8131" y="11909"/>
                </a:cubicBezTo>
                <a:close/>
                <a:moveTo>
                  <a:pt x="40226" y="10144"/>
                </a:moveTo>
                <a:cubicBezTo>
                  <a:pt x="37373" y="7008"/>
                  <a:pt x="33997" y="5440"/>
                  <a:pt x="30098" y="5440"/>
                </a:cubicBezTo>
                <a:cubicBezTo>
                  <a:pt x="26104" y="5440"/>
                  <a:pt x="22680" y="7008"/>
                  <a:pt x="19828" y="10144"/>
                </a:cubicBezTo>
                <a:cubicBezTo>
                  <a:pt x="17450" y="12693"/>
                  <a:pt x="15881" y="16221"/>
                  <a:pt x="15120" y="20730"/>
                </a:cubicBezTo>
                <a:cubicBezTo>
                  <a:pt x="14360" y="25238"/>
                  <a:pt x="13979" y="34648"/>
                  <a:pt x="13979" y="48958"/>
                </a:cubicBezTo>
                <a:cubicBezTo>
                  <a:pt x="13979" y="64444"/>
                  <a:pt x="14360" y="74637"/>
                  <a:pt x="15120" y="79538"/>
                </a:cubicBezTo>
                <a:cubicBezTo>
                  <a:pt x="15881" y="84439"/>
                  <a:pt x="17593" y="88310"/>
                  <a:pt x="20255" y="91152"/>
                </a:cubicBezTo>
                <a:cubicBezTo>
                  <a:pt x="22918" y="94093"/>
                  <a:pt x="26199" y="95563"/>
                  <a:pt x="30098" y="95563"/>
                </a:cubicBezTo>
                <a:cubicBezTo>
                  <a:pt x="33902" y="95563"/>
                  <a:pt x="37135" y="94093"/>
                  <a:pt x="39798" y="91152"/>
                </a:cubicBezTo>
                <a:cubicBezTo>
                  <a:pt x="42556" y="88212"/>
                  <a:pt x="44267" y="84095"/>
                  <a:pt x="44933" y="78803"/>
                </a:cubicBezTo>
                <a:cubicBezTo>
                  <a:pt x="45599" y="73510"/>
                  <a:pt x="45979" y="63562"/>
                  <a:pt x="46074" y="48958"/>
                </a:cubicBezTo>
                <a:cubicBezTo>
                  <a:pt x="46074" y="34746"/>
                  <a:pt x="45694" y="25385"/>
                  <a:pt x="44933" y="20877"/>
                </a:cubicBezTo>
                <a:cubicBezTo>
                  <a:pt x="44172" y="16368"/>
                  <a:pt x="42603" y="12791"/>
                  <a:pt x="40226" y="101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D5ABF3-C6BA-4FF7-8F7C-DC7AED54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811" y="6622431"/>
            <a:ext cx="60053" cy="101150"/>
          </a:xfrm>
          <a:custGeom xmlns:a="http://schemas.openxmlformats.org/drawingml/2006/main">
            <a:pathLst>
              <a:path w="60053" h="101150" fill="none">
                <a:moveTo>
                  <a:pt x="8131" y="11909"/>
                </a:moveTo>
                <a:cubicBezTo>
                  <a:pt x="13456" y="3970"/>
                  <a:pt x="20731" y="0"/>
                  <a:pt x="29955" y="0"/>
                </a:cubicBezTo>
                <a:cubicBezTo>
                  <a:pt x="34520" y="0"/>
                  <a:pt x="39085" y="1274"/>
                  <a:pt x="43649" y="3823"/>
                </a:cubicBezTo>
                <a:cubicBezTo>
                  <a:pt x="48214" y="6371"/>
                  <a:pt x="51923" y="10879"/>
                  <a:pt x="54775" y="17348"/>
                </a:cubicBezTo>
                <a:cubicBezTo>
                  <a:pt x="58294" y="25483"/>
                  <a:pt x="60053" y="36657"/>
                  <a:pt x="60053" y="50869"/>
                </a:cubicBezTo>
                <a:cubicBezTo>
                  <a:pt x="60053" y="66061"/>
                  <a:pt x="58009" y="77676"/>
                  <a:pt x="53920" y="85713"/>
                </a:cubicBezTo>
                <a:cubicBezTo>
                  <a:pt x="52018" y="89829"/>
                  <a:pt x="49402" y="93113"/>
                  <a:pt x="46074" y="95563"/>
                </a:cubicBezTo>
                <a:cubicBezTo>
                  <a:pt x="42746" y="98013"/>
                  <a:pt x="39845" y="99533"/>
                  <a:pt x="37373" y="100121"/>
                </a:cubicBezTo>
                <a:cubicBezTo>
                  <a:pt x="34900" y="100709"/>
                  <a:pt x="32475" y="101052"/>
                  <a:pt x="30098" y="101150"/>
                </a:cubicBezTo>
                <a:cubicBezTo>
                  <a:pt x="27625" y="101150"/>
                  <a:pt x="25153" y="100856"/>
                  <a:pt x="22680" y="100268"/>
                </a:cubicBezTo>
                <a:cubicBezTo>
                  <a:pt x="20208" y="99680"/>
                  <a:pt x="17308" y="98111"/>
                  <a:pt x="13979" y="95563"/>
                </a:cubicBezTo>
                <a:cubicBezTo>
                  <a:pt x="10651" y="93015"/>
                  <a:pt x="8036" y="89731"/>
                  <a:pt x="6134" y="85713"/>
                </a:cubicBezTo>
                <a:cubicBezTo>
                  <a:pt x="2045" y="77676"/>
                  <a:pt x="0" y="66061"/>
                  <a:pt x="0" y="50869"/>
                </a:cubicBezTo>
                <a:cubicBezTo>
                  <a:pt x="0" y="33815"/>
                  <a:pt x="2710" y="20828"/>
                  <a:pt x="8131" y="11909"/>
                </a:cubicBezTo>
                <a:close/>
                <a:moveTo>
                  <a:pt x="40226" y="10144"/>
                </a:moveTo>
                <a:cubicBezTo>
                  <a:pt x="37373" y="7008"/>
                  <a:pt x="33997" y="5440"/>
                  <a:pt x="30098" y="5440"/>
                </a:cubicBezTo>
                <a:cubicBezTo>
                  <a:pt x="26104" y="5440"/>
                  <a:pt x="22680" y="7008"/>
                  <a:pt x="19828" y="10144"/>
                </a:cubicBezTo>
                <a:cubicBezTo>
                  <a:pt x="17450" y="12693"/>
                  <a:pt x="15881" y="16221"/>
                  <a:pt x="15120" y="20730"/>
                </a:cubicBezTo>
                <a:cubicBezTo>
                  <a:pt x="14360" y="25238"/>
                  <a:pt x="13979" y="34648"/>
                  <a:pt x="13979" y="48958"/>
                </a:cubicBezTo>
                <a:cubicBezTo>
                  <a:pt x="13979" y="64444"/>
                  <a:pt x="14360" y="74637"/>
                  <a:pt x="15120" y="79538"/>
                </a:cubicBezTo>
                <a:cubicBezTo>
                  <a:pt x="15881" y="84439"/>
                  <a:pt x="17593" y="88310"/>
                  <a:pt x="20255" y="91152"/>
                </a:cubicBezTo>
                <a:cubicBezTo>
                  <a:pt x="22918" y="94093"/>
                  <a:pt x="26199" y="95563"/>
                  <a:pt x="30098" y="95563"/>
                </a:cubicBezTo>
                <a:cubicBezTo>
                  <a:pt x="33902" y="95563"/>
                  <a:pt x="37135" y="94093"/>
                  <a:pt x="39798" y="91152"/>
                </a:cubicBezTo>
                <a:cubicBezTo>
                  <a:pt x="42556" y="88212"/>
                  <a:pt x="44267" y="84095"/>
                  <a:pt x="44933" y="78803"/>
                </a:cubicBezTo>
                <a:cubicBezTo>
                  <a:pt x="45599" y="73510"/>
                  <a:pt x="45979" y="63562"/>
                  <a:pt x="46074" y="48958"/>
                </a:cubicBezTo>
                <a:cubicBezTo>
                  <a:pt x="46074" y="34746"/>
                  <a:pt x="45694" y="25385"/>
                  <a:pt x="44933" y="20877"/>
                </a:cubicBezTo>
                <a:cubicBezTo>
                  <a:pt x="44172" y="16368"/>
                  <a:pt x="42603" y="12791"/>
                  <a:pt x="40226" y="101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10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E6B50D-07DB-484E-A07A-3CE23D1F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75" y="6533193"/>
            <a:ext cx="45127" cy="207949"/>
          </a:xfrm>
          <a:custGeom xmlns:a="http://schemas.openxmlformats.org/drawingml/2006/main">
            <a:pathLst>
              <a:path w="45127" h="207949">
                <a:moveTo>
                  <a:pt x="0" y="3743"/>
                </a:moveTo>
                <a:cubicBezTo>
                  <a:pt x="135" y="2773"/>
                  <a:pt x="538" y="1941"/>
                  <a:pt x="1211" y="1248"/>
                </a:cubicBezTo>
                <a:cubicBezTo>
                  <a:pt x="1883" y="555"/>
                  <a:pt x="2825" y="139"/>
                  <a:pt x="4035" y="0"/>
                </a:cubicBezTo>
                <a:cubicBezTo>
                  <a:pt x="5380" y="0"/>
                  <a:pt x="6524" y="693"/>
                  <a:pt x="7465" y="2079"/>
                </a:cubicBezTo>
                <a:cubicBezTo>
                  <a:pt x="7869" y="3050"/>
                  <a:pt x="14190" y="20102"/>
                  <a:pt x="26431" y="53235"/>
                </a:cubicBezTo>
                <a:cubicBezTo>
                  <a:pt x="38671" y="86368"/>
                  <a:pt x="44858" y="103281"/>
                  <a:pt x="44992" y="103975"/>
                </a:cubicBezTo>
                <a:cubicBezTo>
                  <a:pt x="45127" y="104668"/>
                  <a:pt x="39007" y="121581"/>
                  <a:pt x="26632" y="154714"/>
                </a:cubicBezTo>
                <a:cubicBezTo>
                  <a:pt x="14258" y="187847"/>
                  <a:pt x="7869" y="204899"/>
                  <a:pt x="7465" y="205870"/>
                </a:cubicBezTo>
                <a:cubicBezTo>
                  <a:pt x="6524" y="207256"/>
                  <a:pt x="5380" y="207949"/>
                  <a:pt x="4035" y="207949"/>
                </a:cubicBezTo>
                <a:cubicBezTo>
                  <a:pt x="2959" y="207949"/>
                  <a:pt x="2085" y="207603"/>
                  <a:pt x="1412" y="206909"/>
                </a:cubicBezTo>
                <a:cubicBezTo>
                  <a:pt x="740" y="206216"/>
                  <a:pt x="269" y="205315"/>
                  <a:pt x="0" y="204206"/>
                </a:cubicBezTo>
                <a:cubicBezTo>
                  <a:pt x="0" y="203513"/>
                  <a:pt x="6053" y="186669"/>
                  <a:pt x="18158" y="153674"/>
                </a:cubicBezTo>
                <a:cubicBezTo>
                  <a:pt x="30399" y="120818"/>
                  <a:pt x="36519" y="104252"/>
                  <a:pt x="36519" y="103975"/>
                </a:cubicBezTo>
                <a:cubicBezTo>
                  <a:pt x="36519" y="103697"/>
                  <a:pt x="30399" y="87131"/>
                  <a:pt x="18158" y="54275"/>
                </a:cubicBezTo>
                <a:cubicBezTo>
                  <a:pt x="6053" y="21280"/>
                  <a:pt x="0" y="4436"/>
                  <a:pt x="0" y="37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CD17A1-2C24-4713-B346-16F56163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75" y="6533193"/>
            <a:ext cx="45127" cy="207949"/>
          </a:xfrm>
          <a:custGeom xmlns:a="http://schemas.openxmlformats.org/drawingml/2006/main">
            <a:pathLst>
              <a:path w="45127" h="207949" fill="none">
                <a:moveTo>
                  <a:pt x="0" y="3743"/>
                </a:moveTo>
                <a:cubicBezTo>
                  <a:pt x="135" y="2773"/>
                  <a:pt x="538" y="1941"/>
                  <a:pt x="1211" y="1248"/>
                </a:cubicBezTo>
                <a:cubicBezTo>
                  <a:pt x="1883" y="555"/>
                  <a:pt x="2825" y="139"/>
                  <a:pt x="4035" y="0"/>
                </a:cubicBezTo>
                <a:cubicBezTo>
                  <a:pt x="5380" y="0"/>
                  <a:pt x="6524" y="693"/>
                  <a:pt x="7465" y="2079"/>
                </a:cubicBezTo>
                <a:cubicBezTo>
                  <a:pt x="7869" y="3050"/>
                  <a:pt x="14190" y="20102"/>
                  <a:pt x="26431" y="53235"/>
                </a:cubicBezTo>
                <a:cubicBezTo>
                  <a:pt x="38671" y="86368"/>
                  <a:pt x="44858" y="103281"/>
                  <a:pt x="44992" y="103975"/>
                </a:cubicBezTo>
                <a:cubicBezTo>
                  <a:pt x="45127" y="104668"/>
                  <a:pt x="39007" y="121581"/>
                  <a:pt x="26632" y="154714"/>
                </a:cubicBezTo>
                <a:cubicBezTo>
                  <a:pt x="14258" y="187847"/>
                  <a:pt x="7869" y="204899"/>
                  <a:pt x="7465" y="205870"/>
                </a:cubicBezTo>
                <a:cubicBezTo>
                  <a:pt x="6524" y="207256"/>
                  <a:pt x="5380" y="207949"/>
                  <a:pt x="4035" y="207949"/>
                </a:cubicBezTo>
                <a:cubicBezTo>
                  <a:pt x="2959" y="207949"/>
                  <a:pt x="2085" y="207603"/>
                  <a:pt x="1412" y="206909"/>
                </a:cubicBezTo>
                <a:cubicBezTo>
                  <a:pt x="740" y="206216"/>
                  <a:pt x="269" y="205315"/>
                  <a:pt x="0" y="204206"/>
                </a:cubicBezTo>
                <a:cubicBezTo>
                  <a:pt x="0" y="203513"/>
                  <a:pt x="6053" y="186669"/>
                  <a:pt x="18158" y="153674"/>
                </a:cubicBezTo>
                <a:cubicBezTo>
                  <a:pt x="30399" y="120818"/>
                  <a:pt x="36519" y="104252"/>
                  <a:pt x="36519" y="103975"/>
                </a:cubicBezTo>
                <a:cubicBezTo>
                  <a:pt x="36519" y="103697"/>
                  <a:pt x="30399" y="87131"/>
                  <a:pt x="18158" y="54275"/>
                </a:cubicBezTo>
                <a:cubicBezTo>
                  <a:pt x="6053" y="21280"/>
                  <a:pt x="0" y="4436"/>
                  <a:pt x="0" y="374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10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0739F6-F793-43A4-B472-B44FBA75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900" y="6663993"/>
            <a:ext cx="26632" cy="65643"/>
          </a:xfrm>
          <a:custGeom xmlns:a="http://schemas.openxmlformats.org/drawingml/2006/main">
            <a:pathLst>
              <a:path w="26632" h="65643">
                <a:moveTo>
                  <a:pt x="0" y="17884"/>
                </a:moveTo>
                <a:cubicBezTo>
                  <a:pt x="0" y="17884"/>
                  <a:pt x="0" y="16151"/>
                  <a:pt x="0" y="12685"/>
                </a:cubicBezTo>
                <a:cubicBezTo>
                  <a:pt x="0" y="9219"/>
                  <a:pt x="1076" y="6238"/>
                  <a:pt x="3228" y="3743"/>
                </a:cubicBezTo>
                <a:cubicBezTo>
                  <a:pt x="5380" y="1248"/>
                  <a:pt x="8272" y="0"/>
                  <a:pt x="11904" y="0"/>
                </a:cubicBezTo>
                <a:cubicBezTo>
                  <a:pt x="15670" y="0"/>
                  <a:pt x="19033" y="1733"/>
                  <a:pt x="21992" y="5199"/>
                </a:cubicBezTo>
                <a:cubicBezTo>
                  <a:pt x="24951" y="8665"/>
                  <a:pt x="26498" y="14764"/>
                  <a:pt x="26632" y="23498"/>
                </a:cubicBezTo>
                <a:cubicBezTo>
                  <a:pt x="26632" y="28350"/>
                  <a:pt x="26027" y="33064"/>
                  <a:pt x="24816" y="37639"/>
                </a:cubicBezTo>
                <a:cubicBezTo>
                  <a:pt x="23606" y="42214"/>
                  <a:pt x="22194" y="46165"/>
                  <a:pt x="20580" y="49492"/>
                </a:cubicBezTo>
                <a:cubicBezTo>
                  <a:pt x="18965" y="52819"/>
                  <a:pt x="17217" y="55661"/>
                  <a:pt x="15334" y="58018"/>
                </a:cubicBezTo>
                <a:cubicBezTo>
                  <a:pt x="13451" y="60375"/>
                  <a:pt x="11837" y="62246"/>
                  <a:pt x="10492" y="63632"/>
                </a:cubicBezTo>
                <a:cubicBezTo>
                  <a:pt x="9146" y="65019"/>
                  <a:pt x="8272" y="65643"/>
                  <a:pt x="7869" y="65504"/>
                </a:cubicBezTo>
                <a:cubicBezTo>
                  <a:pt x="7331" y="65504"/>
                  <a:pt x="6456" y="64880"/>
                  <a:pt x="5246" y="63632"/>
                </a:cubicBezTo>
                <a:cubicBezTo>
                  <a:pt x="4035" y="62385"/>
                  <a:pt x="3430" y="61484"/>
                  <a:pt x="3430" y="60929"/>
                </a:cubicBezTo>
                <a:cubicBezTo>
                  <a:pt x="3430" y="60375"/>
                  <a:pt x="4170" y="59265"/>
                  <a:pt x="5649" y="57602"/>
                </a:cubicBezTo>
                <a:cubicBezTo>
                  <a:pt x="7129" y="55938"/>
                  <a:pt x="8810" y="53859"/>
                  <a:pt x="10693" y="51363"/>
                </a:cubicBezTo>
                <a:cubicBezTo>
                  <a:pt x="12576" y="48868"/>
                  <a:pt x="14325" y="45402"/>
                  <a:pt x="15939" y="40966"/>
                </a:cubicBezTo>
                <a:cubicBezTo>
                  <a:pt x="17553" y="36530"/>
                  <a:pt x="18629" y="31470"/>
                  <a:pt x="19167" y="25786"/>
                </a:cubicBezTo>
                <a:lnTo>
                  <a:pt x="19167" y="23290"/>
                </a:lnTo>
                <a:lnTo>
                  <a:pt x="18965" y="23498"/>
                </a:lnTo>
                <a:cubicBezTo>
                  <a:pt x="18696" y="23637"/>
                  <a:pt x="18360" y="23776"/>
                  <a:pt x="17957" y="23914"/>
                </a:cubicBezTo>
                <a:cubicBezTo>
                  <a:pt x="17553" y="24053"/>
                  <a:pt x="17150" y="24261"/>
                  <a:pt x="16746" y="24538"/>
                </a:cubicBezTo>
                <a:cubicBezTo>
                  <a:pt x="16343" y="24815"/>
                  <a:pt x="15737" y="24954"/>
                  <a:pt x="14930" y="24954"/>
                </a:cubicBezTo>
                <a:cubicBezTo>
                  <a:pt x="14123" y="24954"/>
                  <a:pt x="13316" y="25023"/>
                  <a:pt x="12509" y="25162"/>
                </a:cubicBezTo>
                <a:cubicBezTo>
                  <a:pt x="8877" y="25162"/>
                  <a:pt x="5918" y="23983"/>
                  <a:pt x="3632" y="21627"/>
                </a:cubicBezTo>
                <a:lnTo>
                  <a:pt x="0" y="178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2FF75B-C937-4029-BA96-CE316566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900" y="6663993"/>
            <a:ext cx="26632" cy="65643"/>
          </a:xfrm>
          <a:custGeom xmlns:a="http://schemas.openxmlformats.org/drawingml/2006/main">
            <a:pathLst>
              <a:path w="26632" h="65643" fill="none">
                <a:moveTo>
                  <a:pt x="0" y="17884"/>
                </a:moveTo>
                <a:cubicBezTo>
                  <a:pt x="0" y="17884"/>
                  <a:pt x="0" y="16151"/>
                  <a:pt x="0" y="12685"/>
                </a:cubicBezTo>
                <a:cubicBezTo>
                  <a:pt x="0" y="9219"/>
                  <a:pt x="1076" y="6238"/>
                  <a:pt x="3228" y="3743"/>
                </a:cubicBezTo>
                <a:cubicBezTo>
                  <a:pt x="5380" y="1248"/>
                  <a:pt x="8272" y="0"/>
                  <a:pt x="11904" y="0"/>
                </a:cubicBezTo>
                <a:cubicBezTo>
                  <a:pt x="15670" y="0"/>
                  <a:pt x="19033" y="1733"/>
                  <a:pt x="21992" y="5199"/>
                </a:cubicBezTo>
                <a:cubicBezTo>
                  <a:pt x="24951" y="8665"/>
                  <a:pt x="26498" y="14764"/>
                  <a:pt x="26632" y="23498"/>
                </a:cubicBezTo>
                <a:cubicBezTo>
                  <a:pt x="26632" y="28350"/>
                  <a:pt x="26027" y="33064"/>
                  <a:pt x="24816" y="37639"/>
                </a:cubicBezTo>
                <a:cubicBezTo>
                  <a:pt x="23606" y="42214"/>
                  <a:pt x="22194" y="46165"/>
                  <a:pt x="20580" y="49492"/>
                </a:cubicBezTo>
                <a:cubicBezTo>
                  <a:pt x="18965" y="52819"/>
                  <a:pt x="17217" y="55661"/>
                  <a:pt x="15334" y="58018"/>
                </a:cubicBezTo>
                <a:cubicBezTo>
                  <a:pt x="13451" y="60375"/>
                  <a:pt x="11837" y="62246"/>
                  <a:pt x="10492" y="63632"/>
                </a:cubicBezTo>
                <a:cubicBezTo>
                  <a:pt x="9146" y="65019"/>
                  <a:pt x="8272" y="65643"/>
                  <a:pt x="7869" y="65504"/>
                </a:cubicBezTo>
                <a:cubicBezTo>
                  <a:pt x="7331" y="65504"/>
                  <a:pt x="6456" y="64880"/>
                  <a:pt x="5246" y="63632"/>
                </a:cubicBezTo>
                <a:cubicBezTo>
                  <a:pt x="4035" y="62385"/>
                  <a:pt x="3430" y="61484"/>
                  <a:pt x="3430" y="60929"/>
                </a:cubicBezTo>
                <a:cubicBezTo>
                  <a:pt x="3430" y="60375"/>
                  <a:pt x="4170" y="59265"/>
                  <a:pt x="5649" y="57602"/>
                </a:cubicBezTo>
                <a:cubicBezTo>
                  <a:pt x="7129" y="55938"/>
                  <a:pt x="8810" y="53859"/>
                  <a:pt x="10693" y="51363"/>
                </a:cubicBezTo>
                <a:cubicBezTo>
                  <a:pt x="12576" y="48868"/>
                  <a:pt x="14325" y="45402"/>
                  <a:pt x="15939" y="40966"/>
                </a:cubicBezTo>
                <a:cubicBezTo>
                  <a:pt x="17553" y="36530"/>
                  <a:pt x="18629" y="31470"/>
                  <a:pt x="19167" y="25786"/>
                </a:cubicBezTo>
                <a:lnTo>
                  <a:pt x="19167" y="23290"/>
                </a:lnTo>
                <a:lnTo>
                  <a:pt x="18965" y="23498"/>
                </a:lnTo>
                <a:cubicBezTo>
                  <a:pt x="18696" y="23637"/>
                  <a:pt x="18360" y="23776"/>
                  <a:pt x="17957" y="23914"/>
                </a:cubicBezTo>
                <a:cubicBezTo>
                  <a:pt x="17553" y="24053"/>
                  <a:pt x="17150" y="24261"/>
                  <a:pt x="16746" y="24538"/>
                </a:cubicBezTo>
                <a:cubicBezTo>
                  <a:pt x="16343" y="24815"/>
                  <a:pt x="15737" y="24954"/>
                  <a:pt x="14930" y="24954"/>
                </a:cubicBezTo>
                <a:cubicBezTo>
                  <a:pt x="14123" y="24954"/>
                  <a:pt x="13316" y="25023"/>
                  <a:pt x="12509" y="25162"/>
                </a:cubicBezTo>
                <a:cubicBezTo>
                  <a:pt x="8877" y="25162"/>
                  <a:pt x="5918" y="23983"/>
                  <a:pt x="3632" y="21627"/>
                </a:cubicBezTo>
                <a:lnTo>
                  <a:pt x="0" y="1788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10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84A37F-A762-4B07-9F07-A3488DF6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925" y="6533193"/>
            <a:ext cx="45127" cy="207949"/>
          </a:xfrm>
          <a:custGeom xmlns:a="http://schemas.openxmlformats.org/drawingml/2006/main">
            <a:pathLst>
              <a:path w="45127" h="207949">
                <a:moveTo>
                  <a:pt x="45127" y="204206"/>
                </a:moveTo>
                <a:cubicBezTo>
                  <a:pt x="44992" y="205176"/>
                  <a:pt x="44589" y="206008"/>
                  <a:pt x="43916" y="206701"/>
                </a:cubicBezTo>
                <a:cubicBezTo>
                  <a:pt x="43244" y="207395"/>
                  <a:pt x="42302" y="207810"/>
                  <a:pt x="41092" y="207949"/>
                </a:cubicBezTo>
                <a:cubicBezTo>
                  <a:pt x="39747" y="207949"/>
                  <a:pt x="38603" y="207256"/>
                  <a:pt x="37662" y="205870"/>
                </a:cubicBezTo>
                <a:cubicBezTo>
                  <a:pt x="37258" y="204899"/>
                  <a:pt x="30937" y="187847"/>
                  <a:pt x="18696" y="154714"/>
                </a:cubicBezTo>
                <a:cubicBezTo>
                  <a:pt x="6456" y="121581"/>
                  <a:pt x="269" y="104668"/>
                  <a:pt x="135" y="103975"/>
                </a:cubicBezTo>
                <a:cubicBezTo>
                  <a:pt x="0" y="103281"/>
                  <a:pt x="6120" y="86368"/>
                  <a:pt x="18495" y="53235"/>
                </a:cubicBezTo>
                <a:cubicBezTo>
                  <a:pt x="30869" y="20102"/>
                  <a:pt x="37258" y="3050"/>
                  <a:pt x="37662" y="2079"/>
                </a:cubicBezTo>
                <a:cubicBezTo>
                  <a:pt x="38065" y="1386"/>
                  <a:pt x="38738" y="762"/>
                  <a:pt x="39679" y="208"/>
                </a:cubicBezTo>
                <a:lnTo>
                  <a:pt x="40285" y="0"/>
                </a:lnTo>
                <a:cubicBezTo>
                  <a:pt x="40688" y="0"/>
                  <a:pt x="40957" y="0"/>
                  <a:pt x="41092" y="0"/>
                </a:cubicBezTo>
                <a:cubicBezTo>
                  <a:pt x="43513" y="0"/>
                  <a:pt x="44858" y="1248"/>
                  <a:pt x="45127" y="3743"/>
                </a:cubicBezTo>
                <a:cubicBezTo>
                  <a:pt x="45127" y="4436"/>
                  <a:pt x="39074" y="21280"/>
                  <a:pt x="26969" y="54275"/>
                </a:cubicBezTo>
                <a:cubicBezTo>
                  <a:pt x="14728" y="87131"/>
                  <a:pt x="8608" y="103697"/>
                  <a:pt x="8608" y="103975"/>
                </a:cubicBezTo>
                <a:cubicBezTo>
                  <a:pt x="8608" y="104252"/>
                  <a:pt x="14728" y="120818"/>
                  <a:pt x="26969" y="153674"/>
                </a:cubicBezTo>
                <a:cubicBezTo>
                  <a:pt x="39074" y="186669"/>
                  <a:pt x="45127" y="203513"/>
                  <a:pt x="45127" y="2042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E2965D-75D2-4414-BCD5-C7F2A115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925" y="6533193"/>
            <a:ext cx="45127" cy="207949"/>
          </a:xfrm>
          <a:custGeom xmlns:a="http://schemas.openxmlformats.org/drawingml/2006/main">
            <a:pathLst>
              <a:path w="45127" h="207949" fill="none">
                <a:moveTo>
                  <a:pt x="45127" y="204206"/>
                </a:moveTo>
                <a:cubicBezTo>
                  <a:pt x="44992" y="205176"/>
                  <a:pt x="44589" y="206008"/>
                  <a:pt x="43916" y="206701"/>
                </a:cubicBezTo>
                <a:cubicBezTo>
                  <a:pt x="43244" y="207395"/>
                  <a:pt x="42302" y="207810"/>
                  <a:pt x="41092" y="207949"/>
                </a:cubicBezTo>
                <a:cubicBezTo>
                  <a:pt x="39747" y="207949"/>
                  <a:pt x="38603" y="207256"/>
                  <a:pt x="37662" y="205870"/>
                </a:cubicBezTo>
                <a:cubicBezTo>
                  <a:pt x="37258" y="204899"/>
                  <a:pt x="30937" y="187847"/>
                  <a:pt x="18696" y="154714"/>
                </a:cubicBezTo>
                <a:cubicBezTo>
                  <a:pt x="6456" y="121581"/>
                  <a:pt x="269" y="104668"/>
                  <a:pt x="135" y="103975"/>
                </a:cubicBezTo>
                <a:cubicBezTo>
                  <a:pt x="0" y="103281"/>
                  <a:pt x="6120" y="86368"/>
                  <a:pt x="18495" y="53235"/>
                </a:cubicBezTo>
                <a:cubicBezTo>
                  <a:pt x="30869" y="20102"/>
                  <a:pt x="37258" y="3050"/>
                  <a:pt x="37662" y="2079"/>
                </a:cubicBezTo>
                <a:cubicBezTo>
                  <a:pt x="38065" y="1386"/>
                  <a:pt x="38738" y="762"/>
                  <a:pt x="39679" y="208"/>
                </a:cubicBezTo>
                <a:lnTo>
                  <a:pt x="40285" y="0"/>
                </a:lnTo>
                <a:cubicBezTo>
                  <a:pt x="40688" y="0"/>
                  <a:pt x="40957" y="0"/>
                  <a:pt x="41092" y="0"/>
                </a:cubicBezTo>
                <a:cubicBezTo>
                  <a:pt x="43513" y="0"/>
                  <a:pt x="44858" y="1248"/>
                  <a:pt x="45127" y="3743"/>
                </a:cubicBezTo>
                <a:cubicBezTo>
                  <a:pt x="45127" y="4436"/>
                  <a:pt x="39074" y="21280"/>
                  <a:pt x="26969" y="54275"/>
                </a:cubicBezTo>
                <a:cubicBezTo>
                  <a:pt x="14728" y="87131"/>
                  <a:pt x="8608" y="103697"/>
                  <a:pt x="8608" y="103975"/>
                </a:cubicBezTo>
                <a:cubicBezTo>
                  <a:pt x="8608" y="104252"/>
                  <a:pt x="14728" y="120818"/>
                  <a:pt x="26969" y="153674"/>
                </a:cubicBezTo>
                <a:cubicBezTo>
                  <a:pt x="39074" y="186669"/>
                  <a:pt x="45127" y="203513"/>
                  <a:pt x="45127" y="2042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10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FE9253-7010-4D3F-A08D-1649B7E1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1456" y="6547126"/>
            <a:ext cx="142644" cy="146604"/>
          </a:xfrm>
          <a:custGeom xmlns:a="http://schemas.openxmlformats.org/drawingml/2006/main">
            <a:pathLst>
              <a:path w="142644" h="146604">
                <a:moveTo>
                  <a:pt x="9483" y="9566"/>
                </a:moveTo>
                <a:cubicBezTo>
                  <a:pt x="4909" y="9566"/>
                  <a:pt x="2488" y="9288"/>
                  <a:pt x="2219" y="8734"/>
                </a:cubicBezTo>
                <a:cubicBezTo>
                  <a:pt x="2085" y="8457"/>
                  <a:pt x="2018" y="7902"/>
                  <a:pt x="2018" y="7070"/>
                </a:cubicBezTo>
                <a:cubicBezTo>
                  <a:pt x="2018" y="3743"/>
                  <a:pt x="2757" y="1456"/>
                  <a:pt x="4237" y="208"/>
                </a:cubicBezTo>
                <a:cubicBezTo>
                  <a:pt x="4506" y="69"/>
                  <a:pt x="5649" y="0"/>
                  <a:pt x="7667" y="0"/>
                </a:cubicBezTo>
                <a:cubicBezTo>
                  <a:pt x="13182" y="277"/>
                  <a:pt x="22328" y="416"/>
                  <a:pt x="35106" y="416"/>
                </a:cubicBezTo>
                <a:cubicBezTo>
                  <a:pt x="39679" y="416"/>
                  <a:pt x="43916" y="416"/>
                  <a:pt x="47817" y="416"/>
                </a:cubicBezTo>
                <a:cubicBezTo>
                  <a:pt x="51718" y="416"/>
                  <a:pt x="54744" y="347"/>
                  <a:pt x="56896" y="208"/>
                </a:cubicBezTo>
                <a:cubicBezTo>
                  <a:pt x="59048" y="69"/>
                  <a:pt x="60393" y="69"/>
                  <a:pt x="60932" y="208"/>
                </a:cubicBezTo>
                <a:cubicBezTo>
                  <a:pt x="63084" y="208"/>
                  <a:pt x="64160" y="901"/>
                  <a:pt x="64160" y="2287"/>
                </a:cubicBezTo>
                <a:cubicBezTo>
                  <a:pt x="64160" y="2565"/>
                  <a:pt x="64025" y="3535"/>
                  <a:pt x="63756" y="5199"/>
                </a:cubicBezTo>
                <a:cubicBezTo>
                  <a:pt x="63084" y="7555"/>
                  <a:pt x="62411" y="8942"/>
                  <a:pt x="61739" y="9358"/>
                </a:cubicBezTo>
                <a:lnTo>
                  <a:pt x="61335" y="9358"/>
                </a:lnTo>
                <a:cubicBezTo>
                  <a:pt x="61066" y="9358"/>
                  <a:pt x="60730" y="9358"/>
                  <a:pt x="60326" y="9358"/>
                </a:cubicBezTo>
                <a:cubicBezTo>
                  <a:pt x="59923" y="9358"/>
                  <a:pt x="59452" y="9358"/>
                  <a:pt x="58914" y="9358"/>
                </a:cubicBezTo>
                <a:cubicBezTo>
                  <a:pt x="58376" y="9358"/>
                  <a:pt x="57771" y="9427"/>
                  <a:pt x="57098" y="9566"/>
                </a:cubicBezTo>
                <a:cubicBezTo>
                  <a:pt x="56426" y="9704"/>
                  <a:pt x="55820" y="9704"/>
                  <a:pt x="55282" y="9566"/>
                </a:cubicBezTo>
                <a:cubicBezTo>
                  <a:pt x="50036" y="9704"/>
                  <a:pt x="46674" y="9912"/>
                  <a:pt x="45194" y="10190"/>
                </a:cubicBezTo>
                <a:cubicBezTo>
                  <a:pt x="43715" y="10467"/>
                  <a:pt x="42504" y="11229"/>
                  <a:pt x="41563" y="12477"/>
                </a:cubicBezTo>
                <a:cubicBezTo>
                  <a:pt x="41428" y="12754"/>
                  <a:pt x="39545" y="20032"/>
                  <a:pt x="35913" y="34312"/>
                </a:cubicBezTo>
                <a:cubicBezTo>
                  <a:pt x="32282" y="48591"/>
                  <a:pt x="28650" y="63563"/>
                  <a:pt x="25018" y="79229"/>
                </a:cubicBezTo>
                <a:cubicBezTo>
                  <a:pt x="21387" y="94894"/>
                  <a:pt x="19369" y="104113"/>
                  <a:pt x="18965" y="106886"/>
                </a:cubicBezTo>
                <a:cubicBezTo>
                  <a:pt x="18696" y="108827"/>
                  <a:pt x="18562" y="110837"/>
                  <a:pt x="18562" y="112916"/>
                </a:cubicBezTo>
                <a:cubicBezTo>
                  <a:pt x="18562" y="120403"/>
                  <a:pt x="20647" y="126294"/>
                  <a:pt x="24816" y="130592"/>
                </a:cubicBezTo>
                <a:cubicBezTo>
                  <a:pt x="28986" y="134890"/>
                  <a:pt x="34770" y="137038"/>
                  <a:pt x="42168" y="137038"/>
                </a:cubicBezTo>
                <a:cubicBezTo>
                  <a:pt x="51180" y="137038"/>
                  <a:pt x="60192" y="133919"/>
                  <a:pt x="69204" y="127681"/>
                </a:cubicBezTo>
                <a:cubicBezTo>
                  <a:pt x="78216" y="121442"/>
                  <a:pt x="84806" y="112015"/>
                  <a:pt x="88976" y="99400"/>
                </a:cubicBezTo>
                <a:lnTo>
                  <a:pt x="99266" y="57602"/>
                </a:lnTo>
                <a:cubicBezTo>
                  <a:pt x="105588" y="30984"/>
                  <a:pt x="108749" y="17121"/>
                  <a:pt x="108749" y="16012"/>
                </a:cubicBezTo>
                <a:cubicBezTo>
                  <a:pt x="108749" y="12269"/>
                  <a:pt x="104444" y="10120"/>
                  <a:pt x="95836" y="9566"/>
                </a:cubicBezTo>
                <a:cubicBezTo>
                  <a:pt x="92608" y="9566"/>
                  <a:pt x="90994" y="8803"/>
                  <a:pt x="90994" y="7278"/>
                </a:cubicBezTo>
                <a:cubicBezTo>
                  <a:pt x="90994" y="7001"/>
                  <a:pt x="91128" y="6169"/>
                  <a:pt x="91397" y="4783"/>
                </a:cubicBezTo>
                <a:cubicBezTo>
                  <a:pt x="91935" y="2565"/>
                  <a:pt x="92339" y="1248"/>
                  <a:pt x="92608" y="832"/>
                </a:cubicBezTo>
                <a:cubicBezTo>
                  <a:pt x="92877" y="416"/>
                  <a:pt x="93549" y="139"/>
                  <a:pt x="94625" y="0"/>
                </a:cubicBezTo>
                <a:cubicBezTo>
                  <a:pt x="95029" y="0"/>
                  <a:pt x="97181" y="69"/>
                  <a:pt x="101082" y="208"/>
                </a:cubicBezTo>
                <a:cubicBezTo>
                  <a:pt x="104982" y="347"/>
                  <a:pt x="110632" y="485"/>
                  <a:pt x="118030" y="624"/>
                </a:cubicBezTo>
                <a:cubicBezTo>
                  <a:pt x="124889" y="624"/>
                  <a:pt x="130135" y="555"/>
                  <a:pt x="133767" y="416"/>
                </a:cubicBezTo>
                <a:cubicBezTo>
                  <a:pt x="137399" y="277"/>
                  <a:pt x="139349" y="208"/>
                  <a:pt x="139618" y="208"/>
                </a:cubicBezTo>
                <a:cubicBezTo>
                  <a:pt x="141636" y="208"/>
                  <a:pt x="142644" y="901"/>
                  <a:pt x="142644" y="2287"/>
                </a:cubicBezTo>
                <a:cubicBezTo>
                  <a:pt x="142644" y="5337"/>
                  <a:pt x="142106" y="7417"/>
                  <a:pt x="141030" y="8526"/>
                </a:cubicBezTo>
                <a:cubicBezTo>
                  <a:pt x="140627" y="9219"/>
                  <a:pt x="139147" y="9566"/>
                  <a:pt x="136592" y="9566"/>
                </a:cubicBezTo>
                <a:cubicBezTo>
                  <a:pt x="127042" y="10120"/>
                  <a:pt x="121056" y="12893"/>
                  <a:pt x="118635" y="17884"/>
                </a:cubicBezTo>
                <a:cubicBezTo>
                  <a:pt x="118366" y="18577"/>
                  <a:pt x="115003" y="31955"/>
                  <a:pt x="108547" y="58018"/>
                </a:cubicBezTo>
                <a:cubicBezTo>
                  <a:pt x="103032" y="81447"/>
                  <a:pt x="99669" y="95241"/>
                  <a:pt x="98459" y="99400"/>
                </a:cubicBezTo>
                <a:cubicBezTo>
                  <a:pt x="94020" y="113263"/>
                  <a:pt x="86286" y="124562"/>
                  <a:pt x="75256" y="133295"/>
                </a:cubicBezTo>
                <a:cubicBezTo>
                  <a:pt x="64227" y="142029"/>
                  <a:pt x="52794" y="146465"/>
                  <a:pt x="40957" y="146604"/>
                </a:cubicBezTo>
                <a:cubicBezTo>
                  <a:pt x="28583" y="146604"/>
                  <a:pt x="18696" y="142722"/>
                  <a:pt x="11299" y="134959"/>
                </a:cubicBezTo>
                <a:cubicBezTo>
                  <a:pt x="3901" y="127196"/>
                  <a:pt x="135" y="117976"/>
                  <a:pt x="0" y="107302"/>
                </a:cubicBezTo>
                <a:lnTo>
                  <a:pt x="0" y="103975"/>
                </a:lnTo>
                <a:cubicBezTo>
                  <a:pt x="0" y="101479"/>
                  <a:pt x="3699" y="84982"/>
                  <a:pt x="11097" y="54483"/>
                </a:cubicBezTo>
                <a:cubicBezTo>
                  <a:pt x="17688" y="26617"/>
                  <a:pt x="20983" y="12269"/>
                  <a:pt x="20983" y="11437"/>
                </a:cubicBezTo>
                <a:cubicBezTo>
                  <a:pt x="20983" y="10467"/>
                  <a:pt x="17150" y="9843"/>
                  <a:pt x="9483" y="95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727C08-FC33-4144-8F2A-8CEC3380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1456" y="6547126"/>
            <a:ext cx="142644" cy="146604"/>
          </a:xfrm>
          <a:custGeom xmlns:a="http://schemas.openxmlformats.org/drawingml/2006/main">
            <a:pathLst>
              <a:path w="142644" h="146604" fill="none">
                <a:moveTo>
                  <a:pt x="9483" y="9566"/>
                </a:moveTo>
                <a:cubicBezTo>
                  <a:pt x="4909" y="9566"/>
                  <a:pt x="2488" y="9288"/>
                  <a:pt x="2219" y="8734"/>
                </a:cubicBezTo>
                <a:cubicBezTo>
                  <a:pt x="2085" y="8457"/>
                  <a:pt x="2018" y="7902"/>
                  <a:pt x="2018" y="7070"/>
                </a:cubicBezTo>
                <a:cubicBezTo>
                  <a:pt x="2018" y="3743"/>
                  <a:pt x="2757" y="1456"/>
                  <a:pt x="4237" y="208"/>
                </a:cubicBezTo>
                <a:cubicBezTo>
                  <a:pt x="4506" y="69"/>
                  <a:pt x="5649" y="0"/>
                  <a:pt x="7667" y="0"/>
                </a:cubicBezTo>
                <a:cubicBezTo>
                  <a:pt x="13182" y="277"/>
                  <a:pt x="22328" y="416"/>
                  <a:pt x="35106" y="416"/>
                </a:cubicBezTo>
                <a:cubicBezTo>
                  <a:pt x="39679" y="416"/>
                  <a:pt x="43916" y="416"/>
                  <a:pt x="47817" y="416"/>
                </a:cubicBezTo>
                <a:cubicBezTo>
                  <a:pt x="51718" y="416"/>
                  <a:pt x="54744" y="347"/>
                  <a:pt x="56896" y="208"/>
                </a:cubicBezTo>
                <a:cubicBezTo>
                  <a:pt x="59048" y="69"/>
                  <a:pt x="60393" y="69"/>
                  <a:pt x="60932" y="208"/>
                </a:cubicBezTo>
                <a:cubicBezTo>
                  <a:pt x="63084" y="208"/>
                  <a:pt x="64160" y="901"/>
                  <a:pt x="64160" y="2287"/>
                </a:cubicBezTo>
                <a:cubicBezTo>
                  <a:pt x="64160" y="2565"/>
                  <a:pt x="64025" y="3535"/>
                  <a:pt x="63756" y="5199"/>
                </a:cubicBezTo>
                <a:cubicBezTo>
                  <a:pt x="63084" y="7555"/>
                  <a:pt x="62411" y="8942"/>
                  <a:pt x="61739" y="9358"/>
                </a:cubicBezTo>
                <a:lnTo>
                  <a:pt x="61335" y="9358"/>
                </a:lnTo>
                <a:cubicBezTo>
                  <a:pt x="61066" y="9358"/>
                  <a:pt x="60730" y="9358"/>
                  <a:pt x="60326" y="9358"/>
                </a:cubicBezTo>
                <a:cubicBezTo>
                  <a:pt x="59923" y="9358"/>
                  <a:pt x="59452" y="9358"/>
                  <a:pt x="58914" y="9358"/>
                </a:cubicBezTo>
                <a:cubicBezTo>
                  <a:pt x="58376" y="9358"/>
                  <a:pt x="57771" y="9427"/>
                  <a:pt x="57098" y="9566"/>
                </a:cubicBezTo>
                <a:cubicBezTo>
                  <a:pt x="56426" y="9704"/>
                  <a:pt x="55820" y="9704"/>
                  <a:pt x="55282" y="9566"/>
                </a:cubicBezTo>
                <a:cubicBezTo>
                  <a:pt x="50036" y="9704"/>
                  <a:pt x="46674" y="9912"/>
                  <a:pt x="45194" y="10190"/>
                </a:cubicBezTo>
                <a:cubicBezTo>
                  <a:pt x="43715" y="10467"/>
                  <a:pt x="42504" y="11229"/>
                  <a:pt x="41563" y="12477"/>
                </a:cubicBezTo>
                <a:cubicBezTo>
                  <a:pt x="41428" y="12754"/>
                  <a:pt x="39545" y="20032"/>
                  <a:pt x="35913" y="34312"/>
                </a:cubicBezTo>
                <a:cubicBezTo>
                  <a:pt x="32282" y="48591"/>
                  <a:pt x="28650" y="63563"/>
                  <a:pt x="25018" y="79229"/>
                </a:cubicBezTo>
                <a:cubicBezTo>
                  <a:pt x="21387" y="94894"/>
                  <a:pt x="19369" y="104113"/>
                  <a:pt x="18965" y="106886"/>
                </a:cubicBezTo>
                <a:cubicBezTo>
                  <a:pt x="18696" y="108827"/>
                  <a:pt x="18562" y="110837"/>
                  <a:pt x="18562" y="112916"/>
                </a:cubicBezTo>
                <a:cubicBezTo>
                  <a:pt x="18562" y="120403"/>
                  <a:pt x="20647" y="126294"/>
                  <a:pt x="24816" y="130592"/>
                </a:cubicBezTo>
                <a:cubicBezTo>
                  <a:pt x="28986" y="134890"/>
                  <a:pt x="34770" y="137038"/>
                  <a:pt x="42168" y="137038"/>
                </a:cubicBezTo>
                <a:cubicBezTo>
                  <a:pt x="51180" y="137038"/>
                  <a:pt x="60192" y="133919"/>
                  <a:pt x="69204" y="127681"/>
                </a:cubicBezTo>
                <a:cubicBezTo>
                  <a:pt x="78216" y="121442"/>
                  <a:pt x="84806" y="112015"/>
                  <a:pt x="88976" y="99400"/>
                </a:cubicBezTo>
                <a:lnTo>
                  <a:pt x="99266" y="57602"/>
                </a:lnTo>
                <a:cubicBezTo>
                  <a:pt x="105588" y="30984"/>
                  <a:pt x="108749" y="17121"/>
                  <a:pt x="108749" y="16012"/>
                </a:cubicBezTo>
                <a:cubicBezTo>
                  <a:pt x="108749" y="12269"/>
                  <a:pt x="104444" y="10120"/>
                  <a:pt x="95836" y="9566"/>
                </a:cubicBezTo>
                <a:cubicBezTo>
                  <a:pt x="92608" y="9566"/>
                  <a:pt x="90994" y="8803"/>
                  <a:pt x="90994" y="7278"/>
                </a:cubicBezTo>
                <a:cubicBezTo>
                  <a:pt x="90994" y="7001"/>
                  <a:pt x="91128" y="6169"/>
                  <a:pt x="91397" y="4783"/>
                </a:cubicBezTo>
                <a:cubicBezTo>
                  <a:pt x="91935" y="2565"/>
                  <a:pt x="92339" y="1248"/>
                  <a:pt x="92608" y="832"/>
                </a:cubicBezTo>
                <a:cubicBezTo>
                  <a:pt x="92877" y="416"/>
                  <a:pt x="93549" y="139"/>
                  <a:pt x="94625" y="0"/>
                </a:cubicBezTo>
                <a:cubicBezTo>
                  <a:pt x="95029" y="0"/>
                  <a:pt x="97181" y="69"/>
                  <a:pt x="101082" y="208"/>
                </a:cubicBezTo>
                <a:cubicBezTo>
                  <a:pt x="104982" y="347"/>
                  <a:pt x="110632" y="485"/>
                  <a:pt x="118030" y="624"/>
                </a:cubicBezTo>
                <a:cubicBezTo>
                  <a:pt x="124889" y="624"/>
                  <a:pt x="130135" y="555"/>
                  <a:pt x="133767" y="416"/>
                </a:cubicBezTo>
                <a:cubicBezTo>
                  <a:pt x="137399" y="277"/>
                  <a:pt x="139349" y="208"/>
                  <a:pt x="139618" y="208"/>
                </a:cubicBezTo>
                <a:cubicBezTo>
                  <a:pt x="141636" y="208"/>
                  <a:pt x="142644" y="901"/>
                  <a:pt x="142644" y="2287"/>
                </a:cubicBezTo>
                <a:cubicBezTo>
                  <a:pt x="142644" y="5337"/>
                  <a:pt x="142106" y="7417"/>
                  <a:pt x="141030" y="8526"/>
                </a:cubicBezTo>
                <a:cubicBezTo>
                  <a:pt x="140627" y="9219"/>
                  <a:pt x="139147" y="9566"/>
                  <a:pt x="136592" y="9566"/>
                </a:cubicBezTo>
                <a:cubicBezTo>
                  <a:pt x="127042" y="10120"/>
                  <a:pt x="121056" y="12893"/>
                  <a:pt x="118635" y="17884"/>
                </a:cubicBezTo>
                <a:cubicBezTo>
                  <a:pt x="118366" y="18577"/>
                  <a:pt x="115003" y="31955"/>
                  <a:pt x="108547" y="58018"/>
                </a:cubicBezTo>
                <a:cubicBezTo>
                  <a:pt x="103032" y="81447"/>
                  <a:pt x="99669" y="95241"/>
                  <a:pt x="98459" y="99400"/>
                </a:cubicBezTo>
                <a:cubicBezTo>
                  <a:pt x="94020" y="113263"/>
                  <a:pt x="86286" y="124562"/>
                  <a:pt x="75256" y="133295"/>
                </a:cubicBezTo>
                <a:cubicBezTo>
                  <a:pt x="64227" y="142029"/>
                  <a:pt x="52794" y="146465"/>
                  <a:pt x="40957" y="146604"/>
                </a:cubicBezTo>
                <a:cubicBezTo>
                  <a:pt x="28583" y="146604"/>
                  <a:pt x="18696" y="142722"/>
                  <a:pt x="11299" y="134959"/>
                </a:cubicBezTo>
                <a:cubicBezTo>
                  <a:pt x="3901" y="127196"/>
                  <a:pt x="135" y="117976"/>
                  <a:pt x="0" y="107302"/>
                </a:cubicBezTo>
                <a:lnTo>
                  <a:pt x="0" y="103975"/>
                </a:lnTo>
                <a:cubicBezTo>
                  <a:pt x="0" y="101479"/>
                  <a:pt x="3699" y="84982"/>
                  <a:pt x="11097" y="54483"/>
                </a:cubicBezTo>
                <a:cubicBezTo>
                  <a:pt x="17688" y="26617"/>
                  <a:pt x="20983" y="12269"/>
                  <a:pt x="20983" y="11437"/>
                </a:cubicBezTo>
                <a:cubicBezTo>
                  <a:pt x="20983" y="10467"/>
                  <a:pt x="17150" y="9843"/>
                  <a:pt x="9483" y="956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10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6D1ED5-18FB-4E82-BFC7-211403BA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9373" y="6622431"/>
            <a:ext cx="60053" cy="101150"/>
          </a:xfrm>
          <a:custGeom xmlns:a="http://schemas.openxmlformats.org/drawingml/2006/main">
            <a:pathLst>
              <a:path w="60053" h="101150">
                <a:moveTo>
                  <a:pt x="8131" y="11909"/>
                </a:moveTo>
                <a:cubicBezTo>
                  <a:pt x="13456" y="3970"/>
                  <a:pt x="20731" y="0"/>
                  <a:pt x="29955" y="0"/>
                </a:cubicBezTo>
                <a:cubicBezTo>
                  <a:pt x="34520" y="0"/>
                  <a:pt x="39085" y="1274"/>
                  <a:pt x="43649" y="3823"/>
                </a:cubicBezTo>
                <a:cubicBezTo>
                  <a:pt x="48214" y="6371"/>
                  <a:pt x="51923" y="10879"/>
                  <a:pt x="54775" y="17348"/>
                </a:cubicBezTo>
                <a:cubicBezTo>
                  <a:pt x="58294" y="25483"/>
                  <a:pt x="60053" y="36657"/>
                  <a:pt x="60053" y="50869"/>
                </a:cubicBezTo>
                <a:cubicBezTo>
                  <a:pt x="60053" y="66061"/>
                  <a:pt x="58009" y="77676"/>
                  <a:pt x="53920" y="85713"/>
                </a:cubicBezTo>
                <a:cubicBezTo>
                  <a:pt x="52018" y="89829"/>
                  <a:pt x="49402" y="93113"/>
                  <a:pt x="46074" y="95563"/>
                </a:cubicBezTo>
                <a:cubicBezTo>
                  <a:pt x="42746" y="98013"/>
                  <a:pt x="39845" y="99533"/>
                  <a:pt x="37373" y="100121"/>
                </a:cubicBezTo>
                <a:cubicBezTo>
                  <a:pt x="34900" y="100709"/>
                  <a:pt x="32475" y="101052"/>
                  <a:pt x="30098" y="101150"/>
                </a:cubicBezTo>
                <a:cubicBezTo>
                  <a:pt x="27625" y="101150"/>
                  <a:pt x="25153" y="100856"/>
                  <a:pt x="22680" y="100268"/>
                </a:cubicBezTo>
                <a:cubicBezTo>
                  <a:pt x="20208" y="99680"/>
                  <a:pt x="17308" y="98111"/>
                  <a:pt x="13979" y="95563"/>
                </a:cubicBezTo>
                <a:cubicBezTo>
                  <a:pt x="10651" y="93015"/>
                  <a:pt x="8036" y="89731"/>
                  <a:pt x="6134" y="85713"/>
                </a:cubicBezTo>
                <a:cubicBezTo>
                  <a:pt x="2045" y="77676"/>
                  <a:pt x="0" y="66061"/>
                  <a:pt x="0" y="50869"/>
                </a:cubicBezTo>
                <a:cubicBezTo>
                  <a:pt x="0" y="33815"/>
                  <a:pt x="2710" y="20828"/>
                  <a:pt x="8131" y="11909"/>
                </a:cubicBezTo>
                <a:close/>
                <a:moveTo>
                  <a:pt x="40226" y="10144"/>
                </a:moveTo>
                <a:cubicBezTo>
                  <a:pt x="37373" y="7008"/>
                  <a:pt x="33997" y="5440"/>
                  <a:pt x="30098" y="5440"/>
                </a:cubicBezTo>
                <a:cubicBezTo>
                  <a:pt x="26104" y="5440"/>
                  <a:pt x="22680" y="7008"/>
                  <a:pt x="19828" y="10144"/>
                </a:cubicBezTo>
                <a:cubicBezTo>
                  <a:pt x="17450" y="12693"/>
                  <a:pt x="15881" y="16221"/>
                  <a:pt x="15120" y="20730"/>
                </a:cubicBezTo>
                <a:cubicBezTo>
                  <a:pt x="14360" y="25238"/>
                  <a:pt x="13979" y="34648"/>
                  <a:pt x="13979" y="48958"/>
                </a:cubicBezTo>
                <a:cubicBezTo>
                  <a:pt x="13979" y="64444"/>
                  <a:pt x="14360" y="74637"/>
                  <a:pt x="15120" y="79538"/>
                </a:cubicBezTo>
                <a:cubicBezTo>
                  <a:pt x="15881" y="84439"/>
                  <a:pt x="17593" y="88310"/>
                  <a:pt x="20255" y="91152"/>
                </a:cubicBezTo>
                <a:cubicBezTo>
                  <a:pt x="22918" y="94093"/>
                  <a:pt x="26199" y="95563"/>
                  <a:pt x="30098" y="95563"/>
                </a:cubicBezTo>
                <a:cubicBezTo>
                  <a:pt x="33902" y="95563"/>
                  <a:pt x="37135" y="94093"/>
                  <a:pt x="39798" y="91152"/>
                </a:cubicBezTo>
                <a:cubicBezTo>
                  <a:pt x="42556" y="88212"/>
                  <a:pt x="44267" y="84095"/>
                  <a:pt x="44933" y="78803"/>
                </a:cubicBezTo>
                <a:cubicBezTo>
                  <a:pt x="45599" y="73510"/>
                  <a:pt x="45979" y="63562"/>
                  <a:pt x="46074" y="48958"/>
                </a:cubicBezTo>
                <a:cubicBezTo>
                  <a:pt x="46074" y="34746"/>
                  <a:pt x="45694" y="25385"/>
                  <a:pt x="44933" y="20877"/>
                </a:cubicBezTo>
                <a:cubicBezTo>
                  <a:pt x="44172" y="16368"/>
                  <a:pt x="42603" y="12791"/>
                  <a:pt x="40226" y="101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9E69B8-A0E4-43BA-A3B0-4E26B5ED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9373" y="6622431"/>
            <a:ext cx="60053" cy="101150"/>
          </a:xfrm>
          <a:custGeom xmlns:a="http://schemas.openxmlformats.org/drawingml/2006/main">
            <a:pathLst>
              <a:path w="60053" h="101150" fill="none">
                <a:moveTo>
                  <a:pt x="8131" y="11909"/>
                </a:moveTo>
                <a:cubicBezTo>
                  <a:pt x="13456" y="3970"/>
                  <a:pt x="20731" y="0"/>
                  <a:pt x="29955" y="0"/>
                </a:cubicBezTo>
                <a:cubicBezTo>
                  <a:pt x="34520" y="0"/>
                  <a:pt x="39085" y="1274"/>
                  <a:pt x="43649" y="3823"/>
                </a:cubicBezTo>
                <a:cubicBezTo>
                  <a:pt x="48214" y="6371"/>
                  <a:pt x="51923" y="10879"/>
                  <a:pt x="54775" y="17348"/>
                </a:cubicBezTo>
                <a:cubicBezTo>
                  <a:pt x="58294" y="25483"/>
                  <a:pt x="60053" y="36657"/>
                  <a:pt x="60053" y="50869"/>
                </a:cubicBezTo>
                <a:cubicBezTo>
                  <a:pt x="60053" y="66061"/>
                  <a:pt x="58009" y="77676"/>
                  <a:pt x="53920" y="85713"/>
                </a:cubicBezTo>
                <a:cubicBezTo>
                  <a:pt x="52018" y="89829"/>
                  <a:pt x="49402" y="93113"/>
                  <a:pt x="46074" y="95563"/>
                </a:cubicBezTo>
                <a:cubicBezTo>
                  <a:pt x="42746" y="98013"/>
                  <a:pt x="39845" y="99533"/>
                  <a:pt x="37373" y="100121"/>
                </a:cubicBezTo>
                <a:cubicBezTo>
                  <a:pt x="34900" y="100709"/>
                  <a:pt x="32475" y="101052"/>
                  <a:pt x="30098" y="101150"/>
                </a:cubicBezTo>
                <a:cubicBezTo>
                  <a:pt x="27625" y="101150"/>
                  <a:pt x="25153" y="100856"/>
                  <a:pt x="22680" y="100268"/>
                </a:cubicBezTo>
                <a:cubicBezTo>
                  <a:pt x="20208" y="99680"/>
                  <a:pt x="17308" y="98111"/>
                  <a:pt x="13979" y="95563"/>
                </a:cubicBezTo>
                <a:cubicBezTo>
                  <a:pt x="10651" y="93015"/>
                  <a:pt x="8036" y="89731"/>
                  <a:pt x="6134" y="85713"/>
                </a:cubicBezTo>
                <a:cubicBezTo>
                  <a:pt x="2045" y="77676"/>
                  <a:pt x="0" y="66061"/>
                  <a:pt x="0" y="50869"/>
                </a:cubicBezTo>
                <a:cubicBezTo>
                  <a:pt x="0" y="33815"/>
                  <a:pt x="2710" y="20828"/>
                  <a:pt x="8131" y="11909"/>
                </a:cubicBezTo>
                <a:close/>
                <a:moveTo>
                  <a:pt x="40226" y="10144"/>
                </a:moveTo>
                <a:cubicBezTo>
                  <a:pt x="37373" y="7008"/>
                  <a:pt x="33997" y="5440"/>
                  <a:pt x="30098" y="5440"/>
                </a:cubicBezTo>
                <a:cubicBezTo>
                  <a:pt x="26104" y="5440"/>
                  <a:pt x="22680" y="7008"/>
                  <a:pt x="19828" y="10144"/>
                </a:cubicBezTo>
                <a:cubicBezTo>
                  <a:pt x="17450" y="12693"/>
                  <a:pt x="15881" y="16221"/>
                  <a:pt x="15120" y="20730"/>
                </a:cubicBezTo>
                <a:cubicBezTo>
                  <a:pt x="14360" y="25238"/>
                  <a:pt x="13979" y="34648"/>
                  <a:pt x="13979" y="48958"/>
                </a:cubicBezTo>
                <a:cubicBezTo>
                  <a:pt x="13979" y="64444"/>
                  <a:pt x="14360" y="74637"/>
                  <a:pt x="15120" y="79538"/>
                </a:cubicBezTo>
                <a:cubicBezTo>
                  <a:pt x="15881" y="84439"/>
                  <a:pt x="17593" y="88310"/>
                  <a:pt x="20255" y="91152"/>
                </a:cubicBezTo>
                <a:cubicBezTo>
                  <a:pt x="22918" y="94093"/>
                  <a:pt x="26199" y="95563"/>
                  <a:pt x="30098" y="95563"/>
                </a:cubicBezTo>
                <a:cubicBezTo>
                  <a:pt x="33902" y="95563"/>
                  <a:pt x="37135" y="94093"/>
                  <a:pt x="39798" y="91152"/>
                </a:cubicBezTo>
                <a:cubicBezTo>
                  <a:pt x="42556" y="88212"/>
                  <a:pt x="44267" y="84095"/>
                  <a:pt x="44933" y="78803"/>
                </a:cubicBezTo>
                <a:cubicBezTo>
                  <a:pt x="45599" y="73510"/>
                  <a:pt x="45979" y="63562"/>
                  <a:pt x="46074" y="48958"/>
                </a:cubicBezTo>
                <a:cubicBezTo>
                  <a:pt x="46074" y="34746"/>
                  <a:pt x="45694" y="25385"/>
                  <a:pt x="44933" y="20877"/>
                </a:cubicBezTo>
                <a:cubicBezTo>
                  <a:pt x="44172" y="16368"/>
                  <a:pt x="42603" y="12791"/>
                  <a:pt x="40226" y="101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10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F38F05-307B-45FC-984C-8442EEAB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258" y="6702557"/>
            <a:ext cx="18829" cy="46409"/>
          </a:xfrm>
          <a:custGeom xmlns:a="http://schemas.openxmlformats.org/drawingml/2006/main">
            <a:pathLst>
              <a:path w="18829" h="46409">
                <a:moveTo>
                  <a:pt x="0" y="12644"/>
                </a:moveTo>
                <a:cubicBezTo>
                  <a:pt x="0" y="12644"/>
                  <a:pt x="0" y="11419"/>
                  <a:pt x="0" y="8968"/>
                </a:cubicBezTo>
                <a:cubicBezTo>
                  <a:pt x="0" y="6518"/>
                  <a:pt x="761" y="4411"/>
                  <a:pt x="2282" y="2646"/>
                </a:cubicBezTo>
                <a:cubicBezTo>
                  <a:pt x="3804" y="882"/>
                  <a:pt x="5848" y="0"/>
                  <a:pt x="8416" y="0"/>
                </a:cubicBezTo>
                <a:cubicBezTo>
                  <a:pt x="11079" y="0"/>
                  <a:pt x="13456" y="1225"/>
                  <a:pt x="15548" y="3676"/>
                </a:cubicBezTo>
                <a:cubicBezTo>
                  <a:pt x="17640" y="6126"/>
                  <a:pt x="18734" y="10438"/>
                  <a:pt x="18829" y="16613"/>
                </a:cubicBezTo>
                <a:cubicBezTo>
                  <a:pt x="18829" y="20044"/>
                  <a:pt x="18401" y="23376"/>
                  <a:pt x="17545" y="26611"/>
                </a:cubicBezTo>
                <a:cubicBezTo>
                  <a:pt x="16689" y="29845"/>
                  <a:pt x="15691" y="32638"/>
                  <a:pt x="14550" y="34991"/>
                </a:cubicBezTo>
                <a:cubicBezTo>
                  <a:pt x="13409" y="37343"/>
                  <a:pt x="12172" y="39352"/>
                  <a:pt x="10841" y="41019"/>
                </a:cubicBezTo>
                <a:cubicBezTo>
                  <a:pt x="9510" y="42685"/>
                  <a:pt x="8368" y="44008"/>
                  <a:pt x="7418" y="44988"/>
                </a:cubicBezTo>
                <a:cubicBezTo>
                  <a:pt x="6467" y="45968"/>
                  <a:pt x="5848" y="46409"/>
                  <a:pt x="5563" y="46311"/>
                </a:cubicBezTo>
                <a:cubicBezTo>
                  <a:pt x="5183" y="46311"/>
                  <a:pt x="4565" y="45870"/>
                  <a:pt x="3709" y="44988"/>
                </a:cubicBezTo>
                <a:cubicBezTo>
                  <a:pt x="2853" y="44106"/>
                  <a:pt x="2425" y="43469"/>
                  <a:pt x="2425" y="43077"/>
                </a:cubicBezTo>
                <a:cubicBezTo>
                  <a:pt x="2425" y="42685"/>
                  <a:pt x="2948" y="41901"/>
                  <a:pt x="3994" y="40725"/>
                </a:cubicBezTo>
                <a:cubicBezTo>
                  <a:pt x="5040" y="39548"/>
                  <a:pt x="6229" y="38078"/>
                  <a:pt x="7560" y="36314"/>
                </a:cubicBezTo>
                <a:cubicBezTo>
                  <a:pt x="8891" y="34550"/>
                  <a:pt x="10128" y="32099"/>
                  <a:pt x="11269" y="28963"/>
                </a:cubicBezTo>
                <a:cubicBezTo>
                  <a:pt x="12410" y="25827"/>
                  <a:pt x="13171" y="22249"/>
                  <a:pt x="13551" y="18230"/>
                </a:cubicBezTo>
                <a:lnTo>
                  <a:pt x="13551" y="16466"/>
                </a:lnTo>
                <a:lnTo>
                  <a:pt x="13409" y="16613"/>
                </a:lnTo>
                <a:cubicBezTo>
                  <a:pt x="13218" y="16711"/>
                  <a:pt x="12981" y="16809"/>
                  <a:pt x="12695" y="16907"/>
                </a:cubicBezTo>
                <a:cubicBezTo>
                  <a:pt x="12410" y="17005"/>
                  <a:pt x="12125" y="17152"/>
                  <a:pt x="11839" y="17348"/>
                </a:cubicBezTo>
                <a:cubicBezTo>
                  <a:pt x="11554" y="17544"/>
                  <a:pt x="11126" y="17642"/>
                  <a:pt x="10556" y="17642"/>
                </a:cubicBezTo>
                <a:cubicBezTo>
                  <a:pt x="9985" y="17642"/>
                  <a:pt x="9415" y="17691"/>
                  <a:pt x="8844" y="17789"/>
                </a:cubicBezTo>
                <a:cubicBezTo>
                  <a:pt x="6276" y="17789"/>
                  <a:pt x="4184" y="16956"/>
                  <a:pt x="2568" y="15290"/>
                </a:cubicBezTo>
                <a:lnTo>
                  <a:pt x="0" y="126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9682E2-9480-4D5F-A869-E586CD0F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258" y="6702557"/>
            <a:ext cx="18829" cy="46409"/>
          </a:xfrm>
          <a:custGeom xmlns:a="http://schemas.openxmlformats.org/drawingml/2006/main">
            <a:pathLst>
              <a:path w="18829" h="46409" fill="none">
                <a:moveTo>
                  <a:pt x="0" y="12644"/>
                </a:moveTo>
                <a:cubicBezTo>
                  <a:pt x="0" y="12644"/>
                  <a:pt x="0" y="11419"/>
                  <a:pt x="0" y="8968"/>
                </a:cubicBezTo>
                <a:cubicBezTo>
                  <a:pt x="0" y="6518"/>
                  <a:pt x="761" y="4411"/>
                  <a:pt x="2282" y="2646"/>
                </a:cubicBezTo>
                <a:cubicBezTo>
                  <a:pt x="3804" y="882"/>
                  <a:pt x="5848" y="0"/>
                  <a:pt x="8416" y="0"/>
                </a:cubicBezTo>
                <a:cubicBezTo>
                  <a:pt x="11079" y="0"/>
                  <a:pt x="13456" y="1225"/>
                  <a:pt x="15548" y="3676"/>
                </a:cubicBezTo>
                <a:cubicBezTo>
                  <a:pt x="17640" y="6126"/>
                  <a:pt x="18734" y="10438"/>
                  <a:pt x="18829" y="16613"/>
                </a:cubicBezTo>
                <a:cubicBezTo>
                  <a:pt x="18829" y="20044"/>
                  <a:pt x="18401" y="23376"/>
                  <a:pt x="17545" y="26611"/>
                </a:cubicBezTo>
                <a:cubicBezTo>
                  <a:pt x="16689" y="29845"/>
                  <a:pt x="15691" y="32638"/>
                  <a:pt x="14550" y="34991"/>
                </a:cubicBezTo>
                <a:cubicBezTo>
                  <a:pt x="13409" y="37343"/>
                  <a:pt x="12172" y="39352"/>
                  <a:pt x="10841" y="41019"/>
                </a:cubicBezTo>
                <a:cubicBezTo>
                  <a:pt x="9510" y="42685"/>
                  <a:pt x="8368" y="44008"/>
                  <a:pt x="7418" y="44988"/>
                </a:cubicBezTo>
                <a:cubicBezTo>
                  <a:pt x="6467" y="45968"/>
                  <a:pt x="5848" y="46409"/>
                  <a:pt x="5563" y="46311"/>
                </a:cubicBezTo>
                <a:cubicBezTo>
                  <a:pt x="5183" y="46311"/>
                  <a:pt x="4565" y="45870"/>
                  <a:pt x="3709" y="44988"/>
                </a:cubicBezTo>
                <a:cubicBezTo>
                  <a:pt x="2853" y="44106"/>
                  <a:pt x="2425" y="43469"/>
                  <a:pt x="2425" y="43077"/>
                </a:cubicBezTo>
                <a:cubicBezTo>
                  <a:pt x="2425" y="42685"/>
                  <a:pt x="2948" y="41901"/>
                  <a:pt x="3994" y="40725"/>
                </a:cubicBezTo>
                <a:cubicBezTo>
                  <a:pt x="5040" y="39548"/>
                  <a:pt x="6229" y="38078"/>
                  <a:pt x="7560" y="36314"/>
                </a:cubicBezTo>
                <a:cubicBezTo>
                  <a:pt x="8891" y="34550"/>
                  <a:pt x="10128" y="32099"/>
                  <a:pt x="11269" y="28963"/>
                </a:cubicBezTo>
                <a:cubicBezTo>
                  <a:pt x="12410" y="25827"/>
                  <a:pt x="13171" y="22249"/>
                  <a:pt x="13551" y="18230"/>
                </a:cubicBezTo>
                <a:lnTo>
                  <a:pt x="13551" y="16466"/>
                </a:lnTo>
                <a:lnTo>
                  <a:pt x="13409" y="16613"/>
                </a:lnTo>
                <a:cubicBezTo>
                  <a:pt x="13218" y="16711"/>
                  <a:pt x="12981" y="16809"/>
                  <a:pt x="12695" y="16907"/>
                </a:cubicBezTo>
                <a:cubicBezTo>
                  <a:pt x="12410" y="17005"/>
                  <a:pt x="12125" y="17152"/>
                  <a:pt x="11839" y="17348"/>
                </a:cubicBezTo>
                <a:cubicBezTo>
                  <a:pt x="11554" y="17544"/>
                  <a:pt x="11126" y="17642"/>
                  <a:pt x="10556" y="17642"/>
                </a:cubicBezTo>
                <a:cubicBezTo>
                  <a:pt x="9985" y="17642"/>
                  <a:pt x="9415" y="17691"/>
                  <a:pt x="8844" y="17789"/>
                </a:cubicBezTo>
                <a:cubicBezTo>
                  <a:pt x="6276" y="17789"/>
                  <a:pt x="4184" y="16956"/>
                  <a:pt x="2568" y="15290"/>
                </a:cubicBezTo>
                <a:lnTo>
                  <a:pt x="0" y="126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10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61CC79-E0D4-414E-90E3-596AD8DF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0350" y="6622431"/>
            <a:ext cx="60053" cy="101150"/>
          </a:xfrm>
          <a:custGeom xmlns:a="http://schemas.openxmlformats.org/drawingml/2006/main">
            <a:pathLst>
              <a:path w="60053" h="101150">
                <a:moveTo>
                  <a:pt x="8131" y="11909"/>
                </a:moveTo>
                <a:cubicBezTo>
                  <a:pt x="13456" y="3970"/>
                  <a:pt x="20731" y="0"/>
                  <a:pt x="29955" y="0"/>
                </a:cubicBezTo>
                <a:cubicBezTo>
                  <a:pt x="34520" y="0"/>
                  <a:pt x="39085" y="1274"/>
                  <a:pt x="43649" y="3823"/>
                </a:cubicBezTo>
                <a:cubicBezTo>
                  <a:pt x="48214" y="6371"/>
                  <a:pt x="51923" y="10879"/>
                  <a:pt x="54775" y="17348"/>
                </a:cubicBezTo>
                <a:cubicBezTo>
                  <a:pt x="58294" y="25483"/>
                  <a:pt x="60053" y="36657"/>
                  <a:pt x="60053" y="50869"/>
                </a:cubicBezTo>
                <a:cubicBezTo>
                  <a:pt x="60053" y="66061"/>
                  <a:pt x="58009" y="77676"/>
                  <a:pt x="53920" y="85713"/>
                </a:cubicBezTo>
                <a:cubicBezTo>
                  <a:pt x="52018" y="89829"/>
                  <a:pt x="49402" y="93113"/>
                  <a:pt x="46074" y="95563"/>
                </a:cubicBezTo>
                <a:cubicBezTo>
                  <a:pt x="42746" y="98013"/>
                  <a:pt x="39845" y="99533"/>
                  <a:pt x="37373" y="100121"/>
                </a:cubicBezTo>
                <a:cubicBezTo>
                  <a:pt x="34900" y="100709"/>
                  <a:pt x="32475" y="101052"/>
                  <a:pt x="30098" y="101150"/>
                </a:cubicBezTo>
                <a:cubicBezTo>
                  <a:pt x="27625" y="101150"/>
                  <a:pt x="25153" y="100856"/>
                  <a:pt x="22680" y="100268"/>
                </a:cubicBezTo>
                <a:cubicBezTo>
                  <a:pt x="20208" y="99680"/>
                  <a:pt x="17308" y="98111"/>
                  <a:pt x="13979" y="95563"/>
                </a:cubicBezTo>
                <a:cubicBezTo>
                  <a:pt x="10651" y="93015"/>
                  <a:pt x="8036" y="89731"/>
                  <a:pt x="6134" y="85713"/>
                </a:cubicBezTo>
                <a:cubicBezTo>
                  <a:pt x="2045" y="77676"/>
                  <a:pt x="0" y="66061"/>
                  <a:pt x="0" y="50869"/>
                </a:cubicBezTo>
                <a:cubicBezTo>
                  <a:pt x="0" y="33815"/>
                  <a:pt x="2710" y="20828"/>
                  <a:pt x="8131" y="11909"/>
                </a:cubicBezTo>
                <a:close/>
                <a:moveTo>
                  <a:pt x="40226" y="10144"/>
                </a:moveTo>
                <a:cubicBezTo>
                  <a:pt x="37373" y="7008"/>
                  <a:pt x="33997" y="5440"/>
                  <a:pt x="30098" y="5440"/>
                </a:cubicBezTo>
                <a:cubicBezTo>
                  <a:pt x="26104" y="5440"/>
                  <a:pt x="22680" y="7008"/>
                  <a:pt x="19828" y="10144"/>
                </a:cubicBezTo>
                <a:cubicBezTo>
                  <a:pt x="17450" y="12693"/>
                  <a:pt x="15881" y="16221"/>
                  <a:pt x="15120" y="20730"/>
                </a:cubicBezTo>
                <a:cubicBezTo>
                  <a:pt x="14360" y="25238"/>
                  <a:pt x="13979" y="34648"/>
                  <a:pt x="13979" y="48958"/>
                </a:cubicBezTo>
                <a:cubicBezTo>
                  <a:pt x="13979" y="64444"/>
                  <a:pt x="14360" y="74637"/>
                  <a:pt x="15120" y="79538"/>
                </a:cubicBezTo>
                <a:cubicBezTo>
                  <a:pt x="15881" y="84439"/>
                  <a:pt x="17593" y="88310"/>
                  <a:pt x="20255" y="91152"/>
                </a:cubicBezTo>
                <a:cubicBezTo>
                  <a:pt x="22918" y="94093"/>
                  <a:pt x="26199" y="95563"/>
                  <a:pt x="30098" y="95563"/>
                </a:cubicBezTo>
                <a:cubicBezTo>
                  <a:pt x="33902" y="95563"/>
                  <a:pt x="37135" y="94093"/>
                  <a:pt x="39798" y="91152"/>
                </a:cubicBezTo>
                <a:cubicBezTo>
                  <a:pt x="42556" y="88212"/>
                  <a:pt x="44267" y="84095"/>
                  <a:pt x="44933" y="78803"/>
                </a:cubicBezTo>
                <a:cubicBezTo>
                  <a:pt x="45599" y="73510"/>
                  <a:pt x="45979" y="63562"/>
                  <a:pt x="46074" y="48958"/>
                </a:cubicBezTo>
                <a:cubicBezTo>
                  <a:pt x="46074" y="34746"/>
                  <a:pt x="45694" y="25385"/>
                  <a:pt x="44933" y="20877"/>
                </a:cubicBezTo>
                <a:cubicBezTo>
                  <a:pt x="44172" y="16368"/>
                  <a:pt x="42603" y="12791"/>
                  <a:pt x="40226" y="101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54350E-D4FA-4611-AE47-D8C6BB90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0350" y="6622431"/>
            <a:ext cx="60053" cy="101150"/>
          </a:xfrm>
          <a:custGeom xmlns:a="http://schemas.openxmlformats.org/drawingml/2006/main">
            <a:pathLst>
              <a:path w="60053" h="101150" fill="none">
                <a:moveTo>
                  <a:pt x="8131" y="11909"/>
                </a:moveTo>
                <a:cubicBezTo>
                  <a:pt x="13456" y="3970"/>
                  <a:pt x="20731" y="0"/>
                  <a:pt x="29955" y="0"/>
                </a:cubicBezTo>
                <a:cubicBezTo>
                  <a:pt x="34520" y="0"/>
                  <a:pt x="39085" y="1274"/>
                  <a:pt x="43649" y="3823"/>
                </a:cubicBezTo>
                <a:cubicBezTo>
                  <a:pt x="48214" y="6371"/>
                  <a:pt x="51923" y="10879"/>
                  <a:pt x="54775" y="17348"/>
                </a:cubicBezTo>
                <a:cubicBezTo>
                  <a:pt x="58294" y="25483"/>
                  <a:pt x="60053" y="36657"/>
                  <a:pt x="60053" y="50869"/>
                </a:cubicBezTo>
                <a:cubicBezTo>
                  <a:pt x="60053" y="66061"/>
                  <a:pt x="58009" y="77676"/>
                  <a:pt x="53920" y="85713"/>
                </a:cubicBezTo>
                <a:cubicBezTo>
                  <a:pt x="52018" y="89829"/>
                  <a:pt x="49402" y="93113"/>
                  <a:pt x="46074" y="95563"/>
                </a:cubicBezTo>
                <a:cubicBezTo>
                  <a:pt x="42746" y="98013"/>
                  <a:pt x="39845" y="99533"/>
                  <a:pt x="37373" y="100121"/>
                </a:cubicBezTo>
                <a:cubicBezTo>
                  <a:pt x="34900" y="100709"/>
                  <a:pt x="32475" y="101052"/>
                  <a:pt x="30098" y="101150"/>
                </a:cubicBezTo>
                <a:cubicBezTo>
                  <a:pt x="27625" y="101150"/>
                  <a:pt x="25153" y="100856"/>
                  <a:pt x="22680" y="100268"/>
                </a:cubicBezTo>
                <a:cubicBezTo>
                  <a:pt x="20208" y="99680"/>
                  <a:pt x="17308" y="98111"/>
                  <a:pt x="13979" y="95563"/>
                </a:cubicBezTo>
                <a:cubicBezTo>
                  <a:pt x="10651" y="93015"/>
                  <a:pt x="8036" y="89731"/>
                  <a:pt x="6134" y="85713"/>
                </a:cubicBezTo>
                <a:cubicBezTo>
                  <a:pt x="2045" y="77676"/>
                  <a:pt x="0" y="66061"/>
                  <a:pt x="0" y="50869"/>
                </a:cubicBezTo>
                <a:cubicBezTo>
                  <a:pt x="0" y="33815"/>
                  <a:pt x="2710" y="20828"/>
                  <a:pt x="8131" y="11909"/>
                </a:cubicBezTo>
                <a:close/>
                <a:moveTo>
                  <a:pt x="40226" y="10144"/>
                </a:moveTo>
                <a:cubicBezTo>
                  <a:pt x="37373" y="7008"/>
                  <a:pt x="33997" y="5440"/>
                  <a:pt x="30098" y="5440"/>
                </a:cubicBezTo>
                <a:cubicBezTo>
                  <a:pt x="26104" y="5440"/>
                  <a:pt x="22680" y="7008"/>
                  <a:pt x="19828" y="10144"/>
                </a:cubicBezTo>
                <a:cubicBezTo>
                  <a:pt x="17450" y="12693"/>
                  <a:pt x="15881" y="16221"/>
                  <a:pt x="15120" y="20730"/>
                </a:cubicBezTo>
                <a:cubicBezTo>
                  <a:pt x="14360" y="25238"/>
                  <a:pt x="13979" y="34648"/>
                  <a:pt x="13979" y="48958"/>
                </a:cubicBezTo>
                <a:cubicBezTo>
                  <a:pt x="13979" y="64444"/>
                  <a:pt x="14360" y="74637"/>
                  <a:pt x="15120" y="79538"/>
                </a:cubicBezTo>
                <a:cubicBezTo>
                  <a:pt x="15881" y="84439"/>
                  <a:pt x="17593" y="88310"/>
                  <a:pt x="20255" y="91152"/>
                </a:cubicBezTo>
                <a:cubicBezTo>
                  <a:pt x="22918" y="94093"/>
                  <a:pt x="26199" y="95563"/>
                  <a:pt x="30098" y="95563"/>
                </a:cubicBezTo>
                <a:cubicBezTo>
                  <a:pt x="33902" y="95563"/>
                  <a:pt x="37135" y="94093"/>
                  <a:pt x="39798" y="91152"/>
                </a:cubicBezTo>
                <a:cubicBezTo>
                  <a:pt x="42556" y="88212"/>
                  <a:pt x="44267" y="84095"/>
                  <a:pt x="44933" y="78803"/>
                </a:cubicBezTo>
                <a:cubicBezTo>
                  <a:pt x="45599" y="73510"/>
                  <a:pt x="45979" y="63562"/>
                  <a:pt x="46074" y="48958"/>
                </a:cubicBezTo>
                <a:cubicBezTo>
                  <a:pt x="46074" y="34746"/>
                  <a:pt x="45694" y="25385"/>
                  <a:pt x="44933" y="20877"/>
                </a:cubicBezTo>
                <a:cubicBezTo>
                  <a:pt x="44172" y="16368"/>
                  <a:pt x="42603" y="12791"/>
                  <a:pt x="40226" y="101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10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63F900-1975-4F07-8065-6A660D03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0238" y="6533297"/>
            <a:ext cx="8070" cy="207741"/>
          </a:xfrm>
          <a:custGeom xmlns:a="http://schemas.openxmlformats.org/drawingml/2006/main">
            <a:pathLst>
              <a:path w="8070" h="207741">
                <a:moveTo>
                  <a:pt x="4035" y="207741"/>
                </a:moveTo>
                <a:lnTo>
                  <a:pt x="3632" y="207741"/>
                </a:lnTo>
                <a:cubicBezTo>
                  <a:pt x="2018" y="207741"/>
                  <a:pt x="807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47" y="901"/>
                  <a:pt x="2825" y="0"/>
                  <a:pt x="4035" y="0"/>
                </a:cubicBezTo>
                <a:cubicBezTo>
                  <a:pt x="5784" y="0"/>
                  <a:pt x="7129" y="1040"/>
                  <a:pt x="8070" y="3119"/>
                </a:cubicBezTo>
                <a:lnTo>
                  <a:pt x="8070" y="204830"/>
                </a:lnTo>
                <a:cubicBezTo>
                  <a:pt x="6994" y="206771"/>
                  <a:pt x="5784" y="207741"/>
                  <a:pt x="4439" y="207741"/>
                </a:cubicBezTo>
                <a:lnTo>
                  <a:pt x="4035" y="2077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9D756C-4E9F-4F05-BBF9-C426FD1E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0238" y="6533297"/>
            <a:ext cx="8070" cy="207741"/>
          </a:xfrm>
          <a:custGeom xmlns:a="http://schemas.openxmlformats.org/drawingml/2006/main">
            <a:pathLst>
              <a:path w="8070" h="207741" fill="none">
                <a:moveTo>
                  <a:pt x="4035" y="207741"/>
                </a:moveTo>
                <a:lnTo>
                  <a:pt x="3632" y="207741"/>
                </a:lnTo>
                <a:cubicBezTo>
                  <a:pt x="2018" y="207741"/>
                  <a:pt x="807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47" y="901"/>
                  <a:pt x="2825" y="0"/>
                  <a:pt x="4035" y="0"/>
                </a:cubicBezTo>
                <a:cubicBezTo>
                  <a:pt x="5784" y="0"/>
                  <a:pt x="7129" y="1040"/>
                  <a:pt x="8070" y="3119"/>
                </a:cubicBezTo>
                <a:lnTo>
                  <a:pt x="8070" y="204830"/>
                </a:lnTo>
                <a:cubicBezTo>
                  <a:pt x="6994" y="206771"/>
                  <a:pt x="5784" y="207741"/>
                  <a:pt x="4439" y="207741"/>
                </a:cubicBezTo>
                <a:lnTo>
                  <a:pt x="4035" y="2077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10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362A5D-3749-48FD-BBCB-4946FE1C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327" y="6533297"/>
            <a:ext cx="8070" cy="207741"/>
          </a:xfrm>
          <a:custGeom xmlns:a="http://schemas.openxmlformats.org/drawingml/2006/main">
            <a:pathLst>
              <a:path w="8070" h="207741">
                <a:moveTo>
                  <a:pt x="4035" y="207741"/>
                </a:moveTo>
                <a:lnTo>
                  <a:pt x="3632" y="207741"/>
                </a:lnTo>
                <a:cubicBezTo>
                  <a:pt x="2018" y="207741"/>
                  <a:pt x="807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47" y="901"/>
                  <a:pt x="2825" y="0"/>
                  <a:pt x="4035" y="0"/>
                </a:cubicBezTo>
                <a:cubicBezTo>
                  <a:pt x="5784" y="0"/>
                  <a:pt x="7129" y="1040"/>
                  <a:pt x="8070" y="3119"/>
                </a:cubicBezTo>
                <a:lnTo>
                  <a:pt x="8070" y="204830"/>
                </a:lnTo>
                <a:cubicBezTo>
                  <a:pt x="6994" y="206771"/>
                  <a:pt x="5784" y="207741"/>
                  <a:pt x="4439" y="207741"/>
                </a:cubicBezTo>
                <a:lnTo>
                  <a:pt x="4035" y="2077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6D399D-12F8-4817-A537-B0D37CEA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327" y="6533297"/>
            <a:ext cx="8070" cy="207741"/>
          </a:xfrm>
          <a:custGeom xmlns:a="http://schemas.openxmlformats.org/drawingml/2006/main">
            <a:pathLst>
              <a:path w="8070" h="207741" fill="none">
                <a:moveTo>
                  <a:pt x="4035" y="207741"/>
                </a:moveTo>
                <a:lnTo>
                  <a:pt x="3632" y="207741"/>
                </a:lnTo>
                <a:cubicBezTo>
                  <a:pt x="2018" y="207741"/>
                  <a:pt x="807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47" y="901"/>
                  <a:pt x="2825" y="0"/>
                  <a:pt x="4035" y="0"/>
                </a:cubicBezTo>
                <a:cubicBezTo>
                  <a:pt x="5784" y="0"/>
                  <a:pt x="7129" y="1040"/>
                  <a:pt x="8070" y="3119"/>
                </a:cubicBezTo>
                <a:lnTo>
                  <a:pt x="8070" y="204830"/>
                </a:lnTo>
                <a:cubicBezTo>
                  <a:pt x="6994" y="206771"/>
                  <a:pt x="5784" y="207741"/>
                  <a:pt x="4439" y="207741"/>
                </a:cubicBezTo>
                <a:lnTo>
                  <a:pt x="4035" y="2077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10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5A0E1D-59CE-4600-9419-B1F24E54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0513" y="6547126"/>
            <a:ext cx="142644" cy="146604"/>
          </a:xfrm>
          <a:custGeom xmlns:a="http://schemas.openxmlformats.org/drawingml/2006/main">
            <a:pathLst>
              <a:path w="142644" h="146604">
                <a:moveTo>
                  <a:pt x="9483" y="9566"/>
                </a:moveTo>
                <a:cubicBezTo>
                  <a:pt x="4909" y="9566"/>
                  <a:pt x="2488" y="9288"/>
                  <a:pt x="2219" y="8734"/>
                </a:cubicBezTo>
                <a:cubicBezTo>
                  <a:pt x="2085" y="8457"/>
                  <a:pt x="2018" y="7902"/>
                  <a:pt x="2018" y="7070"/>
                </a:cubicBezTo>
                <a:cubicBezTo>
                  <a:pt x="2018" y="3743"/>
                  <a:pt x="2757" y="1456"/>
                  <a:pt x="4237" y="208"/>
                </a:cubicBezTo>
                <a:cubicBezTo>
                  <a:pt x="4506" y="69"/>
                  <a:pt x="5649" y="0"/>
                  <a:pt x="7667" y="0"/>
                </a:cubicBezTo>
                <a:cubicBezTo>
                  <a:pt x="13182" y="277"/>
                  <a:pt x="22328" y="416"/>
                  <a:pt x="35106" y="416"/>
                </a:cubicBezTo>
                <a:cubicBezTo>
                  <a:pt x="39679" y="416"/>
                  <a:pt x="43916" y="416"/>
                  <a:pt x="47817" y="416"/>
                </a:cubicBezTo>
                <a:cubicBezTo>
                  <a:pt x="51718" y="416"/>
                  <a:pt x="54744" y="347"/>
                  <a:pt x="56896" y="208"/>
                </a:cubicBezTo>
                <a:cubicBezTo>
                  <a:pt x="59048" y="69"/>
                  <a:pt x="60393" y="69"/>
                  <a:pt x="60932" y="208"/>
                </a:cubicBezTo>
                <a:cubicBezTo>
                  <a:pt x="63084" y="208"/>
                  <a:pt x="64160" y="901"/>
                  <a:pt x="64160" y="2287"/>
                </a:cubicBezTo>
                <a:cubicBezTo>
                  <a:pt x="64160" y="2565"/>
                  <a:pt x="64025" y="3535"/>
                  <a:pt x="63756" y="5199"/>
                </a:cubicBezTo>
                <a:cubicBezTo>
                  <a:pt x="63084" y="7555"/>
                  <a:pt x="62411" y="8942"/>
                  <a:pt x="61739" y="9358"/>
                </a:cubicBezTo>
                <a:lnTo>
                  <a:pt x="61335" y="9358"/>
                </a:lnTo>
                <a:cubicBezTo>
                  <a:pt x="61066" y="9358"/>
                  <a:pt x="60730" y="9358"/>
                  <a:pt x="60326" y="9358"/>
                </a:cubicBezTo>
                <a:cubicBezTo>
                  <a:pt x="59923" y="9358"/>
                  <a:pt x="59452" y="9358"/>
                  <a:pt x="58914" y="9358"/>
                </a:cubicBezTo>
                <a:cubicBezTo>
                  <a:pt x="58376" y="9358"/>
                  <a:pt x="57771" y="9427"/>
                  <a:pt x="57098" y="9566"/>
                </a:cubicBezTo>
                <a:cubicBezTo>
                  <a:pt x="56426" y="9704"/>
                  <a:pt x="55820" y="9704"/>
                  <a:pt x="55282" y="9566"/>
                </a:cubicBezTo>
                <a:cubicBezTo>
                  <a:pt x="50036" y="9704"/>
                  <a:pt x="46674" y="9912"/>
                  <a:pt x="45194" y="10190"/>
                </a:cubicBezTo>
                <a:cubicBezTo>
                  <a:pt x="43715" y="10467"/>
                  <a:pt x="42504" y="11229"/>
                  <a:pt x="41563" y="12477"/>
                </a:cubicBezTo>
                <a:cubicBezTo>
                  <a:pt x="41428" y="12754"/>
                  <a:pt x="39545" y="20032"/>
                  <a:pt x="35913" y="34312"/>
                </a:cubicBezTo>
                <a:cubicBezTo>
                  <a:pt x="32282" y="48591"/>
                  <a:pt x="28650" y="63563"/>
                  <a:pt x="25018" y="79229"/>
                </a:cubicBezTo>
                <a:cubicBezTo>
                  <a:pt x="21387" y="94894"/>
                  <a:pt x="19369" y="104113"/>
                  <a:pt x="18965" y="106886"/>
                </a:cubicBezTo>
                <a:cubicBezTo>
                  <a:pt x="18696" y="108827"/>
                  <a:pt x="18562" y="110837"/>
                  <a:pt x="18562" y="112916"/>
                </a:cubicBezTo>
                <a:cubicBezTo>
                  <a:pt x="18562" y="120403"/>
                  <a:pt x="20647" y="126294"/>
                  <a:pt x="24816" y="130592"/>
                </a:cubicBezTo>
                <a:cubicBezTo>
                  <a:pt x="28986" y="134890"/>
                  <a:pt x="34770" y="137038"/>
                  <a:pt x="42168" y="137038"/>
                </a:cubicBezTo>
                <a:cubicBezTo>
                  <a:pt x="51180" y="137038"/>
                  <a:pt x="60192" y="133919"/>
                  <a:pt x="69204" y="127681"/>
                </a:cubicBezTo>
                <a:cubicBezTo>
                  <a:pt x="78216" y="121442"/>
                  <a:pt x="84806" y="112015"/>
                  <a:pt x="88976" y="99400"/>
                </a:cubicBezTo>
                <a:lnTo>
                  <a:pt x="99266" y="57602"/>
                </a:lnTo>
                <a:cubicBezTo>
                  <a:pt x="105588" y="30984"/>
                  <a:pt x="108749" y="17121"/>
                  <a:pt x="108749" y="16012"/>
                </a:cubicBezTo>
                <a:cubicBezTo>
                  <a:pt x="108749" y="12269"/>
                  <a:pt x="104444" y="10120"/>
                  <a:pt x="95836" y="9566"/>
                </a:cubicBezTo>
                <a:cubicBezTo>
                  <a:pt x="92608" y="9566"/>
                  <a:pt x="90994" y="8803"/>
                  <a:pt x="90994" y="7278"/>
                </a:cubicBezTo>
                <a:cubicBezTo>
                  <a:pt x="90994" y="7001"/>
                  <a:pt x="91128" y="6169"/>
                  <a:pt x="91397" y="4783"/>
                </a:cubicBezTo>
                <a:cubicBezTo>
                  <a:pt x="91935" y="2565"/>
                  <a:pt x="92339" y="1248"/>
                  <a:pt x="92608" y="832"/>
                </a:cubicBezTo>
                <a:cubicBezTo>
                  <a:pt x="92877" y="416"/>
                  <a:pt x="93549" y="139"/>
                  <a:pt x="94625" y="0"/>
                </a:cubicBezTo>
                <a:cubicBezTo>
                  <a:pt x="95029" y="0"/>
                  <a:pt x="97181" y="69"/>
                  <a:pt x="101082" y="208"/>
                </a:cubicBezTo>
                <a:cubicBezTo>
                  <a:pt x="104982" y="347"/>
                  <a:pt x="110632" y="485"/>
                  <a:pt x="118030" y="624"/>
                </a:cubicBezTo>
                <a:cubicBezTo>
                  <a:pt x="124889" y="624"/>
                  <a:pt x="130135" y="555"/>
                  <a:pt x="133767" y="416"/>
                </a:cubicBezTo>
                <a:cubicBezTo>
                  <a:pt x="137399" y="277"/>
                  <a:pt x="139349" y="208"/>
                  <a:pt x="139618" y="208"/>
                </a:cubicBezTo>
                <a:cubicBezTo>
                  <a:pt x="141636" y="208"/>
                  <a:pt x="142644" y="901"/>
                  <a:pt x="142644" y="2287"/>
                </a:cubicBezTo>
                <a:cubicBezTo>
                  <a:pt x="142644" y="5337"/>
                  <a:pt x="142106" y="7417"/>
                  <a:pt x="141030" y="8526"/>
                </a:cubicBezTo>
                <a:cubicBezTo>
                  <a:pt x="140627" y="9219"/>
                  <a:pt x="139147" y="9566"/>
                  <a:pt x="136592" y="9566"/>
                </a:cubicBezTo>
                <a:cubicBezTo>
                  <a:pt x="127042" y="10120"/>
                  <a:pt x="121056" y="12893"/>
                  <a:pt x="118635" y="17884"/>
                </a:cubicBezTo>
                <a:cubicBezTo>
                  <a:pt x="118366" y="18577"/>
                  <a:pt x="115003" y="31955"/>
                  <a:pt x="108547" y="58018"/>
                </a:cubicBezTo>
                <a:cubicBezTo>
                  <a:pt x="103032" y="81447"/>
                  <a:pt x="99669" y="95241"/>
                  <a:pt x="98459" y="99400"/>
                </a:cubicBezTo>
                <a:cubicBezTo>
                  <a:pt x="94020" y="113263"/>
                  <a:pt x="86286" y="124562"/>
                  <a:pt x="75256" y="133295"/>
                </a:cubicBezTo>
                <a:cubicBezTo>
                  <a:pt x="64227" y="142029"/>
                  <a:pt x="52794" y="146465"/>
                  <a:pt x="40957" y="146604"/>
                </a:cubicBezTo>
                <a:cubicBezTo>
                  <a:pt x="28583" y="146604"/>
                  <a:pt x="18696" y="142722"/>
                  <a:pt x="11299" y="134959"/>
                </a:cubicBezTo>
                <a:cubicBezTo>
                  <a:pt x="3901" y="127196"/>
                  <a:pt x="135" y="117976"/>
                  <a:pt x="0" y="107302"/>
                </a:cubicBezTo>
                <a:lnTo>
                  <a:pt x="0" y="103975"/>
                </a:lnTo>
                <a:cubicBezTo>
                  <a:pt x="0" y="101479"/>
                  <a:pt x="3699" y="84982"/>
                  <a:pt x="11097" y="54483"/>
                </a:cubicBezTo>
                <a:cubicBezTo>
                  <a:pt x="17688" y="26617"/>
                  <a:pt x="20983" y="12269"/>
                  <a:pt x="20983" y="11437"/>
                </a:cubicBezTo>
                <a:cubicBezTo>
                  <a:pt x="20983" y="10467"/>
                  <a:pt x="17150" y="9843"/>
                  <a:pt x="9483" y="95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F7C8FB-0801-4AE6-BEF2-7ADB7E8E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0513" y="6547126"/>
            <a:ext cx="142644" cy="146604"/>
          </a:xfrm>
          <a:custGeom xmlns:a="http://schemas.openxmlformats.org/drawingml/2006/main">
            <a:pathLst>
              <a:path w="142644" h="146604" fill="none">
                <a:moveTo>
                  <a:pt x="9483" y="9566"/>
                </a:moveTo>
                <a:cubicBezTo>
                  <a:pt x="4909" y="9566"/>
                  <a:pt x="2488" y="9288"/>
                  <a:pt x="2219" y="8734"/>
                </a:cubicBezTo>
                <a:cubicBezTo>
                  <a:pt x="2085" y="8457"/>
                  <a:pt x="2018" y="7902"/>
                  <a:pt x="2018" y="7070"/>
                </a:cubicBezTo>
                <a:cubicBezTo>
                  <a:pt x="2018" y="3743"/>
                  <a:pt x="2757" y="1456"/>
                  <a:pt x="4237" y="208"/>
                </a:cubicBezTo>
                <a:cubicBezTo>
                  <a:pt x="4506" y="69"/>
                  <a:pt x="5649" y="0"/>
                  <a:pt x="7667" y="0"/>
                </a:cubicBezTo>
                <a:cubicBezTo>
                  <a:pt x="13182" y="277"/>
                  <a:pt x="22328" y="416"/>
                  <a:pt x="35106" y="416"/>
                </a:cubicBezTo>
                <a:cubicBezTo>
                  <a:pt x="39679" y="416"/>
                  <a:pt x="43916" y="416"/>
                  <a:pt x="47817" y="416"/>
                </a:cubicBezTo>
                <a:cubicBezTo>
                  <a:pt x="51718" y="416"/>
                  <a:pt x="54744" y="347"/>
                  <a:pt x="56896" y="208"/>
                </a:cubicBezTo>
                <a:cubicBezTo>
                  <a:pt x="59048" y="69"/>
                  <a:pt x="60393" y="69"/>
                  <a:pt x="60932" y="208"/>
                </a:cubicBezTo>
                <a:cubicBezTo>
                  <a:pt x="63084" y="208"/>
                  <a:pt x="64160" y="901"/>
                  <a:pt x="64160" y="2287"/>
                </a:cubicBezTo>
                <a:cubicBezTo>
                  <a:pt x="64160" y="2565"/>
                  <a:pt x="64025" y="3535"/>
                  <a:pt x="63756" y="5199"/>
                </a:cubicBezTo>
                <a:cubicBezTo>
                  <a:pt x="63084" y="7555"/>
                  <a:pt x="62411" y="8942"/>
                  <a:pt x="61739" y="9358"/>
                </a:cubicBezTo>
                <a:lnTo>
                  <a:pt x="61335" y="9358"/>
                </a:lnTo>
                <a:cubicBezTo>
                  <a:pt x="61066" y="9358"/>
                  <a:pt x="60730" y="9358"/>
                  <a:pt x="60326" y="9358"/>
                </a:cubicBezTo>
                <a:cubicBezTo>
                  <a:pt x="59923" y="9358"/>
                  <a:pt x="59452" y="9358"/>
                  <a:pt x="58914" y="9358"/>
                </a:cubicBezTo>
                <a:cubicBezTo>
                  <a:pt x="58376" y="9358"/>
                  <a:pt x="57771" y="9427"/>
                  <a:pt x="57098" y="9566"/>
                </a:cubicBezTo>
                <a:cubicBezTo>
                  <a:pt x="56426" y="9704"/>
                  <a:pt x="55820" y="9704"/>
                  <a:pt x="55282" y="9566"/>
                </a:cubicBezTo>
                <a:cubicBezTo>
                  <a:pt x="50036" y="9704"/>
                  <a:pt x="46674" y="9912"/>
                  <a:pt x="45194" y="10190"/>
                </a:cubicBezTo>
                <a:cubicBezTo>
                  <a:pt x="43715" y="10467"/>
                  <a:pt x="42504" y="11229"/>
                  <a:pt x="41563" y="12477"/>
                </a:cubicBezTo>
                <a:cubicBezTo>
                  <a:pt x="41428" y="12754"/>
                  <a:pt x="39545" y="20032"/>
                  <a:pt x="35913" y="34312"/>
                </a:cubicBezTo>
                <a:cubicBezTo>
                  <a:pt x="32282" y="48591"/>
                  <a:pt x="28650" y="63563"/>
                  <a:pt x="25018" y="79229"/>
                </a:cubicBezTo>
                <a:cubicBezTo>
                  <a:pt x="21387" y="94894"/>
                  <a:pt x="19369" y="104113"/>
                  <a:pt x="18965" y="106886"/>
                </a:cubicBezTo>
                <a:cubicBezTo>
                  <a:pt x="18696" y="108827"/>
                  <a:pt x="18562" y="110837"/>
                  <a:pt x="18562" y="112916"/>
                </a:cubicBezTo>
                <a:cubicBezTo>
                  <a:pt x="18562" y="120403"/>
                  <a:pt x="20647" y="126294"/>
                  <a:pt x="24816" y="130592"/>
                </a:cubicBezTo>
                <a:cubicBezTo>
                  <a:pt x="28986" y="134890"/>
                  <a:pt x="34770" y="137038"/>
                  <a:pt x="42168" y="137038"/>
                </a:cubicBezTo>
                <a:cubicBezTo>
                  <a:pt x="51180" y="137038"/>
                  <a:pt x="60192" y="133919"/>
                  <a:pt x="69204" y="127681"/>
                </a:cubicBezTo>
                <a:cubicBezTo>
                  <a:pt x="78216" y="121442"/>
                  <a:pt x="84806" y="112015"/>
                  <a:pt x="88976" y="99400"/>
                </a:cubicBezTo>
                <a:lnTo>
                  <a:pt x="99266" y="57602"/>
                </a:lnTo>
                <a:cubicBezTo>
                  <a:pt x="105588" y="30984"/>
                  <a:pt x="108749" y="17121"/>
                  <a:pt x="108749" y="16012"/>
                </a:cubicBezTo>
                <a:cubicBezTo>
                  <a:pt x="108749" y="12269"/>
                  <a:pt x="104444" y="10120"/>
                  <a:pt x="95836" y="9566"/>
                </a:cubicBezTo>
                <a:cubicBezTo>
                  <a:pt x="92608" y="9566"/>
                  <a:pt x="90994" y="8803"/>
                  <a:pt x="90994" y="7278"/>
                </a:cubicBezTo>
                <a:cubicBezTo>
                  <a:pt x="90994" y="7001"/>
                  <a:pt x="91128" y="6169"/>
                  <a:pt x="91397" y="4783"/>
                </a:cubicBezTo>
                <a:cubicBezTo>
                  <a:pt x="91935" y="2565"/>
                  <a:pt x="92339" y="1248"/>
                  <a:pt x="92608" y="832"/>
                </a:cubicBezTo>
                <a:cubicBezTo>
                  <a:pt x="92877" y="416"/>
                  <a:pt x="93549" y="139"/>
                  <a:pt x="94625" y="0"/>
                </a:cubicBezTo>
                <a:cubicBezTo>
                  <a:pt x="95029" y="0"/>
                  <a:pt x="97181" y="69"/>
                  <a:pt x="101082" y="208"/>
                </a:cubicBezTo>
                <a:cubicBezTo>
                  <a:pt x="104982" y="347"/>
                  <a:pt x="110632" y="485"/>
                  <a:pt x="118030" y="624"/>
                </a:cubicBezTo>
                <a:cubicBezTo>
                  <a:pt x="124889" y="624"/>
                  <a:pt x="130135" y="555"/>
                  <a:pt x="133767" y="416"/>
                </a:cubicBezTo>
                <a:cubicBezTo>
                  <a:pt x="137399" y="277"/>
                  <a:pt x="139349" y="208"/>
                  <a:pt x="139618" y="208"/>
                </a:cubicBezTo>
                <a:cubicBezTo>
                  <a:pt x="141636" y="208"/>
                  <a:pt x="142644" y="901"/>
                  <a:pt x="142644" y="2287"/>
                </a:cubicBezTo>
                <a:cubicBezTo>
                  <a:pt x="142644" y="5337"/>
                  <a:pt x="142106" y="7417"/>
                  <a:pt x="141030" y="8526"/>
                </a:cubicBezTo>
                <a:cubicBezTo>
                  <a:pt x="140627" y="9219"/>
                  <a:pt x="139147" y="9566"/>
                  <a:pt x="136592" y="9566"/>
                </a:cubicBezTo>
                <a:cubicBezTo>
                  <a:pt x="127042" y="10120"/>
                  <a:pt x="121056" y="12893"/>
                  <a:pt x="118635" y="17884"/>
                </a:cubicBezTo>
                <a:cubicBezTo>
                  <a:pt x="118366" y="18577"/>
                  <a:pt x="115003" y="31955"/>
                  <a:pt x="108547" y="58018"/>
                </a:cubicBezTo>
                <a:cubicBezTo>
                  <a:pt x="103032" y="81447"/>
                  <a:pt x="99669" y="95241"/>
                  <a:pt x="98459" y="99400"/>
                </a:cubicBezTo>
                <a:cubicBezTo>
                  <a:pt x="94020" y="113263"/>
                  <a:pt x="86286" y="124562"/>
                  <a:pt x="75256" y="133295"/>
                </a:cubicBezTo>
                <a:cubicBezTo>
                  <a:pt x="64227" y="142029"/>
                  <a:pt x="52794" y="146465"/>
                  <a:pt x="40957" y="146604"/>
                </a:cubicBezTo>
                <a:cubicBezTo>
                  <a:pt x="28583" y="146604"/>
                  <a:pt x="18696" y="142722"/>
                  <a:pt x="11299" y="134959"/>
                </a:cubicBezTo>
                <a:cubicBezTo>
                  <a:pt x="3901" y="127196"/>
                  <a:pt x="135" y="117976"/>
                  <a:pt x="0" y="107302"/>
                </a:cubicBezTo>
                <a:lnTo>
                  <a:pt x="0" y="103975"/>
                </a:lnTo>
                <a:cubicBezTo>
                  <a:pt x="0" y="101479"/>
                  <a:pt x="3699" y="84982"/>
                  <a:pt x="11097" y="54483"/>
                </a:cubicBezTo>
                <a:cubicBezTo>
                  <a:pt x="17688" y="26617"/>
                  <a:pt x="20983" y="12269"/>
                  <a:pt x="20983" y="11437"/>
                </a:cubicBezTo>
                <a:cubicBezTo>
                  <a:pt x="20983" y="10467"/>
                  <a:pt x="17150" y="9843"/>
                  <a:pt x="9483" y="956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10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6CA6D3-3793-4B8A-9E65-4F1FBAA7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707" y="6622431"/>
            <a:ext cx="49070" cy="97915"/>
          </a:xfrm>
          <a:custGeom xmlns:a="http://schemas.openxmlformats.org/drawingml/2006/main">
            <a:pathLst>
              <a:path w="49070" h="97915">
                <a:moveTo>
                  <a:pt x="18544" y="12938"/>
                </a:moveTo>
                <a:lnTo>
                  <a:pt x="16689" y="13673"/>
                </a:lnTo>
                <a:cubicBezTo>
                  <a:pt x="15358" y="14163"/>
                  <a:pt x="13456" y="14653"/>
                  <a:pt x="10984" y="15143"/>
                </a:cubicBezTo>
                <a:cubicBezTo>
                  <a:pt x="8511" y="15633"/>
                  <a:pt x="5753" y="15976"/>
                  <a:pt x="2710" y="16172"/>
                </a:cubicBezTo>
                <a:lnTo>
                  <a:pt x="0" y="16172"/>
                </a:lnTo>
                <a:lnTo>
                  <a:pt x="0" y="9409"/>
                </a:lnTo>
                <a:lnTo>
                  <a:pt x="2710" y="9409"/>
                </a:lnTo>
                <a:cubicBezTo>
                  <a:pt x="7180" y="9213"/>
                  <a:pt x="11316" y="8478"/>
                  <a:pt x="15120" y="7204"/>
                </a:cubicBezTo>
                <a:cubicBezTo>
                  <a:pt x="18924" y="5930"/>
                  <a:pt x="21587" y="4754"/>
                  <a:pt x="23108" y="3676"/>
                </a:cubicBezTo>
                <a:cubicBezTo>
                  <a:pt x="24630" y="2597"/>
                  <a:pt x="25961" y="1519"/>
                  <a:pt x="27102" y="441"/>
                </a:cubicBezTo>
                <a:cubicBezTo>
                  <a:pt x="27293" y="147"/>
                  <a:pt x="27863" y="0"/>
                  <a:pt x="28814" y="0"/>
                </a:cubicBezTo>
                <a:cubicBezTo>
                  <a:pt x="29670" y="0"/>
                  <a:pt x="30478" y="294"/>
                  <a:pt x="31239" y="882"/>
                </a:cubicBezTo>
                <a:lnTo>
                  <a:pt x="31239" y="44841"/>
                </a:lnTo>
                <a:lnTo>
                  <a:pt x="31382" y="88947"/>
                </a:lnTo>
                <a:cubicBezTo>
                  <a:pt x="32047" y="89633"/>
                  <a:pt x="32618" y="90074"/>
                  <a:pt x="33093" y="90270"/>
                </a:cubicBezTo>
                <a:cubicBezTo>
                  <a:pt x="33569" y="90466"/>
                  <a:pt x="34710" y="90662"/>
                  <a:pt x="36517" y="90858"/>
                </a:cubicBezTo>
                <a:cubicBezTo>
                  <a:pt x="38324" y="91054"/>
                  <a:pt x="41272" y="91152"/>
                  <a:pt x="45361" y="91152"/>
                </a:cubicBezTo>
                <a:lnTo>
                  <a:pt x="49070" y="91152"/>
                </a:lnTo>
                <a:lnTo>
                  <a:pt x="49070" y="97915"/>
                </a:lnTo>
                <a:lnTo>
                  <a:pt x="47501" y="97915"/>
                </a:lnTo>
                <a:cubicBezTo>
                  <a:pt x="45504" y="97621"/>
                  <a:pt x="37943" y="97474"/>
                  <a:pt x="24820" y="97474"/>
                </a:cubicBezTo>
                <a:cubicBezTo>
                  <a:pt x="11887" y="97474"/>
                  <a:pt x="4422" y="97621"/>
                  <a:pt x="2425" y="97915"/>
                </a:cubicBezTo>
                <a:lnTo>
                  <a:pt x="713" y="97915"/>
                </a:lnTo>
                <a:lnTo>
                  <a:pt x="713" y="91152"/>
                </a:lnTo>
                <a:lnTo>
                  <a:pt x="4422" y="91152"/>
                </a:lnTo>
                <a:cubicBezTo>
                  <a:pt x="6514" y="91152"/>
                  <a:pt x="8321" y="91152"/>
                  <a:pt x="9842" y="91152"/>
                </a:cubicBezTo>
                <a:cubicBezTo>
                  <a:pt x="11364" y="91152"/>
                  <a:pt x="12553" y="91103"/>
                  <a:pt x="13409" y="91005"/>
                </a:cubicBezTo>
                <a:cubicBezTo>
                  <a:pt x="14264" y="90907"/>
                  <a:pt x="15025" y="90760"/>
                  <a:pt x="15691" y="90564"/>
                </a:cubicBezTo>
                <a:cubicBezTo>
                  <a:pt x="16357" y="90368"/>
                  <a:pt x="16737" y="90270"/>
                  <a:pt x="16832" y="90270"/>
                </a:cubicBezTo>
                <a:cubicBezTo>
                  <a:pt x="16927" y="90270"/>
                  <a:pt x="17212" y="90025"/>
                  <a:pt x="17688" y="89535"/>
                </a:cubicBezTo>
                <a:cubicBezTo>
                  <a:pt x="18163" y="89045"/>
                  <a:pt x="18449" y="88849"/>
                  <a:pt x="18544" y="88947"/>
                </a:cubicBezTo>
                <a:lnTo>
                  <a:pt x="18544" y="129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58906C-4B1A-4F2B-962A-B2F23F21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707" y="6622431"/>
            <a:ext cx="49070" cy="97915"/>
          </a:xfrm>
          <a:custGeom xmlns:a="http://schemas.openxmlformats.org/drawingml/2006/main">
            <a:pathLst>
              <a:path w="49070" h="97915" fill="none">
                <a:moveTo>
                  <a:pt x="18544" y="12938"/>
                </a:moveTo>
                <a:lnTo>
                  <a:pt x="16689" y="13673"/>
                </a:lnTo>
                <a:cubicBezTo>
                  <a:pt x="15358" y="14163"/>
                  <a:pt x="13456" y="14653"/>
                  <a:pt x="10984" y="15143"/>
                </a:cubicBezTo>
                <a:cubicBezTo>
                  <a:pt x="8511" y="15633"/>
                  <a:pt x="5753" y="15976"/>
                  <a:pt x="2710" y="16172"/>
                </a:cubicBezTo>
                <a:lnTo>
                  <a:pt x="0" y="16172"/>
                </a:lnTo>
                <a:lnTo>
                  <a:pt x="0" y="9409"/>
                </a:lnTo>
                <a:lnTo>
                  <a:pt x="2710" y="9409"/>
                </a:lnTo>
                <a:cubicBezTo>
                  <a:pt x="7180" y="9213"/>
                  <a:pt x="11316" y="8478"/>
                  <a:pt x="15120" y="7204"/>
                </a:cubicBezTo>
                <a:cubicBezTo>
                  <a:pt x="18924" y="5930"/>
                  <a:pt x="21587" y="4754"/>
                  <a:pt x="23108" y="3676"/>
                </a:cubicBezTo>
                <a:cubicBezTo>
                  <a:pt x="24630" y="2597"/>
                  <a:pt x="25961" y="1519"/>
                  <a:pt x="27102" y="441"/>
                </a:cubicBezTo>
                <a:cubicBezTo>
                  <a:pt x="27293" y="147"/>
                  <a:pt x="27863" y="0"/>
                  <a:pt x="28814" y="0"/>
                </a:cubicBezTo>
                <a:cubicBezTo>
                  <a:pt x="29670" y="0"/>
                  <a:pt x="30478" y="294"/>
                  <a:pt x="31239" y="882"/>
                </a:cubicBezTo>
                <a:lnTo>
                  <a:pt x="31239" y="44841"/>
                </a:lnTo>
                <a:lnTo>
                  <a:pt x="31382" y="88947"/>
                </a:lnTo>
                <a:cubicBezTo>
                  <a:pt x="32047" y="89633"/>
                  <a:pt x="32618" y="90074"/>
                  <a:pt x="33093" y="90270"/>
                </a:cubicBezTo>
                <a:cubicBezTo>
                  <a:pt x="33569" y="90466"/>
                  <a:pt x="34710" y="90662"/>
                  <a:pt x="36517" y="90858"/>
                </a:cubicBezTo>
                <a:cubicBezTo>
                  <a:pt x="38324" y="91054"/>
                  <a:pt x="41272" y="91152"/>
                  <a:pt x="45361" y="91152"/>
                </a:cubicBezTo>
                <a:lnTo>
                  <a:pt x="49070" y="91152"/>
                </a:lnTo>
                <a:lnTo>
                  <a:pt x="49070" y="97915"/>
                </a:lnTo>
                <a:lnTo>
                  <a:pt x="47501" y="97915"/>
                </a:lnTo>
                <a:cubicBezTo>
                  <a:pt x="45504" y="97621"/>
                  <a:pt x="37943" y="97474"/>
                  <a:pt x="24820" y="97474"/>
                </a:cubicBezTo>
                <a:cubicBezTo>
                  <a:pt x="11887" y="97474"/>
                  <a:pt x="4422" y="97621"/>
                  <a:pt x="2425" y="97915"/>
                </a:cubicBezTo>
                <a:lnTo>
                  <a:pt x="713" y="97915"/>
                </a:lnTo>
                <a:lnTo>
                  <a:pt x="713" y="91152"/>
                </a:lnTo>
                <a:lnTo>
                  <a:pt x="4422" y="91152"/>
                </a:lnTo>
                <a:cubicBezTo>
                  <a:pt x="6514" y="91152"/>
                  <a:pt x="8321" y="91152"/>
                  <a:pt x="9842" y="91152"/>
                </a:cubicBezTo>
                <a:cubicBezTo>
                  <a:pt x="11364" y="91152"/>
                  <a:pt x="12553" y="91103"/>
                  <a:pt x="13409" y="91005"/>
                </a:cubicBezTo>
                <a:cubicBezTo>
                  <a:pt x="14264" y="90907"/>
                  <a:pt x="15025" y="90760"/>
                  <a:pt x="15691" y="90564"/>
                </a:cubicBezTo>
                <a:cubicBezTo>
                  <a:pt x="16357" y="90368"/>
                  <a:pt x="16737" y="90270"/>
                  <a:pt x="16832" y="90270"/>
                </a:cubicBezTo>
                <a:cubicBezTo>
                  <a:pt x="16927" y="90270"/>
                  <a:pt x="17212" y="90025"/>
                  <a:pt x="17688" y="89535"/>
                </a:cubicBezTo>
                <a:cubicBezTo>
                  <a:pt x="18163" y="89045"/>
                  <a:pt x="18449" y="88849"/>
                  <a:pt x="18544" y="88947"/>
                </a:cubicBezTo>
                <a:lnTo>
                  <a:pt x="18544" y="1293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10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729A6C-0C24-4FBC-B374-68D70B2A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5316" y="6702557"/>
            <a:ext cx="18829" cy="46409"/>
          </a:xfrm>
          <a:custGeom xmlns:a="http://schemas.openxmlformats.org/drawingml/2006/main">
            <a:pathLst>
              <a:path w="18829" h="46409">
                <a:moveTo>
                  <a:pt x="0" y="12644"/>
                </a:moveTo>
                <a:cubicBezTo>
                  <a:pt x="0" y="12644"/>
                  <a:pt x="0" y="11419"/>
                  <a:pt x="0" y="8968"/>
                </a:cubicBezTo>
                <a:cubicBezTo>
                  <a:pt x="0" y="6518"/>
                  <a:pt x="761" y="4411"/>
                  <a:pt x="2282" y="2646"/>
                </a:cubicBezTo>
                <a:cubicBezTo>
                  <a:pt x="3804" y="882"/>
                  <a:pt x="5848" y="0"/>
                  <a:pt x="8416" y="0"/>
                </a:cubicBezTo>
                <a:cubicBezTo>
                  <a:pt x="11079" y="0"/>
                  <a:pt x="13456" y="1225"/>
                  <a:pt x="15548" y="3676"/>
                </a:cubicBezTo>
                <a:cubicBezTo>
                  <a:pt x="17640" y="6126"/>
                  <a:pt x="18734" y="10438"/>
                  <a:pt x="18829" y="16613"/>
                </a:cubicBezTo>
                <a:cubicBezTo>
                  <a:pt x="18829" y="20044"/>
                  <a:pt x="18401" y="23376"/>
                  <a:pt x="17545" y="26611"/>
                </a:cubicBezTo>
                <a:cubicBezTo>
                  <a:pt x="16689" y="29845"/>
                  <a:pt x="15691" y="32638"/>
                  <a:pt x="14550" y="34991"/>
                </a:cubicBezTo>
                <a:cubicBezTo>
                  <a:pt x="13409" y="37343"/>
                  <a:pt x="12172" y="39352"/>
                  <a:pt x="10841" y="41019"/>
                </a:cubicBezTo>
                <a:cubicBezTo>
                  <a:pt x="9510" y="42685"/>
                  <a:pt x="8368" y="44008"/>
                  <a:pt x="7418" y="44988"/>
                </a:cubicBezTo>
                <a:cubicBezTo>
                  <a:pt x="6467" y="45968"/>
                  <a:pt x="5848" y="46409"/>
                  <a:pt x="5563" y="46311"/>
                </a:cubicBezTo>
                <a:cubicBezTo>
                  <a:pt x="5183" y="46311"/>
                  <a:pt x="4565" y="45870"/>
                  <a:pt x="3709" y="44988"/>
                </a:cubicBezTo>
                <a:cubicBezTo>
                  <a:pt x="2853" y="44106"/>
                  <a:pt x="2425" y="43469"/>
                  <a:pt x="2425" y="43077"/>
                </a:cubicBezTo>
                <a:cubicBezTo>
                  <a:pt x="2425" y="42685"/>
                  <a:pt x="2948" y="41901"/>
                  <a:pt x="3994" y="40725"/>
                </a:cubicBezTo>
                <a:cubicBezTo>
                  <a:pt x="5040" y="39548"/>
                  <a:pt x="6229" y="38078"/>
                  <a:pt x="7560" y="36314"/>
                </a:cubicBezTo>
                <a:cubicBezTo>
                  <a:pt x="8891" y="34550"/>
                  <a:pt x="10128" y="32099"/>
                  <a:pt x="11269" y="28963"/>
                </a:cubicBezTo>
                <a:cubicBezTo>
                  <a:pt x="12410" y="25827"/>
                  <a:pt x="13171" y="22249"/>
                  <a:pt x="13551" y="18230"/>
                </a:cubicBezTo>
                <a:lnTo>
                  <a:pt x="13551" y="16466"/>
                </a:lnTo>
                <a:lnTo>
                  <a:pt x="13409" y="16613"/>
                </a:lnTo>
                <a:cubicBezTo>
                  <a:pt x="13218" y="16711"/>
                  <a:pt x="12981" y="16809"/>
                  <a:pt x="12695" y="16907"/>
                </a:cubicBezTo>
                <a:cubicBezTo>
                  <a:pt x="12410" y="17005"/>
                  <a:pt x="12125" y="17152"/>
                  <a:pt x="11839" y="17348"/>
                </a:cubicBezTo>
                <a:cubicBezTo>
                  <a:pt x="11554" y="17544"/>
                  <a:pt x="11126" y="17642"/>
                  <a:pt x="10556" y="17642"/>
                </a:cubicBezTo>
                <a:cubicBezTo>
                  <a:pt x="9985" y="17642"/>
                  <a:pt x="9415" y="17691"/>
                  <a:pt x="8844" y="17789"/>
                </a:cubicBezTo>
                <a:cubicBezTo>
                  <a:pt x="6276" y="17789"/>
                  <a:pt x="4184" y="16956"/>
                  <a:pt x="2568" y="15290"/>
                </a:cubicBezTo>
                <a:lnTo>
                  <a:pt x="0" y="126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9163D6-87AA-4ACE-9A11-8290CD7C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5316" y="6702557"/>
            <a:ext cx="18829" cy="46409"/>
          </a:xfrm>
          <a:custGeom xmlns:a="http://schemas.openxmlformats.org/drawingml/2006/main">
            <a:pathLst>
              <a:path w="18829" h="46409" fill="none">
                <a:moveTo>
                  <a:pt x="0" y="12644"/>
                </a:moveTo>
                <a:cubicBezTo>
                  <a:pt x="0" y="12644"/>
                  <a:pt x="0" y="11419"/>
                  <a:pt x="0" y="8968"/>
                </a:cubicBezTo>
                <a:cubicBezTo>
                  <a:pt x="0" y="6518"/>
                  <a:pt x="761" y="4411"/>
                  <a:pt x="2282" y="2646"/>
                </a:cubicBezTo>
                <a:cubicBezTo>
                  <a:pt x="3804" y="882"/>
                  <a:pt x="5848" y="0"/>
                  <a:pt x="8416" y="0"/>
                </a:cubicBezTo>
                <a:cubicBezTo>
                  <a:pt x="11079" y="0"/>
                  <a:pt x="13456" y="1225"/>
                  <a:pt x="15548" y="3676"/>
                </a:cubicBezTo>
                <a:cubicBezTo>
                  <a:pt x="17640" y="6126"/>
                  <a:pt x="18734" y="10438"/>
                  <a:pt x="18829" y="16613"/>
                </a:cubicBezTo>
                <a:cubicBezTo>
                  <a:pt x="18829" y="20044"/>
                  <a:pt x="18401" y="23376"/>
                  <a:pt x="17545" y="26611"/>
                </a:cubicBezTo>
                <a:cubicBezTo>
                  <a:pt x="16689" y="29845"/>
                  <a:pt x="15691" y="32638"/>
                  <a:pt x="14550" y="34991"/>
                </a:cubicBezTo>
                <a:cubicBezTo>
                  <a:pt x="13409" y="37343"/>
                  <a:pt x="12172" y="39352"/>
                  <a:pt x="10841" y="41019"/>
                </a:cubicBezTo>
                <a:cubicBezTo>
                  <a:pt x="9510" y="42685"/>
                  <a:pt x="8368" y="44008"/>
                  <a:pt x="7418" y="44988"/>
                </a:cubicBezTo>
                <a:cubicBezTo>
                  <a:pt x="6467" y="45968"/>
                  <a:pt x="5848" y="46409"/>
                  <a:pt x="5563" y="46311"/>
                </a:cubicBezTo>
                <a:cubicBezTo>
                  <a:pt x="5183" y="46311"/>
                  <a:pt x="4565" y="45870"/>
                  <a:pt x="3709" y="44988"/>
                </a:cubicBezTo>
                <a:cubicBezTo>
                  <a:pt x="2853" y="44106"/>
                  <a:pt x="2425" y="43469"/>
                  <a:pt x="2425" y="43077"/>
                </a:cubicBezTo>
                <a:cubicBezTo>
                  <a:pt x="2425" y="42685"/>
                  <a:pt x="2948" y="41901"/>
                  <a:pt x="3994" y="40725"/>
                </a:cubicBezTo>
                <a:cubicBezTo>
                  <a:pt x="5040" y="39548"/>
                  <a:pt x="6229" y="38078"/>
                  <a:pt x="7560" y="36314"/>
                </a:cubicBezTo>
                <a:cubicBezTo>
                  <a:pt x="8891" y="34550"/>
                  <a:pt x="10128" y="32099"/>
                  <a:pt x="11269" y="28963"/>
                </a:cubicBezTo>
                <a:cubicBezTo>
                  <a:pt x="12410" y="25827"/>
                  <a:pt x="13171" y="22249"/>
                  <a:pt x="13551" y="18230"/>
                </a:cubicBezTo>
                <a:lnTo>
                  <a:pt x="13551" y="16466"/>
                </a:lnTo>
                <a:lnTo>
                  <a:pt x="13409" y="16613"/>
                </a:lnTo>
                <a:cubicBezTo>
                  <a:pt x="13218" y="16711"/>
                  <a:pt x="12981" y="16809"/>
                  <a:pt x="12695" y="16907"/>
                </a:cubicBezTo>
                <a:cubicBezTo>
                  <a:pt x="12410" y="17005"/>
                  <a:pt x="12125" y="17152"/>
                  <a:pt x="11839" y="17348"/>
                </a:cubicBezTo>
                <a:cubicBezTo>
                  <a:pt x="11554" y="17544"/>
                  <a:pt x="11126" y="17642"/>
                  <a:pt x="10556" y="17642"/>
                </a:cubicBezTo>
                <a:cubicBezTo>
                  <a:pt x="9985" y="17642"/>
                  <a:pt x="9415" y="17691"/>
                  <a:pt x="8844" y="17789"/>
                </a:cubicBezTo>
                <a:cubicBezTo>
                  <a:pt x="6276" y="17789"/>
                  <a:pt x="4184" y="16956"/>
                  <a:pt x="2568" y="15290"/>
                </a:cubicBezTo>
                <a:lnTo>
                  <a:pt x="0" y="126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10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B1E64E-3E35-4674-9ADB-35DFD664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407" y="6622431"/>
            <a:ext cx="60053" cy="101150"/>
          </a:xfrm>
          <a:custGeom xmlns:a="http://schemas.openxmlformats.org/drawingml/2006/main">
            <a:pathLst>
              <a:path w="60053" h="101150">
                <a:moveTo>
                  <a:pt x="8131" y="11909"/>
                </a:moveTo>
                <a:cubicBezTo>
                  <a:pt x="13456" y="3970"/>
                  <a:pt x="20731" y="0"/>
                  <a:pt x="29955" y="0"/>
                </a:cubicBezTo>
                <a:cubicBezTo>
                  <a:pt x="34520" y="0"/>
                  <a:pt x="39085" y="1274"/>
                  <a:pt x="43649" y="3823"/>
                </a:cubicBezTo>
                <a:cubicBezTo>
                  <a:pt x="48214" y="6371"/>
                  <a:pt x="51923" y="10879"/>
                  <a:pt x="54775" y="17348"/>
                </a:cubicBezTo>
                <a:cubicBezTo>
                  <a:pt x="58294" y="25483"/>
                  <a:pt x="60053" y="36657"/>
                  <a:pt x="60053" y="50869"/>
                </a:cubicBezTo>
                <a:cubicBezTo>
                  <a:pt x="60053" y="66061"/>
                  <a:pt x="58009" y="77676"/>
                  <a:pt x="53920" y="85713"/>
                </a:cubicBezTo>
                <a:cubicBezTo>
                  <a:pt x="52018" y="89829"/>
                  <a:pt x="49402" y="93113"/>
                  <a:pt x="46074" y="95563"/>
                </a:cubicBezTo>
                <a:cubicBezTo>
                  <a:pt x="42746" y="98013"/>
                  <a:pt x="39845" y="99533"/>
                  <a:pt x="37373" y="100121"/>
                </a:cubicBezTo>
                <a:cubicBezTo>
                  <a:pt x="34900" y="100709"/>
                  <a:pt x="32475" y="101052"/>
                  <a:pt x="30098" y="101150"/>
                </a:cubicBezTo>
                <a:cubicBezTo>
                  <a:pt x="27625" y="101150"/>
                  <a:pt x="25153" y="100856"/>
                  <a:pt x="22680" y="100268"/>
                </a:cubicBezTo>
                <a:cubicBezTo>
                  <a:pt x="20208" y="99680"/>
                  <a:pt x="17308" y="98111"/>
                  <a:pt x="13979" y="95563"/>
                </a:cubicBezTo>
                <a:cubicBezTo>
                  <a:pt x="10651" y="93015"/>
                  <a:pt x="8036" y="89731"/>
                  <a:pt x="6134" y="85713"/>
                </a:cubicBezTo>
                <a:cubicBezTo>
                  <a:pt x="2045" y="77676"/>
                  <a:pt x="0" y="66061"/>
                  <a:pt x="0" y="50869"/>
                </a:cubicBezTo>
                <a:cubicBezTo>
                  <a:pt x="0" y="33815"/>
                  <a:pt x="2710" y="20828"/>
                  <a:pt x="8131" y="11909"/>
                </a:cubicBezTo>
                <a:close/>
                <a:moveTo>
                  <a:pt x="40226" y="10144"/>
                </a:moveTo>
                <a:cubicBezTo>
                  <a:pt x="37373" y="7008"/>
                  <a:pt x="33997" y="5440"/>
                  <a:pt x="30098" y="5440"/>
                </a:cubicBezTo>
                <a:cubicBezTo>
                  <a:pt x="26104" y="5440"/>
                  <a:pt x="22680" y="7008"/>
                  <a:pt x="19828" y="10144"/>
                </a:cubicBezTo>
                <a:cubicBezTo>
                  <a:pt x="17450" y="12693"/>
                  <a:pt x="15881" y="16221"/>
                  <a:pt x="15120" y="20730"/>
                </a:cubicBezTo>
                <a:cubicBezTo>
                  <a:pt x="14360" y="25238"/>
                  <a:pt x="13979" y="34648"/>
                  <a:pt x="13979" y="48958"/>
                </a:cubicBezTo>
                <a:cubicBezTo>
                  <a:pt x="13979" y="64444"/>
                  <a:pt x="14360" y="74637"/>
                  <a:pt x="15120" y="79538"/>
                </a:cubicBezTo>
                <a:cubicBezTo>
                  <a:pt x="15881" y="84439"/>
                  <a:pt x="17593" y="88310"/>
                  <a:pt x="20255" y="91152"/>
                </a:cubicBezTo>
                <a:cubicBezTo>
                  <a:pt x="22918" y="94093"/>
                  <a:pt x="26199" y="95563"/>
                  <a:pt x="30098" y="95563"/>
                </a:cubicBezTo>
                <a:cubicBezTo>
                  <a:pt x="33902" y="95563"/>
                  <a:pt x="37135" y="94093"/>
                  <a:pt x="39798" y="91152"/>
                </a:cubicBezTo>
                <a:cubicBezTo>
                  <a:pt x="42556" y="88212"/>
                  <a:pt x="44267" y="84095"/>
                  <a:pt x="44933" y="78803"/>
                </a:cubicBezTo>
                <a:cubicBezTo>
                  <a:pt x="45599" y="73510"/>
                  <a:pt x="45979" y="63562"/>
                  <a:pt x="46074" y="48958"/>
                </a:cubicBezTo>
                <a:cubicBezTo>
                  <a:pt x="46074" y="34746"/>
                  <a:pt x="45694" y="25385"/>
                  <a:pt x="44933" y="20877"/>
                </a:cubicBezTo>
                <a:cubicBezTo>
                  <a:pt x="44172" y="16368"/>
                  <a:pt x="42603" y="12791"/>
                  <a:pt x="40226" y="101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EFBA78-D0A5-41D6-BBD2-2953B935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407" y="6622431"/>
            <a:ext cx="60053" cy="101150"/>
          </a:xfrm>
          <a:custGeom xmlns:a="http://schemas.openxmlformats.org/drawingml/2006/main">
            <a:pathLst>
              <a:path w="60053" h="101150" fill="none">
                <a:moveTo>
                  <a:pt x="8131" y="11909"/>
                </a:moveTo>
                <a:cubicBezTo>
                  <a:pt x="13456" y="3970"/>
                  <a:pt x="20731" y="0"/>
                  <a:pt x="29955" y="0"/>
                </a:cubicBezTo>
                <a:cubicBezTo>
                  <a:pt x="34520" y="0"/>
                  <a:pt x="39085" y="1274"/>
                  <a:pt x="43649" y="3823"/>
                </a:cubicBezTo>
                <a:cubicBezTo>
                  <a:pt x="48214" y="6371"/>
                  <a:pt x="51923" y="10879"/>
                  <a:pt x="54775" y="17348"/>
                </a:cubicBezTo>
                <a:cubicBezTo>
                  <a:pt x="58294" y="25483"/>
                  <a:pt x="60053" y="36657"/>
                  <a:pt x="60053" y="50869"/>
                </a:cubicBezTo>
                <a:cubicBezTo>
                  <a:pt x="60053" y="66061"/>
                  <a:pt x="58009" y="77676"/>
                  <a:pt x="53920" y="85713"/>
                </a:cubicBezTo>
                <a:cubicBezTo>
                  <a:pt x="52018" y="89829"/>
                  <a:pt x="49402" y="93113"/>
                  <a:pt x="46074" y="95563"/>
                </a:cubicBezTo>
                <a:cubicBezTo>
                  <a:pt x="42746" y="98013"/>
                  <a:pt x="39845" y="99533"/>
                  <a:pt x="37373" y="100121"/>
                </a:cubicBezTo>
                <a:cubicBezTo>
                  <a:pt x="34900" y="100709"/>
                  <a:pt x="32475" y="101052"/>
                  <a:pt x="30098" y="101150"/>
                </a:cubicBezTo>
                <a:cubicBezTo>
                  <a:pt x="27625" y="101150"/>
                  <a:pt x="25153" y="100856"/>
                  <a:pt x="22680" y="100268"/>
                </a:cubicBezTo>
                <a:cubicBezTo>
                  <a:pt x="20208" y="99680"/>
                  <a:pt x="17308" y="98111"/>
                  <a:pt x="13979" y="95563"/>
                </a:cubicBezTo>
                <a:cubicBezTo>
                  <a:pt x="10651" y="93015"/>
                  <a:pt x="8036" y="89731"/>
                  <a:pt x="6134" y="85713"/>
                </a:cubicBezTo>
                <a:cubicBezTo>
                  <a:pt x="2045" y="77676"/>
                  <a:pt x="0" y="66061"/>
                  <a:pt x="0" y="50869"/>
                </a:cubicBezTo>
                <a:cubicBezTo>
                  <a:pt x="0" y="33815"/>
                  <a:pt x="2710" y="20828"/>
                  <a:pt x="8131" y="11909"/>
                </a:cubicBezTo>
                <a:close/>
                <a:moveTo>
                  <a:pt x="40226" y="10144"/>
                </a:moveTo>
                <a:cubicBezTo>
                  <a:pt x="37373" y="7008"/>
                  <a:pt x="33997" y="5440"/>
                  <a:pt x="30098" y="5440"/>
                </a:cubicBezTo>
                <a:cubicBezTo>
                  <a:pt x="26104" y="5440"/>
                  <a:pt x="22680" y="7008"/>
                  <a:pt x="19828" y="10144"/>
                </a:cubicBezTo>
                <a:cubicBezTo>
                  <a:pt x="17450" y="12693"/>
                  <a:pt x="15881" y="16221"/>
                  <a:pt x="15120" y="20730"/>
                </a:cubicBezTo>
                <a:cubicBezTo>
                  <a:pt x="14360" y="25238"/>
                  <a:pt x="13979" y="34648"/>
                  <a:pt x="13979" y="48958"/>
                </a:cubicBezTo>
                <a:cubicBezTo>
                  <a:pt x="13979" y="64444"/>
                  <a:pt x="14360" y="74637"/>
                  <a:pt x="15120" y="79538"/>
                </a:cubicBezTo>
                <a:cubicBezTo>
                  <a:pt x="15881" y="84439"/>
                  <a:pt x="17593" y="88310"/>
                  <a:pt x="20255" y="91152"/>
                </a:cubicBezTo>
                <a:cubicBezTo>
                  <a:pt x="22918" y="94093"/>
                  <a:pt x="26199" y="95563"/>
                  <a:pt x="30098" y="95563"/>
                </a:cubicBezTo>
                <a:cubicBezTo>
                  <a:pt x="33902" y="95563"/>
                  <a:pt x="37135" y="94093"/>
                  <a:pt x="39798" y="91152"/>
                </a:cubicBezTo>
                <a:cubicBezTo>
                  <a:pt x="42556" y="88212"/>
                  <a:pt x="44267" y="84095"/>
                  <a:pt x="44933" y="78803"/>
                </a:cubicBezTo>
                <a:cubicBezTo>
                  <a:pt x="45599" y="73510"/>
                  <a:pt x="45979" y="63562"/>
                  <a:pt x="46074" y="48958"/>
                </a:cubicBezTo>
                <a:cubicBezTo>
                  <a:pt x="46074" y="34746"/>
                  <a:pt x="45694" y="25385"/>
                  <a:pt x="44933" y="20877"/>
                </a:cubicBezTo>
                <a:cubicBezTo>
                  <a:pt x="44172" y="16368"/>
                  <a:pt x="42603" y="12791"/>
                  <a:pt x="40226" y="101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10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145021-C17E-4F1B-B00C-43DC33A7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9295" y="6533297"/>
            <a:ext cx="8070" cy="207741"/>
          </a:xfrm>
          <a:custGeom xmlns:a="http://schemas.openxmlformats.org/drawingml/2006/main">
            <a:pathLst>
              <a:path w="8070" h="207741">
                <a:moveTo>
                  <a:pt x="4035" y="207741"/>
                </a:moveTo>
                <a:lnTo>
                  <a:pt x="3632" y="207741"/>
                </a:lnTo>
                <a:cubicBezTo>
                  <a:pt x="2018" y="207741"/>
                  <a:pt x="807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47" y="901"/>
                  <a:pt x="2825" y="0"/>
                  <a:pt x="4035" y="0"/>
                </a:cubicBezTo>
                <a:cubicBezTo>
                  <a:pt x="5784" y="0"/>
                  <a:pt x="7129" y="1040"/>
                  <a:pt x="8070" y="3119"/>
                </a:cubicBezTo>
                <a:lnTo>
                  <a:pt x="8070" y="204830"/>
                </a:lnTo>
                <a:cubicBezTo>
                  <a:pt x="6994" y="206771"/>
                  <a:pt x="5784" y="207741"/>
                  <a:pt x="4439" y="207741"/>
                </a:cubicBezTo>
                <a:lnTo>
                  <a:pt x="4035" y="2077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6D37F8-ACD3-4DD0-A805-E82EA722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9295" y="6533297"/>
            <a:ext cx="8070" cy="207741"/>
          </a:xfrm>
          <a:custGeom xmlns:a="http://schemas.openxmlformats.org/drawingml/2006/main">
            <a:pathLst>
              <a:path w="8070" h="207741" fill="none">
                <a:moveTo>
                  <a:pt x="4035" y="207741"/>
                </a:moveTo>
                <a:lnTo>
                  <a:pt x="3632" y="207741"/>
                </a:lnTo>
                <a:cubicBezTo>
                  <a:pt x="2018" y="207741"/>
                  <a:pt x="807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47" y="901"/>
                  <a:pt x="2825" y="0"/>
                  <a:pt x="4035" y="0"/>
                </a:cubicBezTo>
                <a:cubicBezTo>
                  <a:pt x="5784" y="0"/>
                  <a:pt x="7129" y="1040"/>
                  <a:pt x="8070" y="3119"/>
                </a:cubicBezTo>
                <a:lnTo>
                  <a:pt x="8070" y="204830"/>
                </a:lnTo>
                <a:cubicBezTo>
                  <a:pt x="6994" y="206771"/>
                  <a:pt x="5784" y="207741"/>
                  <a:pt x="4439" y="207741"/>
                </a:cubicBezTo>
                <a:lnTo>
                  <a:pt x="4035" y="2077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10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F45D08-37F5-4A25-BF52-314C6F4D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5384" y="6533297"/>
            <a:ext cx="8070" cy="207741"/>
          </a:xfrm>
          <a:custGeom xmlns:a="http://schemas.openxmlformats.org/drawingml/2006/main">
            <a:pathLst>
              <a:path w="8070" h="207741">
                <a:moveTo>
                  <a:pt x="4035" y="207741"/>
                </a:moveTo>
                <a:lnTo>
                  <a:pt x="3632" y="207741"/>
                </a:lnTo>
                <a:cubicBezTo>
                  <a:pt x="2018" y="207741"/>
                  <a:pt x="807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47" y="901"/>
                  <a:pt x="2825" y="0"/>
                  <a:pt x="4035" y="0"/>
                </a:cubicBezTo>
                <a:cubicBezTo>
                  <a:pt x="5784" y="0"/>
                  <a:pt x="7129" y="1040"/>
                  <a:pt x="8070" y="3119"/>
                </a:cubicBezTo>
                <a:lnTo>
                  <a:pt x="8070" y="204830"/>
                </a:lnTo>
                <a:cubicBezTo>
                  <a:pt x="6994" y="206771"/>
                  <a:pt x="5784" y="207741"/>
                  <a:pt x="4439" y="207741"/>
                </a:cubicBezTo>
                <a:lnTo>
                  <a:pt x="4035" y="2077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5F3518-C99D-4176-A588-0BFEC613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5384" y="6533297"/>
            <a:ext cx="8070" cy="207741"/>
          </a:xfrm>
          <a:custGeom xmlns:a="http://schemas.openxmlformats.org/drawingml/2006/main">
            <a:pathLst>
              <a:path w="8070" h="207741" fill="none">
                <a:moveTo>
                  <a:pt x="4035" y="207741"/>
                </a:moveTo>
                <a:lnTo>
                  <a:pt x="3632" y="207741"/>
                </a:lnTo>
                <a:cubicBezTo>
                  <a:pt x="2018" y="207741"/>
                  <a:pt x="807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47" y="901"/>
                  <a:pt x="2825" y="0"/>
                  <a:pt x="4035" y="0"/>
                </a:cubicBezTo>
                <a:cubicBezTo>
                  <a:pt x="5784" y="0"/>
                  <a:pt x="7129" y="1040"/>
                  <a:pt x="8070" y="3119"/>
                </a:cubicBezTo>
                <a:lnTo>
                  <a:pt x="8070" y="204830"/>
                </a:lnTo>
                <a:cubicBezTo>
                  <a:pt x="6994" y="206771"/>
                  <a:pt x="5784" y="207741"/>
                  <a:pt x="4439" y="207741"/>
                </a:cubicBezTo>
                <a:lnTo>
                  <a:pt x="4035" y="2077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10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35A961-B2E3-46A6-AEBD-569AF6A8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570" y="6547126"/>
            <a:ext cx="142644" cy="146604"/>
          </a:xfrm>
          <a:custGeom xmlns:a="http://schemas.openxmlformats.org/drawingml/2006/main">
            <a:pathLst>
              <a:path w="142644" h="146604">
                <a:moveTo>
                  <a:pt x="9483" y="9566"/>
                </a:moveTo>
                <a:cubicBezTo>
                  <a:pt x="4909" y="9566"/>
                  <a:pt x="2488" y="9288"/>
                  <a:pt x="2219" y="8734"/>
                </a:cubicBezTo>
                <a:cubicBezTo>
                  <a:pt x="2085" y="8457"/>
                  <a:pt x="2018" y="7902"/>
                  <a:pt x="2018" y="7070"/>
                </a:cubicBezTo>
                <a:cubicBezTo>
                  <a:pt x="2018" y="3743"/>
                  <a:pt x="2757" y="1456"/>
                  <a:pt x="4237" y="208"/>
                </a:cubicBezTo>
                <a:cubicBezTo>
                  <a:pt x="4506" y="69"/>
                  <a:pt x="5649" y="0"/>
                  <a:pt x="7667" y="0"/>
                </a:cubicBezTo>
                <a:cubicBezTo>
                  <a:pt x="13182" y="277"/>
                  <a:pt x="22328" y="416"/>
                  <a:pt x="35106" y="416"/>
                </a:cubicBezTo>
                <a:cubicBezTo>
                  <a:pt x="39679" y="416"/>
                  <a:pt x="43916" y="416"/>
                  <a:pt x="47817" y="416"/>
                </a:cubicBezTo>
                <a:cubicBezTo>
                  <a:pt x="51718" y="416"/>
                  <a:pt x="54744" y="347"/>
                  <a:pt x="56896" y="208"/>
                </a:cubicBezTo>
                <a:cubicBezTo>
                  <a:pt x="59048" y="69"/>
                  <a:pt x="60393" y="69"/>
                  <a:pt x="60932" y="208"/>
                </a:cubicBezTo>
                <a:cubicBezTo>
                  <a:pt x="63084" y="208"/>
                  <a:pt x="64160" y="901"/>
                  <a:pt x="64160" y="2287"/>
                </a:cubicBezTo>
                <a:cubicBezTo>
                  <a:pt x="64160" y="2565"/>
                  <a:pt x="64025" y="3535"/>
                  <a:pt x="63756" y="5199"/>
                </a:cubicBezTo>
                <a:cubicBezTo>
                  <a:pt x="63084" y="7555"/>
                  <a:pt x="62411" y="8942"/>
                  <a:pt x="61739" y="9358"/>
                </a:cubicBezTo>
                <a:lnTo>
                  <a:pt x="61335" y="9358"/>
                </a:lnTo>
                <a:cubicBezTo>
                  <a:pt x="61066" y="9358"/>
                  <a:pt x="60730" y="9358"/>
                  <a:pt x="60326" y="9358"/>
                </a:cubicBezTo>
                <a:cubicBezTo>
                  <a:pt x="59923" y="9358"/>
                  <a:pt x="59452" y="9358"/>
                  <a:pt x="58914" y="9358"/>
                </a:cubicBezTo>
                <a:cubicBezTo>
                  <a:pt x="58376" y="9358"/>
                  <a:pt x="57771" y="9427"/>
                  <a:pt x="57098" y="9566"/>
                </a:cubicBezTo>
                <a:cubicBezTo>
                  <a:pt x="56426" y="9704"/>
                  <a:pt x="55820" y="9704"/>
                  <a:pt x="55282" y="9566"/>
                </a:cubicBezTo>
                <a:cubicBezTo>
                  <a:pt x="50036" y="9704"/>
                  <a:pt x="46674" y="9912"/>
                  <a:pt x="45194" y="10190"/>
                </a:cubicBezTo>
                <a:cubicBezTo>
                  <a:pt x="43715" y="10467"/>
                  <a:pt x="42504" y="11229"/>
                  <a:pt x="41563" y="12477"/>
                </a:cubicBezTo>
                <a:cubicBezTo>
                  <a:pt x="41428" y="12754"/>
                  <a:pt x="39545" y="20032"/>
                  <a:pt x="35913" y="34312"/>
                </a:cubicBezTo>
                <a:cubicBezTo>
                  <a:pt x="32282" y="48591"/>
                  <a:pt x="28650" y="63563"/>
                  <a:pt x="25018" y="79229"/>
                </a:cubicBezTo>
                <a:cubicBezTo>
                  <a:pt x="21387" y="94894"/>
                  <a:pt x="19369" y="104113"/>
                  <a:pt x="18965" y="106886"/>
                </a:cubicBezTo>
                <a:cubicBezTo>
                  <a:pt x="18696" y="108827"/>
                  <a:pt x="18562" y="110837"/>
                  <a:pt x="18562" y="112916"/>
                </a:cubicBezTo>
                <a:cubicBezTo>
                  <a:pt x="18562" y="120403"/>
                  <a:pt x="20647" y="126294"/>
                  <a:pt x="24816" y="130592"/>
                </a:cubicBezTo>
                <a:cubicBezTo>
                  <a:pt x="28986" y="134890"/>
                  <a:pt x="34770" y="137038"/>
                  <a:pt x="42168" y="137038"/>
                </a:cubicBezTo>
                <a:cubicBezTo>
                  <a:pt x="51180" y="137038"/>
                  <a:pt x="60192" y="133919"/>
                  <a:pt x="69204" y="127681"/>
                </a:cubicBezTo>
                <a:cubicBezTo>
                  <a:pt x="78216" y="121442"/>
                  <a:pt x="84806" y="112015"/>
                  <a:pt x="88976" y="99400"/>
                </a:cubicBezTo>
                <a:lnTo>
                  <a:pt x="99266" y="57602"/>
                </a:lnTo>
                <a:cubicBezTo>
                  <a:pt x="105588" y="30984"/>
                  <a:pt x="108749" y="17121"/>
                  <a:pt x="108749" y="16012"/>
                </a:cubicBezTo>
                <a:cubicBezTo>
                  <a:pt x="108749" y="12269"/>
                  <a:pt x="104444" y="10120"/>
                  <a:pt x="95836" y="9566"/>
                </a:cubicBezTo>
                <a:cubicBezTo>
                  <a:pt x="92608" y="9566"/>
                  <a:pt x="90994" y="8803"/>
                  <a:pt x="90994" y="7278"/>
                </a:cubicBezTo>
                <a:cubicBezTo>
                  <a:pt x="90994" y="7001"/>
                  <a:pt x="91128" y="6169"/>
                  <a:pt x="91397" y="4783"/>
                </a:cubicBezTo>
                <a:cubicBezTo>
                  <a:pt x="91935" y="2565"/>
                  <a:pt x="92339" y="1248"/>
                  <a:pt x="92608" y="832"/>
                </a:cubicBezTo>
                <a:cubicBezTo>
                  <a:pt x="92877" y="416"/>
                  <a:pt x="93549" y="139"/>
                  <a:pt x="94625" y="0"/>
                </a:cubicBezTo>
                <a:cubicBezTo>
                  <a:pt x="95029" y="0"/>
                  <a:pt x="97181" y="69"/>
                  <a:pt x="101082" y="208"/>
                </a:cubicBezTo>
                <a:cubicBezTo>
                  <a:pt x="104982" y="347"/>
                  <a:pt x="110632" y="485"/>
                  <a:pt x="118030" y="624"/>
                </a:cubicBezTo>
                <a:cubicBezTo>
                  <a:pt x="124889" y="624"/>
                  <a:pt x="130135" y="555"/>
                  <a:pt x="133767" y="416"/>
                </a:cubicBezTo>
                <a:cubicBezTo>
                  <a:pt x="137399" y="277"/>
                  <a:pt x="139349" y="208"/>
                  <a:pt x="139618" y="208"/>
                </a:cubicBezTo>
                <a:cubicBezTo>
                  <a:pt x="141636" y="208"/>
                  <a:pt x="142644" y="901"/>
                  <a:pt x="142644" y="2287"/>
                </a:cubicBezTo>
                <a:cubicBezTo>
                  <a:pt x="142644" y="5337"/>
                  <a:pt x="142106" y="7417"/>
                  <a:pt x="141030" y="8526"/>
                </a:cubicBezTo>
                <a:cubicBezTo>
                  <a:pt x="140627" y="9219"/>
                  <a:pt x="139147" y="9566"/>
                  <a:pt x="136592" y="9566"/>
                </a:cubicBezTo>
                <a:cubicBezTo>
                  <a:pt x="127042" y="10120"/>
                  <a:pt x="121056" y="12893"/>
                  <a:pt x="118635" y="17884"/>
                </a:cubicBezTo>
                <a:cubicBezTo>
                  <a:pt x="118366" y="18577"/>
                  <a:pt x="115003" y="31955"/>
                  <a:pt x="108547" y="58018"/>
                </a:cubicBezTo>
                <a:cubicBezTo>
                  <a:pt x="103032" y="81447"/>
                  <a:pt x="99669" y="95241"/>
                  <a:pt x="98459" y="99400"/>
                </a:cubicBezTo>
                <a:cubicBezTo>
                  <a:pt x="94020" y="113263"/>
                  <a:pt x="86286" y="124562"/>
                  <a:pt x="75256" y="133295"/>
                </a:cubicBezTo>
                <a:cubicBezTo>
                  <a:pt x="64227" y="142029"/>
                  <a:pt x="52794" y="146465"/>
                  <a:pt x="40957" y="146604"/>
                </a:cubicBezTo>
                <a:cubicBezTo>
                  <a:pt x="28583" y="146604"/>
                  <a:pt x="18696" y="142722"/>
                  <a:pt x="11299" y="134959"/>
                </a:cubicBezTo>
                <a:cubicBezTo>
                  <a:pt x="3901" y="127196"/>
                  <a:pt x="135" y="117976"/>
                  <a:pt x="0" y="107302"/>
                </a:cubicBezTo>
                <a:lnTo>
                  <a:pt x="0" y="103975"/>
                </a:lnTo>
                <a:cubicBezTo>
                  <a:pt x="0" y="101479"/>
                  <a:pt x="3699" y="84982"/>
                  <a:pt x="11097" y="54483"/>
                </a:cubicBezTo>
                <a:cubicBezTo>
                  <a:pt x="17688" y="26617"/>
                  <a:pt x="20983" y="12269"/>
                  <a:pt x="20983" y="11437"/>
                </a:cubicBezTo>
                <a:cubicBezTo>
                  <a:pt x="20983" y="10467"/>
                  <a:pt x="17150" y="9843"/>
                  <a:pt x="9483" y="95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B7CF9D-FA15-4EF5-993A-E455ACE2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570" y="6547126"/>
            <a:ext cx="142644" cy="146604"/>
          </a:xfrm>
          <a:custGeom xmlns:a="http://schemas.openxmlformats.org/drawingml/2006/main">
            <a:pathLst>
              <a:path w="142644" h="146604" fill="none">
                <a:moveTo>
                  <a:pt x="9483" y="9566"/>
                </a:moveTo>
                <a:cubicBezTo>
                  <a:pt x="4909" y="9566"/>
                  <a:pt x="2488" y="9288"/>
                  <a:pt x="2219" y="8734"/>
                </a:cubicBezTo>
                <a:cubicBezTo>
                  <a:pt x="2085" y="8457"/>
                  <a:pt x="2018" y="7902"/>
                  <a:pt x="2018" y="7070"/>
                </a:cubicBezTo>
                <a:cubicBezTo>
                  <a:pt x="2018" y="3743"/>
                  <a:pt x="2757" y="1456"/>
                  <a:pt x="4237" y="208"/>
                </a:cubicBezTo>
                <a:cubicBezTo>
                  <a:pt x="4506" y="69"/>
                  <a:pt x="5649" y="0"/>
                  <a:pt x="7667" y="0"/>
                </a:cubicBezTo>
                <a:cubicBezTo>
                  <a:pt x="13182" y="277"/>
                  <a:pt x="22328" y="416"/>
                  <a:pt x="35106" y="416"/>
                </a:cubicBezTo>
                <a:cubicBezTo>
                  <a:pt x="39679" y="416"/>
                  <a:pt x="43916" y="416"/>
                  <a:pt x="47817" y="416"/>
                </a:cubicBezTo>
                <a:cubicBezTo>
                  <a:pt x="51718" y="416"/>
                  <a:pt x="54744" y="347"/>
                  <a:pt x="56896" y="208"/>
                </a:cubicBezTo>
                <a:cubicBezTo>
                  <a:pt x="59048" y="69"/>
                  <a:pt x="60393" y="69"/>
                  <a:pt x="60932" y="208"/>
                </a:cubicBezTo>
                <a:cubicBezTo>
                  <a:pt x="63084" y="208"/>
                  <a:pt x="64160" y="901"/>
                  <a:pt x="64160" y="2287"/>
                </a:cubicBezTo>
                <a:cubicBezTo>
                  <a:pt x="64160" y="2565"/>
                  <a:pt x="64025" y="3535"/>
                  <a:pt x="63756" y="5199"/>
                </a:cubicBezTo>
                <a:cubicBezTo>
                  <a:pt x="63084" y="7555"/>
                  <a:pt x="62411" y="8942"/>
                  <a:pt x="61739" y="9358"/>
                </a:cubicBezTo>
                <a:lnTo>
                  <a:pt x="61335" y="9358"/>
                </a:lnTo>
                <a:cubicBezTo>
                  <a:pt x="61066" y="9358"/>
                  <a:pt x="60730" y="9358"/>
                  <a:pt x="60326" y="9358"/>
                </a:cubicBezTo>
                <a:cubicBezTo>
                  <a:pt x="59923" y="9358"/>
                  <a:pt x="59452" y="9358"/>
                  <a:pt x="58914" y="9358"/>
                </a:cubicBezTo>
                <a:cubicBezTo>
                  <a:pt x="58376" y="9358"/>
                  <a:pt x="57771" y="9427"/>
                  <a:pt x="57098" y="9566"/>
                </a:cubicBezTo>
                <a:cubicBezTo>
                  <a:pt x="56426" y="9704"/>
                  <a:pt x="55820" y="9704"/>
                  <a:pt x="55282" y="9566"/>
                </a:cubicBezTo>
                <a:cubicBezTo>
                  <a:pt x="50036" y="9704"/>
                  <a:pt x="46674" y="9912"/>
                  <a:pt x="45194" y="10190"/>
                </a:cubicBezTo>
                <a:cubicBezTo>
                  <a:pt x="43715" y="10467"/>
                  <a:pt x="42504" y="11229"/>
                  <a:pt x="41563" y="12477"/>
                </a:cubicBezTo>
                <a:cubicBezTo>
                  <a:pt x="41428" y="12754"/>
                  <a:pt x="39545" y="20032"/>
                  <a:pt x="35913" y="34312"/>
                </a:cubicBezTo>
                <a:cubicBezTo>
                  <a:pt x="32282" y="48591"/>
                  <a:pt x="28650" y="63563"/>
                  <a:pt x="25018" y="79229"/>
                </a:cubicBezTo>
                <a:cubicBezTo>
                  <a:pt x="21387" y="94894"/>
                  <a:pt x="19369" y="104113"/>
                  <a:pt x="18965" y="106886"/>
                </a:cubicBezTo>
                <a:cubicBezTo>
                  <a:pt x="18696" y="108827"/>
                  <a:pt x="18562" y="110837"/>
                  <a:pt x="18562" y="112916"/>
                </a:cubicBezTo>
                <a:cubicBezTo>
                  <a:pt x="18562" y="120403"/>
                  <a:pt x="20647" y="126294"/>
                  <a:pt x="24816" y="130592"/>
                </a:cubicBezTo>
                <a:cubicBezTo>
                  <a:pt x="28986" y="134890"/>
                  <a:pt x="34770" y="137038"/>
                  <a:pt x="42168" y="137038"/>
                </a:cubicBezTo>
                <a:cubicBezTo>
                  <a:pt x="51180" y="137038"/>
                  <a:pt x="60192" y="133919"/>
                  <a:pt x="69204" y="127681"/>
                </a:cubicBezTo>
                <a:cubicBezTo>
                  <a:pt x="78216" y="121442"/>
                  <a:pt x="84806" y="112015"/>
                  <a:pt x="88976" y="99400"/>
                </a:cubicBezTo>
                <a:lnTo>
                  <a:pt x="99266" y="57602"/>
                </a:lnTo>
                <a:cubicBezTo>
                  <a:pt x="105588" y="30984"/>
                  <a:pt x="108749" y="17121"/>
                  <a:pt x="108749" y="16012"/>
                </a:cubicBezTo>
                <a:cubicBezTo>
                  <a:pt x="108749" y="12269"/>
                  <a:pt x="104444" y="10120"/>
                  <a:pt x="95836" y="9566"/>
                </a:cubicBezTo>
                <a:cubicBezTo>
                  <a:pt x="92608" y="9566"/>
                  <a:pt x="90994" y="8803"/>
                  <a:pt x="90994" y="7278"/>
                </a:cubicBezTo>
                <a:cubicBezTo>
                  <a:pt x="90994" y="7001"/>
                  <a:pt x="91128" y="6169"/>
                  <a:pt x="91397" y="4783"/>
                </a:cubicBezTo>
                <a:cubicBezTo>
                  <a:pt x="91935" y="2565"/>
                  <a:pt x="92339" y="1248"/>
                  <a:pt x="92608" y="832"/>
                </a:cubicBezTo>
                <a:cubicBezTo>
                  <a:pt x="92877" y="416"/>
                  <a:pt x="93549" y="139"/>
                  <a:pt x="94625" y="0"/>
                </a:cubicBezTo>
                <a:cubicBezTo>
                  <a:pt x="95029" y="0"/>
                  <a:pt x="97181" y="69"/>
                  <a:pt x="101082" y="208"/>
                </a:cubicBezTo>
                <a:cubicBezTo>
                  <a:pt x="104982" y="347"/>
                  <a:pt x="110632" y="485"/>
                  <a:pt x="118030" y="624"/>
                </a:cubicBezTo>
                <a:cubicBezTo>
                  <a:pt x="124889" y="624"/>
                  <a:pt x="130135" y="555"/>
                  <a:pt x="133767" y="416"/>
                </a:cubicBezTo>
                <a:cubicBezTo>
                  <a:pt x="137399" y="277"/>
                  <a:pt x="139349" y="208"/>
                  <a:pt x="139618" y="208"/>
                </a:cubicBezTo>
                <a:cubicBezTo>
                  <a:pt x="141636" y="208"/>
                  <a:pt x="142644" y="901"/>
                  <a:pt x="142644" y="2287"/>
                </a:cubicBezTo>
                <a:cubicBezTo>
                  <a:pt x="142644" y="5337"/>
                  <a:pt x="142106" y="7417"/>
                  <a:pt x="141030" y="8526"/>
                </a:cubicBezTo>
                <a:cubicBezTo>
                  <a:pt x="140627" y="9219"/>
                  <a:pt x="139147" y="9566"/>
                  <a:pt x="136592" y="9566"/>
                </a:cubicBezTo>
                <a:cubicBezTo>
                  <a:pt x="127042" y="10120"/>
                  <a:pt x="121056" y="12893"/>
                  <a:pt x="118635" y="17884"/>
                </a:cubicBezTo>
                <a:cubicBezTo>
                  <a:pt x="118366" y="18577"/>
                  <a:pt x="115003" y="31955"/>
                  <a:pt x="108547" y="58018"/>
                </a:cubicBezTo>
                <a:cubicBezTo>
                  <a:pt x="103032" y="81447"/>
                  <a:pt x="99669" y="95241"/>
                  <a:pt x="98459" y="99400"/>
                </a:cubicBezTo>
                <a:cubicBezTo>
                  <a:pt x="94020" y="113263"/>
                  <a:pt x="86286" y="124562"/>
                  <a:pt x="75256" y="133295"/>
                </a:cubicBezTo>
                <a:cubicBezTo>
                  <a:pt x="64227" y="142029"/>
                  <a:pt x="52794" y="146465"/>
                  <a:pt x="40957" y="146604"/>
                </a:cubicBezTo>
                <a:cubicBezTo>
                  <a:pt x="28583" y="146604"/>
                  <a:pt x="18696" y="142722"/>
                  <a:pt x="11299" y="134959"/>
                </a:cubicBezTo>
                <a:cubicBezTo>
                  <a:pt x="3901" y="127196"/>
                  <a:pt x="135" y="117976"/>
                  <a:pt x="0" y="107302"/>
                </a:cubicBezTo>
                <a:lnTo>
                  <a:pt x="0" y="103975"/>
                </a:lnTo>
                <a:cubicBezTo>
                  <a:pt x="0" y="101479"/>
                  <a:pt x="3699" y="84982"/>
                  <a:pt x="11097" y="54483"/>
                </a:cubicBezTo>
                <a:cubicBezTo>
                  <a:pt x="17688" y="26617"/>
                  <a:pt x="20983" y="12269"/>
                  <a:pt x="20983" y="11437"/>
                </a:cubicBezTo>
                <a:cubicBezTo>
                  <a:pt x="20983" y="10467"/>
                  <a:pt x="17150" y="9843"/>
                  <a:pt x="9483" y="956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10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BC62C7-77AD-4307-8DC6-8944C29C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057" y="6622431"/>
            <a:ext cx="56915" cy="97915"/>
          </a:xfrm>
          <a:custGeom xmlns:a="http://schemas.openxmlformats.org/drawingml/2006/main">
            <a:pathLst>
              <a:path w="56915" h="97915">
                <a:moveTo>
                  <a:pt x="8416" y="34844"/>
                </a:moveTo>
                <a:cubicBezTo>
                  <a:pt x="5848" y="34844"/>
                  <a:pt x="3804" y="33962"/>
                  <a:pt x="2282" y="32197"/>
                </a:cubicBezTo>
                <a:cubicBezTo>
                  <a:pt x="761" y="30433"/>
                  <a:pt x="0" y="28277"/>
                  <a:pt x="0" y="25729"/>
                </a:cubicBezTo>
                <a:cubicBezTo>
                  <a:pt x="0" y="18770"/>
                  <a:pt x="2520" y="12742"/>
                  <a:pt x="7560" y="7645"/>
                </a:cubicBezTo>
                <a:cubicBezTo>
                  <a:pt x="12600" y="2548"/>
                  <a:pt x="18877" y="0"/>
                  <a:pt x="26389" y="0"/>
                </a:cubicBezTo>
                <a:cubicBezTo>
                  <a:pt x="35043" y="0"/>
                  <a:pt x="42270" y="2744"/>
                  <a:pt x="48071" y="8233"/>
                </a:cubicBezTo>
                <a:cubicBezTo>
                  <a:pt x="53872" y="13722"/>
                  <a:pt x="56820" y="20828"/>
                  <a:pt x="56915" y="29551"/>
                </a:cubicBezTo>
                <a:cubicBezTo>
                  <a:pt x="56915" y="33766"/>
                  <a:pt x="55964" y="37784"/>
                  <a:pt x="54062" y="41607"/>
                </a:cubicBezTo>
                <a:cubicBezTo>
                  <a:pt x="52160" y="45429"/>
                  <a:pt x="49878" y="48762"/>
                  <a:pt x="47215" y="51604"/>
                </a:cubicBezTo>
                <a:cubicBezTo>
                  <a:pt x="44553" y="54446"/>
                  <a:pt x="40749" y="58073"/>
                  <a:pt x="35804" y="62484"/>
                </a:cubicBezTo>
                <a:cubicBezTo>
                  <a:pt x="32380" y="65522"/>
                  <a:pt x="27625" y="70031"/>
                  <a:pt x="21539" y="76009"/>
                </a:cubicBezTo>
                <a:lnTo>
                  <a:pt x="13123" y="84242"/>
                </a:lnTo>
                <a:lnTo>
                  <a:pt x="23964" y="84389"/>
                </a:lnTo>
                <a:cubicBezTo>
                  <a:pt x="38894" y="84389"/>
                  <a:pt x="46835" y="84144"/>
                  <a:pt x="47786" y="83654"/>
                </a:cubicBezTo>
                <a:cubicBezTo>
                  <a:pt x="48452" y="83458"/>
                  <a:pt x="49593" y="79097"/>
                  <a:pt x="51209" y="70570"/>
                </a:cubicBezTo>
                <a:lnTo>
                  <a:pt x="51209" y="70129"/>
                </a:lnTo>
                <a:lnTo>
                  <a:pt x="56915" y="70129"/>
                </a:lnTo>
                <a:lnTo>
                  <a:pt x="56915" y="70570"/>
                </a:lnTo>
                <a:cubicBezTo>
                  <a:pt x="56820" y="70864"/>
                  <a:pt x="56202" y="75323"/>
                  <a:pt x="55061" y="83948"/>
                </a:cubicBezTo>
                <a:cubicBezTo>
                  <a:pt x="53920" y="92574"/>
                  <a:pt x="53206" y="97082"/>
                  <a:pt x="52921" y="97474"/>
                </a:cubicBezTo>
                <a:lnTo>
                  <a:pt x="52921" y="97915"/>
                </a:lnTo>
                <a:lnTo>
                  <a:pt x="0" y="97915"/>
                </a:lnTo>
                <a:lnTo>
                  <a:pt x="0" y="95122"/>
                </a:lnTo>
                <a:lnTo>
                  <a:pt x="0" y="93358"/>
                </a:lnTo>
                <a:cubicBezTo>
                  <a:pt x="0" y="92672"/>
                  <a:pt x="285" y="91937"/>
                  <a:pt x="856" y="91152"/>
                </a:cubicBezTo>
                <a:cubicBezTo>
                  <a:pt x="1426" y="90368"/>
                  <a:pt x="2853" y="88653"/>
                  <a:pt x="5135" y="86007"/>
                </a:cubicBezTo>
                <a:cubicBezTo>
                  <a:pt x="7893" y="82870"/>
                  <a:pt x="10270" y="80126"/>
                  <a:pt x="12267" y="77774"/>
                </a:cubicBezTo>
                <a:cubicBezTo>
                  <a:pt x="13123" y="76793"/>
                  <a:pt x="14740" y="74980"/>
                  <a:pt x="17117" y="72334"/>
                </a:cubicBezTo>
                <a:cubicBezTo>
                  <a:pt x="19495" y="69687"/>
                  <a:pt x="21111" y="67874"/>
                  <a:pt x="21967" y="66894"/>
                </a:cubicBezTo>
                <a:cubicBezTo>
                  <a:pt x="22823" y="65914"/>
                  <a:pt x="24202" y="64297"/>
                  <a:pt x="26104" y="62042"/>
                </a:cubicBezTo>
                <a:cubicBezTo>
                  <a:pt x="28006" y="59788"/>
                  <a:pt x="29337" y="58122"/>
                  <a:pt x="30098" y="57044"/>
                </a:cubicBezTo>
                <a:cubicBezTo>
                  <a:pt x="30859" y="55966"/>
                  <a:pt x="31952" y="54495"/>
                  <a:pt x="33379" y="52633"/>
                </a:cubicBezTo>
                <a:cubicBezTo>
                  <a:pt x="34805" y="50771"/>
                  <a:pt x="35804" y="49203"/>
                  <a:pt x="36374" y="47929"/>
                </a:cubicBezTo>
                <a:cubicBezTo>
                  <a:pt x="36945" y="46654"/>
                  <a:pt x="37658" y="45233"/>
                  <a:pt x="38514" y="43665"/>
                </a:cubicBezTo>
                <a:cubicBezTo>
                  <a:pt x="39370" y="42097"/>
                  <a:pt x="39988" y="40529"/>
                  <a:pt x="40368" y="38960"/>
                </a:cubicBezTo>
                <a:cubicBezTo>
                  <a:pt x="40749" y="37392"/>
                  <a:pt x="41082" y="35922"/>
                  <a:pt x="41367" y="34550"/>
                </a:cubicBezTo>
                <a:cubicBezTo>
                  <a:pt x="41652" y="33178"/>
                  <a:pt x="41795" y="31560"/>
                  <a:pt x="41795" y="29698"/>
                </a:cubicBezTo>
                <a:cubicBezTo>
                  <a:pt x="41795" y="23523"/>
                  <a:pt x="40178" y="18181"/>
                  <a:pt x="36945" y="13673"/>
                </a:cubicBezTo>
                <a:cubicBezTo>
                  <a:pt x="33712" y="9164"/>
                  <a:pt x="29099" y="6910"/>
                  <a:pt x="23108" y="6910"/>
                </a:cubicBezTo>
                <a:cubicBezTo>
                  <a:pt x="19970" y="6910"/>
                  <a:pt x="17212" y="7743"/>
                  <a:pt x="14835" y="9409"/>
                </a:cubicBezTo>
                <a:cubicBezTo>
                  <a:pt x="12458" y="11076"/>
                  <a:pt x="10793" y="12693"/>
                  <a:pt x="9842" y="14261"/>
                </a:cubicBezTo>
                <a:cubicBezTo>
                  <a:pt x="8891" y="15829"/>
                  <a:pt x="8416" y="16760"/>
                  <a:pt x="8416" y="17054"/>
                </a:cubicBezTo>
                <a:cubicBezTo>
                  <a:pt x="8416" y="17152"/>
                  <a:pt x="8654" y="17201"/>
                  <a:pt x="9129" y="17201"/>
                </a:cubicBezTo>
                <a:cubicBezTo>
                  <a:pt x="10841" y="17201"/>
                  <a:pt x="12600" y="17887"/>
                  <a:pt x="14407" y="19260"/>
                </a:cubicBezTo>
                <a:cubicBezTo>
                  <a:pt x="16214" y="20632"/>
                  <a:pt x="17117" y="22886"/>
                  <a:pt x="17117" y="26023"/>
                </a:cubicBezTo>
                <a:cubicBezTo>
                  <a:pt x="17117" y="28473"/>
                  <a:pt x="16357" y="30531"/>
                  <a:pt x="14835" y="32197"/>
                </a:cubicBezTo>
                <a:cubicBezTo>
                  <a:pt x="13313" y="33864"/>
                  <a:pt x="11174" y="34746"/>
                  <a:pt x="8416" y="348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AE1FB1-FBA8-4B0D-8AA8-3B20E4EC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057" y="6622431"/>
            <a:ext cx="56915" cy="97915"/>
          </a:xfrm>
          <a:custGeom xmlns:a="http://schemas.openxmlformats.org/drawingml/2006/main">
            <a:pathLst>
              <a:path w="56915" h="97915" fill="none">
                <a:moveTo>
                  <a:pt x="8416" y="34844"/>
                </a:moveTo>
                <a:cubicBezTo>
                  <a:pt x="5848" y="34844"/>
                  <a:pt x="3804" y="33962"/>
                  <a:pt x="2282" y="32197"/>
                </a:cubicBezTo>
                <a:cubicBezTo>
                  <a:pt x="761" y="30433"/>
                  <a:pt x="0" y="28277"/>
                  <a:pt x="0" y="25729"/>
                </a:cubicBezTo>
                <a:cubicBezTo>
                  <a:pt x="0" y="18770"/>
                  <a:pt x="2520" y="12742"/>
                  <a:pt x="7560" y="7645"/>
                </a:cubicBezTo>
                <a:cubicBezTo>
                  <a:pt x="12600" y="2548"/>
                  <a:pt x="18877" y="0"/>
                  <a:pt x="26389" y="0"/>
                </a:cubicBezTo>
                <a:cubicBezTo>
                  <a:pt x="35043" y="0"/>
                  <a:pt x="42270" y="2744"/>
                  <a:pt x="48071" y="8233"/>
                </a:cubicBezTo>
                <a:cubicBezTo>
                  <a:pt x="53872" y="13722"/>
                  <a:pt x="56820" y="20828"/>
                  <a:pt x="56915" y="29551"/>
                </a:cubicBezTo>
                <a:cubicBezTo>
                  <a:pt x="56915" y="33766"/>
                  <a:pt x="55964" y="37784"/>
                  <a:pt x="54062" y="41607"/>
                </a:cubicBezTo>
                <a:cubicBezTo>
                  <a:pt x="52160" y="45429"/>
                  <a:pt x="49878" y="48762"/>
                  <a:pt x="47215" y="51604"/>
                </a:cubicBezTo>
                <a:cubicBezTo>
                  <a:pt x="44553" y="54446"/>
                  <a:pt x="40749" y="58073"/>
                  <a:pt x="35804" y="62484"/>
                </a:cubicBezTo>
                <a:cubicBezTo>
                  <a:pt x="32380" y="65522"/>
                  <a:pt x="27625" y="70031"/>
                  <a:pt x="21539" y="76009"/>
                </a:cubicBezTo>
                <a:lnTo>
                  <a:pt x="13123" y="84242"/>
                </a:lnTo>
                <a:lnTo>
                  <a:pt x="23964" y="84389"/>
                </a:lnTo>
                <a:cubicBezTo>
                  <a:pt x="38894" y="84389"/>
                  <a:pt x="46835" y="84144"/>
                  <a:pt x="47786" y="83654"/>
                </a:cubicBezTo>
                <a:cubicBezTo>
                  <a:pt x="48452" y="83458"/>
                  <a:pt x="49593" y="79097"/>
                  <a:pt x="51209" y="70570"/>
                </a:cubicBezTo>
                <a:lnTo>
                  <a:pt x="51209" y="70129"/>
                </a:lnTo>
                <a:lnTo>
                  <a:pt x="56915" y="70129"/>
                </a:lnTo>
                <a:lnTo>
                  <a:pt x="56915" y="70570"/>
                </a:lnTo>
                <a:cubicBezTo>
                  <a:pt x="56820" y="70864"/>
                  <a:pt x="56202" y="75323"/>
                  <a:pt x="55061" y="83948"/>
                </a:cubicBezTo>
                <a:cubicBezTo>
                  <a:pt x="53920" y="92574"/>
                  <a:pt x="53206" y="97082"/>
                  <a:pt x="52921" y="97474"/>
                </a:cubicBezTo>
                <a:lnTo>
                  <a:pt x="52921" y="97915"/>
                </a:lnTo>
                <a:lnTo>
                  <a:pt x="0" y="97915"/>
                </a:lnTo>
                <a:lnTo>
                  <a:pt x="0" y="95122"/>
                </a:lnTo>
                <a:lnTo>
                  <a:pt x="0" y="93358"/>
                </a:lnTo>
                <a:cubicBezTo>
                  <a:pt x="0" y="92672"/>
                  <a:pt x="285" y="91937"/>
                  <a:pt x="856" y="91152"/>
                </a:cubicBezTo>
                <a:cubicBezTo>
                  <a:pt x="1426" y="90368"/>
                  <a:pt x="2853" y="88653"/>
                  <a:pt x="5135" y="86007"/>
                </a:cubicBezTo>
                <a:cubicBezTo>
                  <a:pt x="7893" y="82870"/>
                  <a:pt x="10270" y="80126"/>
                  <a:pt x="12267" y="77774"/>
                </a:cubicBezTo>
                <a:cubicBezTo>
                  <a:pt x="13123" y="76793"/>
                  <a:pt x="14740" y="74980"/>
                  <a:pt x="17117" y="72334"/>
                </a:cubicBezTo>
                <a:cubicBezTo>
                  <a:pt x="19495" y="69687"/>
                  <a:pt x="21111" y="67874"/>
                  <a:pt x="21967" y="66894"/>
                </a:cubicBezTo>
                <a:cubicBezTo>
                  <a:pt x="22823" y="65914"/>
                  <a:pt x="24202" y="64297"/>
                  <a:pt x="26104" y="62042"/>
                </a:cubicBezTo>
                <a:cubicBezTo>
                  <a:pt x="28006" y="59788"/>
                  <a:pt x="29337" y="58122"/>
                  <a:pt x="30098" y="57044"/>
                </a:cubicBezTo>
                <a:cubicBezTo>
                  <a:pt x="30859" y="55966"/>
                  <a:pt x="31952" y="54495"/>
                  <a:pt x="33379" y="52633"/>
                </a:cubicBezTo>
                <a:cubicBezTo>
                  <a:pt x="34805" y="50771"/>
                  <a:pt x="35804" y="49203"/>
                  <a:pt x="36374" y="47929"/>
                </a:cubicBezTo>
                <a:cubicBezTo>
                  <a:pt x="36945" y="46654"/>
                  <a:pt x="37658" y="45233"/>
                  <a:pt x="38514" y="43665"/>
                </a:cubicBezTo>
                <a:cubicBezTo>
                  <a:pt x="39370" y="42097"/>
                  <a:pt x="39988" y="40529"/>
                  <a:pt x="40368" y="38960"/>
                </a:cubicBezTo>
                <a:cubicBezTo>
                  <a:pt x="40749" y="37392"/>
                  <a:pt x="41082" y="35922"/>
                  <a:pt x="41367" y="34550"/>
                </a:cubicBezTo>
                <a:cubicBezTo>
                  <a:pt x="41652" y="33178"/>
                  <a:pt x="41795" y="31560"/>
                  <a:pt x="41795" y="29698"/>
                </a:cubicBezTo>
                <a:cubicBezTo>
                  <a:pt x="41795" y="23523"/>
                  <a:pt x="40178" y="18181"/>
                  <a:pt x="36945" y="13673"/>
                </a:cubicBezTo>
                <a:cubicBezTo>
                  <a:pt x="33712" y="9164"/>
                  <a:pt x="29099" y="6910"/>
                  <a:pt x="23108" y="6910"/>
                </a:cubicBezTo>
                <a:cubicBezTo>
                  <a:pt x="19970" y="6910"/>
                  <a:pt x="17212" y="7743"/>
                  <a:pt x="14835" y="9409"/>
                </a:cubicBezTo>
                <a:cubicBezTo>
                  <a:pt x="12458" y="11076"/>
                  <a:pt x="10793" y="12693"/>
                  <a:pt x="9842" y="14261"/>
                </a:cubicBezTo>
                <a:cubicBezTo>
                  <a:pt x="8891" y="15829"/>
                  <a:pt x="8416" y="16760"/>
                  <a:pt x="8416" y="17054"/>
                </a:cubicBezTo>
                <a:cubicBezTo>
                  <a:pt x="8416" y="17152"/>
                  <a:pt x="8654" y="17201"/>
                  <a:pt x="9129" y="17201"/>
                </a:cubicBezTo>
                <a:cubicBezTo>
                  <a:pt x="10841" y="17201"/>
                  <a:pt x="12600" y="17887"/>
                  <a:pt x="14407" y="19260"/>
                </a:cubicBezTo>
                <a:cubicBezTo>
                  <a:pt x="16214" y="20632"/>
                  <a:pt x="17117" y="22886"/>
                  <a:pt x="17117" y="26023"/>
                </a:cubicBezTo>
                <a:cubicBezTo>
                  <a:pt x="17117" y="28473"/>
                  <a:pt x="16357" y="30531"/>
                  <a:pt x="14835" y="32197"/>
                </a:cubicBezTo>
                <a:cubicBezTo>
                  <a:pt x="13313" y="33864"/>
                  <a:pt x="11174" y="34746"/>
                  <a:pt x="8416" y="348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10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ABAC2B-6E97-412D-AF61-090C9A25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372" y="6702557"/>
            <a:ext cx="18829" cy="46409"/>
          </a:xfrm>
          <a:custGeom xmlns:a="http://schemas.openxmlformats.org/drawingml/2006/main">
            <a:pathLst>
              <a:path w="18829" h="46409">
                <a:moveTo>
                  <a:pt x="0" y="12644"/>
                </a:moveTo>
                <a:cubicBezTo>
                  <a:pt x="0" y="12644"/>
                  <a:pt x="0" y="11419"/>
                  <a:pt x="0" y="8968"/>
                </a:cubicBezTo>
                <a:cubicBezTo>
                  <a:pt x="0" y="6518"/>
                  <a:pt x="761" y="4411"/>
                  <a:pt x="2282" y="2646"/>
                </a:cubicBezTo>
                <a:cubicBezTo>
                  <a:pt x="3804" y="882"/>
                  <a:pt x="5848" y="0"/>
                  <a:pt x="8416" y="0"/>
                </a:cubicBezTo>
                <a:cubicBezTo>
                  <a:pt x="11079" y="0"/>
                  <a:pt x="13456" y="1225"/>
                  <a:pt x="15548" y="3676"/>
                </a:cubicBezTo>
                <a:cubicBezTo>
                  <a:pt x="17640" y="6126"/>
                  <a:pt x="18734" y="10438"/>
                  <a:pt x="18829" y="16613"/>
                </a:cubicBezTo>
                <a:cubicBezTo>
                  <a:pt x="18829" y="20044"/>
                  <a:pt x="18401" y="23376"/>
                  <a:pt x="17545" y="26611"/>
                </a:cubicBezTo>
                <a:cubicBezTo>
                  <a:pt x="16689" y="29845"/>
                  <a:pt x="15691" y="32638"/>
                  <a:pt x="14550" y="34991"/>
                </a:cubicBezTo>
                <a:cubicBezTo>
                  <a:pt x="13409" y="37343"/>
                  <a:pt x="12172" y="39352"/>
                  <a:pt x="10841" y="41019"/>
                </a:cubicBezTo>
                <a:cubicBezTo>
                  <a:pt x="9510" y="42685"/>
                  <a:pt x="8368" y="44008"/>
                  <a:pt x="7418" y="44988"/>
                </a:cubicBezTo>
                <a:cubicBezTo>
                  <a:pt x="6467" y="45968"/>
                  <a:pt x="5848" y="46409"/>
                  <a:pt x="5563" y="46311"/>
                </a:cubicBezTo>
                <a:cubicBezTo>
                  <a:pt x="5183" y="46311"/>
                  <a:pt x="4565" y="45870"/>
                  <a:pt x="3709" y="44988"/>
                </a:cubicBezTo>
                <a:cubicBezTo>
                  <a:pt x="2853" y="44106"/>
                  <a:pt x="2425" y="43469"/>
                  <a:pt x="2425" y="43077"/>
                </a:cubicBezTo>
                <a:cubicBezTo>
                  <a:pt x="2425" y="42685"/>
                  <a:pt x="2948" y="41901"/>
                  <a:pt x="3994" y="40725"/>
                </a:cubicBezTo>
                <a:cubicBezTo>
                  <a:pt x="5040" y="39548"/>
                  <a:pt x="6229" y="38078"/>
                  <a:pt x="7560" y="36314"/>
                </a:cubicBezTo>
                <a:cubicBezTo>
                  <a:pt x="8891" y="34550"/>
                  <a:pt x="10128" y="32099"/>
                  <a:pt x="11269" y="28963"/>
                </a:cubicBezTo>
                <a:cubicBezTo>
                  <a:pt x="12410" y="25827"/>
                  <a:pt x="13171" y="22249"/>
                  <a:pt x="13551" y="18230"/>
                </a:cubicBezTo>
                <a:lnTo>
                  <a:pt x="13551" y="16466"/>
                </a:lnTo>
                <a:lnTo>
                  <a:pt x="13409" y="16613"/>
                </a:lnTo>
                <a:cubicBezTo>
                  <a:pt x="13218" y="16711"/>
                  <a:pt x="12981" y="16809"/>
                  <a:pt x="12695" y="16907"/>
                </a:cubicBezTo>
                <a:cubicBezTo>
                  <a:pt x="12410" y="17005"/>
                  <a:pt x="12125" y="17152"/>
                  <a:pt x="11839" y="17348"/>
                </a:cubicBezTo>
                <a:cubicBezTo>
                  <a:pt x="11554" y="17544"/>
                  <a:pt x="11126" y="17642"/>
                  <a:pt x="10556" y="17642"/>
                </a:cubicBezTo>
                <a:cubicBezTo>
                  <a:pt x="9985" y="17642"/>
                  <a:pt x="9415" y="17691"/>
                  <a:pt x="8844" y="17789"/>
                </a:cubicBezTo>
                <a:cubicBezTo>
                  <a:pt x="6276" y="17789"/>
                  <a:pt x="4184" y="16956"/>
                  <a:pt x="2568" y="15290"/>
                </a:cubicBezTo>
                <a:lnTo>
                  <a:pt x="0" y="126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35BB95-B654-450B-A42B-9E1FC4A7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372" y="6702557"/>
            <a:ext cx="18829" cy="46409"/>
          </a:xfrm>
          <a:custGeom xmlns:a="http://schemas.openxmlformats.org/drawingml/2006/main">
            <a:pathLst>
              <a:path w="18829" h="46409" fill="none">
                <a:moveTo>
                  <a:pt x="0" y="12644"/>
                </a:moveTo>
                <a:cubicBezTo>
                  <a:pt x="0" y="12644"/>
                  <a:pt x="0" y="11419"/>
                  <a:pt x="0" y="8968"/>
                </a:cubicBezTo>
                <a:cubicBezTo>
                  <a:pt x="0" y="6518"/>
                  <a:pt x="761" y="4411"/>
                  <a:pt x="2282" y="2646"/>
                </a:cubicBezTo>
                <a:cubicBezTo>
                  <a:pt x="3804" y="882"/>
                  <a:pt x="5848" y="0"/>
                  <a:pt x="8416" y="0"/>
                </a:cubicBezTo>
                <a:cubicBezTo>
                  <a:pt x="11079" y="0"/>
                  <a:pt x="13456" y="1225"/>
                  <a:pt x="15548" y="3676"/>
                </a:cubicBezTo>
                <a:cubicBezTo>
                  <a:pt x="17640" y="6126"/>
                  <a:pt x="18734" y="10438"/>
                  <a:pt x="18829" y="16613"/>
                </a:cubicBezTo>
                <a:cubicBezTo>
                  <a:pt x="18829" y="20044"/>
                  <a:pt x="18401" y="23376"/>
                  <a:pt x="17545" y="26611"/>
                </a:cubicBezTo>
                <a:cubicBezTo>
                  <a:pt x="16689" y="29845"/>
                  <a:pt x="15691" y="32638"/>
                  <a:pt x="14550" y="34991"/>
                </a:cubicBezTo>
                <a:cubicBezTo>
                  <a:pt x="13409" y="37343"/>
                  <a:pt x="12172" y="39352"/>
                  <a:pt x="10841" y="41019"/>
                </a:cubicBezTo>
                <a:cubicBezTo>
                  <a:pt x="9510" y="42685"/>
                  <a:pt x="8368" y="44008"/>
                  <a:pt x="7418" y="44988"/>
                </a:cubicBezTo>
                <a:cubicBezTo>
                  <a:pt x="6467" y="45968"/>
                  <a:pt x="5848" y="46409"/>
                  <a:pt x="5563" y="46311"/>
                </a:cubicBezTo>
                <a:cubicBezTo>
                  <a:pt x="5183" y="46311"/>
                  <a:pt x="4565" y="45870"/>
                  <a:pt x="3709" y="44988"/>
                </a:cubicBezTo>
                <a:cubicBezTo>
                  <a:pt x="2853" y="44106"/>
                  <a:pt x="2425" y="43469"/>
                  <a:pt x="2425" y="43077"/>
                </a:cubicBezTo>
                <a:cubicBezTo>
                  <a:pt x="2425" y="42685"/>
                  <a:pt x="2948" y="41901"/>
                  <a:pt x="3994" y="40725"/>
                </a:cubicBezTo>
                <a:cubicBezTo>
                  <a:pt x="5040" y="39548"/>
                  <a:pt x="6229" y="38078"/>
                  <a:pt x="7560" y="36314"/>
                </a:cubicBezTo>
                <a:cubicBezTo>
                  <a:pt x="8891" y="34550"/>
                  <a:pt x="10128" y="32099"/>
                  <a:pt x="11269" y="28963"/>
                </a:cubicBezTo>
                <a:cubicBezTo>
                  <a:pt x="12410" y="25827"/>
                  <a:pt x="13171" y="22249"/>
                  <a:pt x="13551" y="18230"/>
                </a:cubicBezTo>
                <a:lnTo>
                  <a:pt x="13551" y="16466"/>
                </a:lnTo>
                <a:lnTo>
                  <a:pt x="13409" y="16613"/>
                </a:lnTo>
                <a:cubicBezTo>
                  <a:pt x="13218" y="16711"/>
                  <a:pt x="12981" y="16809"/>
                  <a:pt x="12695" y="16907"/>
                </a:cubicBezTo>
                <a:cubicBezTo>
                  <a:pt x="12410" y="17005"/>
                  <a:pt x="12125" y="17152"/>
                  <a:pt x="11839" y="17348"/>
                </a:cubicBezTo>
                <a:cubicBezTo>
                  <a:pt x="11554" y="17544"/>
                  <a:pt x="11126" y="17642"/>
                  <a:pt x="10556" y="17642"/>
                </a:cubicBezTo>
                <a:cubicBezTo>
                  <a:pt x="9985" y="17642"/>
                  <a:pt x="9415" y="17691"/>
                  <a:pt x="8844" y="17789"/>
                </a:cubicBezTo>
                <a:cubicBezTo>
                  <a:pt x="6276" y="17789"/>
                  <a:pt x="4184" y="16956"/>
                  <a:pt x="2568" y="15290"/>
                </a:cubicBezTo>
                <a:lnTo>
                  <a:pt x="0" y="126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10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CA9F2C-B17E-4480-ADA2-D356979D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8464" y="6622431"/>
            <a:ext cx="60053" cy="101150"/>
          </a:xfrm>
          <a:custGeom xmlns:a="http://schemas.openxmlformats.org/drawingml/2006/main">
            <a:pathLst>
              <a:path w="60053" h="101150">
                <a:moveTo>
                  <a:pt x="8131" y="11909"/>
                </a:moveTo>
                <a:cubicBezTo>
                  <a:pt x="13456" y="3970"/>
                  <a:pt x="20731" y="0"/>
                  <a:pt x="29955" y="0"/>
                </a:cubicBezTo>
                <a:cubicBezTo>
                  <a:pt x="34520" y="0"/>
                  <a:pt x="39085" y="1274"/>
                  <a:pt x="43649" y="3823"/>
                </a:cubicBezTo>
                <a:cubicBezTo>
                  <a:pt x="48214" y="6371"/>
                  <a:pt x="51923" y="10879"/>
                  <a:pt x="54775" y="17348"/>
                </a:cubicBezTo>
                <a:cubicBezTo>
                  <a:pt x="58294" y="25483"/>
                  <a:pt x="60053" y="36657"/>
                  <a:pt x="60053" y="50869"/>
                </a:cubicBezTo>
                <a:cubicBezTo>
                  <a:pt x="60053" y="66061"/>
                  <a:pt x="58009" y="77676"/>
                  <a:pt x="53920" y="85713"/>
                </a:cubicBezTo>
                <a:cubicBezTo>
                  <a:pt x="52018" y="89829"/>
                  <a:pt x="49402" y="93113"/>
                  <a:pt x="46074" y="95563"/>
                </a:cubicBezTo>
                <a:cubicBezTo>
                  <a:pt x="42746" y="98013"/>
                  <a:pt x="39845" y="99533"/>
                  <a:pt x="37373" y="100121"/>
                </a:cubicBezTo>
                <a:cubicBezTo>
                  <a:pt x="34900" y="100709"/>
                  <a:pt x="32475" y="101052"/>
                  <a:pt x="30098" y="101150"/>
                </a:cubicBezTo>
                <a:cubicBezTo>
                  <a:pt x="27625" y="101150"/>
                  <a:pt x="25153" y="100856"/>
                  <a:pt x="22680" y="100268"/>
                </a:cubicBezTo>
                <a:cubicBezTo>
                  <a:pt x="20208" y="99680"/>
                  <a:pt x="17308" y="98111"/>
                  <a:pt x="13979" y="95563"/>
                </a:cubicBezTo>
                <a:cubicBezTo>
                  <a:pt x="10651" y="93015"/>
                  <a:pt x="8036" y="89731"/>
                  <a:pt x="6134" y="85713"/>
                </a:cubicBezTo>
                <a:cubicBezTo>
                  <a:pt x="2045" y="77676"/>
                  <a:pt x="0" y="66061"/>
                  <a:pt x="0" y="50869"/>
                </a:cubicBezTo>
                <a:cubicBezTo>
                  <a:pt x="0" y="33815"/>
                  <a:pt x="2710" y="20828"/>
                  <a:pt x="8131" y="11909"/>
                </a:cubicBezTo>
                <a:close/>
                <a:moveTo>
                  <a:pt x="40226" y="10144"/>
                </a:moveTo>
                <a:cubicBezTo>
                  <a:pt x="37373" y="7008"/>
                  <a:pt x="33997" y="5440"/>
                  <a:pt x="30098" y="5440"/>
                </a:cubicBezTo>
                <a:cubicBezTo>
                  <a:pt x="26104" y="5440"/>
                  <a:pt x="22680" y="7008"/>
                  <a:pt x="19828" y="10144"/>
                </a:cubicBezTo>
                <a:cubicBezTo>
                  <a:pt x="17450" y="12693"/>
                  <a:pt x="15881" y="16221"/>
                  <a:pt x="15120" y="20730"/>
                </a:cubicBezTo>
                <a:cubicBezTo>
                  <a:pt x="14360" y="25238"/>
                  <a:pt x="13979" y="34648"/>
                  <a:pt x="13979" y="48958"/>
                </a:cubicBezTo>
                <a:cubicBezTo>
                  <a:pt x="13979" y="64444"/>
                  <a:pt x="14360" y="74637"/>
                  <a:pt x="15120" y="79538"/>
                </a:cubicBezTo>
                <a:cubicBezTo>
                  <a:pt x="15881" y="84439"/>
                  <a:pt x="17593" y="88310"/>
                  <a:pt x="20255" y="91152"/>
                </a:cubicBezTo>
                <a:cubicBezTo>
                  <a:pt x="22918" y="94093"/>
                  <a:pt x="26199" y="95563"/>
                  <a:pt x="30098" y="95563"/>
                </a:cubicBezTo>
                <a:cubicBezTo>
                  <a:pt x="33902" y="95563"/>
                  <a:pt x="37135" y="94093"/>
                  <a:pt x="39798" y="91152"/>
                </a:cubicBezTo>
                <a:cubicBezTo>
                  <a:pt x="42556" y="88212"/>
                  <a:pt x="44267" y="84095"/>
                  <a:pt x="44933" y="78803"/>
                </a:cubicBezTo>
                <a:cubicBezTo>
                  <a:pt x="45599" y="73510"/>
                  <a:pt x="45979" y="63562"/>
                  <a:pt x="46074" y="48958"/>
                </a:cubicBezTo>
                <a:cubicBezTo>
                  <a:pt x="46074" y="34746"/>
                  <a:pt x="45694" y="25385"/>
                  <a:pt x="44933" y="20877"/>
                </a:cubicBezTo>
                <a:cubicBezTo>
                  <a:pt x="44172" y="16368"/>
                  <a:pt x="42603" y="12791"/>
                  <a:pt x="40226" y="101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ACD733-8378-4F78-A211-89C0C30B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8464" y="6622431"/>
            <a:ext cx="60053" cy="101150"/>
          </a:xfrm>
          <a:custGeom xmlns:a="http://schemas.openxmlformats.org/drawingml/2006/main">
            <a:pathLst>
              <a:path w="60053" h="101150" fill="none">
                <a:moveTo>
                  <a:pt x="8131" y="11909"/>
                </a:moveTo>
                <a:cubicBezTo>
                  <a:pt x="13456" y="3970"/>
                  <a:pt x="20731" y="0"/>
                  <a:pt x="29955" y="0"/>
                </a:cubicBezTo>
                <a:cubicBezTo>
                  <a:pt x="34520" y="0"/>
                  <a:pt x="39085" y="1274"/>
                  <a:pt x="43649" y="3823"/>
                </a:cubicBezTo>
                <a:cubicBezTo>
                  <a:pt x="48214" y="6371"/>
                  <a:pt x="51923" y="10879"/>
                  <a:pt x="54775" y="17348"/>
                </a:cubicBezTo>
                <a:cubicBezTo>
                  <a:pt x="58294" y="25483"/>
                  <a:pt x="60053" y="36657"/>
                  <a:pt x="60053" y="50869"/>
                </a:cubicBezTo>
                <a:cubicBezTo>
                  <a:pt x="60053" y="66061"/>
                  <a:pt x="58009" y="77676"/>
                  <a:pt x="53920" y="85713"/>
                </a:cubicBezTo>
                <a:cubicBezTo>
                  <a:pt x="52018" y="89829"/>
                  <a:pt x="49402" y="93113"/>
                  <a:pt x="46074" y="95563"/>
                </a:cubicBezTo>
                <a:cubicBezTo>
                  <a:pt x="42746" y="98013"/>
                  <a:pt x="39845" y="99533"/>
                  <a:pt x="37373" y="100121"/>
                </a:cubicBezTo>
                <a:cubicBezTo>
                  <a:pt x="34900" y="100709"/>
                  <a:pt x="32475" y="101052"/>
                  <a:pt x="30098" y="101150"/>
                </a:cubicBezTo>
                <a:cubicBezTo>
                  <a:pt x="27625" y="101150"/>
                  <a:pt x="25153" y="100856"/>
                  <a:pt x="22680" y="100268"/>
                </a:cubicBezTo>
                <a:cubicBezTo>
                  <a:pt x="20208" y="99680"/>
                  <a:pt x="17308" y="98111"/>
                  <a:pt x="13979" y="95563"/>
                </a:cubicBezTo>
                <a:cubicBezTo>
                  <a:pt x="10651" y="93015"/>
                  <a:pt x="8036" y="89731"/>
                  <a:pt x="6134" y="85713"/>
                </a:cubicBezTo>
                <a:cubicBezTo>
                  <a:pt x="2045" y="77676"/>
                  <a:pt x="0" y="66061"/>
                  <a:pt x="0" y="50869"/>
                </a:cubicBezTo>
                <a:cubicBezTo>
                  <a:pt x="0" y="33815"/>
                  <a:pt x="2710" y="20828"/>
                  <a:pt x="8131" y="11909"/>
                </a:cubicBezTo>
                <a:close/>
                <a:moveTo>
                  <a:pt x="40226" y="10144"/>
                </a:moveTo>
                <a:cubicBezTo>
                  <a:pt x="37373" y="7008"/>
                  <a:pt x="33997" y="5440"/>
                  <a:pt x="30098" y="5440"/>
                </a:cubicBezTo>
                <a:cubicBezTo>
                  <a:pt x="26104" y="5440"/>
                  <a:pt x="22680" y="7008"/>
                  <a:pt x="19828" y="10144"/>
                </a:cubicBezTo>
                <a:cubicBezTo>
                  <a:pt x="17450" y="12693"/>
                  <a:pt x="15881" y="16221"/>
                  <a:pt x="15120" y="20730"/>
                </a:cubicBezTo>
                <a:cubicBezTo>
                  <a:pt x="14360" y="25238"/>
                  <a:pt x="13979" y="34648"/>
                  <a:pt x="13979" y="48958"/>
                </a:cubicBezTo>
                <a:cubicBezTo>
                  <a:pt x="13979" y="64444"/>
                  <a:pt x="14360" y="74637"/>
                  <a:pt x="15120" y="79538"/>
                </a:cubicBezTo>
                <a:cubicBezTo>
                  <a:pt x="15881" y="84439"/>
                  <a:pt x="17593" y="88310"/>
                  <a:pt x="20255" y="91152"/>
                </a:cubicBezTo>
                <a:cubicBezTo>
                  <a:pt x="22918" y="94093"/>
                  <a:pt x="26199" y="95563"/>
                  <a:pt x="30098" y="95563"/>
                </a:cubicBezTo>
                <a:cubicBezTo>
                  <a:pt x="33902" y="95563"/>
                  <a:pt x="37135" y="94093"/>
                  <a:pt x="39798" y="91152"/>
                </a:cubicBezTo>
                <a:cubicBezTo>
                  <a:pt x="42556" y="88212"/>
                  <a:pt x="44267" y="84095"/>
                  <a:pt x="44933" y="78803"/>
                </a:cubicBezTo>
                <a:cubicBezTo>
                  <a:pt x="45599" y="73510"/>
                  <a:pt x="45979" y="63562"/>
                  <a:pt x="46074" y="48958"/>
                </a:cubicBezTo>
                <a:cubicBezTo>
                  <a:pt x="46074" y="34746"/>
                  <a:pt x="45694" y="25385"/>
                  <a:pt x="44933" y="20877"/>
                </a:cubicBezTo>
                <a:cubicBezTo>
                  <a:pt x="44172" y="16368"/>
                  <a:pt x="42603" y="12791"/>
                  <a:pt x="40226" y="101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10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5671CF-A94F-4D36-A654-321FD799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352" y="6533297"/>
            <a:ext cx="8070" cy="207741"/>
          </a:xfrm>
          <a:custGeom xmlns:a="http://schemas.openxmlformats.org/drawingml/2006/main">
            <a:pathLst>
              <a:path w="8070" h="207741">
                <a:moveTo>
                  <a:pt x="4035" y="207741"/>
                </a:moveTo>
                <a:lnTo>
                  <a:pt x="3632" y="207741"/>
                </a:lnTo>
                <a:cubicBezTo>
                  <a:pt x="2018" y="207741"/>
                  <a:pt x="807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47" y="901"/>
                  <a:pt x="2825" y="0"/>
                  <a:pt x="4035" y="0"/>
                </a:cubicBezTo>
                <a:cubicBezTo>
                  <a:pt x="5784" y="0"/>
                  <a:pt x="7129" y="1040"/>
                  <a:pt x="8070" y="3119"/>
                </a:cubicBezTo>
                <a:lnTo>
                  <a:pt x="8070" y="204830"/>
                </a:lnTo>
                <a:cubicBezTo>
                  <a:pt x="6994" y="206771"/>
                  <a:pt x="5784" y="207741"/>
                  <a:pt x="4439" y="207741"/>
                </a:cubicBezTo>
                <a:lnTo>
                  <a:pt x="4035" y="2077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F4F8D1-8F07-43C7-B9F4-B25869CA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352" y="6533297"/>
            <a:ext cx="8070" cy="207741"/>
          </a:xfrm>
          <a:custGeom xmlns:a="http://schemas.openxmlformats.org/drawingml/2006/main">
            <a:pathLst>
              <a:path w="8070" h="207741" fill="none">
                <a:moveTo>
                  <a:pt x="4035" y="207741"/>
                </a:moveTo>
                <a:lnTo>
                  <a:pt x="3632" y="207741"/>
                </a:lnTo>
                <a:cubicBezTo>
                  <a:pt x="2018" y="207741"/>
                  <a:pt x="807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47" y="901"/>
                  <a:pt x="2825" y="0"/>
                  <a:pt x="4035" y="0"/>
                </a:cubicBezTo>
                <a:cubicBezTo>
                  <a:pt x="5784" y="0"/>
                  <a:pt x="7129" y="1040"/>
                  <a:pt x="8070" y="3119"/>
                </a:cubicBezTo>
                <a:lnTo>
                  <a:pt x="8070" y="204830"/>
                </a:lnTo>
                <a:cubicBezTo>
                  <a:pt x="6994" y="206771"/>
                  <a:pt x="5784" y="207741"/>
                  <a:pt x="4439" y="207741"/>
                </a:cubicBezTo>
                <a:lnTo>
                  <a:pt x="4035" y="2077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10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33D199-C35D-49C1-A001-6EE6DE35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441" y="6533297"/>
            <a:ext cx="8070" cy="207741"/>
          </a:xfrm>
          <a:custGeom xmlns:a="http://schemas.openxmlformats.org/drawingml/2006/main">
            <a:pathLst>
              <a:path w="8070" h="207741">
                <a:moveTo>
                  <a:pt x="4035" y="207741"/>
                </a:moveTo>
                <a:lnTo>
                  <a:pt x="3632" y="207741"/>
                </a:lnTo>
                <a:cubicBezTo>
                  <a:pt x="2018" y="207741"/>
                  <a:pt x="807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47" y="901"/>
                  <a:pt x="2825" y="0"/>
                  <a:pt x="4035" y="0"/>
                </a:cubicBezTo>
                <a:cubicBezTo>
                  <a:pt x="5784" y="0"/>
                  <a:pt x="7129" y="1040"/>
                  <a:pt x="8070" y="3119"/>
                </a:cubicBezTo>
                <a:lnTo>
                  <a:pt x="8070" y="204830"/>
                </a:lnTo>
                <a:cubicBezTo>
                  <a:pt x="6994" y="206771"/>
                  <a:pt x="5784" y="207741"/>
                  <a:pt x="4439" y="207741"/>
                </a:cubicBezTo>
                <a:lnTo>
                  <a:pt x="4035" y="2077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4FFF06-0B32-46EB-A371-EE84641C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441" y="6533297"/>
            <a:ext cx="8070" cy="207741"/>
          </a:xfrm>
          <a:custGeom xmlns:a="http://schemas.openxmlformats.org/drawingml/2006/main">
            <a:pathLst>
              <a:path w="8070" h="207741" fill="none">
                <a:moveTo>
                  <a:pt x="4035" y="207741"/>
                </a:moveTo>
                <a:lnTo>
                  <a:pt x="3632" y="207741"/>
                </a:lnTo>
                <a:cubicBezTo>
                  <a:pt x="2018" y="207741"/>
                  <a:pt x="807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47" y="901"/>
                  <a:pt x="2825" y="0"/>
                  <a:pt x="4035" y="0"/>
                </a:cubicBezTo>
                <a:cubicBezTo>
                  <a:pt x="5784" y="0"/>
                  <a:pt x="7129" y="1040"/>
                  <a:pt x="8070" y="3119"/>
                </a:cubicBezTo>
                <a:lnTo>
                  <a:pt x="8070" y="204830"/>
                </a:lnTo>
                <a:cubicBezTo>
                  <a:pt x="6994" y="206771"/>
                  <a:pt x="5784" y="207741"/>
                  <a:pt x="4439" y="207741"/>
                </a:cubicBezTo>
                <a:lnTo>
                  <a:pt x="4035" y="2077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10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B41C28-8226-4CEE-8596-9F72D206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8627" y="6547126"/>
            <a:ext cx="142644" cy="146604"/>
          </a:xfrm>
          <a:custGeom xmlns:a="http://schemas.openxmlformats.org/drawingml/2006/main">
            <a:pathLst>
              <a:path w="142644" h="146604">
                <a:moveTo>
                  <a:pt x="9483" y="9566"/>
                </a:moveTo>
                <a:cubicBezTo>
                  <a:pt x="4909" y="9566"/>
                  <a:pt x="2488" y="9288"/>
                  <a:pt x="2219" y="8734"/>
                </a:cubicBezTo>
                <a:cubicBezTo>
                  <a:pt x="2085" y="8457"/>
                  <a:pt x="2018" y="7902"/>
                  <a:pt x="2018" y="7070"/>
                </a:cubicBezTo>
                <a:cubicBezTo>
                  <a:pt x="2018" y="3743"/>
                  <a:pt x="2757" y="1456"/>
                  <a:pt x="4237" y="208"/>
                </a:cubicBezTo>
                <a:cubicBezTo>
                  <a:pt x="4506" y="69"/>
                  <a:pt x="5649" y="0"/>
                  <a:pt x="7667" y="0"/>
                </a:cubicBezTo>
                <a:cubicBezTo>
                  <a:pt x="13182" y="277"/>
                  <a:pt x="22328" y="416"/>
                  <a:pt x="35106" y="416"/>
                </a:cubicBezTo>
                <a:cubicBezTo>
                  <a:pt x="39679" y="416"/>
                  <a:pt x="43916" y="416"/>
                  <a:pt x="47817" y="416"/>
                </a:cubicBezTo>
                <a:cubicBezTo>
                  <a:pt x="51718" y="416"/>
                  <a:pt x="54744" y="347"/>
                  <a:pt x="56896" y="208"/>
                </a:cubicBezTo>
                <a:cubicBezTo>
                  <a:pt x="59048" y="69"/>
                  <a:pt x="60393" y="69"/>
                  <a:pt x="60932" y="208"/>
                </a:cubicBezTo>
                <a:cubicBezTo>
                  <a:pt x="63084" y="208"/>
                  <a:pt x="64160" y="901"/>
                  <a:pt x="64160" y="2287"/>
                </a:cubicBezTo>
                <a:cubicBezTo>
                  <a:pt x="64160" y="2565"/>
                  <a:pt x="64025" y="3535"/>
                  <a:pt x="63756" y="5199"/>
                </a:cubicBezTo>
                <a:cubicBezTo>
                  <a:pt x="63084" y="7555"/>
                  <a:pt x="62411" y="8942"/>
                  <a:pt x="61739" y="9358"/>
                </a:cubicBezTo>
                <a:lnTo>
                  <a:pt x="61335" y="9358"/>
                </a:lnTo>
                <a:cubicBezTo>
                  <a:pt x="61066" y="9358"/>
                  <a:pt x="60730" y="9358"/>
                  <a:pt x="60326" y="9358"/>
                </a:cubicBezTo>
                <a:cubicBezTo>
                  <a:pt x="59923" y="9358"/>
                  <a:pt x="59452" y="9358"/>
                  <a:pt x="58914" y="9358"/>
                </a:cubicBezTo>
                <a:cubicBezTo>
                  <a:pt x="58376" y="9358"/>
                  <a:pt x="57771" y="9427"/>
                  <a:pt x="57098" y="9566"/>
                </a:cubicBezTo>
                <a:cubicBezTo>
                  <a:pt x="56426" y="9704"/>
                  <a:pt x="55820" y="9704"/>
                  <a:pt x="55282" y="9566"/>
                </a:cubicBezTo>
                <a:cubicBezTo>
                  <a:pt x="50036" y="9704"/>
                  <a:pt x="46674" y="9912"/>
                  <a:pt x="45194" y="10190"/>
                </a:cubicBezTo>
                <a:cubicBezTo>
                  <a:pt x="43715" y="10467"/>
                  <a:pt x="42504" y="11229"/>
                  <a:pt x="41563" y="12477"/>
                </a:cubicBezTo>
                <a:cubicBezTo>
                  <a:pt x="41428" y="12754"/>
                  <a:pt x="39545" y="20032"/>
                  <a:pt x="35913" y="34312"/>
                </a:cubicBezTo>
                <a:cubicBezTo>
                  <a:pt x="32282" y="48591"/>
                  <a:pt x="28650" y="63563"/>
                  <a:pt x="25018" y="79229"/>
                </a:cubicBezTo>
                <a:cubicBezTo>
                  <a:pt x="21387" y="94894"/>
                  <a:pt x="19369" y="104113"/>
                  <a:pt x="18965" y="106886"/>
                </a:cubicBezTo>
                <a:cubicBezTo>
                  <a:pt x="18696" y="108827"/>
                  <a:pt x="18562" y="110837"/>
                  <a:pt x="18562" y="112916"/>
                </a:cubicBezTo>
                <a:cubicBezTo>
                  <a:pt x="18562" y="120403"/>
                  <a:pt x="20647" y="126294"/>
                  <a:pt x="24816" y="130592"/>
                </a:cubicBezTo>
                <a:cubicBezTo>
                  <a:pt x="28986" y="134890"/>
                  <a:pt x="34770" y="137038"/>
                  <a:pt x="42168" y="137038"/>
                </a:cubicBezTo>
                <a:cubicBezTo>
                  <a:pt x="51180" y="137038"/>
                  <a:pt x="60192" y="133919"/>
                  <a:pt x="69204" y="127681"/>
                </a:cubicBezTo>
                <a:cubicBezTo>
                  <a:pt x="78216" y="121442"/>
                  <a:pt x="84806" y="112015"/>
                  <a:pt x="88976" y="99400"/>
                </a:cubicBezTo>
                <a:lnTo>
                  <a:pt x="99266" y="57602"/>
                </a:lnTo>
                <a:cubicBezTo>
                  <a:pt x="105588" y="30984"/>
                  <a:pt x="108749" y="17121"/>
                  <a:pt x="108749" y="16012"/>
                </a:cubicBezTo>
                <a:cubicBezTo>
                  <a:pt x="108749" y="12269"/>
                  <a:pt x="104444" y="10120"/>
                  <a:pt x="95836" y="9566"/>
                </a:cubicBezTo>
                <a:cubicBezTo>
                  <a:pt x="92608" y="9566"/>
                  <a:pt x="90994" y="8803"/>
                  <a:pt x="90994" y="7278"/>
                </a:cubicBezTo>
                <a:cubicBezTo>
                  <a:pt x="90994" y="7001"/>
                  <a:pt x="91128" y="6169"/>
                  <a:pt x="91397" y="4783"/>
                </a:cubicBezTo>
                <a:cubicBezTo>
                  <a:pt x="91935" y="2565"/>
                  <a:pt x="92339" y="1248"/>
                  <a:pt x="92608" y="832"/>
                </a:cubicBezTo>
                <a:cubicBezTo>
                  <a:pt x="92877" y="416"/>
                  <a:pt x="93549" y="139"/>
                  <a:pt x="94625" y="0"/>
                </a:cubicBezTo>
                <a:cubicBezTo>
                  <a:pt x="95029" y="0"/>
                  <a:pt x="97181" y="69"/>
                  <a:pt x="101082" y="208"/>
                </a:cubicBezTo>
                <a:cubicBezTo>
                  <a:pt x="104982" y="347"/>
                  <a:pt x="110632" y="485"/>
                  <a:pt x="118030" y="624"/>
                </a:cubicBezTo>
                <a:cubicBezTo>
                  <a:pt x="124889" y="624"/>
                  <a:pt x="130135" y="555"/>
                  <a:pt x="133767" y="416"/>
                </a:cubicBezTo>
                <a:cubicBezTo>
                  <a:pt x="137399" y="277"/>
                  <a:pt x="139349" y="208"/>
                  <a:pt x="139618" y="208"/>
                </a:cubicBezTo>
                <a:cubicBezTo>
                  <a:pt x="141636" y="208"/>
                  <a:pt x="142644" y="901"/>
                  <a:pt x="142644" y="2287"/>
                </a:cubicBezTo>
                <a:cubicBezTo>
                  <a:pt x="142644" y="5337"/>
                  <a:pt x="142106" y="7417"/>
                  <a:pt x="141030" y="8526"/>
                </a:cubicBezTo>
                <a:cubicBezTo>
                  <a:pt x="140627" y="9219"/>
                  <a:pt x="139147" y="9566"/>
                  <a:pt x="136592" y="9566"/>
                </a:cubicBezTo>
                <a:cubicBezTo>
                  <a:pt x="127042" y="10120"/>
                  <a:pt x="121056" y="12893"/>
                  <a:pt x="118635" y="17884"/>
                </a:cubicBezTo>
                <a:cubicBezTo>
                  <a:pt x="118366" y="18577"/>
                  <a:pt x="115003" y="31955"/>
                  <a:pt x="108547" y="58018"/>
                </a:cubicBezTo>
                <a:cubicBezTo>
                  <a:pt x="103032" y="81447"/>
                  <a:pt x="99669" y="95241"/>
                  <a:pt x="98459" y="99400"/>
                </a:cubicBezTo>
                <a:cubicBezTo>
                  <a:pt x="94020" y="113263"/>
                  <a:pt x="86286" y="124562"/>
                  <a:pt x="75256" y="133295"/>
                </a:cubicBezTo>
                <a:cubicBezTo>
                  <a:pt x="64227" y="142029"/>
                  <a:pt x="52794" y="146465"/>
                  <a:pt x="40957" y="146604"/>
                </a:cubicBezTo>
                <a:cubicBezTo>
                  <a:pt x="28583" y="146604"/>
                  <a:pt x="18696" y="142722"/>
                  <a:pt x="11299" y="134959"/>
                </a:cubicBezTo>
                <a:cubicBezTo>
                  <a:pt x="3901" y="127196"/>
                  <a:pt x="135" y="117976"/>
                  <a:pt x="0" y="107302"/>
                </a:cubicBezTo>
                <a:lnTo>
                  <a:pt x="0" y="103975"/>
                </a:lnTo>
                <a:cubicBezTo>
                  <a:pt x="0" y="101479"/>
                  <a:pt x="3699" y="84982"/>
                  <a:pt x="11097" y="54483"/>
                </a:cubicBezTo>
                <a:cubicBezTo>
                  <a:pt x="17688" y="26617"/>
                  <a:pt x="20983" y="12269"/>
                  <a:pt x="20983" y="11437"/>
                </a:cubicBezTo>
                <a:cubicBezTo>
                  <a:pt x="20983" y="10467"/>
                  <a:pt x="17150" y="9843"/>
                  <a:pt x="9483" y="95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999A06-FB08-42B2-AD6A-07A027B9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8627" y="6547126"/>
            <a:ext cx="142644" cy="146604"/>
          </a:xfrm>
          <a:custGeom xmlns:a="http://schemas.openxmlformats.org/drawingml/2006/main">
            <a:pathLst>
              <a:path w="142644" h="146604" fill="none">
                <a:moveTo>
                  <a:pt x="9483" y="9566"/>
                </a:moveTo>
                <a:cubicBezTo>
                  <a:pt x="4909" y="9566"/>
                  <a:pt x="2488" y="9288"/>
                  <a:pt x="2219" y="8734"/>
                </a:cubicBezTo>
                <a:cubicBezTo>
                  <a:pt x="2085" y="8457"/>
                  <a:pt x="2018" y="7902"/>
                  <a:pt x="2018" y="7070"/>
                </a:cubicBezTo>
                <a:cubicBezTo>
                  <a:pt x="2018" y="3743"/>
                  <a:pt x="2757" y="1456"/>
                  <a:pt x="4237" y="208"/>
                </a:cubicBezTo>
                <a:cubicBezTo>
                  <a:pt x="4506" y="69"/>
                  <a:pt x="5649" y="0"/>
                  <a:pt x="7667" y="0"/>
                </a:cubicBezTo>
                <a:cubicBezTo>
                  <a:pt x="13182" y="277"/>
                  <a:pt x="22328" y="416"/>
                  <a:pt x="35106" y="416"/>
                </a:cubicBezTo>
                <a:cubicBezTo>
                  <a:pt x="39679" y="416"/>
                  <a:pt x="43916" y="416"/>
                  <a:pt x="47817" y="416"/>
                </a:cubicBezTo>
                <a:cubicBezTo>
                  <a:pt x="51718" y="416"/>
                  <a:pt x="54744" y="347"/>
                  <a:pt x="56896" y="208"/>
                </a:cubicBezTo>
                <a:cubicBezTo>
                  <a:pt x="59048" y="69"/>
                  <a:pt x="60393" y="69"/>
                  <a:pt x="60932" y="208"/>
                </a:cubicBezTo>
                <a:cubicBezTo>
                  <a:pt x="63084" y="208"/>
                  <a:pt x="64160" y="901"/>
                  <a:pt x="64160" y="2287"/>
                </a:cubicBezTo>
                <a:cubicBezTo>
                  <a:pt x="64160" y="2565"/>
                  <a:pt x="64025" y="3535"/>
                  <a:pt x="63756" y="5199"/>
                </a:cubicBezTo>
                <a:cubicBezTo>
                  <a:pt x="63084" y="7555"/>
                  <a:pt x="62411" y="8942"/>
                  <a:pt x="61739" y="9358"/>
                </a:cubicBezTo>
                <a:lnTo>
                  <a:pt x="61335" y="9358"/>
                </a:lnTo>
                <a:cubicBezTo>
                  <a:pt x="61066" y="9358"/>
                  <a:pt x="60730" y="9358"/>
                  <a:pt x="60326" y="9358"/>
                </a:cubicBezTo>
                <a:cubicBezTo>
                  <a:pt x="59923" y="9358"/>
                  <a:pt x="59452" y="9358"/>
                  <a:pt x="58914" y="9358"/>
                </a:cubicBezTo>
                <a:cubicBezTo>
                  <a:pt x="58376" y="9358"/>
                  <a:pt x="57771" y="9427"/>
                  <a:pt x="57098" y="9566"/>
                </a:cubicBezTo>
                <a:cubicBezTo>
                  <a:pt x="56426" y="9704"/>
                  <a:pt x="55820" y="9704"/>
                  <a:pt x="55282" y="9566"/>
                </a:cubicBezTo>
                <a:cubicBezTo>
                  <a:pt x="50036" y="9704"/>
                  <a:pt x="46674" y="9912"/>
                  <a:pt x="45194" y="10190"/>
                </a:cubicBezTo>
                <a:cubicBezTo>
                  <a:pt x="43715" y="10467"/>
                  <a:pt x="42504" y="11229"/>
                  <a:pt x="41563" y="12477"/>
                </a:cubicBezTo>
                <a:cubicBezTo>
                  <a:pt x="41428" y="12754"/>
                  <a:pt x="39545" y="20032"/>
                  <a:pt x="35913" y="34312"/>
                </a:cubicBezTo>
                <a:cubicBezTo>
                  <a:pt x="32282" y="48591"/>
                  <a:pt x="28650" y="63563"/>
                  <a:pt x="25018" y="79229"/>
                </a:cubicBezTo>
                <a:cubicBezTo>
                  <a:pt x="21387" y="94894"/>
                  <a:pt x="19369" y="104113"/>
                  <a:pt x="18965" y="106886"/>
                </a:cubicBezTo>
                <a:cubicBezTo>
                  <a:pt x="18696" y="108827"/>
                  <a:pt x="18562" y="110837"/>
                  <a:pt x="18562" y="112916"/>
                </a:cubicBezTo>
                <a:cubicBezTo>
                  <a:pt x="18562" y="120403"/>
                  <a:pt x="20647" y="126294"/>
                  <a:pt x="24816" y="130592"/>
                </a:cubicBezTo>
                <a:cubicBezTo>
                  <a:pt x="28986" y="134890"/>
                  <a:pt x="34770" y="137038"/>
                  <a:pt x="42168" y="137038"/>
                </a:cubicBezTo>
                <a:cubicBezTo>
                  <a:pt x="51180" y="137038"/>
                  <a:pt x="60192" y="133919"/>
                  <a:pt x="69204" y="127681"/>
                </a:cubicBezTo>
                <a:cubicBezTo>
                  <a:pt x="78216" y="121442"/>
                  <a:pt x="84806" y="112015"/>
                  <a:pt x="88976" y="99400"/>
                </a:cubicBezTo>
                <a:lnTo>
                  <a:pt x="99266" y="57602"/>
                </a:lnTo>
                <a:cubicBezTo>
                  <a:pt x="105588" y="30984"/>
                  <a:pt x="108749" y="17121"/>
                  <a:pt x="108749" y="16012"/>
                </a:cubicBezTo>
                <a:cubicBezTo>
                  <a:pt x="108749" y="12269"/>
                  <a:pt x="104444" y="10120"/>
                  <a:pt x="95836" y="9566"/>
                </a:cubicBezTo>
                <a:cubicBezTo>
                  <a:pt x="92608" y="9566"/>
                  <a:pt x="90994" y="8803"/>
                  <a:pt x="90994" y="7278"/>
                </a:cubicBezTo>
                <a:cubicBezTo>
                  <a:pt x="90994" y="7001"/>
                  <a:pt x="91128" y="6169"/>
                  <a:pt x="91397" y="4783"/>
                </a:cubicBezTo>
                <a:cubicBezTo>
                  <a:pt x="91935" y="2565"/>
                  <a:pt x="92339" y="1248"/>
                  <a:pt x="92608" y="832"/>
                </a:cubicBezTo>
                <a:cubicBezTo>
                  <a:pt x="92877" y="416"/>
                  <a:pt x="93549" y="139"/>
                  <a:pt x="94625" y="0"/>
                </a:cubicBezTo>
                <a:cubicBezTo>
                  <a:pt x="95029" y="0"/>
                  <a:pt x="97181" y="69"/>
                  <a:pt x="101082" y="208"/>
                </a:cubicBezTo>
                <a:cubicBezTo>
                  <a:pt x="104982" y="347"/>
                  <a:pt x="110632" y="485"/>
                  <a:pt x="118030" y="624"/>
                </a:cubicBezTo>
                <a:cubicBezTo>
                  <a:pt x="124889" y="624"/>
                  <a:pt x="130135" y="555"/>
                  <a:pt x="133767" y="416"/>
                </a:cubicBezTo>
                <a:cubicBezTo>
                  <a:pt x="137399" y="277"/>
                  <a:pt x="139349" y="208"/>
                  <a:pt x="139618" y="208"/>
                </a:cubicBezTo>
                <a:cubicBezTo>
                  <a:pt x="141636" y="208"/>
                  <a:pt x="142644" y="901"/>
                  <a:pt x="142644" y="2287"/>
                </a:cubicBezTo>
                <a:cubicBezTo>
                  <a:pt x="142644" y="5337"/>
                  <a:pt x="142106" y="7417"/>
                  <a:pt x="141030" y="8526"/>
                </a:cubicBezTo>
                <a:cubicBezTo>
                  <a:pt x="140627" y="9219"/>
                  <a:pt x="139147" y="9566"/>
                  <a:pt x="136592" y="9566"/>
                </a:cubicBezTo>
                <a:cubicBezTo>
                  <a:pt x="127042" y="10120"/>
                  <a:pt x="121056" y="12893"/>
                  <a:pt x="118635" y="17884"/>
                </a:cubicBezTo>
                <a:cubicBezTo>
                  <a:pt x="118366" y="18577"/>
                  <a:pt x="115003" y="31955"/>
                  <a:pt x="108547" y="58018"/>
                </a:cubicBezTo>
                <a:cubicBezTo>
                  <a:pt x="103032" y="81447"/>
                  <a:pt x="99669" y="95241"/>
                  <a:pt x="98459" y="99400"/>
                </a:cubicBezTo>
                <a:cubicBezTo>
                  <a:pt x="94020" y="113263"/>
                  <a:pt x="86286" y="124562"/>
                  <a:pt x="75256" y="133295"/>
                </a:cubicBezTo>
                <a:cubicBezTo>
                  <a:pt x="64227" y="142029"/>
                  <a:pt x="52794" y="146465"/>
                  <a:pt x="40957" y="146604"/>
                </a:cubicBezTo>
                <a:cubicBezTo>
                  <a:pt x="28583" y="146604"/>
                  <a:pt x="18696" y="142722"/>
                  <a:pt x="11299" y="134959"/>
                </a:cubicBezTo>
                <a:cubicBezTo>
                  <a:pt x="3901" y="127196"/>
                  <a:pt x="135" y="117976"/>
                  <a:pt x="0" y="107302"/>
                </a:cubicBezTo>
                <a:lnTo>
                  <a:pt x="0" y="103975"/>
                </a:lnTo>
                <a:cubicBezTo>
                  <a:pt x="0" y="101479"/>
                  <a:pt x="3699" y="84982"/>
                  <a:pt x="11097" y="54483"/>
                </a:cubicBezTo>
                <a:cubicBezTo>
                  <a:pt x="17688" y="26617"/>
                  <a:pt x="20983" y="12269"/>
                  <a:pt x="20983" y="11437"/>
                </a:cubicBezTo>
                <a:cubicBezTo>
                  <a:pt x="20983" y="10467"/>
                  <a:pt x="17150" y="9843"/>
                  <a:pt x="9483" y="956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10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F23C95-259C-480D-8B4F-1D82A169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6972" y="6622578"/>
            <a:ext cx="59197" cy="101003"/>
          </a:xfrm>
          <a:custGeom xmlns:a="http://schemas.openxmlformats.org/drawingml/2006/main">
            <a:pathLst>
              <a:path w="59197" h="101003">
                <a:moveTo>
                  <a:pt x="12125" y="29698"/>
                </a:moveTo>
                <a:cubicBezTo>
                  <a:pt x="9557" y="29698"/>
                  <a:pt x="7560" y="28865"/>
                  <a:pt x="6134" y="27199"/>
                </a:cubicBezTo>
                <a:cubicBezTo>
                  <a:pt x="4707" y="25532"/>
                  <a:pt x="3946" y="23376"/>
                  <a:pt x="3851" y="20730"/>
                </a:cubicBezTo>
                <a:cubicBezTo>
                  <a:pt x="3851" y="15339"/>
                  <a:pt x="6134" y="10536"/>
                  <a:pt x="10698" y="6322"/>
                </a:cubicBezTo>
                <a:cubicBezTo>
                  <a:pt x="15263" y="2107"/>
                  <a:pt x="20779" y="0"/>
                  <a:pt x="27245" y="0"/>
                </a:cubicBezTo>
                <a:cubicBezTo>
                  <a:pt x="30573" y="0"/>
                  <a:pt x="32666" y="49"/>
                  <a:pt x="33521" y="147"/>
                </a:cubicBezTo>
                <a:cubicBezTo>
                  <a:pt x="40559" y="1323"/>
                  <a:pt x="45931" y="3921"/>
                  <a:pt x="49640" y="7939"/>
                </a:cubicBezTo>
                <a:cubicBezTo>
                  <a:pt x="53349" y="11958"/>
                  <a:pt x="55251" y="16319"/>
                  <a:pt x="55346" y="21024"/>
                </a:cubicBezTo>
                <a:cubicBezTo>
                  <a:pt x="55346" y="26121"/>
                  <a:pt x="53729" y="31070"/>
                  <a:pt x="50496" y="35873"/>
                </a:cubicBezTo>
                <a:cubicBezTo>
                  <a:pt x="47263" y="40676"/>
                  <a:pt x="42793" y="44155"/>
                  <a:pt x="37088" y="46311"/>
                </a:cubicBezTo>
                <a:lnTo>
                  <a:pt x="36660" y="46605"/>
                </a:lnTo>
                <a:cubicBezTo>
                  <a:pt x="36660" y="46703"/>
                  <a:pt x="37088" y="46850"/>
                  <a:pt x="37943" y="47046"/>
                </a:cubicBezTo>
                <a:cubicBezTo>
                  <a:pt x="38799" y="47242"/>
                  <a:pt x="40178" y="47683"/>
                  <a:pt x="42080" y="48370"/>
                </a:cubicBezTo>
                <a:cubicBezTo>
                  <a:pt x="43982" y="49056"/>
                  <a:pt x="45789" y="50085"/>
                  <a:pt x="47501" y="51457"/>
                </a:cubicBezTo>
                <a:cubicBezTo>
                  <a:pt x="55298" y="56652"/>
                  <a:pt x="59197" y="63513"/>
                  <a:pt x="59197" y="72040"/>
                </a:cubicBezTo>
                <a:cubicBezTo>
                  <a:pt x="59197" y="79783"/>
                  <a:pt x="56249" y="86546"/>
                  <a:pt x="50353" y="92329"/>
                </a:cubicBezTo>
                <a:cubicBezTo>
                  <a:pt x="44457" y="98111"/>
                  <a:pt x="36992" y="101003"/>
                  <a:pt x="27958" y="101003"/>
                </a:cubicBezTo>
                <a:cubicBezTo>
                  <a:pt x="20351" y="101003"/>
                  <a:pt x="13789" y="98895"/>
                  <a:pt x="8273" y="94681"/>
                </a:cubicBezTo>
                <a:cubicBezTo>
                  <a:pt x="2758" y="90466"/>
                  <a:pt x="0" y="85125"/>
                  <a:pt x="0" y="78656"/>
                </a:cubicBezTo>
                <a:cubicBezTo>
                  <a:pt x="0" y="75911"/>
                  <a:pt x="856" y="73706"/>
                  <a:pt x="2568" y="72040"/>
                </a:cubicBezTo>
                <a:cubicBezTo>
                  <a:pt x="4279" y="70374"/>
                  <a:pt x="6419" y="69491"/>
                  <a:pt x="8987" y="69393"/>
                </a:cubicBezTo>
                <a:cubicBezTo>
                  <a:pt x="11649" y="69393"/>
                  <a:pt x="13836" y="70276"/>
                  <a:pt x="15548" y="72040"/>
                </a:cubicBezTo>
                <a:cubicBezTo>
                  <a:pt x="17260" y="73804"/>
                  <a:pt x="18116" y="76009"/>
                  <a:pt x="18116" y="78656"/>
                </a:cubicBezTo>
                <a:cubicBezTo>
                  <a:pt x="18116" y="79734"/>
                  <a:pt x="17973" y="80714"/>
                  <a:pt x="17688" y="81596"/>
                </a:cubicBezTo>
                <a:cubicBezTo>
                  <a:pt x="17403" y="82478"/>
                  <a:pt x="17070" y="83262"/>
                  <a:pt x="16689" y="83948"/>
                </a:cubicBezTo>
                <a:cubicBezTo>
                  <a:pt x="16309" y="84635"/>
                  <a:pt x="15786" y="85223"/>
                  <a:pt x="15120" y="85713"/>
                </a:cubicBezTo>
                <a:cubicBezTo>
                  <a:pt x="14455" y="86203"/>
                  <a:pt x="13884" y="86595"/>
                  <a:pt x="13409" y="86889"/>
                </a:cubicBezTo>
                <a:cubicBezTo>
                  <a:pt x="12933" y="87183"/>
                  <a:pt x="12458" y="87379"/>
                  <a:pt x="11982" y="87477"/>
                </a:cubicBezTo>
                <a:cubicBezTo>
                  <a:pt x="11507" y="87575"/>
                  <a:pt x="11126" y="87722"/>
                  <a:pt x="10841" y="87918"/>
                </a:cubicBezTo>
                <a:lnTo>
                  <a:pt x="10270" y="88065"/>
                </a:lnTo>
                <a:cubicBezTo>
                  <a:pt x="15120" y="92476"/>
                  <a:pt x="21016" y="94681"/>
                  <a:pt x="27958" y="94681"/>
                </a:cubicBezTo>
                <a:cubicBezTo>
                  <a:pt x="33189" y="94681"/>
                  <a:pt x="37135" y="92084"/>
                  <a:pt x="39798" y="86889"/>
                </a:cubicBezTo>
                <a:cubicBezTo>
                  <a:pt x="41414" y="83654"/>
                  <a:pt x="42223" y="78705"/>
                  <a:pt x="42223" y="72040"/>
                </a:cubicBezTo>
                <a:lnTo>
                  <a:pt x="42223" y="69099"/>
                </a:lnTo>
                <a:cubicBezTo>
                  <a:pt x="42223" y="59788"/>
                  <a:pt x="39180" y="53564"/>
                  <a:pt x="33093" y="50428"/>
                </a:cubicBezTo>
                <a:cubicBezTo>
                  <a:pt x="31667" y="49840"/>
                  <a:pt x="28767" y="49497"/>
                  <a:pt x="24392" y="49399"/>
                </a:cubicBezTo>
                <a:lnTo>
                  <a:pt x="18401" y="49252"/>
                </a:lnTo>
                <a:lnTo>
                  <a:pt x="17973" y="48958"/>
                </a:lnTo>
                <a:cubicBezTo>
                  <a:pt x="17783" y="48664"/>
                  <a:pt x="17688" y="47880"/>
                  <a:pt x="17688" y="46605"/>
                </a:cubicBezTo>
                <a:cubicBezTo>
                  <a:pt x="17688" y="44841"/>
                  <a:pt x="18068" y="43959"/>
                  <a:pt x="18829" y="43959"/>
                </a:cubicBezTo>
                <a:cubicBezTo>
                  <a:pt x="21492" y="43959"/>
                  <a:pt x="24250" y="43714"/>
                  <a:pt x="27102" y="43224"/>
                </a:cubicBezTo>
                <a:cubicBezTo>
                  <a:pt x="30336" y="42734"/>
                  <a:pt x="33284" y="40676"/>
                  <a:pt x="35946" y="37049"/>
                </a:cubicBezTo>
                <a:cubicBezTo>
                  <a:pt x="38609" y="33423"/>
                  <a:pt x="39940" y="27934"/>
                  <a:pt x="39940" y="20583"/>
                </a:cubicBezTo>
                <a:lnTo>
                  <a:pt x="39940" y="19407"/>
                </a:lnTo>
                <a:cubicBezTo>
                  <a:pt x="39940" y="13820"/>
                  <a:pt x="38276" y="9948"/>
                  <a:pt x="34948" y="7792"/>
                </a:cubicBezTo>
                <a:cubicBezTo>
                  <a:pt x="32856" y="6420"/>
                  <a:pt x="30621" y="5734"/>
                  <a:pt x="28244" y="5734"/>
                </a:cubicBezTo>
                <a:cubicBezTo>
                  <a:pt x="25200" y="5734"/>
                  <a:pt x="22395" y="6273"/>
                  <a:pt x="19828" y="7351"/>
                </a:cubicBezTo>
                <a:cubicBezTo>
                  <a:pt x="17260" y="8429"/>
                  <a:pt x="15453" y="9556"/>
                  <a:pt x="14407" y="10732"/>
                </a:cubicBezTo>
                <a:cubicBezTo>
                  <a:pt x="13361" y="11909"/>
                  <a:pt x="12838" y="12497"/>
                  <a:pt x="12838" y="12497"/>
                </a:cubicBezTo>
                <a:lnTo>
                  <a:pt x="13266" y="12497"/>
                </a:lnTo>
                <a:cubicBezTo>
                  <a:pt x="13551" y="12595"/>
                  <a:pt x="13932" y="12693"/>
                  <a:pt x="14407" y="12791"/>
                </a:cubicBezTo>
                <a:cubicBezTo>
                  <a:pt x="14883" y="12889"/>
                  <a:pt x="15358" y="13134"/>
                  <a:pt x="15834" y="13526"/>
                </a:cubicBezTo>
                <a:cubicBezTo>
                  <a:pt x="16309" y="13918"/>
                  <a:pt x="16880" y="14261"/>
                  <a:pt x="17545" y="14555"/>
                </a:cubicBezTo>
                <a:cubicBezTo>
                  <a:pt x="18211" y="14849"/>
                  <a:pt x="18686" y="15388"/>
                  <a:pt x="18972" y="16172"/>
                </a:cubicBezTo>
                <a:cubicBezTo>
                  <a:pt x="19257" y="16956"/>
                  <a:pt x="19637" y="17691"/>
                  <a:pt x="20113" y="18378"/>
                </a:cubicBezTo>
                <a:cubicBezTo>
                  <a:pt x="20588" y="19064"/>
                  <a:pt x="20731" y="20044"/>
                  <a:pt x="20541" y="21318"/>
                </a:cubicBezTo>
                <a:cubicBezTo>
                  <a:pt x="20541" y="23474"/>
                  <a:pt x="19875" y="25385"/>
                  <a:pt x="18544" y="27052"/>
                </a:cubicBezTo>
                <a:cubicBezTo>
                  <a:pt x="17212" y="28718"/>
                  <a:pt x="15073" y="29600"/>
                  <a:pt x="12125" y="296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6B4E38-FC52-4F38-BCB4-C963DCFA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6972" y="6622578"/>
            <a:ext cx="59197" cy="101003"/>
          </a:xfrm>
          <a:custGeom xmlns:a="http://schemas.openxmlformats.org/drawingml/2006/main">
            <a:pathLst>
              <a:path w="59197" h="101003" fill="none">
                <a:moveTo>
                  <a:pt x="12125" y="29698"/>
                </a:moveTo>
                <a:cubicBezTo>
                  <a:pt x="9557" y="29698"/>
                  <a:pt x="7560" y="28865"/>
                  <a:pt x="6134" y="27199"/>
                </a:cubicBezTo>
                <a:cubicBezTo>
                  <a:pt x="4707" y="25532"/>
                  <a:pt x="3946" y="23376"/>
                  <a:pt x="3851" y="20730"/>
                </a:cubicBezTo>
                <a:cubicBezTo>
                  <a:pt x="3851" y="15339"/>
                  <a:pt x="6134" y="10536"/>
                  <a:pt x="10698" y="6322"/>
                </a:cubicBezTo>
                <a:cubicBezTo>
                  <a:pt x="15263" y="2107"/>
                  <a:pt x="20779" y="0"/>
                  <a:pt x="27245" y="0"/>
                </a:cubicBezTo>
                <a:cubicBezTo>
                  <a:pt x="30573" y="0"/>
                  <a:pt x="32666" y="49"/>
                  <a:pt x="33521" y="147"/>
                </a:cubicBezTo>
                <a:cubicBezTo>
                  <a:pt x="40559" y="1323"/>
                  <a:pt x="45931" y="3921"/>
                  <a:pt x="49640" y="7939"/>
                </a:cubicBezTo>
                <a:cubicBezTo>
                  <a:pt x="53349" y="11958"/>
                  <a:pt x="55251" y="16319"/>
                  <a:pt x="55346" y="21024"/>
                </a:cubicBezTo>
                <a:cubicBezTo>
                  <a:pt x="55346" y="26121"/>
                  <a:pt x="53729" y="31070"/>
                  <a:pt x="50496" y="35873"/>
                </a:cubicBezTo>
                <a:cubicBezTo>
                  <a:pt x="47263" y="40676"/>
                  <a:pt x="42793" y="44155"/>
                  <a:pt x="37088" y="46311"/>
                </a:cubicBezTo>
                <a:lnTo>
                  <a:pt x="36660" y="46605"/>
                </a:lnTo>
                <a:cubicBezTo>
                  <a:pt x="36660" y="46703"/>
                  <a:pt x="37088" y="46850"/>
                  <a:pt x="37943" y="47046"/>
                </a:cubicBezTo>
                <a:cubicBezTo>
                  <a:pt x="38799" y="47242"/>
                  <a:pt x="40178" y="47683"/>
                  <a:pt x="42080" y="48370"/>
                </a:cubicBezTo>
                <a:cubicBezTo>
                  <a:pt x="43982" y="49056"/>
                  <a:pt x="45789" y="50085"/>
                  <a:pt x="47501" y="51457"/>
                </a:cubicBezTo>
                <a:cubicBezTo>
                  <a:pt x="55298" y="56652"/>
                  <a:pt x="59197" y="63513"/>
                  <a:pt x="59197" y="72040"/>
                </a:cubicBezTo>
                <a:cubicBezTo>
                  <a:pt x="59197" y="79783"/>
                  <a:pt x="56249" y="86546"/>
                  <a:pt x="50353" y="92329"/>
                </a:cubicBezTo>
                <a:cubicBezTo>
                  <a:pt x="44457" y="98111"/>
                  <a:pt x="36992" y="101003"/>
                  <a:pt x="27958" y="101003"/>
                </a:cubicBezTo>
                <a:cubicBezTo>
                  <a:pt x="20351" y="101003"/>
                  <a:pt x="13789" y="98895"/>
                  <a:pt x="8273" y="94681"/>
                </a:cubicBezTo>
                <a:cubicBezTo>
                  <a:pt x="2758" y="90466"/>
                  <a:pt x="0" y="85125"/>
                  <a:pt x="0" y="78656"/>
                </a:cubicBezTo>
                <a:cubicBezTo>
                  <a:pt x="0" y="75911"/>
                  <a:pt x="856" y="73706"/>
                  <a:pt x="2568" y="72040"/>
                </a:cubicBezTo>
                <a:cubicBezTo>
                  <a:pt x="4279" y="70374"/>
                  <a:pt x="6419" y="69491"/>
                  <a:pt x="8987" y="69393"/>
                </a:cubicBezTo>
                <a:cubicBezTo>
                  <a:pt x="11649" y="69393"/>
                  <a:pt x="13836" y="70276"/>
                  <a:pt x="15548" y="72040"/>
                </a:cubicBezTo>
                <a:cubicBezTo>
                  <a:pt x="17260" y="73804"/>
                  <a:pt x="18116" y="76009"/>
                  <a:pt x="18116" y="78656"/>
                </a:cubicBezTo>
                <a:cubicBezTo>
                  <a:pt x="18116" y="79734"/>
                  <a:pt x="17973" y="80714"/>
                  <a:pt x="17688" y="81596"/>
                </a:cubicBezTo>
                <a:cubicBezTo>
                  <a:pt x="17403" y="82478"/>
                  <a:pt x="17070" y="83262"/>
                  <a:pt x="16689" y="83948"/>
                </a:cubicBezTo>
                <a:cubicBezTo>
                  <a:pt x="16309" y="84635"/>
                  <a:pt x="15786" y="85223"/>
                  <a:pt x="15120" y="85713"/>
                </a:cubicBezTo>
                <a:cubicBezTo>
                  <a:pt x="14455" y="86203"/>
                  <a:pt x="13884" y="86595"/>
                  <a:pt x="13409" y="86889"/>
                </a:cubicBezTo>
                <a:cubicBezTo>
                  <a:pt x="12933" y="87183"/>
                  <a:pt x="12458" y="87379"/>
                  <a:pt x="11982" y="87477"/>
                </a:cubicBezTo>
                <a:cubicBezTo>
                  <a:pt x="11507" y="87575"/>
                  <a:pt x="11126" y="87722"/>
                  <a:pt x="10841" y="87918"/>
                </a:cubicBezTo>
                <a:lnTo>
                  <a:pt x="10270" y="88065"/>
                </a:lnTo>
                <a:cubicBezTo>
                  <a:pt x="15120" y="92476"/>
                  <a:pt x="21016" y="94681"/>
                  <a:pt x="27958" y="94681"/>
                </a:cubicBezTo>
                <a:cubicBezTo>
                  <a:pt x="33189" y="94681"/>
                  <a:pt x="37135" y="92084"/>
                  <a:pt x="39798" y="86889"/>
                </a:cubicBezTo>
                <a:cubicBezTo>
                  <a:pt x="41414" y="83654"/>
                  <a:pt x="42223" y="78705"/>
                  <a:pt x="42223" y="72040"/>
                </a:cubicBezTo>
                <a:lnTo>
                  <a:pt x="42223" y="69099"/>
                </a:lnTo>
                <a:cubicBezTo>
                  <a:pt x="42223" y="59788"/>
                  <a:pt x="39180" y="53564"/>
                  <a:pt x="33093" y="50428"/>
                </a:cubicBezTo>
                <a:cubicBezTo>
                  <a:pt x="31667" y="49840"/>
                  <a:pt x="28767" y="49497"/>
                  <a:pt x="24392" y="49399"/>
                </a:cubicBezTo>
                <a:lnTo>
                  <a:pt x="18401" y="49252"/>
                </a:lnTo>
                <a:lnTo>
                  <a:pt x="17973" y="48958"/>
                </a:lnTo>
                <a:cubicBezTo>
                  <a:pt x="17783" y="48664"/>
                  <a:pt x="17688" y="47880"/>
                  <a:pt x="17688" y="46605"/>
                </a:cubicBezTo>
                <a:cubicBezTo>
                  <a:pt x="17688" y="44841"/>
                  <a:pt x="18068" y="43959"/>
                  <a:pt x="18829" y="43959"/>
                </a:cubicBezTo>
                <a:cubicBezTo>
                  <a:pt x="21492" y="43959"/>
                  <a:pt x="24250" y="43714"/>
                  <a:pt x="27102" y="43224"/>
                </a:cubicBezTo>
                <a:cubicBezTo>
                  <a:pt x="30336" y="42734"/>
                  <a:pt x="33284" y="40676"/>
                  <a:pt x="35946" y="37049"/>
                </a:cubicBezTo>
                <a:cubicBezTo>
                  <a:pt x="38609" y="33423"/>
                  <a:pt x="39940" y="27934"/>
                  <a:pt x="39940" y="20583"/>
                </a:cubicBezTo>
                <a:lnTo>
                  <a:pt x="39940" y="19407"/>
                </a:lnTo>
                <a:cubicBezTo>
                  <a:pt x="39940" y="13820"/>
                  <a:pt x="38276" y="9948"/>
                  <a:pt x="34948" y="7792"/>
                </a:cubicBezTo>
                <a:cubicBezTo>
                  <a:pt x="32856" y="6420"/>
                  <a:pt x="30621" y="5734"/>
                  <a:pt x="28244" y="5734"/>
                </a:cubicBezTo>
                <a:cubicBezTo>
                  <a:pt x="25200" y="5734"/>
                  <a:pt x="22395" y="6273"/>
                  <a:pt x="19828" y="7351"/>
                </a:cubicBezTo>
                <a:cubicBezTo>
                  <a:pt x="17260" y="8429"/>
                  <a:pt x="15453" y="9556"/>
                  <a:pt x="14407" y="10732"/>
                </a:cubicBezTo>
                <a:cubicBezTo>
                  <a:pt x="13361" y="11909"/>
                  <a:pt x="12838" y="12497"/>
                  <a:pt x="12838" y="12497"/>
                </a:cubicBezTo>
                <a:lnTo>
                  <a:pt x="13266" y="12497"/>
                </a:lnTo>
                <a:cubicBezTo>
                  <a:pt x="13551" y="12595"/>
                  <a:pt x="13932" y="12693"/>
                  <a:pt x="14407" y="12791"/>
                </a:cubicBezTo>
                <a:cubicBezTo>
                  <a:pt x="14883" y="12889"/>
                  <a:pt x="15358" y="13134"/>
                  <a:pt x="15834" y="13526"/>
                </a:cubicBezTo>
                <a:cubicBezTo>
                  <a:pt x="16309" y="13918"/>
                  <a:pt x="16880" y="14261"/>
                  <a:pt x="17545" y="14555"/>
                </a:cubicBezTo>
                <a:cubicBezTo>
                  <a:pt x="18211" y="14849"/>
                  <a:pt x="18686" y="15388"/>
                  <a:pt x="18972" y="16172"/>
                </a:cubicBezTo>
                <a:cubicBezTo>
                  <a:pt x="19257" y="16956"/>
                  <a:pt x="19637" y="17691"/>
                  <a:pt x="20113" y="18378"/>
                </a:cubicBezTo>
                <a:cubicBezTo>
                  <a:pt x="20588" y="19064"/>
                  <a:pt x="20731" y="20044"/>
                  <a:pt x="20541" y="21318"/>
                </a:cubicBezTo>
                <a:cubicBezTo>
                  <a:pt x="20541" y="23474"/>
                  <a:pt x="19875" y="25385"/>
                  <a:pt x="18544" y="27052"/>
                </a:cubicBezTo>
                <a:cubicBezTo>
                  <a:pt x="17212" y="28718"/>
                  <a:pt x="15073" y="29600"/>
                  <a:pt x="12125" y="296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10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2706BB-4201-4BBF-8BC8-9047568D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3430" y="6702557"/>
            <a:ext cx="18829" cy="46409"/>
          </a:xfrm>
          <a:custGeom xmlns:a="http://schemas.openxmlformats.org/drawingml/2006/main">
            <a:pathLst>
              <a:path w="18829" h="46409">
                <a:moveTo>
                  <a:pt x="0" y="12644"/>
                </a:moveTo>
                <a:cubicBezTo>
                  <a:pt x="0" y="12644"/>
                  <a:pt x="0" y="11419"/>
                  <a:pt x="0" y="8968"/>
                </a:cubicBezTo>
                <a:cubicBezTo>
                  <a:pt x="0" y="6518"/>
                  <a:pt x="761" y="4411"/>
                  <a:pt x="2282" y="2646"/>
                </a:cubicBezTo>
                <a:cubicBezTo>
                  <a:pt x="3804" y="882"/>
                  <a:pt x="5848" y="0"/>
                  <a:pt x="8416" y="0"/>
                </a:cubicBezTo>
                <a:cubicBezTo>
                  <a:pt x="11079" y="0"/>
                  <a:pt x="13456" y="1225"/>
                  <a:pt x="15548" y="3676"/>
                </a:cubicBezTo>
                <a:cubicBezTo>
                  <a:pt x="17640" y="6126"/>
                  <a:pt x="18734" y="10438"/>
                  <a:pt x="18829" y="16613"/>
                </a:cubicBezTo>
                <a:cubicBezTo>
                  <a:pt x="18829" y="20044"/>
                  <a:pt x="18401" y="23376"/>
                  <a:pt x="17545" y="26611"/>
                </a:cubicBezTo>
                <a:cubicBezTo>
                  <a:pt x="16689" y="29845"/>
                  <a:pt x="15691" y="32638"/>
                  <a:pt x="14550" y="34991"/>
                </a:cubicBezTo>
                <a:cubicBezTo>
                  <a:pt x="13409" y="37343"/>
                  <a:pt x="12172" y="39352"/>
                  <a:pt x="10841" y="41019"/>
                </a:cubicBezTo>
                <a:cubicBezTo>
                  <a:pt x="9510" y="42685"/>
                  <a:pt x="8368" y="44008"/>
                  <a:pt x="7418" y="44988"/>
                </a:cubicBezTo>
                <a:cubicBezTo>
                  <a:pt x="6467" y="45968"/>
                  <a:pt x="5848" y="46409"/>
                  <a:pt x="5563" y="46311"/>
                </a:cubicBezTo>
                <a:cubicBezTo>
                  <a:pt x="5183" y="46311"/>
                  <a:pt x="4565" y="45870"/>
                  <a:pt x="3709" y="44988"/>
                </a:cubicBezTo>
                <a:cubicBezTo>
                  <a:pt x="2853" y="44106"/>
                  <a:pt x="2425" y="43469"/>
                  <a:pt x="2425" y="43077"/>
                </a:cubicBezTo>
                <a:cubicBezTo>
                  <a:pt x="2425" y="42685"/>
                  <a:pt x="2948" y="41901"/>
                  <a:pt x="3994" y="40725"/>
                </a:cubicBezTo>
                <a:cubicBezTo>
                  <a:pt x="5040" y="39548"/>
                  <a:pt x="6229" y="38078"/>
                  <a:pt x="7560" y="36314"/>
                </a:cubicBezTo>
                <a:cubicBezTo>
                  <a:pt x="8891" y="34550"/>
                  <a:pt x="10128" y="32099"/>
                  <a:pt x="11269" y="28963"/>
                </a:cubicBezTo>
                <a:cubicBezTo>
                  <a:pt x="12410" y="25827"/>
                  <a:pt x="13171" y="22249"/>
                  <a:pt x="13551" y="18230"/>
                </a:cubicBezTo>
                <a:lnTo>
                  <a:pt x="13551" y="16466"/>
                </a:lnTo>
                <a:lnTo>
                  <a:pt x="13409" y="16613"/>
                </a:lnTo>
                <a:cubicBezTo>
                  <a:pt x="13218" y="16711"/>
                  <a:pt x="12981" y="16809"/>
                  <a:pt x="12695" y="16907"/>
                </a:cubicBezTo>
                <a:cubicBezTo>
                  <a:pt x="12410" y="17005"/>
                  <a:pt x="12125" y="17152"/>
                  <a:pt x="11839" y="17348"/>
                </a:cubicBezTo>
                <a:cubicBezTo>
                  <a:pt x="11554" y="17544"/>
                  <a:pt x="11126" y="17642"/>
                  <a:pt x="10556" y="17642"/>
                </a:cubicBezTo>
                <a:cubicBezTo>
                  <a:pt x="9985" y="17642"/>
                  <a:pt x="9415" y="17691"/>
                  <a:pt x="8844" y="17789"/>
                </a:cubicBezTo>
                <a:cubicBezTo>
                  <a:pt x="6276" y="17789"/>
                  <a:pt x="4184" y="16956"/>
                  <a:pt x="2568" y="15290"/>
                </a:cubicBezTo>
                <a:lnTo>
                  <a:pt x="0" y="126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7E48D7-094C-4DB4-94B9-A17A42B8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3430" y="6702557"/>
            <a:ext cx="18829" cy="46409"/>
          </a:xfrm>
          <a:custGeom xmlns:a="http://schemas.openxmlformats.org/drawingml/2006/main">
            <a:pathLst>
              <a:path w="18829" h="46409" fill="none">
                <a:moveTo>
                  <a:pt x="0" y="12644"/>
                </a:moveTo>
                <a:cubicBezTo>
                  <a:pt x="0" y="12644"/>
                  <a:pt x="0" y="11419"/>
                  <a:pt x="0" y="8968"/>
                </a:cubicBezTo>
                <a:cubicBezTo>
                  <a:pt x="0" y="6518"/>
                  <a:pt x="761" y="4411"/>
                  <a:pt x="2282" y="2646"/>
                </a:cubicBezTo>
                <a:cubicBezTo>
                  <a:pt x="3804" y="882"/>
                  <a:pt x="5848" y="0"/>
                  <a:pt x="8416" y="0"/>
                </a:cubicBezTo>
                <a:cubicBezTo>
                  <a:pt x="11079" y="0"/>
                  <a:pt x="13456" y="1225"/>
                  <a:pt x="15548" y="3676"/>
                </a:cubicBezTo>
                <a:cubicBezTo>
                  <a:pt x="17640" y="6126"/>
                  <a:pt x="18734" y="10438"/>
                  <a:pt x="18829" y="16613"/>
                </a:cubicBezTo>
                <a:cubicBezTo>
                  <a:pt x="18829" y="20044"/>
                  <a:pt x="18401" y="23376"/>
                  <a:pt x="17545" y="26611"/>
                </a:cubicBezTo>
                <a:cubicBezTo>
                  <a:pt x="16689" y="29845"/>
                  <a:pt x="15691" y="32638"/>
                  <a:pt x="14550" y="34991"/>
                </a:cubicBezTo>
                <a:cubicBezTo>
                  <a:pt x="13409" y="37343"/>
                  <a:pt x="12172" y="39352"/>
                  <a:pt x="10841" y="41019"/>
                </a:cubicBezTo>
                <a:cubicBezTo>
                  <a:pt x="9510" y="42685"/>
                  <a:pt x="8368" y="44008"/>
                  <a:pt x="7418" y="44988"/>
                </a:cubicBezTo>
                <a:cubicBezTo>
                  <a:pt x="6467" y="45968"/>
                  <a:pt x="5848" y="46409"/>
                  <a:pt x="5563" y="46311"/>
                </a:cubicBezTo>
                <a:cubicBezTo>
                  <a:pt x="5183" y="46311"/>
                  <a:pt x="4565" y="45870"/>
                  <a:pt x="3709" y="44988"/>
                </a:cubicBezTo>
                <a:cubicBezTo>
                  <a:pt x="2853" y="44106"/>
                  <a:pt x="2425" y="43469"/>
                  <a:pt x="2425" y="43077"/>
                </a:cubicBezTo>
                <a:cubicBezTo>
                  <a:pt x="2425" y="42685"/>
                  <a:pt x="2948" y="41901"/>
                  <a:pt x="3994" y="40725"/>
                </a:cubicBezTo>
                <a:cubicBezTo>
                  <a:pt x="5040" y="39548"/>
                  <a:pt x="6229" y="38078"/>
                  <a:pt x="7560" y="36314"/>
                </a:cubicBezTo>
                <a:cubicBezTo>
                  <a:pt x="8891" y="34550"/>
                  <a:pt x="10128" y="32099"/>
                  <a:pt x="11269" y="28963"/>
                </a:cubicBezTo>
                <a:cubicBezTo>
                  <a:pt x="12410" y="25827"/>
                  <a:pt x="13171" y="22249"/>
                  <a:pt x="13551" y="18230"/>
                </a:cubicBezTo>
                <a:lnTo>
                  <a:pt x="13551" y="16466"/>
                </a:lnTo>
                <a:lnTo>
                  <a:pt x="13409" y="16613"/>
                </a:lnTo>
                <a:cubicBezTo>
                  <a:pt x="13218" y="16711"/>
                  <a:pt x="12981" y="16809"/>
                  <a:pt x="12695" y="16907"/>
                </a:cubicBezTo>
                <a:cubicBezTo>
                  <a:pt x="12410" y="17005"/>
                  <a:pt x="12125" y="17152"/>
                  <a:pt x="11839" y="17348"/>
                </a:cubicBezTo>
                <a:cubicBezTo>
                  <a:pt x="11554" y="17544"/>
                  <a:pt x="11126" y="17642"/>
                  <a:pt x="10556" y="17642"/>
                </a:cubicBezTo>
                <a:cubicBezTo>
                  <a:pt x="9985" y="17642"/>
                  <a:pt x="9415" y="17691"/>
                  <a:pt x="8844" y="17789"/>
                </a:cubicBezTo>
                <a:cubicBezTo>
                  <a:pt x="6276" y="17789"/>
                  <a:pt x="4184" y="16956"/>
                  <a:pt x="2568" y="15290"/>
                </a:cubicBezTo>
                <a:lnTo>
                  <a:pt x="0" y="126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10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8625EF-E014-464C-AB4E-FFEA29C1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7521" y="6622431"/>
            <a:ext cx="60053" cy="101150"/>
          </a:xfrm>
          <a:custGeom xmlns:a="http://schemas.openxmlformats.org/drawingml/2006/main">
            <a:pathLst>
              <a:path w="60053" h="101150">
                <a:moveTo>
                  <a:pt x="8131" y="11909"/>
                </a:moveTo>
                <a:cubicBezTo>
                  <a:pt x="13456" y="3970"/>
                  <a:pt x="20731" y="0"/>
                  <a:pt x="29955" y="0"/>
                </a:cubicBezTo>
                <a:cubicBezTo>
                  <a:pt x="34520" y="0"/>
                  <a:pt x="39085" y="1274"/>
                  <a:pt x="43649" y="3823"/>
                </a:cubicBezTo>
                <a:cubicBezTo>
                  <a:pt x="48214" y="6371"/>
                  <a:pt x="51923" y="10879"/>
                  <a:pt x="54775" y="17348"/>
                </a:cubicBezTo>
                <a:cubicBezTo>
                  <a:pt x="58294" y="25483"/>
                  <a:pt x="60053" y="36657"/>
                  <a:pt x="60053" y="50869"/>
                </a:cubicBezTo>
                <a:cubicBezTo>
                  <a:pt x="60053" y="66061"/>
                  <a:pt x="58009" y="77676"/>
                  <a:pt x="53920" y="85713"/>
                </a:cubicBezTo>
                <a:cubicBezTo>
                  <a:pt x="52018" y="89829"/>
                  <a:pt x="49402" y="93113"/>
                  <a:pt x="46074" y="95563"/>
                </a:cubicBezTo>
                <a:cubicBezTo>
                  <a:pt x="42746" y="98013"/>
                  <a:pt x="39845" y="99533"/>
                  <a:pt x="37373" y="100121"/>
                </a:cubicBezTo>
                <a:cubicBezTo>
                  <a:pt x="34900" y="100709"/>
                  <a:pt x="32475" y="101052"/>
                  <a:pt x="30098" y="101150"/>
                </a:cubicBezTo>
                <a:cubicBezTo>
                  <a:pt x="27625" y="101150"/>
                  <a:pt x="25153" y="100856"/>
                  <a:pt x="22680" y="100268"/>
                </a:cubicBezTo>
                <a:cubicBezTo>
                  <a:pt x="20208" y="99680"/>
                  <a:pt x="17308" y="98111"/>
                  <a:pt x="13979" y="95563"/>
                </a:cubicBezTo>
                <a:cubicBezTo>
                  <a:pt x="10651" y="93015"/>
                  <a:pt x="8036" y="89731"/>
                  <a:pt x="6134" y="85713"/>
                </a:cubicBezTo>
                <a:cubicBezTo>
                  <a:pt x="2045" y="77676"/>
                  <a:pt x="0" y="66061"/>
                  <a:pt x="0" y="50869"/>
                </a:cubicBezTo>
                <a:cubicBezTo>
                  <a:pt x="0" y="33815"/>
                  <a:pt x="2710" y="20828"/>
                  <a:pt x="8131" y="11909"/>
                </a:cubicBezTo>
                <a:close/>
                <a:moveTo>
                  <a:pt x="40226" y="10144"/>
                </a:moveTo>
                <a:cubicBezTo>
                  <a:pt x="37373" y="7008"/>
                  <a:pt x="33997" y="5440"/>
                  <a:pt x="30098" y="5440"/>
                </a:cubicBezTo>
                <a:cubicBezTo>
                  <a:pt x="26104" y="5440"/>
                  <a:pt x="22680" y="7008"/>
                  <a:pt x="19828" y="10144"/>
                </a:cubicBezTo>
                <a:cubicBezTo>
                  <a:pt x="17450" y="12693"/>
                  <a:pt x="15881" y="16221"/>
                  <a:pt x="15120" y="20730"/>
                </a:cubicBezTo>
                <a:cubicBezTo>
                  <a:pt x="14360" y="25238"/>
                  <a:pt x="13979" y="34648"/>
                  <a:pt x="13979" y="48958"/>
                </a:cubicBezTo>
                <a:cubicBezTo>
                  <a:pt x="13979" y="64444"/>
                  <a:pt x="14360" y="74637"/>
                  <a:pt x="15120" y="79538"/>
                </a:cubicBezTo>
                <a:cubicBezTo>
                  <a:pt x="15881" y="84439"/>
                  <a:pt x="17593" y="88310"/>
                  <a:pt x="20255" y="91152"/>
                </a:cubicBezTo>
                <a:cubicBezTo>
                  <a:pt x="22918" y="94093"/>
                  <a:pt x="26199" y="95563"/>
                  <a:pt x="30098" y="95563"/>
                </a:cubicBezTo>
                <a:cubicBezTo>
                  <a:pt x="33902" y="95563"/>
                  <a:pt x="37135" y="94093"/>
                  <a:pt x="39798" y="91152"/>
                </a:cubicBezTo>
                <a:cubicBezTo>
                  <a:pt x="42556" y="88212"/>
                  <a:pt x="44267" y="84095"/>
                  <a:pt x="44933" y="78803"/>
                </a:cubicBezTo>
                <a:cubicBezTo>
                  <a:pt x="45599" y="73510"/>
                  <a:pt x="45979" y="63562"/>
                  <a:pt x="46074" y="48958"/>
                </a:cubicBezTo>
                <a:cubicBezTo>
                  <a:pt x="46074" y="34746"/>
                  <a:pt x="45694" y="25385"/>
                  <a:pt x="44933" y="20877"/>
                </a:cubicBezTo>
                <a:cubicBezTo>
                  <a:pt x="44172" y="16368"/>
                  <a:pt x="42603" y="12791"/>
                  <a:pt x="40226" y="101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298396-37C4-4BA2-9EBC-D3AC04F6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7521" y="6622431"/>
            <a:ext cx="60053" cy="101150"/>
          </a:xfrm>
          <a:custGeom xmlns:a="http://schemas.openxmlformats.org/drawingml/2006/main">
            <a:pathLst>
              <a:path w="60053" h="101150" fill="none">
                <a:moveTo>
                  <a:pt x="8131" y="11909"/>
                </a:moveTo>
                <a:cubicBezTo>
                  <a:pt x="13456" y="3970"/>
                  <a:pt x="20731" y="0"/>
                  <a:pt x="29955" y="0"/>
                </a:cubicBezTo>
                <a:cubicBezTo>
                  <a:pt x="34520" y="0"/>
                  <a:pt x="39085" y="1274"/>
                  <a:pt x="43649" y="3823"/>
                </a:cubicBezTo>
                <a:cubicBezTo>
                  <a:pt x="48214" y="6371"/>
                  <a:pt x="51923" y="10879"/>
                  <a:pt x="54775" y="17348"/>
                </a:cubicBezTo>
                <a:cubicBezTo>
                  <a:pt x="58294" y="25483"/>
                  <a:pt x="60053" y="36657"/>
                  <a:pt x="60053" y="50869"/>
                </a:cubicBezTo>
                <a:cubicBezTo>
                  <a:pt x="60053" y="66061"/>
                  <a:pt x="58009" y="77676"/>
                  <a:pt x="53920" y="85713"/>
                </a:cubicBezTo>
                <a:cubicBezTo>
                  <a:pt x="52018" y="89829"/>
                  <a:pt x="49402" y="93113"/>
                  <a:pt x="46074" y="95563"/>
                </a:cubicBezTo>
                <a:cubicBezTo>
                  <a:pt x="42746" y="98013"/>
                  <a:pt x="39845" y="99533"/>
                  <a:pt x="37373" y="100121"/>
                </a:cubicBezTo>
                <a:cubicBezTo>
                  <a:pt x="34900" y="100709"/>
                  <a:pt x="32475" y="101052"/>
                  <a:pt x="30098" y="101150"/>
                </a:cubicBezTo>
                <a:cubicBezTo>
                  <a:pt x="27625" y="101150"/>
                  <a:pt x="25153" y="100856"/>
                  <a:pt x="22680" y="100268"/>
                </a:cubicBezTo>
                <a:cubicBezTo>
                  <a:pt x="20208" y="99680"/>
                  <a:pt x="17308" y="98111"/>
                  <a:pt x="13979" y="95563"/>
                </a:cubicBezTo>
                <a:cubicBezTo>
                  <a:pt x="10651" y="93015"/>
                  <a:pt x="8036" y="89731"/>
                  <a:pt x="6134" y="85713"/>
                </a:cubicBezTo>
                <a:cubicBezTo>
                  <a:pt x="2045" y="77676"/>
                  <a:pt x="0" y="66061"/>
                  <a:pt x="0" y="50869"/>
                </a:cubicBezTo>
                <a:cubicBezTo>
                  <a:pt x="0" y="33815"/>
                  <a:pt x="2710" y="20828"/>
                  <a:pt x="8131" y="11909"/>
                </a:cubicBezTo>
                <a:close/>
                <a:moveTo>
                  <a:pt x="40226" y="10144"/>
                </a:moveTo>
                <a:cubicBezTo>
                  <a:pt x="37373" y="7008"/>
                  <a:pt x="33997" y="5440"/>
                  <a:pt x="30098" y="5440"/>
                </a:cubicBezTo>
                <a:cubicBezTo>
                  <a:pt x="26104" y="5440"/>
                  <a:pt x="22680" y="7008"/>
                  <a:pt x="19828" y="10144"/>
                </a:cubicBezTo>
                <a:cubicBezTo>
                  <a:pt x="17450" y="12693"/>
                  <a:pt x="15881" y="16221"/>
                  <a:pt x="15120" y="20730"/>
                </a:cubicBezTo>
                <a:cubicBezTo>
                  <a:pt x="14360" y="25238"/>
                  <a:pt x="13979" y="34648"/>
                  <a:pt x="13979" y="48958"/>
                </a:cubicBezTo>
                <a:cubicBezTo>
                  <a:pt x="13979" y="64444"/>
                  <a:pt x="14360" y="74637"/>
                  <a:pt x="15120" y="79538"/>
                </a:cubicBezTo>
                <a:cubicBezTo>
                  <a:pt x="15881" y="84439"/>
                  <a:pt x="17593" y="88310"/>
                  <a:pt x="20255" y="91152"/>
                </a:cubicBezTo>
                <a:cubicBezTo>
                  <a:pt x="22918" y="94093"/>
                  <a:pt x="26199" y="95563"/>
                  <a:pt x="30098" y="95563"/>
                </a:cubicBezTo>
                <a:cubicBezTo>
                  <a:pt x="33902" y="95563"/>
                  <a:pt x="37135" y="94093"/>
                  <a:pt x="39798" y="91152"/>
                </a:cubicBezTo>
                <a:cubicBezTo>
                  <a:pt x="42556" y="88212"/>
                  <a:pt x="44267" y="84095"/>
                  <a:pt x="44933" y="78803"/>
                </a:cubicBezTo>
                <a:cubicBezTo>
                  <a:pt x="45599" y="73510"/>
                  <a:pt x="45979" y="63562"/>
                  <a:pt x="46074" y="48958"/>
                </a:cubicBezTo>
                <a:cubicBezTo>
                  <a:pt x="46074" y="34746"/>
                  <a:pt x="45694" y="25385"/>
                  <a:pt x="44933" y="20877"/>
                </a:cubicBezTo>
                <a:cubicBezTo>
                  <a:pt x="44172" y="16368"/>
                  <a:pt x="42603" y="12791"/>
                  <a:pt x="40226" y="101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10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8895AE-AA4C-4F1C-94F4-2C5A8A7F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4476" y="6533193"/>
            <a:ext cx="45127" cy="207949"/>
          </a:xfrm>
          <a:custGeom xmlns:a="http://schemas.openxmlformats.org/drawingml/2006/main">
            <a:pathLst>
              <a:path w="45127" h="207949">
                <a:moveTo>
                  <a:pt x="0" y="3743"/>
                </a:moveTo>
                <a:cubicBezTo>
                  <a:pt x="135" y="2773"/>
                  <a:pt x="538" y="1941"/>
                  <a:pt x="1211" y="1248"/>
                </a:cubicBezTo>
                <a:cubicBezTo>
                  <a:pt x="1883" y="555"/>
                  <a:pt x="2825" y="139"/>
                  <a:pt x="4035" y="0"/>
                </a:cubicBezTo>
                <a:cubicBezTo>
                  <a:pt x="5380" y="0"/>
                  <a:pt x="6524" y="693"/>
                  <a:pt x="7465" y="2079"/>
                </a:cubicBezTo>
                <a:cubicBezTo>
                  <a:pt x="7869" y="3050"/>
                  <a:pt x="14190" y="20102"/>
                  <a:pt x="26431" y="53235"/>
                </a:cubicBezTo>
                <a:cubicBezTo>
                  <a:pt x="38671" y="86368"/>
                  <a:pt x="44858" y="103281"/>
                  <a:pt x="44992" y="103975"/>
                </a:cubicBezTo>
                <a:cubicBezTo>
                  <a:pt x="45127" y="104668"/>
                  <a:pt x="39007" y="121581"/>
                  <a:pt x="26632" y="154714"/>
                </a:cubicBezTo>
                <a:cubicBezTo>
                  <a:pt x="14258" y="187847"/>
                  <a:pt x="7869" y="204899"/>
                  <a:pt x="7465" y="205870"/>
                </a:cubicBezTo>
                <a:cubicBezTo>
                  <a:pt x="6524" y="207256"/>
                  <a:pt x="5380" y="207949"/>
                  <a:pt x="4035" y="207949"/>
                </a:cubicBezTo>
                <a:cubicBezTo>
                  <a:pt x="2959" y="207949"/>
                  <a:pt x="2085" y="207603"/>
                  <a:pt x="1412" y="206909"/>
                </a:cubicBezTo>
                <a:cubicBezTo>
                  <a:pt x="740" y="206216"/>
                  <a:pt x="269" y="205315"/>
                  <a:pt x="0" y="204206"/>
                </a:cubicBezTo>
                <a:cubicBezTo>
                  <a:pt x="0" y="203513"/>
                  <a:pt x="6053" y="186669"/>
                  <a:pt x="18158" y="153674"/>
                </a:cubicBezTo>
                <a:cubicBezTo>
                  <a:pt x="30399" y="120818"/>
                  <a:pt x="36519" y="104252"/>
                  <a:pt x="36519" y="103975"/>
                </a:cubicBezTo>
                <a:cubicBezTo>
                  <a:pt x="36519" y="103697"/>
                  <a:pt x="30399" y="87131"/>
                  <a:pt x="18158" y="54275"/>
                </a:cubicBezTo>
                <a:cubicBezTo>
                  <a:pt x="6053" y="21280"/>
                  <a:pt x="0" y="4436"/>
                  <a:pt x="0" y="37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7E8C03-4413-44E6-A58C-09DF3E08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4476" y="6533193"/>
            <a:ext cx="45127" cy="207949"/>
          </a:xfrm>
          <a:custGeom xmlns:a="http://schemas.openxmlformats.org/drawingml/2006/main">
            <a:pathLst>
              <a:path w="45127" h="207949" fill="none">
                <a:moveTo>
                  <a:pt x="0" y="3743"/>
                </a:moveTo>
                <a:cubicBezTo>
                  <a:pt x="135" y="2773"/>
                  <a:pt x="538" y="1941"/>
                  <a:pt x="1211" y="1248"/>
                </a:cubicBezTo>
                <a:cubicBezTo>
                  <a:pt x="1883" y="555"/>
                  <a:pt x="2825" y="139"/>
                  <a:pt x="4035" y="0"/>
                </a:cubicBezTo>
                <a:cubicBezTo>
                  <a:pt x="5380" y="0"/>
                  <a:pt x="6524" y="693"/>
                  <a:pt x="7465" y="2079"/>
                </a:cubicBezTo>
                <a:cubicBezTo>
                  <a:pt x="7869" y="3050"/>
                  <a:pt x="14190" y="20102"/>
                  <a:pt x="26431" y="53235"/>
                </a:cubicBezTo>
                <a:cubicBezTo>
                  <a:pt x="38671" y="86368"/>
                  <a:pt x="44858" y="103281"/>
                  <a:pt x="44992" y="103975"/>
                </a:cubicBezTo>
                <a:cubicBezTo>
                  <a:pt x="45127" y="104668"/>
                  <a:pt x="39007" y="121581"/>
                  <a:pt x="26632" y="154714"/>
                </a:cubicBezTo>
                <a:cubicBezTo>
                  <a:pt x="14258" y="187847"/>
                  <a:pt x="7869" y="204899"/>
                  <a:pt x="7465" y="205870"/>
                </a:cubicBezTo>
                <a:cubicBezTo>
                  <a:pt x="6524" y="207256"/>
                  <a:pt x="5380" y="207949"/>
                  <a:pt x="4035" y="207949"/>
                </a:cubicBezTo>
                <a:cubicBezTo>
                  <a:pt x="2959" y="207949"/>
                  <a:pt x="2085" y="207603"/>
                  <a:pt x="1412" y="206909"/>
                </a:cubicBezTo>
                <a:cubicBezTo>
                  <a:pt x="740" y="206216"/>
                  <a:pt x="269" y="205315"/>
                  <a:pt x="0" y="204206"/>
                </a:cubicBezTo>
                <a:cubicBezTo>
                  <a:pt x="0" y="203513"/>
                  <a:pt x="6053" y="186669"/>
                  <a:pt x="18158" y="153674"/>
                </a:cubicBezTo>
                <a:cubicBezTo>
                  <a:pt x="30399" y="120818"/>
                  <a:pt x="36519" y="104252"/>
                  <a:pt x="36519" y="103975"/>
                </a:cubicBezTo>
                <a:cubicBezTo>
                  <a:pt x="36519" y="103697"/>
                  <a:pt x="30399" y="87131"/>
                  <a:pt x="18158" y="54275"/>
                </a:cubicBezTo>
                <a:cubicBezTo>
                  <a:pt x="6053" y="21280"/>
                  <a:pt x="0" y="4436"/>
                  <a:pt x="0" y="374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10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F1091B-F197-48BC-BAF8-C6AE330C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2961" y="6533193"/>
            <a:ext cx="48221" cy="207949"/>
          </a:xfrm>
          <a:custGeom xmlns:a="http://schemas.openxmlformats.org/drawingml/2006/main">
            <a:pathLst>
              <a:path w="48221" h="207949">
                <a:moveTo>
                  <a:pt x="1009" y="208"/>
                </a:moveTo>
                <a:lnTo>
                  <a:pt x="1816" y="0"/>
                </a:lnTo>
                <a:cubicBezTo>
                  <a:pt x="2488" y="0"/>
                  <a:pt x="3161" y="0"/>
                  <a:pt x="3833" y="0"/>
                </a:cubicBezTo>
                <a:lnTo>
                  <a:pt x="6255" y="0"/>
                </a:lnTo>
                <a:lnTo>
                  <a:pt x="11904" y="4991"/>
                </a:lnTo>
                <a:cubicBezTo>
                  <a:pt x="24547" y="16775"/>
                  <a:pt x="33761" y="31470"/>
                  <a:pt x="39545" y="49076"/>
                </a:cubicBezTo>
                <a:cubicBezTo>
                  <a:pt x="45329" y="66682"/>
                  <a:pt x="48221" y="84982"/>
                  <a:pt x="48221" y="103975"/>
                </a:cubicBezTo>
                <a:cubicBezTo>
                  <a:pt x="48221" y="113402"/>
                  <a:pt x="47548" y="122482"/>
                  <a:pt x="46203" y="131216"/>
                </a:cubicBezTo>
                <a:cubicBezTo>
                  <a:pt x="44858" y="139950"/>
                  <a:pt x="43311" y="147367"/>
                  <a:pt x="41563" y="153466"/>
                </a:cubicBezTo>
                <a:cubicBezTo>
                  <a:pt x="39814" y="159566"/>
                  <a:pt x="37326" y="165666"/>
                  <a:pt x="34097" y="171766"/>
                </a:cubicBezTo>
                <a:cubicBezTo>
                  <a:pt x="30869" y="177866"/>
                  <a:pt x="28314" y="182510"/>
                  <a:pt x="26431" y="185699"/>
                </a:cubicBezTo>
                <a:cubicBezTo>
                  <a:pt x="24547" y="188887"/>
                  <a:pt x="21790" y="192422"/>
                  <a:pt x="18158" y="196304"/>
                </a:cubicBezTo>
                <a:cubicBezTo>
                  <a:pt x="14527" y="200186"/>
                  <a:pt x="12375" y="202473"/>
                  <a:pt x="11702" y="203166"/>
                </a:cubicBezTo>
                <a:cubicBezTo>
                  <a:pt x="11030" y="203859"/>
                  <a:pt x="9483" y="205176"/>
                  <a:pt x="7062" y="207117"/>
                </a:cubicBezTo>
                <a:cubicBezTo>
                  <a:pt x="6658" y="207533"/>
                  <a:pt x="6389" y="207810"/>
                  <a:pt x="6255" y="207949"/>
                </a:cubicBezTo>
                <a:lnTo>
                  <a:pt x="3833" y="207949"/>
                </a:lnTo>
                <a:cubicBezTo>
                  <a:pt x="2757" y="207949"/>
                  <a:pt x="2018" y="207949"/>
                  <a:pt x="1614" y="207949"/>
                </a:cubicBezTo>
                <a:cubicBezTo>
                  <a:pt x="1211" y="207949"/>
                  <a:pt x="874" y="207741"/>
                  <a:pt x="605" y="207325"/>
                </a:cubicBezTo>
                <a:cubicBezTo>
                  <a:pt x="336" y="206909"/>
                  <a:pt x="135" y="206286"/>
                  <a:pt x="0" y="205454"/>
                </a:cubicBezTo>
                <a:cubicBezTo>
                  <a:pt x="135" y="205315"/>
                  <a:pt x="874" y="204414"/>
                  <a:pt x="2219" y="202750"/>
                </a:cubicBezTo>
                <a:cubicBezTo>
                  <a:pt x="23068" y="180431"/>
                  <a:pt x="33492" y="147505"/>
                  <a:pt x="33492" y="103975"/>
                </a:cubicBezTo>
                <a:cubicBezTo>
                  <a:pt x="33492" y="60444"/>
                  <a:pt x="23068" y="27519"/>
                  <a:pt x="2219" y="5199"/>
                </a:cubicBezTo>
                <a:cubicBezTo>
                  <a:pt x="874" y="3535"/>
                  <a:pt x="135" y="2634"/>
                  <a:pt x="0" y="2495"/>
                </a:cubicBezTo>
                <a:cubicBezTo>
                  <a:pt x="0" y="1386"/>
                  <a:pt x="336" y="624"/>
                  <a:pt x="1009" y="2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E423A6-3F47-48CB-B09B-9A4204C2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2961" y="6533193"/>
            <a:ext cx="48221" cy="207949"/>
          </a:xfrm>
          <a:custGeom xmlns:a="http://schemas.openxmlformats.org/drawingml/2006/main">
            <a:pathLst>
              <a:path w="48221" h="207949" fill="none">
                <a:moveTo>
                  <a:pt x="1009" y="208"/>
                </a:moveTo>
                <a:lnTo>
                  <a:pt x="1816" y="0"/>
                </a:lnTo>
                <a:cubicBezTo>
                  <a:pt x="2488" y="0"/>
                  <a:pt x="3161" y="0"/>
                  <a:pt x="3833" y="0"/>
                </a:cubicBezTo>
                <a:lnTo>
                  <a:pt x="6255" y="0"/>
                </a:lnTo>
                <a:lnTo>
                  <a:pt x="11904" y="4991"/>
                </a:lnTo>
                <a:cubicBezTo>
                  <a:pt x="24547" y="16775"/>
                  <a:pt x="33761" y="31470"/>
                  <a:pt x="39545" y="49076"/>
                </a:cubicBezTo>
                <a:cubicBezTo>
                  <a:pt x="45329" y="66682"/>
                  <a:pt x="48221" y="84982"/>
                  <a:pt x="48221" y="103975"/>
                </a:cubicBezTo>
                <a:cubicBezTo>
                  <a:pt x="48221" y="113402"/>
                  <a:pt x="47548" y="122482"/>
                  <a:pt x="46203" y="131216"/>
                </a:cubicBezTo>
                <a:cubicBezTo>
                  <a:pt x="44858" y="139950"/>
                  <a:pt x="43311" y="147367"/>
                  <a:pt x="41563" y="153466"/>
                </a:cubicBezTo>
                <a:cubicBezTo>
                  <a:pt x="39814" y="159566"/>
                  <a:pt x="37326" y="165666"/>
                  <a:pt x="34097" y="171766"/>
                </a:cubicBezTo>
                <a:cubicBezTo>
                  <a:pt x="30869" y="177866"/>
                  <a:pt x="28314" y="182510"/>
                  <a:pt x="26431" y="185699"/>
                </a:cubicBezTo>
                <a:cubicBezTo>
                  <a:pt x="24547" y="188887"/>
                  <a:pt x="21790" y="192422"/>
                  <a:pt x="18158" y="196304"/>
                </a:cubicBezTo>
                <a:cubicBezTo>
                  <a:pt x="14527" y="200186"/>
                  <a:pt x="12375" y="202473"/>
                  <a:pt x="11702" y="203166"/>
                </a:cubicBezTo>
                <a:cubicBezTo>
                  <a:pt x="11030" y="203859"/>
                  <a:pt x="9483" y="205176"/>
                  <a:pt x="7062" y="207117"/>
                </a:cubicBezTo>
                <a:cubicBezTo>
                  <a:pt x="6658" y="207533"/>
                  <a:pt x="6389" y="207810"/>
                  <a:pt x="6255" y="207949"/>
                </a:cubicBezTo>
                <a:lnTo>
                  <a:pt x="3833" y="207949"/>
                </a:lnTo>
                <a:cubicBezTo>
                  <a:pt x="2757" y="207949"/>
                  <a:pt x="2018" y="207949"/>
                  <a:pt x="1614" y="207949"/>
                </a:cubicBezTo>
                <a:cubicBezTo>
                  <a:pt x="1211" y="207949"/>
                  <a:pt x="874" y="207741"/>
                  <a:pt x="605" y="207325"/>
                </a:cubicBezTo>
                <a:cubicBezTo>
                  <a:pt x="336" y="206909"/>
                  <a:pt x="135" y="206286"/>
                  <a:pt x="0" y="205454"/>
                </a:cubicBezTo>
                <a:cubicBezTo>
                  <a:pt x="135" y="205315"/>
                  <a:pt x="874" y="204414"/>
                  <a:pt x="2219" y="202750"/>
                </a:cubicBezTo>
                <a:cubicBezTo>
                  <a:pt x="23068" y="180431"/>
                  <a:pt x="33492" y="147505"/>
                  <a:pt x="33492" y="103975"/>
                </a:cubicBezTo>
                <a:cubicBezTo>
                  <a:pt x="33492" y="60444"/>
                  <a:pt x="23068" y="27519"/>
                  <a:pt x="2219" y="5199"/>
                </a:cubicBezTo>
                <a:cubicBezTo>
                  <a:pt x="874" y="3535"/>
                  <a:pt x="135" y="2634"/>
                  <a:pt x="0" y="2495"/>
                </a:cubicBezTo>
                <a:cubicBezTo>
                  <a:pt x="0" y="1386"/>
                  <a:pt x="336" y="624"/>
                  <a:pt x="1009" y="20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10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9804A6-91C7-45C8-9A54-570EA703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855" y="4131902"/>
            <a:ext cx="45282" cy="207949"/>
          </a:xfrm>
          <a:custGeom xmlns:a="http://schemas.openxmlformats.org/drawingml/2006/main">
            <a:pathLst>
              <a:path w="45282" h="207949">
                <a:moveTo>
                  <a:pt x="45282" y="204206"/>
                </a:moveTo>
                <a:cubicBezTo>
                  <a:pt x="45147" y="205176"/>
                  <a:pt x="44742" y="206008"/>
                  <a:pt x="44067" y="206701"/>
                </a:cubicBezTo>
                <a:cubicBezTo>
                  <a:pt x="43392" y="207395"/>
                  <a:pt x="42447" y="207810"/>
                  <a:pt x="41233" y="207949"/>
                </a:cubicBezTo>
                <a:cubicBezTo>
                  <a:pt x="39883" y="207949"/>
                  <a:pt x="38736" y="207256"/>
                  <a:pt x="37791" y="205870"/>
                </a:cubicBezTo>
                <a:cubicBezTo>
                  <a:pt x="37386" y="204899"/>
                  <a:pt x="31043" y="187847"/>
                  <a:pt x="18761" y="154714"/>
                </a:cubicBezTo>
                <a:cubicBezTo>
                  <a:pt x="6478" y="121581"/>
                  <a:pt x="270" y="104668"/>
                  <a:pt x="135" y="103975"/>
                </a:cubicBezTo>
                <a:cubicBezTo>
                  <a:pt x="0" y="103281"/>
                  <a:pt x="6141" y="86368"/>
                  <a:pt x="18558" y="53235"/>
                </a:cubicBezTo>
                <a:cubicBezTo>
                  <a:pt x="30975" y="20102"/>
                  <a:pt x="37386" y="3050"/>
                  <a:pt x="37791" y="2079"/>
                </a:cubicBezTo>
                <a:cubicBezTo>
                  <a:pt x="38196" y="1386"/>
                  <a:pt x="38871" y="762"/>
                  <a:pt x="39816" y="208"/>
                </a:cubicBezTo>
                <a:lnTo>
                  <a:pt x="40423" y="0"/>
                </a:lnTo>
                <a:cubicBezTo>
                  <a:pt x="40828" y="0"/>
                  <a:pt x="41098" y="0"/>
                  <a:pt x="41233" y="0"/>
                </a:cubicBezTo>
                <a:cubicBezTo>
                  <a:pt x="43662" y="0"/>
                  <a:pt x="45012" y="1248"/>
                  <a:pt x="45282" y="3743"/>
                </a:cubicBezTo>
                <a:cubicBezTo>
                  <a:pt x="45282" y="4436"/>
                  <a:pt x="39208" y="21280"/>
                  <a:pt x="27061" y="54275"/>
                </a:cubicBezTo>
                <a:cubicBezTo>
                  <a:pt x="14779" y="87131"/>
                  <a:pt x="8638" y="103697"/>
                  <a:pt x="8638" y="103975"/>
                </a:cubicBezTo>
                <a:cubicBezTo>
                  <a:pt x="8638" y="104252"/>
                  <a:pt x="14779" y="120818"/>
                  <a:pt x="27061" y="153674"/>
                </a:cubicBezTo>
                <a:cubicBezTo>
                  <a:pt x="39208" y="186669"/>
                  <a:pt x="45282" y="203513"/>
                  <a:pt x="45282" y="2042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76C6B1-5A13-4F8F-9A42-1A6A408C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855" y="4131902"/>
            <a:ext cx="45282" cy="207949"/>
          </a:xfrm>
          <a:custGeom xmlns:a="http://schemas.openxmlformats.org/drawingml/2006/main">
            <a:pathLst>
              <a:path w="45282" h="207949" fill="none">
                <a:moveTo>
                  <a:pt x="45282" y="204206"/>
                </a:moveTo>
                <a:cubicBezTo>
                  <a:pt x="45147" y="205176"/>
                  <a:pt x="44742" y="206008"/>
                  <a:pt x="44067" y="206701"/>
                </a:cubicBezTo>
                <a:cubicBezTo>
                  <a:pt x="43392" y="207395"/>
                  <a:pt x="42447" y="207810"/>
                  <a:pt x="41233" y="207949"/>
                </a:cubicBezTo>
                <a:cubicBezTo>
                  <a:pt x="39883" y="207949"/>
                  <a:pt x="38736" y="207256"/>
                  <a:pt x="37791" y="205870"/>
                </a:cubicBezTo>
                <a:cubicBezTo>
                  <a:pt x="37386" y="204899"/>
                  <a:pt x="31043" y="187847"/>
                  <a:pt x="18761" y="154714"/>
                </a:cubicBezTo>
                <a:cubicBezTo>
                  <a:pt x="6478" y="121581"/>
                  <a:pt x="270" y="104668"/>
                  <a:pt x="135" y="103975"/>
                </a:cubicBezTo>
                <a:cubicBezTo>
                  <a:pt x="0" y="103281"/>
                  <a:pt x="6141" y="86368"/>
                  <a:pt x="18558" y="53235"/>
                </a:cubicBezTo>
                <a:cubicBezTo>
                  <a:pt x="30975" y="20102"/>
                  <a:pt x="37386" y="3050"/>
                  <a:pt x="37791" y="2079"/>
                </a:cubicBezTo>
                <a:cubicBezTo>
                  <a:pt x="38196" y="1386"/>
                  <a:pt x="38871" y="762"/>
                  <a:pt x="39816" y="208"/>
                </a:cubicBezTo>
                <a:lnTo>
                  <a:pt x="40423" y="0"/>
                </a:lnTo>
                <a:cubicBezTo>
                  <a:pt x="40828" y="0"/>
                  <a:pt x="41098" y="0"/>
                  <a:pt x="41233" y="0"/>
                </a:cubicBezTo>
                <a:cubicBezTo>
                  <a:pt x="43662" y="0"/>
                  <a:pt x="45012" y="1248"/>
                  <a:pt x="45282" y="3743"/>
                </a:cubicBezTo>
                <a:cubicBezTo>
                  <a:pt x="45282" y="4436"/>
                  <a:pt x="39208" y="21280"/>
                  <a:pt x="27061" y="54275"/>
                </a:cubicBezTo>
                <a:cubicBezTo>
                  <a:pt x="14779" y="87131"/>
                  <a:pt x="8638" y="103697"/>
                  <a:pt x="8638" y="103975"/>
                </a:cubicBezTo>
                <a:cubicBezTo>
                  <a:pt x="8638" y="104252"/>
                  <a:pt x="14779" y="120818"/>
                  <a:pt x="27061" y="153674"/>
                </a:cubicBezTo>
                <a:cubicBezTo>
                  <a:pt x="39208" y="186669"/>
                  <a:pt x="45282" y="203513"/>
                  <a:pt x="45282" y="2042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800"/>
              </a:srgbClr>
            </a:solidFill>
            <a:miter/>
          </a:ln>
        </p:spPr>
      </p:sp>
      <p:sp>
        <p:nvSpPr>
          <p:cNvPr id="10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984F65-E8CD-494D-9E81-E26AE7E8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750" y="4146459"/>
            <a:ext cx="148397" cy="141405"/>
          </a:xfrm>
          <a:custGeom xmlns:a="http://schemas.openxmlformats.org/drawingml/2006/main">
            <a:pathLst>
              <a:path w="148397" h="141405">
                <a:moveTo>
                  <a:pt x="93330" y="97112"/>
                </a:moveTo>
                <a:cubicBezTo>
                  <a:pt x="90631" y="97112"/>
                  <a:pt x="89281" y="96211"/>
                  <a:pt x="89281" y="94409"/>
                </a:cubicBezTo>
                <a:cubicBezTo>
                  <a:pt x="89281" y="93854"/>
                  <a:pt x="89619" y="92191"/>
                  <a:pt x="90293" y="89418"/>
                </a:cubicBezTo>
                <a:cubicBezTo>
                  <a:pt x="90968" y="86645"/>
                  <a:pt x="91306" y="84219"/>
                  <a:pt x="91306" y="82140"/>
                </a:cubicBezTo>
                <a:cubicBezTo>
                  <a:pt x="91306" y="77842"/>
                  <a:pt x="89889" y="75208"/>
                  <a:pt x="87054" y="74238"/>
                </a:cubicBezTo>
                <a:cubicBezTo>
                  <a:pt x="84220" y="73267"/>
                  <a:pt x="77674" y="72782"/>
                  <a:pt x="67416" y="72782"/>
                </a:cubicBezTo>
                <a:lnTo>
                  <a:pt x="56889" y="72782"/>
                </a:lnTo>
                <a:cubicBezTo>
                  <a:pt x="56754" y="73059"/>
                  <a:pt x="54392" y="82625"/>
                  <a:pt x="49803" y="101479"/>
                </a:cubicBezTo>
                <a:cubicBezTo>
                  <a:pt x="45214" y="120333"/>
                  <a:pt x="42920" y="130038"/>
                  <a:pt x="42920" y="130592"/>
                </a:cubicBezTo>
                <a:cubicBezTo>
                  <a:pt x="42920" y="131147"/>
                  <a:pt x="43662" y="131424"/>
                  <a:pt x="45147" y="131424"/>
                </a:cubicBezTo>
                <a:cubicBezTo>
                  <a:pt x="46631" y="131424"/>
                  <a:pt x="52030" y="131562"/>
                  <a:pt x="61343" y="131840"/>
                </a:cubicBezTo>
                <a:cubicBezTo>
                  <a:pt x="74030" y="131840"/>
                  <a:pt x="82398" y="131701"/>
                  <a:pt x="86447" y="131424"/>
                </a:cubicBezTo>
                <a:cubicBezTo>
                  <a:pt x="90496" y="131147"/>
                  <a:pt x="94545" y="130245"/>
                  <a:pt x="98594" y="128720"/>
                </a:cubicBezTo>
                <a:cubicBezTo>
                  <a:pt x="105207" y="126502"/>
                  <a:pt x="110674" y="122621"/>
                  <a:pt x="114993" y="117075"/>
                </a:cubicBezTo>
                <a:cubicBezTo>
                  <a:pt x="119312" y="111530"/>
                  <a:pt x="124103" y="102450"/>
                  <a:pt x="129367" y="89834"/>
                </a:cubicBezTo>
                <a:cubicBezTo>
                  <a:pt x="130716" y="86784"/>
                  <a:pt x="131594" y="85120"/>
                  <a:pt x="131999" y="84843"/>
                </a:cubicBezTo>
                <a:cubicBezTo>
                  <a:pt x="132943" y="84566"/>
                  <a:pt x="133956" y="84427"/>
                  <a:pt x="135035" y="84427"/>
                </a:cubicBezTo>
                <a:cubicBezTo>
                  <a:pt x="137735" y="84427"/>
                  <a:pt x="139084" y="85328"/>
                  <a:pt x="139084" y="87131"/>
                </a:cubicBezTo>
                <a:cubicBezTo>
                  <a:pt x="124913" y="122343"/>
                  <a:pt x="117489" y="140296"/>
                  <a:pt x="116815" y="140989"/>
                </a:cubicBezTo>
                <a:cubicBezTo>
                  <a:pt x="116410" y="141267"/>
                  <a:pt x="97109" y="141405"/>
                  <a:pt x="58913" y="141405"/>
                </a:cubicBezTo>
                <a:lnTo>
                  <a:pt x="20650" y="141405"/>
                </a:lnTo>
                <a:cubicBezTo>
                  <a:pt x="6883" y="141405"/>
                  <a:pt x="0" y="140643"/>
                  <a:pt x="0" y="139118"/>
                </a:cubicBezTo>
                <a:cubicBezTo>
                  <a:pt x="0" y="138841"/>
                  <a:pt x="202" y="137870"/>
                  <a:pt x="607" y="136207"/>
                </a:cubicBezTo>
                <a:cubicBezTo>
                  <a:pt x="1147" y="133989"/>
                  <a:pt x="1687" y="132741"/>
                  <a:pt x="2227" y="132464"/>
                </a:cubicBezTo>
                <a:cubicBezTo>
                  <a:pt x="2767" y="132186"/>
                  <a:pt x="4319" y="131978"/>
                  <a:pt x="6883" y="131840"/>
                </a:cubicBezTo>
                <a:cubicBezTo>
                  <a:pt x="10527" y="131840"/>
                  <a:pt x="14577" y="131632"/>
                  <a:pt x="19030" y="131216"/>
                </a:cubicBezTo>
                <a:cubicBezTo>
                  <a:pt x="20920" y="130800"/>
                  <a:pt x="22202" y="129968"/>
                  <a:pt x="22877" y="128720"/>
                </a:cubicBezTo>
                <a:cubicBezTo>
                  <a:pt x="23147" y="128027"/>
                  <a:pt x="27938" y="108549"/>
                  <a:pt x="37251" y="70287"/>
                </a:cubicBezTo>
                <a:cubicBezTo>
                  <a:pt x="46564" y="32024"/>
                  <a:pt x="51288" y="12616"/>
                  <a:pt x="51423" y="12061"/>
                </a:cubicBezTo>
                <a:cubicBezTo>
                  <a:pt x="51423" y="11091"/>
                  <a:pt x="51153" y="10605"/>
                  <a:pt x="50613" y="10605"/>
                </a:cubicBezTo>
                <a:cubicBezTo>
                  <a:pt x="49533" y="10190"/>
                  <a:pt x="45957" y="9843"/>
                  <a:pt x="39883" y="9566"/>
                </a:cubicBezTo>
                <a:lnTo>
                  <a:pt x="33607" y="9566"/>
                </a:lnTo>
                <a:cubicBezTo>
                  <a:pt x="32797" y="8734"/>
                  <a:pt x="32392" y="8179"/>
                  <a:pt x="32392" y="7902"/>
                </a:cubicBezTo>
                <a:cubicBezTo>
                  <a:pt x="32392" y="7625"/>
                  <a:pt x="32527" y="6446"/>
                  <a:pt x="32797" y="4367"/>
                </a:cubicBezTo>
                <a:cubicBezTo>
                  <a:pt x="33337" y="2010"/>
                  <a:pt x="34012" y="555"/>
                  <a:pt x="34822" y="0"/>
                </a:cubicBezTo>
                <a:lnTo>
                  <a:pt x="146980" y="0"/>
                </a:lnTo>
                <a:cubicBezTo>
                  <a:pt x="147925" y="555"/>
                  <a:pt x="148397" y="1317"/>
                  <a:pt x="148397" y="2287"/>
                </a:cubicBezTo>
                <a:cubicBezTo>
                  <a:pt x="148397" y="2981"/>
                  <a:pt x="147520" y="10744"/>
                  <a:pt x="145765" y="25578"/>
                </a:cubicBezTo>
                <a:cubicBezTo>
                  <a:pt x="144011" y="40411"/>
                  <a:pt x="143066" y="48036"/>
                  <a:pt x="142931" y="48452"/>
                </a:cubicBezTo>
                <a:cubicBezTo>
                  <a:pt x="142661" y="49423"/>
                  <a:pt x="141311" y="49908"/>
                  <a:pt x="138882" y="49908"/>
                </a:cubicBezTo>
                <a:lnTo>
                  <a:pt x="136452" y="49908"/>
                </a:lnTo>
                <a:cubicBezTo>
                  <a:pt x="135508" y="49215"/>
                  <a:pt x="135035" y="48314"/>
                  <a:pt x="135035" y="47204"/>
                </a:cubicBezTo>
                <a:lnTo>
                  <a:pt x="135643" y="42422"/>
                </a:lnTo>
                <a:cubicBezTo>
                  <a:pt x="136048" y="39094"/>
                  <a:pt x="136250" y="35490"/>
                  <a:pt x="136250" y="31608"/>
                </a:cubicBezTo>
                <a:cubicBezTo>
                  <a:pt x="136250" y="27449"/>
                  <a:pt x="135778" y="23983"/>
                  <a:pt x="134833" y="21211"/>
                </a:cubicBezTo>
                <a:cubicBezTo>
                  <a:pt x="133888" y="18438"/>
                  <a:pt x="132606" y="16289"/>
                  <a:pt x="130986" y="14764"/>
                </a:cubicBezTo>
                <a:cubicBezTo>
                  <a:pt x="129367" y="13239"/>
                  <a:pt x="127005" y="12130"/>
                  <a:pt x="123900" y="11437"/>
                </a:cubicBezTo>
                <a:cubicBezTo>
                  <a:pt x="120796" y="10744"/>
                  <a:pt x="117624" y="10259"/>
                  <a:pt x="114385" y="9982"/>
                </a:cubicBezTo>
                <a:cubicBezTo>
                  <a:pt x="111146" y="9704"/>
                  <a:pt x="106827" y="9566"/>
                  <a:pt x="101428" y="9566"/>
                </a:cubicBezTo>
                <a:lnTo>
                  <a:pt x="91913" y="9566"/>
                </a:lnTo>
                <a:cubicBezTo>
                  <a:pt x="80036" y="9704"/>
                  <a:pt x="73760" y="9912"/>
                  <a:pt x="73085" y="10190"/>
                </a:cubicBezTo>
                <a:cubicBezTo>
                  <a:pt x="72545" y="10467"/>
                  <a:pt x="72140" y="11091"/>
                  <a:pt x="71870" y="12061"/>
                </a:cubicBezTo>
                <a:cubicBezTo>
                  <a:pt x="71735" y="12477"/>
                  <a:pt x="69643" y="21003"/>
                  <a:pt x="65594" y="37639"/>
                </a:cubicBezTo>
                <a:cubicBezTo>
                  <a:pt x="61545" y="54275"/>
                  <a:pt x="59453" y="62731"/>
                  <a:pt x="59318" y="63009"/>
                </a:cubicBezTo>
                <a:cubicBezTo>
                  <a:pt x="62423" y="63147"/>
                  <a:pt x="65662" y="63217"/>
                  <a:pt x="69036" y="63217"/>
                </a:cubicBezTo>
                <a:lnTo>
                  <a:pt x="74300" y="63217"/>
                </a:lnTo>
                <a:cubicBezTo>
                  <a:pt x="83208" y="63217"/>
                  <a:pt x="89349" y="62177"/>
                  <a:pt x="92723" y="60097"/>
                </a:cubicBezTo>
                <a:cubicBezTo>
                  <a:pt x="96097" y="58018"/>
                  <a:pt x="99134" y="52403"/>
                  <a:pt x="101833" y="43253"/>
                </a:cubicBezTo>
                <a:cubicBezTo>
                  <a:pt x="102373" y="41035"/>
                  <a:pt x="102778" y="39788"/>
                  <a:pt x="103048" y="39510"/>
                </a:cubicBezTo>
                <a:cubicBezTo>
                  <a:pt x="103318" y="39233"/>
                  <a:pt x="104465" y="39025"/>
                  <a:pt x="106490" y="38886"/>
                </a:cubicBezTo>
                <a:cubicBezTo>
                  <a:pt x="107164" y="38886"/>
                  <a:pt x="107704" y="38886"/>
                  <a:pt x="108109" y="38886"/>
                </a:cubicBezTo>
                <a:cubicBezTo>
                  <a:pt x="108514" y="38886"/>
                  <a:pt x="108852" y="38956"/>
                  <a:pt x="109121" y="39094"/>
                </a:cubicBezTo>
                <a:cubicBezTo>
                  <a:pt x="109391" y="39233"/>
                  <a:pt x="109526" y="39302"/>
                  <a:pt x="109526" y="39302"/>
                </a:cubicBezTo>
                <a:cubicBezTo>
                  <a:pt x="109526" y="39302"/>
                  <a:pt x="109661" y="39580"/>
                  <a:pt x="109931" y="40134"/>
                </a:cubicBezTo>
                <a:cubicBezTo>
                  <a:pt x="110201" y="40689"/>
                  <a:pt x="110404" y="40966"/>
                  <a:pt x="110539" y="40966"/>
                </a:cubicBezTo>
                <a:lnTo>
                  <a:pt x="103858" y="68415"/>
                </a:lnTo>
                <a:cubicBezTo>
                  <a:pt x="99404" y="86853"/>
                  <a:pt x="96974" y="96211"/>
                  <a:pt x="96569" y="96488"/>
                </a:cubicBezTo>
                <a:cubicBezTo>
                  <a:pt x="96165" y="96904"/>
                  <a:pt x="95085" y="97112"/>
                  <a:pt x="93330" y="971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3204DF-5D50-440A-B5CC-DFE03E02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750" y="4146459"/>
            <a:ext cx="148397" cy="141405"/>
          </a:xfrm>
          <a:custGeom xmlns:a="http://schemas.openxmlformats.org/drawingml/2006/main">
            <a:pathLst>
              <a:path w="148397" h="141405" fill="none">
                <a:moveTo>
                  <a:pt x="93330" y="97112"/>
                </a:moveTo>
                <a:cubicBezTo>
                  <a:pt x="90631" y="97112"/>
                  <a:pt x="89281" y="96211"/>
                  <a:pt x="89281" y="94409"/>
                </a:cubicBezTo>
                <a:cubicBezTo>
                  <a:pt x="89281" y="93854"/>
                  <a:pt x="89619" y="92191"/>
                  <a:pt x="90293" y="89418"/>
                </a:cubicBezTo>
                <a:cubicBezTo>
                  <a:pt x="90968" y="86645"/>
                  <a:pt x="91306" y="84219"/>
                  <a:pt x="91306" y="82140"/>
                </a:cubicBezTo>
                <a:cubicBezTo>
                  <a:pt x="91306" y="77842"/>
                  <a:pt x="89889" y="75208"/>
                  <a:pt x="87054" y="74238"/>
                </a:cubicBezTo>
                <a:cubicBezTo>
                  <a:pt x="84220" y="73267"/>
                  <a:pt x="77674" y="72782"/>
                  <a:pt x="67416" y="72782"/>
                </a:cubicBezTo>
                <a:lnTo>
                  <a:pt x="56889" y="72782"/>
                </a:lnTo>
                <a:cubicBezTo>
                  <a:pt x="56754" y="73059"/>
                  <a:pt x="54392" y="82625"/>
                  <a:pt x="49803" y="101479"/>
                </a:cubicBezTo>
                <a:cubicBezTo>
                  <a:pt x="45214" y="120333"/>
                  <a:pt x="42920" y="130038"/>
                  <a:pt x="42920" y="130592"/>
                </a:cubicBezTo>
                <a:cubicBezTo>
                  <a:pt x="42920" y="131147"/>
                  <a:pt x="43662" y="131424"/>
                  <a:pt x="45147" y="131424"/>
                </a:cubicBezTo>
                <a:cubicBezTo>
                  <a:pt x="46631" y="131424"/>
                  <a:pt x="52030" y="131562"/>
                  <a:pt x="61343" y="131840"/>
                </a:cubicBezTo>
                <a:cubicBezTo>
                  <a:pt x="74030" y="131840"/>
                  <a:pt x="82398" y="131701"/>
                  <a:pt x="86447" y="131424"/>
                </a:cubicBezTo>
                <a:cubicBezTo>
                  <a:pt x="90496" y="131147"/>
                  <a:pt x="94545" y="130245"/>
                  <a:pt x="98594" y="128720"/>
                </a:cubicBezTo>
                <a:cubicBezTo>
                  <a:pt x="105207" y="126502"/>
                  <a:pt x="110674" y="122621"/>
                  <a:pt x="114993" y="117075"/>
                </a:cubicBezTo>
                <a:cubicBezTo>
                  <a:pt x="119312" y="111530"/>
                  <a:pt x="124103" y="102450"/>
                  <a:pt x="129367" y="89834"/>
                </a:cubicBezTo>
                <a:cubicBezTo>
                  <a:pt x="130716" y="86784"/>
                  <a:pt x="131594" y="85120"/>
                  <a:pt x="131999" y="84843"/>
                </a:cubicBezTo>
                <a:cubicBezTo>
                  <a:pt x="132943" y="84566"/>
                  <a:pt x="133956" y="84427"/>
                  <a:pt x="135035" y="84427"/>
                </a:cubicBezTo>
                <a:cubicBezTo>
                  <a:pt x="137735" y="84427"/>
                  <a:pt x="139084" y="85328"/>
                  <a:pt x="139084" y="87131"/>
                </a:cubicBezTo>
                <a:cubicBezTo>
                  <a:pt x="124913" y="122343"/>
                  <a:pt x="117489" y="140296"/>
                  <a:pt x="116815" y="140989"/>
                </a:cubicBezTo>
                <a:cubicBezTo>
                  <a:pt x="116410" y="141267"/>
                  <a:pt x="97109" y="141405"/>
                  <a:pt x="58913" y="141405"/>
                </a:cubicBezTo>
                <a:lnTo>
                  <a:pt x="20650" y="141405"/>
                </a:lnTo>
                <a:cubicBezTo>
                  <a:pt x="6883" y="141405"/>
                  <a:pt x="0" y="140643"/>
                  <a:pt x="0" y="139118"/>
                </a:cubicBezTo>
                <a:cubicBezTo>
                  <a:pt x="0" y="138841"/>
                  <a:pt x="202" y="137870"/>
                  <a:pt x="607" y="136207"/>
                </a:cubicBezTo>
                <a:cubicBezTo>
                  <a:pt x="1147" y="133989"/>
                  <a:pt x="1687" y="132741"/>
                  <a:pt x="2227" y="132464"/>
                </a:cubicBezTo>
                <a:cubicBezTo>
                  <a:pt x="2767" y="132186"/>
                  <a:pt x="4319" y="131978"/>
                  <a:pt x="6883" y="131840"/>
                </a:cubicBezTo>
                <a:cubicBezTo>
                  <a:pt x="10527" y="131840"/>
                  <a:pt x="14577" y="131632"/>
                  <a:pt x="19030" y="131216"/>
                </a:cubicBezTo>
                <a:cubicBezTo>
                  <a:pt x="20920" y="130800"/>
                  <a:pt x="22202" y="129968"/>
                  <a:pt x="22877" y="128720"/>
                </a:cubicBezTo>
                <a:cubicBezTo>
                  <a:pt x="23147" y="128027"/>
                  <a:pt x="27938" y="108549"/>
                  <a:pt x="37251" y="70287"/>
                </a:cubicBezTo>
                <a:cubicBezTo>
                  <a:pt x="46564" y="32024"/>
                  <a:pt x="51288" y="12616"/>
                  <a:pt x="51423" y="12061"/>
                </a:cubicBezTo>
                <a:cubicBezTo>
                  <a:pt x="51423" y="11091"/>
                  <a:pt x="51153" y="10605"/>
                  <a:pt x="50613" y="10605"/>
                </a:cubicBezTo>
                <a:cubicBezTo>
                  <a:pt x="49533" y="10190"/>
                  <a:pt x="45957" y="9843"/>
                  <a:pt x="39883" y="9566"/>
                </a:cubicBezTo>
                <a:lnTo>
                  <a:pt x="33607" y="9566"/>
                </a:lnTo>
                <a:cubicBezTo>
                  <a:pt x="32797" y="8734"/>
                  <a:pt x="32392" y="8179"/>
                  <a:pt x="32392" y="7902"/>
                </a:cubicBezTo>
                <a:cubicBezTo>
                  <a:pt x="32392" y="7625"/>
                  <a:pt x="32527" y="6446"/>
                  <a:pt x="32797" y="4367"/>
                </a:cubicBezTo>
                <a:cubicBezTo>
                  <a:pt x="33337" y="2010"/>
                  <a:pt x="34012" y="555"/>
                  <a:pt x="34822" y="0"/>
                </a:cubicBezTo>
                <a:lnTo>
                  <a:pt x="146980" y="0"/>
                </a:lnTo>
                <a:cubicBezTo>
                  <a:pt x="147925" y="555"/>
                  <a:pt x="148397" y="1317"/>
                  <a:pt x="148397" y="2287"/>
                </a:cubicBezTo>
                <a:cubicBezTo>
                  <a:pt x="148397" y="2981"/>
                  <a:pt x="147520" y="10744"/>
                  <a:pt x="145765" y="25578"/>
                </a:cubicBezTo>
                <a:cubicBezTo>
                  <a:pt x="144011" y="40411"/>
                  <a:pt x="143066" y="48036"/>
                  <a:pt x="142931" y="48452"/>
                </a:cubicBezTo>
                <a:cubicBezTo>
                  <a:pt x="142661" y="49423"/>
                  <a:pt x="141311" y="49908"/>
                  <a:pt x="138882" y="49908"/>
                </a:cubicBezTo>
                <a:lnTo>
                  <a:pt x="136452" y="49908"/>
                </a:lnTo>
                <a:cubicBezTo>
                  <a:pt x="135508" y="49215"/>
                  <a:pt x="135035" y="48314"/>
                  <a:pt x="135035" y="47204"/>
                </a:cubicBezTo>
                <a:lnTo>
                  <a:pt x="135643" y="42422"/>
                </a:lnTo>
                <a:cubicBezTo>
                  <a:pt x="136048" y="39094"/>
                  <a:pt x="136250" y="35490"/>
                  <a:pt x="136250" y="31608"/>
                </a:cubicBezTo>
                <a:cubicBezTo>
                  <a:pt x="136250" y="27449"/>
                  <a:pt x="135778" y="23983"/>
                  <a:pt x="134833" y="21211"/>
                </a:cubicBezTo>
                <a:cubicBezTo>
                  <a:pt x="133888" y="18438"/>
                  <a:pt x="132606" y="16289"/>
                  <a:pt x="130986" y="14764"/>
                </a:cubicBezTo>
                <a:cubicBezTo>
                  <a:pt x="129367" y="13239"/>
                  <a:pt x="127005" y="12130"/>
                  <a:pt x="123900" y="11437"/>
                </a:cubicBezTo>
                <a:cubicBezTo>
                  <a:pt x="120796" y="10744"/>
                  <a:pt x="117624" y="10259"/>
                  <a:pt x="114385" y="9982"/>
                </a:cubicBezTo>
                <a:cubicBezTo>
                  <a:pt x="111146" y="9704"/>
                  <a:pt x="106827" y="9566"/>
                  <a:pt x="101428" y="9566"/>
                </a:cubicBezTo>
                <a:lnTo>
                  <a:pt x="91913" y="9566"/>
                </a:lnTo>
                <a:cubicBezTo>
                  <a:pt x="80036" y="9704"/>
                  <a:pt x="73760" y="9912"/>
                  <a:pt x="73085" y="10190"/>
                </a:cubicBezTo>
                <a:cubicBezTo>
                  <a:pt x="72545" y="10467"/>
                  <a:pt x="72140" y="11091"/>
                  <a:pt x="71870" y="12061"/>
                </a:cubicBezTo>
                <a:cubicBezTo>
                  <a:pt x="71735" y="12477"/>
                  <a:pt x="69643" y="21003"/>
                  <a:pt x="65594" y="37639"/>
                </a:cubicBezTo>
                <a:cubicBezTo>
                  <a:pt x="61545" y="54275"/>
                  <a:pt x="59453" y="62731"/>
                  <a:pt x="59318" y="63009"/>
                </a:cubicBezTo>
                <a:cubicBezTo>
                  <a:pt x="62423" y="63147"/>
                  <a:pt x="65662" y="63217"/>
                  <a:pt x="69036" y="63217"/>
                </a:cubicBezTo>
                <a:lnTo>
                  <a:pt x="74300" y="63217"/>
                </a:lnTo>
                <a:cubicBezTo>
                  <a:pt x="83208" y="63217"/>
                  <a:pt x="89349" y="62177"/>
                  <a:pt x="92723" y="60097"/>
                </a:cubicBezTo>
                <a:cubicBezTo>
                  <a:pt x="96097" y="58018"/>
                  <a:pt x="99134" y="52403"/>
                  <a:pt x="101833" y="43253"/>
                </a:cubicBezTo>
                <a:cubicBezTo>
                  <a:pt x="102373" y="41035"/>
                  <a:pt x="102778" y="39788"/>
                  <a:pt x="103048" y="39510"/>
                </a:cubicBezTo>
                <a:cubicBezTo>
                  <a:pt x="103318" y="39233"/>
                  <a:pt x="104465" y="39025"/>
                  <a:pt x="106490" y="38886"/>
                </a:cubicBezTo>
                <a:cubicBezTo>
                  <a:pt x="107164" y="38886"/>
                  <a:pt x="107704" y="38886"/>
                  <a:pt x="108109" y="38886"/>
                </a:cubicBezTo>
                <a:cubicBezTo>
                  <a:pt x="108514" y="38886"/>
                  <a:pt x="108852" y="38956"/>
                  <a:pt x="109121" y="39094"/>
                </a:cubicBezTo>
                <a:cubicBezTo>
                  <a:pt x="109391" y="39233"/>
                  <a:pt x="109526" y="39302"/>
                  <a:pt x="109526" y="39302"/>
                </a:cubicBezTo>
                <a:cubicBezTo>
                  <a:pt x="109526" y="39302"/>
                  <a:pt x="109661" y="39580"/>
                  <a:pt x="109931" y="40134"/>
                </a:cubicBezTo>
                <a:cubicBezTo>
                  <a:pt x="110201" y="40689"/>
                  <a:pt x="110404" y="40966"/>
                  <a:pt x="110539" y="40966"/>
                </a:cubicBezTo>
                <a:lnTo>
                  <a:pt x="103858" y="68415"/>
                </a:lnTo>
                <a:cubicBezTo>
                  <a:pt x="99404" y="86853"/>
                  <a:pt x="96974" y="96211"/>
                  <a:pt x="96569" y="96488"/>
                </a:cubicBezTo>
                <a:cubicBezTo>
                  <a:pt x="96165" y="96904"/>
                  <a:pt x="95085" y="97112"/>
                  <a:pt x="93330" y="9711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800"/>
              </a:srgbClr>
            </a:solidFill>
            <a:miter/>
          </a:ln>
        </p:spPr>
      </p:sp>
      <p:sp>
        <p:nvSpPr>
          <p:cNvPr id="10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F047ED-0CCF-42A9-9F97-6E148364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146" y="4221141"/>
            <a:ext cx="60259" cy="101150"/>
          </a:xfrm>
          <a:custGeom xmlns:a="http://schemas.openxmlformats.org/drawingml/2006/main">
            <a:pathLst>
              <a:path w="60259" h="101150">
                <a:moveTo>
                  <a:pt x="8159" y="11909"/>
                </a:moveTo>
                <a:cubicBezTo>
                  <a:pt x="13502" y="3970"/>
                  <a:pt x="20802" y="0"/>
                  <a:pt x="30058" y="0"/>
                </a:cubicBezTo>
                <a:cubicBezTo>
                  <a:pt x="34638" y="0"/>
                  <a:pt x="39219" y="1274"/>
                  <a:pt x="43799" y="3823"/>
                </a:cubicBezTo>
                <a:cubicBezTo>
                  <a:pt x="48379" y="6371"/>
                  <a:pt x="52101" y="10879"/>
                  <a:pt x="54963" y="17348"/>
                </a:cubicBezTo>
                <a:cubicBezTo>
                  <a:pt x="58494" y="25483"/>
                  <a:pt x="60259" y="36657"/>
                  <a:pt x="60259" y="50869"/>
                </a:cubicBezTo>
                <a:cubicBezTo>
                  <a:pt x="60259" y="66061"/>
                  <a:pt x="58208" y="77676"/>
                  <a:pt x="54104" y="85713"/>
                </a:cubicBezTo>
                <a:cubicBezTo>
                  <a:pt x="52196" y="89829"/>
                  <a:pt x="49572" y="93113"/>
                  <a:pt x="46232" y="95563"/>
                </a:cubicBezTo>
                <a:cubicBezTo>
                  <a:pt x="42892" y="98013"/>
                  <a:pt x="39982" y="99533"/>
                  <a:pt x="37501" y="100121"/>
                </a:cubicBezTo>
                <a:cubicBezTo>
                  <a:pt x="35020" y="100709"/>
                  <a:pt x="32587" y="101052"/>
                  <a:pt x="30201" y="101150"/>
                </a:cubicBezTo>
                <a:cubicBezTo>
                  <a:pt x="27720" y="101150"/>
                  <a:pt x="25239" y="100856"/>
                  <a:pt x="22758" y="100268"/>
                </a:cubicBezTo>
                <a:cubicBezTo>
                  <a:pt x="20277" y="99680"/>
                  <a:pt x="17367" y="98111"/>
                  <a:pt x="14027" y="95563"/>
                </a:cubicBezTo>
                <a:cubicBezTo>
                  <a:pt x="10687" y="93015"/>
                  <a:pt x="8063" y="89731"/>
                  <a:pt x="6155" y="85713"/>
                </a:cubicBezTo>
                <a:cubicBezTo>
                  <a:pt x="2052" y="77676"/>
                  <a:pt x="0" y="66061"/>
                  <a:pt x="0" y="50869"/>
                </a:cubicBezTo>
                <a:cubicBezTo>
                  <a:pt x="0" y="33815"/>
                  <a:pt x="2720" y="20828"/>
                  <a:pt x="8159" y="11909"/>
                </a:cubicBezTo>
                <a:close/>
                <a:moveTo>
                  <a:pt x="40364" y="10144"/>
                </a:moveTo>
                <a:cubicBezTo>
                  <a:pt x="37501" y="7008"/>
                  <a:pt x="34113" y="5440"/>
                  <a:pt x="30201" y="5440"/>
                </a:cubicBezTo>
                <a:cubicBezTo>
                  <a:pt x="26193" y="5440"/>
                  <a:pt x="22758" y="7008"/>
                  <a:pt x="19896" y="10144"/>
                </a:cubicBezTo>
                <a:cubicBezTo>
                  <a:pt x="17510" y="12693"/>
                  <a:pt x="15936" y="16221"/>
                  <a:pt x="15172" y="20730"/>
                </a:cubicBezTo>
                <a:cubicBezTo>
                  <a:pt x="14409" y="25238"/>
                  <a:pt x="14027" y="34648"/>
                  <a:pt x="14027" y="48958"/>
                </a:cubicBezTo>
                <a:cubicBezTo>
                  <a:pt x="14027" y="64444"/>
                  <a:pt x="14409" y="74637"/>
                  <a:pt x="15172" y="79538"/>
                </a:cubicBezTo>
                <a:cubicBezTo>
                  <a:pt x="15936" y="84439"/>
                  <a:pt x="17653" y="88310"/>
                  <a:pt x="20325" y="91152"/>
                </a:cubicBezTo>
                <a:cubicBezTo>
                  <a:pt x="22997" y="94093"/>
                  <a:pt x="26289" y="95563"/>
                  <a:pt x="30201" y="95563"/>
                </a:cubicBezTo>
                <a:cubicBezTo>
                  <a:pt x="34018" y="95563"/>
                  <a:pt x="37262" y="94093"/>
                  <a:pt x="39934" y="91152"/>
                </a:cubicBezTo>
                <a:cubicBezTo>
                  <a:pt x="42701" y="88212"/>
                  <a:pt x="44419" y="84095"/>
                  <a:pt x="45087" y="78803"/>
                </a:cubicBezTo>
                <a:cubicBezTo>
                  <a:pt x="45755" y="73510"/>
                  <a:pt x="46137" y="63562"/>
                  <a:pt x="46232" y="48958"/>
                </a:cubicBezTo>
                <a:cubicBezTo>
                  <a:pt x="46232" y="34746"/>
                  <a:pt x="45850" y="25385"/>
                  <a:pt x="45087" y="20877"/>
                </a:cubicBezTo>
                <a:cubicBezTo>
                  <a:pt x="44324" y="16368"/>
                  <a:pt x="42749" y="12791"/>
                  <a:pt x="40364" y="101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2E22AA-04E5-4E74-BA1E-B8D58550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146" y="4221141"/>
            <a:ext cx="60259" cy="101150"/>
          </a:xfrm>
          <a:custGeom xmlns:a="http://schemas.openxmlformats.org/drawingml/2006/main">
            <a:pathLst>
              <a:path w="60259" h="101150" fill="none">
                <a:moveTo>
                  <a:pt x="8159" y="11909"/>
                </a:moveTo>
                <a:cubicBezTo>
                  <a:pt x="13502" y="3970"/>
                  <a:pt x="20802" y="0"/>
                  <a:pt x="30058" y="0"/>
                </a:cubicBezTo>
                <a:cubicBezTo>
                  <a:pt x="34638" y="0"/>
                  <a:pt x="39219" y="1274"/>
                  <a:pt x="43799" y="3823"/>
                </a:cubicBezTo>
                <a:cubicBezTo>
                  <a:pt x="48379" y="6371"/>
                  <a:pt x="52101" y="10879"/>
                  <a:pt x="54963" y="17348"/>
                </a:cubicBezTo>
                <a:cubicBezTo>
                  <a:pt x="58494" y="25483"/>
                  <a:pt x="60259" y="36657"/>
                  <a:pt x="60259" y="50869"/>
                </a:cubicBezTo>
                <a:cubicBezTo>
                  <a:pt x="60259" y="66061"/>
                  <a:pt x="58208" y="77676"/>
                  <a:pt x="54104" y="85713"/>
                </a:cubicBezTo>
                <a:cubicBezTo>
                  <a:pt x="52196" y="89829"/>
                  <a:pt x="49572" y="93113"/>
                  <a:pt x="46232" y="95563"/>
                </a:cubicBezTo>
                <a:cubicBezTo>
                  <a:pt x="42892" y="98013"/>
                  <a:pt x="39982" y="99533"/>
                  <a:pt x="37501" y="100121"/>
                </a:cubicBezTo>
                <a:cubicBezTo>
                  <a:pt x="35020" y="100709"/>
                  <a:pt x="32587" y="101052"/>
                  <a:pt x="30201" y="101150"/>
                </a:cubicBezTo>
                <a:cubicBezTo>
                  <a:pt x="27720" y="101150"/>
                  <a:pt x="25239" y="100856"/>
                  <a:pt x="22758" y="100268"/>
                </a:cubicBezTo>
                <a:cubicBezTo>
                  <a:pt x="20277" y="99680"/>
                  <a:pt x="17367" y="98111"/>
                  <a:pt x="14027" y="95563"/>
                </a:cubicBezTo>
                <a:cubicBezTo>
                  <a:pt x="10687" y="93015"/>
                  <a:pt x="8063" y="89731"/>
                  <a:pt x="6155" y="85713"/>
                </a:cubicBezTo>
                <a:cubicBezTo>
                  <a:pt x="2052" y="77676"/>
                  <a:pt x="0" y="66061"/>
                  <a:pt x="0" y="50869"/>
                </a:cubicBezTo>
                <a:cubicBezTo>
                  <a:pt x="0" y="33815"/>
                  <a:pt x="2720" y="20828"/>
                  <a:pt x="8159" y="11909"/>
                </a:cubicBezTo>
                <a:close/>
                <a:moveTo>
                  <a:pt x="40364" y="10144"/>
                </a:moveTo>
                <a:cubicBezTo>
                  <a:pt x="37501" y="7008"/>
                  <a:pt x="34113" y="5440"/>
                  <a:pt x="30201" y="5440"/>
                </a:cubicBezTo>
                <a:cubicBezTo>
                  <a:pt x="26193" y="5440"/>
                  <a:pt x="22758" y="7008"/>
                  <a:pt x="19896" y="10144"/>
                </a:cubicBezTo>
                <a:cubicBezTo>
                  <a:pt x="17510" y="12693"/>
                  <a:pt x="15936" y="16221"/>
                  <a:pt x="15172" y="20730"/>
                </a:cubicBezTo>
                <a:cubicBezTo>
                  <a:pt x="14409" y="25238"/>
                  <a:pt x="14027" y="34648"/>
                  <a:pt x="14027" y="48958"/>
                </a:cubicBezTo>
                <a:cubicBezTo>
                  <a:pt x="14027" y="64444"/>
                  <a:pt x="14409" y="74637"/>
                  <a:pt x="15172" y="79538"/>
                </a:cubicBezTo>
                <a:cubicBezTo>
                  <a:pt x="15936" y="84439"/>
                  <a:pt x="17653" y="88310"/>
                  <a:pt x="20325" y="91152"/>
                </a:cubicBezTo>
                <a:cubicBezTo>
                  <a:pt x="22997" y="94093"/>
                  <a:pt x="26289" y="95563"/>
                  <a:pt x="30201" y="95563"/>
                </a:cubicBezTo>
                <a:cubicBezTo>
                  <a:pt x="34018" y="95563"/>
                  <a:pt x="37262" y="94093"/>
                  <a:pt x="39934" y="91152"/>
                </a:cubicBezTo>
                <a:cubicBezTo>
                  <a:pt x="42701" y="88212"/>
                  <a:pt x="44419" y="84095"/>
                  <a:pt x="45087" y="78803"/>
                </a:cubicBezTo>
                <a:cubicBezTo>
                  <a:pt x="45755" y="73510"/>
                  <a:pt x="46137" y="63562"/>
                  <a:pt x="46232" y="48958"/>
                </a:cubicBezTo>
                <a:cubicBezTo>
                  <a:pt x="46232" y="34746"/>
                  <a:pt x="45850" y="25385"/>
                  <a:pt x="45087" y="20877"/>
                </a:cubicBezTo>
                <a:cubicBezTo>
                  <a:pt x="44324" y="16368"/>
                  <a:pt x="42749" y="12791"/>
                  <a:pt x="40364" y="101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50"/>
              </a:srgbClr>
            </a:solidFill>
            <a:miter/>
          </a:ln>
        </p:spPr>
      </p:sp>
      <p:sp>
        <p:nvSpPr>
          <p:cNvPr id="10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338B04-4FE9-4ACC-923E-E67EFEC6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295" y="4301267"/>
            <a:ext cx="18894" cy="46409"/>
          </a:xfrm>
          <a:custGeom xmlns:a="http://schemas.openxmlformats.org/drawingml/2006/main">
            <a:pathLst>
              <a:path w="18894" h="46409">
                <a:moveTo>
                  <a:pt x="0" y="12644"/>
                </a:moveTo>
                <a:cubicBezTo>
                  <a:pt x="0" y="12644"/>
                  <a:pt x="0" y="11419"/>
                  <a:pt x="0" y="8968"/>
                </a:cubicBezTo>
                <a:cubicBezTo>
                  <a:pt x="0" y="6518"/>
                  <a:pt x="763" y="4411"/>
                  <a:pt x="2290" y="2646"/>
                </a:cubicBezTo>
                <a:cubicBezTo>
                  <a:pt x="3817" y="882"/>
                  <a:pt x="5868" y="0"/>
                  <a:pt x="8445" y="0"/>
                </a:cubicBezTo>
                <a:cubicBezTo>
                  <a:pt x="11117" y="0"/>
                  <a:pt x="13502" y="1225"/>
                  <a:pt x="15602" y="3676"/>
                </a:cubicBezTo>
                <a:cubicBezTo>
                  <a:pt x="17701" y="6126"/>
                  <a:pt x="18798" y="10438"/>
                  <a:pt x="18894" y="16613"/>
                </a:cubicBezTo>
                <a:cubicBezTo>
                  <a:pt x="18894" y="20044"/>
                  <a:pt x="18464" y="23376"/>
                  <a:pt x="17605" y="26611"/>
                </a:cubicBezTo>
                <a:cubicBezTo>
                  <a:pt x="16747" y="29845"/>
                  <a:pt x="15745" y="32638"/>
                  <a:pt x="14600" y="34991"/>
                </a:cubicBezTo>
                <a:cubicBezTo>
                  <a:pt x="13455" y="37343"/>
                  <a:pt x="12214" y="39352"/>
                  <a:pt x="10878" y="41019"/>
                </a:cubicBezTo>
                <a:cubicBezTo>
                  <a:pt x="9542" y="42685"/>
                  <a:pt x="8397" y="44008"/>
                  <a:pt x="7443" y="44988"/>
                </a:cubicBezTo>
                <a:cubicBezTo>
                  <a:pt x="6489" y="45968"/>
                  <a:pt x="5868" y="46409"/>
                  <a:pt x="5582" y="46311"/>
                </a:cubicBezTo>
                <a:cubicBezTo>
                  <a:pt x="5201" y="46311"/>
                  <a:pt x="4580" y="45870"/>
                  <a:pt x="3721" y="44988"/>
                </a:cubicBezTo>
                <a:cubicBezTo>
                  <a:pt x="2863" y="44106"/>
                  <a:pt x="2433" y="43469"/>
                  <a:pt x="2433" y="43077"/>
                </a:cubicBezTo>
                <a:cubicBezTo>
                  <a:pt x="2433" y="42685"/>
                  <a:pt x="2958" y="41901"/>
                  <a:pt x="4008" y="40725"/>
                </a:cubicBezTo>
                <a:cubicBezTo>
                  <a:pt x="5057" y="39548"/>
                  <a:pt x="6250" y="38078"/>
                  <a:pt x="7586" y="36314"/>
                </a:cubicBezTo>
                <a:cubicBezTo>
                  <a:pt x="8922" y="34550"/>
                  <a:pt x="10162" y="32099"/>
                  <a:pt x="11308" y="28963"/>
                </a:cubicBezTo>
                <a:cubicBezTo>
                  <a:pt x="12453" y="25827"/>
                  <a:pt x="13216" y="22249"/>
                  <a:pt x="13598" y="18230"/>
                </a:cubicBezTo>
                <a:lnTo>
                  <a:pt x="13598" y="16466"/>
                </a:lnTo>
                <a:lnTo>
                  <a:pt x="13455" y="16613"/>
                </a:lnTo>
                <a:cubicBezTo>
                  <a:pt x="13264" y="16711"/>
                  <a:pt x="13025" y="16809"/>
                  <a:pt x="12739" y="16907"/>
                </a:cubicBezTo>
                <a:cubicBezTo>
                  <a:pt x="12453" y="17005"/>
                  <a:pt x="12166" y="17152"/>
                  <a:pt x="11880" y="17348"/>
                </a:cubicBezTo>
                <a:cubicBezTo>
                  <a:pt x="11594" y="17544"/>
                  <a:pt x="11164" y="17642"/>
                  <a:pt x="10592" y="17642"/>
                </a:cubicBezTo>
                <a:cubicBezTo>
                  <a:pt x="10019" y="17642"/>
                  <a:pt x="9447" y="17691"/>
                  <a:pt x="8874" y="17789"/>
                </a:cubicBezTo>
                <a:cubicBezTo>
                  <a:pt x="6298" y="17789"/>
                  <a:pt x="4199" y="16956"/>
                  <a:pt x="2576" y="15290"/>
                </a:cubicBezTo>
                <a:lnTo>
                  <a:pt x="0" y="126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7E0E8D-A295-4BB6-97FB-9EB226C0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295" y="4301267"/>
            <a:ext cx="18894" cy="46409"/>
          </a:xfrm>
          <a:custGeom xmlns:a="http://schemas.openxmlformats.org/drawingml/2006/main">
            <a:pathLst>
              <a:path w="18894" h="46409" fill="none">
                <a:moveTo>
                  <a:pt x="0" y="12644"/>
                </a:moveTo>
                <a:cubicBezTo>
                  <a:pt x="0" y="12644"/>
                  <a:pt x="0" y="11419"/>
                  <a:pt x="0" y="8968"/>
                </a:cubicBezTo>
                <a:cubicBezTo>
                  <a:pt x="0" y="6518"/>
                  <a:pt x="763" y="4411"/>
                  <a:pt x="2290" y="2646"/>
                </a:cubicBezTo>
                <a:cubicBezTo>
                  <a:pt x="3817" y="882"/>
                  <a:pt x="5868" y="0"/>
                  <a:pt x="8445" y="0"/>
                </a:cubicBezTo>
                <a:cubicBezTo>
                  <a:pt x="11117" y="0"/>
                  <a:pt x="13502" y="1225"/>
                  <a:pt x="15602" y="3676"/>
                </a:cubicBezTo>
                <a:cubicBezTo>
                  <a:pt x="17701" y="6126"/>
                  <a:pt x="18798" y="10438"/>
                  <a:pt x="18894" y="16613"/>
                </a:cubicBezTo>
                <a:cubicBezTo>
                  <a:pt x="18894" y="20044"/>
                  <a:pt x="18464" y="23376"/>
                  <a:pt x="17605" y="26611"/>
                </a:cubicBezTo>
                <a:cubicBezTo>
                  <a:pt x="16747" y="29845"/>
                  <a:pt x="15745" y="32638"/>
                  <a:pt x="14600" y="34991"/>
                </a:cubicBezTo>
                <a:cubicBezTo>
                  <a:pt x="13455" y="37343"/>
                  <a:pt x="12214" y="39352"/>
                  <a:pt x="10878" y="41019"/>
                </a:cubicBezTo>
                <a:cubicBezTo>
                  <a:pt x="9542" y="42685"/>
                  <a:pt x="8397" y="44008"/>
                  <a:pt x="7443" y="44988"/>
                </a:cubicBezTo>
                <a:cubicBezTo>
                  <a:pt x="6489" y="45968"/>
                  <a:pt x="5868" y="46409"/>
                  <a:pt x="5582" y="46311"/>
                </a:cubicBezTo>
                <a:cubicBezTo>
                  <a:pt x="5201" y="46311"/>
                  <a:pt x="4580" y="45870"/>
                  <a:pt x="3721" y="44988"/>
                </a:cubicBezTo>
                <a:cubicBezTo>
                  <a:pt x="2863" y="44106"/>
                  <a:pt x="2433" y="43469"/>
                  <a:pt x="2433" y="43077"/>
                </a:cubicBezTo>
                <a:cubicBezTo>
                  <a:pt x="2433" y="42685"/>
                  <a:pt x="2958" y="41901"/>
                  <a:pt x="4008" y="40725"/>
                </a:cubicBezTo>
                <a:cubicBezTo>
                  <a:pt x="5057" y="39548"/>
                  <a:pt x="6250" y="38078"/>
                  <a:pt x="7586" y="36314"/>
                </a:cubicBezTo>
                <a:cubicBezTo>
                  <a:pt x="8922" y="34550"/>
                  <a:pt x="10162" y="32099"/>
                  <a:pt x="11308" y="28963"/>
                </a:cubicBezTo>
                <a:cubicBezTo>
                  <a:pt x="12453" y="25827"/>
                  <a:pt x="13216" y="22249"/>
                  <a:pt x="13598" y="18230"/>
                </a:cubicBezTo>
                <a:lnTo>
                  <a:pt x="13598" y="16466"/>
                </a:lnTo>
                <a:lnTo>
                  <a:pt x="13455" y="16613"/>
                </a:lnTo>
                <a:cubicBezTo>
                  <a:pt x="13264" y="16711"/>
                  <a:pt x="13025" y="16809"/>
                  <a:pt x="12739" y="16907"/>
                </a:cubicBezTo>
                <a:cubicBezTo>
                  <a:pt x="12453" y="17005"/>
                  <a:pt x="12166" y="17152"/>
                  <a:pt x="11880" y="17348"/>
                </a:cubicBezTo>
                <a:cubicBezTo>
                  <a:pt x="11594" y="17544"/>
                  <a:pt x="11164" y="17642"/>
                  <a:pt x="10592" y="17642"/>
                </a:cubicBezTo>
                <a:cubicBezTo>
                  <a:pt x="10019" y="17642"/>
                  <a:pt x="9447" y="17691"/>
                  <a:pt x="8874" y="17789"/>
                </a:cubicBezTo>
                <a:cubicBezTo>
                  <a:pt x="6298" y="17789"/>
                  <a:pt x="4199" y="16956"/>
                  <a:pt x="2576" y="15290"/>
                </a:cubicBezTo>
                <a:lnTo>
                  <a:pt x="0" y="126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50"/>
              </a:srgbClr>
            </a:solidFill>
            <a:miter/>
          </a:ln>
        </p:spPr>
      </p:sp>
      <p:sp>
        <p:nvSpPr>
          <p:cNvPr id="10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49E264-37E9-46B8-8F4A-3AB4EF1C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504" y="4221141"/>
            <a:ext cx="60259" cy="101150"/>
          </a:xfrm>
          <a:custGeom xmlns:a="http://schemas.openxmlformats.org/drawingml/2006/main">
            <a:pathLst>
              <a:path w="60259" h="101150">
                <a:moveTo>
                  <a:pt x="8159" y="11909"/>
                </a:moveTo>
                <a:cubicBezTo>
                  <a:pt x="13502" y="3970"/>
                  <a:pt x="20802" y="0"/>
                  <a:pt x="30058" y="0"/>
                </a:cubicBezTo>
                <a:cubicBezTo>
                  <a:pt x="34638" y="0"/>
                  <a:pt x="39219" y="1274"/>
                  <a:pt x="43799" y="3823"/>
                </a:cubicBezTo>
                <a:cubicBezTo>
                  <a:pt x="48379" y="6371"/>
                  <a:pt x="52101" y="10879"/>
                  <a:pt x="54963" y="17348"/>
                </a:cubicBezTo>
                <a:cubicBezTo>
                  <a:pt x="58494" y="25483"/>
                  <a:pt x="60259" y="36657"/>
                  <a:pt x="60259" y="50869"/>
                </a:cubicBezTo>
                <a:cubicBezTo>
                  <a:pt x="60259" y="66061"/>
                  <a:pt x="58208" y="77676"/>
                  <a:pt x="54104" y="85713"/>
                </a:cubicBezTo>
                <a:cubicBezTo>
                  <a:pt x="52196" y="89829"/>
                  <a:pt x="49572" y="93113"/>
                  <a:pt x="46232" y="95563"/>
                </a:cubicBezTo>
                <a:cubicBezTo>
                  <a:pt x="42892" y="98013"/>
                  <a:pt x="39982" y="99533"/>
                  <a:pt x="37501" y="100121"/>
                </a:cubicBezTo>
                <a:cubicBezTo>
                  <a:pt x="35020" y="100709"/>
                  <a:pt x="32587" y="101052"/>
                  <a:pt x="30201" y="101150"/>
                </a:cubicBezTo>
                <a:cubicBezTo>
                  <a:pt x="27720" y="101150"/>
                  <a:pt x="25239" y="100856"/>
                  <a:pt x="22758" y="100268"/>
                </a:cubicBezTo>
                <a:cubicBezTo>
                  <a:pt x="20277" y="99680"/>
                  <a:pt x="17367" y="98111"/>
                  <a:pt x="14027" y="95563"/>
                </a:cubicBezTo>
                <a:cubicBezTo>
                  <a:pt x="10687" y="93015"/>
                  <a:pt x="8063" y="89731"/>
                  <a:pt x="6155" y="85713"/>
                </a:cubicBezTo>
                <a:cubicBezTo>
                  <a:pt x="2052" y="77676"/>
                  <a:pt x="0" y="66061"/>
                  <a:pt x="0" y="50869"/>
                </a:cubicBezTo>
                <a:cubicBezTo>
                  <a:pt x="0" y="33815"/>
                  <a:pt x="2720" y="20828"/>
                  <a:pt x="8159" y="11909"/>
                </a:cubicBezTo>
                <a:close/>
                <a:moveTo>
                  <a:pt x="40364" y="10144"/>
                </a:moveTo>
                <a:cubicBezTo>
                  <a:pt x="37501" y="7008"/>
                  <a:pt x="34113" y="5440"/>
                  <a:pt x="30201" y="5440"/>
                </a:cubicBezTo>
                <a:cubicBezTo>
                  <a:pt x="26193" y="5440"/>
                  <a:pt x="22758" y="7008"/>
                  <a:pt x="19896" y="10144"/>
                </a:cubicBezTo>
                <a:cubicBezTo>
                  <a:pt x="17510" y="12693"/>
                  <a:pt x="15936" y="16221"/>
                  <a:pt x="15172" y="20730"/>
                </a:cubicBezTo>
                <a:cubicBezTo>
                  <a:pt x="14409" y="25238"/>
                  <a:pt x="14027" y="34648"/>
                  <a:pt x="14027" y="48958"/>
                </a:cubicBezTo>
                <a:cubicBezTo>
                  <a:pt x="14027" y="64444"/>
                  <a:pt x="14409" y="74637"/>
                  <a:pt x="15172" y="79538"/>
                </a:cubicBezTo>
                <a:cubicBezTo>
                  <a:pt x="15936" y="84439"/>
                  <a:pt x="17653" y="88310"/>
                  <a:pt x="20325" y="91152"/>
                </a:cubicBezTo>
                <a:cubicBezTo>
                  <a:pt x="22997" y="94093"/>
                  <a:pt x="26289" y="95563"/>
                  <a:pt x="30201" y="95563"/>
                </a:cubicBezTo>
                <a:cubicBezTo>
                  <a:pt x="34018" y="95563"/>
                  <a:pt x="37262" y="94093"/>
                  <a:pt x="39934" y="91152"/>
                </a:cubicBezTo>
                <a:cubicBezTo>
                  <a:pt x="42701" y="88212"/>
                  <a:pt x="44419" y="84095"/>
                  <a:pt x="45087" y="78803"/>
                </a:cubicBezTo>
                <a:cubicBezTo>
                  <a:pt x="45755" y="73510"/>
                  <a:pt x="46137" y="63562"/>
                  <a:pt x="46232" y="48958"/>
                </a:cubicBezTo>
                <a:cubicBezTo>
                  <a:pt x="46232" y="34746"/>
                  <a:pt x="45850" y="25385"/>
                  <a:pt x="45087" y="20877"/>
                </a:cubicBezTo>
                <a:cubicBezTo>
                  <a:pt x="44324" y="16368"/>
                  <a:pt x="42749" y="12791"/>
                  <a:pt x="40364" y="101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1CE3B5-2E20-41F6-9540-BA66AEF4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504" y="4221141"/>
            <a:ext cx="60259" cy="101150"/>
          </a:xfrm>
          <a:custGeom xmlns:a="http://schemas.openxmlformats.org/drawingml/2006/main">
            <a:pathLst>
              <a:path w="60259" h="101150" fill="none">
                <a:moveTo>
                  <a:pt x="8159" y="11909"/>
                </a:moveTo>
                <a:cubicBezTo>
                  <a:pt x="13502" y="3970"/>
                  <a:pt x="20802" y="0"/>
                  <a:pt x="30058" y="0"/>
                </a:cubicBezTo>
                <a:cubicBezTo>
                  <a:pt x="34638" y="0"/>
                  <a:pt x="39219" y="1274"/>
                  <a:pt x="43799" y="3823"/>
                </a:cubicBezTo>
                <a:cubicBezTo>
                  <a:pt x="48379" y="6371"/>
                  <a:pt x="52101" y="10879"/>
                  <a:pt x="54963" y="17348"/>
                </a:cubicBezTo>
                <a:cubicBezTo>
                  <a:pt x="58494" y="25483"/>
                  <a:pt x="60259" y="36657"/>
                  <a:pt x="60259" y="50869"/>
                </a:cubicBezTo>
                <a:cubicBezTo>
                  <a:pt x="60259" y="66061"/>
                  <a:pt x="58208" y="77676"/>
                  <a:pt x="54104" y="85713"/>
                </a:cubicBezTo>
                <a:cubicBezTo>
                  <a:pt x="52196" y="89829"/>
                  <a:pt x="49572" y="93113"/>
                  <a:pt x="46232" y="95563"/>
                </a:cubicBezTo>
                <a:cubicBezTo>
                  <a:pt x="42892" y="98013"/>
                  <a:pt x="39982" y="99533"/>
                  <a:pt x="37501" y="100121"/>
                </a:cubicBezTo>
                <a:cubicBezTo>
                  <a:pt x="35020" y="100709"/>
                  <a:pt x="32587" y="101052"/>
                  <a:pt x="30201" y="101150"/>
                </a:cubicBezTo>
                <a:cubicBezTo>
                  <a:pt x="27720" y="101150"/>
                  <a:pt x="25239" y="100856"/>
                  <a:pt x="22758" y="100268"/>
                </a:cubicBezTo>
                <a:cubicBezTo>
                  <a:pt x="20277" y="99680"/>
                  <a:pt x="17367" y="98111"/>
                  <a:pt x="14027" y="95563"/>
                </a:cubicBezTo>
                <a:cubicBezTo>
                  <a:pt x="10687" y="93015"/>
                  <a:pt x="8063" y="89731"/>
                  <a:pt x="6155" y="85713"/>
                </a:cubicBezTo>
                <a:cubicBezTo>
                  <a:pt x="2052" y="77676"/>
                  <a:pt x="0" y="66061"/>
                  <a:pt x="0" y="50869"/>
                </a:cubicBezTo>
                <a:cubicBezTo>
                  <a:pt x="0" y="33815"/>
                  <a:pt x="2720" y="20828"/>
                  <a:pt x="8159" y="11909"/>
                </a:cubicBezTo>
                <a:close/>
                <a:moveTo>
                  <a:pt x="40364" y="10144"/>
                </a:moveTo>
                <a:cubicBezTo>
                  <a:pt x="37501" y="7008"/>
                  <a:pt x="34113" y="5440"/>
                  <a:pt x="30201" y="5440"/>
                </a:cubicBezTo>
                <a:cubicBezTo>
                  <a:pt x="26193" y="5440"/>
                  <a:pt x="22758" y="7008"/>
                  <a:pt x="19896" y="10144"/>
                </a:cubicBezTo>
                <a:cubicBezTo>
                  <a:pt x="17510" y="12693"/>
                  <a:pt x="15936" y="16221"/>
                  <a:pt x="15172" y="20730"/>
                </a:cubicBezTo>
                <a:cubicBezTo>
                  <a:pt x="14409" y="25238"/>
                  <a:pt x="14027" y="34648"/>
                  <a:pt x="14027" y="48958"/>
                </a:cubicBezTo>
                <a:cubicBezTo>
                  <a:pt x="14027" y="64444"/>
                  <a:pt x="14409" y="74637"/>
                  <a:pt x="15172" y="79538"/>
                </a:cubicBezTo>
                <a:cubicBezTo>
                  <a:pt x="15936" y="84439"/>
                  <a:pt x="17653" y="88310"/>
                  <a:pt x="20325" y="91152"/>
                </a:cubicBezTo>
                <a:cubicBezTo>
                  <a:pt x="22997" y="94093"/>
                  <a:pt x="26289" y="95563"/>
                  <a:pt x="30201" y="95563"/>
                </a:cubicBezTo>
                <a:cubicBezTo>
                  <a:pt x="34018" y="95563"/>
                  <a:pt x="37262" y="94093"/>
                  <a:pt x="39934" y="91152"/>
                </a:cubicBezTo>
                <a:cubicBezTo>
                  <a:pt x="42701" y="88212"/>
                  <a:pt x="44419" y="84095"/>
                  <a:pt x="45087" y="78803"/>
                </a:cubicBezTo>
                <a:cubicBezTo>
                  <a:pt x="45755" y="73510"/>
                  <a:pt x="46137" y="63562"/>
                  <a:pt x="46232" y="48958"/>
                </a:cubicBezTo>
                <a:cubicBezTo>
                  <a:pt x="46232" y="34746"/>
                  <a:pt x="45850" y="25385"/>
                  <a:pt x="45087" y="20877"/>
                </a:cubicBezTo>
                <a:cubicBezTo>
                  <a:pt x="44324" y="16368"/>
                  <a:pt x="42749" y="12791"/>
                  <a:pt x="40364" y="101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50"/>
              </a:srgbClr>
            </a:solidFill>
            <a:miter/>
          </a:ln>
        </p:spPr>
      </p:sp>
      <p:sp>
        <p:nvSpPr>
          <p:cNvPr id="10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0E8B6F-0765-46C1-ADCA-24AE4B61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734" y="4132006"/>
            <a:ext cx="8098" cy="207741"/>
          </a:xfrm>
          <a:custGeom xmlns:a="http://schemas.openxmlformats.org/drawingml/2006/main">
            <a:pathLst>
              <a:path w="8098" h="207741">
                <a:moveTo>
                  <a:pt x="4049" y="207741"/>
                </a:moveTo>
                <a:lnTo>
                  <a:pt x="3644" y="207741"/>
                </a:lnTo>
                <a:cubicBezTo>
                  <a:pt x="2025" y="207741"/>
                  <a:pt x="810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52" y="901"/>
                  <a:pt x="2834" y="0"/>
                  <a:pt x="4049" y="0"/>
                </a:cubicBezTo>
                <a:cubicBezTo>
                  <a:pt x="5804" y="0"/>
                  <a:pt x="7153" y="1040"/>
                  <a:pt x="8098" y="3119"/>
                </a:cubicBezTo>
                <a:lnTo>
                  <a:pt x="8098" y="204830"/>
                </a:lnTo>
                <a:cubicBezTo>
                  <a:pt x="7018" y="206771"/>
                  <a:pt x="5804" y="207741"/>
                  <a:pt x="4454" y="207741"/>
                </a:cubicBezTo>
                <a:lnTo>
                  <a:pt x="4049" y="2077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5D6657-D5DA-469D-BEBE-4C4C0ECD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734" y="4132006"/>
            <a:ext cx="8098" cy="207741"/>
          </a:xfrm>
          <a:custGeom xmlns:a="http://schemas.openxmlformats.org/drawingml/2006/main">
            <a:pathLst>
              <a:path w="8098" h="207741" fill="none">
                <a:moveTo>
                  <a:pt x="4049" y="207741"/>
                </a:moveTo>
                <a:lnTo>
                  <a:pt x="3644" y="207741"/>
                </a:lnTo>
                <a:cubicBezTo>
                  <a:pt x="2025" y="207741"/>
                  <a:pt x="810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52" y="901"/>
                  <a:pt x="2834" y="0"/>
                  <a:pt x="4049" y="0"/>
                </a:cubicBezTo>
                <a:cubicBezTo>
                  <a:pt x="5804" y="0"/>
                  <a:pt x="7153" y="1040"/>
                  <a:pt x="8098" y="3119"/>
                </a:cubicBezTo>
                <a:lnTo>
                  <a:pt x="8098" y="204830"/>
                </a:lnTo>
                <a:cubicBezTo>
                  <a:pt x="7018" y="206771"/>
                  <a:pt x="5804" y="207741"/>
                  <a:pt x="4454" y="207741"/>
                </a:cubicBezTo>
                <a:lnTo>
                  <a:pt x="4049" y="2077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800"/>
              </a:srgbClr>
            </a:solidFill>
            <a:miter/>
          </a:ln>
        </p:spPr>
      </p:sp>
      <p:sp>
        <p:nvSpPr>
          <p:cNvPr id="10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633137-3CE9-4643-87CB-B0AF72DB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016" y="4132006"/>
            <a:ext cx="8098" cy="207741"/>
          </a:xfrm>
          <a:custGeom xmlns:a="http://schemas.openxmlformats.org/drawingml/2006/main">
            <a:pathLst>
              <a:path w="8098" h="207741">
                <a:moveTo>
                  <a:pt x="4049" y="207741"/>
                </a:moveTo>
                <a:lnTo>
                  <a:pt x="3644" y="207741"/>
                </a:lnTo>
                <a:cubicBezTo>
                  <a:pt x="2025" y="207741"/>
                  <a:pt x="810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52" y="901"/>
                  <a:pt x="2834" y="0"/>
                  <a:pt x="4049" y="0"/>
                </a:cubicBezTo>
                <a:cubicBezTo>
                  <a:pt x="5804" y="0"/>
                  <a:pt x="7153" y="1040"/>
                  <a:pt x="8098" y="3119"/>
                </a:cubicBezTo>
                <a:lnTo>
                  <a:pt x="8098" y="204830"/>
                </a:lnTo>
                <a:cubicBezTo>
                  <a:pt x="7018" y="206771"/>
                  <a:pt x="5804" y="207741"/>
                  <a:pt x="4454" y="207741"/>
                </a:cubicBezTo>
                <a:lnTo>
                  <a:pt x="4049" y="2077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4ACDD2-3536-409E-A0A0-E8FBBFB4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016" y="4132006"/>
            <a:ext cx="8098" cy="207741"/>
          </a:xfrm>
          <a:custGeom xmlns:a="http://schemas.openxmlformats.org/drawingml/2006/main">
            <a:pathLst>
              <a:path w="8098" h="207741" fill="none">
                <a:moveTo>
                  <a:pt x="4049" y="207741"/>
                </a:moveTo>
                <a:lnTo>
                  <a:pt x="3644" y="207741"/>
                </a:lnTo>
                <a:cubicBezTo>
                  <a:pt x="2025" y="207741"/>
                  <a:pt x="810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52" y="901"/>
                  <a:pt x="2834" y="0"/>
                  <a:pt x="4049" y="0"/>
                </a:cubicBezTo>
                <a:cubicBezTo>
                  <a:pt x="5804" y="0"/>
                  <a:pt x="7153" y="1040"/>
                  <a:pt x="8098" y="3119"/>
                </a:cubicBezTo>
                <a:lnTo>
                  <a:pt x="8098" y="204830"/>
                </a:lnTo>
                <a:cubicBezTo>
                  <a:pt x="7018" y="206771"/>
                  <a:pt x="5804" y="207741"/>
                  <a:pt x="4454" y="207741"/>
                </a:cubicBezTo>
                <a:lnTo>
                  <a:pt x="4049" y="2077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800"/>
              </a:srgbClr>
            </a:solidFill>
            <a:miter/>
          </a:ln>
        </p:spPr>
      </p:sp>
      <p:sp>
        <p:nvSpPr>
          <p:cNvPr id="10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69F3DE-7C20-4345-AD69-42B2C1D0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997" y="4262910"/>
            <a:ext cx="24497" cy="24954"/>
          </a:xfrm>
          <a:custGeom xmlns:a="http://schemas.openxmlformats.org/drawingml/2006/main">
            <a:pathLst>
              <a:path w="24497" h="24954">
                <a:moveTo>
                  <a:pt x="0" y="12477"/>
                </a:moveTo>
                <a:cubicBezTo>
                  <a:pt x="0" y="9150"/>
                  <a:pt x="1147" y="6238"/>
                  <a:pt x="3442" y="3743"/>
                </a:cubicBezTo>
                <a:cubicBezTo>
                  <a:pt x="5736" y="1248"/>
                  <a:pt x="8638" y="0"/>
                  <a:pt x="12147" y="0"/>
                </a:cubicBezTo>
                <a:cubicBezTo>
                  <a:pt x="15386" y="0"/>
                  <a:pt x="18221" y="1109"/>
                  <a:pt x="20650" y="3327"/>
                </a:cubicBezTo>
                <a:cubicBezTo>
                  <a:pt x="23080" y="5545"/>
                  <a:pt x="24362" y="8526"/>
                  <a:pt x="24497" y="12269"/>
                </a:cubicBezTo>
                <a:cubicBezTo>
                  <a:pt x="24497" y="15735"/>
                  <a:pt x="23349" y="18715"/>
                  <a:pt x="21055" y="21211"/>
                </a:cubicBezTo>
                <a:cubicBezTo>
                  <a:pt x="18761" y="23706"/>
                  <a:pt x="15859" y="24954"/>
                  <a:pt x="12350" y="24954"/>
                </a:cubicBezTo>
                <a:cubicBezTo>
                  <a:pt x="8840" y="24954"/>
                  <a:pt x="5939" y="23776"/>
                  <a:pt x="3644" y="21419"/>
                </a:cubicBezTo>
                <a:cubicBezTo>
                  <a:pt x="1350" y="19062"/>
                  <a:pt x="135" y="16081"/>
                  <a:pt x="0" y="124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A341AF-00BD-4C3D-8A5A-81812A2C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997" y="4262910"/>
            <a:ext cx="24497" cy="24954"/>
          </a:xfrm>
          <a:custGeom xmlns:a="http://schemas.openxmlformats.org/drawingml/2006/main">
            <a:pathLst>
              <a:path w="24497" h="24954" fill="none">
                <a:moveTo>
                  <a:pt x="0" y="12477"/>
                </a:moveTo>
                <a:cubicBezTo>
                  <a:pt x="0" y="9150"/>
                  <a:pt x="1147" y="6238"/>
                  <a:pt x="3442" y="3743"/>
                </a:cubicBezTo>
                <a:cubicBezTo>
                  <a:pt x="5736" y="1248"/>
                  <a:pt x="8638" y="0"/>
                  <a:pt x="12147" y="0"/>
                </a:cubicBezTo>
                <a:cubicBezTo>
                  <a:pt x="15386" y="0"/>
                  <a:pt x="18221" y="1109"/>
                  <a:pt x="20650" y="3327"/>
                </a:cubicBezTo>
                <a:cubicBezTo>
                  <a:pt x="23080" y="5545"/>
                  <a:pt x="24362" y="8526"/>
                  <a:pt x="24497" y="12269"/>
                </a:cubicBezTo>
                <a:cubicBezTo>
                  <a:pt x="24497" y="15735"/>
                  <a:pt x="23349" y="18715"/>
                  <a:pt x="21055" y="21211"/>
                </a:cubicBezTo>
                <a:cubicBezTo>
                  <a:pt x="18761" y="23706"/>
                  <a:pt x="15859" y="24954"/>
                  <a:pt x="12350" y="24954"/>
                </a:cubicBezTo>
                <a:cubicBezTo>
                  <a:pt x="8840" y="24954"/>
                  <a:pt x="5939" y="23776"/>
                  <a:pt x="3644" y="21419"/>
                </a:cubicBezTo>
                <a:cubicBezTo>
                  <a:pt x="1350" y="19062"/>
                  <a:pt x="135" y="16081"/>
                  <a:pt x="0" y="1247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800"/>
              </a:srgbClr>
            </a:solidFill>
            <a:miter/>
          </a:ln>
        </p:spPr>
      </p:sp>
      <p:sp>
        <p:nvSpPr>
          <p:cNvPr id="10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EE160A-4C58-4D9F-9E3D-4763B55A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007" y="4262910"/>
            <a:ext cx="24497" cy="24954"/>
          </a:xfrm>
          <a:custGeom xmlns:a="http://schemas.openxmlformats.org/drawingml/2006/main">
            <a:pathLst>
              <a:path w="24497" h="24954">
                <a:moveTo>
                  <a:pt x="0" y="12477"/>
                </a:moveTo>
                <a:cubicBezTo>
                  <a:pt x="0" y="9150"/>
                  <a:pt x="1147" y="6238"/>
                  <a:pt x="3442" y="3743"/>
                </a:cubicBezTo>
                <a:cubicBezTo>
                  <a:pt x="5736" y="1248"/>
                  <a:pt x="8638" y="0"/>
                  <a:pt x="12147" y="0"/>
                </a:cubicBezTo>
                <a:cubicBezTo>
                  <a:pt x="15386" y="0"/>
                  <a:pt x="18221" y="1109"/>
                  <a:pt x="20650" y="3327"/>
                </a:cubicBezTo>
                <a:cubicBezTo>
                  <a:pt x="23080" y="5545"/>
                  <a:pt x="24362" y="8526"/>
                  <a:pt x="24497" y="12269"/>
                </a:cubicBezTo>
                <a:cubicBezTo>
                  <a:pt x="24497" y="15735"/>
                  <a:pt x="23349" y="18715"/>
                  <a:pt x="21055" y="21211"/>
                </a:cubicBezTo>
                <a:cubicBezTo>
                  <a:pt x="18761" y="23706"/>
                  <a:pt x="15859" y="24954"/>
                  <a:pt x="12350" y="24954"/>
                </a:cubicBezTo>
                <a:cubicBezTo>
                  <a:pt x="8840" y="24954"/>
                  <a:pt x="5939" y="23776"/>
                  <a:pt x="3644" y="21419"/>
                </a:cubicBezTo>
                <a:cubicBezTo>
                  <a:pt x="1350" y="19062"/>
                  <a:pt x="135" y="16081"/>
                  <a:pt x="0" y="124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FB88F9-FBFD-47E9-9D66-6F0097ED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007" y="4262910"/>
            <a:ext cx="24497" cy="24954"/>
          </a:xfrm>
          <a:custGeom xmlns:a="http://schemas.openxmlformats.org/drawingml/2006/main">
            <a:pathLst>
              <a:path w="24497" h="24954" fill="none">
                <a:moveTo>
                  <a:pt x="0" y="12477"/>
                </a:moveTo>
                <a:cubicBezTo>
                  <a:pt x="0" y="9150"/>
                  <a:pt x="1147" y="6238"/>
                  <a:pt x="3442" y="3743"/>
                </a:cubicBezTo>
                <a:cubicBezTo>
                  <a:pt x="5736" y="1248"/>
                  <a:pt x="8638" y="0"/>
                  <a:pt x="12147" y="0"/>
                </a:cubicBezTo>
                <a:cubicBezTo>
                  <a:pt x="15386" y="0"/>
                  <a:pt x="18221" y="1109"/>
                  <a:pt x="20650" y="3327"/>
                </a:cubicBezTo>
                <a:cubicBezTo>
                  <a:pt x="23080" y="5545"/>
                  <a:pt x="24362" y="8526"/>
                  <a:pt x="24497" y="12269"/>
                </a:cubicBezTo>
                <a:cubicBezTo>
                  <a:pt x="24497" y="15735"/>
                  <a:pt x="23349" y="18715"/>
                  <a:pt x="21055" y="21211"/>
                </a:cubicBezTo>
                <a:cubicBezTo>
                  <a:pt x="18761" y="23706"/>
                  <a:pt x="15859" y="24954"/>
                  <a:pt x="12350" y="24954"/>
                </a:cubicBezTo>
                <a:cubicBezTo>
                  <a:pt x="8840" y="24954"/>
                  <a:pt x="5939" y="23776"/>
                  <a:pt x="3644" y="21419"/>
                </a:cubicBezTo>
                <a:cubicBezTo>
                  <a:pt x="1350" y="19062"/>
                  <a:pt x="135" y="16081"/>
                  <a:pt x="0" y="1247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800"/>
              </a:srgbClr>
            </a:solidFill>
            <a:miter/>
          </a:ln>
        </p:spPr>
      </p:sp>
      <p:sp>
        <p:nvSpPr>
          <p:cNvPr id="10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2A6F77-DBDA-465E-ACFB-0A8F3359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37" y="4262910"/>
            <a:ext cx="24497" cy="24954"/>
          </a:xfrm>
          <a:custGeom xmlns:a="http://schemas.openxmlformats.org/drawingml/2006/main">
            <a:pathLst>
              <a:path w="24497" h="24954">
                <a:moveTo>
                  <a:pt x="0" y="12477"/>
                </a:moveTo>
                <a:cubicBezTo>
                  <a:pt x="0" y="9150"/>
                  <a:pt x="1147" y="6238"/>
                  <a:pt x="3442" y="3743"/>
                </a:cubicBezTo>
                <a:cubicBezTo>
                  <a:pt x="5736" y="1248"/>
                  <a:pt x="8638" y="0"/>
                  <a:pt x="12147" y="0"/>
                </a:cubicBezTo>
                <a:cubicBezTo>
                  <a:pt x="15386" y="0"/>
                  <a:pt x="18221" y="1109"/>
                  <a:pt x="20650" y="3327"/>
                </a:cubicBezTo>
                <a:cubicBezTo>
                  <a:pt x="23080" y="5545"/>
                  <a:pt x="24362" y="8526"/>
                  <a:pt x="24497" y="12269"/>
                </a:cubicBezTo>
                <a:cubicBezTo>
                  <a:pt x="24497" y="15735"/>
                  <a:pt x="23349" y="18715"/>
                  <a:pt x="21055" y="21211"/>
                </a:cubicBezTo>
                <a:cubicBezTo>
                  <a:pt x="18761" y="23706"/>
                  <a:pt x="15859" y="24954"/>
                  <a:pt x="12350" y="24954"/>
                </a:cubicBezTo>
                <a:cubicBezTo>
                  <a:pt x="8840" y="24954"/>
                  <a:pt x="5939" y="23776"/>
                  <a:pt x="3644" y="21419"/>
                </a:cubicBezTo>
                <a:cubicBezTo>
                  <a:pt x="1350" y="19062"/>
                  <a:pt x="135" y="16081"/>
                  <a:pt x="0" y="124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F45180-95DC-414E-B424-F0E5C6A2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37" y="4262910"/>
            <a:ext cx="24497" cy="24954"/>
          </a:xfrm>
          <a:custGeom xmlns:a="http://schemas.openxmlformats.org/drawingml/2006/main">
            <a:pathLst>
              <a:path w="24497" h="24954" fill="none">
                <a:moveTo>
                  <a:pt x="0" y="12477"/>
                </a:moveTo>
                <a:cubicBezTo>
                  <a:pt x="0" y="9150"/>
                  <a:pt x="1147" y="6238"/>
                  <a:pt x="3442" y="3743"/>
                </a:cubicBezTo>
                <a:cubicBezTo>
                  <a:pt x="5736" y="1248"/>
                  <a:pt x="8638" y="0"/>
                  <a:pt x="12147" y="0"/>
                </a:cubicBezTo>
                <a:cubicBezTo>
                  <a:pt x="15386" y="0"/>
                  <a:pt x="18221" y="1109"/>
                  <a:pt x="20650" y="3327"/>
                </a:cubicBezTo>
                <a:cubicBezTo>
                  <a:pt x="23080" y="5545"/>
                  <a:pt x="24362" y="8526"/>
                  <a:pt x="24497" y="12269"/>
                </a:cubicBezTo>
                <a:cubicBezTo>
                  <a:pt x="24497" y="15735"/>
                  <a:pt x="23349" y="18715"/>
                  <a:pt x="21055" y="21211"/>
                </a:cubicBezTo>
                <a:cubicBezTo>
                  <a:pt x="18761" y="23706"/>
                  <a:pt x="15859" y="24954"/>
                  <a:pt x="12350" y="24954"/>
                </a:cubicBezTo>
                <a:cubicBezTo>
                  <a:pt x="8840" y="24954"/>
                  <a:pt x="5939" y="23776"/>
                  <a:pt x="3644" y="21419"/>
                </a:cubicBezTo>
                <a:cubicBezTo>
                  <a:pt x="1350" y="19062"/>
                  <a:pt x="135" y="16081"/>
                  <a:pt x="0" y="1247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800"/>
              </a:srgbClr>
            </a:solidFill>
            <a:miter/>
          </a:ln>
        </p:spPr>
      </p:sp>
      <p:sp>
        <p:nvSpPr>
          <p:cNvPr id="10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01C0E4-B2C7-49E2-994C-6395A943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1368" y="4132006"/>
            <a:ext cx="8098" cy="207741"/>
          </a:xfrm>
          <a:custGeom xmlns:a="http://schemas.openxmlformats.org/drawingml/2006/main">
            <a:pathLst>
              <a:path w="8098" h="207741">
                <a:moveTo>
                  <a:pt x="4049" y="207741"/>
                </a:moveTo>
                <a:lnTo>
                  <a:pt x="3644" y="207741"/>
                </a:lnTo>
                <a:cubicBezTo>
                  <a:pt x="2025" y="207741"/>
                  <a:pt x="810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52" y="901"/>
                  <a:pt x="2834" y="0"/>
                  <a:pt x="4049" y="0"/>
                </a:cubicBezTo>
                <a:cubicBezTo>
                  <a:pt x="5804" y="0"/>
                  <a:pt x="7153" y="1040"/>
                  <a:pt x="8098" y="3119"/>
                </a:cubicBezTo>
                <a:lnTo>
                  <a:pt x="8098" y="204830"/>
                </a:lnTo>
                <a:cubicBezTo>
                  <a:pt x="7018" y="206771"/>
                  <a:pt x="5804" y="207741"/>
                  <a:pt x="4454" y="207741"/>
                </a:cubicBezTo>
                <a:lnTo>
                  <a:pt x="4049" y="2077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D4A6A0-4182-4E35-B3B8-EF86245E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1368" y="4132006"/>
            <a:ext cx="8098" cy="207741"/>
          </a:xfrm>
          <a:custGeom xmlns:a="http://schemas.openxmlformats.org/drawingml/2006/main">
            <a:pathLst>
              <a:path w="8098" h="207741" fill="none">
                <a:moveTo>
                  <a:pt x="4049" y="207741"/>
                </a:moveTo>
                <a:lnTo>
                  <a:pt x="3644" y="207741"/>
                </a:lnTo>
                <a:cubicBezTo>
                  <a:pt x="2025" y="207741"/>
                  <a:pt x="810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52" y="901"/>
                  <a:pt x="2834" y="0"/>
                  <a:pt x="4049" y="0"/>
                </a:cubicBezTo>
                <a:cubicBezTo>
                  <a:pt x="5804" y="0"/>
                  <a:pt x="7153" y="1040"/>
                  <a:pt x="8098" y="3119"/>
                </a:cubicBezTo>
                <a:lnTo>
                  <a:pt x="8098" y="204830"/>
                </a:lnTo>
                <a:cubicBezTo>
                  <a:pt x="7018" y="206771"/>
                  <a:pt x="5804" y="207741"/>
                  <a:pt x="4454" y="207741"/>
                </a:cubicBezTo>
                <a:lnTo>
                  <a:pt x="4049" y="2077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800"/>
              </a:srgbClr>
            </a:solidFill>
            <a:miter/>
          </a:ln>
        </p:spPr>
      </p:sp>
      <p:sp>
        <p:nvSpPr>
          <p:cNvPr id="10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018234-4AF9-423C-95F0-FCF2F2C8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649" y="4132006"/>
            <a:ext cx="8098" cy="207741"/>
          </a:xfrm>
          <a:custGeom xmlns:a="http://schemas.openxmlformats.org/drawingml/2006/main">
            <a:pathLst>
              <a:path w="8098" h="207741">
                <a:moveTo>
                  <a:pt x="4049" y="207741"/>
                </a:moveTo>
                <a:lnTo>
                  <a:pt x="3644" y="207741"/>
                </a:lnTo>
                <a:cubicBezTo>
                  <a:pt x="2025" y="207741"/>
                  <a:pt x="810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52" y="901"/>
                  <a:pt x="2834" y="0"/>
                  <a:pt x="4049" y="0"/>
                </a:cubicBezTo>
                <a:cubicBezTo>
                  <a:pt x="5804" y="0"/>
                  <a:pt x="7153" y="1040"/>
                  <a:pt x="8098" y="3119"/>
                </a:cubicBezTo>
                <a:lnTo>
                  <a:pt x="8098" y="204830"/>
                </a:lnTo>
                <a:cubicBezTo>
                  <a:pt x="7018" y="206771"/>
                  <a:pt x="5804" y="207741"/>
                  <a:pt x="4454" y="207741"/>
                </a:cubicBezTo>
                <a:lnTo>
                  <a:pt x="4049" y="2077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3F29D2-E5BF-440B-8EAA-26DE194A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649" y="4132006"/>
            <a:ext cx="8098" cy="207741"/>
          </a:xfrm>
          <a:custGeom xmlns:a="http://schemas.openxmlformats.org/drawingml/2006/main">
            <a:pathLst>
              <a:path w="8098" h="207741" fill="none">
                <a:moveTo>
                  <a:pt x="4049" y="207741"/>
                </a:moveTo>
                <a:lnTo>
                  <a:pt x="3644" y="207741"/>
                </a:lnTo>
                <a:cubicBezTo>
                  <a:pt x="2025" y="207741"/>
                  <a:pt x="810" y="206771"/>
                  <a:pt x="0" y="204830"/>
                </a:cubicBezTo>
                <a:lnTo>
                  <a:pt x="0" y="103767"/>
                </a:lnTo>
                <a:lnTo>
                  <a:pt x="202" y="2703"/>
                </a:lnTo>
                <a:cubicBezTo>
                  <a:pt x="1552" y="901"/>
                  <a:pt x="2834" y="0"/>
                  <a:pt x="4049" y="0"/>
                </a:cubicBezTo>
                <a:cubicBezTo>
                  <a:pt x="5804" y="0"/>
                  <a:pt x="7153" y="1040"/>
                  <a:pt x="8098" y="3119"/>
                </a:cubicBezTo>
                <a:lnTo>
                  <a:pt x="8098" y="204830"/>
                </a:lnTo>
                <a:cubicBezTo>
                  <a:pt x="7018" y="206771"/>
                  <a:pt x="5804" y="207741"/>
                  <a:pt x="4454" y="207741"/>
                </a:cubicBezTo>
                <a:lnTo>
                  <a:pt x="4049" y="2077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800"/>
              </a:srgbClr>
            </a:solidFill>
            <a:miter/>
          </a:ln>
        </p:spPr>
      </p:sp>
      <p:sp>
        <p:nvSpPr>
          <p:cNvPr id="10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59A01E-2A20-4C74-ABB3-B1A3F2EB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115" y="4146459"/>
            <a:ext cx="148397" cy="141405"/>
          </a:xfrm>
          <a:custGeom xmlns:a="http://schemas.openxmlformats.org/drawingml/2006/main">
            <a:pathLst>
              <a:path w="148397" h="141405">
                <a:moveTo>
                  <a:pt x="93330" y="97112"/>
                </a:moveTo>
                <a:cubicBezTo>
                  <a:pt x="90631" y="97112"/>
                  <a:pt x="89281" y="96211"/>
                  <a:pt x="89281" y="94409"/>
                </a:cubicBezTo>
                <a:cubicBezTo>
                  <a:pt x="89281" y="93854"/>
                  <a:pt x="89619" y="92191"/>
                  <a:pt x="90293" y="89418"/>
                </a:cubicBezTo>
                <a:cubicBezTo>
                  <a:pt x="90968" y="86645"/>
                  <a:pt x="91306" y="84219"/>
                  <a:pt x="91306" y="82140"/>
                </a:cubicBezTo>
                <a:cubicBezTo>
                  <a:pt x="91306" y="77842"/>
                  <a:pt x="89889" y="75208"/>
                  <a:pt x="87054" y="74238"/>
                </a:cubicBezTo>
                <a:cubicBezTo>
                  <a:pt x="84220" y="73267"/>
                  <a:pt x="77674" y="72782"/>
                  <a:pt x="67416" y="72782"/>
                </a:cubicBezTo>
                <a:lnTo>
                  <a:pt x="56889" y="72782"/>
                </a:lnTo>
                <a:cubicBezTo>
                  <a:pt x="56754" y="73059"/>
                  <a:pt x="54392" y="82625"/>
                  <a:pt x="49803" y="101479"/>
                </a:cubicBezTo>
                <a:cubicBezTo>
                  <a:pt x="45214" y="120333"/>
                  <a:pt x="42920" y="130038"/>
                  <a:pt x="42920" y="130592"/>
                </a:cubicBezTo>
                <a:cubicBezTo>
                  <a:pt x="42920" y="131147"/>
                  <a:pt x="43662" y="131424"/>
                  <a:pt x="45147" y="131424"/>
                </a:cubicBezTo>
                <a:cubicBezTo>
                  <a:pt x="46631" y="131424"/>
                  <a:pt x="52030" y="131562"/>
                  <a:pt x="61343" y="131840"/>
                </a:cubicBezTo>
                <a:cubicBezTo>
                  <a:pt x="74030" y="131840"/>
                  <a:pt x="82398" y="131701"/>
                  <a:pt x="86447" y="131424"/>
                </a:cubicBezTo>
                <a:cubicBezTo>
                  <a:pt x="90496" y="131147"/>
                  <a:pt x="94545" y="130245"/>
                  <a:pt x="98594" y="128720"/>
                </a:cubicBezTo>
                <a:cubicBezTo>
                  <a:pt x="105207" y="126502"/>
                  <a:pt x="110674" y="122621"/>
                  <a:pt x="114993" y="117075"/>
                </a:cubicBezTo>
                <a:cubicBezTo>
                  <a:pt x="119312" y="111530"/>
                  <a:pt x="124103" y="102450"/>
                  <a:pt x="129367" y="89834"/>
                </a:cubicBezTo>
                <a:cubicBezTo>
                  <a:pt x="130716" y="86784"/>
                  <a:pt x="131594" y="85120"/>
                  <a:pt x="131999" y="84843"/>
                </a:cubicBezTo>
                <a:cubicBezTo>
                  <a:pt x="132943" y="84566"/>
                  <a:pt x="133956" y="84427"/>
                  <a:pt x="135035" y="84427"/>
                </a:cubicBezTo>
                <a:cubicBezTo>
                  <a:pt x="137735" y="84427"/>
                  <a:pt x="139084" y="85328"/>
                  <a:pt x="139084" y="87131"/>
                </a:cubicBezTo>
                <a:cubicBezTo>
                  <a:pt x="124913" y="122343"/>
                  <a:pt x="117489" y="140296"/>
                  <a:pt x="116815" y="140989"/>
                </a:cubicBezTo>
                <a:cubicBezTo>
                  <a:pt x="116410" y="141267"/>
                  <a:pt x="97109" y="141405"/>
                  <a:pt x="58913" y="141405"/>
                </a:cubicBezTo>
                <a:lnTo>
                  <a:pt x="20650" y="141405"/>
                </a:lnTo>
                <a:cubicBezTo>
                  <a:pt x="6883" y="141405"/>
                  <a:pt x="0" y="140643"/>
                  <a:pt x="0" y="139118"/>
                </a:cubicBezTo>
                <a:cubicBezTo>
                  <a:pt x="0" y="138841"/>
                  <a:pt x="202" y="137870"/>
                  <a:pt x="607" y="136207"/>
                </a:cubicBezTo>
                <a:cubicBezTo>
                  <a:pt x="1147" y="133989"/>
                  <a:pt x="1687" y="132741"/>
                  <a:pt x="2227" y="132464"/>
                </a:cubicBezTo>
                <a:cubicBezTo>
                  <a:pt x="2767" y="132186"/>
                  <a:pt x="4319" y="131978"/>
                  <a:pt x="6883" y="131840"/>
                </a:cubicBezTo>
                <a:cubicBezTo>
                  <a:pt x="10527" y="131840"/>
                  <a:pt x="14577" y="131632"/>
                  <a:pt x="19030" y="131216"/>
                </a:cubicBezTo>
                <a:cubicBezTo>
                  <a:pt x="20920" y="130800"/>
                  <a:pt x="22202" y="129968"/>
                  <a:pt x="22877" y="128720"/>
                </a:cubicBezTo>
                <a:cubicBezTo>
                  <a:pt x="23147" y="128027"/>
                  <a:pt x="27938" y="108549"/>
                  <a:pt x="37251" y="70287"/>
                </a:cubicBezTo>
                <a:cubicBezTo>
                  <a:pt x="46564" y="32024"/>
                  <a:pt x="51288" y="12616"/>
                  <a:pt x="51423" y="12061"/>
                </a:cubicBezTo>
                <a:cubicBezTo>
                  <a:pt x="51423" y="11091"/>
                  <a:pt x="51153" y="10605"/>
                  <a:pt x="50613" y="10605"/>
                </a:cubicBezTo>
                <a:cubicBezTo>
                  <a:pt x="49533" y="10190"/>
                  <a:pt x="45957" y="9843"/>
                  <a:pt x="39883" y="9566"/>
                </a:cubicBezTo>
                <a:lnTo>
                  <a:pt x="33607" y="9566"/>
                </a:lnTo>
                <a:cubicBezTo>
                  <a:pt x="32797" y="8734"/>
                  <a:pt x="32392" y="8179"/>
                  <a:pt x="32392" y="7902"/>
                </a:cubicBezTo>
                <a:cubicBezTo>
                  <a:pt x="32392" y="7625"/>
                  <a:pt x="32527" y="6446"/>
                  <a:pt x="32797" y="4367"/>
                </a:cubicBezTo>
                <a:cubicBezTo>
                  <a:pt x="33337" y="2010"/>
                  <a:pt x="34012" y="555"/>
                  <a:pt x="34822" y="0"/>
                </a:cubicBezTo>
                <a:lnTo>
                  <a:pt x="146980" y="0"/>
                </a:lnTo>
                <a:cubicBezTo>
                  <a:pt x="147925" y="555"/>
                  <a:pt x="148397" y="1317"/>
                  <a:pt x="148397" y="2287"/>
                </a:cubicBezTo>
                <a:cubicBezTo>
                  <a:pt x="148397" y="2981"/>
                  <a:pt x="147520" y="10744"/>
                  <a:pt x="145765" y="25578"/>
                </a:cubicBezTo>
                <a:cubicBezTo>
                  <a:pt x="144011" y="40411"/>
                  <a:pt x="143066" y="48036"/>
                  <a:pt x="142931" y="48452"/>
                </a:cubicBezTo>
                <a:cubicBezTo>
                  <a:pt x="142661" y="49423"/>
                  <a:pt x="141311" y="49908"/>
                  <a:pt x="138882" y="49908"/>
                </a:cubicBezTo>
                <a:lnTo>
                  <a:pt x="136452" y="49908"/>
                </a:lnTo>
                <a:cubicBezTo>
                  <a:pt x="135508" y="49215"/>
                  <a:pt x="135035" y="48314"/>
                  <a:pt x="135035" y="47204"/>
                </a:cubicBezTo>
                <a:lnTo>
                  <a:pt x="135643" y="42422"/>
                </a:lnTo>
                <a:cubicBezTo>
                  <a:pt x="136048" y="39094"/>
                  <a:pt x="136250" y="35490"/>
                  <a:pt x="136250" y="31608"/>
                </a:cubicBezTo>
                <a:cubicBezTo>
                  <a:pt x="136250" y="27449"/>
                  <a:pt x="135778" y="23983"/>
                  <a:pt x="134833" y="21211"/>
                </a:cubicBezTo>
                <a:cubicBezTo>
                  <a:pt x="133888" y="18438"/>
                  <a:pt x="132606" y="16289"/>
                  <a:pt x="130986" y="14764"/>
                </a:cubicBezTo>
                <a:cubicBezTo>
                  <a:pt x="129367" y="13239"/>
                  <a:pt x="127005" y="12130"/>
                  <a:pt x="123900" y="11437"/>
                </a:cubicBezTo>
                <a:cubicBezTo>
                  <a:pt x="120796" y="10744"/>
                  <a:pt x="117624" y="10259"/>
                  <a:pt x="114385" y="9982"/>
                </a:cubicBezTo>
                <a:cubicBezTo>
                  <a:pt x="111146" y="9704"/>
                  <a:pt x="106827" y="9566"/>
                  <a:pt x="101428" y="9566"/>
                </a:cubicBezTo>
                <a:lnTo>
                  <a:pt x="91913" y="9566"/>
                </a:lnTo>
                <a:cubicBezTo>
                  <a:pt x="80036" y="9704"/>
                  <a:pt x="73760" y="9912"/>
                  <a:pt x="73085" y="10190"/>
                </a:cubicBezTo>
                <a:cubicBezTo>
                  <a:pt x="72545" y="10467"/>
                  <a:pt x="72140" y="11091"/>
                  <a:pt x="71870" y="12061"/>
                </a:cubicBezTo>
                <a:cubicBezTo>
                  <a:pt x="71735" y="12477"/>
                  <a:pt x="69643" y="21003"/>
                  <a:pt x="65594" y="37639"/>
                </a:cubicBezTo>
                <a:cubicBezTo>
                  <a:pt x="61545" y="54275"/>
                  <a:pt x="59453" y="62731"/>
                  <a:pt x="59318" y="63009"/>
                </a:cubicBezTo>
                <a:cubicBezTo>
                  <a:pt x="62423" y="63147"/>
                  <a:pt x="65662" y="63217"/>
                  <a:pt x="69036" y="63217"/>
                </a:cubicBezTo>
                <a:lnTo>
                  <a:pt x="74300" y="63217"/>
                </a:lnTo>
                <a:cubicBezTo>
                  <a:pt x="83208" y="63217"/>
                  <a:pt x="89349" y="62177"/>
                  <a:pt x="92723" y="60097"/>
                </a:cubicBezTo>
                <a:cubicBezTo>
                  <a:pt x="96097" y="58018"/>
                  <a:pt x="99134" y="52403"/>
                  <a:pt x="101833" y="43253"/>
                </a:cubicBezTo>
                <a:cubicBezTo>
                  <a:pt x="102373" y="41035"/>
                  <a:pt x="102778" y="39788"/>
                  <a:pt x="103048" y="39510"/>
                </a:cubicBezTo>
                <a:cubicBezTo>
                  <a:pt x="103318" y="39233"/>
                  <a:pt x="104465" y="39025"/>
                  <a:pt x="106490" y="38886"/>
                </a:cubicBezTo>
                <a:cubicBezTo>
                  <a:pt x="107164" y="38886"/>
                  <a:pt x="107704" y="38886"/>
                  <a:pt x="108109" y="38886"/>
                </a:cubicBezTo>
                <a:cubicBezTo>
                  <a:pt x="108514" y="38886"/>
                  <a:pt x="108852" y="38956"/>
                  <a:pt x="109121" y="39094"/>
                </a:cubicBezTo>
                <a:cubicBezTo>
                  <a:pt x="109391" y="39233"/>
                  <a:pt x="109526" y="39302"/>
                  <a:pt x="109526" y="39302"/>
                </a:cubicBezTo>
                <a:cubicBezTo>
                  <a:pt x="109526" y="39302"/>
                  <a:pt x="109661" y="39580"/>
                  <a:pt x="109931" y="40134"/>
                </a:cubicBezTo>
                <a:cubicBezTo>
                  <a:pt x="110201" y="40689"/>
                  <a:pt x="110404" y="40966"/>
                  <a:pt x="110539" y="40966"/>
                </a:cubicBezTo>
                <a:lnTo>
                  <a:pt x="103858" y="68415"/>
                </a:lnTo>
                <a:cubicBezTo>
                  <a:pt x="99404" y="86853"/>
                  <a:pt x="96974" y="96211"/>
                  <a:pt x="96569" y="96488"/>
                </a:cubicBezTo>
                <a:cubicBezTo>
                  <a:pt x="96165" y="96904"/>
                  <a:pt x="95085" y="97112"/>
                  <a:pt x="93330" y="971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B5E59F-0218-443F-9EA6-36D87443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115" y="4146459"/>
            <a:ext cx="148397" cy="141405"/>
          </a:xfrm>
          <a:custGeom xmlns:a="http://schemas.openxmlformats.org/drawingml/2006/main">
            <a:pathLst>
              <a:path w="148397" h="141405" fill="none">
                <a:moveTo>
                  <a:pt x="93330" y="97112"/>
                </a:moveTo>
                <a:cubicBezTo>
                  <a:pt x="90631" y="97112"/>
                  <a:pt x="89281" y="96211"/>
                  <a:pt x="89281" y="94409"/>
                </a:cubicBezTo>
                <a:cubicBezTo>
                  <a:pt x="89281" y="93854"/>
                  <a:pt x="89619" y="92191"/>
                  <a:pt x="90293" y="89418"/>
                </a:cubicBezTo>
                <a:cubicBezTo>
                  <a:pt x="90968" y="86645"/>
                  <a:pt x="91306" y="84219"/>
                  <a:pt x="91306" y="82140"/>
                </a:cubicBezTo>
                <a:cubicBezTo>
                  <a:pt x="91306" y="77842"/>
                  <a:pt x="89889" y="75208"/>
                  <a:pt x="87054" y="74238"/>
                </a:cubicBezTo>
                <a:cubicBezTo>
                  <a:pt x="84220" y="73267"/>
                  <a:pt x="77674" y="72782"/>
                  <a:pt x="67416" y="72782"/>
                </a:cubicBezTo>
                <a:lnTo>
                  <a:pt x="56889" y="72782"/>
                </a:lnTo>
                <a:cubicBezTo>
                  <a:pt x="56754" y="73059"/>
                  <a:pt x="54392" y="82625"/>
                  <a:pt x="49803" y="101479"/>
                </a:cubicBezTo>
                <a:cubicBezTo>
                  <a:pt x="45214" y="120333"/>
                  <a:pt x="42920" y="130038"/>
                  <a:pt x="42920" y="130592"/>
                </a:cubicBezTo>
                <a:cubicBezTo>
                  <a:pt x="42920" y="131147"/>
                  <a:pt x="43662" y="131424"/>
                  <a:pt x="45147" y="131424"/>
                </a:cubicBezTo>
                <a:cubicBezTo>
                  <a:pt x="46631" y="131424"/>
                  <a:pt x="52030" y="131562"/>
                  <a:pt x="61343" y="131840"/>
                </a:cubicBezTo>
                <a:cubicBezTo>
                  <a:pt x="74030" y="131840"/>
                  <a:pt x="82398" y="131701"/>
                  <a:pt x="86447" y="131424"/>
                </a:cubicBezTo>
                <a:cubicBezTo>
                  <a:pt x="90496" y="131147"/>
                  <a:pt x="94545" y="130245"/>
                  <a:pt x="98594" y="128720"/>
                </a:cubicBezTo>
                <a:cubicBezTo>
                  <a:pt x="105207" y="126502"/>
                  <a:pt x="110674" y="122621"/>
                  <a:pt x="114993" y="117075"/>
                </a:cubicBezTo>
                <a:cubicBezTo>
                  <a:pt x="119312" y="111530"/>
                  <a:pt x="124103" y="102450"/>
                  <a:pt x="129367" y="89834"/>
                </a:cubicBezTo>
                <a:cubicBezTo>
                  <a:pt x="130716" y="86784"/>
                  <a:pt x="131594" y="85120"/>
                  <a:pt x="131999" y="84843"/>
                </a:cubicBezTo>
                <a:cubicBezTo>
                  <a:pt x="132943" y="84566"/>
                  <a:pt x="133956" y="84427"/>
                  <a:pt x="135035" y="84427"/>
                </a:cubicBezTo>
                <a:cubicBezTo>
                  <a:pt x="137735" y="84427"/>
                  <a:pt x="139084" y="85328"/>
                  <a:pt x="139084" y="87131"/>
                </a:cubicBezTo>
                <a:cubicBezTo>
                  <a:pt x="124913" y="122343"/>
                  <a:pt x="117489" y="140296"/>
                  <a:pt x="116815" y="140989"/>
                </a:cubicBezTo>
                <a:cubicBezTo>
                  <a:pt x="116410" y="141267"/>
                  <a:pt x="97109" y="141405"/>
                  <a:pt x="58913" y="141405"/>
                </a:cubicBezTo>
                <a:lnTo>
                  <a:pt x="20650" y="141405"/>
                </a:lnTo>
                <a:cubicBezTo>
                  <a:pt x="6883" y="141405"/>
                  <a:pt x="0" y="140643"/>
                  <a:pt x="0" y="139118"/>
                </a:cubicBezTo>
                <a:cubicBezTo>
                  <a:pt x="0" y="138841"/>
                  <a:pt x="202" y="137870"/>
                  <a:pt x="607" y="136207"/>
                </a:cubicBezTo>
                <a:cubicBezTo>
                  <a:pt x="1147" y="133989"/>
                  <a:pt x="1687" y="132741"/>
                  <a:pt x="2227" y="132464"/>
                </a:cubicBezTo>
                <a:cubicBezTo>
                  <a:pt x="2767" y="132186"/>
                  <a:pt x="4319" y="131978"/>
                  <a:pt x="6883" y="131840"/>
                </a:cubicBezTo>
                <a:cubicBezTo>
                  <a:pt x="10527" y="131840"/>
                  <a:pt x="14577" y="131632"/>
                  <a:pt x="19030" y="131216"/>
                </a:cubicBezTo>
                <a:cubicBezTo>
                  <a:pt x="20920" y="130800"/>
                  <a:pt x="22202" y="129968"/>
                  <a:pt x="22877" y="128720"/>
                </a:cubicBezTo>
                <a:cubicBezTo>
                  <a:pt x="23147" y="128027"/>
                  <a:pt x="27938" y="108549"/>
                  <a:pt x="37251" y="70287"/>
                </a:cubicBezTo>
                <a:cubicBezTo>
                  <a:pt x="46564" y="32024"/>
                  <a:pt x="51288" y="12616"/>
                  <a:pt x="51423" y="12061"/>
                </a:cubicBezTo>
                <a:cubicBezTo>
                  <a:pt x="51423" y="11091"/>
                  <a:pt x="51153" y="10605"/>
                  <a:pt x="50613" y="10605"/>
                </a:cubicBezTo>
                <a:cubicBezTo>
                  <a:pt x="49533" y="10190"/>
                  <a:pt x="45957" y="9843"/>
                  <a:pt x="39883" y="9566"/>
                </a:cubicBezTo>
                <a:lnTo>
                  <a:pt x="33607" y="9566"/>
                </a:lnTo>
                <a:cubicBezTo>
                  <a:pt x="32797" y="8734"/>
                  <a:pt x="32392" y="8179"/>
                  <a:pt x="32392" y="7902"/>
                </a:cubicBezTo>
                <a:cubicBezTo>
                  <a:pt x="32392" y="7625"/>
                  <a:pt x="32527" y="6446"/>
                  <a:pt x="32797" y="4367"/>
                </a:cubicBezTo>
                <a:cubicBezTo>
                  <a:pt x="33337" y="2010"/>
                  <a:pt x="34012" y="555"/>
                  <a:pt x="34822" y="0"/>
                </a:cubicBezTo>
                <a:lnTo>
                  <a:pt x="146980" y="0"/>
                </a:lnTo>
                <a:cubicBezTo>
                  <a:pt x="147925" y="555"/>
                  <a:pt x="148397" y="1317"/>
                  <a:pt x="148397" y="2287"/>
                </a:cubicBezTo>
                <a:cubicBezTo>
                  <a:pt x="148397" y="2981"/>
                  <a:pt x="147520" y="10744"/>
                  <a:pt x="145765" y="25578"/>
                </a:cubicBezTo>
                <a:cubicBezTo>
                  <a:pt x="144011" y="40411"/>
                  <a:pt x="143066" y="48036"/>
                  <a:pt x="142931" y="48452"/>
                </a:cubicBezTo>
                <a:cubicBezTo>
                  <a:pt x="142661" y="49423"/>
                  <a:pt x="141311" y="49908"/>
                  <a:pt x="138882" y="49908"/>
                </a:cubicBezTo>
                <a:lnTo>
                  <a:pt x="136452" y="49908"/>
                </a:lnTo>
                <a:cubicBezTo>
                  <a:pt x="135508" y="49215"/>
                  <a:pt x="135035" y="48314"/>
                  <a:pt x="135035" y="47204"/>
                </a:cubicBezTo>
                <a:lnTo>
                  <a:pt x="135643" y="42422"/>
                </a:lnTo>
                <a:cubicBezTo>
                  <a:pt x="136048" y="39094"/>
                  <a:pt x="136250" y="35490"/>
                  <a:pt x="136250" y="31608"/>
                </a:cubicBezTo>
                <a:cubicBezTo>
                  <a:pt x="136250" y="27449"/>
                  <a:pt x="135778" y="23983"/>
                  <a:pt x="134833" y="21211"/>
                </a:cubicBezTo>
                <a:cubicBezTo>
                  <a:pt x="133888" y="18438"/>
                  <a:pt x="132606" y="16289"/>
                  <a:pt x="130986" y="14764"/>
                </a:cubicBezTo>
                <a:cubicBezTo>
                  <a:pt x="129367" y="13239"/>
                  <a:pt x="127005" y="12130"/>
                  <a:pt x="123900" y="11437"/>
                </a:cubicBezTo>
                <a:cubicBezTo>
                  <a:pt x="120796" y="10744"/>
                  <a:pt x="117624" y="10259"/>
                  <a:pt x="114385" y="9982"/>
                </a:cubicBezTo>
                <a:cubicBezTo>
                  <a:pt x="111146" y="9704"/>
                  <a:pt x="106827" y="9566"/>
                  <a:pt x="101428" y="9566"/>
                </a:cubicBezTo>
                <a:lnTo>
                  <a:pt x="91913" y="9566"/>
                </a:lnTo>
                <a:cubicBezTo>
                  <a:pt x="80036" y="9704"/>
                  <a:pt x="73760" y="9912"/>
                  <a:pt x="73085" y="10190"/>
                </a:cubicBezTo>
                <a:cubicBezTo>
                  <a:pt x="72545" y="10467"/>
                  <a:pt x="72140" y="11091"/>
                  <a:pt x="71870" y="12061"/>
                </a:cubicBezTo>
                <a:cubicBezTo>
                  <a:pt x="71735" y="12477"/>
                  <a:pt x="69643" y="21003"/>
                  <a:pt x="65594" y="37639"/>
                </a:cubicBezTo>
                <a:cubicBezTo>
                  <a:pt x="61545" y="54275"/>
                  <a:pt x="59453" y="62731"/>
                  <a:pt x="59318" y="63009"/>
                </a:cubicBezTo>
                <a:cubicBezTo>
                  <a:pt x="62423" y="63147"/>
                  <a:pt x="65662" y="63217"/>
                  <a:pt x="69036" y="63217"/>
                </a:cubicBezTo>
                <a:lnTo>
                  <a:pt x="74300" y="63217"/>
                </a:lnTo>
                <a:cubicBezTo>
                  <a:pt x="83208" y="63217"/>
                  <a:pt x="89349" y="62177"/>
                  <a:pt x="92723" y="60097"/>
                </a:cubicBezTo>
                <a:cubicBezTo>
                  <a:pt x="96097" y="58018"/>
                  <a:pt x="99134" y="52403"/>
                  <a:pt x="101833" y="43253"/>
                </a:cubicBezTo>
                <a:cubicBezTo>
                  <a:pt x="102373" y="41035"/>
                  <a:pt x="102778" y="39788"/>
                  <a:pt x="103048" y="39510"/>
                </a:cubicBezTo>
                <a:cubicBezTo>
                  <a:pt x="103318" y="39233"/>
                  <a:pt x="104465" y="39025"/>
                  <a:pt x="106490" y="38886"/>
                </a:cubicBezTo>
                <a:cubicBezTo>
                  <a:pt x="107164" y="38886"/>
                  <a:pt x="107704" y="38886"/>
                  <a:pt x="108109" y="38886"/>
                </a:cubicBezTo>
                <a:cubicBezTo>
                  <a:pt x="108514" y="38886"/>
                  <a:pt x="108852" y="38956"/>
                  <a:pt x="109121" y="39094"/>
                </a:cubicBezTo>
                <a:cubicBezTo>
                  <a:pt x="109391" y="39233"/>
                  <a:pt x="109526" y="39302"/>
                  <a:pt x="109526" y="39302"/>
                </a:cubicBezTo>
                <a:cubicBezTo>
                  <a:pt x="109526" y="39302"/>
                  <a:pt x="109661" y="39580"/>
                  <a:pt x="109931" y="40134"/>
                </a:cubicBezTo>
                <a:cubicBezTo>
                  <a:pt x="110201" y="40689"/>
                  <a:pt x="110404" y="40966"/>
                  <a:pt x="110539" y="40966"/>
                </a:cubicBezTo>
                <a:lnTo>
                  <a:pt x="103858" y="68415"/>
                </a:lnTo>
                <a:cubicBezTo>
                  <a:pt x="99404" y="86853"/>
                  <a:pt x="96974" y="96211"/>
                  <a:pt x="96569" y="96488"/>
                </a:cubicBezTo>
                <a:cubicBezTo>
                  <a:pt x="96165" y="96904"/>
                  <a:pt x="95085" y="97112"/>
                  <a:pt x="93330" y="9711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800"/>
              </a:srgbClr>
            </a:solidFill>
            <a:miter/>
          </a:ln>
        </p:spPr>
      </p:sp>
      <p:sp>
        <p:nvSpPr>
          <p:cNvPr id="10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BD2D3C-422D-437B-9619-DCDEBCDC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512" y="4221141"/>
            <a:ext cx="60259" cy="101150"/>
          </a:xfrm>
          <a:custGeom xmlns:a="http://schemas.openxmlformats.org/drawingml/2006/main">
            <a:pathLst>
              <a:path w="60259" h="101150">
                <a:moveTo>
                  <a:pt x="8159" y="11909"/>
                </a:moveTo>
                <a:cubicBezTo>
                  <a:pt x="13502" y="3970"/>
                  <a:pt x="20802" y="0"/>
                  <a:pt x="30058" y="0"/>
                </a:cubicBezTo>
                <a:cubicBezTo>
                  <a:pt x="34638" y="0"/>
                  <a:pt x="39219" y="1274"/>
                  <a:pt x="43799" y="3823"/>
                </a:cubicBezTo>
                <a:cubicBezTo>
                  <a:pt x="48379" y="6371"/>
                  <a:pt x="52101" y="10879"/>
                  <a:pt x="54963" y="17348"/>
                </a:cubicBezTo>
                <a:cubicBezTo>
                  <a:pt x="58494" y="25483"/>
                  <a:pt x="60259" y="36657"/>
                  <a:pt x="60259" y="50869"/>
                </a:cubicBezTo>
                <a:cubicBezTo>
                  <a:pt x="60259" y="66061"/>
                  <a:pt x="58208" y="77676"/>
                  <a:pt x="54104" y="85713"/>
                </a:cubicBezTo>
                <a:cubicBezTo>
                  <a:pt x="52196" y="89829"/>
                  <a:pt x="49572" y="93113"/>
                  <a:pt x="46232" y="95563"/>
                </a:cubicBezTo>
                <a:cubicBezTo>
                  <a:pt x="42892" y="98013"/>
                  <a:pt x="39982" y="99533"/>
                  <a:pt x="37501" y="100121"/>
                </a:cubicBezTo>
                <a:cubicBezTo>
                  <a:pt x="35020" y="100709"/>
                  <a:pt x="32587" y="101052"/>
                  <a:pt x="30201" y="101150"/>
                </a:cubicBezTo>
                <a:cubicBezTo>
                  <a:pt x="27720" y="101150"/>
                  <a:pt x="25239" y="100856"/>
                  <a:pt x="22758" y="100268"/>
                </a:cubicBezTo>
                <a:cubicBezTo>
                  <a:pt x="20277" y="99680"/>
                  <a:pt x="17367" y="98111"/>
                  <a:pt x="14027" y="95563"/>
                </a:cubicBezTo>
                <a:cubicBezTo>
                  <a:pt x="10687" y="93015"/>
                  <a:pt x="8063" y="89731"/>
                  <a:pt x="6155" y="85713"/>
                </a:cubicBezTo>
                <a:cubicBezTo>
                  <a:pt x="2052" y="77676"/>
                  <a:pt x="0" y="66061"/>
                  <a:pt x="0" y="50869"/>
                </a:cubicBezTo>
                <a:cubicBezTo>
                  <a:pt x="0" y="33815"/>
                  <a:pt x="2720" y="20828"/>
                  <a:pt x="8159" y="11909"/>
                </a:cubicBezTo>
                <a:close/>
                <a:moveTo>
                  <a:pt x="40364" y="10144"/>
                </a:moveTo>
                <a:cubicBezTo>
                  <a:pt x="37501" y="7008"/>
                  <a:pt x="34113" y="5440"/>
                  <a:pt x="30201" y="5440"/>
                </a:cubicBezTo>
                <a:cubicBezTo>
                  <a:pt x="26193" y="5440"/>
                  <a:pt x="22758" y="7008"/>
                  <a:pt x="19896" y="10144"/>
                </a:cubicBezTo>
                <a:cubicBezTo>
                  <a:pt x="17510" y="12693"/>
                  <a:pt x="15936" y="16221"/>
                  <a:pt x="15172" y="20730"/>
                </a:cubicBezTo>
                <a:cubicBezTo>
                  <a:pt x="14409" y="25238"/>
                  <a:pt x="14027" y="34648"/>
                  <a:pt x="14027" y="48958"/>
                </a:cubicBezTo>
                <a:cubicBezTo>
                  <a:pt x="14027" y="64444"/>
                  <a:pt x="14409" y="74637"/>
                  <a:pt x="15172" y="79538"/>
                </a:cubicBezTo>
                <a:cubicBezTo>
                  <a:pt x="15936" y="84439"/>
                  <a:pt x="17653" y="88310"/>
                  <a:pt x="20325" y="91152"/>
                </a:cubicBezTo>
                <a:cubicBezTo>
                  <a:pt x="22997" y="94093"/>
                  <a:pt x="26289" y="95563"/>
                  <a:pt x="30201" y="95563"/>
                </a:cubicBezTo>
                <a:cubicBezTo>
                  <a:pt x="34018" y="95563"/>
                  <a:pt x="37262" y="94093"/>
                  <a:pt x="39934" y="91152"/>
                </a:cubicBezTo>
                <a:cubicBezTo>
                  <a:pt x="42701" y="88212"/>
                  <a:pt x="44419" y="84095"/>
                  <a:pt x="45087" y="78803"/>
                </a:cubicBezTo>
                <a:cubicBezTo>
                  <a:pt x="45755" y="73510"/>
                  <a:pt x="46137" y="63562"/>
                  <a:pt x="46232" y="48958"/>
                </a:cubicBezTo>
                <a:cubicBezTo>
                  <a:pt x="46232" y="34746"/>
                  <a:pt x="45850" y="25385"/>
                  <a:pt x="45087" y="20877"/>
                </a:cubicBezTo>
                <a:cubicBezTo>
                  <a:pt x="44324" y="16368"/>
                  <a:pt x="42749" y="12791"/>
                  <a:pt x="40364" y="101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DF3A73-DF7A-4DD0-87A3-2BEA4E81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512" y="4221141"/>
            <a:ext cx="60259" cy="101150"/>
          </a:xfrm>
          <a:custGeom xmlns:a="http://schemas.openxmlformats.org/drawingml/2006/main">
            <a:pathLst>
              <a:path w="60259" h="101150" fill="none">
                <a:moveTo>
                  <a:pt x="8159" y="11909"/>
                </a:moveTo>
                <a:cubicBezTo>
                  <a:pt x="13502" y="3970"/>
                  <a:pt x="20802" y="0"/>
                  <a:pt x="30058" y="0"/>
                </a:cubicBezTo>
                <a:cubicBezTo>
                  <a:pt x="34638" y="0"/>
                  <a:pt x="39219" y="1274"/>
                  <a:pt x="43799" y="3823"/>
                </a:cubicBezTo>
                <a:cubicBezTo>
                  <a:pt x="48379" y="6371"/>
                  <a:pt x="52101" y="10879"/>
                  <a:pt x="54963" y="17348"/>
                </a:cubicBezTo>
                <a:cubicBezTo>
                  <a:pt x="58494" y="25483"/>
                  <a:pt x="60259" y="36657"/>
                  <a:pt x="60259" y="50869"/>
                </a:cubicBezTo>
                <a:cubicBezTo>
                  <a:pt x="60259" y="66061"/>
                  <a:pt x="58208" y="77676"/>
                  <a:pt x="54104" y="85713"/>
                </a:cubicBezTo>
                <a:cubicBezTo>
                  <a:pt x="52196" y="89829"/>
                  <a:pt x="49572" y="93113"/>
                  <a:pt x="46232" y="95563"/>
                </a:cubicBezTo>
                <a:cubicBezTo>
                  <a:pt x="42892" y="98013"/>
                  <a:pt x="39982" y="99533"/>
                  <a:pt x="37501" y="100121"/>
                </a:cubicBezTo>
                <a:cubicBezTo>
                  <a:pt x="35020" y="100709"/>
                  <a:pt x="32587" y="101052"/>
                  <a:pt x="30201" y="101150"/>
                </a:cubicBezTo>
                <a:cubicBezTo>
                  <a:pt x="27720" y="101150"/>
                  <a:pt x="25239" y="100856"/>
                  <a:pt x="22758" y="100268"/>
                </a:cubicBezTo>
                <a:cubicBezTo>
                  <a:pt x="20277" y="99680"/>
                  <a:pt x="17367" y="98111"/>
                  <a:pt x="14027" y="95563"/>
                </a:cubicBezTo>
                <a:cubicBezTo>
                  <a:pt x="10687" y="93015"/>
                  <a:pt x="8063" y="89731"/>
                  <a:pt x="6155" y="85713"/>
                </a:cubicBezTo>
                <a:cubicBezTo>
                  <a:pt x="2052" y="77676"/>
                  <a:pt x="0" y="66061"/>
                  <a:pt x="0" y="50869"/>
                </a:cubicBezTo>
                <a:cubicBezTo>
                  <a:pt x="0" y="33815"/>
                  <a:pt x="2720" y="20828"/>
                  <a:pt x="8159" y="11909"/>
                </a:cubicBezTo>
                <a:close/>
                <a:moveTo>
                  <a:pt x="40364" y="10144"/>
                </a:moveTo>
                <a:cubicBezTo>
                  <a:pt x="37501" y="7008"/>
                  <a:pt x="34113" y="5440"/>
                  <a:pt x="30201" y="5440"/>
                </a:cubicBezTo>
                <a:cubicBezTo>
                  <a:pt x="26193" y="5440"/>
                  <a:pt x="22758" y="7008"/>
                  <a:pt x="19896" y="10144"/>
                </a:cubicBezTo>
                <a:cubicBezTo>
                  <a:pt x="17510" y="12693"/>
                  <a:pt x="15936" y="16221"/>
                  <a:pt x="15172" y="20730"/>
                </a:cubicBezTo>
                <a:cubicBezTo>
                  <a:pt x="14409" y="25238"/>
                  <a:pt x="14027" y="34648"/>
                  <a:pt x="14027" y="48958"/>
                </a:cubicBezTo>
                <a:cubicBezTo>
                  <a:pt x="14027" y="64444"/>
                  <a:pt x="14409" y="74637"/>
                  <a:pt x="15172" y="79538"/>
                </a:cubicBezTo>
                <a:cubicBezTo>
                  <a:pt x="15936" y="84439"/>
                  <a:pt x="17653" y="88310"/>
                  <a:pt x="20325" y="91152"/>
                </a:cubicBezTo>
                <a:cubicBezTo>
                  <a:pt x="22997" y="94093"/>
                  <a:pt x="26289" y="95563"/>
                  <a:pt x="30201" y="95563"/>
                </a:cubicBezTo>
                <a:cubicBezTo>
                  <a:pt x="34018" y="95563"/>
                  <a:pt x="37262" y="94093"/>
                  <a:pt x="39934" y="91152"/>
                </a:cubicBezTo>
                <a:cubicBezTo>
                  <a:pt x="42701" y="88212"/>
                  <a:pt x="44419" y="84095"/>
                  <a:pt x="45087" y="78803"/>
                </a:cubicBezTo>
                <a:cubicBezTo>
                  <a:pt x="45755" y="73510"/>
                  <a:pt x="46137" y="63562"/>
                  <a:pt x="46232" y="48958"/>
                </a:cubicBezTo>
                <a:cubicBezTo>
                  <a:pt x="46232" y="34746"/>
                  <a:pt x="45850" y="25385"/>
                  <a:pt x="45087" y="20877"/>
                </a:cubicBezTo>
                <a:cubicBezTo>
                  <a:pt x="44324" y="16368"/>
                  <a:pt x="42749" y="12791"/>
                  <a:pt x="40364" y="101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50"/>
              </a:srgbClr>
            </a:solidFill>
            <a:miter/>
          </a:ln>
        </p:spPr>
      </p:sp>
      <p:sp>
        <p:nvSpPr>
          <p:cNvPr id="10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54BD66-D89F-4B4E-841A-397B805D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8661" y="4301267"/>
            <a:ext cx="18894" cy="46409"/>
          </a:xfrm>
          <a:custGeom xmlns:a="http://schemas.openxmlformats.org/drawingml/2006/main">
            <a:pathLst>
              <a:path w="18894" h="46409">
                <a:moveTo>
                  <a:pt x="0" y="12644"/>
                </a:moveTo>
                <a:cubicBezTo>
                  <a:pt x="0" y="12644"/>
                  <a:pt x="0" y="11419"/>
                  <a:pt x="0" y="8968"/>
                </a:cubicBezTo>
                <a:cubicBezTo>
                  <a:pt x="0" y="6518"/>
                  <a:pt x="763" y="4411"/>
                  <a:pt x="2290" y="2646"/>
                </a:cubicBezTo>
                <a:cubicBezTo>
                  <a:pt x="3817" y="882"/>
                  <a:pt x="5868" y="0"/>
                  <a:pt x="8445" y="0"/>
                </a:cubicBezTo>
                <a:cubicBezTo>
                  <a:pt x="11117" y="0"/>
                  <a:pt x="13502" y="1225"/>
                  <a:pt x="15602" y="3676"/>
                </a:cubicBezTo>
                <a:cubicBezTo>
                  <a:pt x="17701" y="6126"/>
                  <a:pt x="18798" y="10438"/>
                  <a:pt x="18894" y="16613"/>
                </a:cubicBezTo>
                <a:cubicBezTo>
                  <a:pt x="18894" y="20044"/>
                  <a:pt x="18464" y="23376"/>
                  <a:pt x="17605" y="26611"/>
                </a:cubicBezTo>
                <a:cubicBezTo>
                  <a:pt x="16747" y="29845"/>
                  <a:pt x="15745" y="32638"/>
                  <a:pt x="14600" y="34991"/>
                </a:cubicBezTo>
                <a:cubicBezTo>
                  <a:pt x="13455" y="37343"/>
                  <a:pt x="12214" y="39352"/>
                  <a:pt x="10878" y="41019"/>
                </a:cubicBezTo>
                <a:cubicBezTo>
                  <a:pt x="9542" y="42685"/>
                  <a:pt x="8397" y="44008"/>
                  <a:pt x="7443" y="44988"/>
                </a:cubicBezTo>
                <a:cubicBezTo>
                  <a:pt x="6489" y="45968"/>
                  <a:pt x="5868" y="46409"/>
                  <a:pt x="5582" y="46311"/>
                </a:cubicBezTo>
                <a:cubicBezTo>
                  <a:pt x="5201" y="46311"/>
                  <a:pt x="4580" y="45870"/>
                  <a:pt x="3721" y="44988"/>
                </a:cubicBezTo>
                <a:cubicBezTo>
                  <a:pt x="2863" y="44106"/>
                  <a:pt x="2433" y="43469"/>
                  <a:pt x="2433" y="43077"/>
                </a:cubicBezTo>
                <a:cubicBezTo>
                  <a:pt x="2433" y="42685"/>
                  <a:pt x="2958" y="41901"/>
                  <a:pt x="4008" y="40725"/>
                </a:cubicBezTo>
                <a:cubicBezTo>
                  <a:pt x="5057" y="39548"/>
                  <a:pt x="6250" y="38078"/>
                  <a:pt x="7586" y="36314"/>
                </a:cubicBezTo>
                <a:cubicBezTo>
                  <a:pt x="8922" y="34550"/>
                  <a:pt x="10162" y="32099"/>
                  <a:pt x="11308" y="28963"/>
                </a:cubicBezTo>
                <a:cubicBezTo>
                  <a:pt x="12453" y="25827"/>
                  <a:pt x="13216" y="22249"/>
                  <a:pt x="13598" y="18230"/>
                </a:cubicBezTo>
                <a:lnTo>
                  <a:pt x="13598" y="16466"/>
                </a:lnTo>
                <a:lnTo>
                  <a:pt x="13455" y="16613"/>
                </a:lnTo>
                <a:cubicBezTo>
                  <a:pt x="13264" y="16711"/>
                  <a:pt x="13025" y="16809"/>
                  <a:pt x="12739" y="16907"/>
                </a:cubicBezTo>
                <a:cubicBezTo>
                  <a:pt x="12453" y="17005"/>
                  <a:pt x="12166" y="17152"/>
                  <a:pt x="11880" y="17348"/>
                </a:cubicBezTo>
                <a:cubicBezTo>
                  <a:pt x="11594" y="17544"/>
                  <a:pt x="11164" y="17642"/>
                  <a:pt x="10592" y="17642"/>
                </a:cubicBezTo>
                <a:cubicBezTo>
                  <a:pt x="10019" y="17642"/>
                  <a:pt x="9447" y="17691"/>
                  <a:pt x="8874" y="17789"/>
                </a:cubicBezTo>
                <a:cubicBezTo>
                  <a:pt x="6298" y="17789"/>
                  <a:pt x="4199" y="16956"/>
                  <a:pt x="2576" y="15290"/>
                </a:cubicBezTo>
                <a:lnTo>
                  <a:pt x="0" y="126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1554B5-5F67-4733-BBD8-025D7BC0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8661" y="4301267"/>
            <a:ext cx="18894" cy="46409"/>
          </a:xfrm>
          <a:custGeom xmlns:a="http://schemas.openxmlformats.org/drawingml/2006/main">
            <a:pathLst>
              <a:path w="18894" h="46409" fill="none">
                <a:moveTo>
                  <a:pt x="0" y="12644"/>
                </a:moveTo>
                <a:cubicBezTo>
                  <a:pt x="0" y="12644"/>
                  <a:pt x="0" y="11419"/>
                  <a:pt x="0" y="8968"/>
                </a:cubicBezTo>
                <a:cubicBezTo>
                  <a:pt x="0" y="6518"/>
                  <a:pt x="763" y="4411"/>
                  <a:pt x="2290" y="2646"/>
                </a:cubicBezTo>
                <a:cubicBezTo>
                  <a:pt x="3817" y="882"/>
                  <a:pt x="5868" y="0"/>
                  <a:pt x="8445" y="0"/>
                </a:cubicBezTo>
                <a:cubicBezTo>
                  <a:pt x="11117" y="0"/>
                  <a:pt x="13502" y="1225"/>
                  <a:pt x="15602" y="3676"/>
                </a:cubicBezTo>
                <a:cubicBezTo>
                  <a:pt x="17701" y="6126"/>
                  <a:pt x="18798" y="10438"/>
                  <a:pt x="18894" y="16613"/>
                </a:cubicBezTo>
                <a:cubicBezTo>
                  <a:pt x="18894" y="20044"/>
                  <a:pt x="18464" y="23376"/>
                  <a:pt x="17605" y="26611"/>
                </a:cubicBezTo>
                <a:cubicBezTo>
                  <a:pt x="16747" y="29845"/>
                  <a:pt x="15745" y="32638"/>
                  <a:pt x="14600" y="34991"/>
                </a:cubicBezTo>
                <a:cubicBezTo>
                  <a:pt x="13455" y="37343"/>
                  <a:pt x="12214" y="39352"/>
                  <a:pt x="10878" y="41019"/>
                </a:cubicBezTo>
                <a:cubicBezTo>
                  <a:pt x="9542" y="42685"/>
                  <a:pt x="8397" y="44008"/>
                  <a:pt x="7443" y="44988"/>
                </a:cubicBezTo>
                <a:cubicBezTo>
                  <a:pt x="6489" y="45968"/>
                  <a:pt x="5868" y="46409"/>
                  <a:pt x="5582" y="46311"/>
                </a:cubicBezTo>
                <a:cubicBezTo>
                  <a:pt x="5201" y="46311"/>
                  <a:pt x="4580" y="45870"/>
                  <a:pt x="3721" y="44988"/>
                </a:cubicBezTo>
                <a:cubicBezTo>
                  <a:pt x="2863" y="44106"/>
                  <a:pt x="2433" y="43469"/>
                  <a:pt x="2433" y="43077"/>
                </a:cubicBezTo>
                <a:cubicBezTo>
                  <a:pt x="2433" y="42685"/>
                  <a:pt x="2958" y="41901"/>
                  <a:pt x="4008" y="40725"/>
                </a:cubicBezTo>
                <a:cubicBezTo>
                  <a:pt x="5057" y="39548"/>
                  <a:pt x="6250" y="38078"/>
                  <a:pt x="7586" y="36314"/>
                </a:cubicBezTo>
                <a:cubicBezTo>
                  <a:pt x="8922" y="34550"/>
                  <a:pt x="10162" y="32099"/>
                  <a:pt x="11308" y="28963"/>
                </a:cubicBezTo>
                <a:cubicBezTo>
                  <a:pt x="12453" y="25827"/>
                  <a:pt x="13216" y="22249"/>
                  <a:pt x="13598" y="18230"/>
                </a:cubicBezTo>
                <a:lnTo>
                  <a:pt x="13598" y="16466"/>
                </a:lnTo>
                <a:lnTo>
                  <a:pt x="13455" y="16613"/>
                </a:lnTo>
                <a:cubicBezTo>
                  <a:pt x="13264" y="16711"/>
                  <a:pt x="13025" y="16809"/>
                  <a:pt x="12739" y="16907"/>
                </a:cubicBezTo>
                <a:cubicBezTo>
                  <a:pt x="12453" y="17005"/>
                  <a:pt x="12166" y="17152"/>
                  <a:pt x="11880" y="17348"/>
                </a:cubicBezTo>
                <a:cubicBezTo>
                  <a:pt x="11594" y="17544"/>
                  <a:pt x="11164" y="17642"/>
                  <a:pt x="10592" y="17642"/>
                </a:cubicBezTo>
                <a:cubicBezTo>
                  <a:pt x="10019" y="17642"/>
                  <a:pt x="9447" y="17691"/>
                  <a:pt x="8874" y="17789"/>
                </a:cubicBezTo>
                <a:cubicBezTo>
                  <a:pt x="6298" y="17789"/>
                  <a:pt x="4199" y="16956"/>
                  <a:pt x="2576" y="15290"/>
                </a:cubicBezTo>
                <a:lnTo>
                  <a:pt x="0" y="126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50"/>
              </a:srgbClr>
            </a:solidFill>
            <a:miter/>
          </a:ln>
        </p:spPr>
      </p:sp>
      <p:sp>
        <p:nvSpPr>
          <p:cNvPr id="10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4590E9-E4F2-4A03-8EF1-0FEF3B55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299" y="4221288"/>
            <a:ext cx="59400" cy="101003"/>
          </a:xfrm>
          <a:custGeom xmlns:a="http://schemas.openxmlformats.org/drawingml/2006/main">
            <a:pathLst>
              <a:path w="59400" h="101003">
                <a:moveTo>
                  <a:pt x="12166" y="29698"/>
                </a:moveTo>
                <a:cubicBezTo>
                  <a:pt x="9590" y="29698"/>
                  <a:pt x="7586" y="28865"/>
                  <a:pt x="6155" y="27199"/>
                </a:cubicBezTo>
                <a:cubicBezTo>
                  <a:pt x="4723" y="25532"/>
                  <a:pt x="3960" y="23376"/>
                  <a:pt x="3865" y="20730"/>
                </a:cubicBezTo>
                <a:cubicBezTo>
                  <a:pt x="3865" y="15339"/>
                  <a:pt x="6155" y="10536"/>
                  <a:pt x="10735" y="6322"/>
                </a:cubicBezTo>
                <a:cubicBezTo>
                  <a:pt x="15315" y="2107"/>
                  <a:pt x="20850" y="0"/>
                  <a:pt x="27338" y="0"/>
                </a:cubicBezTo>
                <a:cubicBezTo>
                  <a:pt x="30678" y="0"/>
                  <a:pt x="32778" y="49"/>
                  <a:pt x="33636" y="147"/>
                </a:cubicBezTo>
                <a:cubicBezTo>
                  <a:pt x="40698" y="1323"/>
                  <a:pt x="46089" y="3921"/>
                  <a:pt x="49810" y="7939"/>
                </a:cubicBezTo>
                <a:cubicBezTo>
                  <a:pt x="53532" y="11958"/>
                  <a:pt x="55440" y="16319"/>
                  <a:pt x="55536" y="21024"/>
                </a:cubicBezTo>
                <a:cubicBezTo>
                  <a:pt x="55536" y="26121"/>
                  <a:pt x="53914" y="31070"/>
                  <a:pt x="50669" y="35873"/>
                </a:cubicBezTo>
                <a:cubicBezTo>
                  <a:pt x="47425" y="40676"/>
                  <a:pt x="42940" y="44155"/>
                  <a:pt x="37215" y="46311"/>
                </a:cubicBezTo>
                <a:lnTo>
                  <a:pt x="36785" y="46605"/>
                </a:lnTo>
                <a:cubicBezTo>
                  <a:pt x="36785" y="46703"/>
                  <a:pt x="37215" y="46850"/>
                  <a:pt x="38073" y="47046"/>
                </a:cubicBezTo>
                <a:cubicBezTo>
                  <a:pt x="38932" y="47242"/>
                  <a:pt x="40316" y="47683"/>
                  <a:pt x="42224" y="48370"/>
                </a:cubicBezTo>
                <a:cubicBezTo>
                  <a:pt x="44133" y="49056"/>
                  <a:pt x="45946" y="50085"/>
                  <a:pt x="47663" y="51457"/>
                </a:cubicBezTo>
                <a:cubicBezTo>
                  <a:pt x="55488" y="56652"/>
                  <a:pt x="59400" y="63513"/>
                  <a:pt x="59400" y="72040"/>
                </a:cubicBezTo>
                <a:cubicBezTo>
                  <a:pt x="59400" y="79783"/>
                  <a:pt x="56442" y="86546"/>
                  <a:pt x="50526" y="92329"/>
                </a:cubicBezTo>
                <a:cubicBezTo>
                  <a:pt x="44610" y="98111"/>
                  <a:pt x="37119" y="101003"/>
                  <a:pt x="28054" y="101003"/>
                </a:cubicBezTo>
                <a:cubicBezTo>
                  <a:pt x="20420" y="101003"/>
                  <a:pt x="13836" y="98895"/>
                  <a:pt x="8302" y="94681"/>
                </a:cubicBezTo>
                <a:cubicBezTo>
                  <a:pt x="2767" y="90466"/>
                  <a:pt x="0" y="85125"/>
                  <a:pt x="0" y="78656"/>
                </a:cubicBezTo>
                <a:cubicBezTo>
                  <a:pt x="0" y="75911"/>
                  <a:pt x="859" y="73706"/>
                  <a:pt x="2576" y="72040"/>
                </a:cubicBezTo>
                <a:cubicBezTo>
                  <a:pt x="4294" y="70374"/>
                  <a:pt x="6441" y="69491"/>
                  <a:pt x="9017" y="69393"/>
                </a:cubicBezTo>
                <a:cubicBezTo>
                  <a:pt x="11689" y="69393"/>
                  <a:pt x="13884" y="70276"/>
                  <a:pt x="15602" y="72040"/>
                </a:cubicBezTo>
                <a:cubicBezTo>
                  <a:pt x="17319" y="73804"/>
                  <a:pt x="18178" y="76009"/>
                  <a:pt x="18178" y="78656"/>
                </a:cubicBezTo>
                <a:cubicBezTo>
                  <a:pt x="18178" y="79734"/>
                  <a:pt x="18035" y="80714"/>
                  <a:pt x="17749" y="81596"/>
                </a:cubicBezTo>
                <a:cubicBezTo>
                  <a:pt x="17462" y="82478"/>
                  <a:pt x="17128" y="83262"/>
                  <a:pt x="16747" y="83948"/>
                </a:cubicBezTo>
                <a:cubicBezTo>
                  <a:pt x="16365" y="84635"/>
                  <a:pt x="15840" y="85223"/>
                  <a:pt x="15172" y="85713"/>
                </a:cubicBezTo>
                <a:cubicBezTo>
                  <a:pt x="14504" y="86203"/>
                  <a:pt x="13932" y="86595"/>
                  <a:pt x="13455" y="86889"/>
                </a:cubicBezTo>
                <a:cubicBezTo>
                  <a:pt x="12977" y="87183"/>
                  <a:pt x="12500" y="87379"/>
                  <a:pt x="12023" y="87477"/>
                </a:cubicBezTo>
                <a:cubicBezTo>
                  <a:pt x="11546" y="87575"/>
                  <a:pt x="11164" y="87722"/>
                  <a:pt x="10878" y="87918"/>
                </a:cubicBezTo>
                <a:lnTo>
                  <a:pt x="10306" y="88065"/>
                </a:lnTo>
                <a:cubicBezTo>
                  <a:pt x="15172" y="92476"/>
                  <a:pt x="21088" y="94681"/>
                  <a:pt x="28054" y="94681"/>
                </a:cubicBezTo>
                <a:cubicBezTo>
                  <a:pt x="33302" y="94681"/>
                  <a:pt x="37262" y="92084"/>
                  <a:pt x="39934" y="86889"/>
                </a:cubicBezTo>
                <a:cubicBezTo>
                  <a:pt x="41556" y="83654"/>
                  <a:pt x="42367" y="78705"/>
                  <a:pt x="42367" y="72040"/>
                </a:cubicBezTo>
                <a:lnTo>
                  <a:pt x="42367" y="69099"/>
                </a:lnTo>
                <a:cubicBezTo>
                  <a:pt x="42367" y="59788"/>
                  <a:pt x="39314" y="53564"/>
                  <a:pt x="33207" y="50428"/>
                </a:cubicBezTo>
                <a:cubicBezTo>
                  <a:pt x="31776" y="49840"/>
                  <a:pt x="28865" y="49497"/>
                  <a:pt x="24476" y="49399"/>
                </a:cubicBezTo>
                <a:lnTo>
                  <a:pt x="18464" y="49252"/>
                </a:lnTo>
                <a:lnTo>
                  <a:pt x="18035" y="48958"/>
                </a:lnTo>
                <a:cubicBezTo>
                  <a:pt x="17844" y="48664"/>
                  <a:pt x="17749" y="47880"/>
                  <a:pt x="17749" y="46605"/>
                </a:cubicBezTo>
                <a:cubicBezTo>
                  <a:pt x="17749" y="44841"/>
                  <a:pt x="18130" y="43959"/>
                  <a:pt x="18894" y="43959"/>
                </a:cubicBezTo>
                <a:cubicBezTo>
                  <a:pt x="21565" y="43959"/>
                  <a:pt x="24333" y="43714"/>
                  <a:pt x="27195" y="43224"/>
                </a:cubicBezTo>
                <a:cubicBezTo>
                  <a:pt x="30440" y="42734"/>
                  <a:pt x="33398" y="40676"/>
                  <a:pt x="36070" y="37049"/>
                </a:cubicBezTo>
                <a:cubicBezTo>
                  <a:pt x="38741" y="33423"/>
                  <a:pt x="40077" y="27934"/>
                  <a:pt x="40077" y="20583"/>
                </a:cubicBezTo>
                <a:lnTo>
                  <a:pt x="40077" y="19407"/>
                </a:lnTo>
                <a:cubicBezTo>
                  <a:pt x="40077" y="13820"/>
                  <a:pt x="38407" y="9948"/>
                  <a:pt x="35068" y="7792"/>
                </a:cubicBezTo>
                <a:cubicBezTo>
                  <a:pt x="32968" y="6420"/>
                  <a:pt x="30726" y="5734"/>
                  <a:pt x="28340" y="5734"/>
                </a:cubicBezTo>
                <a:cubicBezTo>
                  <a:pt x="25287" y="5734"/>
                  <a:pt x="22472" y="6273"/>
                  <a:pt x="19896" y="7351"/>
                </a:cubicBezTo>
                <a:cubicBezTo>
                  <a:pt x="17319" y="8429"/>
                  <a:pt x="15506" y="9556"/>
                  <a:pt x="14456" y="10732"/>
                </a:cubicBezTo>
                <a:cubicBezTo>
                  <a:pt x="13407" y="11909"/>
                  <a:pt x="12882" y="12497"/>
                  <a:pt x="12882" y="12497"/>
                </a:cubicBezTo>
                <a:lnTo>
                  <a:pt x="13311" y="12497"/>
                </a:lnTo>
                <a:cubicBezTo>
                  <a:pt x="13598" y="12595"/>
                  <a:pt x="13979" y="12693"/>
                  <a:pt x="14456" y="12791"/>
                </a:cubicBezTo>
                <a:cubicBezTo>
                  <a:pt x="14934" y="12889"/>
                  <a:pt x="15411" y="13134"/>
                  <a:pt x="15888" y="13526"/>
                </a:cubicBezTo>
                <a:cubicBezTo>
                  <a:pt x="16365" y="13918"/>
                  <a:pt x="16937" y="14261"/>
                  <a:pt x="17605" y="14555"/>
                </a:cubicBezTo>
                <a:cubicBezTo>
                  <a:pt x="18273" y="14849"/>
                  <a:pt x="18750" y="15388"/>
                  <a:pt x="19037" y="16172"/>
                </a:cubicBezTo>
                <a:cubicBezTo>
                  <a:pt x="19323" y="16956"/>
                  <a:pt x="19705" y="17691"/>
                  <a:pt x="20182" y="18378"/>
                </a:cubicBezTo>
                <a:cubicBezTo>
                  <a:pt x="20659" y="19064"/>
                  <a:pt x="20802" y="20044"/>
                  <a:pt x="20611" y="21318"/>
                </a:cubicBezTo>
                <a:cubicBezTo>
                  <a:pt x="20611" y="23474"/>
                  <a:pt x="19943" y="25385"/>
                  <a:pt x="18607" y="27052"/>
                </a:cubicBezTo>
                <a:cubicBezTo>
                  <a:pt x="17271" y="28718"/>
                  <a:pt x="15124" y="29600"/>
                  <a:pt x="12166" y="296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19AEB8-3338-4845-9A4F-1A681419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299" y="4221288"/>
            <a:ext cx="59400" cy="101003"/>
          </a:xfrm>
          <a:custGeom xmlns:a="http://schemas.openxmlformats.org/drawingml/2006/main">
            <a:pathLst>
              <a:path w="59400" h="101003" fill="none">
                <a:moveTo>
                  <a:pt x="12166" y="29698"/>
                </a:moveTo>
                <a:cubicBezTo>
                  <a:pt x="9590" y="29698"/>
                  <a:pt x="7586" y="28865"/>
                  <a:pt x="6155" y="27199"/>
                </a:cubicBezTo>
                <a:cubicBezTo>
                  <a:pt x="4723" y="25532"/>
                  <a:pt x="3960" y="23376"/>
                  <a:pt x="3865" y="20730"/>
                </a:cubicBezTo>
                <a:cubicBezTo>
                  <a:pt x="3865" y="15339"/>
                  <a:pt x="6155" y="10536"/>
                  <a:pt x="10735" y="6322"/>
                </a:cubicBezTo>
                <a:cubicBezTo>
                  <a:pt x="15315" y="2107"/>
                  <a:pt x="20850" y="0"/>
                  <a:pt x="27338" y="0"/>
                </a:cubicBezTo>
                <a:cubicBezTo>
                  <a:pt x="30678" y="0"/>
                  <a:pt x="32778" y="49"/>
                  <a:pt x="33636" y="147"/>
                </a:cubicBezTo>
                <a:cubicBezTo>
                  <a:pt x="40698" y="1323"/>
                  <a:pt x="46089" y="3921"/>
                  <a:pt x="49810" y="7939"/>
                </a:cubicBezTo>
                <a:cubicBezTo>
                  <a:pt x="53532" y="11958"/>
                  <a:pt x="55440" y="16319"/>
                  <a:pt x="55536" y="21024"/>
                </a:cubicBezTo>
                <a:cubicBezTo>
                  <a:pt x="55536" y="26121"/>
                  <a:pt x="53914" y="31070"/>
                  <a:pt x="50669" y="35873"/>
                </a:cubicBezTo>
                <a:cubicBezTo>
                  <a:pt x="47425" y="40676"/>
                  <a:pt x="42940" y="44155"/>
                  <a:pt x="37215" y="46311"/>
                </a:cubicBezTo>
                <a:lnTo>
                  <a:pt x="36785" y="46605"/>
                </a:lnTo>
                <a:cubicBezTo>
                  <a:pt x="36785" y="46703"/>
                  <a:pt x="37215" y="46850"/>
                  <a:pt x="38073" y="47046"/>
                </a:cubicBezTo>
                <a:cubicBezTo>
                  <a:pt x="38932" y="47242"/>
                  <a:pt x="40316" y="47683"/>
                  <a:pt x="42224" y="48370"/>
                </a:cubicBezTo>
                <a:cubicBezTo>
                  <a:pt x="44133" y="49056"/>
                  <a:pt x="45946" y="50085"/>
                  <a:pt x="47663" y="51457"/>
                </a:cubicBezTo>
                <a:cubicBezTo>
                  <a:pt x="55488" y="56652"/>
                  <a:pt x="59400" y="63513"/>
                  <a:pt x="59400" y="72040"/>
                </a:cubicBezTo>
                <a:cubicBezTo>
                  <a:pt x="59400" y="79783"/>
                  <a:pt x="56442" y="86546"/>
                  <a:pt x="50526" y="92329"/>
                </a:cubicBezTo>
                <a:cubicBezTo>
                  <a:pt x="44610" y="98111"/>
                  <a:pt x="37119" y="101003"/>
                  <a:pt x="28054" y="101003"/>
                </a:cubicBezTo>
                <a:cubicBezTo>
                  <a:pt x="20420" y="101003"/>
                  <a:pt x="13836" y="98895"/>
                  <a:pt x="8302" y="94681"/>
                </a:cubicBezTo>
                <a:cubicBezTo>
                  <a:pt x="2767" y="90466"/>
                  <a:pt x="0" y="85125"/>
                  <a:pt x="0" y="78656"/>
                </a:cubicBezTo>
                <a:cubicBezTo>
                  <a:pt x="0" y="75911"/>
                  <a:pt x="859" y="73706"/>
                  <a:pt x="2576" y="72040"/>
                </a:cubicBezTo>
                <a:cubicBezTo>
                  <a:pt x="4294" y="70374"/>
                  <a:pt x="6441" y="69491"/>
                  <a:pt x="9017" y="69393"/>
                </a:cubicBezTo>
                <a:cubicBezTo>
                  <a:pt x="11689" y="69393"/>
                  <a:pt x="13884" y="70276"/>
                  <a:pt x="15602" y="72040"/>
                </a:cubicBezTo>
                <a:cubicBezTo>
                  <a:pt x="17319" y="73804"/>
                  <a:pt x="18178" y="76009"/>
                  <a:pt x="18178" y="78656"/>
                </a:cubicBezTo>
                <a:cubicBezTo>
                  <a:pt x="18178" y="79734"/>
                  <a:pt x="18035" y="80714"/>
                  <a:pt x="17749" y="81596"/>
                </a:cubicBezTo>
                <a:cubicBezTo>
                  <a:pt x="17462" y="82478"/>
                  <a:pt x="17128" y="83262"/>
                  <a:pt x="16747" y="83948"/>
                </a:cubicBezTo>
                <a:cubicBezTo>
                  <a:pt x="16365" y="84635"/>
                  <a:pt x="15840" y="85223"/>
                  <a:pt x="15172" y="85713"/>
                </a:cubicBezTo>
                <a:cubicBezTo>
                  <a:pt x="14504" y="86203"/>
                  <a:pt x="13932" y="86595"/>
                  <a:pt x="13455" y="86889"/>
                </a:cubicBezTo>
                <a:cubicBezTo>
                  <a:pt x="12977" y="87183"/>
                  <a:pt x="12500" y="87379"/>
                  <a:pt x="12023" y="87477"/>
                </a:cubicBezTo>
                <a:cubicBezTo>
                  <a:pt x="11546" y="87575"/>
                  <a:pt x="11164" y="87722"/>
                  <a:pt x="10878" y="87918"/>
                </a:cubicBezTo>
                <a:lnTo>
                  <a:pt x="10306" y="88065"/>
                </a:lnTo>
                <a:cubicBezTo>
                  <a:pt x="15172" y="92476"/>
                  <a:pt x="21088" y="94681"/>
                  <a:pt x="28054" y="94681"/>
                </a:cubicBezTo>
                <a:cubicBezTo>
                  <a:pt x="33302" y="94681"/>
                  <a:pt x="37262" y="92084"/>
                  <a:pt x="39934" y="86889"/>
                </a:cubicBezTo>
                <a:cubicBezTo>
                  <a:pt x="41556" y="83654"/>
                  <a:pt x="42367" y="78705"/>
                  <a:pt x="42367" y="72040"/>
                </a:cubicBezTo>
                <a:lnTo>
                  <a:pt x="42367" y="69099"/>
                </a:lnTo>
                <a:cubicBezTo>
                  <a:pt x="42367" y="59788"/>
                  <a:pt x="39314" y="53564"/>
                  <a:pt x="33207" y="50428"/>
                </a:cubicBezTo>
                <a:cubicBezTo>
                  <a:pt x="31776" y="49840"/>
                  <a:pt x="28865" y="49497"/>
                  <a:pt x="24476" y="49399"/>
                </a:cubicBezTo>
                <a:lnTo>
                  <a:pt x="18464" y="49252"/>
                </a:lnTo>
                <a:lnTo>
                  <a:pt x="18035" y="48958"/>
                </a:lnTo>
                <a:cubicBezTo>
                  <a:pt x="17844" y="48664"/>
                  <a:pt x="17749" y="47880"/>
                  <a:pt x="17749" y="46605"/>
                </a:cubicBezTo>
                <a:cubicBezTo>
                  <a:pt x="17749" y="44841"/>
                  <a:pt x="18130" y="43959"/>
                  <a:pt x="18894" y="43959"/>
                </a:cubicBezTo>
                <a:cubicBezTo>
                  <a:pt x="21565" y="43959"/>
                  <a:pt x="24333" y="43714"/>
                  <a:pt x="27195" y="43224"/>
                </a:cubicBezTo>
                <a:cubicBezTo>
                  <a:pt x="30440" y="42734"/>
                  <a:pt x="33398" y="40676"/>
                  <a:pt x="36070" y="37049"/>
                </a:cubicBezTo>
                <a:cubicBezTo>
                  <a:pt x="38741" y="33423"/>
                  <a:pt x="40077" y="27934"/>
                  <a:pt x="40077" y="20583"/>
                </a:cubicBezTo>
                <a:lnTo>
                  <a:pt x="40077" y="19407"/>
                </a:lnTo>
                <a:cubicBezTo>
                  <a:pt x="40077" y="13820"/>
                  <a:pt x="38407" y="9948"/>
                  <a:pt x="35068" y="7792"/>
                </a:cubicBezTo>
                <a:cubicBezTo>
                  <a:pt x="32968" y="6420"/>
                  <a:pt x="30726" y="5734"/>
                  <a:pt x="28340" y="5734"/>
                </a:cubicBezTo>
                <a:cubicBezTo>
                  <a:pt x="25287" y="5734"/>
                  <a:pt x="22472" y="6273"/>
                  <a:pt x="19896" y="7351"/>
                </a:cubicBezTo>
                <a:cubicBezTo>
                  <a:pt x="17319" y="8429"/>
                  <a:pt x="15506" y="9556"/>
                  <a:pt x="14456" y="10732"/>
                </a:cubicBezTo>
                <a:cubicBezTo>
                  <a:pt x="13407" y="11909"/>
                  <a:pt x="12882" y="12497"/>
                  <a:pt x="12882" y="12497"/>
                </a:cubicBezTo>
                <a:lnTo>
                  <a:pt x="13311" y="12497"/>
                </a:lnTo>
                <a:cubicBezTo>
                  <a:pt x="13598" y="12595"/>
                  <a:pt x="13979" y="12693"/>
                  <a:pt x="14456" y="12791"/>
                </a:cubicBezTo>
                <a:cubicBezTo>
                  <a:pt x="14934" y="12889"/>
                  <a:pt x="15411" y="13134"/>
                  <a:pt x="15888" y="13526"/>
                </a:cubicBezTo>
                <a:cubicBezTo>
                  <a:pt x="16365" y="13918"/>
                  <a:pt x="16937" y="14261"/>
                  <a:pt x="17605" y="14555"/>
                </a:cubicBezTo>
                <a:cubicBezTo>
                  <a:pt x="18273" y="14849"/>
                  <a:pt x="18750" y="15388"/>
                  <a:pt x="19037" y="16172"/>
                </a:cubicBezTo>
                <a:cubicBezTo>
                  <a:pt x="19323" y="16956"/>
                  <a:pt x="19705" y="17691"/>
                  <a:pt x="20182" y="18378"/>
                </a:cubicBezTo>
                <a:cubicBezTo>
                  <a:pt x="20659" y="19064"/>
                  <a:pt x="20802" y="20044"/>
                  <a:pt x="20611" y="21318"/>
                </a:cubicBezTo>
                <a:cubicBezTo>
                  <a:pt x="20611" y="23474"/>
                  <a:pt x="19943" y="25385"/>
                  <a:pt x="18607" y="27052"/>
                </a:cubicBezTo>
                <a:cubicBezTo>
                  <a:pt x="17271" y="28718"/>
                  <a:pt x="15124" y="29600"/>
                  <a:pt x="12166" y="296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50"/>
              </a:srgbClr>
            </a:solidFill>
            <a:miter/>
          </a:ln>
        </p:spPr>
      </p:sp>
      <p:sp>
        <p:nvSpPr>
          <p:cNvPr id="10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45000A-FEEC-4D40-99E7-661EE69C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0143" y="4131902"/>
            <a:ext cx="45282" cy="207949"/>
          </a:xfrm>
          <a:custGeom xmlns:a="http://schemas.openxmlformats.org/drawingml/2006/main">
            <a:pathLst>
              <a:path w="45282" h="207949">
                <a:moveTo>
                  <a:pt x="0" y="3743"/>
                </a:moveTo>
                <a:cubicBezTo>
                  <a:pt x="135" y="2773"/>
                  <a:pt x="540" y="1941"/>
                  <a:pt x="1215" y="1248"/>
                </a:cubicBezTo>
                <a:cubicBezTo>
                  <a:pt x="1890" y="555"/>
                  <a:pt x="2834" y="139"/>
                  <a:pt x="4049" y="0"/>
                </a:cubicBezTo>
                <a:cubicBezTo>
                  <a:pt x="5399" y="0"/>
                  <a:pt x="6546" y="693"/>
                  <a:pt x="7491" y="2079"/>
                </a:cubicBezTo>
                <a:cubicBezTo>
                  <a:pt x="7896" y="3050"/>
                  <a:pt x="14239" y="20102"/>
                  <a:pt x="26521" y="53235"/>
                </a:cubicBezTo>
                <a:cubicBezTo>
                  <a:pt x="38803" y="86368"/>
                  <a:pt x="45012" y="103281"/>
                  <a:pt x="45147" y="103975"/>
                </a:cubicBezTo>
                <a:cubicBezTo>
                  <a:pt x="45282" y="104668"/>
                  <a:pt x="39141" y="121581"/>
                  <a:pt x="26724" y="154714"/>
                </a:cubicBezTo>
                <a:cubicBezTo>
                  <a:pt x="14307" y="187847"/>
                  <a:pt x="7896" y="204899"/>
                  <a:pt x="7491" y="205870"/>
                </a:cubicBezTo>
                <a:cubicBezTo>
                  <a:pt x="6546" y="207256"/>
                  <a:pt x="5399" y="207949"/>
                  <a:pt x="4049" y="207949"/>
                </a:cubicBezTo>
                <a:cubicBezTo>
                  <a:pt x="2969" y="207949"/>
                  <a:pt x="2092" y="207603"/>
                  <a:pt x="1417" y="206909"/>
                </a:cubicBezTo>
                <a:cubicBezTo>
                  <a:pt x="742" y="206216"/>
                  <a:pt x="270" y="205315"/>
                  <a:pt x="0" y="204206"/>
                </a:cubicBezTo>
                <a:cubicBezTo>
                  <a:pt x="0" y="203513"/>
                  <a:pt x="6074" y="186669"/>
                  <a:pt x="18221" y="153674"/>
                </a:cubicBezTo>
                <a:cubicBezTo>
                  <a:pt x="30503" y="120818"/>
                  <a:pt x="36644" y="104252"/>
                  <a:pt x="36644" y="103975"/>
                </a:cubicBezTo>
                <a:cubicBezTo>
                  <a:pt x="36644" y="103697"/>
                  <a:pt x="30503" y="87131"/>
                  <a:pt x="18221" y="54275"/>
                </a:cubicBezTo>
                <a:cubicBezTo>
                  <a:pt x="6074" y="21280"/>
                  <a:pt x="0" y="4436"/>
                  <a:pt x="0" y="37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C14C54-A370-4601-ADB9-0DC88CC0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0143" y="4131902"/>
            <a:ext cx="45282" cy="207949"/>
          </a:xfrm>
          <a:custGeom xmlns:a="http://schemas.openxmlformats.org/drawingml/2006/main">
            <a:pathLst>
              <a:path w="45282" h="207949" fill="none">
                <a:moveTo>
                  <a:pt x="0" y="3743"/>
                </a:moveTo>
                <a:cubicBezTo>
                  <a:pt x="135" y="2773"/>
                  <a:pt x="540" y="1941"/>
                  <a:pt x="1215" y="1248"/>
                </a:cubicBezTo>
                <a:cubicBezTo>
                  <a:pt x="1890" y="555"/>
                  <a:pt x="2834" y="139"/>
                  <a:pt x="4049" y="0"/>
                </a:cubicBezTo>
                <a:cubicBezTo>
                  <a:pt x="5399" y="0"/>
                  <a:pt x="6546" y="693"/>
                  <a:pt x="7491" y="2079"/>
                </a:cubicBezTo>
                <a:cubicBezTo>
                  <a:pt x="7896" y="3050"/>
                  <a:pt x="14239" y="20102"/>
                  <a:pt x="26521" y="53235"/>
                </a:cubicBezTo>
                <a:cubicBezTo>
                  <a:pt x="38803" y="86368"/>
                  <a:pt x="45012" y="103281"/>
                  <a:pt x="45147" y="103975"/>
                </a:cubicBezTo>
                <a:cubicBezTo>
                  <a:pt x="45282" y="104668"/>
                  <a:pt x="39141" y="121581"/>
                  <a:pt x="26724" y="154714"/>
                </a:cubicBezTo>
                <a:cubicBezTo>
                  <a:pt x="14307" y="187847"/>
                  <a:pt x="7896" y="204899"/>
                  <a:pt x="7491" y="205870"/>
                </a:cubicBezTo>
                <a:cubicBezTo>
                  <a:pt x="6546" y="207256"/>
                  <a:pt x="5399" y="207949"/>
                  <a:pt x="4049" y="207949"/>
                </a:cubicBezTo>
                <a:cubicBezTo>
                  <a:pt x="2969" y="207949"/>
                  <a:pt x="2092" y="207603"/>
                  <a:pt x="1417" y="206909"/>
                </a:cubicBezTo>
                <a:cubicBezTo>
                  <a:pt x="742" y="206216"/>
                  <a:pt x="270" y="205315"/>
                  <a:pt x="0" y="204206"/>
                </a:cubicBezTo>
                <a:cubicBezTo>
                  <a:pt x="0" y="203513"/>
                  <a:pt x="6074" y="186669"/>
                  <a:pt x="18221" y="153674"/>
                </a:cubicBezTo>
                <a:cubicBezTo>
                  <a:pt x="30503" y="120818"/>
                  <a:pt x="36644" y="104252"/>
                  <a:pt x="36644" y="103975"/>
                </a:cubicBezTo>
                <a:cubicBezTo>
                  <a:pt x="36644" y="103697"/>
                  <a:pt x="30503" y="87131"/>
                  <a:pt x="18221" y="54275"/>
                </a:cubicBezTo>
                <a:cubicBezTo>
                  <a:pt x="6074" y="21280"/>
                  <a:pt x="0" y="4436"/>
                  <a:pt x="0" y="374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800"/>
              </a:srgbClr>
            </a:solidFill>
            <a:miter/>
          </a:ln>
        </p:spPr>
      </p:sp>
      <p:sp>
        <p:nvSpPr>
          <p:cNvPr id="1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58D328-C70A-4E73-A06B-DA0B2F1E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4804" y="4131902"/>
            <a:ext cx="45060" cy="207949"/>
          </a:xfrm>
          <a:custGeom xmlns:a="http://schemas.openxmlformats.org/drawingml/2006/main">
            <a:pathLst>
              <a:path w="45060" h="207949">
                <a:moveTo>
                  <a:pt x="45060" y="204206"/>
                </a:moveTo>
                <a:cubicBezTo>
                  <a:pt x="44926" y="205176"/>
                  <a:pt x="44523" y="206008"/>
                  <a:pt x="43852" y="206701"/>
                </a:cubicBezTo>
                <a:cubicBezTo>
                  <a:pt x="43180" y="207395"/>
                  <a:pt x="42240" y="207810"/>
                  <a:pt x="41031" y="207949"/>
                </a:cubicBezTo>
                <a:cubicBezTo>
                  <a:pt x="39688" y="207949"/>
                  <a:pt x="38546" y="207256"/>
                  <a:pt x="37606" y="205870"/>
                </a:cubicBezTo>
                <a:cubicBezTo>
                  <a:pt x="37203" y="204899"/>
                  <a:pt x="30891" y="187847"/>
                  <a:pt x="18669" y="154714"/>
                </a:cubicBezTo>
                <a:cubicBezTo>
                  <a:pt x="6447" y="121581"/>
                  <a:pt x="269" y="104668"/>
                  <a:pt x="134" y="103975"/>
                </a:cubicBezTo>
                <a:cubicBezTo>
                  <a:pt x="0" y="103281"/>
                  <a:pt x="6111" y="86368"/>
                  <a:pt x="18467" y="53235"/>
                </a:cubicBezTo>
                <a:cubicBezTo>
                  <a:pt x="30824" y="20102"/>
                  <a:pt x="37203" y="3050"/>
                  <a:pt x="37606" y="2079"/>
                </a:cubicBezTo>
                <a:cubicBezTo>
                  <a:pt x="38009" y="1386"/>
                  <a:pt x="38681" y="762"/>
                  <a:pt x="39621" y="208"/>
                </a:cubicBezTo>
                <a:lnTo>
                  <a:pt x="40225" y="0"/>
                </a:lnTo>
                <a:cubicBezTo>
                  <a:pt x="40628" y="0"/>
                  <a:pt x="40897" y="0"/>
                  <a:pt x="41031" y="0"/>
                </a:cubicBezTo>
                <a:cubicBezTo>
                  <a:pt x="43449" y="0"/>
                  <a:pt x="44792" y="1248"/>
                  <a:pt x="45060" y="3743"/>
                </a:cubicBezTo>
                <a:cubicBezTo>
                  <a:pt x="45060" y="4436"/>
                  <a:pt x="39016" y="21280"/>
                  <a:pt x="26929" y="54275"/>
                </a:cubicBezTo>
                <a:cubicBezTo>
                  <a:pt x="14707" y="87131"/>
                  <a:pt x="8596" y="103697"/>
                  <a:pt x="8596" y="103975"/>
                </a:cubicBezTo>
                <a:cubicBezTo>
                  <a:pt x="8596" y="104252"/>
                  <a:pt x="14707" y="120818"/>
                  <a:pt x="26929" y="153674"/>
                </a:cubicBezTo>
                <a:cubicBezTo>
                  <a:pt x="39016" y="186669"/>
                  <a:pt x="45060" y="203513"/>
                  <a:pt x="45060" y="2042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FEB115-8D37-4C7B-927C-50AD5AB7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4804" y="4131902"/>
            <a:ext cx="45060" cy="207949"/>
          </a:xfrm>
          <a:custGeom xmlns:a="http://schemas.openxmlformats.org/drawingml/2006/main">
            <a:pathLst>
              <a:path w="45060" h="207949" fill="none">
                <a:moveTo>
                  <a:pt x="45060" y="204206"/>
                </a:moveTo>
                <a:cubicBezTo>
                  <a:pt x="44926" y="205176"/>
                  <a:pt x="44523" y="206008"/>
                  <a:pt x="43852" y="206701"/>
                </a:cubicBezTo>
                <a:cubicBezTo>
                  <a:pt x="43180" y="207395"/>
                  <a:pt x="42240" y="207810"/>
                  <a:pt x="41031" y="207949"/>
                </a:cubicBezTo>
                <a:cubicBezTo>
                  <a:pt x="39688" y="207949"/>
                  <a:pt x="38546" y="207256"/>
                  <a:pt x="37606" y="205870"/>
                </a:cubicBezTo>
                <a:cubicBezTo>
                  <a:pt x="37203" y="204899"/>
                  <a:pt x="30891" y="187847"/>
                  <a:pt x="18669" y="154714"/>
                </a:cubicBezTo>
                <a:cubicBezTo>
                  <a:pt x="6447" y="121581"/>
                  <a:pt x="269" y="104668"/>
                  <a:pt x="134" y="103975"/>
                </a:cubicBezTo>
                <a:cubicBezTo>
                  <a:pt x="0" y="103281"/>
                  <a:pt x="6111" y="86368"/>
                  <a:pt x="18467" y="53235"/>
                </a:cubicBezTo>
                <a:cubicBezTo>
                  <a:pt x="30824" y="20102"/>
                  <a:pt x="37203" y="3050"/>
                  <a:pt x="37606" y="2079"/>
                </a:cubicBezTo>
                <a:cubicBezTo>
                  <a:pt x="38009" y="1386"/>
                  <a:pt x="38681" y="762"/>
                  <a:pt x="39621" y="208"/>
                </a:cubicBezTo>
                <a:lnTo>
                  <a:pt x="40225" y="0"/>
                </a:lnTo>
                <a:cubicBezTo>
                  <a:pt x="40628" y="0"/>
                  <a:pt x="40897" y="0"/>
                  <a:pt x="41031" y="0"/>
                </a:cubicBezTo>
                <a:cubicBezTo>
                  <a:pt x="43449" y="0"/>
                  <a:pt x="44792" y="1248"/>
                  <a:pt x="45060" y="3743"/>
                </a:cubicBezTo>
                <a:cubicBezTo>
                  <a:pt x="45060" y="4436"/>
                  <a:pt x="39016" y="21280"/>
                  <a:pt x="26929" y="54275"/>
                </a:cubicBezTo>
                <a:cubicBezTo>
                  <a:pt x="14707" y="87131"/>
                  <a:pt x="8596" y="103697"/>
                  <a:pt x="8596" y="103975"/>
                </a:cubicBezTo>
                <a:cubicBezTo>
                  <a:pt x="8596" y="104252"/>
                  <a:pt x="14707" y="120818"/>
                  <a:pt x="26929" y="153674"/>
                </a:cubicBezTo>
                <a:cubicBezTo>
                  <a:pt x="39016" y="186669"/>
                  <a:pt x="45060" y="203513"/>
                  <a:pt x="45060" y="2042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1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F69C8B-04B6-4797-9331-1D5EA4CC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233" y="4145835"/>
            <a:ext cx="142433" cy="146604"/>
          </a:xfrm>
          <a:custGeom xmlns:a="http://schemas.openxmlformats.org/drawingml/2006/main">
            <a:pathLst>
              <a:path w="142433" h="146604">
                <a:moveTo>
                  <a:pt x="9469" y="9566"/>
                </a:moveTo>
                <a:cubicBezTo>
                  <a:pt x="4902" y="9566"/>
                  <a:pt x="2485" y="9288"/>
                  <a:pt x="2216" y="8734"/>
                </a:cubicBezTo>
                <a:cubicBezTo>
                  <a:pt x="2082" y="8457"/>
                  <a:pt x="2015" y="7902"/>
                  <a:pt x="2015" y="7070"/>
                </a:cubicBezTo>
                <a:cubicBezTo>
                  <a:pt x="2015" y="3743"/>
                  <a:pt x="2753" y="1456"/>
                  <a:pt x="4231" y="208"/>
                </a:cubicBezTo>
                <a:cubicBezTo>
                  <a:pt x="4499" y="69"/>
                  <a:pt x="5641" y="0"/>
                  <a:pt x="7656" y="0"/>
                </a:cubicBezTo>
                <a:cubicBezTo>
                  <a:pt x="13162" y="277"/>
                  <a:pt x="22295" y="416"/>
                  <a:pt x="35054" y="416"/>
                </a:cubicBezTo>
                <a:cubicBezTo>
                  <a:pt x="39621" y="416"/>
                  <a:pt x="43852" y="416"/>
                  <a:pt x="47746" y="416"/>
                </a:cubicBezTo>
                <a:cubicBezTo>
                  <a:pt x="51641" y="416"/>
                  <a:pt x="54663" y="347"/>
                  <a:pt x="56812" y="208"/>
                </a:cubicBezTo>
                <a:cubicBezTo>
                  <a:pt x="58961" y="69"/>
                  <a:pt x="60304" y="69"/>
                  <a:pt x="60841" y="208"/>
                </a:cubicBezTo>
                <a:cubicBezTo>
                  <a:pt x="62990" y="208"/>
                  <a:pt x="64065" y="901"/>
                  <a:pt x="64065" y="2287"/>
                </a:cubicBezTo>
                <a:cubicBezTo>
                  <a:pt x="64065" y="2565"/>
                  <a:pt x="63931" y="3535"/>
                  <a:pt x="63662" y="5199"/>
                </a:cubicBezTo>
                <a:cubicBezTo>
                  <a:pt x="62990" y="7555"/>
                  <a:pt x="62319" y="8942"/>
                  <a:pt x="61647" y="9358"/>
                </a:cubicBezTo>
                <a:lnTo>
                  <a:pt x="61244" y="9358"/>
                </a:lnTo>
                <a:cubicBezTo>
                  <a:pt x="60976" y="9358"/>
                  <a:pt x="60640" y="9358"/>
                  <a:pt x="60237" y="9358"/>
                </a:cubicBezTo>
                <a:cubicBezTo>
                  <a:pt x="59834" y="9358"/>
                  <a:pt x="59364" y="9358"/>
                  <a:pt x="58827" y="9358"/>
                </a:cubicBezTo>
                <a:cubicBezTo>
                  <a:pt x="58290" y="9358"/>
                  <a:pt x="57685" y="9427"/>
                  <a:pt x="57014" y="9566"/>
                </a:cubicBezTo>
                <a:cubicBezTo>
                  <a:pt x="56342" y="9704"/>
                  <a:pt x="55738" y="9704"/>
                  <a:pt x="55201" y="9566"/>
                </a:cubicBezTo>
                <a:cubicBezTo>
                  <a:pt x="49963" y="9704"/>
                  <a:pt x="46605" y="9912"/>
                  <a:pt x="45127" y="10190"/>
                </a:cubicBezTo>
                <a:cubicBezTo>
                  <a:pt x="43650" y="10467"/>
                  <a:pt x="42441" y="11229"/>
                  <a:pt x="41501" y="12477"/>
                </a:cubicBezTo>
                <a:cubicBezTo>
                  <a:pt x="41367" y="12754"/>
                  <a:pt x="39487" y="20032"/>
                  <a:pt x="35860" y="34312"/>
                </a:cubicBezTo>
                <a:cubicBezTo>
                  <a:pt x="32234" y="48591"/>
                  <a:pt x="28608" y="63563"/>
                  <a:pt x="24981" y="79229"/>
                </a:cubicBezTo>
                <a:cubicBezTo>
                  <a:pt x="21355" y="94894"/>
                  <a:pt x="19340" y="104113"/>
                  <a:pt x="18937" y="106886"/>
                </a:cubicBezTo>
                <a:cubicBezTo>
                  <a:pt x="18669" y="108827"/>
                  <a:pt x="18534" y="110837"/>
                  <a:pt x="18534" y="112916"/>
                </a:cubicBezTo>
                <a:cubicBezTo>
                  <a:pt x="18534" y="120403"/>
                  <a:pt x="20616" y="126294"/>
                  <a:pt x="24780" y="130592"/>
                </a:cubicBezTo>
                <a:cubicBezTo>
                  <a:pt x="28943" y="134890"/>
                  <a:pt x="34719" y="137038"/>
                  <a:pt x="42106" y="137038"/>
                </a:cubicBezTo>
                <a:cubicBezTo>
                  <a:pt x="51104" y="137038"/>
                  <a:pt x="60103" y="133919"/>
                  <a:pt x="69101" y="127681"/>
                </a:cubicBezTo>
                <a:cubicBezTo>
                  <a:pt x="78100" y="121442"/>
                  <a:pt x="84681" y="112015"/>
                  <a:pt x="88845" y="99400"/>
                </a:cubicBezTo>
                <a:lnTo>
                  <a:pt x="99119" y="57602"/>
                </a:lnTo>
                <a:cubicBezTo>
                  <a:pt x="105432" y="30984"/>
                  <a:pt x="108588" y="17121"/>
                  <a:pt x="108588" y="16012"/>
                </a:cubicBezTo>
                <a:cubicBezTo>
                  <a:pt x="108588" y="12269"/>
                  <a:pt x="104290" y="10120"/>
                  <a:pt x="95694" y="9566"/>
                </a:cubicBezTo>
                <a:cubicBezTo>
                  <a:pt x="92471" y="9566"/>
                  <a:pt x="90859" y="8803"/>
                  <a:pt x="90859" y="7278"/>
                </a:cubicBezTo>
                <a:cubicBezTo>
                  <a:pt x="90859" y="7001"/>
                  <a:pt x="90994" y="6169"/>
                  <a:pt x="91262" y="4783"/>
                </a:cubicBezTo>
                <a:cubicBezTo>
                  <a:pt x="91799" y="2565"/>
                  <a:pt x="92202" y="1248"/>
                  <a:pt x="92471" y="832"/>
                </a:cubicBezTo>
                <a:cubicBezTo>
                  <a:pt x="92740" y="416"/>
                  <a:pt x="93411" y="139"/>
                  <a:pt x="94486" y="0"/>
                </a:cubicBezTo>
                <a:cubicBezTo>
                  <a:pt x="94888" y="0"/>
                  <a:pt x="97037" y="69"/>
                  <a:pt x="100932" y="208"/>
                </a:cubicBezTo>
                <a:cubicBezTo>
                  <a:pt x="104827" y="347"/>
                  <a:pt x="110468" y="485"/>
                  <a:pt x="117855" y="624"/>
                </a:cubicBezTo>
                <a:cubicBezTo>
                  <a:pt x="124705" y="624"/>
                  <a:pt x="129943" y="555"/>
                  <a:pt x="133569" y="416"/>
                </a:cubicBezTo>
                <a:cubicBezTo>
                  <a:pt x="137195" y="277"/>
                  <a:pt x="139143" y="208"/>
                  <a:pt x="139412" y="208"/>
                </a:cubicBezTo>
                <a:cubicBezTo>
                  <a:pt x="141426" y="208"/>
                  <a:pt x="142433" y="901"/>
                  <a:pt x="142433" y="2287"/>
                </a:cubicBezTo>
                <a:cubicBezTo>
                  <a:pt x="142433" y="5337"/>
                  <a:pt x="141896" y="7417"/>
                  <a:pt x="140822" y="8526"/>
                </a:cubicBezTo>
                <a:cubicBezTo>
                  <a:pt x="140419" y="9219"/>
                  <a:pt x="138941" y="9566"/>
                  <a:pt x="136390" y="9566"/>
                </a:cubicBezTo>
                <a:cubicBezTo>
                  <a:pt x="126854" y="10120"/>
                  <a:pt x="120877" y="12893"/>
                  <a:pt x="118460" y="17884"/>
                </a:cubicBezTo>
                <a:cubicBezTo>
                  <a:pt x="118191" y="18577"/>
                  <a:pt x="114833" y="31955"/>
                  <a:pt x="108386" y="58018"/>
                </a:cubicBezTo>
                <a:cubicBezTo>
                  <a:pt x="102880" y="81447"/>
                  <a:pt x="99522" y="95241"/>
                  <a:pt x="98313" y="99400"/>
                </a:cubicBezTo>
                <a:cubicBezTo>
                  <a:pt x="93881" y="113263"/>
                  <a:pt x="86158" y="124562"/>
                  <a:pt x="75145" y="133295"/>
                </a:cubicBezTo>
                <a:cubicBezTo>
                  <a:pt x="64132" y="142029"/>
                  <a:pt x="52716" y="146465"/>
                  <a:pt x="40897" y="146604"/>
                </a:cubicBezTo>
                <a:cubicBezTo>
                  <a:pt x="28540" y="146604"/>
                  <a:pt x="18669" y="142722"/>
                  <a:pt x="11282" y="134959"/>
                </a:cubicBezTo>
                <a:cubicBezTo>
                  <a:pt x="3895" y="127196"/>
                  <a:pt x="134" y="117976"/>
                  <a:pt x="0" y="107302"/>
                </a:cubicBezTo>
                <a:lnTo>
                  <a:pt x="0" y="103975"/>
                </a:lnTo>
                <a:cubicBezTo>
                  <a:pt x="0" y="101479"/>
                  <a:pt x="3693" y="84982"/>
                  <a:pt x="11080" y="54483"/>
                </a:cubicBezTo>
                <a:cubicBezTo>
                  <a:pt x="17661" y="26617"/>
                  <a:pt x="20952" y="12269"/>
                  <a:pt x="20952" y="11437"/>
                </a:cubicBezTo>
                <a:cubicBezTo>
                  <a:pt x="20952" y="10467"/>
                  <a:pt x="17124" y="9843"/>
                  <a:pt x="9469" y="95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1E609F-0474-4A9C-A9D0-11DE0716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233" y="4145835"/>
            <a:ext cx="142433" cy="146604"/>
          </a:xfrm>
          <a:custGeom xmlns:a="http://schemas.openxmlformats.org/drawingml/2006/main">
            <a:pathLst>
              <a:path w="142433" h="146604" fill="none">
                <a:moveTo>
                  <a:pt x="9469" y="9566"/>
                </a:moveTo>
                <a:cubicBezTo>
                  <a:pt x="4902" y="9566"/>
                  <a:pt x="2485" y="9288"/>
                  <a:pt x="2216" y="8734"/>
                </a:cubicBezTo>
                <a:cubicBezTo>
                  <a:pt x="2082" y="8457"/>
                  <a:pt x="2015" y="7902"/>
                  <a:pt x="2015" y="7070"/>
                </a:cubicBezTo>
                <a:cubicBezTo>
                  <a:pt x="2015" y="3743"/>
                  <a:pt x="2753" y="1456"/>
                  <a:pt x="4231" y="208"/>
                </a:cubicBezTo>
                <a:cubicBezTo>
                  <a:pt x="4499" y="69"/>
                  <a:pt x="5641" y="0"/>
                  <a:pt x="7656" y="0"/>
                </a:cubicBezTo>
                <a:cubicBezTo>
                  <a:pt x="13162" y="277"/>
                  <a:pt x="22295" y="416"/>
                  <a:pt x="35054" y="416"/>
                </a:cubicBezTo>
                <a:cubicBezTo>
                  <a:pt x="39621" y="416"/>
                  <a:pt x="43852" y="416"/>
                  <a:pt x="47746" y="416"/>
                </a:cubicBezTo>
                <a:cubicBezTo>
                  <a:pt x="51641" y="416"/>
                  <a:pt x="54663" y="347"/>
                  <a:pt x="56812" y="208"/>
                </a:cubicBezTo>
                <a:cubicBezTo>
                  <a:pt x="58961" y="69"/>
                  <a:pt x="60304" y="69"/>
                  <a:pt x="60841" y="208"/>
                </a:cubicBezTo>
                <a:cubicBezTo>
                  <a:pt x="62990" y="208"/>
                  <a:pt x="64065" y="901"/>
                  <a:pt x="64065" y="2287"/>
                </a:cubicBezTo>
                <a:cubicBezTo>
                  <a:pt x="64065" y="2565"/>
                  <a:pt x="63931" y="3535"/>
                  <a:pt x="63662" y="5199"/>
                </a:cubicBezTo>
                <a:cubicBezTo>
                  <a:pt x="62990" y="7555"/>
                  <a:pt x="62319" y="8942"/>
                  <a:pt x="61647" y="9358"/>
                </a:cubicBezTo>
                <a:lnTo>
                  <a:pt x="61244" y="9358"/>
                </a:lnTo>
                <a:cubicBezTo>
                  <a:pt x="60976" y="9358"/>
                  <a:pt x="60640" y="9358"/>
                  <a:pt x="60237" y="9358"/>
                </a:cubicBezTo>
                <a:cubicBezTo>
                  <a:pt x="59834" y="9358"/>
                  <a:pt x="59364" y="9358"/>
                  <a:pt x="58827" y="9358"/>
                </a:cubicBezTo>
                <a:cubicBezTo>
                  <a:pt x="58290" y="9358"/>
                  <a:pt x="57685" y="9427"/>
                  <a:pt x="57014" y="9566"/>
                </a:cubicBezTo>
                <a:cubicBezTo>
                  <a:pt x="56342" y="9704"/>
                  <a:pt x="55738" y="9704"/>
                  <a:pt x="55201" y="9566"/>
                </a:cubicBezTo>
                <a:cubicBezTo>
                  <a:pt x="49963" y="9704"/>
                  <a:pt x="46605" y="9912"/>
                  <a:pt x="45127" y="10190"/>
                </a:cubicBezTo>
                <a:cubicBezTo>
                  <a:pt x="43650" y="10467"/>
                  <a:pt x="42441" y="11229"/>
                  <a:pt x="41501" y="12477"/>
                </a:cubicBezTo>
                <a:cubicBezTo>
                  <a:pt x="41367" y="12754"/>
                  <a:pt x="39487" y="20032"/>
                  <a:pt x="35860" y="34312"/>
                </a:cubicBezTo>
                <a:cubicBezTo>
                  <a:pt x="32234" y="48591"/>
                  <a:pt x="28608" y="63563"/>
                  <a:pt x="24981" y="79229"/>
                </a:cubicBezTo>
                <a:cubicBezTo>
                  <a:pt x="21355" y="94894"/>
                  <a:pt x="19340" y="104113"/>
                  <a:pt x="18937" y="106886"/>
                </a:cubicBezTo>
                <a:cubicBezTo>
                  <a:pt x="18669" y="108827"/>
                  <a:pt x="18534" y="110837"/>
                  <a:pt x="18534" y="112916"/>
                </a:cubicBezTo>
                <a:cubicBezTo>
                  <a:pt x="18534" y="120403"/>
                  <a:pt x="20616" y="126294"/>
                  <a:pt x="24780" y="130592"/>
                </a:cubicBezTo>
                <a:cubicBezTo>
                  <a:pt x="28943" y="134890"/>
                  <a:pt x="34719" y="137038"/>
                  <a:pt x="42106" y="137038"/>
                </a:cubicBezTo>
                <a:cubicBezTo>
                  <a:pt x="51104" y="137038"/>
                  <a:pt x="60103" y="133919"/>
                  <a:pt x="69101" y="127681"/>
                </a:cubicBezTo>
                <a:cubicBezTo>
                  <a:pt x="78100" y="121442"/>
                  <a:pt x="84681" y="112015"/>
                  <a:pt x="88845" y="99400"/>
                </a:cubicBezTo>
                <a:lnTo>
                  <a:pt x="99119" y="57602"/>
                </a:lnTo>
                <a:cubicBezTo>
                  <a:pt x="105432" y="30984"/>
                  <a:pt x="108588" y="17121"/>
                  <a:pt x="108588" y="16012"/>
                </a:cubicBezTo>
                <a:cubicBezTo>
                  <a:pt x="108588" y="12269"/>
                  <a:pt x="104290" y="10120"/>
                  <a:pt x="95694" y="9566"/>
                </a:cubicBezTo>
                <a:cubicBezTo>
                  <a:pt x="92471" y="9566"/>
                  <a:pt x="90859" y="8803"/>
                  <a:pt x="90859" y="7278"/>
                </a:cubicBezTo>
                <a:cubicBezTo>
                  <a:pt x="90859" y="7001"/>
                  <a:pt x="90994" y="6169"/>
                  <a:pt x="91262" y="4783"/>
                </a:cubicBezTo>
                <a:cubicBezTo>
                  <a:pt x="91799" y="2565"/>
                  <a:pt x="92202" y="1248"/>
                  <a:pt x="92471" y="832"/>
                </a:cubicBezTo>
                <a:cubicBezTo>
                  <a:pt x="92740" y="416"/>
                  <a:pt x="93411" y="139"/>
                  <a:pt x="94486" y="0"/>
                </a:cubicBezTo>
                <a:cubicBezTo>
                  <a:pt x="94888" y="0"/>
                  <a:pt x="97037" y="69"/>
                  <a:pt x="100932" y="208"/>
                </a:cubicBezTo>
                <a:cubicBezTo>
                  <a:pt x="104827" y="347"/>
                  <a:pt x="110468" y="485"/>
                  <a:pt x="117855" y="624"/>
                </a:cubicBezTo>
                <a:cubicBezTo>
                  <a:pt x="124705" y="624"/>
                  <a:pt x="129943" y="555"/>
                  <a:pt x="133569" y="416"/>
                </a:cubicBezTo>
                <a:cubicBezTo>
                  <a:pt x="137195" y="277"/>
                  <a:pt x="139143" y="208"/>
                  <a:pt x="139412" y="208"/>
                </a:cubicBezTo>
                <a:cubicBezTo>
                  <a:pt x="141426" y="208"/>
                  <a:pt x="142433" y="901"/>
                  <a:pt x="142433" y="2287"/>
                </a:cubicBezTo>
                <a:cubicBezTo>
                  <a:pt x="142433" y="5337"/>
                  <a:pt x="141896" y="7417"/>
                  <a:pt x="140822" y="8526"/>
                </a:cubicBezTo>
                <a:cubicBezTo>
                  <a:pt x="140419" y="9219"/>
                  <a:pt x="138941" y="9566"/>
                  <a:pt x="136390" y="9566"/>
                </a:cubicBezTo>
                <a:cubicBezTo>
                  <a:pt x="126854" y="10120"/>
                  <a:pt x="120877" y="12893"/>
                  <a:pt x="118460" y="17884"/>
                </a:cubicBezTo>
                <a:cubicBezTo>
                  <a:pt x="118191" y="18577"/>
                  <a:pt x="114833" y="31955"/>
                  <a:pt x="108386" y="58018"/>
                </a:cubicBezTo>
                <a:cubicBezTo>
                  <a:pt x="102880" y="81447"/>
                  <a:pt x="99522" y="95241"/>
                  <a:pt x="98313" y="99400"/>
                </a:cubicBezTo>
                <a:cubicBezTo>
                  <a:pt x="93881" y="113263"/>
                  <a:pt x="86158" y="124562"/>
                  <a:pt x="75145" y="133295"/>
                </a:cubicBezTo>
                <a:cubicBezTo>
                  <a:pt x="64132" y="142029"/>
                  <a:pt x="52716" y="146465"/>
                  <a:pt x="40897" y="146604"/>
                </a:cubicBezTo>
                <a:cubicBezTo>
                  <a:pt x="28540" y="146604"/>
                  <a:pt x="18669" y="142722"/>
                  <a:pt x="11282" y="134959"/>
                </a:cubicBezTo>
                <a:cubicBezTo>
                  <a:pt x="3895" y="127196"/>
                  <a:pt x="134" y="117976"/>
                  <a:pt x="0" y="107302"/>
                </a:cubicBezTo>
                <a:lnTo>
                  <a:pt x="0" y="103975"/>
                </a:lnTo>
                <a:cubicBezTo>
                  <a:pt x="0" y="101479"/>
                  <a:pt x="3693" y="84982"/>
                  <a:pt x="11080" y="54483"/>
                </a:cubicBezTo>
                <a:cubicBezTo>
                  <a:pt x="17661" y="26617"/>
                  <a:pt x="20952" y="12269"/>
                  <a:pt x="20952" y="11437"/>
                </a:cubicBezTo>
                <a:cubicBezTo>
                  <a:pt x="20952" y="10467"/>
                  <a:pt x="17124" y="9843"/>
                  <a:pt x="9469" y="956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1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CDDE1B-B357-4AF5-91E2-4A653AE2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0948" y="4221141"/>
            <a:ext cx="59964" cy="101150"/>
          </a:xfrm>
          <a:custGeom xmlns:a="http://schemas.openxmlformats.org/drawingml/2006/main">
            <a:pathLst>
              <a:path w="59964" h="101150">
                <a:moveTo>
                  <a:pt x="8119" y="11909"/>
                </a:moveTo>
                <a:cubicBezTo>
                  <a:pt x="13436" y="3970"/>
                  <a:pt x="20700" y="0"/>
                  <a:pt x="29911" y="0"/>
                </a:cubicBezTo>
                <a:cubicBezTo>
                  <a:pt x="34469" y="0"/>
                  <a:pt x="39027" y="1274"/>
                  <a:pt x="43585" y="3823"/>
                </a:cubicBezTo>
                <a:cubicBezTo>
                  <a:pt x="48143" y="6371"/>
                  <a:pt x="51846" y="10879"/>
                  <a:pt x="54694" y="17348"/>
                </a:cubicBezTo>
                <a:cubicBezTo>
                  <a:pt x="58208" y="25483"/>
                  <a:pt x="59964" y="36657"/>
                  <a:pt x="59964" y="50869"/>
                </a:cubicBezTo>
                <a:cubicBezTo>
                  <a:pt x="59964" y="66061"/>
                  <a:pt x="57923" y="77676"/>
                  <a:pt x="53840" y="85713"/>
                </a:cubicBezTo>
                <a:cubicBezTo>
                  <a:pt x="51941" y="89829"/>
                  <a:pt x="49329" y="93113"/>
                  <a:pt x="46006" y="95563"/>
                </a:cubicBezTo>
                <a:cubicBezTo>
                  <a:pt x="42683" y="98013"/>
                  <a:pt x="39786" y="99533"/>
                  <a:pt x="37318" y="100121"/>
                </a:cubicBezTo>
                <a:cubicBezTo>
                  <a:pt x="34849" y="100709"/>
                  <a:pt x="32427" y="101052"/>
                  <a:pt x="30053" y="101150"/>
                </a:cubicBezTo>
                <a:cubicBezTo>
                  <a:pt x="27585" y="101150"/>
                  <a:pt x="25116" y="100856"/>
                  <a:pt x="22647" y="100268"/>
                </a:cubicBezTo>
                <a:cubicBezTo>
                  <a:pt x="20178" y="99680"/>
                  <a:pt x="17282" y="98111"/>
                  <a:pt x="13958" y="95563"/>
                </a:cubicBezTo>
                <a:cubicBezTo>
                  <a:pt x="10635" y="93015"/>
                  <a:pt x="8024" y="89731"/>
                  <a:pt x="6125" y="85713"/>
                </a:cubicBezTo>
                <a:cubicBezTo>
                  <a:pt x="2042" y="77676"/>
                  <a:pt x="0" y="66061"/>
                  <a:pt x="0" y="50869"/>
                </a:cubicBezTo>
                <a:cubicBezTo>
                  <a:pt x="0" y="33815"/>
                  <a:pt x="2706" y="20828"/>
                  <a:pt x="8119" y="11909"/>
                </a:cubicBezTo>
                <a:close/>
                <a:moveTo>
                  <a:pt x="40166" y="10144"/>
                </a:moveTo>
                <a:cubicBezTo>
                  <a:pt x="37318" y="7008"/>
                  <a:pt x="33947" y="5440"/>
                  <a:pt x="30053" y="5440"/>
                </a:cubicBezTo>
                <a:cubicBezTo>
                  <a:pt x="26065" y="5440"/>
                  <a:pt x="22647" y="7008"/>
                  <a:pt x="19798" y="10144"/>
                </a:cubicBezTo>
                <a:cubicBezTo>
                  <a:pt x="17424" y="12693"/>
                  <a:pt x="15858" y="16221"/>
                  <a:pt x="15098" y="20730"/>
                </a:cubicBezTo>
                <a:cubicBezTo>
                  <a:pt x="14338" y="25238"/>
                  <a:pt x="13958" y="34648"/>
                  <a:pt x="13958" y="48958"/>
                </a:cubicBezTo>
                <a:cubicBezTo>
                  <a:pt x="13958" y="64444"/>
                  <a:pt x="14338" y="74637"/>
                  <a:pt x="15098" y="79538"/>
                </a:cubicBezTo>
                <a:cubicBezTo>
                  <a:pt x="15858" y="84439"/>
                  <a:pt x="17567" y="88310"/>
                  <a:pt x="20226" y="91152"/>
                </a:cubicBezTo>
                <a:cubicBezTo>
                  <a:pt x="22884" y="94093"/>
                  <a:pt x="26160" y="95563"/>
                  <a:pt x="30053" y="95563"/>
                </a:cubicBezTo>
                <a:cubicBezTo>
                  <a:pt x="33852" y="95563"/>
                  <a:pt x="37080" y="94093"/>
                  <a:pt x="39739" y="91152"/>
                </a:cubicBezTo>
                <a:cubicBezTo>
                  <a:pt x="42493" y="88212"/>
                  <a:pt x="44202" y="84095"/>
                  <a:pt x="44867" y="78803"/>
                </a:cubicBezTo>
                <a:cubicBezTo>
                  <a:pt x="45531" y="73510"/>
                  <a:pt x="45911" y="63562"/>
                  <a:pt x="46006" y="48958"/>
                </a:cubicBezTo>
                <a:cubicBezTo>
                  <a:pt x="46006" y="34746"/>
                  <a:pt x="45626" y="25385"/>
                  <a:pt x="44867" y="20877"/>
                </a:cubicBezTo>
                <a:cubicBezTo>
                  <a:pt x="44107" y="16368"/>
                  <a:pt x="42540" y="12791"/>
                  <a:pt x="40166" y="101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0E9F38-147F-4C34-BD18-54415BD3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0948" y="4221141"/>
            <a:ext cx="59964" cy="101150"/>
          </a:xfrm>
          <a:custGeom xmlns:a="http://schemas.openxmlformats.org/drawingml/2006/main">
            <a:pathLst>
              <a:path w="59964" h="101150" fill="none">
                <a:moveTo>
                  <a:pt x="8119" y="11909"/>
                </a:moveTo>
                <a:cubicBezTo>
                  <a:pt x="13436" y="3970"/>
                  <a:pt x="20700" y="0"/>
                  <a:pt x="29911" y="0"/>
                </a:cubicBezTo>
                <a:cubicBezTo>
                  <a:pt x="34469" y="0"/>
                  <a:pt x="39027" y="1274"/>
                  <a:pt x="43585" y="3823"/>
                </a:cubicBezTo>
                <a:cubicBezTo>
                  <a:pt x="48143" y="6371"/>
                  <a:pt x="51846" y="10879"/>
                  <a:pt x="54694" y="17348"/>
                </a:cubicBezTo>
                <a:cubicBezTo>
                  <a:pt x="58208" y="25483"/>
                  <a:pt x="59964" y="36657"/>
                  <a:pt x="59964" y="50869"/>
                </a:cubicBezTo>
                <a:cubicBezTo>
                  <a:pt x="59964" y="66061"/>
                  <a:pt x="57923" y="77676"/>
                  <a:pt x="53840" y="85713"/>
                </a:cubicBezTo>
                <a:cubicBezTo>
                  <a:pt x="51941" y="89829"/>
                  <a:pt x="49329" y="93113"/>
                  <a:pt x="46006" y="95563"/>
                </a:cubicBezTo>
                <a:cubicBezTo>
                  <a:pt x="42683" y="98013"/>
                  <a:pt x="39786" y="99533"/>
                  <a:pt x="37318" y="100121"/>
                </a:cubicBezTo>
                <a:cubicBezTo>
                  <a:pt x="34849" y="100709"/>
                  <a:pt x="32427" y="101052"/>
                  <a:pt x="30053" y="101150"/>
                </a:cubicBezTo>
                <a:cubicBezTo>
                  <a:pt x="27585" y="101150"/>
                  <a:pt x="25116" y="100856"/>
                  <a:pt x="22647" y="100268"/>
                </a:cubicBezTo>
                <a:cubicBezTo>
                  <a:pt x="20178" y="99680"/>
                  <a:pt x="17282" y="98111"/>
                  <a:pt x="13958" y="95563"/>
                </a:cubicBezTo>
                <a:cubicBezTo>
                  <a:pt x="10635" y="93015"/>
                  <a:pt x="8024" y="89731"/>
                  <a:pt x="6125" y="85713"/>
                </a:cubicBezTo>
                <a:cubicBezTo>
                  <a:pt x="2042" y="77676"/>
                  <a:pt x="0" y="66061"/>
                  <a:pt x="0" y="50869"/>
                </a:cubicBezTo>
                <a:cubicBezTo>
                  <a:pt x="0" y="33815"/>
                  <a:pt x="2706" y="20828"/>
                  <a:pt x="8119" y="11909"/>
                </a:cubicBezTo>
                <a:close/>
                <a:moveTo>
                  <a:pt x="40166" y="10144"/>
                </a:moveTo>
                <a:cubicBezTo>
                  <a:pt x="37318" y="7008"/>
                  <a:pt x="33947" y="5440"/>
                  <a:pt x="30053" y="5440"/>
                </a:cubicBezTo>
                <a:cubicBezTo>
                  <a:pt x="26065" y="5440"/>
                  <a:pt x="22647" y="7008"/>
                  <a:pt x="19798" y="10144"/>
                </a:cubicBezTo>
                <a:cubicBezTo>
                  <a:pt x="17424" y="12693"/>
                  <a:pt x="15858" y="16221"/>
                  <a:pt x="15098" y="20730"/>
                </a:cubicBezTo>
                <a:cubicBezTo>
                  <a:pt x="14338" y="25238"/>
                  <a:pt x="13958" y="34648"/>
                  <a:pt x="13958" y="48958"/>
                </a:cubicBezTo>
                <a:cubicBezTo>
                  <a:pt x="13958" y="64444"/>
                  <a:pt x="14338" y="74637"/>
                  <a:pt x="15098" y="79538"/>
                </a:cubicBezTo>
                <a:cubicBezTo>
                  <a:pt x="15858" y="84439"/>
                  <a:pt x="17567" y="88310"/>
                  <a:pt x="20226" y="91152"/>
                </a:cubicBezTo>
                <a:cubicBezTo>
                  <a:pt x="22884" y="94093"/>
                  <a:pt x="26160" y="95563"/>
                  <a:pt x="30053" y="95563"/>
                </a:cubicBezTo>
                <a:cubicBezTo>
                  <a:pt x="33852" y="95563"/>
                  <a:pt x="37080" y="94093"/>
                  <a:pt x="39739" y="91152"/>
                </a:cubicBezTo>
                <a:cubicBezTo>
                  <a:pt x="42493" y="88212"/>
                  <a:pt x="44202" y="84095"/>
                  <a:pt x="44867" y="78803"/>
                </a:cubicBezTo>
                <a:cubicBezTo>
                  <a:pt x="45531" y="73510"/>
                  <a:pt x="45911" y="63562"/>
                  <a:pt x="46006" y="48958"/>
                </a:cubicBezTo>
                <a:cubicBezTo>
                  <a:pt x="46006" y="34746"/>
                  <a:pt x="45626" y="25385"/>
                  <a:pt x="44867" y="20877"/>
                </a:cubicBezTo>
                <a:cubicBezTo>
                  <a:pt x="44107" y="16368"/>
                  <a:pt x="42540" y="12791"/>
                  <a:pt x="40166" y="101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1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75E8D2-CCF1-4B88-8265-BB2FCA05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719" y="4301267"/>
            <a:ext cx="18801" cy="46409"/>
          </a:xfrm>
          <a:custGeom xmlns:a="http://schemas.openxmlformats.org/drawingml/2006/main">
            <a:pathLst>
              <a:path w="18801" h="46409">
                <a:moveTo>
                  <a:pt x="0" y="12644"/>
                </a:moveTo>
                <a:cubicBezTo>
                  <a:pt x="0" y="12644"/>
                  <a:pt x="0" y="11419"/>
                  <a:pt x="0" y="8968"/>
                </a:cubicBezTo>
                <a:cubicBezTo>
                  <a:pt x="0" y="6518"/>
                  <a:pt x="760" y="4411"/>
                  <a:pt x="2279" y="2646"/>
                </a:cubicBezTo>
                <a:cubicBezTo>
                  <a:pt x="3798" y="882"/>
                  <a:pt x="5840" y="0"/>
                  <a:pt x="8404" y="0"/>
                </a:cubicBezTo>
                <a:cubicBezTo>
                  <a:pt x="11062" y="0"/>
                  <a:pt x="13436" y="1225"/>
                  <a:pt x="15525" y="3676"/>
                </a:cubicBezTo>
                <a:cubicBezTo>
                  <a:pt x="17614" y="6126"/>
                  <a:pt x="18706" y="10438"/>
                  <a:pt x="18801" y="16613"/>
                </a:cubicBezTo>
                <a:cubicBezTo>
                  <a:pt x="18801" y="20044"/>
                  <a:pt x="18374" y="23376"/>
                  <a:pt x="17519" y="26611"/>
                </a:cubicBezTo>
                <a:cubicBezTo>
                  <a:pt x="16665" y="29845"/>
                  <a:pt x="15668" y="32638"/>
                  <a:pt x="14528" y="34991"/>
                </a:cubicBezTo>
                <a:cubicBezTo>
                  <a:pt x="13389" y="37343"/>
                  <a:pt x="12154" y="39352"/>
                  <a:pt x="10825" y="41019"/>
                </a:cubicBezTo>
                <a:cubicBezTo>
                  <a:pt x="9496" y="42685"/>
                  <a:pt x="8356" y="44008"/>
                  <a:pt x="7407" y="44988"/>
                </a:cubicBezTo>
                <a:cubicBezTo>
                  <a:pt x="6457" y="45968"/>
                  <a:pt x="5840" y="46409"/>
                  <a:pt x="5555" y="46311"/>
                </a:cubicBezTo>
                <a:cubicBezTo>
                  <a:pt x="5175" y="46311"/>
                  <a:pt x="4558" y="45870"/>
                  <a:pt x="3703" y="44988"/>
                </a:cubicBezTo>
                <a:cubicBezTo>
                  <a:pt x="2849" y="44106"/>
                  <a:pt x="2421" y="43469"/>
                  <a:pt x="2421" y="43077"/>
                </a:cubicBezTo>
                <a:cubicBezTo>
                  <a:pt x="2421" y="42685"/>
                  <a:pt x="2944" y="41901"/>
                  <a:pt x="3988" y="40725"/>
                </a:cubicBezTo>
                <a:cubicBezTo>
                  <a:pt x="5033" y="39548"/>
                  <a:pt x="6220" y="38078"/>
                  <a:pt x="7549" y="36314"/>
                </a:cubicBezTo>
                <a:cubicBezTo>
                  <a:pt x="8878" y="34550"/>
                  <a:pt x="10113" y="32099"/>
                  <a:pt x="11252" y="28963"/>
                </a:cubicBezTo>
                <a:cubicBezTo>
                  <a:pt x="12392" y="25827"/>
                  <a:pt x="13151" y="22249"/>
                  <a:pt x="13531" y="18230"/>
                </a:cubicBezTo>
                <a:lnTo>
                  <a:pt x="13531" y="16466"/>
                </a:lnTo>
                <a:lnTo>
                  <a:pt x="13389" y="16613"/>
                </a:lnTo>
                <a:cubicBezTo>
                  <a:pt x="13199" y="16711"/>
                  <a:pt x="12961" y="16809"/>
                  <a:pt x="12677" y="16907"/>
                </a:cubicBezTo>
                <a:cubicBezTo>
                  <a:pt x="12392" y="17005"/>
                  <a:pt x="12107" y="17152"/>
                  <a:pt x="11822" y="17348"/>
                </a:cubicBezTo>
                <a:cubicBezTo>
                  <a:pt x="11537" y="17544"/>
                  <a:pt x="11110" y="17642"/>
                  <a:pt x="10540" y="17642"/>
                </a:cubicBezTo>
                <a:cubicBezTo>
                  <a:pt x="9970" y="17642"/>
                  <a:pt x="9401" y="17691"/>
                  <a:pt x="8831" y="17789"/>
                </a:cubicBezTo>
                <a:cubicBezTo>
                  <a:pt x="6267" y="17789"/>
                  <a:pt x="4178" y="16956"/>
                  <a:pt x="2564" y="15290"/>
                </a:cubicBezTo>
                <a:lnTo>
                  <a:pt x="0" y="126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3B84EF-1533-4651-9326-0540A57F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719" y="4301267"/>
            <a:ext cx="18801" cy="46409"/>
          </a:xfrm>
          <a:custGeom xmlns:a="http://schemas.openxmlformats.org/drawingml/2006/main">
            <a:pathLst>
              <a:path w="18801" h="46409" fill="none">
                <a:moveTo>
                  <a:pt x="0" y="12644"/>
                </a:moveTo>
                <a:cubicBezTo>
                  <a:pt x="0" y="12644"/>
                  <a:pt x="0" y="11419"/>
                  <a:pt x="0" y="8968"/>
                </a:cubicBezTo>
                <a:cubicBezTo>
                  <a:pt x="0" y="6518"/>
                  <a:pt x="760" y="4411"/>
                  <a:pt x="2279" y="2646"/>
                </a:cubicBezTo>
                <a:cubicBezTo>
                  <a:pt x="3798" y="882"/>
                  <a:pt x="5840" y="0"/>
                  <a:pt x="8404" y="0"/>
                </a:cubicBezTo>
                <a:cubicBezTo>
                  <a:pt x="11062" y="0"/>
                  <a:pt x="13436" y="1225"/>
                  <a:pt x="15525" y="3676"/>
                </a:cubicBezTo>
                <a:cubicBezTo>
                  <a:pt x="17614" y="6126"/>
                  <a:pt x="18706" y="10438"/>
                  <a:pt x="18801" y="16613"/>
                </a:cubicBezTo>
                <a:cubicBezTo>
                  <a:pt x="18801" y="20044"/>
                  <a:pt x="18374" y="23376"/>
                  <a:pt x="17519" y="26611"/>
                </a:cubicBezTo>
                <a:cubicBezTo>
                  <a:pt x="16665" y="29845"/>
                  <a:pt x="15668" y="32638"/>
                  <a:pt x="14528" y="34991"/>
                </a:cubicBezTo>
                <a:cubicBezTo>
                  <a:pt x="13389" y="37343"/>
                  <a:pt x="12154" y="39352"/>
                  <a:pt x="10825" y="41019"/>
                </a:cubicBezTo>
                <a:cubicBezTo>
                  <a:pt x="9496" y="42685"/>
                  <a:pt x="8356" y="44008"/>
                  <a:pt x="7407" y="44988"/>
                </a:cubicBezTo>
                <a:cubicBezTo>
                  <a:pt x="6457" y="45968"/>
                  <a:pt x="5840" y="46409"/>
                  <a:pt x="5555" y="46311"/>
                </a:cubicBezTo>
                <a:cubicBezTo>
                  <a:pt x="5175" y="46311"/>
                  <a:pt x="4558" y="45870"/>
                  <a:pt x="3703" y="44988"/>
                </a:cubicBezTo>
                <a:cubicBezTo>
                  <a:pt x="2849" y="44106"/>
                  <a:pt x="2421" y="43469"/>
                  <a:pt x="2421" y="43077"/>
                </a:cubicBezTo>
                <a:cubicBezTo>
                  <a:pt x="2421" y="42685"/>
                  <a:pt x="2944" y="41901"/>
                  <a:pt x="3988" y="40725"/>
                </a:cubicBezTo>
                <a:cubicBezTo>
                  <a:pt x="5033" y="39548"/>
                  <a:pt x="6220" y="38078"/>
                  <a:pt x="7549" y="36314"/>
                </a:cubicBezTo>
                <a:cubicBezTo>
                  <a:pt x="8878" y="34550"/>
                  <a:pt x="10113" y="32099"/>
                  <a:pt x="11252" y="28963"/>
                </a:cubicBezTo>
                <a:cubicBezTo>
                  <a:pt x="12392" y="25827"/>
                  <a:pt x="13151" y="22249"/>
                  <a:pt x="13531" y="18230"/>
                </a:cubicBezTo>
                <a:lnTo>
                  <a:pt x="13531" y="16466"/>
                </a:lnTo>
                <a:lnTo>
                  <a:pt x="13389" y="16613"/>
                </a:lnTo>
                <a:cubicBezTo>
                  <a:pt x="13199" y="16711"/>
                  <a:pt x="12961" y="16809"/>
                  <a:pt x="12677" y="16907"/>
                </a:cubicBezTo>
                <a:cubicBezTo>
                  <a:pt x="12392" y="17005"/>
                  <a:pt x="12107" y="17152"/>
                  <a:pt x="11822" y="17348"/>
                </a:cubicBezTo>
                <a:cubicBezTo>
                  <a:pt x="11537" y="17544"/>
                  <a:pt x="11110" y="17642"/>
                  <a:pt x="10540" y="17642"/>
                </a:cubicBezTo>
                <a:cubicBezTo>
                  <a:pt x="9970" y="17642"/>
                  <a:pt x="9401" y="17691"/>
                  <a:pt x="8831" y="17789"/>
                </a:cubicBezTo>
                <a:cubicBezTo>
                  <a:pt x="6267" y="17789"/>
                  <a:pt x="4178" y="16956"/>
                  <a:pt x="2564" y="15290"/>
                </a:cubicBezTo>
                <a:lnTo>
                  <a:pt x="0" y="126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1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776C37-4960-45A3-9E45-3A3837D7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1760" y="4221141"/>
            <a:ext cx="59964" cy="101150"/>
          </a:xfrm>
          <a:custGeom xmlns:a="http://schemas.openxmlformats.org/drawingml/2006/main">
            <a:pathLst>
              <a:path w="59964" h="101150">
                <a:moveTo>
                  <a:pt x="8119" y="11909"/>
                </a:moveTo>
                <a:cubicBezTo>
                  <a:pt x="13436" y="3970"/>
                  <a:pt x="20700" y="0"/>
                  <a:pt x="29911" y="0"/>
                </a:cubicBezTo>
                <a:cubicBezTo>
                  <a:pt x="34469" y="0"/>
                  <a:pt x="39027" y="1274"/>
                  <a:pt x="43585" y="3823"/>
                </a:cubicBezTo>
                <a:cubicBezTo>
                  <a:pt x="48143" y="6371"/>
                  <a:pt x="51846" y="10879"/>
                  <a:pt x="54694" y="17348"/>
                </a:cubicBezTo>
                <a:cubicBezTo>
                  <a:pt x="58208" y="25483"/>
                  <a:pt x="59964" y="36657"/>
                  <a:pt x="59964" y="50869"/>
                </a:cubicBezTo>
                <a:cubicBezTo>
                  <a:pt x="59964" y="66061"/>
                  <a:pt x="57923" y="77676"/>
                  <a:pt x="53840" y="85713"/>
                </a:cubicBezTo>
                <a:cubicBezTo>
                  <a:pt x="51941" y="89829"/>
                  <a:pt x="49329" y="93113"/>
                  <a:pt x="46006" y="95563"/>
                </a:cubicBezTo>
                <a:cubicBezTo>
                  <a:pt x="42683" y="98013"/>
                  <a:pt x="39786" y="99533"/>
                  <a:pt x="37318" y="100121"/>
                </a:cubicBezTo>
                <a:cubicBezTo>
                  <a:pt x="34849" y="100709"/>
                  <a:pt x="32427" y="101052"/>
                  <a:pt x="30053" y="101150"/>
                </a:cubicBezTo>
                <a:cubicBezTo>
                  <a:pt x="27585" y="101150"/>
                  <a:pt x="25116" y="100856"/>
                  <a:pt x="22647" y="100268"/>
                </a:cubicBezTo>
                <a:cubicBezTo>
                  <a:pt x="20178" y="99680"/>
                  <a:pt x="17282" y="98111"/>
                  <a:pt x="13958" y="95563"/>
                </a:cubicBezTo>
                <a:cubicBezTo>
                  <a:pt x="10635" y="93015"/>
                  <a:pt x="8024" y="89731"/>
                  <a:pt x="6125" y="85713"/>
                </a:cubicBezTo>
                <a:cubicBezTo>
                  <a:pt x="2042" y="77676"/>
                  <a:pt x="0" y="66061"/>
                  <a:pt x="0" y="50869"/>
                </a:cubicBezTo>
                <a:cubicBezTo>
                  <a:pt x="0" y="33815"/>
                  <a:pt x="2706" y="20828"/>
                  <a:pt x="8119" y="11909"/>
                </a:cubicBezTo>
                <a:close/>
                <a:moveTo>
                  <a:pt x="40166" y="10144"/>
                </a:moveTo>
                <a:cubicBezTo>
                  <a:pt x="37318" y="7008"/>
                  <a:pt x="33947" y="5440"/>
                  <a:pt x="30053" y="5440"/>
                </a:cubicBezTo>
                <a:cubicBezTo>
                  <a:pt x="26065" y="5440"/>
                  <a:pt x="22647" y="7008"/>
                  <a:pt x="19798" y="10144"/>
                </a:cubicBezTo>
                <a:cubicBezTo>
                  <a:pt x="17424" y="12693"/>
                  <a:pt x="15858" y="16221"/>
                  <a:pt x="15098" y="20730"/>
                </a:cubicBezTo>
                <a:cubicBezTo>
                  <a:pt x="14338" y="25238"/>
                  <a:pt x="13958" y="34648"/>
                  <a:pt x="13958" y="48958"/>
                </a:cubicBezTo>
                <a:cubicBezTo>
                  <a:pt x="13958" y="64444"/>
                  <a:pt x="14338" y="74637"/>
                  <a:pt x="15098" y="79538"/>
                </a:cubicBezTo>
                <a:cubicBezTo>
                  <a:pt x="15858" y="84439"/>
                  <a:pt x="17567" y="88310"/>
                  <a:pt x="20226" y="91152"/>
                </a:cubicBezTo>
                <a:cubicBezTo>
                  <a:pt x="22884" y="94093"/>
                  <a:pt x="26160" y="95563"/>
                  <a:pt x="30053" y="95563"/>
                </a:cubicBezTo>
                <a:cubicBezTo>
                  <a:pt x="33852" y="95563"/>
                  <a:pt x="37080" y="94093"/>
                  <a:pt x="39739" y="91152"/>
                </a:cubicBezTo>
                <a:cubicBezTo>
                  <a:pt x="42493" y="88212"/>
                  <a:pt x="44202" y="84095"/>
                  <a:pt x="44867" y="78803"/>
                </a:cubicBezTo>
                <a:cubicBezTo>
                  <a:pt x="45531" y="73510"/>
                  <a:pt x="45911" y="63562"/>
                  <a:pt x="46006" y="48958"/>
                </a:cubicBezTo>
                <a:cubicBezTo>
                  <a:pt x="46006" y="34746"/>
                  <a:pt x="45626" y="25385"/>
                  <a:pt x="44867" y="20877"/>
                </a:cubicBezTo>
                <a:cubicBezTo>
                  <a:pt x="44107" y="16368"/>
                  <a:pt x="42540" y="12791"/>
                  <a:pt x="40166" y="101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CEF8D2-5E69-46EC-9656-9EA57842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1760" y="4221141"/>
            <a:ext cx="59964" cy="101150"/>
          </a:xfrm>
          <a:custGeom xmlns:a="http://schemas.openxmlformats.org/drawingml/2006/main">
            <a:pathLst>
              <a:path w="59964" h="101150" fill="none">
                <a:moveTo>
                  <a:pt x="8119" y="11909"/>
                </a:moveTo>
                <a:cubicBezTo>
                  <a:pt x="13436" y="3970"/>
                  <a:pt x="20700" y="0"/>
                  <a:pt x="29911" y="0"/>
                </a:cubicBezTo>
                <a:cubicBezTo>
                  <a:pt x="34469" y="0"/>
                  <a:pt x="39027" y="1274"/>
                  <a:pt x="43585" y="3823"/>
                </a:cubicBezTo>
                <a:cubicBezTo>
                  <a:pt x="48143" y="6371"/>
                  <a:pt x="51846" y="10879"/>
                  <a:pt x="54694" y="17348"/>
                </a:cubicBezTo>
                <a:cubicBezTo>
                  <a:pt x="58208" y="25483"/>
                  <a:pt x="59964" y="36657"/>
                  <a:pt x="59964" y="50869"/>
                </a:cubicBezTo>
                <a:cubicBezTo>
                  <a:pt x="59964" y="66061"/>
                  <a:pt x="57923" y="77676"/>
                  <a:pt x="53840" y="85713"/>
                </a:cubicBezTo>
                <a:cubicBezTo>
                  <a:pt x="51941" y="89829"/>
                  <a:pt x="49329" y="93113"/>
                  <a:pt x="46006" y="95563"/>
                </a:cubicBezTo>
                <a:cubicBezTo>
                  <a:pt x="42683" y="98013"/>
                  <a:pt x="39786" y="99533"/>
                  <a:pt x="37318" y="100121"/>
                </a:cubicBezTo>
                <a:cubicBezTo>
                  <a:pt x="34849" y="100709"/>
                  <a:pt x="32427" y="101052"/>
                  <a:pt x="30053" y="101150"/>
                </a:cubicBezTo>
                <a:cubicBezTo>
                  <a:pt x="27585" y="101150"/>
                  <a:pt x="25116" y="100856"/>
                  <a:pt x="22647" y="100268"/>
                </a:cubicBezTo>
                <a:cubicBezTo>
                  <a:pt x="20178" y="99680"/>
                  <a:pt x="17282" y="98111"/>
                  <a:pt x="13958" y="95563"/>
                </a:cubicBezTo>
                <a:cubicBezTo>
                  <a:pt x="10635" y="93015"/>
                  <a:pt x="8024" y="89731"/>
                  <a:pt x="6125" y="85713"/>
                </a:cubicBezTo>
                <a:cubicBezTo>
                  <a:pt x="2042" y="77676"/>
                  <a:pt x="0" y="66061"/>
                  <a:pt x="0" y="50869"/>
                </a:cubicBezTo>
                <a:cubicBezTo>
                  <a:pt x="0" y="33815"/>
                  <a:pt x="2706" y="20828"/>
                  <a:pt x="8119" y="11909"/>
                </a:cubicBezTo>
                <a:close/>
                <a:moveTo>
                  <a:pt x="40166" y="10144"/>
                </a:moveTo>
                <a:cubicBezTo>
                  <a:pt x="37318" y="7008"/>
                  <a:pt x="33947" y="5440"/>
                  <a:pt x="30053" y="5440"/>
                </a:cubicBezTo>
                <a:cubicBezTo>
                  <a:pt x="26065" y="5440"/>
                  <a:pt x="22647" y="7008"/>
                  <a:pt x="19798" y="10144"/>
                </a:cubicBezTo>
                <a:cubicBezTo>
                  <a:pt x="17424" y="12693"/>
                  <a:pt x="15858" y="16221"/>
                  <a:pt x="15098" y="20730"/>
                </a:cubicBezTo>
                <a:cubicBezTo>
                  <a:pt x="14338" y="25238"/>
                  <a:pt x="13958" y="34648"/>
                  <a:pt x="13958" y="48958"/>
                </a:cubicBezTo>
                <a:cubicBezTo>
                  <a:pt x="13958" y="64444"/>
                  <a:pt x="14338" y="74637"/>
                  <a:pt x="15098" y="79538"/>
                </a:cubicBezTo>
                <a:cubicBezTo>
                  <a:pt x="15858" y="84439"/>
                  <a:pt x="17567" y="88310"/>
                  <a:pt x="20226" y="91152"/>
                </a:cubicBezTo>
                <a:cubicBezTo>
                  <a:pt x="22884" y="94093"/>
                  <a:pt x="26160" y="95563"/>
                  <a:pt x="30053" y="95563"/>
                </a:cubicBezTo>
                <a:cubicBezTo>
                  <a:pt x="33852" y="95563"/>
                  <a:pt x="37080" y="94093"/>
                  <a:pt x="39739" y="91152"/>
                </a:cubicBezTo>
                <a:cubicBezTo>
                  <a:pt x="42493" y="88212"/>
                  <a:pt x="44202" y="84095"/>
                  <a:pt x="44867" y="78803"/>
                </a:cubicBezTo>
                <a:cubicBezTo>
                  <a:pt x="45531" y="73510"/>
                  <a:pt x="45911" y="63562"/>
                  <a:pt x="46006" y="48958"/>
                </a:cubicBezTo>
                <a:cubicBezTo>
                  <a:pt x="46006" y="34746"/>
                  <a:pt x="45626" y="25385"/>
                  <a:pt x="44867" y="20877"/>
                </a:cubicBezTo>
                <a:cubicBezTo>
                  <a:pt x="44107" y="16368"/>
                  <a:pt x="42540" y="12791"/>
                  <a:pt x="40166" y="101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1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898413-CCFE-4382-8633-AE804FE7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1501" y="4132006"/>
            <a:ext cx="8058" cy="207741"/>
          </a:xfrm>
          <a:custGeom xmlns:a="http://schemas.openxmlformats.org/drawingml/2006/main">
            <a:pathLst>
              <a:path w="8058" h="207741">
                <a:moveTo>
                  <a:pt x="4029" y="207741"/>
                </a:moveTo>
                <a:lnTo>
                  <a:pt x="3626" y="207741"/>
                </a:lnTo>
                <a:cubicBezTo>
                  <a:pt x="2015" y="207741"/>
                  <a:pt x="806" y="206771"/>
                  <a:pt x="0" y="204830"/>
                </a:cubicBezTo>
                <a:lnTo>
                  <a:pt x="0" y="103767"/>
                </a:lnTo>
                <a:lnTo>
                  <a:pt x="201" y="2703"/>
                </a:lnTo>
                <a:cubicBezTo>
                  <a:pt x="1545" y="901"/>
                  <a:pt x="2820" y="0"/>
                  <a:pt x="4029" y="0"/>
                </a:cubicBezTo>
                <a:cubicBezTo>
                  <a:pt x="5775" y="0"/>
                  <a:pt x="7118" y="1040"/>
                  <a:pt x="8058" y="3119"/>
                </a:cubicBezTo>
                <a:lnTo>
                  <a:pt x="8058" y="204830"/>
                </a:lnTo>
                <a:cubicBezTo>
                  <a:pt x="6984" y="206771"/>
                  <a:pt x="5775" y="207741"/>
                  <a:pt x="4432" y="207741"/>
                </a:cubicBezTo>
                <a:lnTo>
                  <a:pt x="4029" y="2077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7E6427-E393-4DE7-BEB4-37D282DE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1501" y="4132006"/>
            <a:ext cx="8058" cy="207741"/>
          </a:xfrm>
          <a:custGeom xmlns:a="http://schemas.openxmlformats.org/drawingml/2006/main">
            <a:pathLst>
              <a:path w="8058" h="207741" fill="none">
                <a:moveTo>
                  <a:pt x="4029" y="207741"/>
                </a:moveTo>
                <a:lnTo>
                  <a:pt x="3626" y="207741"/>
                </a:lnTo>
                <a:cubicBezTo>
                  <a:pt x="2015" y="207741"/>
                  <a:pt x="806" y="206771"/>
                  <a:pt x="0" y="204830"/>
                </a:cubicBezTo>
                <a:lnTo>
                  <a:pt x="0" y="103767"/>
                </a:lnTo>
                <a:lnTo>
                  <a:pt x="201" y="2703"/>
                </a:lnTo>
                <a:cubicBezTo>
                  <a:pt x="1545" y="901"/>
                  <a:pt x="2820" y="0"/>
                  <a:pt x="4029" y="0"/>
                </a:cubicBezTo>
                <a:cubicBezTo>
                  <a:pt x="5775" y="0"/>
                  <a:pt x="7118" y="1040"/>
                  <a:pt x="8058" y="3119"/>
                </a:cubicBezTo>
                <a:lnTo>
                  <a:pt x="8058" y="204830"/>
                </a:lnTo>
                <a:cubicBezTo>
                  <a:pt x="6984" y="206771"/>
                  <a:pt x="5775" y="207741"/>
                  <a:pt x="4432" y="207741"/>
                </a:cubicBezTo>
                <a:lnTo>
                  <a:pt x="4029" y="2077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1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F80AAC-DF3F-4D81-88DF-9C0B3D2C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507" y="4132006"/>
            <a:ext cx="8058" cy="207741"/>
          </a:xfrm>
          <a:custGeom xmlns:a="http://schemas.openxmlformats.org/drawingml/2006/main">
            <a:pathLst>
              <a:path w="8058" h="207741">
                <a:moveTo>
                  <a:pt x="4029" y="207741"/>
                </a:moveTo>
                <a:lnTo>
                  <a:pt x="3626" y="207741"/>
                </a:lnTo>
                <a:cubicBezTo>
                  <a:pt x="2015" y="207741"/>
                  <a:pt x="806" y="206771"/>
                  <a:pt x="0" y="204830"/>
                </a:cubicBezTo>
                <a:lnTo>
                  <a:pt x="0" y="103767"/>
                </a:lnTo>
                <a:lnTo>
                  <a:pt x="201" y="2703"/>
                </a:lnTo>
                <a:cubicBezTo>
                  <a:pt x="1545" y="901"/>
                  <a:pt x="2820" y="0"/>
                  <a:pt x="4029" y="0"/>
                </a:cubicBezTo>
                <a:cubicBezTo>
                  <a:pt x="5775" y="0"/>
                  <a:pt x="7118" y="1040"/>
                  <a:pt x="8058" y="3119"/>
                </a:cubicBezTo>
                <a:lnTo>
                  <a:pt x="8058" y="204830"/>
                </a:lnTo>
                <a:cubicBezTo>
                  <a:pt x="6984" y="206771"/>
                  <a:pt x="5775" y="207741"/>
                  <a:pt x="4432" y="207741"/>
                </a:cubicBezTo>
                <a:lnTo>
                  <a:pt x="4029" y="2077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9D614C-818D-4093-B575-2A1DB6AE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507" y="4132006"/>
            <a:ext cx="8058" cy="207741"/>
          </a:xfrm>
          <a:custGeom xmlns:a="http://schemas.openxmlformats.org/drawingml/2006/main">
            <a:pathLst>
              <a:path w="8058" h="207741" fill="none">
                <a:moveTo>
                  <a:pt x="4029" y="207741"/>
                </a:moveTo>
                <a:lnTo>
                  <a:pt x="3626" y="207741"/>
                </a:lnTo>
                <a:cubicBezTo>
                  <a:pt x="2015" y="207741"/>
                  <a:pt x="806" y="206771"/>
                  <a:pt x="0" y="204830"/>
                </a:cubicBezTo>
                <a:lnTo>
                  <a:pt x="0" y="103767"/>
                </a:lnTo>
                <a:lnTo>
                  <a:pt x="201" y="2703"/>
                </a:lnTo>
                <a:cubicBezTo>
                  <a:pt x="1545" y="901"/>
                  <a:pt x="2820" y="0"/>
                  <a:pt x="4029" y="0"/>
                </a:cubicBezTo>
                <a:cubicBezTo>
                  <a:pt x="5775" y="0"/>
                  <a:pt x="7118" y="1040"/>
                  <a:pt x="8058" y="3119"/>
                </a:cubicBezTo>
                <a:lnTo>
                  <a:pt x="8058" y="204830"/>
                </a:lnTo>
                <a:cubicBezTo>
                  <a:pt x="6984" y="206771"/>
                  <a:pt x="5775" y="207741"/>
                  <a:pt x="4432" y="207741"/>
                </a:cubicBezTo>
                <a:lnTo>
                  <a:pt x="4029" y="2077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1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0538BF-CBA5-47A0-81E9-E46CFE01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253" y="4262910"/>
            <a:ext cx="24377" cy="24954"/>
          </a:xfrm>
          <a:custGeom xmlns:a="http://schemas.openxmlformats.org/drawingml/2006/main">
            <a:pathLst>
              <a:path w="24377" h="24954">
                <a:moveTo>
                  <a:pt x="0" y="12477"/>
                </a:moveTo>
                <a:cubicBezTo>
                  <a:pt x="0" y="9150"/>
                  <a:pt x="1142" y="6238"/>
                  <a:pt x="3425" y="3743"/>
                </a:cubicBezTo>
                <a:cubicBezTo>
                  <a:pt x="5708" y="1248"/>
                  <a:pt x="8596" y="0"/>
                  <a:pt x="12088" y="0"/>
                </a:cubicBezTo>
                <a:cubicBezTo>
                  <a:pt x="15311" y="0"/>
                  <a:pt x="18132" y="1109"/>
                  <a:pt x="20549" y="3327"/>
                </a:cubicBezTo>
                <a:cubicBezTo>
                  <a:pt x="22967" y="5545"/>
                  <a:pt x="24243" y="8526"/>
                  <a:pt x="24377" y="12269"/>
                </a:cubicBezTo>
                <a:cubicBezTo>
                  <a:pt x="24377" y="15735"/>
                  <a:pt x="23235" y="18715"/>
                  <a:pt x="20952" y="21211"/>
                </a:cubicBezTo>
                <a:cubicBezTo>
                  <a:pt x="18669" y="23706"/>
                  <a:pt x="15781" y="24954"/>
                  <a:pt x="12289" y="24954"/>
                </a:cubicBezTo>
                <a:cubicBezTo>
                  <a:pt x="8797" y="24954"/>
                  <a:pt x="5910" y="23776"/>
                  <a:pt x="3626" y="21419"/>
                </a:cubicBezTo>
                <a:cubicBezTo>
                  <a:pt x="1343" y="19062"/>
                  <a:pt x="134" y="16081"/>
                  <a:pt x="0" y="124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DC44B6-CBF6-41AC-8E9C-1F300AE3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253" y="4262910"/>
            <a:ext cx="24377" cy="24954"/>
          </a:xfrm>
          <a:custGeom xmlns:a="http://schemas.openxmlformats.org/drawingml/2006/main">
            <a:pathLst>
              <a:path w="24377" h="24954" fill="none">
                <a:moveTo>
                  <a:pt x="0" y="12477"/>
                </a:moveTo>
                <a:cubicBezTo>
                  <a:pt x="0" y="9150"/>
                  <a:pt x="1142" y="6238"/>
                  <a:pt x="3425" y="3743"/>
                </a:cubicBezTo>
                <a:cubicBezTo>
                  <a:pt x="5708" y="1248"/>
                  <a:pt x="8596" y="0"/>
                  <a:pt x="12088" y="0"/>
                </a:cubicBezTo>
                <a:cubicBezTo>
                  <a:pt x="15311" y="0"/>
                  <a:pt x="18132" y="1109"/>
                  <a:pt x="20549" y="3327"/>
                </a:cubicBezTo>
                <a:cubicBezTo>
                  <a:pt x="22967" y="5545"/>
                  <a:pt x="24243" y="8526"/>
                  <a:pt x="24377" y="12269"/>
                </a:cubicBezTo>
                <a:cubicBezTo>
                  <a:pt x="24377" y="15735"/>
                  <a:pt x="23235" y="18715"/>
                  <a:pt x="20952" y="21211"/>
                </a:cubicBezTo>
                <a:cubicBezTo>
                  <a:pt x="18669" y="23706"/>
                  <a:pt x="15781" y="24954"/>
                  <a:pt x="12289" y="24954"/>
                </a:cubicBezTo>
                <a:cubicBezTo>
                  <a:pt x="8797" y="24954"/>
                  <a:pt x="5910" y="23776"/>
                  <a:pt x="3626" y="21419"/>
                </a:cubicBezTo>
                <a:cubicBezTo>
                  <a:pt x="1343" y="19062"/>
                  <a:pt x="134" y="16081"/>
                  <a:pt x="0" y="1247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1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7FF5E9-490B-405F-A20F-3454E2B4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4824" y="4262910"/>
            <a:ext cx="24377" cy="24954"/>
          </a:xfrm>
          <a:custGeom xmlns:a="http://schemas.openxmlformats.org/drawingml/2006/main">
            <a:pathLst>
              <a:path w="24377" h="24954">
                <a:moveTo>
                  <a:pt x="0" y="12477"/>
                </a:moveTo>
                <a:cubicBezTo>
                  <a:pt x="0" y="9150"/>
                  <a:pt x="1142" y="6238"/>
                  <a:pt x="3425" y="3743"/>
                </a:cubicBezTo>
                <a:cubicBezTo>
                  <a:pt x="5708" y="1248"/>
                  <a:pt x="8596" y="0"/>
                  <a:pt x="12088" y="0"/>
                </a:cubicBezTo>
                <a:cubicBezTo>
                  <a:pt x="15311" y="0"/>
                  <a:pt x="18132" y="1109"/>
                  <a:pt x="20549" y="3327"/>
                </a:cubicBezTo>
                <a:cubicBezTo>
                  <a:pt x="22967" y="5545"/>
                  <a:pt x="24243" y="8526"/>
                  <a:pt x="24377" y="12269"/>
                </a:cubicBezTo>
                <a:cubicBezTo>
                  <a:pt x="24377" y="15735"/>
                  <a:pt x="23235" y="18715"/>
                  <a:pt x="20952" y="21211"/>
                </a:cubicBezTo>
                <a:cubicBezTo>
                  <a:pt x="18669" y="23706"/>
                  <a:pt x="15781" y="24954"/>
                  <a:pt x="12289" y="24954"/>
                </a:cubicBezTo>
                <a:cubicBezTo>
                  <a:pt x="8797" y="24954"/>
                  <a:pt x="5910" y="23776"/>
                  <a:pt x="3626" y="21419"/>
                </a:cubicBezTo>
                <a:cubicBezTo>
                  <a:pt x="1343" y="19062"/>
                  <a:pt x="134" y="16081"/>
                  <a:pt x="0" y="124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6BFD41-28E4-4ECD-971B-7F8BB7A3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4824" y="4262910"/>
            <a:ext cx="24377" cy="24954"/>
          </a:xfrm>
          <a:custGeom xmlns:a="http://schemas.openxmlformats.org/drawingml/2006/main">
            <a:pathLst>
              <a:path w="24377" h="24954" fill="none">
                <a:moveTo>
                  <a:pt x="0" y="12477"/>
                </a:moveTo>
                <a:cubicBezTo>
                  <a:pt x="0" y="9150"/>
                  <a:pt x="1142" y="6238"/>
                  <a:pt x="3425" y="3743"/>
                </a:cubicBezTo>
                <a:cubicBezTo>
                  <a:pt x="5708" y="1248"/>
                  <a:pt x="8596" y="0"/>
                  <a:pt x="12088" y="0"/>
                </a:cubicBezTo>
                <a:cubicBezTo>
                  <a:pt x="15311" y="0"/>
                  <a:pt x="18132" y="1109"/>
                  <a:pt x="20549" y="3327"/>
                </a:cubicBezTo>
                <a:cubicBezTo>
                  <a:pt x="22967" y="5545"/>
                  <a:pt x="24243" y="8526"/>
                  <a:pt x="24377" y="12269"/>
                </a:cubicBezTo>
                <a:cubicBezTo>
                  <a:pt x="24377" y="15735"/>
                  <a:pt x="23235" y="18715"/>
                  <a:pt x="20952" y="21211"/>
                </a:cubicBezTo>
                <a:cubicBezTo>
                  <a:pt x="18669" y="23706"/>
                  <a:pt x="15781" y="24954"/>
                  <a:pt x="12289" y="24954"/>
                </a:cubicBezTo>
                <a:cubicBezTo>
                  <a:pt x="8797" y="24954"/>
                  <a:pt x="5910" y="23776"/>
                  <a:pt x="3626" y="21419"/>
                </a:cubicBezTo>
                <a:cubicBezTo>
                  <a:pt x="1343" y="19062"/>
                  <a:pt x="134" y="16081"/>
                  <a:pt x="0" y="1247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1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6B9523-8D4F-476D-B6D1-69EA6BBB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414" y="4262910"/>
            <a:ext cx="24377" cy="24954"/>
          </a:xfrm>
          <a:custGeom xmlns:a="http://schemas.openxmlformats.org/drawingml/2006/main">
            <a:pathLst>
              <a:path w="24377" h="24954">
                <a:moveTo>
                  <a:pt x="0" y="12477"/>
                </a:moveTo>
                <a:cubicBezTo>
                  <a:pt x="0" y="9150"/>
                  <a:pt x="1142" y="6238"/>
                  <a:pt x="3425" y="3743"/>
                </a:cubicBezTo>
                <a:cubicBezTo>
                  <a:pt x="5708" y="1248"/>
                  <a:pt x="8596" y="0"/>
                  <a:pt x="12088" y="0"/>
                </a:cubicBezTo>
                <a:cubicBezTo>
                  <a:pt x="15311" y="0"/>
                  <a:pt x="18132" y="1109"/>
                  <a:pt x="20549" y="3327"/>
                </a:cubicBezTo>
                <a:cubicBezTo>
                  <a:pt x="22967" y="5545"/>
                  <a:pt x="24243" y="8526"/>
                  <a:pt x="24377" y="12269"/>
                </a:cubicBezTo>
                <a:cubicBezTo>
                  <a:pt x="24377" y="15735"/>
                  <a:pt x="23235" y="18715"/>
                  <a:pt x="20952" y="21211"/>
                </a:cubicBezTo>
                <a:cubicBezTo>
                  <a:pt x="18669" y="23706"/>
                  <a:pt x="15781" y="24954"/>
                  <a:pt x="12289" y="24954"/>
                </a:cubicBezTo>
                <a:cubicBezTo>
                  <a:pt x="8797" y="24954"/>
                  <a:pt x="5910" y="23776"/>
                  <a:pt x="3626" y="21419"/>
                </a:cubicBezTo>
                <a:cubicBezTo>
                  <a:pt x="1343" y="19062"/>
                  <a:pt x="134" y="16081"/>
                  <a:pt x="0" y="124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3BD727-FE89-473F-8E8B-6ABA940E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414" y="4262910"/>
            <a:ext cx="24377" cy="24954"/>
          </a:xfrm>
          <a:custGeom xmlns:a="http://schemas.openxmlformats.org/drawingml/2006/main">
            <a:pathLst>
              <a:path w="24377" h="24954" fill="none">
                <a:moveTo>
                  <a:pt x="0" y="12477"/>
                </a:moveTo>
                <a:cubicBezTo>
                  <a:pt x="0" y="9150"/>
                  <a:pt x="1142" y="6238"/>
                  <a:pt x="3425" y="3743"/>
                </a:cubicBezTo>
                <a:cubicBezTo>
                  <a:pt x="5708" y="1248"/>
                  <a:pt x="8596" y="0"/>
                  <a:pt x="12088" y="0"/>
                </a:cubicBezTo>
                <a:cubicBezTo>
                  <a:pt x="15311" y="0"/>
                  <a:pt x="18132" y="1109"/>
                  <a:pt x="20549" y="3327"/>
                </a:cubicBezTo>
                <a:cubicBezTo>
                  <a:pt x="22967" y="5545"/>
                  <a:pt x="24243" y="8526"/>
                  <a:pt x="24377" y="12269"/>
                </a:cubicBezTo>
                <a:cubicBezTo>
                  <a:pt x="24377" y="15735"/>
                  <a:pt x="23235" y="18715"/>
                  <a:pt x="20952" y="21211"/>
                </a:cubicBezTo>
                <a:cubicBezTo>
                  <a:pt x="18669" y="23706"/>
                  <a:pt x="15781" y="24954"/>
                  <a:pt x="12289" y="24954"/>
                </a:cubicBezTo>
                <a:cubicBezTo>
                  <a:pt x="8797" y="24954"/>
                  <a:pt x="5910" y="23776"/>
                  <a:pt x="3626" y="21419"/>
                </a:cubicBezTo>
                <a:cubicBezTo>
                  <a:pt x="1343" y="19062"/>
                  <a:pt x="134" y="16081"/>
                  <a:pt x="0" y="1247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1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49F0BA-A8D2-4AFB-B07F-863F4010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2264" y="4132006"/>
            <a:ext cx="8058" cy="207741"/>
          </a:xfrm>
          <a:custGeom xmlns:a="http://schemas.openxmlformats.org/drawingml/2006/main">
            <a:pathLst>
              <a:path w="8058" h="207741">
                <a:moveTo>
                  <a:pt x="4029" y="207741"/>
                </a:moveTo>
                <a:lnTo>
                  <a:pt x="3626" y="207741"/>
                </a:lnTo>
                <a:cubicBezTo>
                  <a:pt x="2015" y="207741"/>
                  <a:pt x="806" y="206771"/>
                  <a:pt x="0" y="204830"/>
                </a:cubicBezTo>
                <a:lnTo>
                  <a:pt x="0" y="103767"/>
                </a:lnTo>
                <a:lnTo>
                  <a:pt x="201" y="2703"/>
                </a:lnTo>
                <a:cubicBezTo>
                  <a:pt x="1545" y="901"/>
                  <a:pt x="2820" y="0"/>
                  <a:pt x="4029" y="0"/>
                </a:cubicBezTo>
                <a:cubicBezTo>
                  <a:pt x="5775" y="0"/>
                  <a:pt x="7118" y="1040"/>
                  <a:pt x="8058" y="3119"/>
                </a:cubicBezTo>
                <a:lnTo>
                  <a:pt x="8058" y="204830"/>
                </a:lnTo>
                <a:cubicBezTo>
                  <a:pt x="6984" y="206771"/>
                  <a:pt x="5775" y="207741"/>
                  <a:pt x="4432" y="207741"/>
                </a:cubicBezTo>
                <a:lnTo>
                  <a:pt x="4029" y="2077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6B2A5B-06B2-493C-8F82-29D77350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2264" y="4132006"/>
            <a:ext cx="8058" cy="207741"/>
          </a:xfrm>
          <a:custGeom xmlns:a="http://schemas.openxmlformats.org/drawingml/2006/main">
            <a:pathLst>
              <a:path w="8058" h="207741" fill="none">
                <a:moveTo>
                  <a:pt x="4029" y="207741"/>
                </a:moveTo>
                <a:lnTo>
                  <a:pt x="3626" y="207741"/>
                </a:lnTo>
                <a:cubicBezTo>
                  <a:pt x="2015" y="207741"/>
                  <a:pt x="806" y="206771"/>
                  <a:pt x="0" y="204830"/>
                </a:cubicBezTo>
                <a:lnTo>
                  <a:pt x="0" y="103767"/>
                </a:lnTo>
                <a:lnTo>
                  <a:pt x="201" y="2703"/>
                </a:lnTo>
                <a:cubicBezTo>
                  <a:pt x="1545" y="901"/>
                  <a:pt x="2820" y="0"/>
                  <a:pt x="4029" y="0"/>
                </a:cubicBezTo>
                <a:cubicBezTo>
                  <a:pt x="5775" y="0"/>
                  <a:pt x="7118" y="1040"/>
                  <a:pt x="8058" y="3119"/>
                </a:cubicBezTo>
                <a:lnTo>
                  <a:pt x="8058" y="204830"/>
                </a:lnTo>
                <a:cubicBezTo>
                  <a:pt x="6984" y="206771"/>
                  <a:pt x="5775" y="207741"/>
                  <a:pt x="4432" y="207741"/>
                </a:cubicBezTo>
                <a:lnTo>
                  <a:pt x="4029" y="2077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1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5C764E-82B9-4819-BC96-8EA0ABB0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270" y="4132006"/>
            <a:ext cx="8058" cy="207741"/>
          </a:xfrm>
          <a:custGeom xmlns:a="http://schemas.openxmlformats.org/drawingml/2006/main">
            <a:pathLst>
              <a:path w="8058" h="207741">
                <a:moveTo>
                  <a:pt x="4029" y="207741"/>
                </a:moveTo>
                <a:lnTo>
                  <a:pt x="3626" y="207741"/>
                </a:lnTo>
                <a:cubicBezTo>
                  <a:pt x="2015" y="207741"/>
                  <a:pt x="806" y="206771"/>
                  <a:pt x="0" y="204830"/>
                </a:cubicBezTo>
                <a:lnTo>
                  <a:pt x="0" y="103767"/>
                </a:lnTo>
                <a:lnTo>
                  <a:pt x="201" y="2703"/>
                </a:lnTo>
                <a:cubicBezTo>
                  <a:pt x="1545" y="901"/>
                  <a:pt x="2820" y="0"/>
                  <a:pt x="4029" y="0"/>
                </a:cubicBezTo>
                <a:cubicBezTo>
                  <a:pt x="5775" y="0"/>
                  <a:pt x="7118" y="1040"/>
                  <a:pt x="8058" y="3119"/>
                </a:cubicBezTo>
                <a:lnTo>
                  <a:pt x="8058" y="204830"/>
                </a:lnTo>
                <a:cubicBezTo>
                  <a:pt x="6984" y="206771"/>
                  <a:pt x="5775" y="207741"/>
                  <a:pt x="4432" y="207741"/>
                </a:cubicBezTo>
                <a:lnTo>
                  <a:pt x="4029" y="2077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7B391B-6DBE-4A90-995D-DD531EA1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270" y="4132006"/>
            <a:ext cx="8058" cy="207741"/>
          </a:xfrm>
          <a:custGeom xmlns:a="http://schemas.openxmlformats.org/drawingml/2006/main">
            <a:pathLst>
              <a:path w="8058" h="207741" fill="none">
                <a:moveTo>
                  <a:pt x="4029" y="207741"/>
                </a:moveTo>
                <a:lnTo>
                  <a:pt x="3626" y="207741"/>
                </a:lnTo>
                <a:cubicBezTo>
                  <a:pt x="2015" y="207741"/>
                  <a:pt x="806" y="206771"/>
                  <a:pt x="0" y="204830"/>
                </a:cubicBezTo>
                <a:lnTo>
                  <a:pt x="0" y="103767"/>
                </a:lnTo>
                <a:lnTo>
                  <a:pt x="201" y="2703"/>
                </a:lnTo>
                <a:cubicBezTo>
                  <a:pt x="1545" y="901"/>
                  <a:pt x="2820" y="0"/>
                  <a:pt x="4029" y="0"/>
                </a:cubicBezTo>
                <a:cubicBezTo>
                  <a:pt x="5775" y="0"/>
                  <a:pt x="7118" y="1040"/>
                  <a:pt x="8058" y="3119"/>
                </a:cubicBezTo>
                <a:lnTo>
                  <a:pt x="8058" y="204830"/>
                </a:lnTo>
                <a:cubicBezTo>
                  <a:pt x="6984" y="206771"/>
                  <a:pt x="5775" y="207741"/>
                  <a:pt x="4432" y="207741"/>
                </a:cubicBezTo>
                <a:lnTo>
                  <a:pt x="4029" y="2077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1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65EED2-9096-4359-9B09-CB54CB7C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390" y="4145835"/>
            <a:ext cx="142433" cy="146604"/>
          </a:xfrm>
          <a:custGeom xmlns:a="http://schemas.openxmlformats.org/drawingml/2006/main">
            <a:pathLst>
              <a:path w="142433" h="146604">
                <a:moveTo>
                  <a:pt x="9469" y="9566"/>
                </a:moveTo>
                <a:cubicBezTo>
                  <a:pt x="4902" y="9566"/>
                  <a:pt x="2485" y="9288"/>
                  <a:pt x="2216" y="8734"/>
                </a:cubicBezTo>
                <a:cubicBezTo>
                  <a:pt x="2082" y="8457"/>
                  <a:pt x="2015" y="7902"/>
                  <a:pt x="2015" y="7070"/>
                </a:cubicBezTo>
                <a:cubicBezTo>
                  <a:pt x="2015" y="3743"/>
                  <a:pt x="2753" y="1456"/>
                  <a:pt x="4231" y="208"/>
                </a:cubicBezTo>
                <a:cubicBezTo>
                  <a:pt x="4499" y="69"/>
                  <a:pt x="5641" y="0"/>
                  <a:pt x="7656" y="0"/>
                </a:cubicBezTo>
                <a:cubicBezTo>
                  <a:pt x="13162" y="277"/>
                  <a:pt x="22295" y="416"/>
                  <a:pt x="35054" y="416"/>
                </a:cubicBezTo>
                <a:cubicBezTo>
                  <a:pt x="39621" y="416"/>
                  <a:pt x="43852" y="416"/>
                  <a:pt x="47746" y="416"/>
                </a:cubicBezTo>
                <a:cubicBezTo>
                  <a:pt x="51641" y="416"/>
                  <a:pt x="54663" y="347"/>
                  <a:pt x="56812" y="208"/>
                </a:cubicBezTo>
                <a:cubicBezTo>
                  <a:pt x="58961" y="69"/>
                  <a:pt x="60304" y="69"/>
                  <a:pt x="60841" y="208"/>
                </a:cubicBezTo>
                <a:cubicBezTo>
                  <a:pt x="62990" y="208"/>
                  <a:pt x="64065" y="901"/>
                  <a:pt x="64065" y="2287"/>
                </a:cubicBezTo>
                <a:cubicBezTo>
                  <a:pt x="64065" y="2565"/>
                  <a:pt x="63931" y="3535"/>
                  <a:pt x="63662" y="5199"/>
                </a:cubicBezTo>
                <a:cubicBezTo>
                  <a:pt x="62990" y="7555"/>
                  <a:pt x="62319" y="8942"/>
                  <a:pt x="61647" y="9358"/>
                </a:cubicBezTo>
                <a:lnTo>
                  <a:pt x="61244" y="9358"/>
                </a:lnTo>
                <a:cubicBezTo>
                  <a:pt x="60976" y="9358"/>
                  <a:pt x="60640" y="9358"/>
                  <a:pt x="60237" y="9358"/>
                </a:cubicBezTo>
                <a:cubicBezTo>
                  <a:pt x="59834" y="9358"/>
                  <a:pt x="59364" y="9358"/>
                  <a:pt x="58827" y="9358"/>
                </a:cubicBezTo>
                <a:cubicBezTo>
                  <a:pt x="58290" y="9358"/>
                  <a:pt x="57685" y="9427"/>
                  <a:pt x="57014" y="9566"/>
                </a:cubicBezTo>
                <a:cubicBezTo>
                  <a:pt x="56342" y="9704"/>
                  <a:pt x="55738" y="9704"/>
                  <a:pt x="55201" y="9566"/>
                </a:cubicBezTo>
                <a:cubicBezTo>
                  <a:pt x="49963" y="9704"/>
                  <a:pt x="46605" y="9912"/>
                  <a:pt x="45127" y="10190"/>
                </a:cubicBezTo>
                <a:cubicBezTo>
                  <a:pt x="43650" y="10467"/>
                  <a:pt x="42441" y="11229"/>
                  <a:pt x="41501" y="12477"/>
                </a:cubicBezTo>
                <a:cubicBezTo>
                  <a:pt x="41367" y="12754"/>
                  <a:pt x="39487" y="20032"/>
                  <a:pt x="35860" y="34312"/>
                </a:cubicBezTo>
                <a:cubicBezTo>
                  <a:pt x="32234" y="48591"/>
                  <a:pt x="28608" y="63563"/>
                  <a:pt x="24981" y="79229"/>
                </a:cubicBezTo>
                <a:cubicBezTo>
                  <a:pt x="21355" y="94894"/>
                  <a:pt x="19340" y="104113"/>
                  <a:pt x="18937" y="106886"/>
                </a:cubicBezTo>
                <a:cubicBezTo>
                  <a:pt x="18669" y="108827"/>
                  <a:pt x="18534" y="110837"/>
                  <a:pt x="18534" y="112916"/>
                </a:cubicBezTo>
                <a:cubicBezTo>
                  <a:pt x="18534" y="120403"/>
                  <a:pt x="20616" y="126294"/>
                  <a:pt x="24780" y="130592"/>
                </a:cubicBezTo>
                <a:cubicBezTo>
                  <a:pt x="28943" y="134890"/>
                  <a:pt x="34719" y="137038"/>
                  <a:pt x="42106" y="137038"/>
                </a:cubicBezTo>
                <a:cubicBezTo>
                  <a:pt x="51104" y="137038"/>
                  <a:pt x="60103" y="133919"/>
                  <a:pt x="69101" y="127681"/>
                </a:cubicBezTo>
                <a:cubicBezTo>
                  <a:pt x="78100" y="121442"/>
                  <a:pt x="84681" y="112015"/>
                  <a:pt x="88845" y="99400"/>
                </a:cubicBezTo>
                <a:lnTo>
                  <a:pt x="99119" y="57602"/>
                </a:lnTo>
                <a:cubicBezTo>
                  <a:pt x="105432" y="30984"/>
                  <a:pt x="108588" y="17121"/>
                  <a:pt x="108588" y="16012"/>
                </a:cubicBezTo>
                <a:cubicBezTo>
                  <a:pt x="108588" y="12269"/>
                  <a:pt x="104290" y="10120"/>
                  <a:pt x="95694" y="9566"/>
                </a:cubicBezTo>
                <a:cubicBezTo>
                  <a:pt x="92471" y="9566"/>
                  <a:pt x="90859" y="8803"/>
                  <a:pt x="90859" y="7278"/>
                </a:cubicBezTo>
                <a:cubicBezTo>
                  <a:pt x="90859" y="7001"/>
                  <a:pt x="90994" y="6169"/>
                  <a:pt x="91262" y="4783"/>
                </a:cubicBezTo>
                <a:cubicBezTo>
                  <a:pt x="91799" y="2565"/>
                  <a:pt x="92202" y="1248"/>
                  <a:pt x="92471" y="832"/>
                </a:cubicBezTo>
                <a:cubicBezTo>
                  <a:pt x="92740" y="416"/>
                  <a:pt x="93411" y="139"/>
                  <a:pt x="94486" y="0"/>
                </a:cubicBezTo>
                <a:cubicBezTo>
                  <a:pt x="94888" y="0"/>
                  <a:pt x="97037" y="69"/>
                  <a:pt x="100932" y="208"/>
                </a:cubicBezTo>
                <a:cubicBezTo>
                  <a:pt x="104827" y="347"/>
                  <a:pt x="110468" y="485"/>
                  <a:pt x="117855" y="624"/>
                </a:cubicBezTo>
                <a:cubicBezTo>
                  <a:pt x="124705" y="624"/>
                  <a:pt x="129943" y="555"/>
                  <a:pt x="133569" y="416"/>
                </a:cubicBezTo>
                <a:cubicBezTo>
                  <a:pt x="137195" y="277"/>
                  <a:pt x="139143" y="208"/>
                  <a:pt x="139412" y="208"/>
                </a:cubicBezTo>
                <a:cubicBezTo>
                  <a:pt x="141426" y="208"/>
                  <a:pt x="142433" y="901"/>
                  <a:pt x="142433" y="2287"/>
                </a:cubicBezTo>
                <a:cubicBezTo>
                  <a:pt x="142433" y="5337"/>
                  <a:pt x="141896" y="7417"/>
                  <a:pt x="140822" y="8526"/>
                </a:cubicBezTo>
                <a:cubicBezTo>
                  <a:pt x="140419" y="9219"/>
                  <a:pt x="138941" y="9566"/>
                  <a:pt x="136390" y="9566"/>
                </a:cubicBezTo>
                <a:cubicBezTo>
                  <a:pt x="126854" y="10120"/>
                  <a:pt x="120877" y="12893"/>
                  <a:pt x="118460" y="17884"/>
                </a:cubicBezTo>
                <a:cubicBezTo>
                  <a:pt x="118191" y="18577"/>
                  <a:pt x="114833" y="31955"/>
                  <a:pt x="108386" y="58018"/>
                </a:cubicBezTo>
                <a:cubicBezTo>
                  <a:pt x="102880" y="81447"/>
                  <a:pt x="99522" y="95241"/>
                  <a:pt x="98313" y="99400"/>
                </a:cubicBezTo>
                <a:cubicBezTo>
                  <a:pt x="93881" y="113263"/>
                  <a:pt x="86158" y="124562"/>
                  <a:pt x="75145" y="133295"/>
                </a:cubicBezTo>
                <a:cubicBezTo>
                  <a:pt x="64132" y="142029"/>
                  <a:pt x="52716" y="146465"/>
                  <a:pt x="40897" y="146604"/>
                </a:cubicBezTo>
                <a:cubicBezTo>
                  <a:pt x="28540" y="146604"/>
                  <a:pt x="18669" y="142722"/>
                  <a:pt x="11282" y="134959"/>
                </a:cubicBezTo>
                <a:cubicBezTo>
                  <a:pt x="3895" y="127196"/>
                  <a:pt x="134" y="117976"/>
                  <a:pt x="0" y="107302"/>
                </a:cubicBezTo>
                <a:lnTo>
                  <a:pt x="0" y="103975"/>
                </a:lnTo>
                <a:cubicBezTo>
                  <a:pt x="0" y="101479"/>
                  <a:pt x="3693" y="84982"/>
                  <a:pt x="11080" y="54483"/>
                </a:cubicBezTo>
                <a:cubicBezTo>
                  <a:pt x="17661" y="26617"/>
                  <a:pt x="20952" y="12269"/>
                  <a:pt x="20952" y="11437"/>
                </a:cubicBezTo>
                <a:cubicBezTo>
                  <a:pt x="20952" y="10467"/>
                  <a:pt x="17124" y="9843"/>
                  <a:pt x="9469" y="95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9591E8-4D44-437F-B692-F3ACC7B8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390" y="4145835"/>
            <a:ext cx="142433" cy="146604"/>
          </a:xfrm>
          <a:custGeom xmlns:a="http://schemas.openxmlformats.org/drawingml/2006/main">
            <a:pathLst>
              <a:path w="142433" h="146604" fill="none">
                <a:moveTo>
                  <a:pt x="9469" y="9566"/>
                </a:moveTo>
                <a:cubicBezTo>
                  <a:pt x="4902" y="9566"/>
                  <a:pt x="2485" y="9288"/>
                  <a:pt x="2216" y="8734"/>
                </a:cubicBezTo>
                <a:cubicBezTo>
                  <a:pt x="2082" y="8457"/>
                  <a:pt x="2015" y="7902"/>
                  <a:pt x="2015" y="7070"/>
                </a:cubicBezTo>
                <a:cubicBezTo>
                  <a:pt x="2015" y="3743"/>
                  <a:pt x="2753" y="1456"/>
                  <a:pt x="4231" y="208"/>
                </a:cubicBezTo>
                <a:cubicBezTo>
                  <a:pt x="4499" y="69"/>
                  <a:pt x="5641" y="0"/>
                  <a:pt x="7656" y="0"/>
                </a:cubicBezTo>
                <a:cubicBezTo>
                  <a:pt x="13162" y="277"/>
                  <a:pt x="22295" y="416"/>
                  <a:pt x="35054" y="416"/>
                </a:cubicBezTo>
                <a:cubicBezTo>
                  <a:pt x="39621" y="416"/>
                  <a:pt x="43852" y="416"/>
                  <a:pt x="47746" y="416"/>
                </a:cubicBezTo>
                <a:cubicBezTo>
                  <a:pt x="51641" y="416"/>
                  <a:pt x="54663" y="347"/>
                  <a:pt x="56812" y="208"/>
                </a:cubicBezTo>
                <a:cubicBezTo>
                  <a:pt x="58961" y="69"/>
                  <a:pt x="60304" y="69"/>
                  <a:pt x="60841" y="208"/>
                </a:cubicBezTo>
                <a:cubicBezTo>
                  <a:pt x="62990" y="208"/>
                  <a:pt x="64065" y="901"/>
                  <a:pt x="64065" y="2287"/>
                </a:cubicBezTo>
                <a:cubicBezTo>
                  <a:pt x="64065" y="2565"/>
                  <a:pt x="63931" y="3535"/>
                  <a:pt x="63662" y="5199"/>
                </a:cubicBezTo>
                <a:cubicBezTo>
                  <a:pt x="62990" y="7555"/>
                  <a:pt x="62319" y="8942"/>
                  <a:pt x="61647" y="9358"/>
                </a:cubicBezTo>
                <a:lnTo>
                  <a:pt x="61244" y="9358"/>
                </a:lnTo>
                <a:cubicBezTo>
                  <a:pt x="60976" y="9358"/>
                  <a:pt x="60640" y="9358"/>
                  <a:pt x="60237" y="9358"/>
                </a:cubicBezTo>
                <a:cubicBezTo>
                  <a:pt x="59834" y="9358"/>
                  <a:pt x="59364" y="9358"/>
                  <a:pt x="58827" y="9358"/>
                </a:cubicBezTo>
                <a:cubicBezTo>
                  <a:pt x="58290" y="9358"/>
                  <a:pt x="57685" y="9427"/>
                  <a:pt x="57014" y="9566"/>
                </a:cubicBezTo>
                <a:cubicBezTo>
                  <a:pt x="56342" y="9704"/>
                  <a:pt x="55738" y="9704"/>
                  <a:pt x="55201" y="9566"/>
                </a:cubicBezTo>
                <a:cubicBezTo>
                  <a:pt x="49963" y="9704"/>
                  <a:pt x="46605" y="9912"/>
                  <a:pt x="45127" y="10190"/>
                </a:cubicBezTo>
                <a:cubicBezTo>
                  <a:pt x="43650" y="10467"/>
                  <a:pt x="42441" y="11229"/>
                  <a:pt x="41501" y="12477"/>
                </a:cubicBezTo>
                <a:cubicBezTo>
                  <a:pt x="41367" y="12754"/>
                  <a:pt x="39487" y="20032"/>
                  <a:pt x="35860" y="34312"/>
                </a:cubicBezTo>
                <a:cubicBezTo>
                  <a:pt x="32234" y="48591"/>
                  <a:pt x="28608" y="63563"/>
                  <a:pt x="24981" y="79229"/>
                </a:cubicBezTo>
                <a:cubicBezTo>
                  <a:pt x="21355" y="94894"/>
                  <a:pt x="19340" y="104113"/>
                  <a:pt x="18937" y="106886"/>
                </a:cubicBezTo>
                <a:cubicBezTo>
                  <a:pt x="18669" y="108827"/>
                  <a:pt x="18534" y="110837"/>
                  <a:pt x="18534" y="112916"/>
                </a:cubicBezTo>
                <a:cubicBezTo>
                  <a:pt x="18534" y="120403"/>
                  <a:pt x="20616" y="126294"/>
                  <a:pt x="24780" y="130592"/>
                </a:cubicBezTo>
                <a:cubicBezTo>
                  <a:pt x="28943" y="134890"/>
                  <a:pt x="34719" y="137038"/>
                  <a:pt x="42106" y="137038"/>
                </a:cubicBezTo>
                <a:cubicBezTo>
                  <a:pt x="51104" y="137038"/>
                  <a:pt x="60103" y="133919"/>
                  <a:pt x="69101" y="127681"/>
                </a:cubicBezTo>
                <a:cubicBezTo>
                  <a:pt x="78100" y="121442"/>
                  <a:pt x="84681" y="112015"/>
                  <a:pt x="88845" y="99400"/>
                </a:cubicBezTo>
                <a:lnTo>
                  <a:pt x="99119" y="57602"/>
                </a:lnTo>
                <a:cubicBezTo>
                  <a:pt x="105432" y="30984"/>
                  <a:pt x="108588" y="17121"/>
                  <a:pt x="108588" y="16012"/>
                </a:cubicBezTo>
                <a:cubicBezTo>
                  <a:pt x="108588" y="12269"/>
                  <a:pt x="104290" y="10120"/>
                  <a:pt x="95694" y="9566"/>
                </a:cubicBezTo>
                <a:cubicBezTo>
                  <a:pt x="92471" y="9566"/>
                  <a:pt x="90859" y="8803"/>
                  <a:pt x="90859" y="7278"/>
                </a:cubicBezTo>
                <a:cubicBezTo>
                  <a:pt x="90859" y="7001"/>
                  <a:pt x="90994" y="6169"/>
                  <a:pt x="91262" y="4783"/>
                </a:cubicBezTo>
                <a:cubicBezTo>
                  <a:pt x="91799" y="2565"/>
                  <a:pt x="92202" y="1248"/>
                  <a:pt x="92471" y="832"/>
                </a:cubicBezTo>
                <a:cubicBezTo>
                  <a:pt x="92740" y="416"/>
                  <a:pt x="93411" y="139"/>
                  <a:pt x="94486" y="0"/>
                </a:cubicBezTo>
                <a:cubicBezTo>
                  <a:pt x="94888" y="0"/>
                  <a:pt x="97037" y="69"/>
                  <a:pt x="100932" y="208"/>
                </a:cubicBezTo>
                <a:cubicBezTo>
                  <a:pt x="104827" y="347"/>
                  <a:pt x="110468" y="485"/>
                  <a:pt x="117855" y="624"/>
                </a:cubicBezTo>
                <a:cubicBezTo>
                  <a:pt x="124705" y="624"/>
                  <a:pt x="129943" y="555"/>
                  <a:pt x="133569" y="416"/>
                </a:cubicBezTo>
                <a:cubicBezTo>
                  <a:pt x="137195" y="277"/>
                  <a:pt x="139143" y="208"/>
                  <a:pt x="139412" y="208"/>
                </a:cubicBezTo>
                <a:cubicBezTo>
                  <a:pt x="141426" y="208"/>
                  <a:pt x="142433" y="901"/>
                  <a:pt x="142433" y="2287"/>
                </a:cubicBezTo>
                <a:cubicBezTo>
                  <a:pt x="142433" y="5337"/>
                  <a:pt x="141896" y="7417"/>
                  <a:pt x="140822" y="8526"/>
                </a:cubicBezTo>
                <a:cubicBezTo>
                  <a:pt x="140419" y="9219"/>
                  <a:pt x="138941" y="9566"/>
                  <a:pt x="136390" y="9566"/>
                </a:cubicBezTo>
                <a:cubicBezTo>
                  <a:pt x="126854" y="10120"/>
                  <a:pt x="120877" y="12893"/>
                  <a:pt x="118460" y="17884"/>
                </a:cubicBezTo>
                <a:cubicBezTo>
                  <a:pt x="118191" y="18577"/>
                  <a:pt x="114833" y="31955"/>
                  <a:pt x="108386" y="58018"/>
                </a:cubicBezTo>
                <a:cubicBezTo>
                  <a:pt x="102880" y="81447"/>
                  <a:pt x="99522" y="95241"/>
                  <a:pt x="98313" y="99400"/>
                </a:cubicBezTo>
                <a:cubicBezTo>
                  <a:pt x="93881" y="113263"/>
                  <a:pt x="86158" y="124562"/>
                  <a:pt x="75145" y="133295"/>
                </a:cubicBezTo>
                <a:cubicBezTo>
                  <a:pt x="64132" y="142029"/>
                  <a:pt x="52716" y="146465"/>
                  <a:pt x="40897" y="146604"/>
                </a:cubicBezTo>
                <a:cubicBezTo>
                  <a:pt x="28540" y="146604"/>
                  <a:pt x="18669" y="142722"/>
                  <a:pt x="11282" y="134959"/>
                </a:cubicBezTo>
                <a:cubicBezTo>
                  <a:pt x="3895" y="127196"/>
                  <a:pt x="134" y="117976"/>
                  <a:pt x="0" y="107302"/>
                </a:cubicBezTo>
                <a:lnTo>
                  <a:pt x="0" y="103975"/>
                </a:lnTo>
                <a:cubicBezTo>
                  <a:pt x="0" y="101479"/>
                  <a:pt x="3693" y="84982"/>
                  <a:pt x="11080" y="54483"/>
                </a:cubicBezTo>
                <a:cubicBezTo>
                  <a:pt x="17661" y="26617"/>
                  <a:pt x="20952" y="12269"/>
                  <a:pt x="20952" y="11437"/>
                </a:cubicBezTo>
                <a:cubicBezTo>
                  <a:pt x="20952" y="10467"/>
                  <a:pt x="17124" y="9843"/>
                  <a:pt x="9469" y="956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1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ADD8EA-4C39-4F36-9BC7-2C34CFD7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0531" y="4221288"/>
            <a:ext cx="59110" cy="101003"/>
          </a:xfrm>
          <a:custGeom xmlns:a="http://schemas.openxmlformats.org/drawingml/2006/main">
            <a:pathLst>
              <a:path w="59110" h="101003">
                <a:moveTo>
                  <a:pt x="12107" y="29698"/>
                </a:moveTo>
                <a:cubicBezTo>
                  <a:pt x="9543" y="29698"/>
                  <a:pt x="7549" y="28865"/>
                  <a:pt x="6125" y="27199"/>
                </a:cubicBezTo>
                <a:cubicBezTo>
                  <a:pt x="4700" y="25532"/>
                  <a:pt x="3941" y="23376"/>
                  <a:pt x="3846" y="20730"/>
                </a:cubicBezTo>
                <a:cubicBezTo>
                  <a:pt x="3846" y="15339"/>
                  <a:pt x="6125" y="10536"/>
                  <a:pt x="10683" y="6322"/>
                </a:cubicBezTo>
                <a:cubicBezTo>
                  <a:pt x="15240" y="2107"/>
                  <a:pt x="20748" y="0"/>
                  <a:pt x="27205" y="0"/>
                </a:cubicBezTo>
                <a:cubicBezTo>
                  <a:pt x="30528" y="0"/>
                  <a:pt x="32617" y="49"/>
                  <a:pt x="33472" y="147"/>
                </a:cubicBezTo>
                <a:cubicBezTo>
                  <a:pt x="40499" y="1323"/>
                  <a:pt x="45864" y="3921"/>
                  <a:pt x="49567" y="7939"/>
                </a:cubicBezTo>
                <a:cubicBezTo>
                  <a:pt x="53270" y="11958"/>
                  <a:pt x="55169" y="16319"/>
                  <a:pt x="55264" y="21024"/>
                </a:cubicBezTo>
                <a:cubicBezTo>
                  <a:pt x="55264" y="26121"/>
                  <a:pt x="53650" y="31070"/>
                  <a:pt x="50421" y="35873"/>
                </a:cubicBezTo>
                <a:cubicBezTo>
                  <a:pt x="47193" y="40676"/>
                  <a:pt x="42730" y="44155"/>
                  <a:pt x="37033" y="46311"/>
                </a:cubicBezTo>
                <a:lnTo>
                  <a:pt x="36605" y="46605"/>
                </a:lnTo>
                <a:cubicBezTo>
                  <a:pt x="36605" y="46703"/>
                  <a:pt x="37033" y="46850"/>
                  <a:pt x="37887" y="47046"/>
                </a:cubicBezTo>
                <a:cubicBezTo>
                  <a:pt x="38742" y="47242"/>
                  <a:pt x="40119" y="47683"/>
                  <a:pt x="42018" y="48370"/>
                </a:cubicBezTo>
                <a:cubicBezTo>
                  <a:pt x="43917" y="49056"/>
                  <a:pt x="45721" y="50085"/>
                  <a:pt x="47430" y="51457"/>
                </a:cubicBezTo>
                <a:cubicBezTo>
                  <a:pt x="55217" y="56652"/>
                  <a:pt x="59110" y="63513"/>
                  <a:pt x="59110" y="72040"/>
                </a:cubicBezTo>
                <a:cubicBezTo>
                  <a:pt x="59110" y="79783"/>
                  <a:pt x="56166" y="86546"/>
                  <a:pt x="50279" y="92329"/>
                </a:cubicBezTo>
                <a:cubicBezTo>
                  <a:pt x="44392" y="98111"/>
                  <a:pt x="36938" y="101003"/>
                  <a:pt x="27917" y="101003"/>
                </a:cubicBezTo>
                <a:cubicBezTo>
                  <a:pt x="20321" y="101003"/>
                  <a:pt x="13769" y="98895"/>
                  <a:pt x="8261" y="94681"/>
                </a:cubicBezTo>
                <a:cubicBezTo>
                  <a:pt x="2754" y="90466"/>
                  <a:pt x="0" y="85125"/>
                  <a:pt x="0" y="78656"/>
                </a:cubicBezTo>
                <a:cubicBezTo>
                  <a:pt x="0" y="75911"/>
                  <a:pt x="855" y="73706"/>
                  <a:pt x="2564" y="72040"/>
                </a:cubicBezTo>
                <a:cubicBezTo>
                  <a:pt x="4273" y="70374"/>
                  <a:pt x="6410" y="69491"/>
                  <a:pt x="8973" y="69393"/>
                </a:cubicBezTo>
                <a:cubicBezTo>
                  <a:pt x="11632" y="69393"/>
                  <a:pt x="13816" y="70276"/>
                  <a:pt x="15525" y="72040"/>
                </a:cubicBezTo>
                <a:cubicBezTo>
                  <a:pt x="17234" y="73804"/>
                  <a:pt x="18089" y="76009"/>
                  <a:pt x="18089" y="78656"/>
                </a:cubicBezTo>
                <a:cubicBezTo>
                  <a:pt x="18089" y="79734"/>
                  <a:pt x="17947" y="80714"/>
                  <a:pt x="17662" y="81596"/>
                </a:cubicBezTo>
                <a:cubicBezTo>
                  <a:pt x="17377" y="82478"/>
                  <a:pt x="17045" y="83262"/>
                  <a:pt x="16665" y="83948"/>
                </a:cubicBezTo>
                <a:cubicBezTo>
                  <a:pt x="16285" y="84635"/>
                  <a:pt x="15763" y="85223"/>
                  <a:pt x="15098" y="85713"/>
                </a:cubicBezTo>
                <a:cubicBezTo>
                  <a:pt x="14433" y="86203"/>
                  <a:pt x="13864" y="86595"/>
                  <a:pt x="13389" y="86889"/>
                </a:cubicBezTo>
                <a:cubicBezTo>
                  <a:pt x="12914" y="87183"/>
                  <a:pt x="12439" y="87379"/>
                  <a:pt x="11964" y="87477"/>
                </a:cubicBezTo>
                <a:cubicBezTo>
                  <a:pt x="11490" y="87575"/>
                  <a:pt x="11110" y="87722"/>
                  <a:pt x="10825" y="87918"/>
                </a:cubicBezTo>
                <a:lnTo>
                  <a:pt x="10255" y="88065"/>
                </a:lnTo>
                <a:cubicBezTo>
                  <a:pt x="15098" y="92476"/>
                  <a:pt x="20985" y="94681"/>
                  <a:pt x="27917" y="94681"/>
                </a:cubicBezTo>
                <a:cubicBezTo>
                  <a:pt x="33140" y="94681"/>
                  <a:pt x="37080" y="92084"/>
                  <a:pt x="39739" y="86889"/>
                </a:cubicBezTo>
                <a:cubicBezTo>
                  <a:pt x="41353" y="83654"/>
                  <a:pt x="42160" y="78705"/>
                  <a:pt x="42160" y="72040"/>
                </a:cubicBezTo>
                <a:lnTo>
                  <a:pt x="42160" y="69099"/>
                </a:lnTo>
                <a:cubicBezTo>
                  <a:pt x="42160" y="59788"/>
                  <a:pt x="39122" y="53564"/>
                  <a:pt x="33045" y="50428"/>
                </a:cubicBezTo>
                <a:cubicBezTo>
                  <a:pt x="31620" y="49840"/>
                  <a:pt x="28724" y="49497"/>
                  <a:pt x="24356" y="49399"/>
                </a:cubicBezTo>
                <a:lnTo>
                  <a:pt x="18374" y="49252"/>
                </a:lnTo>
                <a:lnTo>
                  <a:pt x="17947" y="48958"/>
                </a:lnTo>
                <a:cubicBezTo>
                  <a:pt x="17757" y="48664"/>
                  <a:pt x="17662" y="47880"/>
                  <a:pt x="17662" y="46605"/>
                </a:cubicBezTo>
                <a:cubicBezTo>
                  <a:pt x="17662" y="44841"/>
                  <a:pt x="18042" y="43959"/>
                  <a:pt x="18801" y="43959"/>
                </a:cubicBezTo>
                <a:cubicBezTo>
                  <a:pt x="21460" y="43959"/>
                  <a:pt x="24214" y="43714"/>
                  <a:pt x="27062" y="43224"/>
                </a:cubicBezTo>
                <a:cubicBezTo>
                  <a:pt x="30291" y="42734"/>
                  <a:pt x="33234" y="40676"/>
                  <a:pt x="35893" y="37049"/>
                </a:cubicBezTo>
                <a:cubicBezTo>
                  <a:pt x="38552" y="33423"/>
                  <a:pt x="39881" y="27934"/>
                  <a:pt x="39881" y="20583"/>
                </a:cubicBezTo>
                <a:lnTo>
                  <a:pt x="39881" y="19407"/>
                </a:lnTo>
                <a:cubicBezTo>
                  <a:pt x="39881" y="13820"/>
                  <a:pt x="38220" y="9948"/>
                  <a:pt x="34896" y="7792"/>
                </a:cubicBezTo>
                <a:cubicBezTo>
                  <a:pt x="32807" y="6420"/>
                  <a:pt x="30576" y="5734"/>
                  <a:pt x="28202" y="5734"/>
                </a:cubicBezTo>
                <a:cubicBezTo>
                  <a:pt x="25163" y="5734"/>
                  <a:pt x="22362" y="6273"/>
                  <a:pt x="19798" y="7351"/>
                </a:cubicBezTo>
                <a:cubicBezTo>
                  <a:pt x="17234" y="8429"/>
                  <a:pt x="15430" y="9556"/>
                  <a:pt x="14386" y="10732"/>
                </a:cubicBezTo>
                <a:cubicBezTo>
                  <a:pt x="13341" y="11909"/>
                  <a:pt x="12819" y="12497"/>
                  <a:pt x="12819" y="12497"/>
                </a:cubicBezTo>
                <a:lnTo>
                  <a:pt x="13246" y="12497"/>
                </a:lnTo>
                <a:cubicBezTo>
                  <a:pt x="13531" y="12595"/>
                  <a:pt x="13911" y="12693"/>
                  <a:pt x="14386" y="12791"/>
                </a:cubicBezTo>
                <a:cubicBezTo>
                  <a:pt x="14861" y="12889"/>
                  <a:pt x="15335" y="13134"/>
                  <a:pt x="15810" y="13526"/>
                </a:cubicBezTo>
                <a:cubicBezTo>
                  <a:pt x="16285" y="13918"/>
                  <a:pt x="16855" y="14261"/>
                  <a:pt x="17519" y="14555"/>
                </a:cubicBezTo>
                <a:cubicBezTo>
                  <a:pt x="18184" y="14849"/>
                  <a:pt x="18659" y="15388"/>
                  <a:pt x="18944" y="16172"/>
                </a:cubicBezTo>
                <a:cubicBezTo>
                  <a:pt x="19229" y="16956"/>
                  <a:pt x="19608" y="17691"/>
                  <a:pt x="20083" y="18378"/>
                </a:cubicBezTo>
                <a:cubicBezTo>
                  <a:pt x="20558" y="19064"/>
                  <a:pt x="20700" y="20044"/>
                  <a:pt x="20510" y="21318"/>
                </a:cubicBezTo>
                <a:cubicBezTo>
                  <a:pt x="20510" y="23474"/>
                  <a:pt x="19846" y="25385"/>
                  <a:pt x="18516" y="27052"/>
                </a:cubicBezTo>
                <a:cubicBezTo>
                  <a:pt x="17187" y="28718"/>
                  <a:pt x="15050" y="29600"/>
                  <a:pt x="12107" y="296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9ADA5D-A9C6-4253-BBF4-DB3C84EF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0531" y="4221288"/>
            <a:ext cx="59110" cy="101003"/>
          </a:xfrm>
          <a:custGeom xmlns:a="http://schemas.openxmlformats.org/drawingml/2006/main">
            <a:pathLst>
              <a:path w="59110" h="101003" fill="none">
                <a:moveTo>
                  <a:pt x="12107" y="29698"/>
                </a:moveTo>
                <a:cubicBezTo>
                  <a:pt x="9543" y="29698"/>
                  <a:pt x="7549" y="28865"/>
                  <a:pt x="6125" y="27199"/>
                </a:cubicBezTo>
                <a:cubicBezTo>
                  <a:pt x="4700" y="25532"/>
                  <a:pt x="3941" y="23376"/>
                  <a:pt x="3846" y="20730"/>
                </a:cubicBezTo>
                <a:cubicBezTo>
                  <a:pt x="3846" y="15339"/>
                  <a:pt x="6125" y="10536"/>
                  <a:pt x="10683" y="6322"/>
                </a:cubicBezTo>
                <a:cubicBezTo>
                  <a:pt x="15240" y="2107"/>
                  <a:pt x="20748" y="0"/>
                  <a:pt x="27205" y="0"/>
                </a:cubicBezTo>
                <a:cubicBezTo>
                  <a:pt x="30528" y="0"/>
                  <a:pt x="32617" y="49"/>
                  <a:pt x="33472" y="147"/>
                </a:cubicBezTo>
                <a:cubicBezTo>
                  <a:pt x="40499" y="1323"/>
                  <a:pt x="45864" y="3921"/>
                  <a:pt x="49567" y="7939"/>
                </a:cubicBezTo>
                <a:cubicBezTo>
                  <a:pt x="53270" y="11958"/>
                  <a:pt x="55169" y="16319"/>
                  <a:pt x="55264" y="21024"/>
                </a:cubicBezTo>
                <a:cubicBezTo>
                  <a:pt x="55264" y="26121"/>
                  <a:pt x="53650" y="31070"/>
                  <a:pt x="50421" y="35873"/>
                </a:cubicBezTo>
                <a:cubicBezTo>
                  <a:pt x="47193" y="40676"/>
                  <a:pt x="42730" y="44155"/>
                  <a:pt x="37033" y="46311"/>
                </a:cubicBezTo>
                <a:lnTo>
                  <a:pt x="36605" y="46605"/>
                </a:lnTo>
                <a:cubicBezTo>
                  <a:pt x="36605" y="46703"/>
                  <a:pt x="37033" y="46850"/>
                  <a:pt x="37887" y="47046"/>
                </a:cubicBezTo>
                <a:cubicBezTo>
                  <a:pt x="38742" y="47242"/>
                  <a:pt x="40119" y="47683"/>
                  <a:pt x="42018" y="48370"/>
                </a:cubicBezTo>
                <a:cubicBezTo>
                  <a:pt x="43917" y="49056"/>
                  <a:pt x="45721" y="50085"/>
                  <a:pt x="47430" y="51457"/>
                </a:cubicBezTo>
                <a:cubicBezTo>
                  <a:pt x="55217" y="56652"/>
                  <a:pt x="59110" y="63513"/>
                  <a:pt x="59110" y="72040"/>
                </a:cubicBezTo>
                <a:cubicBezTo>
                  <a:pt x="59110" y="79783"/>
                  <a:pt x="56166" y="86546"/>
                  <a:pt x="50279" y="92329"/>
                </a:cubicBezTo>
                <a:cubicBezTo>
                  <a:pt x="44392" y="98111"/>
                  <a:pt x="36938" y="101003"/>
                  <a:pt x="27917" y="101003"/>
                </a:cubicBezTo>
                <a:cubicBezTo>
                  <a:pt x="20321" y="101003"/>
                  <a:pt x="13769" y="98895"/>
                  <a:pt x="8261" y="94681"/>
                </a:cubicBezTo>
                <a:cubicBezTo>
                  <a:pt x="2754" y="90466"/>
                  <a:pt x="0" y="85125"/>
                  <a:pt x="0" y="78656"/>
                </a:cubicBezTo>
                <a:cubicBezTo>
                  <a:pt x="0" y="75911"/>
                  <a:pt x="855" y="73706"/>
                  <a:pt x="2564" y="72040"/>
                </a:cubicBezTo>
                <a:cubicBezTo>
                  <a:pt x="4273" y="70374"/>
                  <a:pt x="6410" y="69491"/>
                  <a:pt x="8973" y="69393"/>
                </a:cubicBezTo>
                <a:cubicBezTo>
                  <a:pt x="11632" y="69393"/>
                  <a:pt x="13816" y="70276"/>
                  <a:pt x="15525" y="72040"/>
                </a:cubicBezTo>
                <a:cubicBezTo>
                  <a:pt x="17234" y="73804"/>
                  <a:pt x="18089" y="76009"/>
                  <a:pt x="18089" y="78656"/>
                </a:cubicBezTo>
                <a:cubicBezTo>
                  <a:pt x="18089" y="79734"/>
                  <a:pt x="17947" y="80714"/>
                  <a:pt x="17662" y="81596"/>
                </a:cubicBezTo>
                <a:cubicBezTo>
                  <a:pt x="17377" y="82478"/>
                  <a:pt x="17045" y="83262"/>
                  <a:pt x="16665" y="83948"/>
                </a:cubicBezTo>
                <a:cubicBezTo>
                  <a:pt x="16285" y="84635"/>
                  <a:pt x="15763" y="85223"/>
                  <a:pt x="15098" y="85713"/>
                </a:cubicBezTo>
                <a:cubicBezTo>
                  <a:pt x="14433" y="86203"/>
                  <a:pt x="13864" y="86595"/>
                  <a:pt x="13389" y="86889"/>
                </a:cubicBezTo>
                <a:cubicBezTo>
                  <a:pt x="12914" y="87183"/>
                  <a:pt x="12439" y="87379"/>
                  <a:pt x="11964" y="87477"/>
                </a:cubicBezTo>
                <a:cubicBezTo>
                  <a:pt x="11490" y="87575"/>
                  <a:pt x="11110" y="87722"/>
                  <a:pt x="10825" y="87918"/>
                </a:cubicBezTo>
                <a:lnTo>
                  <a:pt x="10255" y="88065"/>
                </a:lnTo>
                <a:cubicBezTo>
                  <a:pt x="15098" y="92476"/>
                  <a:pt x="20985" y="94681"/>
                  <a:pt x="27917" y="94681"/>
                </a:cubicBezTo>
                <a:cubicBezTo>
                  <a:pt x="33140" y="94681"/>
                  <a:pt x="37080" y="92084"/>
                  <a:pt x="39739" y="86889"/>
                </a:cubicBezTo>
                <a:cubicBezTo>
                  <a:pt x="41353" y="83654"/>
                  <a:pt x="42160" y="78705"/>
                  <a:pt x="42160" y="72040"/>
                </a:cubicBezTo>
                <a:lnTo>
                  <a:pt x="42160" y="69099"/>
                </a:lnTo>
                <a:cubicBezTo>
                  <a:pt x="42160" y="59788"/>
                  <a:pt x="39122" y="53564"/>
                  <a:pt x="33045" y="50428"/>
                </a:cubicBezTo>
                <a:cubicBezTo>
                  <a:pt x="31620" y="49840"/>
                  <a:pt x="28724" y="49497"/>
                  <a:pt x="24356" y="49399"/>
                </a:cubicBezTo>
                <a:lnTo>
                  <a:pt x="18374" y="49252"/>
                </a:lnTo>
                <a:lnTo>
                  <a:pt x="17947" y="48958"/>
                </a:lnTo>
                <a:cubicBezTo>
                  <a:pt x="17757" y="48664"/>
                  <a:pt x="17662" y="47880"/>
                  <a:pt x="17662" y="46605"/>
                </a:cubicBezTo>
                <a:cubicBezTo>
                  <a:pt x="17662" y="44841"/>
                  <a:pt x="18042" y="43959"/>
                  <a:pt x="18801" y="43959"/>
                </a:cubicBezTo>
                <a:cubicBezTo>
                  <a:pt x="21460" y="43959"/>
                  <a:pt x="24214" y="43714"/>
                  <a:pt x="27062" y="43224"/>
                </a:cubicBezTo>
                <a:cubicBezTo>
                  <a:pt x="30291" y="42734"/>
                  <a:pt x="33234" y="40676"/>
                  <a:pt x="35893" y="37049"/>
                </a:cubicBezTo>
                <a:cubicBezTo>
                  <a:pt x="38552" y="33423"/>
                  <a:pt x="39881" y="27934"/>
                  <a:pt x="39881" y="20583"/>
                </a:cubicBezTo>
                <a:lnTo>
                  <a:pt x="39881" y="19407"/>
                </a:lnTo>
                <a:cubicBezTo>
                  <a:pt x="39881" y="13820"/>
                  <a:pt x="38220" y="9948"/>
                  <a:pt x="34896" y="7792"/>
                </a:cubicBezTo>
                <a:cubicBezTo>
                  <a:pt x="32807" y="6420"/>
                  <a:pt x="30576" y="5734"/>
                  <a:pt x="28202" y="5734"/>
                </a:cubicBezTo>
                <a:cubicBezTo>
                  <a:pt x="25163" y="5734"/>
                  <a:pt x="22362" y="6273"/>
                  <a:pt x="19798" y="7351"/>
                </a:cubicBezTo>
                <a:cubicBezTo>
                  <a:pt x="17234" y="8429"/>
                  <a:pt x="15430" y="9556"/>
                  <a:pt x="14386" y="10732"/>
                </a:cubicBezTo>
                <a:cubicBezTo>
                  <a:pt x="13341" y="11909"/>
                  <a:pt x="12819" y="12497"/>
                  <a:pt x="12819" y="12497"/>
                </a:cubicBezTo>
                <a:lnTo>
                  <a:pt x="13246" y="12497"/>
                </a:lnTo>
                <a:cubicBezTo>
                  <a:pt x="13531" y="12595"/>
                  <a:pt x="13911" y="12693"/>
                  <a:pt x="14386" y="12791"/>
                </a:cubicBezTo>
                <a:cubicBezTo>
                  <a:pt x="14861" y="12889"/>
                  <a:pt x="15335" y="13134"/>
                  <a:pt x="15810" y="13526"/>
                </a:cubicBezTo>
                <a:cubicBezTo>
                  <a:pt x="16285" y="13918"/>
                  <a:pt x="16855" y="14261"/>
                  <a:pt x="17519" y="14555"/>
                </a:cubicBezTo>
                <a:cubicBezTo>
                  <a:pt x="18184" y="14849"/>
                  <a:pt x="18659" y="15388"/>
                  <a:pt x="18944" y="16172"/>
                </a:cubicBezTo>
                <a:cubicBezTo>
                  <a:pt x="19229" y="16956"/>
                  <a:pt x="19608" y="17691"/>
                  <a:pt x="20083" y="18378"/>
                </a:cubicBezTo>
                <a:cubicBezTo>
                  <a:pt x="20558" y="19064"/>
                  <a:pt x="20700" y="20044"/>
                  <a:pt x="20510" y="21318"/>
                </a:cubicBezTo>
                <a:cubicBezTo>
                  <a:pt x="20510" y="23474"/>
                  <a:pt x="19846" y="25385"/>
                  <a:pt x="18516" y="27052"/>
                </a:cubicBezTo>
                <a:cubicBezTo>
                  <a:pt x="17187" y="28718"/>
                  <a:pt x="15050" y="29600"/>
                  <a:pt x="12107" y="296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1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A6314D-FA2E-4EC1-89B1-898486C7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6875" y="4301267"/>
            <a:ext cx="18801" cy="46409"/>
          </a:xfrm>
          <a:custGeom xmlns:a="http://schemas.openxmlformats.org/drawingml/2006/main">
            <a:pathLst>
              <a:path w="18801" h="46409">
                <a:moveTo>
                  <a:pt x="0" y="12644"/>
                </a:moveTo>
                <a:cubicBezTo>
                  <a:pt x="0" y="12644"/>
                  <a:pt x="0" y="11419"/>
                  <a:pt x="0" y="8968"/>
                </a:cubicBezTo>
                <a:cubicBezTo>
                  <a:pt x="0" y="6518"/>
                  <a:pt x="760" y="4411"/>
                  <a:pt x="2279" y="2646"/>
                </a:cubicBezTo>
                <a:cubicBezTo>
                  <a:pt x="3798" y="882"/>
                  <a:pt x="5840" y="0"/>
                  <a:pt x="8404" y="0"/>
                </a:cubicBezTo>
                <a:cubicBezTo>
                  <a:pt x="11062" y="0"/>
                  <a:pt x="13436" y="1225"/>
                  <a:pt x="15525" y="3676"/>
                </a:cubicBezTo>
                <a:cubicBezTo>
                  <a:pt x="17614" y="6126"/>
                  <a:pt x="18706" y="10438"/>
                  <a:pt x="18801" y="16613"/>
                </a:cubicBezTo>
                <a:cubicBezTo>
                  <a:pt x="18801" y="20044"/>
                  <a:pt x="18374" y="23376"/>
                  <a:pt x="17519" y="26611"/>
                </a:cubicBezTo>
                <a:cubicBezTo>
                  <a:pt x="16665" y="29845"/>
                  <a:pt x="15668" y="32638"/>
                  <a:pt x="14528" y="34991"/>
                </a:cubicBezTo>
                <a:cubicBezTo>
                  <a:pt x="13389" y="37343"/>
                  <a:pt x="12154" y="39352"/>
                  <a:pt x="10825" y="41019"/>
                </a:cubicBezTo>
                <a:cubicBezTo>
                  <a:pt x="9496" y="42685"/>
                  <a:pt x="8356" y="44008"/>
                  <a:pt x="7407" y="44988"/>
                </a:cubicBezTo>
                <a:cubicBezTo>
                  <a:pt x="6457" y="45968"/>
                  <a:pt x="5840" y="46409"/>
                  <a:pt x="5555" y="46311"/>
                </a:cubicBezTo>
                <a:cubicBezTo>
                  <a:pt x="5175" y="46311"/>
                  <a:pt x="4558" y="45870"/>
                  <a:pt x="3703" y="44988"/>
                </a:cubicBezTo>
                <a:cubicBezTo>
                  <a:pt x="2849" y="44106"/>
                  <a:pt x="2421" y="43469"/>
                  <a:pt x="2421" y="43077"/>
                </a:cubicBezTo>
                <a:cubicBezTo>
                  <a:pt x="2421" y="42685"/>
                  <a:pt x="2944" y="41901"/>
                  <a:pt x="3988" y="40725"/>
                </a:cubicBezTo>
                <a:cubicBezTo>
                  <a:pt x="5033" y="39548"/>
                  <a:pt x="6220" y="38078"/>
                  <a:pt x="7549" y="36314"/>
                </a:cubicBezTo>
                <a:cubicBezTo>
                  <a:pt x="8878" y="34550"/>
                  <a:pt x="10113" y="32099"/>
                  <a:pt x="11252" y="28963"/>
                </a:cubicBezTo>
                <a:cubicBezTo>
                  <a:pt x="12392" y="25827"/>
                  <a:pt x="13151" y="22249"/>
                  <a:pt x="13531" y="18230"/>
                </a:cubicBezTo>
                <a:lnTo>
                  <a:pt x="13531" y="16466"/>
                </a:lnTo>
                <a:lnTo>
                  <a:pt x="13389" y="16613"/>
                </a:lnTo>
                <a:cubicBezTo>
                  <a:pt x="13199" y="16711"/>
                  <a:pt x="12961" y="16809"/>
                  <a:pt x="12677" y="16907"/>
                </a:cubicBezTo>
                <a:cubicBezTo>
                  <a:pt x="12392" y="17005"/>
                  <a:pt x="12107" y="17152"/>
                  <a:pt x="11822" y="17348"/>
                </a:cubicBezTo>
                <a:cubicBezTo>
                  <a:pt x="11537" y="17544"/>
                  <a:pt x="11110" y="17642"/>
                  <a:pt x="10540" y="17642"/>
                </a:cubicBezTo>
                <a:cubicBezTo>
                  <a:pt x="9970" y="17642"/>
                  <a:pt x="9401" y="17691"/>
                  <a:pt x="8831" y="17789"/>
                </a:cubicBezTo>
                <a:cubicBezTo>
                  <a:pt x="6267" y="17789"/>
                  <a:pt x="4178" y="16956"/>
                  <a:pt x="2564" y="15290"/>
                </a:cubicBezTo>
                <a:lnTo>
                  <a:pt x="0" y="126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4719DA-3FAD-451C-B956-1546E06F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6875" y="4301267"/>
            <a:ext cx="18801" cy="46409"/>
          </a:xfrm>
          <a:custGeom xmlns:a="http://schemas.openxmlformats.org/drawingml/2006/main">
            <a:pathLst>
              <a:path w="18801" h="46409" fill="none">
                <a:moveTo>
                  <a:pt x="0" y="12644"/>
                </a:moveTo>
                <a:cubicBezTo>
                  <a:pt x="0" y="12644"/>
                  <a:pt x="0" y="11419"/>
                  <a:pt x="0" y="8968"/>
                </a:cubicBezTo>
                <a:cubicBezTo>
                  <a:pt x="0" y="6518"/>
                  <a:pt x="760" y="4411"/>
                  <a:pt x="2279" y="2646"/>
                </a:cubicBezTo>
                <a:cubicBezTo>
                  <a:pt x="3798" y="882"/>
                  <a:pt x="5840" y="0"/>
                  <a:pt x="8404" y="0"/>
                </a:cubicBezTo>
                <a:cubicBezTo>
                  <a:pt x="11062" y="0"/>
                  <a:pt x="13436" y="1225"/>
                  <a:pt x="15525" y="3676"/>
                </a:cubicBezTo>
                <a:cubicBezTo>
                  <a:pt x="17614" y="6126"/>
                  <a:pt x="18706" y="10438"/>
                  <a:pt x="18801" y="16613"/>
                </a:cubicBezTo>
                <a:cubicBezTo>
                  <a:pt x="18801" y="20044"/>
                  <a:pt x="18374" y="23376"/>
                  <a:pt x="17519" y="26611"/>
                </a:cubicBezTo>
                <a:cubicBezTo>
                  <a:pt x="16665" y="29845"/>
                  <a:pt x="15668" y="32638"/>
                  <a:pt x="14528" y="34991"/>
                </a:cubicBezTo>
                <a:cubicBezTo>
                  <a:pt x="13389" y="37343"/>
                  <a:pt x="12154" y="39352"/>
                  <a:pt x="10825" y="41019"/>
                </a:cubicBezTo>
                <a:cubicBezTo>
                  <a:pt x="9496" y="42685"/>
                  <a:pt x="8356" y="44008"/>
                  <a:pt x="7407" y="44988"/>
                </a:cubicBezTo>
                <a:cubicBezTo>
                  <a:pt x="6457" y="45968"/>
                  <a:pt x="5840" y="46409"/>
                  <a:pt x="5555" y="46311"/>
                </a:cubicBezTo>
                <a:cubicBezTo>
                  <a:pt x="5175" y="46311"/>
                  <a:pt x="4558" y="45870"/>
                  <a:pt x="3703" y="44988"/>
                </a:cubicBezTo>
                <a:cubicBezTo>
                  <a:pt x="2849" y="44106"/>
                  <a:pt x="2421" y="43469"/>
                  <a:pt x="2421" y="43077"/>
                </a:cubicBezTo>
                <a:cubicBezTo>
                  <a:pt x="2421" y="42685"/>
                  <a:pt x="2944" y="41901"/>
                  <a:pt x="3988" y="40725"/>
                </a:cubicBezTo>
                <a:cubicBezTo>
                  <a:pt x="5033" y="39548"/>
                  <a:pt x="6220" y="38078"/>
                  <a:pt x="7549" y="36314"/>
                </a:cubicBezTo>
                <a:cubicBezTo>
                  <a:pt x="8878" y="34550"/>
                  <a:pt x="10113" y="32099"/>
                  <a:pt x="11252" y="28963"/>
                </a:cubicBezTo>
                <a:cubicBezTo>
                  <a:pt x="12392" y="25827"/>
                  <a:pt x="13151" y="22249"/>
                  <a:pt x="13531" y="18230"/>
                </a:cubicBezTo>
                <a:lnTo>
                  <a:pt x="13531" y="16466"/>
                </a:lnTo>
                <a:lnTo>
                  <a:pt x="13389" y="16613"/>
                </a:lnTo>
                <a:cubicBezTo>
                  <a:pt x="13199" y="16711"/>
                  <a:pt x="12961" y="16809"/>
                  <a:pt x="12677" y="16907"/>
                </a:cubicBezTo>
                <a:cubicBezTo>
                  <a:pt x="12392" y="17005"/>
                  <a:pt x="12107" y="17152"/>
                  <a:pt x="11822" y="17348"/>
                </a:cubicBezTo>
                <a:cubicBezTo>
                  <a:pt x="11537" y="17544"/>
                  <a:pt x="11110" y="17642"/>
                  <a:pt x="10540" y="17642"/>
                </a:cubicBezTo>
                <a:cubicBezTo>
                  <a:pt x="9970" y="17642"/>
                  <a:pt x="9401" y="17691"/>
                  <a:pt x="8831" y="17789"/>
                </a:cubicBezTo>
                <a:cubicBezTo>
                  <a:pt x="6267" y="17789"/>
                  <a:pt x="4178" y="16956"/>
                  <a:pt x="2564" y="15290"/>
                </a:cubicBezTo>
                <a:lnTo>
                  <a:pt x="0" y="126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1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FF0D26-A64C-472D-83C6-F98853A8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917" y="4221141"/>
            <a:ext cx="59964" cy="101150"/>
          </a:xfrm>
          <a:custGeom xmlns:a="http://schemas.openxmlformats.org/drawingml/2006/main">
            <a:pathLst>
              <a:path w="59964" h="101150">
                <a:moveTo>
                  <a:pt x="8119" y="11909"/>
                </a:moveTo>
                <a:cubicBezTo>
                  <a:pt x="13436" y="3970"/>
                  <a:pt x="20700" y="0"/>
                  <a:pt x="29911" y="0"/>
                </a:cubicBezTo>
                <a:cubicBezTo>
                  <a:pt x="34469" y="0"/>
                  <a:pt x="39027" y="1274"/>
                  <a:pt x="43585" y="3823"/>
                </a:cubicBezTo>
                <a:cubicBezTo>
                  <a:pt x="48143" y="6371"/>
                  <a:pt x="51846" y="10879"/>
                  <a:pt x="54694" y="17348"/>
                </a:cubicBezTo>
                <a:cubicBezTo>
                  <a:pt x="58208" y="25483"/>
                  <a:pt x="59964" y="36657"/>
                  <a:pt x="59964" y="50869"/>
                </a:cubicBezTo>
                <a:cubicBezTo>
                  <a:pt x="59964" y="66061"/>
                  <a:pt x="57923" y="77676"/>
                  <a:pt x="53840" y="85713"/>
                </a:cubicBezTo>
                <a:cubicBezTo>
                  <a:pt x="51941" y="89829"/>
                  <a:pt x="49329" y="93113"/>
                  <a:pt x="46006" y="95563"/>
                </a:cubicBezTo>
                <a:cubicBezTo>
                  <a:pt x="42683" y="98013"/>
                  <a:pt x="39786" y="99533"/>
                  <a:pt x="37318" y="100121"/>
                </a:cubicBezTo>
                <a:cubicBezTo>
                  <a:pt x="34849" y="100709"/>
                  <a:pt x="32427" y="101052"/>
                  <a:pt x="30053" y="101150"/>
                </a:cubicBezTo>
                <a:cubicBezTo>
                  <a:pt x="27585" y="101150"/>
                  <a:pt x="25116" y="100856"/>
                  <a:pt x="22647" y="100268"/>
                </a:cubicBezTo>
                <a:cubicBezTo>
                  <a:pt x="20178" y="99680"/>
                  <a:pt x="17282" y="98111"/>
                  <a:pt x="13958" y="95563"/>
                </a:cubicBezTo>
                <a:cubicBezTo>
                  <a:pt x="10635" y="93015"/>
                  <a:pt x="8024" y="89731"/>
                  <a:pt x="6125" y="85713"/>
                </a:cubicBezTo>
                <a:cubicBezTo>
                  <a:pt x="2042" y="77676"/>
                  <a:pt x="0" y="66061"/>
                  <a:pt x="0" y="50869"/>
                </a:cubicBezTo>
                <a:cubicBezTo>
                  <a:pt x="0" y="33815"/>
                  <a:pt x="2706" y="20828"/>
                  <a:pt x="8119" y="11909"/>
                </a:cubicBezTo>
                <a:close/>
                <a:moveTo>
                  <a:pt x="40166" y="10144"/>
                </a:moveTo>
                <a:cubicBezTo>
                  <a:pt x="37318" y="7008"/>
                  <a:pt x="33947" y="5440"/>
                  <a:pt x="30053" y="5440"/>
                </a:cubicBezTo>
                <a:cubicBezTo>
                  <a:pt x="26065" y="5440"/>
                  <a:pt x="22647" y="7008"/>
                  <a:pt x="19798" y="10144"/>
                </a:cubicBezTo>
                <a:cubicBezTo>
                  <a:pt x="17424" y="12693"/>
                  <a:pt x="15858" y="16221"/>
                  <a:pt x="15098" y="20730"/>
                </a:cubicBezTo>
                <a:cubicBezTo>
                  <a:pt x="14338" y="25238"/>
                  <a:pt x="13958" y="34648"/>
                  <a:pt x="13958" y="48958"/>
                </a:cubicBezTo>
                <a:cubicBezTo>
                  <a:pt x="13958" y="64444"/>
                  <a:pt x="14338" y="74637"/>
                  <a:pt x="15098" y="79538"/>
                </a:cubicBezTo>
                <a:cubicBezTo>
                  <a:pt x="15858" y="84439"/>
                  <a:pt x="17567" y="88310"/>
                  <a:pt x="20226" y="91152"/>
                </a:cubicBezTo>
                <a:cubicBezTo>
                  <a:pt x="22884" y="94093"/>
                  <a:pt x="26160" y="95563"/>
                  <a:pt x="30053" y="95563"/>
                </a:cubicBezTo>
                <a:cubicBezTo>
                  <a:pt x="33852" y="95563"/>
                  <a:pt x="37080" y="94093"/>
                  <a:pt x="39739" y="91152"/>
                </a:cubicBezTo>
                <a:cubicBezTo>
                  <a:pt x="42493" y="88212"/>
                  <a:pt x="44202" y="84095"/>
                  <a:pt x="44867" y="78803"/>
                </a:cubicBezTo>
                <a:cubicBezTo>
                  <a:pt x="45531" y="73510"/>
                  <a:pt x="45911" y="63562"/>
                  <a:pt x="46006" y="48958"/>
                </a:cubicBezTo>
                <a:cubicBezTo>
                  <a:pt x="46006" y="34746"/>
                  <a:pt x="45626" y="25385"/>
                  <a:pt x="44867" y="20877"/>
                </a:cubicBezTo>
                <a:cubicBezTo>
                  <a:pt x="44107" y="16368"/>
                  <a:pt x="42540" y="12791"/>
                  <a:pt x="40166" y="101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0A2155-718B-425E-9438-D98FD285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917" y="4221141"/>
            <a:ext cx="59964" cy="101150"/>
          </a:xfrm>
          <a:custGeom xmlns:a="http://schemas.openxmlformats.org/drawingml/2006/main">
            <a:pathLst>
              <a:path w="59964" h="101150" fill="none">
                <a:moveTo>
                  <a:pt x="8119" y="11909"/>
                </a:moveTo>
                <a:cubicBezTo>
                  <a:pt x="13436" y="3970"/>
                  <a:pt x="20700" y="0"/>
                  <a:pt x="29911" y="0"/>
                </a:cubicBezTo>
                <a:cubicBezTo>
                  <a:pt x="34469" y="0"/>
                  <a:pt x="39027" y="1274"/>
                  <a:pt x="43585" y="3823"/>
                </a:cubicBezTo>
                <a:cubicBezTo>
                  <a:pt x="48143" y="6371"/>
                  <a:pt x="51846" y="10879"/>
                  <a:pt x="54694" y="17348"/>
                </a:cubicBezTo>
                <a:cubicBezTo>
                  <a:pt x="58208" y="25483"/>
                  <a:pt x="59964" y="36657"/>
                  <a:pt x="59964" y="50869"/>
                </a:cubicBezTo>
                <a:cubicBezTo>
                  <a:pt x="59964" y="66061"/>
                  <a:pt x="57923" y="77676"/>
                  <a:pt x="53840" y="85713"/>
                </a:cubicBezTo>
                <a:cubicBezTo>
                  <a:pt x="51941" y="89829"/>
                  <a:pt x="49329" y="93113"/>
                  <a:pt x="46006" y="95563"/>
                </a:cubicBezTo>
                <a:cubicBezTo>
                  <a:pt x="42683" y="98013"/>
                  <a:pt x="39786" y="99533"/>
                  <a:pt x="37318" y="100121"/>
                </a:cubicBezTo>
                <a:cubicBezTo>
                  <a:pt x="34849" y="100709"/>
                  <a:pt x="32427" y="101052"/>
                  <a:pt x="30053" y="101150"/>
                </a:cubicBezTo>
                <a:cubicBezTo>
                  <a:pt x="27585" y="101150"/>
                  <a:pt x="25116" y="100856"/>
                  <a:pt x="22647" y="100268"/>
                </a:cubicBezTo>
                <a:cubicBezTo>
                  <a:pt x="20178" y="99680"/>
                  <a:pt x="17282" y="98111"/>
                  <a:pt x="13958" y="95563"/>
                </a:cubicBezTo>
                <a:cubicBezTo>
                  <a:pt x="10635" y="93015"/>
                  <a:pt x="8024" y="89731"/>
                  <a:pt x="6125" y="85713"/>
                </a:cubicBezTo>
                <a:cubicBezTo>
                  <a:pt x="2042" y="77676"/>
                  <a:pt x="0" y="66061"/>
                  <a:pt x="0" y="50869"/>
                </a:cubicBezTo>
                <a:cubicBezTo>
                  <a:pt x="0" y="33815"/>
                  <a:pt x="2706" y="20828"/>
                  <a:pt x="8119" y="11909"/>
                </a:cubicBezTo>
                <a:close/>
                <a:moveTo>
                  <a:pt x="40166" y="10144"/>
                </a:moveTo>
                <a:cubicBezTo>
                  <a:pt x="37318" y="7008"/>
                  <a:pt x="33947" y="5440"/>
                  <a:pt x="30053" y="5440"/>
                </a:cubicBezTo>
                <a:cubicBezTo>
                  <a:pt x="26065" y="5440"/>
                  <a:pt x="22647" y="7008"/>
                  <a:pt x="19798" y="10144"/>
                </a:cubicBezTo>
                <a:cubicBezTo>
                  <a:pt x="17424" y="12693"/>
                  <a:pt x="15858" y="16221"/>
                  <a:pt x="15098" y="20730"/>
                </a:cubicBezTo>
                <a:cubicBezTo>
                  <a:pt x="14338" y="25238"/>
                  <a:pt x="13958" y="34648"/>
                  <a:pt x="13958" y="48958"/>
                </a:cubicBezTo>
                <a:cubicBezTo>
                  <a:pt x="13958" y="64444"/>
                  <a:pt x="14338" y="74637"/>
                  <a:pt x="15098" y="79538"/>
                </a:cubicBezTo>
                <a:cubicBezTo>
                  <a:pt x="15858" y="84439"/>
                  <a:pt x="17567" y="88310"/>
                  <a:pt x="20226" y="91152"/>
                </a:cubicBezTo>
                <a:cubicBezTo>
                  <a:pt x="22884" y="94093"/>
                  <a:pt x="26160" y="95563"/>
                  <a:pt x="30053" y="95563"/>
                </a:cubicBezTo>
                <a:cubicBezTo>
                  <a:pt x="33852" y="95563"/>
                  <a:pt x="37080" y="94093"/>
                  <a:pt x="39739" y="91152"/>
                </a:cubicBezTo>
                <a:cubicBezTo>
                  <a:pt x="42493" y="88212"/>
                  <a:pt x="44202" y="84095"/>
                  <a:pt x="44867" y="78803"/>
                </a:cubicBezTo>
                <a:cubicBezTo>
                  <a:pt x="45531" y="73510"/>
                  <a:pt x="45911" y="63562"/>
                  <a:pt x="46006" y="48958"/>
                </a:cubicBezTo>
                <a:cubicBezTo>
                  <a:pt x="46006" y="34746"/>
                  <a:pt x="45626" y="25385"/>
                  <a:pt x="44867" y="20877"/>
                </a:cubicBezTo>
                <a:cubicBezTo>
                  <a:pt x="44107" y="16368"/>
                  <a:pt x="42540" y="12791"/>
                  <a:pt x="40166" y="101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" cap="flat">
            <a:solidFill>
              <a:srgbClr val="000000">
                <a:alpha val="9030"/>
              </a:srgbClr>
            </a:solidFill>
            <a:miter/>
          </a:ln>
        </p:spPr>
      </p:sp>
      <p:sp>
        <p:nvSpPr>
          <p:cNvPr id="1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A78E8B-81A9-43EF-8980-ECC6ABBA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7763" y="4131902"/>
            <a:ext cx="45060" cy="207949"/>
          </a:xfrm>
          <a:custGeom xmlns:a="http://schemas.openxmlformats.org/drawingml/2006/main">
            <a:pathLst>
              <a:path w="45060" h="207949">
                <a:moveTo>
                  <a:pt x="0" y="3743"/>
                </a:moveTo>
                <a:cubicBezTo>
                  <a:pt x="134" y="2773"/>
                  <a:pt x="537" y="1941"/>
                  <a:pt x="1209" y="1248"/>
                </a:cubicBezTo>
                <a:cubicBezTo>
                  <a:pt x="1880" y="555"/>
                  <a:pt x="2820" y="139"/>
                  <a:pt x="4029" y="0"/>
                </a:cubicBezTo>
                <a:cubicBezTo>
                  <a:pt x="5372" y="0"/>
                  <a:pt x="6514" y="693"/>
                  <a:pt x="7454" y="2079"/>
                </a:cubicBezTo>
                <a:cubicBezTo>
                  <a:pt x="7857" y="3050"/>
                  <a:pt x="14169" y="20102"/>
                  <a:pt x="26391" y="53235"/>
                </a:cubicBezTo>
                <a:cubicBezTo>
                  <a:pt x="38614" y="86368"/>
                  <a:pt x="44792" y="103281"/>
                  <a:pt x="44926" y="103975"/>
                </a:cubicBezTo>
                <a:cubicBezTo>
                  <a:pt x="45060" y="104668"/>
                  <a:pt x="38949" y="121581"/>
                  <a:pt x="26593" y="154714"/>
                </a:cubicBezTo>
                <a:cubicBezTo>
                  <a:pt x="14237" y="187847"/>
                  <a:pt x="7857" y="204899"/>
                  <a:pt x="7454" y="205870"/>
                </a:cubicBezTo>
                <a:cubicBezTo>
                  <a:pt x="6514" y="207256"/>
                  <a:pt x="5372" y="207949"/>
                  <a:pt x="4029" y="207949"/>
                </a:cubicBezTo>
                <a:cubicBezTo>
                  <a:pt x="2955" y="207949"/>
                  <a:pt x="2082" y="207603"/>
                  <a:pt x="1410" y="206909"/>
                </a:cubicBezTo>
                <a:cubicBezTo>
                  <a:pt x="739" y="206216"/>
                  <a:pt x="269" y="205315"/>
                  <a:pt x="0" y="204206"/>
                </a:cubicBezTo>
                <a:cubicBezTo>
                  <a:pt x="0" y="203513"/>
                  <a:pt x="6044" y="186669"/>
                  <a:pt x="18132" y="153674"/>
                </a:cubicBezTo>
                <a:cubicBezTo>
                  <a:pt x="30354" y="120818"/>
                  <a:pt x="36465" y="104252"/>
                  <a:pt x="36465" y="103975"/>
                </a:cubicBezTo>
                <a:cubicBezTo>
                  <a:pt x="36465" y="103697"/>
                  <a:pt x="30354" y="87131"/>
                  <a:pt x="18132" y="54275"/>
                </a:cubicBezTo>
                <a:cubicBezTo>
                  <a:pt x="6044" y="21280"/>
                  <a:pt x="0" y="4436"/>
                  <a:pt x="0" y="37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91DB44-4D9D-42CA-8252-999BCCD8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7763" y="4131902"/>
            <a:ext cx="45060" cy="207949"/>
          </a:xfrm>
          <a:custGeom xmlns:a="http://schemas.openxmlformats.org/drawingml/2006/main">
            <a:pathLst>
              <a:path w="45060" h="207949" fill="none">
                <a:moveTo>
                  <a:pt x="0" y="3743"/>
                </a:moveTo>
                <a:cubicBezTo>
                  <a:pt x="134" y="2773"/>
                  <a:pt x="537" y="1941"/>
                  <a:pt x="1209" y="1248"/>
                </a:cubicBezTo>
                <a:cubicBezTo>
                  <a:pt x="1880" y="555"/>
                  <a:pt x="2820" y="139"/>
                  <a:pt x="4029" y="0"/>
                </a:cubicBezTo>
                <a:cubicBezTo>
                  <a:pt x="5372" y="0"/>
                  <a:pt x="6514" y="693"/>
                  <a:pt x="7454" y="2079"/>
                </a:cubicBezTo>
                <a:cubicBezTo>
                  <a:pt x="7857" y="3050"/>
                  <a:pt x="14169" y="20102"/>
                  <a:pt x="26391" y="53235"/>
                </a:cubicBezTo>
                <a:cubicBezTo>
                  <a:pt x="38614" y="86368"/>
                  <a:pt x="44792" y="103281"/>
                  <a:pt x="44926" y="103975"/>
                </a:cubicBezTo>
                <a:cubicBezTo>
                  <a:pt x="45060" y="104668"/>
                  <a:pt x="38949" y="121581"/>
                  <a:pt x="26593" y="154714"/>
                </a:cubicBezTo>
                <a:cubicBezTo>
                  <a:pt x="14237" y="187847"/>
                  <a:pt x="7857" y="204899"/>
                  <a:pt x="7454" y="205870"/>
                </a:cubicBezTo>
                <a:cubicBezTo>
                  <a:pt x="6514" y="207256"/>
                  <a:pt x="5372" y="207949"/>
                  <a:pt x="4029" y="207949"/>
                </a:cubicBezTo>
                <a:cubicBezTo>
                  <a:pt x="2955" y="207949"/>
                  <a:pt x="2082" y="207603"/>
                  <a:pt x="1410" y="206909"/>
                </a:cubicBezTo>
                <a:cubicBezTo>
                  <a:pt x="739" y="206216"/>
                  <a:pt x="269" y="205315"/>
                  <a:pt x="0" y="204206"/>
                </a:cubicBezTo>
                <a:cubicBezTo>
                  <a:pt x="0" y="203513"/>
                  <a:pt x="6044" y="186669"/>
                  <a:pt x="18132" y="153674"/>
                </a:cubicBezTo>
                <a:cubicBezTo>
                  <a:pt x="30354" y="120818"/>
                  <a:pt x="36465" y="104252"/>
                  <a:pt x="36465" y="103975"/>
                </a:cubicBezTo>
                <a:cubicBezTo>
                  <a:pt x="36465" y="103697"/>
                  <a:pt x="30354" y="87131"/>
                  <a:pt x="18132" y="54275"/>
                </a:cubicBezTo>
                <a:cubicBezTo>
                  <a:pt x="6044" y="21280"/>
                  <a:pt x="0" y="4436"/>
                  <a:pt x="0" y="374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" cap="flat">
            <a:solidFill>
              <a:srgbClr val="000000">
                <a:alpha val="12770"/>
              </a:srgbClr>
            </a:solidFill>
            <a:miter/>
          </a:ln>
        </p:spPr>
      </p:sp>
      <p:sp>
        <p:nvSpPr>
          <p:cNvPr id="1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436266-5E08-465F-A9BE-196DD71B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622" y="5792675"/>
            <a:ext cx="654532" cy="10"/>
          </a:xfrm>
          <a:custGeom xmlns:a="http://schemas.openxmlformats.org/drawingml/2006/main">
            <a:pathLst>
              <a:path w="654532" h="1" fill="none">
                <a:moveTo>
                  <a:pt x="0" y="0"/>
                </a:moveTo>
                <a:lnTo>
                  <a:pt x="6545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379" cap="flat">
            <a:solidFill>
              <a:srgbClr val="999999"/>
            </a:solidFill>
            <a:miter/>
          </a:ln>
        </p:spPr>
      </p:sp>
      <p:sp>
        <p:nvSpPr>
          <p:cNvPr id="1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ADC0D1-2C7A-46D4-97D1-A503B2DD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518" y="5759172"/>
            <a:ext cx="100653" cy="67006"/>
          </a:xfrm>
          <a:custGeom xmlns:a="http://schemas.openxmlformats.org/drawingml/2006/main">
            <a:pathLst>
              <a:path w="100653" h="67006" fill="none">
                <a:moveTo>
                  <a:pt x="100653" y="0"/>
                </a:moveTo>
                <a:lnTo>
                  <a:pt x="0" y="33503"/>
                </a:lnTo>
                <a:lnTo>
                  <a:pt x="100653" y="67006"/>
                </a:lnTo>
              </a:path>
            </a:pathLst>
          </a:custGeom>
          <a:noFill xmlns:a="http://schemas.openxmlformats.org/drawingml/2006/main"/>
          <a:ln xmlns:a="http://schemas.openxmlformats.org/drawingml/2006/main" w="14379" cap="flat">
            <a:solidFill>
              <a:srgbClr val="999999"/>
            </a:solidFill>
            <a:miter/>
          </a:ln>
        </p:spPr>
      </p:sp>
      <p:sp>
        <p:nvSpPr>
          <p:cNvPr id="1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C5A1AB-0DBF-499C-8EF2-1137714A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605" y="5759172"/>
            <a:ext cx="100653" cy="67006"/>
          </a:xfrm>
          <a:custGeom xmlns:a="http://schemas.openxmlformats.org/drawingml/2006/main">
            <a:pathLst>
              <a:path w="100653" h="67006" fill="none">
                <a:moveTo>
                  <a:pt x="0" y="67006"/>
                </a:moveTo>
                <a:lnTo>
                  <a:pt x="100653" y="3350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379" cap="flat">
            <a:solidFill>
              <a:srgbClr val="999999"/>
            </a:solidFill>
            <a:miter/>
          </a:ln>
        </p:spPr>
      </p:sp>
      <p:sp>
        <p:nvSpPr>
          <p:cNvPr id="1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873B42-6AC1-4E19-86CA-F89E6780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27" y="5091556"/>
            <a:ext cx="2732" cy="251920"/>
          </a:xfrm>
          <a:custGeom xmlns:a="http://schemas.openxmlformats.org/drawingml/2006/main">
            <a:pathLst>
              <a:path w="2732" h="251920" fill="none">
                <a:moveTo>
                  <a:pt x="2732" y="0"/>
                </a:moveTo>
                <a:lnTo>
                  <a:pt x="0" y="251920"/>
                </a:lnTo>
              </a:path>
            </a:pathLst>
          </a:custGeom>
          <a:noFill xmlns:a="http://schemas.openxmlformats.org/drawingml/2006/main"/>
          <a:ln xmlns:a="http://schemas.openxmlformats.org/drawingml/2006/main" w="14379" cap="flat">
            <a:solidFill>
              <a:srgbClr val="999999"/>
            </a:solidFill>
            <a:miter/>
          </a:ln>
        </p:spPr>
      </p:sp>
      <p:sp>
        <p:nvSpPr>
          <p:cNvPr id="1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5ED914-A681-4A08-845F-25D0C974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50" y="5075451"/>
            <a:ext cx="67150" cy="100940"/>
          </a:xfrm>
          <a:custGeom xmlns:a="http://schemas.openxmlformats.org/drawingml/2006/main">
            <a:pathLst>
              <a:path w="67150" h="100940" fill="none">
                <a:moveTo>
                  <a:pt x="67150" y="100940"/>
                </a:moveTo>
                <a:lnTo>
                  <a:pt x="34797" y="0"/>
                </a:lnTo>
                <a:lnTo>
                  <a:pt x="0" y="100222"/>
                </a:lnTo>
              </a:path>
            </a:pathLst>
          </a:custGeom>
          <a:noFill xmlns:a="http://schemas.openxmlformats.org/drawingml/2006/main"/>
          <a:ln xmlns:a="http://schemas.openxmlformats.org/drawingml/2006/main" w="14379" cap="flat">
            <a:solidFill>
              <a:srgbClr val="999999"/>
            </a:solidFill>
            <a:miter/>
          </a:ln>
        </p:spPr>
      </p:sp>
      <p:sp>
        <p:nvSpPr>
          <p:cNvPr id="1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E84F79-ABB8-4D4F-ACED-B53E7237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87" y="5258639"/>
            <a:ext cx="67150" cy="100940"/>
          </a:xfrm>
          <a:custGeom xmlns:a="http://schemas.openxmlformats.org/drawingml/2006/main">
            <a:pathLst>
              <a:path w="67150" h="100940" fill="none">
                <a:moveTo>
                  <a:pt x="0" y="0"/>
                </a:moveTo>
                <a:lnTo>
                  <a:pt x="32353" y="100940"/>
                </a:lnTo>
                <a:lnTo>
                  <a:pt x="67150" y="719"/>
                </a:lnTo>
              </a:path>
            </a:pathLst>
          </a:custGeom>
          <a:noFill xmlns:a="http://schemas.openxmlformats.org/drawingml/2006/main"/>
          <a:ln xmlns:a="http://schemas.openxmlformats.org/drawingml/2006/main" w="14379" cap="flat">
            <a:solidFill>
              <a:srgbClr val="999999"/>
            </a:solidFill>
            <a:miter/>
          </a:ln>
        </p:spPr>
      </p:sp>
      <p:sp>
        <p:nvSpPr>
          <p:cNvPr id="1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BD141C-4A1E-496F-99CB-3E394B39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999" y="5077177"/>
            <a:ext cx="3020" cy="266299"/>
          </a:xfrm>
          <a:custGeom xmlns:a="http://schemas.openxmlformats.org/drawingml/2006/main">
            <a:pathLst>
              <a:path w="3020" h="266299" fill="none">
                <a:moveTo>
                  <a:pt x="0" y="0"/>
                </a:moveTo>
                <a:lnTo>
                  <a:pt x="3020" y="266299"/>
                </a:lnTo>
              </a:path>
            </a:pathLst>
          </a:custGeom>
          <a:noFill xmlns:a="http://schemas.openxmlformats.org/drawingml/2006/main"/>
          <a:ln xmlns:a="http://schemas.openxmlformats.org/drawingml/2006/main" w="14379" cap="flat">
            <a:solidFill>
              <a:srgbClr val="999999"/>
            </a:solidFill>
            <a:miter/>
          </a:ln>
        </p:spPr>
      </p:sp>
      <p:sp>
        <p:nvSpPr>
          <p:cNvPr id="1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2A7CB6-A2B0-4DFE-94EE-7F8AB02E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9503" y="5061072"/>
            <a:ext cx="67006" cy="100940"/>
          </a:xfrm>
          <a:custGeom xmlns:a="http://schemas.openxmlformats.org/drawingml/2006/main">
            <a:pathLst>
              <a:path w="67006" h="100940" fill="none">
                <a:moveTo>
                  <a:pt x="67006" y="100222"/>
                </a:moveTo>
                <a:lnTo>
                  <a:pt x="32353" y="0"/>
                </a:lnTo>
                <a:lnTo>
                  <a:pt x="0" y="100940"/>
                </a:lnTo>
              </a:path>
            </a:pathLst>
          </a:custGeom>
          <a:noFill xmlns:a="http://schemas.openxmlformats.org/drawingml/2006/main"/>
          <a:ln xmlns:a="http://schemas.openxmlformats.org/drawingml/2006/main" w="14379" cap="flat">
            <a:solidFill>
              <a:srgbClr val="999999"/>
            </a:solidFill>
            <a:miter/>
          </a:ln>
        </p:spPr>
      </p:sp>
      <p:sp>
        <p:nvSpPr>
          <p:cNvPr id="1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074135-B946-42A2-BFC3-1C3837B4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09" y="5258639"/>
            <a:ext cx="67006" cy="100940"/>
          </a:xfrm>
          <a:custGeom xmlns:a="http://schemas.openxmlformats.org/drawingml/2006/main">
            <a:pathLst>
              <a:path w="67006" h="100940" fill="none">
                <a:moveTo>
                  <a:pt x="0" y="719"/>
                </a:moveTo>
                <a:lnTo>
                  <a:pt x="34653" y="100940"/>
                </a:lnTo>
                <a:lnTo>
                  <a:pt x="670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379" cap="flat">
            <a:solidFill>
              <a:srgbClr val="999999"/>
            </a:solidFill>
            <a:miter/>
          </a:ln>
        </p:spPr>
      </p:sp>
      <p:sp>
        <p:nvSpPr>
          <p:cNvPr id="1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BCEFE1-3E0D-4D8D-AFBF-770E4FA8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9603" y="5792675"/>
            <a:ext cx="654532" cy="10"/>
          </a:xfrm>
          <a:custGeom xmlns:a="http://schemas.openxmlformats.org/drawingml/2006/main">
            <a:pathLst>
              <a:path w="654532" h="1" fill="none">
                <a:moveTo>
                  <a:pt x="0" y="0"/>
                </a:moveTo>
                <a:lnTo>
                  <a:pt x="6545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379" cap="flat">
            <a:solidFill>
              <a:srgbClr val="999999"/>
            </a:solidFill>
            <a:miter/>
          </a:ln>
        </p:spPr>
      </p:sp>
      <p:sp>
        <p:nvSpPr>
          <p:cNvPr id="1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6AAD34-4CCF-42AE-9586-46CD683B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499" y="5759172"/>
            <a:ext cx="100653" cy="67006"/>
          </a:xfrm>
          <a:custGeom xmlns:a="http://schemas.openxmlformats.org/drawingml/2006/main">
            <a:pathLst>
              <a:path w="100653" h="67006" fill="none">
                <a:moveTo>
                  <a:pt x="100653" y="0"/>
                </a:moveTo>
                <a:lnTo>
                  <a:pt x="0" y="33503"/>
                </a:lnTo>
                <a:lnTo>
                  <a:pt x="100653" y="67006"/>
                </a:lnTo>
              </a:path>
            </a:pathLst>
          </a:custGeom>
          <a:noFill xmlns:a="http://schemas.openxmlformats.org/drawingml/2006/main"/>
          <a:ln xmlns:a="http://schemas.openxmlformats.org/drawingml/2006/main" w="14379" cap="flat">
            <a:solidFill>
              <a:srgbClr val="999999"/>
            </a:solidFill>
            <a:miter/>
          </a:ln>
        </p:spPr>
      </p:sp>
      <p:sp>
        <p:nvSpPr>
          <p:cNvPr id="1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7CABD7-B827-430E-81D0-9E203AC7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586" y="5759172"/>
            <a:ext cx="100653" cy="67006"/>
          </a:xfrm>
          <a:custGeom xmlns:a="http://schemas.openxmlformats.org/drawingml/2006/main">
            <a:pathLst>
              <a:path w="100653" h="67006" fill="none">
                <a:moveTo>
                  <a:pt x="0" y="67006"/>
                </a:moveTo>
                <a:lnTo>
                  <a:pt x="100653" y="3350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379" cap="flat">
            <a:solidFill>
              <a:srgbClr val="999999"/>
            </a:solidFill>
            <a:miter/>
          </a:ln>
        </p:spPr>
      </p:sp>
      <p:sp>
        <p:nvSpPr>
          <p:cNvPr id="1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896017-B67A-4702-A1E5-7466BC2A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509" y="5077177"/>
            <a:ext cx="575" cy="266299"/>
          </a:xfrm>
          <a:custGeom xmlns:a="http://schemas.openxmlformats.org/drawingml/2006/main">
            <a:pathLst>
              <a:path w="575" h="266299" fill="none">
                <a:moveTo>
                  <a:pt x="0" y="0"/>
                </a:moveTo>
                <a:lnTo>
                  <a:pt x="575" y="266299"/>
                </a:lnTo>
              </a:path>
            </a:pathLst>
          </a:custGeom>
          <a:noFill xmlns:a="http://schemas.openxmlformats.org/drawingml/2006/main"/>
          <a:ln xmlns:a="http://schemas.openxmlformats.org/drawingml/2006/main" w="14379" cap="flat">
            <a:solidFill>
              <a:srgbClr val="999999"/>
            </a:solidFill>
            <a:miter/>
          </a:ln>
        </p:spPr>
      </p:sp>
      <p:sp>
        <p:nvSpPr>
          <p:cNvPr id="1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C3199D-9778-4F74-BEA3-F71D8F45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150" y="5061072"/>
            <a:ext cx="67006" cy="100653"/>
          </a:xfrm>
          <a:custGeom xmlns:a="http://schemas.openxmlformats.org/drawingml/2006/main">
            <a:pathLst>
              <a:path w="67006" h="100653" fill="none">
                <a:moveTo>
                  <a:pt x="67006" y="100509"/>
                </a:moveTo>
                <a:lnTo>
                  <a:pt x="33215" y="0"/>
                </a:lnTo>
                <a:lnTo>
                  <a:pt x="0" y="100653"/>
                </a:lnTo>
              </a:path>
            </a:pathLst>
          </a:custGeom>
          <a:noFill xmlns:a="http://schemas.openxmlformats.org/drawingml/2006/main"/>
          <a:ln xmlns:a="http://schemas.openxmlformats.org/drawingml/2006/main" w="14379" cap="flat">
            <a:solidFill>
              <a:srgbClr val="999999"/>
            </a:solidFill>
            <a:miter/>
          </a:ln>
        </p:spPr>
      </p:sp>
      <p:sp>
        <p:nvSpPr>
          <p:cNvPr id="1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F1A759-E342-4D41-825F-007EBBA7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437" y="5258927"/>
            <a:ext cx="67006" cy="100653"/>
          </a:xfrm>
          <a:custGeom xmlns:a="http://schemas.openxmlformats.org/drawingml/2006/main">
            <a:pathLst>
              <a:path w="67006" h="100653" fill="none">
                <a:moveTo>
                  <a:pt x="0" y="144"/>
                </a:moveTo>
                <a:lnTo>
                  <a:pt x="33791" y="100653"/>
                </a:lnTo>
                <a:lnTo>
                  <a:pt x="670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379" cap="flat">
            <a:solidFill>
              <a:srgbClr val="999999"/>
            </a:solidFill>
            <a:miter/>
          </a:ln>
        </p:spPr>
      </p:sp>
      <p:sp>
        <p:nvSpPr>
          <p:cNvPr id="1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723B47-B899-4C41-AAB1-00752FBD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791" y="5077177"/>
            <a:ext cx="431" cy="266299"/>
          </a:xfrm>
          <a:custGeom xmlns:a="http://schemas.openxmlformats.org/drawingml/2006/main">
            <a:pathLst>
              <a:path w="431" h="266299" fill="none">
                <a:moveTo>
                  <a:pt x="0" y="0"/>
                </a:moveTo>
                <a:lnTo>
                  <a:pt x="431" y="266299"/>
                </a:lnTo>
              </a:path>
            </a:pathLst>
          </a:custGeom>
          <a:noFill xmlns:a="http://schemas.openxmlformats.org/drawingml/2006/main"/>
          <a:ln xmlns:a="http://schemas.openxmlformats.org/drawingml/2006/main" w="14379" cap="flat">
            <a:solidFill>
              <a:srgbClr val="999999"/>
            </a:solidFill>
            <a:miter/>
          </a:ln>
        </p:spPr>
      </p:sp>
      <p:sp>
        <p:nvSpPr>
          <p:cNvPr id="1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4619E5-1852-4276-B132-45C17272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432" y="5061072"/>
            <a:ext cx="67006" cy="100653"/>
          </a:xfrm>
          <a:custGeom xmlns:a="http://schemas.openxmlformats.org/drawingml/2006/main">
            <a:pathLst>
              <a:path w="67006" h="100653" fill="none">
                <a:moveTo>
                  <a:pt x="67006" y="100509"/>
                </a:moveTo>
                <a:lnTo>
                  <a:pt x="33359" y="0"/>
                </a:lnTo>
                <a:lnTo>
                  <a:pt x="0" y="100653"/>
                </a:lnTo>
              </a:path>
            </a:pathLst>
          </a:custGeom>
          <a:noFill xmlns:a="http://schemas.openxmlformats.org/drawingml/2006/main"/>
          <a:ln xmlns:a="http://schemas.openxmlformats.org/drawingml/2006/main" w="14379" cap="flat">
            <a:solidFill>
              <a:srgbClr val="999999"/>
            </a:solidFill>
            <a:miter/>
          </a:ln>
        </p:spPr>
      </p:sp>
      <p:sp>
        <p:nvSpPr>
          <p:cNvPr id="1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0B8151-BD71-4E7A-8896-1DD2CE91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576" y="5258927"/>
            <a:ext cx="67006" cy="100653"/>
          </a:xfrm>
          <a:custGeom xmlns:a="http://schemas.openxmlformats.org/drawingml/2006/main">
            <a:pathLst>
              <a:path w="67006" h="100653" fill="none">
                <a:moveTo>
                  <a:pt x="0" y="144"/>
                </a:moveTo>
                <a:lnTo>
                  <a:pt x="33647" y="100653"/>
                </a:lnTo>
                <a:lnTo>
                  <a:pt x="670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379" cap="flat">
            <a:solidFill>
              <a:srgbClr val="999999"/>
            </a:solidFill>
            <a:miter/>
          </a:ln>
        </p:spPr>
      </p:sp>
      <p:sp>
        <p:nvSpPr>
          <p:cNvPr id="1153" name="Text (b)TheRing-ScaterGatherparadigm.">
            <a:extLst xmlns:a="http://schemas.openxmlformats.org/drawingml/2006/main">
              <a:ext uri="{FF2B5EF4-FFF2-40B4-BE49-F238E27FC236}">
                <a16:creationId xmlns:a16="http://schemas.microsoft.com/office/drawing/2014/main" id="{6732BD71-0DC6-4370-B10D-4823EECE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5860" y="6884006"/>
            <a:ext cx="3388520" cy="190984"/>
          </a:xfrm>
          <a:custGeom xmlns:a="http://schemas.openxmlformats.org/drawingml/2006/main">
            <a:pathLst>
              <a:path w="3388520" h="190984">
                <a:moveTo>
                  <a:pt x="0" y="93064"/>
                </a:moveTo>
                <a:cubicBezTo>
                  <a:pt x="0" y="102031"/>
                  <a:pt x="994" y="146867"/>
                  <a:pt x="46231" y="185925"/>
                </a:cubicBezTo>
                <a:lnTo>
                  <a:pt x="52209" y="179548"/>
                </a:lnTo>
                <a:cubicBezTo>
                  <a:pt x="45833" y="172375"/>
                  <a:pt x="22915" y="145672"/>
                  <a:pt x="22915" y="93064"/>
                </a:cubicBezTo>
                <a:cubicBezTo>
                  <a:pt x="22915" y="40454"/>
                  <a:pt x="46231" y="13750"/>
                  <a:pt x="52209" y="6778"/>
                </a:cubicBezTo>
                <a:lnTo>
                  <a:pt x="46629" y="0"/>
                </a:lnTo>
                <a:cubicBezTo>
                  <a:pt x="20525" y="22520"/>
                  <a:pt x="0" y="56794"/>
                  <a:pt x="0" y="93064"/>
                </a:cubicBezTo>
                <a:close/>
                <a:moveTo>
                  <a:pt x="72735" y="118141"/>
                </a:moveTo>
                <a:cubicBezTo>
                  <a:pt x="72735" y="134685"/>
                  <a:pt x="72337" y="137079"/>
                  <a:pt x="71540" y="144650"/>
                </a:cubicBezTo>
                <a:cubicBezTo>
                  <a:pt x="73930" y="145447"/>
                  <a:pt x="76122" y="146046"/>
                  <a:pt x="78315" y="146046"/>
                </a:cubicBezTo>
                <a:cubicBezTo>
                  <a:pt x="80905" y="143853"/>
                  <a:pt x="82900" y="141065"/>
                  <a:pt x="84691" y="137477"/>
                </a:cubicBezTo>
                <a:cubicBezTo>
                  <a:pt x="92463" y="143455"/>
                  <a:pt x="104620" y="145447"/>
                  <a:pt x="113788" y="145447"/>
                </a:cubicBezTo>
                <a:cubicBezTo>
                  <a:pt x="135906" y="145447"/>
                  <a:pt x="159222" y="123523"/>
                  <a:pt x="159222" y="95019"/>
                </a:cubicBezTo>
                <a:cubicBezTo>
                  <a:pt x="159222" y="83656"/>
                  <a:pt x="154837" y="72494"/>
                  <a:pt x="148461" y="65120"/>
                </a:cubicBezTo>
                <a:cubicBezTo>
                  <a:pt x="141288" y="56950"/>
                  <a:pt x="131722" y="54955"/>
                  <a:pt x="121158" y="54955"/>
                </a:cubicBezTo>
                <a:cubicBezTo>
                  <a:pt x="114983" y="54955"/>
                  <a:pt x="104419" y="61930"/>
                  <a:pt x="98642" y="66117"/>
                </a:cubicBezTo>
                <a:lnTo>
                  <a:pt x="98642" y="27217"/>
                </a:lnTo>
                <a:cubicBezTo>
                  <a:pt x="98642" y="14246"/>
                  <a:pt x="99238" y="6912"/>
                  <a:pt x="99238" y="6912"/>
                </a:cubicBezTo>
                <a:cubicBezTo>
                  <a:pt x="99238" y="5145"/>
                  <a:pt x="97845" y="4357"/>
                  <a:pt x="96051" y="4357"/>
                </a:cubicBezTo>
                <a:cubicBezTo>
                  <a:pt x="88677" y="6714"/>
                  <a:pt x="72735" y="8876"/>
                  <a:pt x="58586" y="9463"/>
                </a:cubicBezTo>
                <a:cubicBezTo>
                  <a:pt x="57990" y="11856"/>
                  <a:pt x="58188" y="14048"/>
                  <a:pt x="59185" y="15839"/>
                </a:cubicBezTo>
                <a:cubicBezTo>
                  <a:pt x="71738" y="16839"/>
                  <a:pt x="72735" y="17037"/>
                  <a:pt x="72735" y="30809"/>
                </a:cubicBezTo>
                <a:lnTo>
                  <a:pt x="72735" y="118141"/>
                </a:lnTo>
                <a:moveTo>
                  <a:pt x="98642" y="74087"/>
                </a:moveTo>
                <a:cubicBezTo>
                  <a:pt x="105219" y="69702"/>
                  <a:pt x="109601" y="69106"/>
                  <a:pt x="114186" y="69106"/>
                </a:cubicBezTo>
                <a:cubicBezTo>
                  <a:pt x="123950" y="69106"/>
                  <a:pt x="131323" y="78076"/>
                  <a:pt x="131323" y="97610"/>
                </a:cubicBezTo>
                <a:cubicBezTo>
                  <a:pt x="131323" y="113957"/>
                  <a:pt x="128532" y="137079"/>
                  <a:pt x="112790" y="137079"/>
                </a:cubicBezTo>
                <a:cubicBezTo>
                  <a:pt x="107010" y="137079"/>
                  <a:pt x="102427" y="134685"/>
                  <a:pt x="98642" y="130103"/>
                </a:cubicBezTo>
                <a:lnTo>
                  <a:pt x="98642" y="74087"/>
                </a:lnTo>
                <a:close/>
                <a:moveTo>
                  <a:pt x="221595" y="93447"/>
                </a:moveTo>
                <a:cubicBezTo>
                  <a:pt x="221595" y="84480"/>
                  <a:pt x="220597" y="39642"/>
                  <a:pt x="175364" y="584"/>
                </a:cubicBezTo>
                <a:lnTo>
                  <a:pt x="169386" y="6960"/>
                </a:lnTo>
                <a:cubicBezTo>
                  <a:pt x="175762" y="14136"/>
                  <a:pt x="198677" y="40840"/>
                  <a:pt x="198677" y="93447"/>
                </a:cubicBezTo>
                <a:cubicBezTo>
                  <a:pt x="198677" y="146058"/>
                  <a:pt x="175364" y="172761"/>
                  <a:pt x="169386" y="179734"/>
                </a:cubicBezTo>
                <a:lnTo>
                  <a:pt x="174965" y="186508"/>
                </a:lnTo>
                <a:cubicBezTo>
                  <a:pt x="201070" y="163992"/>
                  <a:pt x="221595" y="129717"/>
                  <a:pt x="221595" y="93447"/>
                </a:cubicBezTo>
                <a:close/>
                <a:moveTo>
                  <a:pt x="359296" y="118998"/>
                </a:moveTo>
                <a:lnTo>
                  <a:pt x="359296" y="43342"/>
                </a:lnTo>
                <a:cubicBezTo>
                  <a:pt x="359296" y="30599"/>
                  <a:pt x="361288" y="23231"/>
                  <a:pt x="368461" y="23231"/>
                </a:cubicBezTo>
                <a:lnTo>
                  <a:pt x="372846" y="23231"/>
                </a:lnTo>
                <a:cubicBezTo>
                  <a:pt x="387791" y="23231"/>
                  <a:pt x="396162" y="28212"/>
                  <a:pt x="399549" y="43540"/>
                </a:cubicBezTo>
                <a:cubicBezTo>
                  <a:pt x="401742" y="43540"/>
                  <a:pt x="405527" y="43342"/>
                  <a:pt x="407321" y="42546"/>
                </a:cubicBezTo>
                <a:cubicBezTo>
                  <a:pt x="405926" y="33387"/>
                  <a:pt x="404928" y="23033"/>
                  <a:pt x="404731" y="14066"/>
                </a:cubicBezTo>
                <a:cubicBezTo>
                  <a:pt x="404731" y="13866"/>
                  <a:pt x="404332" y="13467"/>
                  <a:pt x="404132" y="13467"/>
                </a:cubicBezTo>
                <a:cubicBezTo>
                  <a:pt x="397357" y="14066"/>
                  <a:pt x="375239" y="15061"/>
                  <a:pt x="359494" y="15061"/>
                </a:cubicBezTo>
                <a:lnTo>
                  <a:pt x="331398" y="15061"/>
                </a:lnTo>
                <a:cubicBezTo>
                  <a:pt x="316051" y="15061"/>
                  <a:pt x="292537" y="14066"/>
                  <a:pt x="284966" y="13467"/>
                </a:cubicBezTo>
                <a:cubicBezTo>
                  <a:pt x="284568" y="13467"/>
                  <a:pt x="284169" y="13866"/>
                  <a:pt x="284169" y="14066"/>
                </a:cubicBezTo>
                <a:cubicBezTo>
                  <a:pt x="283370" y="23033"/>
                  <a:pt x="281378" y="33585"/>
                  <a:pt x="279185" y="43142"/>
                </a:cubicBezTo>
                <a:cubicBezTo>
                  <a:pt x="281177" y="43938"/>
                  <a:pt x="284568" y="44139"/>
                  <a:pt x="286958" y="44139"/>
                </a:cubicBezTo>
                <a:cubicBezTo>
                  <a:pt x="290944" y="28212"/>
                  <a:pt x="299114" y="23231"/>
                  <a:pt x="312265" y="23231"/>
                </a:cubicBezTo>
                <a:lnTo>
                  <a:pt x="322029" y="23231"/>
                </a:lnTo>
                <a:cubicBezTo>
                  <a:pt x="329403" y="23231"/>
                  <a:pt x="331398" y="30599"/>
                  <a:pt x="331398" y="42743"/>
                </a:cubicBezTo>
                <a:lnTo>
                  <a:pt x="331398" y="118998"/>
                </a:lnTo>
                <a:cubicBezTo>
                  <a:pt x="331398" y="135522"/>
                  <a:pt x="328007" y="136519"/>
                  <a:pt x="312068" y="137115"/>
                </a:cubicBezTo>
                <a:cubicBezTo>
                  <a:pt x="310870" y="138310"/>
                  <a:pt x="310870" y="142695"/>
                  <a:pt x="312068" y="143890"/>
                </a:cubicBezTo>
                <a:cubicBezTo>
                  <a:pt x="321832" y="143692"/>
                  <a:pt x="332194" y="143491"/>
                  <a:pt x="344947" y="143491"/>
                </a:cubicBezTo>
                <a:cubicBezTo>
                  <a:pt x="358098" y="143491"/>
                  <a:pt x="368662" y="143692"/>
                  <a:pt x="378626" y="143890"/>
                </a:cubicBezTo>
                <a:cubicBezTo>
                  <a:pt x="379821" y="142695"/>
                  <a:pt x="379821" y="138310"/>
                  <a:pt x="378626" y="137115"/>
                </a:cubicBezTo>
                <a:cubicBezTo>
                  <a:pt x="362684" y="136519"/>
                  <a:pt x="359296" y="135522"/>
                  <a:pt x="359296" y="118998"/>
                </a:cubicBezTo>
                <a:close/>
                <a:moveTo>
                  <a:pt x="513736" y="117968"/>
                </a:moveTo>
                <a:lnTo>
                  <a:pt x="513736" y="86855"/>
                </a:lnTo>
                <a:cubicBezTo>
                  <a:pt x="513736" y="64919"/>
                  <a:pt x="504367" y="54955"/>
                  <a:pt x="487230" y="54955"/>
                </a:cubicBezTo>
                <a:cubicBezTo>
                  <a:pt x="479856" y="54955"/>
                  <a:pt x="465708" y="62329"/>
                  <a:pt x="454350" y="69304"/>
                </a:cubicBezTo>
                <a:lnTo>
                  <a:pt x="454350" y="27217"/>
                </a:lnTo>
                <a:cubicBezTo>
                  <a:pt x="454350" y="14246"/>
                  <a:pt x="454946" y="6912"/>
                  <a:pt x="454946" y="6912"/>
                </a:cubicBezTo>
                <a:cubicBezTo>
                  <a:pt x="454946" y="5145"/>
                  <a:pt x="453554" y="4357"/>
                  <a:pt x="451760" y="4357"/>
                </a:cubicBezTo>
                <a:cubicBezTo>
                  <a:pt x="444386" y="6714"/>
                  <a:pt x="428444" y="8876"/>
                  <a:pt x="414295" y="9463"/>
                </a:cubicBezTo>
                <a:cubicBezTo>
                  <a:pt x="413696" y="11856"/>
                  <a:pt x="413897" y="14048"/>
                  <a:pt x="414894" y="15839"/>
                </a:cubicBezTo>
                <a:cubicBezTo>
                  <a:pt x="427446" y="16839"/>
                  <a:pt x="428444" y="17037"/>
                  <a:pt x="428444" y="30809"/>
                </a:cubicBezTo>
                <a:lnTo>
                  <a:pt x="428444" y="118168"/>
                </a:lnTo>
                <a:cubicBezTo>
                  <a:pt x="428444" y="134722"/>
                  <a:pt x="425257" y="136516"/>
                  <a:pt x="413100" y="137115"/>
                </a:cubicBezTo>
                <a:cubicBezTo>
                  <a:pt x="411905" y="138310"/>
                  <a:pt x="411905" y="142695"/>
                  <a:pt x="413100" y="143890"/>
                </a:cubicBezTo>
                <a:cubicBezTo>
                  <a:pt x="421468" y="143692"/>
                  <a:pt x="430435" y="143491"/>
                  <a:pt x="441397" y="143491"/>
                </a:cubicBezTo>
                <a:cubicBezTo>
                  <a:pt x="450963" y="143491"/>
                  <a:pt x="457139" y="143692"/>
                  <a:pt x="465708" y="143890"/>
                </a:cubicBezTo>
                <a:cubicBezTo>
                  <a:pt x="466906" y="142695"/>
                  <a:pt x="466906" y="138310"/>
                  <a:pt x="465708" y="137115"/>
                </a:cubicBezTo>
                <a:cubicBezTo>
                  <a:pt x="457339" y="136516"/>
                  <a:pt x="454350" y="134722"/>
                  <a:pt x="454350" y="118168"/>
                </a:cubicBezTo>
                <a:lnTo>
                  <a:pt x="454350" y="77283"/>
                </a:lnTo>
                <a:cubicBezTo>
                  <a:pt x="462719" y="72095"/>
                  <a:pt x="469296" y="69702"/>
                  <a:pt x="472884" y="69702"/>
                </a:cubicBezTo>
                <a:cubicBezTo>
                  <a:pt x="480853" y="69702"/>
                  <a:pt x="487829" y="73293"/>
                  <a:pt x="487829" y="84663"/>
                </a:cubicBezTo>
                <a:lnTo>
                  <a:pt x="487829" y="117968"/>
                </a:lnTo>
                <a:cubicBezTo>
                  <a:pt x="487829" y="134722"/>
                  <a:pt x="484639" y="136516"/>
                  <a:pt x="476469" y="137115"/>
                </a:cubicBezTo>
                <a:cubicBezTo>
                  <a:pt x="475274" y="138310"/>
                  <a:pt x="475274" y="142695"/>
                  <a:pt x="476469" y="143890"/>
                </a:cubicBezTo>
                <a:cubicBezTo>
                  <a:pt x="484840" y="143692"/>
                  <a:pt x="491216" y="143491"/>
                  <a:pt x="500782" y="143491"/>
                </a:cubicBezTo>
                <a:cubicBezTo>
                  <a:pt x="511741" y="143491"/>
                  <a:pt x="520510" y="143692"/>
                  <a:pt x="529079" y="143890"/>
                </a:cubicBezTo>
                <a:cubicBezTo>
                  <a:pt x="530274" y="142695"/>
                  <a:pt x="530274" y="138310"/>
                  <a:pt x="529079" y="137115"/>
                </a:cubicBezTo>
                <a:cubicBezTo>
                  <a:pt x="516922" y="136516"/>
                  <a:pt x="513736" y="134722"/>
                  <a:pt x="513736" y="117968"/>
                </a:cubicBezTo>
                <a:close/>
                <a:moveTo>
                  <a:pt x="567139" y="88631"/>
                </a:moveTo>
                <a:cubicBezTo>
                  <a:pt x="567340" y="81658"/>
                  <a:pt x="568337" y="74084"/>
                  <a:pt x="571126" y="70101"/>
                </a:cubicBezTo>
                <a:cubicBezTo>
                  <a:pt x="574315" y="65318"/>
                  <a:pt x="579694" y="63326"/>
                  <a:pt x="581887" y="63326"/>
                </a:cubicBezTo>
                <a:cubicBezTo>
                  <a:pt x="587269" y="63326"/>
                  <a:pt x="594639" y="68507"/>
                  <a:pt x="594639" y="84447"/>
                </a:cubicBezTo>
                <a:cubicBezTo>
                  <a:pt x="594639" y="85642"/>
                  <a:pt x="594639" y="88232"/>
                  <a:pt x="594241" y="88631"/>
                </a:cubicBezTo>
                <a:lnTo>
                  <a:pt x="567139" y="88631"/>
                </a:lnTo>
                <a:moveTo>
                  <a:pt x="617758" y="117740"/>
                </a:moveTo>
                <a:cubicBezTo>
                  <a:pt x="609588" y="126117"/>
                  <a:pt x="598827" y="128309"/>
                  <a:pt x="591252" y="128309"/>
                </a:cubicBezTo>
                <a:cubicBezTo>
                  <a:pt x="575708" y="128309"/>
                  <a:pt x="566145" y="119336"/>
                  <a:pt x="566145" y="99793"/>
                </a:cubicBezTo>
                <a:cubicBezTo>
                  <a:pt x="566145" y="98398"/>
                  <a:pt x="566343" y="97598"/>
                  <a:pt x="566343" y="96600"/>
                </a:cubicBezTo>
                <a:lnTo>
                  <a:pt x="614170" y="96600"/>
                </a:lnTo>
                <a:cubicBezTo>
                  <a:pt x="618953" y="96600"/>
                  <a:pt x="619947" y="93213"/>
                  <a:pt x="619947" y="90425"/>
                </a:cubicBezTo>
                <a:cubicBezTo>
                  <a:pt x="619947" y="73488"/>
                  <a:pt x="613373" y="54955"/>
                  <a:pt x="584079" y="54955"/>
                </a:cubicBezTo>
                <a:cubicBezTo>
                  <a:pt x="563156" y="54955"/>
                  <a:pt x="539241" y="73488"/>
                  <a:pt x="539241" y="103980"/>
                </a:cubicBezTo>
                <a:cubicBezTo>
                  <a:pt x="539241" y="115547"/>
                  <a:pt x="543428" y="127713"/>
                  <a:pt x="551996" y="135485"/>
                </a:cubicBezTo>
                <a:cubicBezTo>
                  <a:pt x="559568" y="142260"/>
                  <a:pt x="569332" y="145447"/>
                  <a:pt x="583480" y="145447"/>
                </a:cubicBezTo>
                <a:cubicBezTo>
                  <a:pt x="597230" y="145447"/>
                  <a:pt x="610783" y="138474"/>
                  <a:pt x="620747" y="123924"/>
                </a:cubicBezTo>
                <a:cubicBezTo>
                  <a:pt x="620747" y="121331"/>
                  <a:pt x="619750" y="117740"/>
                  <a:pt x="617758" y="117740"/>
                </a:cubicBezTo>
                <a:close/>
                <a:moveTo>
                  <a:pt x="745700" y="23468"/>
                </a:moveTo>
                <a:cubicBezTo>
                  <a:pt x="757853" y="23468"/>
                  <a:pt x="767219" y="23870"/>
                  <a:pt x="767219" y="47426"/>
                </a:cubicBezTo>
                <a:cubicBezTo>
                  <a:pt x="767219" y="72378"/>
                  <a:pt x="758054" y="73376"/>
                  <a:pt x="738724" y="73376"/>
                </a:cubicBezTo>
                <a:lnTo>
                  <a:pt x="727963" y="73376"/>
                </a:lnTo>
                <a:lnTo>
                  <a:pt x="727963" y="33250"/>
                </a:lnTo>
                <a:cubicBezTo>
                  <a:pt x="727963" y="27461"/>
                  <a:pt x="731551" y="23468"/>
                  <a:pt x="745700" y="23468"/>
                </a:cubicBezTo>
                <a:moveTo>
                  <a:pt x="727963" y="84535"/>
                </a:moveTo>
                <a:cubicBezTo>
                  <a:pt x="731509" y="84535"/>
                  <a:pt x="735297" y="84535"/>
                  <a:pt x="739241" y="84377"/>
                </a:cubicBezTo>
                <a:cubicBezTo>
                  <a:pt x="744900" y="91310"/>
                  <a:pt x="750203" y="100709"/>
                  <a:pt x="755661" y="108435"/>
                </a:cubicBezTo>
                <a:cubicBezTo>
                  <a:pt x="765625" y="122775"/>
                  <a:pt x="774395" y="137316"/>
                  <a:pt x="776587" y="144084"/>
                </a:cubicBezTo>
                <a:cubicBezTo>
                  <a:pt x="780373" y="143488"/>
                  <a:pt x="788343" y="143488"/>
                  <a:pt x="792128" y="143488"/>
                </a:cubicBezTo>
                <a:cubicBezTo>
                  <a:pt x="796115" y="143488"/>
                  <a:pt x="806678" y="143488"/>
                  <a:pt x="810661" y="144084"/>
                </a:cubicBezTo>
                <a:lnTo>
                  <a:pt x="811060" y="143488"/>
                </a:lnTo>
                <a:cubicBezTo>
                  <a:pt x="800898" y="131976"/>
                  <a:pt x="780212" y="97482"/>
                  <a:pt x="767660" y="80831"/>
                </a:cubicBezTo>
                <a:cubicBezTo>
                  <a:pt x="784478" y="76565"/>
                  <a:pt x="798109" y="67270"/>
                  <a:pt x="798109" y="47225"/>
                </a:cubicBezTo>
                <a:cubicBezTo>
                  <a:pt x="798109" y="34290"/>
                  <a:pt x="793244" y="25545"/>
                  <a:pt x="785156" y="20282"/>
                </a:cubicBezTo>
                <a:cubicBezTo>
                  <a:pt x="775909" y="14304"/>
                  <a:pt x="762597" y="13504"/>
                  <a:pt x="749485" y="13504"/>
                </a:cubicBezTo>
                <a:cubicBezTo>
                  <a:pt x="744501" y="13504"/>
                  <a:pt x="720389" y="14900"/>
                  <a:pt x="714411" y="14900"/>
                </a:cubicBezTo>
                <a:cubicBezTo>
                  <a:pt x="707636" y="14900"/>
                  <a:pt x="697671" y="14304"/>
                  <a:pt x="697671" y="14304"/>
                </a:cubicBezTo>
                <a:lnTo>
                  <a:pt x="697273" y="14900"/>
                </a:lnTo>
                <a:cubicBezTo>
                  <a:pt x="698869" y="26266"/>
                  <a:pt x="699666" y="39839"/>
                  <a:pt x="699666" y="54812"/>
                </a:cubicBezTo>
                <a:lnTo>
                  <a:pt x="699666" y="103655"/>
                </a:lnTo>
                <a:cubicBezTo>
                  <a:pt x="699666" y="118594"/>
                  <a:pt x="698869" y="132733"/>
                  <a:pt x="697273" y="143488"/>
                </a:cubicBezTo>
                <a:lnTo>
                  <a:pt x="697474" y="144084"/>
                </a:lnTo>
                <a:cubicBezTo>
                  <a:pt x="697474" y="144084"/>
                  <a:pt x="706638" y="143488"/>
                  <a:pt x="713614" y="143488"/>
                </a:cubicBezTo>
                <a:cubicBezTo>
                  <a:pt x="720389" y="143488"/>
                  <a:pt x="729556" y="144084"/>
                  <a:pt x="729556" y="144084"/>
                </a:cubicBezTo>
                <a:lnTo>
                  <a:pt x="729955" y="143488"/>
                </a:lnTo>
                <a:cubicBezTo>
                  <a:pt x="728361" y="132137"/>
                  <a:pt x="727963" y="118594"/>
                  <a:pt x="727963" y="103655"/>
                </a:cubicBezTo>
                <a:lnTo>
                  <a:pt x="727963" y="84535"/>
                </a:lnTo>
                <a:close/>
                <a:moveTo>
                  <a:pt x="832981" y="22583"/>
                </a:moveTo>
                <a:cubicBezTo>
                  <a:pt x="832981" y="30158"/>
                  <a:pt x="839160" y="36334"/>
                  <a:pt x="847129" y="36334"/>
                </a:cubicBezTo>
                <a:cubicBezTo>
                  <a:pt x="855102" y="36334"/>
                  <a:pt x="861278" y="30158"/>
                  <a:pt x="861278" y="22583"/>
                </a:cubicBezTo>
                <a:cubicBezTo>
                  <a:pt x="861278" y="15012"/>
                  <a:pt x="855102" y="8833"/>
                  <a:pt x="847129" y="8833"/>
                </a:cubicBezTo>
                <a:cubicBezTo>
                  <a:pt x="839160" y="8833"/>
                  <a:pt x="832981" y="15012"/>
                  <a:pt x="832981" y="22583"/>
                </a:cubicBezTo>
                <a:moveTo>
                  <a:pt x="833978" y="96704"/>
                </a:moveTo>
                <a:lnTo>
                  <a:pt x="833978" y="107653"/>
                </a:lnTo>
                <a:cubicBezTo>
                  <a:pt x="833978" y="122586"/>
                  <a:pt x="833580" y="132739"/>
                  <a:pt x="831984" y="143488"/>
                </a:cubicBezTo>
                <a:lnTo>
                  <a:pt x="832382" y="144084"/>
                </a:lnTo>
                <a:cubicBezTo>
                  <a:pt x="836529" y="143646"/>
                  <a:pt x="840154" y="143488"/>
                  <a:pt x="847129" y="143488"/>
                </a:cubicBezTo>
                <a:cubicBezTo>
                  <a:pt x="853904" y="143488"/>
                  <a:pt x="858131" y="143689"/>
                  <a:pt x="861877" y="144084"/>
                </a:cubicBezTo>
                <a:lnTo>
                  <a:pt x="862275" y="143488"/>
                </a:lnTo>
                <a:cubicBezTo>
                  <a:pt x="860682" y="132140"/>
                  <a:pt x="860283" y="122784"/>
                  <a:pt x="860283" y="107653"/>
                </a:cubicBezTo>
                <a:lnTo>
                  <a:pt x="860283" y="94515"/>
                </a:lnTo>
                <a:cubicBezTo>
                  <a:pt x="860283" y="79585"/>
                  <a:pt x="861041" y="71022"/>
                  <a:pt x="862275" y="59078"/>
                </a:cubicBezTo>
                <a:cubicBezTo>
                  <a:pt x="862275" y="57685"/>
                  <a:pt x="861676" y="57086"/>
                  <a:pt x="860481" y="57086"/>
                </a:cubicBezTo>
                <a:cubicBezTo>
                  <a:pt x="857732" y="57485"/>
                  <a:pt x="852311" y="58084"/>
                  <a:pt x="846731" y="58084"/>
                </a:cubicBezTo>
                <a:cubicBezTo>
                  <a:pt x="841550" y="58084"/>
                  <a:pt x="836131" y="57725"/>
                  <a:pt x="832583" y="57485"/>
                </a:cubicBezTo>
                <a:lnTo>
                  <a:pt x="831984" y="58281"/>
                </a:lnTo>
                <a:cubicBezTo>
                  <a:pt x="833580" y="66841"/>
                  <a:pt x="833978" y="81774"/>
                  <a:pt x="833978" y="96704"/>
                </a:cubicBezTo>
                <a:close/>
                <a:moveTo>
                  <a:pt x="980247" y="107581"/>
                </a:moveTo>
                <a:lnTo>
                  <a:pt x="980247" y="85438"/>
                </a:lnTo>
                <a:cubicBezTo>
                  <a:pt x="980247" y="64500"/>
                  <a:pt x="970483" y="55928"/>
                  <a:pt x="952546" y="55928"/>
                </a:cubicBezTo>
                <a:cubicBezTo>
                  <a:pt x="942384" y="55928"/>
                  <a:pt x="930428" y="62107"/>
                  <a:pt x="921260" y="73868"/>
                </a:cubicBezTo>
                <a:lnTo>
                  <a:pt x="920424" y="73269"/>
                </a:lnTo>
                <a:cubicBezTo>
                  <a:pt x="920424" y="68723"/>
                  <a:pt x="920183" y="60395"/>
                  <a:pt x="919867" y="58719"/>
                </a:cubicBezTo>
                <a:cubicBezTo>
                  <a:pt x="919627" y="57324"/>
                  <a:pt x="919308" y="56728"/>
                  <a:pt x="918073" y="56728"/>
                </a:cubicBezTo>
                <a:cubicBezTo>
                  <a:pt x="912293" y="57682"/>
                  <a:pt x="899339" y="57682"/>
                  <a:pt x="892367" y="57324"/>
                </a:cubicBezTo>
                <a:lnTo>
                  <a:pt x="891966" y="57923"/>
                </a:lnTo>
                <a:cubicBezTo>
                  <a:pt x="893522" y="66452"/>
                  <a:pt x="894158" y="81686"/>
                  <a:pt x="894158" y="96610"/>
                </a:cubicBezTo>
                <a:lnTo>
                  <a:pt x="894158" y="107581"/>
                </a:lnTo>
                <a:cubicBezTo>
                  <a:pt x="894158" y="122541"/>
                  <a:pt x="893680" y="132794"/>
                  <a:pt x="891966" y="143488"/>
                </a:cubicBezTo>
                <a:lnTo>
                  <a:pt x="892367" y="144084"/>
                </a:lnTo>
                <a:cubicBezTo>
                  <a:pt x="892367" y="144084"/>
                  <a:pt x="901732" y="143488"/>
                  <a:pt x="908708" y="143488"/>
                </a:cubicBezTo>
                <a:cubicBezTo>
                  <a:pt x="915522" y="143488"/>
                  <a:pt x="921062" y="144084"/>
                  <a:pt x="921062" y="144084"/>
                </a:cubicBezTo>
                <a:lnTo>
                  <a:pt x="921658" y="143488"/>
                </a:lnTo>
                <a:cubicBezTo>
                  <a:pt x="920664" y="132116"/>
                  <a:pt x="920463" y="122742"/>
                  <a:pt x="920463" y="107581"/>
                </a:cubicBezTo>
                <a:lnTo>
                  <a:pt x="920463" y="87232"/>
                </a:lnTo>
                <a:cubicBezTo>
                  <a:pt x="928038" y="77259"/>
                  <a:pt x="936406" y="71274"/>
                  <a:pt x="943579" y="71274"/>
                </a:cubicBezTo>
                <a:cubicBezTo>
                  <a:pt x="948961" y="71274"/>
                  <a:pt x="953941" y="75264"/>
                  <a:pt x="953941" y="89826"/>
                </a:cubicBezTo>
                <a:lnTo>
                  <a:pt x="953941" y="107581"/>
                </a:lnTo>
                <a:cubicBezTo>
                  <a:pt x="953941" y="122541"/>
                  <a:pt x="953941" y="132916"/>
                  <a:pt x="952746" y="143488"/>
                </a:cubicBezTo>
                <a:lnTo>
                  <a:pt x="953145" y="144084"/>
                </a:lnTo>
                <a:cubicBezTo>
                  <a:pt x="953145" y="144084"/>
                  <a:pt x="959521" y="143488"/>
                  <a:pt x="966496" y="143488"/>
                </a:cubicBezTo>
                <a:cubicBezTo>
                  <a:pt x="973271" y="143488"/>
                  <a:pt x="982041" y="144084"/>
                  <a:pt x="982041" y="144084"/>
                </a:cubicBezTo>
                <a:lnTo>
                  <a:pt x="982439" y="143488"/>
                </a:lnTo>
                <a:cubicBezTo>
                  <a:pt x="980645" y="132116"/>
                  <a:pt x="980247" y="122742"/>
                  <a:pt x="980247" y="107581"/>
                </a:cubicBezTo>
                <a:close/>
                <a:moveTo>
                  <a:pt x="1089252" y="85806"/>
                </a:moveTo>
                <a:cubicBezTo>
                  <a:pt x="1089252" y="78916"/>
                  <a:pt x="1085266" y="70751"/>
                  <a:pt x="1079087" y="66570"/>
                </a:cubicBezTo>
                <a:cubicBezTo>
                  <a:pt x="1085025" y="66689"/>
                  <a:pt x="1092281" y="67805"/>
                  <a:pt x="1099213" y="68282"/>
                </a:cubicBezTo>
                <a:lnTo>
                  <a:pt x="1099812" y="67683"/>
                </a:lnTo>
                <a:cubicBezTo>
                  <a:pt x="1099414" y="65892"/>
                  <a:pt x="1099213" y="64098"/>
                  <a:pt x="1099213" y="62307"/>
                </a:cubicBezTo>
                <a:cubicBezTo>
                  <a:pt x="1099213" y="60513"/>
                  <a:pt x="1099414" y="58321"/>
                  <a:pt x="1099812" y="56527"/>
                </a:cubicBezTo>
                <a:lnTo>
                  <a:pt x="1099213" y="55928"/>
                </a:lnTo>
                <a:cubicBezTo>
                  <a:pt x="1089690" y="56767"/>
                  <a:pt x="1077095" y="56886"/>
                  <a:pt x="1062229" y="57643"/>
                </a:cubicBezTo>
                <a:cubicBezTo>
                  <a:pt x="1058641" y="56527"/>
                  <a:pt x="1052107" y="55928"/>
                  <a:pt x="1047801" y="55928"/>
                </a:cubicBezTo>
                <a:cubicBezTo>
                  <a:pt x="1026279" y="55928"/>
                  <a:pt x="1008542" y="67486"/>
                  <a:pt x="1008542" y="86603"/>
                </a:cubicBezTo>
                <a:cubicBezTo>
                  <a:pt x="1008542" y="97753"/>
                  <a:pt x="1014283" y="103330"/>
                  <a:pt x="1019425" y="106915"/>
                </a:cubicBezTo>
                <a:cubicBezTo>
                  <a:pt x="1022335" y="108988"/>
                  <a:pt x="1027276" y="110503"/>
                  <a:pt x="1027276" y="110503"/>
                </a:cubicBezTo>
                <a:lnTo>
                  <a:pt x="1026878" y="111497"/>
                </a:lnTo>
                <a:cubicBezTo>
                  <a:pt x="1018029" y="114486"/>
                  <a:pt x="1009540" y="122118"/>
                  <a:pt x="1009540" y="128671"/>
                </a:cubicBezTo>
                <a:cubicBezTo>
                  <a:pt x="1009540" y="137045"/>
                  <a:pt x="1014244" y="142546"/>
                  <a:pt x="1025281" y="144221"/>
                </a:cubicBezTo>
                <a:cubicBezTo>
                  <a:pt x="1020979" y="146930"/>
                  <a:pt x="1013325" y="149810"/>
                  <a:pt x="1008542" y="152610"/>
                </a:cubicBezTo>
                <a:cubicBezTo>
                  <a:pt x="1005155" y="157013"/>
                  <a:pt x="1004161" y="163253"/>
                  <a:pt x="1004161" y="168215"/>
                </a:cubicBezTo>
                <a:cubicBezTo>
                  <a:pt x="1004161" y="185605"/>
                  <a:pt x="1024844" y="190984"/>
                  <a:pt x="1042620" y="190984"/>
                </a:cubicBezTo>
                <a:cubicBezTo>
                  <a:pt x="1055613" y="190984"/>
                  <a:pt x="1070719" y="189431"/>
                  <a:pt x="1082794" y="183532"/>
                </a:cubicBezTo>
                <a:cubicBezTo>
                  <a:pt x="1094552" y="177736"/>
                  <a:pt x="1103400" y="167695"/>
                  <a:pt x="1103400" y="157013"/>
                </a:cubicBezTo>
                <a:cubicBezTo>
                  <a:pt x="1103400" y="134257"/>
                  <a:pt x="1078093" y="130270"/>
                  <a:pt x="1059757" y="130270"/>
                </a:cubicBezTo>
                <a:cubicBezTo>
                  <a:pt x="1056370" y="130270"/>
                  <a:pt x="1051787" y="130669"/>
                  <a:pt x="1047202" y="131268"/>
                </a:cubicBezTo>
                <a:cubicBezTo>
                  <a:pt x="1044414" y="131623"/>
                  <a:pt x="1044414" y="131824"/>
                  <a:pt x="1043416" y="131824"/>
                </a:cubicBezTo>
                <a:cubicBezTo>
                  <a:pt x="1037837" y="131824"/>
                  <a:pt x="1031859" y="130818"/>
                  <a:pt x="1031859" y="122143"/>
                </a:cubicBezTo>
                <a:cubicBezTo>
                  <a:pt x="1031859" y="118916"/>
                  <a:pt x="1031980" y="116496"/>
                  <a:pt x="1034169" y="113093"/>
                </a:cubicBezTo>
                <a:cubicBezTo>
                  <a:pt x="1037000" y="114288"/>
                  <a:pt x="1042379" y="115283"/>
                  <a:pt x="1049197" y="115283"/>
                </a:cubicBezTo>
                <a:cubicBezTo>
                  <a:pt x="1072312" y="115283"/>
                  <a:pt x="1089252" y="104327"/>
                  <a:pt x="1089252" y="85806"/>
                </a:cubicBezTo>
                <a:moveTo>
                  <a:pt x="1062746" y="86004"/>
                </a:moveTo>
                <a:cubicBezTo>
                  <a:pt x="1062746" y="100143"/>
                  <a:pt x="1058763" y="107313"/>
                  <a:pt x="1049197" y="107313"/>
                </a:cubicBezTo>
                <a:cubicBezTo>
                  <a:pt x="1037040" y="107313"/>
                  <a:pt x="1035048" y="100143"/>
                  <a:pt x="1035048" y="85608"/>
                </a:cubicBezTo>
                <a:cubicBezTo>
                  <a:pt x="1035048" y="72463"/>
                  <a:pt x="1038235" y="63901"/>
                  <a:pt x="1048598" y="63901"/>
                </a:cubicBezTo>
                <a:cubicBezTo>
                  <a:pt x="1060554" y="63901"/>
                  <a:pt x="1062746" y="71071"/>
                  <a:pt x="1062746" y="86004"/>
                </a:cubicBezTo>
                <a:moveTo>
                  <a:pt x="1034252" y="146772"/>
                </a:moveTo>
                <a:cubicBezTo>
                  <a:pt x="1035526" y="146930"/>
                  <a:pt x="1037040" y="147171"/>
                  <a:pt x="1038834" y="147171"/>
                </a:cubicBezTo>
                <a:cubicBezTo>
                  <a:pt x="1044693" y="147009"/>
                  <a:pt x="1050033" y="146809"/>
                  <a:pt x="1052782" y="146809"/>
                </a:cubicBezTo>
                <a:cubicBezTo>
                  <a:pt x="1063941" y="146809"/>
                  <a:pt x="1077494" y="147770"/>
                  <a:pt x="1077494" y="161614"/>
                </a:cubicBezTo>
                <a:cubicBezTo>
                  <a:pt x="1077494" y="173816"/>
                  <a:pt x="1065337" y="182017"/>
                  <a:pt x="1048199" y="182017"/>
                </a:cubicBezTo>
                <a:cubicBezTo>
                  <a:pt x="1041425" y="182017"/>
                  <a:pt x="1027872" y="177818"/>
                  <a:pt x="1027872" y="164214"/>
                </a:cubicBezTo>
                <a:cubicBezTo>
                  <a:pt x="1027872" y="157612"/>
                  <a:pt x="1029070" y="152011"/>
                  <a:pt x="1034252" y="146611"/>
                </a:cubicBezTo>
                <a:lnTo>
                  <a:pt x="1034252" y="146772"/>
                </a:lnTo>
                <a:close/>
                <a:moveTo>
                  <a:pt x="1165175" y="99474"/>
                </a:moveTo>
                <a:cubicBezTo>
                  <a:pt x="1167766" y="99474"/>
                  <a:pt x="1170557" y="91702"/>
                  <a:pt x="1170557" y="89510"/>
                </a:cubicBezTo>
                <a:cubicBezTo>
                  <a:pt x="1170557" y="87716"/>
                  <a:pt x="1169757" y="84924"/>
                  <a:pt x="1167766" y="84924"/>
                </a:cubicBezTo>
                <a:lnTo>
                  <a:pt x="1122131" y="84924"/>
                </a:lnTo>
                <a:cubicBezTo>
                  <a:pt x="1119741" y="84924"/>
                  <a:pt x="1117150" y="91900"/>
                  <a:pt x="1117150" y="95089"/>
                </a:cubicBezTo>
                <a:cubicBezTo>
                  <a:pt x="1117150" y="96883"/>
                  <a:pt x="1118345" y="99474"/>
                  <a:pt x="1120139" y="99474"/>
                </a:cubicBezTo>
                <a:lnTo>
                  <a:pt x="1165175" y="99474"/>
                </a:lnTo>
                <a:close/>
                <a:moveTo>
                  <a:pt x="1228544" y="135087"/>
                </a:moveTo>
                <a:cubicBezTo>
                  <a:pt x="1216388" y="135087"/>
                  <a:pt x="1199649" y="121933"/>
                  <a:pt x="1192676" y="111372"/>
                </a:cubicBezTo>
                <a:lnTo>
                  <a:pt x="1187495" y="111573"/>
                </a:lnTo>
                <a:cubicBezTo>
                  <a:pt x="1186698" y="118746"/>
                  <a:pt x="1185102" y="129905"/>
                  <a:pt x="1183508" y="135884"/>
                </a:cubicBezTo>
                <a:lnTo>
                  <a:pt x="1183907" y="136479"/>
                </a:lnTo>
                <a:cubicBezTo>
                  <a:pt x="1183907" y="136479"/>
                  <a:pt x="1202440" y="145447"/>
                  <a:pt x="1226750" y="145447"/>
                </a:cubicBezTo>
                <a:cubicBezTo>
                  <a:pt x="1256045" y="145447"/>
                  <a:pt x="1274377" y="126716"/>
                  <a:pt x="1274377" y="106392"/>
                </a:cubicBezTo>
                <a:cubicBezTo>
                  <a:pt x="1274377" y="84672"/>
                  <a:pt x="1251064" y="73394"/>
                  <a:pt x="1234921" y="65941"/>
                </a:cubicBezTo>
                <a:cubicBezTo>
                  <a:pt x="1224160" y="60960"/>
                  <a:pt x="1214597" y="55977"/>
                  <a:pt x="1214597" y="41430"/>
                </a:cubicBezTo>
                <a:cubicBezTo>
                  <a:pt x="1214597" y="31468"/>
                  <a:pt x="1221888" y="22103"/>
                  <a:pt x="1232728" y="22103"/>
                </a:cubicBezTo>
                <a:cubicBezTo>
                  <a:pt x="1244688" y="22103"/>
                  <a:pt x="1256443" y="36251"/>
                  <a:pt x="1261624" y="46015"/>
                </a:cubicBezTo>
                <a:lnTo>
                  <a:pt x="1267602" y="45814"/>
                </a:lnTo>
                <a:cubicBezTo>
                  <a:pt x="1268399" y="38641"/>
                  <a:pt x="1269795" y="27880"/>
                  <a:pt x="1271589" y="21902"/>
                </a:cubicBezTo>
                <a:lnTo>
                  <a:pt x="1271190" y="21306"/>
                </a:lnTo>
                <a:cubicBezTo>
                  <a:pt x="1271190" y="21306"/>
                  <a:pt x="1254850" y="12336"/>
                  <a:pt x="1230539" y="12336"/>
                </a:cubicBezTo>
                <a:cubicBezTo>
                  <a:pt x="1208020" y="12336"/>
                  <a:pt x="1187495" y="25688"/>
                  <a:pt x="1187495" y="46812"/>
                </a:cubicBezTo>
                <a:cubicBezTo>
                  <a:pt x="1187495" y="54383"/>
                  <a:pt x="1188930" y="62155"/>
                  <a:pt x="1193670" y="68331"/>
                </a:cubicBezTo>
                <a:cubicBezTo>
                  <a:pt x="1202878" y="80327"/>
                  <a:pt x="1218343" y="87819"/>
                  <a:pt x="1229739" y="93639"/>
                </a:cubicBezTo>
                <a:cubicBezTo>
                  <a:pt x="1239108" y="98422"/>
                  <a:pt x="1247078" y="106392"/>
                  <a:pt x="1247078" y="114562"/>
                </a:cubicBezTo>
                <a:cubicBezTo>
                  <a:pt x="1247078" y="128710"/>
                  <a:pt x="1240540" y="135087"/>
                  <a:pt x="1228544" y="135087"/>
                </a:cubicBezTo>
                <a:close/>
                <a:moveTo>
                  <a:pt x="1345322" y="65892"/>
                </a:moveTo>
                <a:cubicBezTo>
                  <a:pt x="1353012" y="65892"/>
                  <a:pt x="1358871" y="71676"/>
                  <a:pt x="1363256" y="82644"/>
                </a:cubicBezTo>
                <a:lnTo>
                  <a:pt x="1368836" y="82443"/>
                </a:lnTo>
                <a:lnTo>
                  <a:pt x="1373619" y="63104"/>
                </a:lnTo>
                <a:lnTo>
                  <a:pt x="1373220" y="62505"/>
                </a:lnTo>
                <a:cubicBezTo>
                  <a:pt x="1367041" y="59318"/>
                  <a:pt x="1353492" y="55928"/>
                  <a:pt x="1343528" y="55928"/>
                </a:cubicBezTo>
                <a:cubicBezTo>
                  <a:pt x="1316824" y="55928"/>
                  <a:pt x="1294505" y="71876"/>
                  <a:pt x="1294505" y="103181"/>
                </a:cubicBezTo>
                <a:cubicBezTo>
                  <a:pt x="1294505" y="115623"/>
                  <a:pt x="1298571" y="125354"/>
                  <a:pt x="1305266" y="132694"/>
                </a:cubicBezTo>
                <a:cubicBezTo>
                  <a:pt x="1312400" y="140466"/>
                  <a:pt x="1325752" y="145447"/>
                  <a:pt x="1340736" y="145447"/>
                </a:cubicBezTo>
                <a:cubicBezTo>
                  <a:pt x="1355961" y="145447"/>
                  <a:pt x="1364651" y="142260"/>
                  <a:pt x="1373619" y="134685"/>
                </a:cubicBezTo>
                <a:cubicBezTo>
                  <a:pt x="1373181" y="132773"/>
                  <a:pt x="1372621" y="130100"/>
                  <a:pt x="1372621" y="126910"/>
                </a:cubicBezTo>
                <a:lnTo>
                  <a:pt x="1369435" y="125913"/>
                </a:lnTo>
                <a:cubicBezTo>
                  <a:pt x="1363855" y="132694"/>
                  <a:pt x="1354088" y="135485"/>
                  <a:pt x="1346118" y="135485"/>
                </a:cubicBezTo>
                <a:cubicBezTo>
                  <a:pt x="1340338" y="135485"/>
                  <a:pt x="1332368" y="130498"/>
                  <a:pt x="1328780" y="124718"/>
                </a:cubicBezTo>
                <a:cubicBezTo>
                  <a:pt x="1325195" y="118935"/>
                  <a:pt x="1322802" y="109402"/>
                  <a:pt x="1322802" y="97996"/>
                </a:cubicBezTo>
                <a:cubicBezTo>
                  <a:pt x="1322802" y="88506"/>
                  <a:pt x="1324316" y="80889"/>
                  <a:pt x="1327664" y="75464"/>
                </a:cubicBezTo>
                <a:cubicBezTo>
                  <a:pt x="1331532" y="69243"/>
                  <a:pt x="1338307" y="65892"/>
                  <a:pt x="1345322" y="65892"/>
                </a:cubicBezTo>
                <a:close/>
                <a:moveTo>
                  <a:pt x="1442169" y="99194"/>
                </a:moveTo>
                <a:lnTo>
                  <a:pt x="1441770" y="117740"/>
                </a:lnTo>
                <a:cubicBezTo>
                  <a:pt x="1441770" y="120330"/>
                  <a:pt x="1440177" y="125317"/>
                  <a:pt x="1438781" y="126713"/>
                </a:cubicBezTo>
                <a:cubicBezTo>
                  <a:pt x="1434199" y="131298"/>
                  <a:pt x="1429613" y="133490"/>
                  <a:pt x="1424034" y="133490"/>
                </a:cubicBezTo>
                <a:cubicBezTo>
                  <a:pt x="1418056" y="133490"/>
                  <a:pt x="1413674" y="127509"/>
                  <a:pt x="1413674" y="122124"/>
                </a:cubicBezTo>
                <a:cubicBezTo>
                  <a:pt x="1413674" y="114945"/>
                  <a:pt x="1416222" y="106015"/>
                  <a:pt x="1426226" y="103381"/>
                </a:cubicBezTo>
                <a:lnTo>
                  <a:pt x="1442169" y="99194"/>
                </a:lnTo>
                <a:moveTo>
                  <a:pt x="1467279" y="127509"/>
                </a:moveTo>
                <a:cubicBezTo>
                  <a:pt x="1467279" y="121726"/>
                  <a:pt x="1468076" y="90419"/>
                  <a:pt x="1468076" y="88226"/>
                </a:cubicBezTo>
                <a:cubicBezTo>
                  <a:pt x="1468076" y="76261"/>
                  <a:pt x="1465603" y="68845"/>
                  <a:pt x="1460103" y="63901"/>
                </a:cubicBezTo>
                <a:cubicBezTo>
                  <a:pt x="1453766" y="58202"/>
                  <a:pt x="1441770" y="55928"/>
                  <a:pt x="1432204" y="55928"/>
                </a:cubicBezTo>
                <a:cubicBezTo>
                  <a:pt x="1417858" y="55928"/>
                  <a:pt x="1398726" y="62307"/>
                  <a:pt x="1393943" y="66491"/>
                </a:cubicBezTo>
                <a:lnTo>
                  <a:pt x="1393347" y="67288"/>
                </a:lnTo>
                <a:lnTo>
                  <a:pt x="1397333" y="82245"/>
                </a:lnTo>
                <a:lnTo>
                  <a:pt x="1403907" y="82443"/>
                </a:lnTo>
                <a:cubicBezTo>
                  <a:pt x="1410685" y="72472"/>
                  <a:pt x="1419451" y="66689"/>
                  <a:pt x="1428418" y="66689"/>
                </a:cubicBezTo>
                <a:cubicBezTo>
                  <a:pt x="1437188" y="66689"/>
                  <a:pt x="1442169" y="71676"/>
                  <a:pt x="1442169" y="87028"/>
                </a:cubicBezTo>
                <a:cubicBezTo>
                  <a:pt x="1442169" y="88424"/>
                  <a:pt x="1441573" y="89224"/>
                  <a:pt x="1440974" y="89421"/>
                </a:cubicBezTo>
                <a:lnTo>
                  <a:pt x="1417657" y="95603"/>
                </a:lnTo>
                <a:cubicBezTo>
                  <a:pt x="1398528" y="100192"/>
                  <a:pt x="1386970" y="110360"/>
                  <a:pt x="1386970" y="123921"/>
                </a:cubicBezTo>
                <a:cubicBezTo>
                  <a:pt x="1386970" y="137678"/>
                  <a:pt x="1400322" y="145447"/>
                  <a:pt x="1414270" y="145447"/>
                </a:cubicBezTo>
                <a:cubicBezTo>
                  <a:pt x="1422042" y="145447"/>
                  <a:pt x="1432606" y="142859"/>
                  <a:pt x="1441573" y="133889"/>
                </a:cubicBezTo>
                <a:lnTo>
                  <a:pt x="1441971" y="133889"/>
                </a:lnTo>
                <a:cubicBezTo>
                  <a:pt x="1444759" y="142059"/>
                  <a:pt x="1449144" y="145447"/>
                  <a:pt x="1457713" y="145447"/>
                </a:cubicBezTo>
                <a:cubicBezTo>
                  <a:pt x="1465485" y="145447"/>
                  <a:pt x="1475449" y="143455"/>
                  <a:pt x="1481427" y="138873"/>
                </a:cubicBezTo>
                <a:cubicBezTo>
                  <a:pt x="1481187" y="137118"/>
                  <a:pt x="1480631" y="135683"/>
                  <a:pt x="1479433" y="134689"/>
                </a:cubicBezTo>
                <a:cubicBezTo>
                  <a:pt x="1471463" y="134689"/>
                  <a:pt x="1467279" y="134089"/>
                  <a:pt x="1467279" y="127509"/>
                </a:cubicBezTo>
                <a:close/>
                <a:moveTo>
                  <a:pt x="1487802" y="68033"/>
                </a:moveTo>
                <a:lnTo>
                  <a:pt x="1500357" y="68033"/>
                </a:lnTo>
                <a:lnTo>
                  <a:pt x="1500357" y="91510"/>
                </a:lnTo>
                <a:cubicBezTo>
                  <a:pt x="1500357" y="103448"/>
                  <a:pt x="1499761" y="119959"/>
                  <a:pt x="1499761" y="125928"/>
                </a:cubicBezTo>
                <a:cubicBezTo>
                  <a:pt x="1499761" y="135284"/>
                  <a:pt x="1506336" y="145447"/>
                  <a:pt x="1519091" y="145447"/>
                </a:cubicBezTo>
                <a:cubicBezTo>
                  <a:pt x="1527459" y="145447"/>
                  <a:pt x="1543402" y="142260"/>
                  <a:pt x="1551174" y="135087"/>
                </a:cubicBezTo>
                <a:cubicBezTo>
                  <a:pt x="1551174" y="131897"/>
                  <a:pt x="1549581" y="129510"/>
                  <a:pt x="1547388" y="128118"/>
                </a:cubicBezTo>
                <a:cubicBezTo>
                  <a:pt x="1542006" y="131301"/>
                  <a:pt x="1539017" y="131699"/>
                  <a:pt x="1533836" y="131699"/>
                </a:cubicBezTo>
                <a:cubicBezTo>
                  <a:pt x="1528457" y="131699"/>
                  <a:pt x="1527262" y="125530"/>
                  <a:pt x="1527262" y="117375"/>
                </a:cubicBezTo>
                <a:cubicBezTo>
                  <a:pt x="1527262" y="111406"/>
                  <a:pt x="1527858" y="101259"/>
                  <a:pt x="1527858" y="89321"/>
                </a:cubicBezTo>
                <a:lnTo>
                  <a:pt x="1527858" y="68033"/>
                </a:lnTo>
                <a:lnTo>
                  <a:pt x="1552290" y="68033"/>
                </a:lnTo>
                <a:lnTo>
                  <a:pt x="1552570" y="68431"/>
                </a:lnTo>
                <a:cubicBezTo>
                  <a:pt x="1555996" y="68194"/>
                  <a:pt x="1562172" y="68073"/>
                  <a:pt x="1566718" y="68033"/>
                </a:cubicBezTo>
                <a:lnTo>
                  <a:pt x="1566119" y="91510"/>
                </a:lnTo>
                <a:cubicBezTo>
                  <a:pt x="1565839" y="103448"/>
                  <a:pt x="1565520" y="119959"/>
                  <a:pt x="1565520" y="125928"/>
                </a:cubicBezTo>
                <a:cubicBezTo>
                  <a:pt x="1565520" y="135284"/>
                  <a:pt x="1572097" y="145447"/>
                  <a:pt x="1584850" y="145447"/>
                </a:cubicBezTo>
                <a:cubicBezTo>
                  <a:pt x="1595213" y="145447"/>
                  <a:pt x="1605575" y="143656"/>
                  <a:pt x="1614144" y="138474"/>
                </a:cubicBezTo>
                <a:cubicBezTo>
                  <a:pt x="1614144" y="135284"/>
                  <a:pt x="1612949" y="132295"/>
                  <a:pt x="1610757" y="130903"/>
                </a:cubicBezTo>
                <a:cubicBezTo>
                  <a:pt x="1606372" y="133092"/>
                  <a:pt x="1604380" y="133293"/>
                  <a:pt x="1599199" y="133293"/>
                </a:cubicBezTo>
                <a:cubicBezTo>
                  <a:pt x="1593820" y="133293"/>
                  <a:pt x="1591825" y="125530"/>
                  <a:pt x="1591825" y="117375"/>
                </a:cubicBezTo>
                <a:cubicBezTo>
                  <a:pt x="1591825" y="111406"/>
                  <a:pt x="1591825" y="101259"/>
                  <a:pt x="1592026" y="89321"/>
                </a:cubicBezTo>
                <a:lnTo>
                  <a:pt x="1592424" y="68033"/>
                </a:lnTo>
                <a:lnTo>
                  <a:pt x="1599996" y="68033"/>
                </a:lnTo>
                <a:cubicBezTo>
                  <a:pt x="1604779" y="68033"/>
                  <a:pt x="1611715" y="68194"/>
                  <a:pt x="1614345" y="68431"/>
                </a:cubicBezTo>
                <a:cubicBezTo>
                  <a:pt x="1614664" y="65442"/>
                  <a:pt x="1615540" y="62015"/>
                  <a:pt x="1616735" y="59066"/>
                </a:cubicBezTo>
                <a:lnTo>
                  <a:pt x="1615740" y="57473"/>
                </a:lnTo>
                <a:cubicBezTo>
                  <a:pt x="1612034" y="57792"/>
                  <a:pt x="1606372" y="58069"/>
                  <a:pt x="1601790" y="58069"/>
                </a:cubicBezTo>
                <a:lnTo>
                  <a:pt x="1592424" y="58069"/>
                </a:lnTo>
                <a:cubicBezTo>
                  <a:pt x="1592424" y="46918"/>
                  <a:pt x="1592543" y="40946"/>
                  <a:pt x="1593422" y="30389"/>
                </a:cubicBezTo>
                <a:cubicBezTo>
                  <a:pt x="1593422" y="28993"/>
                  <a:pt x="1592823" y="28397"/>
                  <a:pt x="1591628" y="28397"/>
                </a:cubicBezTo>
                <a:cubicBezTo>
                  <a:pt x="1586644" y="30389"/>
                  <a:pt x="1575883" y="35567"/>
                  <a:pt x="1567913" y="37361"/>
                </a:cubicBezTo>
                <a:lnTo>
                  <a:pt x="1567515" y="37957"/>
                </a:lnTo>
                <a:cubicBezTo>
                  <a:pt x="1566876" y="43294"/>
                  <a:pt x="1566718" y="50184"/>
                  <a:pt x="1566718" y="58072"/>
                </a:cubicBezTo>
                <a:cubicBezTo>
                  <a:pt x="1562653" y="58072"/>
                  <a:pt x="1558426" y="57792"/>
                  <a:pt x="1555957" y="57473"/>
                </a:cubicBezTo>
                <a:cubicBezTo>
                  <a:pt x="1555917" y="57673"/>
                  <a:pt x="1555796" y="57871"/>
                  <a:pt x="1555756" y="58072"/>
                </a:cubicBezTo>
                <a:lnTo>
                  <a:pt x="1527858" y="58072"/>
                </a:lnTo>
                <a:cubicBezTo>
                  <a:pt x="1527858" y="43136"/>
                  <a:pt x="1528058" y="41941"/>
                  <a:pt x="1528855" y="30389"/>
                </a:cubicBezTo>
                <a:cubicBezTo>
                  <a:pt x="1528855" y="28993"/>
                  <a:pt x="1528256" y="28397"/>
                  <a:pt x="1527061" y="28397"/>
                </a:cubicBezTo>
                <a:cubicBezTo>
                  <a:pt x="1522080" y="30389"/>
                  <a:pt x="1507333" y="34771"/>
                  <a:pt x="1499360" y="35370"/>
                </a:cubicBezTo>
                <a:lnTo>
                  <a:pt x="1498962" y="35966"/>
                </a:lnTo>
                <a:cubicBezTo>
                  <a:pt x="1500357" y="44331"/>
                  <a:pt x="1500357" y="46520"/>
                  <a:pt x="1500357" y="58072"/>
                </a:cubicBezTo>
                <a:lnTo>
                  <a:pt x="1489399" y="58072"/>
                </a:lnTo>
                <a:cubicBezTo>
                  <a:pt x="1487404" y="58072"/>
                  <a:pt x="1485212" y="62453"/>
                  <a:pt x="1485212" y="65245"/>
                </a:cubicBezTo>
                <a:cubicBezTo>
                  <a:pt x="1485212" y="66640"/>
                  <a:pt x="1486209" y="68033"/>
                  <a:pt x="1487802" y="68033"/>
                </a:cubicBezTo>
                <a:close/>
                <a:moveTo>
                  <a:pt x="1654996" y="92693"/>
                </a:moveTo>
                <a:cubicBezTo>
                  <a:pt x="1655713" y="82893"/>
                  <a:pt x="1658146" y="75933"/>
                  <a:pt x="1661095" y="71895"/>
                </a:cubicBezTo>
                <a:cubicBezTo>
                  <a:pt x="1663604" y="68453"/>
                  <a:pt x="1667511" y="65892"/>
                  <a:pt x="1673130" y="65892"/>
                </a:cubicBezTo>
                <a:cubicBezTo>
                  <a:pt x="1681301" y="65892"/>
                  <a:pt x="1686084" y="75173"/>
                  <a:pt x="1686084" y="92693"/>
                </a:cubicBezTo>
                <a:lnTo>
                  <a:pt x="1654996" y="92693"/>
                </a:lnTo>
                <a:moveTo>
                  <a:pt x="1709798" y="122149"/>
                </a:moveTo>
                <a:cubicBezTo>
                  <a:pt x="1700552" y="129586"/>
                  <a:pt x="1690867" y="130304"/>
                  <a:pt x="1682496" y="130304"/>
                </a:cubicBezTo>
                <a:cubicBezTo>
                  <a:pt x="1672811" y="130304"/>
                  <a:pt x="1665559" y="127716"/>
                  <a:pt x="1660815" y="122547"/>
                </a:cubicBezTo>
                <a:cubicBezTo>
                  <a:pt x="1656431" y="117773"/>
                  <a:pt x="1654199" y="110810"/>
                  <a:pt x="1654199" y="101660"/>
                </a:cubicBezTo>
                <a:lnTo>
                  <a:pt x="1674049" y="101660"/>
                </a:lnTo>
                <a:cubicBezTo>
                  <a:pt x="1693974" y="101660"/>
                  <a:pt x="1710993" y="102059"/>
                  <a:pt x="1710993" y="102059"/>
                </a:cubicBezTo>
                <a:lnTo>
                  <a:pt x="1712188" y="100864"/>
                </a:lnTo>
                <a:cubicBezTo>
                  <a:pt x="1712188" y="75893"/>
                  <a:pt x="1705213" y="55928"/>
                  <a:pt x="1674526" y="55928"/>
                </a:cubicBezTo>
                <a:cubicBezTo>
                  <a:pt x="1663564" y="55928"/>
                  <a:pt x="1651648" y="59358"/>
                  <a:pt x="1643757" y="65892"/>
                </a:cubicBezTo>
                <a:cubicBezTo>
                  <a:pt x="1634072" y="73892"/>
                  <a:pt x="1627495" y="85894"/>
                  <a:pt x="1627495" y="102457"/>
                </a:cubicBezTo>
                <a:cubicBezTo>
                  <a:pt x="1627495" y="114191"/>
                  <a:pt x="1631841" y="126524"/>
                  <a:pt x="1640050" y="135087"/>
                </a:cubicBezTo>
                <a:cubicBezTo>
                  <a:pt x="1646865" y="142141"/>
                  <a:pt x="1658584" y="145447"/>
                  <a:pt x="1673529" y="145447"/>
                </a:cubicBezTo>
                <a:cubicBezTo>
                  <a:pt x="1687878" y="145447"/>
                  <a:pt x="1702145" y="140864"/>
                  <a:pt x="1712985" y="128315"/>
                </a:cubicBezTo>
                <a:cubicBezTo>
                  <a:pt x="1712985" y="125728"/>
                  <a:pt x="1711790" y="122149"/>
                  <a:pt x="1709798" y="122149"/>
                </a:cubicBezTo>
                <a:close/>
                <a:moveTo>
                  <a:pt x="1766591" y="73865"/>
                </a:moveTo>
                <a:lnTo>
                  <a:pt x="1765755" y="73266"/>
                </a:lnTo>
                <a:cubicBezTo>
                  <a:pt x="1765755" y="68723"/>
                  <a:pt x="1765515" y="60395"/>
                  <a:pt x="1765195" y="58719"/>
                </a:cubicBezTo>
                <a:cubicBezTo>
                  <a:pt x="1764958" y="57324"/>
                  <a:pt x="1764639" y="56728"/>
                  <a:pt x="1763404" y="56728"/>
                </a:cubicBezTo>
                <a:cubicBezTo>
                  <a:pt x="1757624" y="57682"/>
                  <a:pt x="1744670" y="57682"/>
                  <a:pt x="1737695" y="57324"/>
                </a:cubicBezTo>
                <a:lnTo>
                  <a:pt x="1737297" y="57923"/>
                </a:lnTo>
                <a:cubicBezTo>
                  <a:pt x="1738854" y="66452"/>
                  <a:pt x="1739489" y="81683"/>
                  <a:pt x="1739489" y="96607"/>
                </a:cubicBezTo>
                <a:lnTo>
                  <a:pt x="1739489" y="107577"/>
                </a:lnTo>
                <a:cubicBezTo>
                  <a:pt x="1739489" y="122541"/>
                  <a:pt x="1739091" y="132715"/>
                  <a:pt x="1737497" y="143488"/>
                </a:cubicBezTo>
                <a:lnTo>
                  <a:pt x="1737695" y="144084"/>
                </a:lnTo>
                <a:cubicBezTo>
                  <a:pt x="1737695" y="144084"/>
                  <a:pt x="1744074" y="143488"/>
                  <a:pt x="1751047" y="143488"/>
                </a:cubicBezTo>
                <a:cubicBezTo>
                  <a:pt x="1757825" y="143488"/>
                  <a:pt x="1767388" y="144084"/>
                  <a:pt x="1767388" y="144084"/>
                </a:cubicBezTo>
                <a:lnTo>
                  <a:pt x="1767786" y="143488"/>
                </a:lnTo>
                <a:cubicBezTo>
                  <a:pt x="1766193" y="132116"/>
                  <a:pt x="1765794" y="122738"/>
                  <a:pt x="1765794" y="107577"/>
                </a:cubicBezTo>
                <a:lnTo>
                  <a:pt x="1765794" y="93015"/>
                </a:lnTo>
                <a:cubicBezTo>
                  <a:pt x="1765794" y="77575"/>
                  <a:pt x="1779544" y="75261"/>
                  <a:pt x="1782533" y="75261"/>
                </a:cubicBezTo>
                <a:cubicBezTo>
                  <a:pt x="1786319" y="75261"/>
                  <a:pt x="1790503" y="76258"/>
                  <a:pt x="1794091" y="79049"/>
                </a:cubicBezTo>
                <a:lnTo>
                  <a:pt x="1797679" y="78651"/>
                </a:lnTo>
                <a:lnTo>
                  <a:pt x="1801663" y="58120"/>
                </a:lnTo>
                <a:lnTo>
                  <a:pt x="1800866" y="57324"/>
                </a:lnTo>
                <a:cubicBezTo>
                  <a:pt x="1797479" y="56329"/>
                  <a:pt x="1794292" y="55928"/>
                  <a:pt x="1790704" y="55928"/>
                </a:cubicBezTo>
                <a:cubicBezTo>
                  <a:pt x="1781338" y="55928"/>
                  <a:pt x="1771772" y="66093"/>
                  <a:pt x="1766591" y="73865"/>
                </a:cubicBezTo>
                <a:close/>
                <a:moveTo>
                  <a:pt x="1915051" y="120142"/>
                </a:moveTo>
                <a:lnTo>
                  <a:pt x="1915051" y="126916"/>
                </a:lnTo>
                <a:cubicBezTo>
                  <a:pt x="1908276" y="133293"/>
                  <a:pt x="1900705" y="134488"/>
                  <a:pt x="1889943" y="134488"/>
                </a:cubicBezTo>
                <a:cubicBezTo>
                  <a:pt x="1862842" y="134488"/>
                  <a:pt x="1850089" y="104598"/>
                  <a:pt x="1850089" y="78295"/>
                </a:cubicBezTo>
                <a:cubicBezTo>
                  <a:pt x="1850089" y="46213"/>
                  <a:pt x="1858658" y="23499"/>
                  <a:pt x="1885559" y="23499"/>
                </a:cubicBezTo>
                <a:cubicBezTo>
                  <a:pt x="1901103" y="23499"/>
                  <a:pt x="1918240" y="31666"/>
                  <a:pt x="1926411" y="48007"/>
                </a:cubicBezTo>
                <a:lnTo>
                  <a:pt x="1932389" y="47806"/>
                </a:lnTo>
                <a:cubicBezTo>
                  <a:pt x="1933106" y="37644"/>
                  <a:pt x="1934025" y="31706"/>
                  <a:pt x="1936375" y="21902"/>
                </a:cubicBezTo>
                <a:lnTo>
                  <a:pt x="1935977" y="21306"/>
                </a:lnTo>
                <a:cubicBezTo>
                  <a:pt x="1935977" y="21306"/>
                  <a:pt x="1912661" y="12336"/>
                  <a:pt x="1888350" y="12336"/>
                </a:cubicBezTo>
                <a:cubicBezTo>
                  <a:pt x="1868421" y="12336"/>
                  <a:pt x="1855468" y="17919"/>
                  <a:pt x="1841718" y="28878"/>
                </a:cubicBezTo>
                <a:cubicBezTo>
                  <a:pt x="1826852" y="40715"/>
                  <a:pt x="1818003" y="59762"/>
                  <a:pt x="1818003" y="82282"/>
                </a:cubicBezTo>
                <a:cubicBezTo>
                  <a:pt x="1818003" y="102645"/>
                  <a:pt x="1829123" y="122292"/>
                  <a:pt x="1846303" y="133889"/>
                </a:cubicBezTo>
                <a:cubicBezTo>
                  <a:pt x="1858220" y="141941"/>
                  <a:pt x="1868938" y="145447"/>
                  <a:pt x="1885361" y="145447"/>
                </a:cubicBezTo>
                <a:cubicBezTo>
                  <a:pt x="1908556" y="145447"/>
                  <a:pt x="1931075" y="138793"/>
                  <a:pt x="1944546" y="127512"/>
                </a:cubicBezTo>
                <a:lnTo>
                  <a:pt x="1944546" y="126916"/>
                </a:lnTo>
                <a:cubicBezTo>
                  <a:pt x="1943311" y="125402"/>
                  <a:pt x="1942551" y="122611"/>
                  <a:pt x="1942551" y="116155"/>
                </a:cubicBezTo>
                <a:cubicBezTo>
                  <a:pt x="1942551" y="101210"/>
                  <a:pt x="1942952" y="92842"/>
                  <a:pt x="1944546" y="82282"/>
                </a:cubicBezTo>
                <a:lnTo>
                  <a:pt x="1944345" y="81683"/>
                </a:lnTo>
                <a:cubicBezTo>
                  <a:pt x="1944345" y="81683"/>
                  <a:pt x="1936774" y="82282"/>
                  <a:pt x="1929798" y="82282"/>
                </a:cubicBezTo>
                <a:cubicBezTo>
                  <a:pt x="1923023" y="82282"/>
                  <a:pt x="1913457" y="81683"/>
                  <a:pt x="1913457" y="81683"/>
                </a:cubicBezTo>
                <a:lnTo>
                  <a:pt x="1913059" y="82282"/>
                </a:lnTo>
                <a:cubicBezTo>
                  <a:pt x="1914652" y="93639"/>
                  <a:pt x="1915051" y="105197"/>
                  <a:pt x="1915051" y="120142"/>
                </a:cubicBezTo>
                <a:close/>
                <a:moveTo>
                  <a:pt x="2019671" y="99194"/>
                </a:moveTo>
                <a:lnTo>
                  <a:pt x="2019273" y="117740"/>
                </a:lnTo>
                <a:cubicBezTo>
                  <a:pt x="2019273" y="120330"/>
                  <a:pt x="2017680" y="125317"/>
                  <a:pt x="2016284" y="126713"/>
                </a:cubicBezTo>
                <a:cubicBezTo>
                  <a:pt x="2011702" y="131298"/>
                  <a:pt x="2007116" y="133490"/>
                  <a:pt x="2001537" y="133490"/>
                </a:cubicBezTo>
                <a:cubicBezTo>
                  <a:pt x="1995558" y="133490"/>
                  <a:pt x="1991177" y="127509"/>
                  <a:pt x="1991177" y="122124"/>
                </a:cubicBezTo>
                <a:cubicBezTo>
                  <a:pt x="1991177" y="114945"/>
                  <a:pt x="1993725" y="106015"/>
                  <a:pt x="2003729" y="103381"/>
                </a:cubicBezTo>
                <a:lnTo>
                  <a:pt x="2019671" y="99194"/>
                </a:lnTo>
                <a:moveTo>
                  <a:pt x="2044782" y="127509"/>
                </a:moveTo>
                <a:cubicBezTo>
                  <a:pt x="2044782" y="121726"/>
                  <a:pt x="2045578" y="90419"/>
                  <a:pt x="2045578" y="88226"/>
                </a:cubicBezTo>
                <a:cubicBezTo>
                  <a:pt x="2045578" y="76261"/>
                  <a:pt x="2043106" y="68845"/>
                  <a:pt x="2037605" y="63901"/>
                </a:cubicBezTo>
                <a:cubicBezTo>
                  <a:pt x="2031269" y="58202"/>
                  <a:pt x="2019273" y="55928"/>
                  <a:pt x="2009707" y="55928"/>
                </a:cubicBezTo>
                <a:cubicBezTo>
                  <a:pt x="1995361" y="55928"/>
                  <a:pt x="1976229" y="62307"/>
                  <a:pt x="1971446" y="66491"/>
                </a:cubicBezTo>
                <a:lnTo>
                  <a:pt x="1970850" y="67288"/>
                </a:lnTo>
                <a:lnTo>
                  <a:pt x="1974836" y="82245"/>
                </a:lnTo>
                <a:lnTo>
                  <a:pt x="1981410" y="82443"/>
                </a:lnTo>
                <a:cubicBezTo>
                  <a:pt x="1988188" y="72472"/>
                  <a:pt x="1996954" y="66689"/>
                  <a:pt x="2005921" y="66689"/>
                </a:cubicBezTo>
                <a:cubicBezTo>
                  <a:pt x="2014691" y="66689"/>
                  <a:pt x="2019671" y="71676"/>
                  <a:pt x="2019671" y="87028"/>
                </a:cubicBezTo>
                <a:cubicBezTo>
                  <a:pt x="2019671" y="88424"/>
                  <a:pt x="2019075" y="89224"/>
                  <a:pt x="2018476" y="89421"/>
                </a:cubicBezTo>
                <a:lnTo>
                  <a:pt x="1995160" y="95603"/>
                </a:lnTo>
                <a:cubicBezTo>
                  <a:pt x="1976031" y="100192"/>
                  <a:pt x="1964473" y="110360"/>
                  <a:pt x="1964473" y="123921"/>
                </a:cubicBezTo>
                <a:cubicBezTo>
                  <a:pt x="1964473" y="137678"/>
                  <a:pt x="1977825" y="145447"/>
                  <a:pt x="1991773" y="145447"/>
                </a:cubicBezTo>
                <a:cubicBezTo>
                  <a:pt x="1999545" y="145447"/>
                  <a:pt x="2010108" y="142859"/>
                  <a:pt x="2019075" y="133889"/>
                </a:cubicBezTo>
                <a:lnTo>
                  <a:pt x="2019474" y="133889"/>
                </a:lnTo>
                <a:cubicBezTo>
                  <a:pt x="2022262" y="142059"/>
                  <a:pt x="2026647" y="145447"/>
                  <a:pt x="2035215" y="145447"/>
                </a:cubicBezTo>
                <a:cubicBezTo>
                  <a:pt x="2042988" y="145447"/>
                  <a:pt x="2052952" y="143455"/>
                  <a:pt x="2058930" y="138873"/>
                </a:cubicBezTo>
                <a:cubicBezTo>
                  <a:pt x="2058690" y="137118"/>
                  <a:pt x="2058133" y="135683"/>
                  <a:pt x="2056935" y="134689"/>
                </a:cubicBezTo>
                <a:cubicBezTo>
                  <a:pt x="2048966" y="134689"/>
                  <a:pt x="2044782" y="134089"/>
                  <a:pt x="2044782" y="127509"/>
                </a:cubicBezTo>
                <a:close/>
                <a:moveTo>
                  <a:pt x="2078459" y="58069"/>
                </a:moveTo>
                <a:cubicBezTo>
                  <a:pt x="2074394" y="58069"/>
                  <a:pt x="2070167" y="57792"/>
                  <a:pt x="2067698" y="57473"/>
                </a:cubicBezTo>
                <a:cubicBezTo>
                  <a:pt x="2066622" y="60860"/>
                  <a:pt x="2065266" y="64050"/>
                  <a:pt x="2063313" y="67039"/>
                </a:cubicBezTo>
                <a:lnTo>
                  <a:pt x="2064311" y="68431"/>
                </a:lnTo>
                <a:cubicBezTo>
                  <a:pt x="2067738" y="68194"/>
                  <a:pt x="2073916" y="68073"/>
                  <a:pt x="2078459" y="68033"/>
                </a:cubicBezTo>
                <a:lnTo>
                  <a:pt x="2077860" y="91526"/>
                </a:lnTo>
                <a:cubicBezTo>
                  <a:pt x="2077580" y="103469"/>
                  <a:pt x="2077264" y="119993"/>
                  <a:pt x="2077264" y="125965"/>
                </a:cubicBezTo>
                <a:cubicBezTo>
                  <a:pt x="2077264" y="135324"/>
                  <a:pt x="2083838" y="145489"/>
                  <a:pt x="2096594" y="145489"/>
                </a:cubicBezTo>
                <a:cubicBezTo>
                  <a:pt x="2106954" y="145489"/>
                  <a:pt x="2117317" y="143695"/>
                  <a:pt x="2125885" y="138514"/>
                </a:cubicBezTo>
                <a:cubicBezTo>
                  <a:pt x="2125885" y="135324"/>
                  <a:pt x="2124690" y="132338"/>
                  <a:pt x="2122498" y="130942"/>
                </a:cubicBezTo>
                <a:cubicBezTo>
                  <a:pt x="2118113" y="133132"/>
                  <a:pt x="2116122" y="133332"/>
                  <a:pt x="2110940" y="133332"/>
                </a:cubicBezTo>
                <a:cubicBezTo>
                  <a:pt x="2105561" y="133332"/>
                  <a:pt x="2103566" y="125566"/>
                  <a:pt x="2103566" y="117405"/>
                </a:cubicBezTo>
                <a:cubicBezTo>
                  <a:pt x="2103566" y="111433"/>
                  <a:pt x="2103566" y="101280"/>
                  <a:pt x="2103767" y="89336"/>
                </a:cubicBezTo>
                <a:lnTo>
                  <a:pt x="2104165" y="68033"/>
                </a:lnTo>
                <a:lnTo>
                  <a:pt x="2111737" y="68033"/>
                </a:lnTo>
                <a:cubicBezTo>
                  <a:pt x="2116520" y="68033"/>
                  <a:pt x="2123456" y="68194"/>
                  <a:pt x="2126086" y="68431"/>
                </a:cubicBezTo>
                <a:cubicBezTo>
                  <a:pt x="2126405" y="65442"/>
                  <a:pt x="2127281" y="62015"/>
                  <a:pt x="2128476" y="59066"/>
                </a:cubicBezTo>
                <a:lnTo>
                  <a:pt x="2127482" y="57473"/>
                </a:lnTo>
                <a:cubicBezTo>
                  <a:pt x="2123775" y="57792"/>
                  <a:pt x="2118113" y="58069"/>
                  <a:pt x="2113531" y="58069"/>
                </a:cubicBezTo>
                <a:lnTo>
                  <a:pt x="2104165" y="58069"/>
                </a:lnTo>
                <a:cubicBezTo>
                  <a:pt x="2104165" y="46909"/>
                  <a:pt x="2104284" y="40931"/>
                  <a:pt x="2105163" y="30371"/>
                </a:cubicBezTo>
                <a:cubicBezTo>
                  <a:pt x="2105163" y="28975"/>
                  <a:pt x="2104564" y="28379"/>
                  <a:pt x="2103369" y="28379"/>
                </a:cubicBezTo>
                <a:cubicBezTo>
                  <a:pt x="2098385" y="30371"/>
                  <a:pt x="2087624" y="35552"/>
                  <a:pt x="2079654" y="37346"/>
                </a:cubicBezTo>
                <a:lnTo>
                  <a:pt x="2079256" y="37942"/>
                </a:lnTo>
                <a:cubicBezTo>
                  <a:pt x="2078617" y="43285"/>
                  <a:pt x="2078459" y="50138"/>
                  <a:pt x="2078459" y="58069"/>
                </a:cubicBezTo>
                <a:close/>
                <a:moveTo>
                  <a:pt x="2148206" y="48962"/>
                </a:moveTo>
                <a:lnTo>
                  <a:pt x="2148206" y="107581"/>
                </a:lnTo>
                <a:cubicBezTo>
                  <a:pt x="2148206" y="122541"/>
                  <a:pt x="2147528" y="132794"/>
                  <a:pt x="2145813" y="143488"/>
                </a:cubicBezTo>
                <a:lnTo>
                  <a:pt x="2146014" y="144084"/>
                </a:lnTo>
                <a:cubicBezTo>
                  <a:pt x="2146014" y="144084"/>
                  <a:pt x="2154981" y="143488"/>
                  <a:pt x="2161956" y="143488"/>
                </a:cubicBezTo>
                <a:cubicBezTo>
                  <a:pt x="2168771" y="143488"/>
                  <a:pt x="2175308" y="144084"/>
                  <a:pt x="2175308" y="144084"/>
                </a:cubicBezTo>
                <a:lnTo>
                  <a:pt x="2175706" y="143488"/>
                </a:lnTo>
                <a:cubicBezTo>
                  <a:pt x="2174709" y="132116"/>
                  <a:pt x="2174508" y="122742"/>
                  <a:pt x="2174508" y="107581"/>
                </a:cubicBezTo>
                <a:lnTo>
                  <a:pt x="2174508" y="87232"/>
                </a:lnTo>
                <a:cubicBezTo>
                  <a:pt x="2182083" y="77259"/>
                  <a:pt x="2190451" y="71274"/>
                  <a:pt x="2197627" y="71274"/>
                </a:cubicBezTo>
                <a:cubicBezTo>
                  <a:pt x="2203006" y="71274"/>
                  <a:pt x="2207987" y="75264"/>
                  <a:pt x="2207987" y="89826"/>
                </a:cubicBezTo>
                <a:lnTo>
                  <a:pt x="2207987" y="107581"/>
                </a:lnTo>
                <a:cubicBezTo>
                  <a:pt x="2207987" y="122541"/>
                  <a:pt x="2207987" y="132916"/>
                  <a:pt x="2206792" y="143488"/>
                </a:cubicBezTo>
                <a:lnTo>
                  <a:pt x="2206992" y="144084"/>
                </a:lnTo>
                <a:cubicBezTo>
                  <a:pt x="2206992" y="144084"/>
                  <a:pt x="2216756" y="143488"/>
                  <a:pt x="2223732" y="143488"/>
                </a:cubicBezTo>
                <a:cubicBezTo>
                  <a:pt x="2230506" y="143488"/>
                  <a:pt x="2235888" y="144084"/>
                  <a:pt x="2235888" y="144084"/>
                </a:cubicBezTo>
                <a:lnTo>
                  <a:pt x="2236287" y="143488"/>
                </a:lnTo>
                <a:cubicBezTo>
                  <a:pt x="2234493" y="132116"/>
                  <a:pt x="2234292" y="122742"/>
                  <a:pt x="2234292" y="107581"/>
                </a:cubicBezTo>
                <a:lnTo>
                  <a:pt x="2234292" y="85438"/>
                </a:lnTo>
                <a:cubicBezTo>
                  <a:pt x="2234292" y="67489"/>
                  <a:pt x="2226520" y="55928"/>
                  <a:pt x="2208586" y="55928"/>
                </a:cubicBezTo>
                <a:cubicBezTo>
                  <a:pt x="2198424" y="55928"/>
                  <a:pt x="2183676" y="62107"/>
                  <a:pt x="2174508" y="73868"/>
                </a:cubicBezTo>
                <a:lnTo>
                  <a:pt x="2173712" y="73470"/>
                </a:lnTo>
                <a:lnTo>
                  <a:pt x="2174508" y="56129"/>
                </a:lnTo>
                <a:lnTo>
                  <a:pt x="2174508" y="43783"/>
                </a:lnTo>
                <a:cubicBezTo>
                  <a:pt x="2174508" y="28850"/>
                  <a:pt x="2174949" y="18536"/>
                  <a:pt x="2176503" y="6349"/>
                </a:cubicBezTo>
                <a:cubicBezTo>
                  <a:pt x="2176503" y="4956"/>
                  <a:pt x="2175944" y="4357"/>
                  <a:pt x="2174709" y="4357"/>
                </a:cubicBezTo>
                <a:cubicBezTo>
                  <a:pt x="2169728" y="6349"/>
                  <a:pt x="2154303" y="10332"/>
                  <a:pt x="2146212" y="10928"/>
                </a:cubicBezTo>
                <a:lnTo>
                  <a:pt x="2145813" y="11527"/>
                </a:lnTo>
                <a:cubicBezTo>
                  <a:pt x="2147367" y="20050"/>
                  <a:pt x="2148206" y="33828"/>
                  <a:pt x="2148206" y="48962"/>
                </a:cubicBezTo>
                <a:close/>
                <a:moveTo>
                  <a:pt x="2286303" y="92693"/>
                </a:moveTo>
                <a:cubicBezTo>
                  <a:pt x="2287020" y="82893"/>
                  <a:pt x="2289453" y="75933"/>
                  <a:pt x="2292402" y="71895"/>
                </a:cubicBezTo>
                <a:cubicBezTo>
                  <a:pt x="2294911" y="68453"/>
                  <a:pt x="2298818" y="65892"/>
                  <a:pt x="2304438" y="65892"/>
                </a:cubicBezTo>
                <a:cubicBezTo>
                  <a:pt x="2312608" y="65892"/>
                  <a:pt x="2317391" y="75173"/>
                  <a:pt x="2317391" y="92693"/>
                </a:cubicBezTo>
                <a:lnTo>
                  <a:pt x="2286303" y="92693"/>
                </a:lnTo>
                <a:moveTo>
                  <a:pt x="2341106" y="122149"/>
                </a:moveTo>
                <a:cubicBezTo>
                  <a:pt x="2331859" y="129586"/>
                  <a:pt x="2322174" y="130304"/>
                  <a:pt x="2313803" y="130304"/>
                </a:cubicBezTo>
                <a:cubicBezTo>
                  <a:pt x="2304118" y="130304"/>
                  <a:pt x="2296866" y="127716"/>
                  <a:pt x="2292123" y="122547"/>
                </a:cubicBezTo>
                <a:cubicBezTo>
                  <a:pt x="2287738" y="117773"/>
                  <a:pt x="2285506" y="110810"/>
                  <a:pt x="2285506" y="101660"/>
                </a:cubicBezTo>
                <a:lnTo>
                  <a:pt x="2305356" y="101660"/>
                </a:lnTo>
                <a:cubicBezTo>
                  <a:pt x="2325282" y="101660"/>
                  <a:pt x="2342301" y="102059"/>
                  <a:pt x="2342301" y="102059"/>
                </a:cubicBezTo>
                <a:lnTo>
                  <a:pt x="2343496" y="100864"/>
                </a:lnTo>
                <a:cubicBezTo>
                  <a:pt x="2343496" y="75893"/>
                  <a:pt x="2336520" y="55928"/>
                  <a:pt x="2305833" y="55928"/>
                </a:cubicBezTo>
                <a:cubicBezTo>
                  <a:pt x="2294871" y="55928"/>
                  <a:pt x="2282955" y="59358"/>
                  <a:pt x="2275064" y="65892"/>
                </a:cubicBezTo>
                <a:cubicBezTo>
                  <a:pt x="2265380" y="73892"/>
                  <a:pt x="2258803" y="85894"/>
                  <a:pt x="2258803" y="102457"/>
                </a:cubicBezTo>
                <a:cubicBezTo>
                  <a:pt x="2258803" y="114191"/>
                  <a:pt x="2263148" y="126524"/>
                  <a:pt x="2271358" y="135087"/>
                </a:cubicBezTo>
                <a:cubicBezTo>
                  <a:pt x="2278172" y="142141"/>
                  <a:pt x="2289891" y="145447"/>
                  <a:pt x="2304836" y="145447"/>
                </a:cubicBezTo>
                <a:cubicBezTo>
                  <a:pt x="2319185" y="145447"/>
                  <a:pt x="2333452" y="140864"/>
                  <a:pt x="2344292" y="128315"/>
                </a:cubicBezTo>
                <a:cubicBezTo>
                  <a:pt x="2344292" y="125728"/>
                  <a:pt x="2343097" y="122149"/>
                  <a:pt x="2341106" y="122149"/>
                </a:cubicBezTo>
                <a:close/>
                <a:moveTo>
                  <a:pt x="2397898" y="73865"/>
                </a:moveTo>
                <a:lnTo>
                  <a:pt x="2397062" y="73266"/>
                </a:lnTo>
                <a:cubicBezTo>
                  <a:pt x="2397062" y="68723"/>
                  <a:pt x="2396822" y="60395"/>
                  <a:pt x="2396502" y="58719"/>
                </a:cubicBezTo>
                <a:cubicBezTo>
                  <a:pt x="2396265" y="57324"/>
                  <a:pt x="2395946" y="56728"/>
                  <a:pt x="2394711" y="56728"/>
                </a:cubicBezTo>
                <a:cubicBezTo>
                  <a:pt x="2388931" y="57682"/>
                  <a:pt x="2375978" y="57682"/>
                  <a:pt x="2369002" y="57324"/>
                </a:cubicBezTo>
                <a:lnTo>
                  <a:pt x="2368604" y="57923"/>
                </a:lnTo>
                <a:cubicBezTo>
                  <a:pt x="2370161" y="66452"/>
                  <a:pt x="2370796" y="81683"/>
                  <a:pt x="2370796" y="96607"/>
                </a:cubicBezTo>
                <a:lnTo>
                  <a:pt x="2370796" y="107577"/>
                </a:lnTo>
                <a:cubicBezTo>
                  <a:pt x="2370796" y="122541"/>
                  <a:pt x="2370398" y="132715"/>
                  <a:pt x="2368805" y="143488"/>
                </a:cubicBezTo>
                <a:lnTo>
                  <a:pt x="2369002" y="144084"/>
                </a:lnTo>
                <a:cubicBezTo>
                  <a:pt x="2369002" y="144084"/>
                  <a:pt x="2375382" y="143488"/>
                  <a:pt x="2382354" y="143488"/>
                </a:cubicBezTo>
                <a:cubicBezTo>
                  <a:pt x="2389132" y="143488"/>
                  <a:pt x="2398695" y="144084"/>
                  <a:pt x="2398695" y="144084"/>
                </a:cubicBezTo>
                <a:lnTo>
                  <a:pt x="2399093" y="143488"/>
                </a:lnTo>
                <a:cubicBezTo>
                  <a:pt x="2397500" y="132116"/>
                  <a:pt x="2397101" y="122738"/>
                  <a:pt x="2397101" y="107577"/>
                </a:cubicBezTo>
                <a:lnTo>
                  <a:pt x="2397101" y="93015"/>
                </a:lnTo>
                <a:cubicBezTo>
                  <a:pt x="2397101" y="77575"/>
                  <a:pt x="2410852" y="75261"/>
                  <a:pt x="2413841" y="75261"/>
                </a:cubicBezTo>
                <a:cubicBezTo>
                  <a:pt x="2417626" y="75261"/>
                  <a:pt x="2421810" y="76258"/>
                  <a:pt x="2425398" y="79049"/>
                </a:cubicBezTo>
                <a:lnTo>
                  <a:pt x="2428986" y="78651"/>
                </a:lnTo>
                <a:lnTo>
                  <a:pt x="2432970" y="58120"/>
                </a:lnTo>
                <a:lnTo>
                  <a:pt x="2432173" y="57324"/>
                </a:lnTo>
                <a:cubicBezTo>
                  <a:pt x="2428786" y="56329"/>
                  <a:pt x="2425599" y="55928"/>
                  <a:pt x="2422011" y="55928"/>
                </a:cubicBezTo>
                <a:cubicBezTo>
                  <a:pt x="2412646" y="55928"/>
                  <a:pt x="2403080" y="66093"/>
                  <a:pt x="2397898" y="73865"/>
                </a:cubicBezTo>
                <a:close/>
                <a:moveTo>
                  <a:pt x="2505724" y="81862"/>
                </a:moveTo>
                <a:lnTo>
                  <a:pt x="2505724" y="165439"/>
                </a:lnTo>
                <a:cubicBezTo>
                  <a:pt x="2505724" y="182032"/>
                  <a:pt x="2503535" y="182434"/>
                  <a:pt x="2491378" y="183431"/>
                </a:cubicBezTo>
                <a:cubicBezTo>
                  <a:pt x="2490183" y="184626"/>
                  <a:pt x="2490183" y="189011"/>
                  <a:pt x="2491378" y="190206"/>
                </a:cubicBezTo>
                <a:cubicBezTo>
                  <a:pt x="2499746" y="190008"/>
                  <a:pt x="2508117" y="189808"/>
                  <a:pt x="2518678" y="189808"/>
                </a:cubicBezTo>
                <a:cubicBezTo>
                  <a:pt x="2529241" y="189808"/>
                  <a:pt x="2537412" y="190008"/>
                  <a:pt x="2545980" y="190206"/>
                </a:cubicBezTo>
                <a:cubicBezTo>
                  <a:pt x="2547175" y="189011"/>
                  <a:pt x="2547175" y="184626"/>
                  <a:pt x="2545980" y="183431"/>
                </a:cubicBezTo>
                <a:cubicBezTo>
                  <a:pt x="2533824" y="182631"/>
                  <a:pt x="2531631" y="182032"/>
                  <a:pt x="2531631" y="165439"/>
                </a:cubicBezTo>
                <a:lnTo>
                  <a:pt x="2531631" y="142059"/>
                </a:lnTo>
                <a:cubicBezTo>
                  <a:pt x="2536016" y="144252"/>
                  <a:pt x="2540200" y="145447"/>
                  <a:pt x="2544983" y="145447"/>
                </a:cubicBezTo>
                <a:cubicBezTo>
                  <a:pt x="2575275" y="145447"/>
                  <a:pt x="2595003" y="125518"/>
                  <a:pt x="2595003" y="96214"/>
                </a:cubicBezTo>
                <a:cubicBezTo>
                  <a:pt x="2595003" y="85052"/>
                  <a:pt x="2590816" y="72694"/>
                  <a:pt x="2583044" y="64919"/>
                </a:cubicBezTo>
                <a:cubicBezTo>
                  <a:pt x="2576071" y="57947"/>
                  <a:pt x="2566107" y="54955"/>
                  <a:pt x="2555744" y="54955"/>
                </a:cubicBezTo>
                <a:cubicBezTo>
                  <a:pt x="2549964" y="54955"/>
                  <a:pt x="2539206" y="61930"/>
                  <a:pt x="2532230" y="68307"/>
                </a:cubicBezTo>
                <a:lnTo>
                  <a:pt x="2531035" y="68307"/>
                </a:lnTo>
                <a:cubicBezTo>
                  <a:pt x="2530634" y="62727"/>
                  <a:pt x="2530038" y="58345"/>
                  <a:pt x="2530038" y="58345"/>
                </a:cubicBezTo>
                <a:cubicBezTo>
                  <a:pt x="2529837" y="55952"/>
                  <a:pt x="2528244" y="54955"/>
                  <a:pt x="2525455" y="54955"/>
                </a:cubicBezTo>
                <a:cubicBezTo>
                  <a:pt x="2518082" y="56989"/>
                  <a:pt x="2506126" y="59780"/>
                  <a:pt x="2492376" y="61571"/>
                </a:cubicBezTo>
                <a:cubicBezTo>
                  <a:pt x="2491974" y="62769"/>
                  <a:pt x="2492376" y="66753"/>
                  <a:pt x="2492774" y="67951"/>
                </a:cubicBezTo>
                <a:cubicBezTo>
                  <a:pt x="2503733" y="68906"/>
                  <a:pt x="2505724" y="70499"/>
                  <a:pt x="2505724" y="81862"/>
                </a:cubicBezTo>
                <a:moveTo>
                  <a:pt x="2531631" y="130501"/>
                </a:moveTo>
                <a:lnTo>
                  <a:pt x="2531631" y="79469"/>
                </a:lnTo>
                <a:cubicBezTo>
                  <a:pt x="2531631" y="78274"/>
                  <a:pt x="2531631" y="77277"/>
                  <a:pt x="2531631" y="76082"/>
                </a:cubicBezTo>
                <a:cubicBezTo>
                  <a:pt x="2537412" y="70900"/>
                  <a:pt x="2544785" y="68307"/>
                  <a:pt x="2549368" y="68307"/>
                </a:cubicBezTo>
                <a:cubicBezTo>
                  <a:pt x="2557538" y="68307"/>
                  <a:pt x="2567104" y="78274"/>
                  <a:pt x="2567104" y="101596"/>
                </a:cubicBezTo>
                <a:cubicBezTo>
                  <a:pt x="2567104" y="118342"/>
                  <a:pt x="2561123" y="137079"/>
                  <a:pt x="2543788" y="137079"/>
                </a:cubicBezTo>
                <a:cubicBezTo>
                  <a:pt x="2541596" y="137079"/>
                  <a:pt x="2536615" y="135884"/>
                  <a:pt x="2531631" y="130501"/>
                </a:cubicBezTo>
                <a:close/>
                <a:moveTo>
                  <a:pt x="2661361" y="133691"/>
                </a:moveTo>
                <a:cubicBezTo>
                  <a:pt x="2662754" y="141862"/>
                  <a:pt x="2668136" y="145447"/>
                  <a:pt x="2676902" y="145447"/>
                </a:cubicBezTo>
                <a:cubicBezTo>
                  <a:pt x="2687864" y="145447"/>
                  <a:pt x="2695636" y="141263"/>
                  <a:pt x="2703010" y="134287"/>
                </a:cubicBezTo>
                <a:cubicBezTo>
                  <a:pt x="2702612" y="131897"/>
                  <a:pt x="2701812" y="130304"/>
                  <a:pt x="2699422" y="128707"/>
                </a:cubicBezTo>
                <a:cubicBezTo>
                  <a:pt x="2696831" y="130702"/>
                  <a:pt x="2694840" y="131499"/>
                  <a:pt x="2691054" y="131499"/>
                </a:cubicBezTo>
                <a:cubicBezTo>
                  <a:pt x="2686669" y="131499"/>
                  <a:pt x="2685474" y="127911"/>
                  <a:pt x="2685474" y="118144"/>
                </a:cubicBezTo>
                <a:lnTo>
                  <a:pt x="2685872" y="89440"/>
                </a:lnTo>
                <a:cubicBezTo>
                  <a:pt x="2685872" y="60735"/>
                  <a:pt x="2668136" y="54955"/>
                  <a:pt x="2651795" y="54955"/>
                </a:cubicBezTo>
                <a:cubicBezTo>
                  <a:pt x="2637248" y="54955"/>
                  <a:pt x="2614930" y="63326"/>
                  <a:pt x="2614930" y="76483"/>
                </a:cubicBezTo>
                <a:cubicBezTo>
                  <a:pt x="2614930" y="82063"/>
                  <a:pt x="2617320" y="86448"/>
                  <a:pt x="2625092" y="86448"/>
                </a:cubicBezTo>
                <a:cubicBezTo>
                  <a:pt x="2632265" y="86448"/>
                  <a:pt x="2637446" y="82063"/>
                  <a:pt x="2637446" y="77280"/>
                </a:cubicBezTo>
                <a:cubicBezTo>
                  <a:pt x="2637446" y="74689"/>
                  <a:pt x="2636053" y="71299"/>
                  <a:pt x="2636649" y="67911"/>
                </a:cubicBezTo>
                <a:cubicBezTo>
                  <a:pt x="2636850" y="65719"/>
                  <a:pt x="2638443" y="63326"/>
                  <a:pt x="2645020" y="63326"/>
                </a:cubicBezTo>
                <a:cubicBezTo>
                  <a:pt x="2653389" y="63326"/>
                  <a:pt x="2660364" y="66914"/>
                  <a:pt x="2660364" y="92231"/>
                </a:cubicBezTo>
                <a:lnTo>
                  <a:pt x="2647012" y="96415"/>
                </a:lnTo>
                <a:cubicBezTo>
                  <a:pt x="2626089" y="102992"/>
                  <a:pt x="2611342" y="108776"/>
                  <a:pt x="2611342" y="124520"/>
                </a:cubicBezTo>
                <a:cubicBezTo>
                  <a:pt x="2611342" y="138274"/>
                  <a:pt x="2618913" y="145447"/>
                  <a:pt x="2636251" y="145447"/>
                </a:cubicBezTo>
                <a:cubicBezTo>
                  <a:pt x="2642031" y="145447"/>
                  <a:pt x="2653589" y="139070"/>
                  <a:pt x="2660163" y="133889"/>
                </a:cubicBezTo>
                <a:lnTo>
                  <a:pt x="2661361" y="133691"/>
                </a:lnTo>
                <a:moveTo>
                  <a:pt x="2660364" y="100003"/>
                </a:moveTo>
                <a:lnTo>
                  <a:pt x="2660364" y="126314"/>
                </a:lnTo>
                <a:cubicBezTo>
                  <a:pt x="2655383" y="130301"/>
                  <a:pt x="2650400" y="133490"/>
                  <a:pt x="2646814" y="133490"/>
                </a:cubicBezTo>
                <a:cubicBezTo>
                  <a:pt x="2638243" y="133490"/>
                  <a:pt x="2635254" y="127710"/>
                  <a:pt x="2635254" y="121531"/>
                </a:cubicBezTo>
                <a:cubicBezTo>
                  <a:pt x="2635254" y="114158"/>
                  <a:pt x="2635853" y="107976"/>
                  <a:pt x="2650001" y="103393"/>
                </a:cubicBezTo>
                <a:lnTo>
                  <a:pt x="2660364" y="100003"/>
                </a:lnTo>
                <a:close/>
                <a:moveTo>
                  <a:pt x="2748844" y="90045"/>
                </a:moveTo>
                <a:cubicBezTo>
                  <a:pt x="2748844" y="82863"/>
                  <a:pt x="2751036" y="79870"/>
                  <a:pt x="2753627" y="76878"/>
                </a:cubicBezTo>
                <a:cubicBezTo>
                  <a:pt x="2755220" y="74884"/>
                  <a:pt x="2757014" y="73488"/>
                  <a:pt x="2760003" y="73488"/>
                </a:cubicBezTo>
                <a:cubicBezTo>
                  <a:pt x="2761797" y="73488"/>
                  <a:pt x="2763986" y="75285"/>
                  <a:pt x="2765583" y="77280"/>
                </a:cubicBezTo>
                <a:cubicBezTo>
                  <a:pt x="2766978" y="78873"/>
                  <a:pt x="2770366" y="80469"/>
                  <a:pt x="2774948" y="80469"/>
                </a:cubicBezTo>
                <a:cubicBezTo>
                  <a:pt x="2780728" y="80469"/>
                  <a:pt x="2786308" y="74485"/>
                  <a:pt x="2786308" y="66117"/>
                </a:cubicBezTo>
                <a:cubicBezTo>
                  <a:pt x="2786308" y="60936"/>
                  <a:pt x="2780327" y="54955"/>
                  <a:pt x="2773154" y="54955"/>
                </a:cubicBezTo>
                <a:cubicBezTo>
                  <a:pt x="2766179" y="54955"/>
                  <a:pt x="2758607" y="60936"/>
                  <a:pt x="2749440" y="74087"/>
                </a:cubicBezTo>
                <a:lnTo>
                  <a:pt x="2748643" y="74087"/>
                </a:lnTo>
                <a:cubicBezTo>
                  <a:pt x="2748245" y="68109"/>
                  <a:pt x="2747247" y="58345"/>
                  <a:pt x="2747247" y="58345"/>
                </a:cubicBezTo>
                <a:cubicBezTo>
                  <a:pt x="2747050" y="56551"/>
                  <a:pt x="2745456" y="54955"/>
                  <a:pt x="2742665" y="54955"/>
                </a:cubicBezTo>
                <a:cubicBezTo>
                  <a:pt x="2733299" y="57387"/>
                  <a:pt x="2722739" y="60179"/>
                  <a:pt x="2709585" y="61571"/>
                </a:cubicBezTo>
                <a:cubicBezTo>
                  <a:pt x="2709187" y="62769"/>
                  <a:pt x="2709585" y="66555"/>
                  <a:pt x="2709983" y="67750"/>
                </a:cubicBezTo>
                <a:cubicBezTo>
                  <a:pt x="2720945" y="68748"/>
                  <a:pt x="2722937" y="70542"/>
                  <a:pt x="2722937" y="81902"/>
                </a:cubicBezTo>
                <a:lnTo>
                  <a:pt x="2722937" y="119178"/>
                </a:lnTo>
                <a:cubicBezTo>
                  <a:pt x="2722937" y="135719"/>
                  <a:pt x="2720744" y="136121"/>
                  <a:pt x="2708587" y="137115"/>
                </a:cubicBezTo>
                <a:cubicBezTo>
                  <a:pt x="2707392" y="138310"/>
                  <a:pt x="2707392" y="142695"/>
                  <a:pt x="2708587" y="143890"/>
                </a:cubicBezTo>
                <a:cubicBezTo>
                  <a:pt x="2716959" y="143692"/>
                  <a:pt x="2725327" y="143491"/>
                  <a:pt x="2735890" y="143491"/>
                </a:cubicBezTo>
                <a:cubicBezTo>
                  <a:pt x="2746450" y="143491"/>
                  <a:pt x="2754621" y="143692"/>
                  <a:pt x="2763190" y="143890"/>
                </a:cubicBezTo>
                <a:cubicBezTo>
                  <a:pt x="2764388" y="142695"/>
                  <a:pt x="2764388" y="138310"/>
                  <a:pt x="2763190" y="137115"/>
                </a:cubicBezTo>
                <a:cubicBezTo>
                  <a:pt x="2751036" y="136318"/>
                  <a:pt x="2748844" y="135719"/>
                  <a:pt x="2748844" y="119178"/>
                </a:cubicBezTo>
                <a:lnTo>
                  <a:pt x="2748844" y="90045"/>
                </a:lnTo>
                <a:close/>
                <a:moveTo>
                  <a:pt x="2847485" y="133691"/>
                </a:moveTo>
                <a:cubicBezTo>
                  <a:pt x="2848878" y="141862"/>
                  <a:pt x="2854260" y="145447"/>
                  <a:pt x="2863027" y="145447"/>
                </a:cubicBezTo>
                <a:cubicBezTo>
                  <a:pt x="2873988" y="145447"/>
                  <a:pt x="2881760" y="141263"/>
                  <a:pt x="2889134" y="134287"/>
                </a:cubicBezTo>
                <a:cubicBezTo>
                  <a:pt x="2888736" y="131897"/>
                  <a:pt x="2887936" y="130304"/>
                  <a:pt x="2885546" y="128707"/>
                </a:cubicBezTo>
                <a:cubicBezTo>
                  <a:pt x="2882955" y="130702"/>
                  <a:pt x="2880964" y="131499"/>
                  <a:pt x="2877178" y="131499"/>
                </a:cubicBezTo>
                <a:cubicBezTo>
                  <a:pt x="2872793" y="131499"/>
                  <a:pt x="2871598" y="127911"/>
                  <a:pt x="2871598" y="118144"/>
                </a:cubicBezTo>
                <a:lnTo>
                  <a:pt x="2871997" y="89440"/>
                </a:lnTo>
                <a:cubicBezTo>
                  <a:pt x="2871997" y="60735"/>
                  <a:pt x="2854260" y="54955"/>
                  <a:pt x="2837919" y="54955"/>
                </a:cubicBezTo>
                <a:cubicBezTo>
                  <a:pt x="2823373" y="54955"/>
                  <a:pt x="2801054" y="63326"/>
                  <a:pt x="2801054" y="76483"/>
                </a:cubicBezTo>
                <a:cubicBezTo>
                  <a:pt x="2801054" y="82063"/>
                  <a:pt x="2803444" y="86448"/>
                  <a:pt x="2811216" y="86448"/>
                </a:cubicBezTo>
                <a:cubicBezTo>
                  <a:pt x="2818389" y="86448"/>
                  <a:pt x="2823570" y="82063"/>
                  <a:pt x="2823570" y="77280"/>
                </a:cubicBezTo>
                <a:cubicBezTo>
                  <a:pt x="2823570" y="74689"/>
                  <a:pt x="2822178" y="71299"/>
                  <a:pt x="2822774" y="67911"/>
                </a:cubicBezTo>
                <a:cubicBezTo>
                  <a:pt x="2822974" y="65719"/>
                  <a:pt x="2824568" y="63326"/>
                  <a:pt x="2831145" y="63326"/>
                </a:cubicBezTo>
                <a:cubicBezTo>
                  <a:pt x="2839513" y="63326"/>
                  <a:pt x="2846488" y="66914"/>
                  <a:pt x="2846488" y="92231"/>
                </a:cubicBezTo>
                <a:lnTo>
                  <a:pt x="2833136" y="96415"/>
                </a:lnTo>
                <a:cubicBezTo>
                  <a:pt x="2812213" y="102992"/>
                  <a:pt x="2797466" y="108776"/>
                  <a:pt x="2797466" y="124520"/>
                </a:cubicBezTo>
                <a:cubicBezTo>
                  <a:pt x="2797466" y="138274"/>
                  <a:pt x="2805037" y="145447"/>
                  <a:pt x="2822375" y="145447"/>
                </a:cubicBezTo>
                <a:cubicBezTo>
                  <a:pt x="2828156" y="145447"/>
                  <a:pt x="2839713" y="139070"/>
                  <a:pt x="2846287" y="133889"/>
                </a:cubicBezTo>
                <a:lnTo>
                  <a:pt x="2847485" y="133691"/>
                </a:lnTo>
                <a:moveTo>
                  <a:pt x="2846488" y="100003"/>
                </a:moveTo>
                <a:lnTo>
                  <a:pt x="2846488" y="126314"/>
                </a:lnTo>
                <a:cubicBezTo>
                  <a:pt x="2841507" y="130301"/>
                  <a:pt x="2836524" y="133490"/>
                  <a:pt x="2832939" y="133490"/>
                </a:cubicBezTo>
                <a:cubicBezTo>
                  <a:pt x="2824367" y="133490"/>
                  <a:pt x="2821378" y="127710"/>
                  <a:pt x="2821378" y="121531"/>
                </a:cubicBezTo>
                <a:cubicBezTo>
                  <a:pt x="2821378" y="114158"/>
                  <a:pt x="2821977" y="107976"/>
                  <a:pt x="2836125" y="103393"/>
                </a:cubicBezTo>
                <a:lnTo>
                  <a:pt x="2846488" y="100003"/>
                </a:lnTo>
                <a:close/>
                <a:moveTo>
                  <a:pt x="2959677" y="124520"/>
                </a:moveTo>
                <a:cubicBezTo>
                  <a:pt x="2955492" y="127911"/>
                  <a:pt x="2944932" y="132295"/>
                  <a:pt x="2942539" y="132295"/>
                </a:cubicBezTo>
                <a:cubicBezTo>
                  <a:pt x="2932575" y="132295"/>
                  <a:pt x="2924803" y="121133"/>
                  <a:pt x="2924803" y="97811"/>
                </a:cubicBezTo>
                <a:cubicBezTo>
                  <a:pt x="2924803" y="87247"/>
                  <a:pt x="2926001" y="78076"/>
                  <a:pt x="2929786" y="71898"/>
                </a:cubicBezTo>
                <a:cubicBezTo>
                  <a:pt x="2933174" y="66516"/>
                  <a:pt x="2938553" y="63326"/>
                  <a:pt x="2944531" y="63326"/>
                </a:cubicBezTo>
                <a:cubicBezTo>
                  <a:pt x="2949712" y="63326"/>
                  <a:pt x="2954696" y="63925"/>
                  <a:pt x="2959479" y="70502"/>
                </a:cubicBezTo>
                <a:lnTo>
                  <a:pt x="2959479" y="119540"/>
                </a:lnTo>
                <a:cubicBezTo>
                  <a:pt x="2959479" y="121133"/>
                  <a:pt x="2959479" y="122927"/>
                  <a:pt x="2959677" y="124520"/>
                </a:cubicBezTo>
                <a:moveTo>
                  <a:pt x="2960276" y="133889"/>
                </a:moveTo>
                <a:cubicBezTo>
                  <a:pt x="2960674" y="138672"/>
                  <a:pt x="2961072" y="142059"/>
                  <a:pt x="2961072" y="142059"/>
                </a:cubicBezTo>
                <a:cubicBezTo>
                  <a:pt x="2961273" y="144452"/>
                  <a:pt x="2962866" y="145447"/>
                  <a:pt x="2965655" y="145447"/>
                </a:cubicBezTo>
                <a:cubicBezTo>
                  <a:pt x="2973028" y="143415"/>
                  <a:pt x="2984984" y="140624"/>
                  <a:pt x="2998735" y="138830"/>
                </a:cubicBezTo>
                <a:cubicBezTo>
                  <a:pt x="2999133" y="137635"/>
                  <a:pt x="2998735" y="133652"/>
                  <a:pt x="2998336" y="132454"/>
                </a:cubicBezTo>
                <a:cubicBezTo>
                  <a:pt x="2987575" y="131459"/>
                  <a:pt x="2985383" y="128270"/>
                  <a:pt x="2985383" y="116916"/>
                </a:cubicBezTo>
                <a:lnTo>
                  <a:pt x="2985383" y="27324"/>
                </a:lnTo>
                <a:cubicBezTo>
                  <a:pt x="2985383" y="14395"/>
                  <a:pt x="2985982" y="6985"/>
                  <a:pt x="2985982" y="6985"/>
                </a:cubicBezTo>
                <a:cubicBezTo>
                  <a:pt x="2985982" y="5166"/>
                  <a:pt x="2984586" y="4357"/>
                  <a:pt x="2982792" y="4357"/>
                </a:cubicBezTo>
                <a:cubicBezTo>
                  <a:pt x="2975421" y="6784"/>
                  <a:pt x="2959479" y="9007"/>
                  <a:pt x="2945330" y="9612"/>
                </a:cubicBezTo>
                <a:cubicBezTo>
                  <a:pt x="2944731" y="12005"/>
                  <a:pt x="2944932" y="14595"/>
                  <a:pt x="2945926" y="16389"/>
                </a:cubicBezTo>
                <a:cubicBezTo>
                  <a:pt x="2958482" y="17384"/>
                  <a:pt x="2959479" y="17581"/>
                  <a:pt x="2959479" y="31298"/>
                </a:cubicBezTo>
                <a:lnTo>
                  <a:pt x="2959479" y="57147"/>
                </a:lnTo>
                <a:cubicBezTo>
                  <a:pt x="2955690" y="55952"/>
                  <a:pt x="2950910" y="54955"/>
                  <a:pt x="2945130" y="54955"/>
                </a:cubicBezTo>
                <a:cubicBezTo>
                  <a:pt x="2919424" y="54955"/>
                  <a:pt x="2896904" y="77471"/>
                  <a:pt x="2896904" y="103965"/>
                </a:cubicBezTo>
                <a:cubicBezTo>
                  <a:pt x="2896904" y="115918"/>
                  <a:pt x="2901091" y="129468"/>
                  <a:pt x="2910855" y="137039"/>
                </a:cubicBezTo>
                <a:cubicBezTo>
                  <a:pt x="2918028" y="142658"/>
                  <a:pt x="2923012" y="145447"/>
                  <a:pt x="2934171" y="145447"/>
                </a:cubicBezTo>
                <a:cubicBezTo>
                  <a:pt x="2939550" y="145447"/>
                  <a:pt x="2954297" y="136680"/>
                  <a:pt x="2958482" y="133889"/>
                </a:cubicBezTo>
                <a:lnTo>
                  <a:pt x="2960276" y="133889"/>
                </a:lnTo>
                <a:close/>
                <a:moveTo>
                  <a:pt x="3047559" y="119184"/>
                </a:moveTo>
                <a:lnTo>
                  <a:pt x="3047559" y="79530"/>
                </a:lnTo>
                <a:cubicBezTo>
                  <a:pt x="3047559" y="69569"/>
                  <a:pt x="3048355" y="58382"/>
                  <a:pt x="3048355" y="58382"/>
                </a:cubicBezTo>
                <a:cubicBezTo>
                  <a:pt x="3048355" y="56165"/>
                  <a:pt x="3046561" y="54955"/>
                  <a:pt x="3043773" y="54955"/>
                </a:cubicBezTo>
                <a:cubicBezTo>
                  <a:pt x="3038193" y="57175"/>
                  <a:pt x="3022050" y="58786"/>
                  <a:pt x="3008300" y="60598"/>
                </a:cubicBezTo>
                <a:cubicBezTo>
                  <a:pt x="3007902" y="61796"/>
                  <a:pt x="3008300" y="65780"/>
                  <a:pt x="3008698" y="66978"/>
                </a:cubicBezTo>
                <a:cubicBezTo>
                  <a:pt x="3019660" y="67972"/>
                  <a:pt x="3021652" y="69569"/>
                  <a:pt x="3021652" y="80926"/>
                </a:cubicBezTo>
                <a:lnTo>
                  <a:pt x="3021652" y="119184"/>
                </a:lnTo>
                <a:cubicBezTo>
                  <a:pt x="3021652" y="135722"/>
                  <a:pt x="3019459" y="136121"/>
                  <a:pt x="3007306" y="137115"/>
                </a:cubicBezTo>
                <a:cubicBezTo>
                  <a:pt x="3006108" y="138310"/>
                  <a:pt x="3006108" y="142695"/>
                  <a:pt x="3007306" y="143890"/>
                </a:cubicBezTo>
                <a:cubicBezTo>
                  <a:pt x="3015674" y="143692"/>
                  <a:pt x="3024045" y="143491"/>
                  <a:pt x="3034605" y="143491"/>
                </a:cubicBezTo>
                <a:cubicBezTo>
                  <a:pt x="3045166" y="143491"/>
                  <a:pt x="3053336" y="143692"/>
                  <a:pt x="3061905" y="143890"/>
                </a:cubicBezTo>
                <a:cubicBezTo>
                  <a:pt x="3063103" y="142695"/>
                  <a:pt x="3063103" y="138310"/>
                  <a:pt x="3061905" y="137115"/>
                </a:cubicBezTo>
                <a:cubicBezTo>
                  <a:pt x="3049751" y="136318"/>
                  <a:pt x="3047559" y="135722"/>
                  <a:pt x="3047559" y="119184"/>
                </a:cubicBezTo>
                <a:moveTo>
                  <a:pt x="3020657" y="24694"/>
                </a:moveTo>
                <a:cubicBezTo>
                  <a:pt x="3020657" y="31268"/>
                  <a:pt x="3025437" y="37845"/>
                  <a:pt x="3033410" y="37845"/>
                </a:cubicBezTo>
                <a:cubicBezTo>
                  <a:pt x="3042377" y="37845"/>
                  <a:pt x="3047559" y="30672"/>
                  <a:pt x="3047559" y="25490"/>
                </a:cubicBezTo>
                <a:cubicBezTo>
                  <a:pt x="3047559" y="19512"/>
                  <a:pt x="3042976" y="12336"/>
                  <a:pt x="3034605" y="12336"/>
                </a:cubicBezTo>
                <a:cubicBezTo>
                  <a:pt x="3025240" y="12336"/>
                  <a:pt x="3020657" y="18716"/>
                  <a:pt x="3020657" y="24694"/>
                </a:cubicBezTo>
                <a:close/>
                <a:moveTo>
                  <a:pt x="3123283" y="86110"/>
                </a:moveTo>
                <a:cubicBezTo>
                  <a:pt x="3123283" y="105297"/>
                  <a:pt x="3117704" y="107693"/>
                  <a:pt x="3112522" y="107693"/>
                </a:cubicBezTo>
                <a:cubicBezTo>
                  <a:pt x="3100168" y="107693"/>
                  <a:pt x="3098571" y="92906"/>
                  <a:pt x="3098571" y="82714"/>
                </a:cubicBezTo>
                <a:cubicBezTo>
                  <a:pt x="3098571" y="67924"/>
                  <a:pt x="3102159" y="62529"/>
                  <a:pt x="3109931" y="62529"/>
                </a:cubicBezTo>
                <a:cubicBezTo>
                  <a:pt x="3119297" y="62529"/>
                  <a:pt x="3123283" y="70323"/>
                  <a:pt x="3123283" y="86110"/>
                </a:cubicBezTo>
                <a:moveTo>
                  <a:pt x="3100365" y="148560"/>
                </a:moveTo>
                <a:cubicBezTo>
                  <a:pt x="3115712" y="148560"/>
                  <a:pt x="3145204" y="149159"/>
                  <a:pt x="3145204" y="159714"/>
                </a:cubicBezTo>
                <a:cubicBezTo>
                  <a:pt x="3145204" y="166884"/>
                  <a:pt x="3142014" y="175048"/>
                  <a:pt x="3135440" y="178633"/>
                </a:cubicBezTo>
                <a:cubicBezTo>
                  <a:pt x="3129261" y="182218"/>
                  <a:pt x="3119099" y="182616"/>
                  <a:pt x="3111525" y="182616"/>
                </a:cubicBezTo>
                <a:cubicBezTo>
                  <a:pt x="3098374" y="182616"/>
                  <a:pt x="3089407" y="172859"/>
                  <a:pt x="3089407" y="162703"/>
                </a:cubicBezTo>
                <a:cubicBezTo>
                  <a:pt x="3089407" y="155931"/>
                  <a:pt x="3089407" y="151349"/>
                  <a:pt x="3091599" y="147365"/>
                </a:cubicBezTo>
                <a:cubicBezTo>
                  <a:pt x="3093591" y="148162"/>
                  <a:pt x="3096181" y="148560"/>
                  <a:pt x="3100365" y="148560"/>
                </a:cubicBezTo>
                <a:moveTo>
                  <a:pt x="3158556" y="64928"/>
                </a:moveTo>
                <a:cubicBezTo>
                  <a:pt x="3164135" y="64928"/>
                  <a:pt x="3167322" y="62529"/>
                  <a:pt x="3167322" y="55156"/>
                </a:cubicBezTo>
                <a:cubicBezTo>
                  <a:pt x="3167322" y="51370"/>
                  <a:pt x="3162144" y="45589"/>
                  <a:pt x="3154569" y="45589"/>
                </a:cubicBezTo>
                <a:cubicBezTo>
                  <a:pt x="3145803" y="45589"/>
                  <a:pt x="3134242" y="52167"/>
                  <a:pt x="3128465" y="57348"/>
                </a:cubicBezTo>
                <a:cubicBezTo>
                  <a:pt x="3124877" y="55356"/>
                  <a:pt x="3120693" y="54955"/>
                  <a:pt x="3111725" y="54955"/>
                </a:cubicBezTo>
                <a:cubicBezTo>
                  <a:pt x="3103157" y="54955"/>
                  <a:pt x="3094786" y="56950"/>
                  <a:pt x="3088212" y="61334"/>
                </a:cubicBezTo>
                <a:cubicBezTo>
                  <a:pt x="3080041" y="66525"/>
                  <a:pt x="3074659" y="74321"/>
                  <a:pt x="3074659" y="84514"/>
                </a:cubicBezTo>
                <a:cubicBezTo>
                  <a:pt x="3074659" y="94305"/>
                  <a:pt x="3080440" y="104896"/>
                  <a:pt x="3090003" y="110086"/>
                </a:cubicBezTo>
                <a:cubicBezTo>
                  <a:pt x="3083827" y="115468"/>
                  <a:pt x="3074261" y="126041"/>
                  <a:pt x="3074261" y="130030"/>
                </a:cubicBezTo>
                <a:cubicBezTo>
                  <a:pt x="3074261" y="133816"/>
                  <a:pt x="3074860" y="136206"/>
                  <a:pt x="3076851" y="139195"/>
                </a:cubicBezTo>
                <a:cubicBezTo>
                  <a:pt x="3078646" y="141986"/>
                  <a:pt x="3081036" y="143580"/>
                  <a:pt x="3085022" y="144775"/>
                </a:cubicBezTo>
                <a:cubicBezTo>
                  <a:pt x="3076453" y="149956"/>
                  <a:pt x="3067684" y="161307"/>
                  <a:pt x="3067684" y="164694"/>
                </a:cubicBezTo>
                <a:cubicBezTo>
                  <a:pt x="3067684" y="172062"/>
                  <a:pt x="3070077" y="180625"/>
                  <a:pt x="3075456" y="184410"/>
                </a:cubicBezTo>
                <a:cubicBezTo>
                  <a:pt x="3083228" y="189789"/>
                  <a:pt x="3096382" y="190984"/>
                  <a:pt x="3105945" y="190984"/>
                </a:cubicBezTo>
                <a:cubicBezTo>
                  <a:pt x="3133646" y="190984"/>
                  <a:pt x="3165330" y="176444"/>
                  <a:pt x="3165330" y="154535"/>
                </a:cubicBezTo>
                <a:cubicBezTo>
                  <a:pt x="3165330" y="150354"/>
                  <a:pt x="3163339" y="141786"/>
                  <a:pt x="3155366" y="136407"/>
                </a:cubicBezTo>
                <a:cubicBezTo>
                  <a:pt x="3147594" y="131225"/>
                  <a:pt x="3117704" y="129829"/>
                  <a:pt x="3102956" y="129829"/>
                </a:cubicBezTo>
                <a:cubicBezTo>
                  <a:pt x="3099371" y="129829"/>
                  <a:pt x="3093989" y="129431"/>
                  <a:pt x="3093989" y="121452"/>
                </a:cubicBezTo>
                <a:cubicBezTo>
                  <a:pt x="3093989" y="118260"/>
                  <a:pt x="3095984" y="115468"/>
                  <a:pt x="3096978" y="113075"/>
                </a:cubicBezTo>
                <a:cubicBezTo>
                  <a:pt x="3101162" y="115067"/>
                  <a:pt x="3105349" y="115267"/>
                  <a:pt x="3111525" y="115267"/>
                </a:cubicBezTo>
                <a:cubicBezTo>
                  <a:pt x="3121690" y="115267"/>
                  <a:pt x="3131055" y="112677"/>
                  <a:pt x="3137830" y="106696"/>
                </a:cubicBezTo>
                <a:cubicBezTo>
                  <a:pt x="3143610" y="101499"/>
                  <a:pt x="3147594" y="94505"/>
                  <a:pt x="3147594" y="85511"/>
                </a:cubicBezTo>
                <a:cubicBezTo>
                  <a:pt x="3147594" y="74321"/>
                  <a:pt x="3142014" y="66926"/>
                  <a:pt x="3135239" y="61334"/>
                </a:cubicBezTo>
                <a:cubicBezTo>
                  <a:pt x="3136833" y="59340"/>
                  <a:pt x="3143410" y="55755"/>
                  <a:pt x="3145401" y="55755"/>
                </a:cubicBezTo>
                <a:cubicBezTo>
                  <a:pt x="3147195" y="55755"/>
                  <a:pt x="3148591" y="56950"/>
                  <a:pt x="3149190" y="58145"/>
                </a:cubicBezTo>
                <a:cubicBezTo>
                  <a:pt x="3149987" y="60735"/>
                  <a:pt x="3153572" y="64928"/>
                  <a:pt x="3158556" y="64928"/>
                </a:cubicBezTo>
                <a:close/>
                <a:moveTo>
                  <a:pt x="3214751" y="119166"/>
                </a:moveTo>
                <a:lnTo>
                  <a:pt x="3214751" y="79475"/>
                </a:lnTo>
                <a:cubicBezTo>
                  <a:pt x="3214751" y="78478"/>
                  <a:pt x="3214751" y="77480"/>
                  <a:pt x="3214751" y="76483"/>
                </a:cubicBezTo>
                <a:cubicBezTo>
                  <a:pt x="3222524" y="71697"/>
                  <a:pt x="3229496" y="69702"/>
                  <a:pt x="3232886" y="69702"/>
                </a:cubicBezTo>
                <a:cubicBezTo>
                  <a:pt x="3240856" y="69702"/>
                  <a:pt x="3246834" y="73293"/>
                  <a:pt x="3246834" y="84663"/>
                </a:cubicBezTo>
                <a:lnTo>
                  <a:pt x="3246834" y="117968"/>
                </a:lnTo>
                <a:cubicBezTo>
                  <a:pt x="3246834" y="134722"/>
                  <a:pt x="3243644" y="136516"/>
                  <a:pt x="3235474" y="137115"/>
                </a:cubicBezTo>
                <a:cubicBezTo>
                  <a:pt x="3234279" y="138310"/>
                  <a:pt x="3234279" y="142695"/>
                  <a:pt x="3235474" y="143890"/>
                </a:cubicBezTo>
                <a:cubicBezTo>
                  <a:pt x="3243845" y="143692"/>
                  <a:pt x="3250221" y="143491"/>
                  <a:pt x="3259788" y="143491"/>
                </a:cubicBezTo>
                <a:cubicBezTo>
                  <a:pt x="3269354" y="143491"/>
                  <a:pt x="3275529" y="143692"/>
                  <a:pt x="3284098" y="143890"/>
                </a:cubicBezTo>
                <a:cubicBezTo>
                  <a:pt x="3285296" y="142695"/>
                  <a:pt x="3285296" y="138310"/>
                  <a:pt x="3284098" y="137115"/>
                </a:cubicBezTo>
                <a:cubicBezTo>
                  <a:pt x="3276128" y="136516"/>
                  <a:pt x="3272741" y="134722"/>
                  <a:pt x="3272741" y="117968"/>
                </a:cubicBezTo>
                <a:lnTo>
                  <a:pt x="3272741" y="86855"/>
                </a:lnTo>
                <a:cubicBezTo>
                  <a:pt x="3272741" y="81868"/>
                  <a:pt x="3272540" y="77882"/>
                  <a:pt x="3271944" y="75887"/>
                </a:cubicBezTo>
                <a:cubicBezTo>
                  <a:pt x="3279516" y="72095"/>
                  <a:pt x="3288084" y="69702"/>
                  <a:pt x="3291274" y="69702"/>
                </a:cubicBezTo>
                <a:cubicBezTo>
                  <a:pt x="3299244" y="69702"/>
                  <a:pt x="3304824" y="73293"/>
                  <a:pt x="3304824" y="84663"/>
                </a:cubicBezTo>
                <a:lnTo>
                  <a:pt x="3304824" y="117968"/>
                </a:lnTo>
                <a:cubicBezTo>
                  <a:pt x="3304824" y="134722"/>
                  <a:pt x="3301634" y="136516"/>
                  <a:pt x="3293466" y="137115"/>
                </a:cubicBezTo>
                <a:cubicBezTo>
                  <a:pt x="3292268" y="138310"/>
                  <a:pt x="3292268" y="142695"/>
                  <a:pt x="3293466" y="143890"/>
                </a:cubicBezTo>
                <a:cubicBezTo>
                  <a:pt x="3301835" y="143692"/>
                  <a:pt x="3308211" y="143491"/>
                  <a:pt x="3317777" y="143491"/>
                </a:cubicBezTo>
                <a:cubicBezTo>
                  <a:pt x="3328736" y="143491"/>
                  <a:pt x="3337505" y="143692"/>
                  <a:pt x="3346074" y="143890"/>
                </a:cubicBezTo>
                <a:cubicBezTo>
                  <a:pt x="3347269" y="142695"/>
                  <a:pt x="3347269" y="138310"/>
                  <a:pt x="3346074" y="137115"/>
                </a:cubicBezTo>
                <a:cubicBezTo>
                  <a:pt x="3333917" y="136516"/>
                  <a:pt x="3330730" y="134722"/>
                  <a:pt x="3330730" y="117968"/>
                </a:cubicBezTo>
                <a:lnTo>
                  <a:pt x="3330730" y="86855"/>
                </a:lnTo>
                <a:cubicBezTo>
                  <a:pt x="3330730" y="64919"/>
                  <a:pt x="3322758" y="54955"/>
                  <a:pt x="3305620" y="54955"/>
                </a:cubicBezTo>
                <a:cubicBezTo>
                  <a:pt x="3298246" y="54955"/>
                  <a:pt x="3281507" y="62928"/>
                  <a:pt x="3269950" y="69505"/>
                </a:cubicBezTo>
                <a:cubicBezTo>
                  <a:pt x="3266961" y="60735"/>
                  <a:pt x="3258991" y="54955"/>
                  <a:pt x="3247232" y="54955"/>
                </a:cubicBezTo>
                <a:cubicBezTo>
                  <a:pt x="3240059" y="54955"/>
                  <a:pt x="3225710" y="62529"/>
                  <a:pt x="3214353" y="68906"/>
                </a:cubicBezTo>
                <a:cubicBezTo>
                  <a:pt x="3213754" y="62928"/>
                  <a:pt x="3213155" y="58345"/>
                  <a:pt x="3213155" y="58345"/>
                </a:cubicBezTo>
                <a:cubicBezTo>
                  <a:pt x="3212957" y="55952"/>
                  <a:pt x="3211364" y="54955"/>
                  <a:pt x="3208573" y="54955"/>
                </a:cubicBezTo>
                <a:cubicBezTo>
                  <a:pt x="3201199" y="56989"/>
                  <a:pt x="3189243" y="59780"/>
                  <a:pt x="3175493" y="61571"/>
                </a:cubicBezTo>
                <a:cubicBezTo>
                  <a:pt x="3175094" y="62769"/>
                  <a:pt x="3175493" y="66753"/>
                  <a:pt x="3175891" y="67951"/>
                </a:cubicBezTo>
                <a:cubicBezTo>
                  <a:pt x="3186853" y="68948"/>
                  <a:pt x="3188845" y="70542"/>
                  <a:pt x="3188845" y="81902"/>
                </a:cubicBezTo>
                <a:lnTo>
                  <a:pt x="3188845" y="119178"/>
                </a:lnTo>
                <a:cubicBezTo>
                  <a:pt x="3188845" y="135719"/>
                  <a:pt x="3186652" y="136121"/>
                  <a:pt x="3174495" y="137115"/>
                </a:cubicBezTo>
                <a:cubicBezTo>
                  <a:pt x="3173300" y="138310"/>
                  <a:pt x="3173300" y="142695"/>
                  <a:pt x="3174495" y="143890"/>
                </a:cubicBezTo>
                <a:cubicBezTo>
                  <a:pt x="3182867" y="143692"/>
                  <a:pt x="3191235" y="143491"/>
                  <a:pt x="3201798" y="143491"/>
                </a:cubicBezTo>
                <a:cubicBezTo>
                  <a:pt x="3210966" y="143491"/>
                  <a:pt x="3216545" y="143692"/>
                  <a:pt x="3225114" y="143890"/>
                </a:cubicBezTo>
                <a:cubicBezTo>
                  <a:pt x="3226309" y="142695"/>
                  <a:pt x="3226309" y="138310"/>
                  <a:pt x="3225114" y="137115"/>
                </a:cubicBezTo>
                <a:cubicBezTo>
                  <a:pt x="3216743" y="136318"/>
                  <a:pt x="3214751" y="135719"/>
                  <a:pt x="3214751" y="119166"/>
                </a:cubicBezTo>
                <a:close/>
                <a:moveTo>
                  <a:pt x="3359426" y="131897"/>
                </a:moveTo>
                <a:cubicBezTo>
                  <a:pt x="3359426" y="139469"/>
                  <a:pt x="3365803" y="145447"/>
                  <a:pt x="3373772" y="145447"/>
                </a:cubicBezTo>
                <a:cubicBezTo>
                  <a:pt x="3381745" y="145447"/>
                  <a:pt x="3388520" y="139070"/>
                  <a:pt x="3388520" y="131499"/>
                </a:cubicBezTo>
                <a:cubicBezTo>
                  <a:pt x="3388520" y="123727"/>
                  <a:pt x="3382143" y="117749"/>
                  <a:pt x="3374171" y="117749"/>
                </a:cubicBezTo>
                <a:cubicBezTo>
                  <a:pt x="3366201" y="117749"/>
                  <a:pt x="3359426" y="124125"/>
                  <a:pt x="3359426" y="1318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6687805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2026-09-05T17:41:54.1580000Z</dcterms:created>
  <dcterms:modified xsi:type="dcterms:W3CDTF">2026-09-05T17:41:54.1580000Z</dcterms:modified>
</coreProperties>
</file>