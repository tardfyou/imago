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83050e7efb4b37" /><Relationship Type="http://schemas.openxmlformats.org/officeDocument/2006/relationships/extended-properties" Target="/docProps/app.xml" Id="Re6325ca71fb64ffc" /><Relationship Type="http://schemas.openxmlformats.org/officeDocument/2006/relationships/officeDocument" Target="/ppt/presentation.xml" Id="Rce83a9e6f8d94a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d804ade3ea4505"/>
  </p:sldMasterIdLst>
  <p:notesMasterIdLst>
    <p:notesMasterId xmlns:r="http://schemas.openxmlformats.org/officeDocument/2006/relationships" r:id="Rb1125fd78ab3494d"/>
  </p:notesMasterIdLst>
  <p:sldIdLst>
    <p:sldId xmlns:r="http://schemas.openxmlformats.org/officeDocument/2006/relationships" id="256" r:id="Rd467e99fce854b40"/>
  </p:sldIdLst>
  <p:sldSz cx="14573250" cy="7372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ae072f63ae431b" /><Relationship Type="http://schemas.openxmlformats.org/officeDocument/2006/relationships/slideMaster" Target="/ppt/slideMasters/slideMaster1.xml" Id="Rbfd804ade3ea4505" /><Relationship Type="http://schemas.openxmlformats.org/officeDocument/2006/relationships/notesMaster" Target="/ppt/notesMasters/notesMaster1.xml" Id="Rb1125fd78ab3494d" /><Relationship Type="http://schemas.openxmlformats.org/officeDocument/2006/relationships/presProps" Target="/ppt/presProps.xml" Id="R497a252418f8475b" /><Relationship Type="http://schemas.openxmlformats.org/officeDocument/2006/relationships/tableStyles" Target="/ppt/tableStyles.xml" Id="Rc0b5cef649114579" /><Relationship Type="http://schemas.openxmlformats.org/officeDocument/2006/relationships/slide" Target="/ppt/slides/slide1.xml" Id="Rd467e99fce854b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137667248449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501eb379a84ae3" /><Relationship Type="http://schemas.openxmlformats.org/officeDocument/2006/relationships/notesMaster" Target="/ppt/notesMasters/notesMaster1.xml" Id="R3634e01502274df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素材ID：SEC-092</ns1:t>
            </ns1:r>
          </ns1:p>
          <ns1:p>
            <ns1:r>
              <ns1:t>论文：Spec-o-Scope: Cache Probing at Cache Speed</ns1:t>
            </ns1:r>
          </ns1:p>
          <ns1:p>
            <ns1:r>
              <ns1:t>会议：CCS 2024</ns1:t>
            </ns1:r>
          </ns1:p>
          <ns1:p>
            <ns1:r>
              <ns1:t>奖项：Distinguished Paper Award</ns1:t>
            </ns1:r>
          </ns1:p>
          <ns1:p>
            <ns1:r>
              <ns1:t>图号：Figure 4，PDF第8页</ns1:t>
            </ns1:r>
          </ns1:p>
          <ns1:p>
            <ns1:r>
              <ns1:t>类型：方法细节</ns1:t>
            </ns1:r>
          </ns1:p>
          <ns1:p>
            <ns1:r>
              <ns1:t>借鉴点：两边对齐多个scope与延时链，用块的纵向长度和截断线表达执行窗口，直观解释竞争结果改变。</ns1:t>
            </ns1:r>
          </ns1:p>
          <ns1:p>
            <ns1:r>
              <ns1:t>论文URL：https://eprint.iacr.org/2024/775.pdf</ns1:t>
            </ns1:r>
          </ns1:p>
          <ns1:p>
            <ns1:r>
              <ns1:t>官方获奖URL：https://www.sigsac.org/ccs/CCS2024/program/awards.html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fc9d096d042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aab3c0f8d64b44" /><Relationship Type="http://schemas.openxmlformats.org/officeDocument/2006/relationships/slideLayout" Target="/ppt/slideLayouts/slideLayout1.xml" Id="R17a17246878547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a17246878547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6cdd104eb4f1a" /><Relationship Type="http://schemas.openxmlformats.org/officeDocument/2006/relationships/notesSlide" Target="/ppt/notesSlides/notesSlide1.xml" Id="Ra6e2d87f82a54d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Text Start">
            <a:extLst xmlns:a="http://schemas.openxmlformats.org/drawingml/2006/main">
              <a:ext uri="{FF2B5EF4-FFF2-40B4-BE49-F238E27FC236}">
                <a16:creationId xmlns:a16="http://schemas.microsoft.com/office/drawing/2014/main" id="{B0279C84-CB39-4734-AA41-FBB773CF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677" y="149706"/>
            <a:ext cx="433628" cy="152127"/>
          </a:xfrm>
          <a:custGeom xmlns:a="http://schemas.openxmlformats.org/drawingml/2006/main">
            <a:pathLst>
              <a:path w="433628" h="152127">
                <a:moveTo>
                  <a:pt x="83810" y="6151"/>
                </a:moveTo>
                <a:cubicBezTo>
                  <a:pt x="70601" y="4330"/>
                  <a:pt x="71056" y="0"/>
                  <a:pt x="48739" y="0"/>
                </a:cubicBezTo>
                <a:cubicBezTo>
                  <a:pt x="25737" y="0"/>
                  <a:pt x="5466" y="15259"/>
                  <a:pt x="5466" y="39401"/>
                </a:cubicBezTo>
                <a:cubicBezTo>
                  <a:pt x="5466" y="63313"/>
                  <a:pt x="25278" y="74243"/>
                  <a:pt x="45323" y="81985"/>
                </a:cubicBezTo>
                <a:cubicBezTo>
                  <a:pt x="58987" y="87226"/>
                  <a:pt x="75841" y="93602"/>
                  <a:pt x="75841" y="115920"/>
                </a:cubicBezTo>
                <a:cubicBezTo>
                  <a:pt x="75841" y="134366"/>
                  <a:pt x="65589" y="143929"/>
                  <a:pt x="47369" y="143929"/>
                </a:cubicBezTo>
                <a:cubicBezTo>
                  <a:pt x="26192" y="143929"/>
                  <a:pt x="12524" y="134136"/>
                  <a:pt x="7517" y="111593"/>
                </a:cubicBezTo>
                <a:cubicBezTo>
                  <a:pt x="4556" y="110679"/>
                  <a:pt x="2276" y="111138"/>
                  <a:pt x="0" y="112274"/>
                </a:cubicBezTo>
                <a:cubicBezTo>
                  <a:pt x="910" y="129810"/>
                  <a:pt x="1821" y="135731"/>
                  <a:pt x="4556" y="146890"/>
                </a:cubicBezTo>
                <a:cubicBezTo>
                  <a:pt x="18901" y="146890"/>
                  <a:pt x="25278" y="152127"/>
                  <a:pt x="45548" y="152127"/>
                </a:cubicBezTo>
                <a:cubicBezTo>
                  <a:pt x="55797" y="152127"/>
                  <a:pt x="65589" y="149625"/>
                  <a:pt x="73561" y="144614"/>
                </a:cubicBezTo>
                <a:cubicBezTo>
                  <a:pt x="86770" y="136416"/>
                  <a:pt x="94972" y="122522"/>
                  <a:pt x="94972" y="107948"/>
                </a:cubicBezTo>
                <a:cubicBezTo>
                  <a:pt x="94972" y="83810"/>
                  <a:pt x="76752" y="73106"/>
                  <a:pt x="58076" y="66045"/>
                </a:cubicBezTo>
                <a:cubicBezTo>
                  <a:pt x="44412" y="61034"/>
                  <a:pt x="21636" y="52381"/>
                  <a:pt x="21636" y="33253"/>
                </a:cubicBezTo>
                <a:cubicBezTo>
                  <a:pt x="21636" y="20500"/>
                  <a:pt x="33250" y="7746"/>
                  <a:pt x="46688" y="7746"/>
                </a:cubicBezTo>
                <a:cubicBezTo>
                  <a:pt x="68780" y="7746"/>
                  <a:pt x="75841" y="21865"/>
                  <a:pt x="80393" y="36895"/>
                </a:cubicBezTo>
                <a:cubicBezTo>
                  <a:pt x="82899" y="37351"/>
                  <a:pt x="85860" y="37125"/>
                  <a:pt x="87910" y="35530"/>
                </a:cubicBezTo>
                <a:cubicBezTo>
                  <a:pt x="87000" y="24597"/>
                  <a:pt x="86089" y="18220"/>
                  <a:pt x="83810" y="6151"/>
                </a:cubicBezTo>
                <a:close/>
                <a:moveTo>
                  <a:pt x="114102" y="52266"/>
                </a:moveTo>
                <a:cubicBezTo>
                  <a:pt x="110912" y="52266"/>
                  <a:pt x="110001" y="55001"/>
                  <a:pt x="110001" y="56822"/>
                </a:cubicBezTo>
                <a:lnTo>
                  <a:pt x="110001" y="59783"/>
                </a:lnTo>
                <a:cubicBezTo>
                  <a:pt x="110001" y="60922"/>
                  <a:pt x="110227" y="61148"/>
                  <a:pt x="111141" y="61148"/>
                </a:cubicBezTo>
                <a:lnTo>
                  <a:pt x="124576" y="61148"/>
                </a:lnTo>
                <a:lnTo>
                  <a:pt x="124576" y="129598"/>
                </a:lnTo>
                <a:cubicBezTo>
                  <a:pt x="124576" y="145750"/>
                  <a:pt x="131638" y="152127"/>
                  <a:pt x="142112" y="152127"/>
                </a:cubicBezTo>
                <a:cubicBezTo>
                  <a:pt x="152589" y="152127"/>
                  <a:pt x="163977" y="147119"/>
                  <a:pt x="172859" y="137101"/>
                </a:cubicBezTo>
                <a:cubicBezTo>
                  <a:pt x="172404" y="134828"/>
                  <a:pt x="171038" y="133462"/>
                  <a:pt x="168759" y="133236"/>
                </a:cubicBezTo>
                <a:cubicBezTo>
                  <a:pt x="162837" y="137785"/>
                  <a:pt x="156005" y="139603"/>
                  <a:pt x="150084" y="139603"/>
                </a:cubicBezTo>
                <a:cubicBezTo>
                  <a:pt x="143936" y="139603"/>
                  <a:pt x="142570" y="132781"/>
                  <a:pt x="142570" y="118682"/>
                </a:cubicBezTo>
                <a:lnTo>
                  <a:pt x="142570" y="61148"/>
                </a:lnTo>
                <a:lnTo>
                  <a:pt x="166253" y="61148"/>
                </a:lnTo>
                <a:cubicBezTo>
                  <a:pt x="168533" y="61148"/>
                  <a:pt x="171720" y="60238"/>
                  <a:pt x="171720" y="58187"/>
                </a:cubicBezTo>
                <a:lnTo>
                  <a:pt x="171720" y="53635"/>
                </a:lnTo>
                <a:cubicBezTo>
                  <a:pt x="171720" y="52725"/>
                  <a:pt x="171038" y="52266"/>
                  <a:pt x="169899" y="52266"/>
                </a:cubicBezTo>
                <a:lnTo>
                  <a:pt x="142570" y="52266"/>
                </a:lnTo>
                <a:lnTo>
                  <a:pt x="142570" y="43387"/>
                </a:lnTo>
                <a:cubicBezTo>
                  <a:pt x="142570" y="28583"/>
                  <a:pt x="143481" y="19471"/>
                  <a:pt x="143481" y="19471"/>
                </a:cubicBezTo>
                <a:cubicBezTo>
                  <a:pt x="143481" y="18105"/>
                  <a:pt x="142796" y="17421"/>
                  <a:pt x="141656" y="17421"/>
                </a:cubicBezTo>
                <a:cubicBezTo>
                  <a:pt x="140746" y="17421"/>
                  <a:pt x="138696" y="18335"/>
                  <a:pt x="136649" y="19471"/>
                </a:cubicBezTo>
                <a:cubicBezTo>
                  <a:pt x="134143" y="20840"/>
                  <a:pt x="131863" y="21977"/>
                  <a:pt x="128903" y="22661"/>
                </a:cubicBezTo>
                <a:cubicBezTo>
                  <a:pt x="126171" y="23572"/>
                  <a:pt x="123895" y="24256"/>
                  <a:pt x="123895" y="25848"/>
                </a:cubicBezTo>
                <a:cubicBezTo>
                  <a:pt x="123895" y="28583"/>
                  <a:pt x="124576" y="26988"/>
                  <a:pt x="124576" y="52266"/>
                </a:cubicBezTo>
                <a:lnTo>
                  <a:pt x="114102" y="52266"/>
                </a:lnTo>
                <a:close/>
                <a:moveTo>
                  <a:pt x="243006" y="96761"/>
                </a:moveTo>
                <a:lnTo>
                  <a:pt x="243006" y="126838"/>
                </a:lnTo>
                <a:cubicBezTo>
                  <a:pt x="243006" y="129803"/>
                  <a:pt x="241637" y="131398"/>
                  <a:pt x="239816" y="132764"/>
                </a:cubicBezTo>
                <a:cubicBezTo>
                  <a:pt x="233894" y="137549"/>
                  <a:pt x="226152" y="142793"/>
                  <a:pt x="219775" y="142793"/>
                </a:cubicBezTo>
                <a:cubicBezTo>
                  <a:pt x="208387" y="142793"/>
                  <a:pt x="203376" y="133678"/>
                  <a:pt x="203376" y="126613"/>
                </a:cubicBezTo>
                <a:cubicBezTo>
                  <a:pt x="203376" y="116358"/>
                  <a:pt x="208161" y="105873"/>
                  <a:pt x="225012" y="101547"/>
                </a:cubicBezTo>
                <a:lnTo>
                  <a:pt x="243006" y="96761"/>
                </a:lnTo>
                <a:moveTo>
                  <a:pt x="243006" y="138918"/>
                </a:moveTo>
                <a:cubicBezTo>
                  <a:pt x="244372" y="145979"/>
                  <a:pt x="246877" y="152127"/>
                  <a:pt x="258265" y="152127"/>
                </a:cubicBezTo>
                <a:cubicBezTo>
                  <a:pt x="266919" y="152127"/>
                  <a:pt x="275116" y="148256"/>
                  <a:pt x="279898" y="143703"/>
                </a:cubicBezTo>
                <a:cubicBezTo>
                  <a:pt x="279443" y="140968"/>
                  <a:pt x="278532" y="138918"/>
                  <a:pt x="276027" y="137552"/>
                </a:cubicBezTo>
                <a:cubicBezTo>
                  <a:pt x="274435" y="138918"/>
                  <a:pt x="270560" y="141198"/>
                  <a:pt x="267600" y="141198"/>
                </a:cubicBezTo>
                <a:cubicBezTo>
                  <a:pt x="260997" y="141198"/>
                  <a:pt x="260768" y="132308"/>
                  <a:pt x="260768" y="121827"/>
                </a:cubicBezTo>
                <a:lnTo>
                  <a:pt x="260768" y="88327"/>
                </a:lnTo>
                <a:cubicBezTo>
                  <a:pt x="260768" y="55970"/>
                  <a:pt x="243006" y="49819"/>
                  <a:pt x="226378" y="49819"/>
                </a:cubicBezTo>
                <a:cubicBezTo>
                  <a:pt x="207702" y="49819"/>
                  <a:pt x="188801" y="62121"/>
                  <a:pt x="188801" y="75111"/>
                </a:cubicBezTo>
                <a:cubicBezTo>
                  <a:pt x="188801" y="80581"/>
                  <a:pt x="191533" y="83316"/>
                  <a:pt x="196773" y="83316"/>
                </a:cubicBezTo>
                <a:cubicBezTo>
                  <a:pt x="203376" y="83316"/>
                  <a:pt x="207477" y="78531"/>
                  <a:pt x="207477" y="75567"/>
                </a:cubicBezTo>
                <a:cubicBezTo>
                  <a:pt x="207477" y="73971"/>
                  <a:pt x="207247" y="72376"/>
                  <a:pt x="206792" y="71466"/>
                </a:cubicBezTo>
                <a:cubicBezTo>
                  <a:pt x="206566" y="70781"/>
                  <a:pt x="206337" y="69416"/>
                  <a:pt x="206337" y="66907"/>
                </a:cubicBezTo>
                <a:cubicBezTo>
                  <a:pt x="206337" y="59842"/>
                  <a:pt x="215904" y="57336"/>
                  <a:pt x="224557" y="57336"/>
                </a:cubicBezTo>
                <a:cubicBezTo>
                  <a:pt x="232299" y="57336"/>
                  <a:pt x="243006" y="61211"/>
                  <a:pt x="243006" y="86961"/>
                </a:cubicBezTo>
                <a:cubicBezTo>
                  <a:pt x="243006" y="88557"/>
                  <a:pt x="242322" y="89467"/>
                  <a:pt x="241637" y="89696"/>
                </a:cubicBezTo>
                <a:lnTo>
                  <a:pt x="222051" y="94482"/>
                </a:lnTo>
                <a:cubicBezTo>
                  <a:pt x="200189" y="99951"/>
                  <a:pt x="184475" y="112028"/>
                  <a:pt x="184475" y="127523"/>
                </a:cubicBezTo>
                <a:cubicBezTo>
                  <a:pt x="184475" y="146209"/>
                  <a:pt x="197228" y="152127"/>
                  <a:pt x="213169" y="152127"/>
                </a:cubicBezTo>
                <a:cubicBezTo>
                  <a:pt x="221141" y="152127"/>
                  <a:pt x="227973" y="150306"/>
                  <a:pt x="237995" y="142563"/>
                </a:cubicBezTo>
                <a:lnTo>
                  <a:pt x="242551" y="138918"/>
                </a:lnTo>
                <a:lnTo>
                  <a:pt x="243006" y="138918"/>
                </a:lnTo>
                <a:close/>
                <a:moveTo>
                  <a:pt x="320439" y="68272"/>
                </a:moveTo>
                <a:cubicBezTo>
                  <a:pt x="319983" y="59157"/>
                  <a:pt x="319754" y="53239"/>
                  <a:pt x="318618" y="50959"/>
                </a:cubicBezTo>
                <a:cubicBezTo>
                  <a:pt x="318159" y="49819"/>
                  <a:pt x="317704" y="49138"/>
                  <a:pt x="315883" y="49138"/>
                </a:cubicBezTo>
                <a:cubicBezTo>
                  <a:pt x="309506" y="51644"/>
                  <a:pt x="303584" y="53694"/>
                  <a:pt x="287870" y="55741"/>
                </a:cubicBezTo>
                <a:cubicBezTo>
                  <a:pt x="287415" y="57110"/>
                  <a:pt x="287870" y="60752"/>
                  <a:pt x="288325" y="62118"/>
                </a:cubicBezTo>
                <a:cubicBezTo>
                  <a:pt x="300624" y="63258"/>
                  <a:pt x="303129" y="64397"/>
                  <a:pt x="303129" y="77620"/>
                </a:cubicBezTo>
                <a:lnTo>
                  <a:pt x="303129" y="122085"/>
                </a:lnTo>
                <a:cubicBezTo>
                  <a:pt x="303129" y="141010"/>
                  <a:pt x="300398" y="141921"/>
                  <a:pt x="286275" y="142834"/>
                </a:cubicBezTo>
                <a:cubicBezTo>
                  <a:pt x="284909" y="144200"/>
                  <a:pt x="284909" y="148982"/>
                  <a:pt x="286275" y="150348"/>
                </a:cubicBezTo>
                <a:cubicBezTo>
                  <a:pt x="294247" y="150122"/>
                  <a:pt x="303129" y="149892"/>
                  <a:pt x="312241" y="149892"/>
                </a:cubicBezTo>
                <a:cubicBezTo>
                  <a:pt x="321349" y="149892"/>
                  <a:pt x="331827" y="150122"/>
                  <a:pt x="339795" y="150348"/>
                </a:cubicBezTo>
                <a:cubicBezTo>
                  <a:pt x="341164" y="148982"/>
                  <a:pt x="341164" y="144200"/>
                  <a:pt x="339795" y="142834"/>
                </a:cubicBezTo>
                <a:cubicBezTo>
                  <a:pt x="323855" y="141695"/>
                  <a:pt x="321120" y="141010"/>
                  <a:pt x="321120" y="122085"/>
                </a:cubicBezTo>
                <a:lnTo>
                  <a:pt x="321120" y="90391"/>
                </a:lnTo>
                <a:cubicBezTo>
                  <a:pt x="321120" y="84463"/>
                  <a:pt x="323855" y="79219"/>
                  <a:pt x="326586" y="75115"/>
                </a:cubicBezTo>
                <a:cubicBezTo>
                  <a:pt x="329092" y="71466"/>
                  <a:pt x="334332" y="63942"/>
                  <a:pt x="337064" y="63942"/>
                </a:cubicBezTo>
                <a:cubicBezTo>
                  <a:pt x="339114" y="63942"/>
                  <a:pt x="341164" y="64397"/>
                  <a:pt x="342985" y="66907"/>
                </a:cubicBezTo>
                <a:cubicBezTo>
                  <a:pt x="344580" y="69186"/>
                  <a:pt x="347312" y="72150"/>
                  <a:pt x="351183" y="72150"/>
                </a:cubicBezTo>
                <a:cubicBezTo>
                  <a:pt x="356649" y="72150"/>
                  <a:pt x="361886" y="66448"/>
                  <a:pt x="361886" y="60752"/>
                </a:cubicBezTo>
                <a:cubicBezTo>
                  <a:pt x="361886" y="56426"/>
                  <a:pt x="357789" y="49819"/>
                  <a:pt x="348222" y="49819"/>
                </a:cubicBezTo>
                <a:cubicBezTo>
                  <a:pt x="337519" y="49819"/>
                  <a:pt x="328181" y="59842"/>
                  <a:pt x="322944" y="68727"/>
                </a:cubicBezTo>
                <a:cubicBezTo>
                  <a:pt x="321579" y="71237"/>
                  <a:pt x="320439" y="69412"/>
                  <a:pt x="320439" y="68272"/>
                </a:cubicBezTo>
                <a:close/>
                <a:moveTo>
                  <a:pt x="374871" y="52266"/>
                </a:moveTo>
                <a:cubicBezTo>
                  <a:pt x="371681" y="52266"/>
                  <a:pt x="370770" y="55001"/>
                  <a:pt x="370770" y="56822"/>
                </a:cubicBezTo>
                <a:lnTo>
                  <a:pt x="370770" y="59783"/>
                </a:lnTo>
                <a:cubicBezTo>
                  <a:pt x="370770" y="60922"/>
                  <a:pt x="370996" y="61148"/>
                  <a:pt x="371910" y="61148"/>
                </a:cubicBezTo>
                <a:lnTo>
                  <a:pt x="385345" y="61148"/>
                </a:lnTo>
                <a:lnTo>
                  <a:pt x="385345" y="129598"/>
                </a:lnTo>
                <a:cubicBezTo>
                  <a:pt x="385345" y="145750"/>
                  <a:pt x="392406" y="152127"/>
                  <a:pt x="402880" y="152127"/>
                </a:cubicBezTo>
                <a:cubicBezTo>
                  <a:pt x="413358" y="152127"/>
                  <a:pt x="424746" y="147119"/>
                  <a:pt x="433628" y="137101"/>
                </a:cubicBezTo>
                <a:cubicBezTo>
                  <a:pt x="433173" y="134828"/>
                  <a:pt x="431807" y="133462"/>
                  <a:pt x="429528" y="133236"/>
                </a:cubicBezTo>
                <a:cubicBezTo>
                  <a:pt x="423606" y="137785"/>
                  <a:pt x="416774" y="139603"/>
                  <a:pt x="410852" y="139603"/>
                </a:cubicBezTo>
                <a:cubicBezTo>
                  <a:pt x="404705" y="139603"/>
                  <a:pt x="403339" y="132781"/>
                  <a:pt x="403339" y="118682"/>
                </a:cubicBezTo>
                <a:lnTo>
                  <a:pt x="403339" y="61148"/>
                </a:lnTo>
                <a:lnTo>
                  <a:pt x="427022" y="61148"/>
                </a:lnTo>
                <a:cubicBezTo>
                  <a:pt x="429302" y="61148"/>
                  <a:pt x="432488" y="60238"/>
                  <a:pt x="432488" y="58187"/>
                </a:cubicBezTo>
                <a:lnTo>
                  <a:pt x="432488" y="53635"/>
                </a:lnTo>
                <a:cubicBezTo>
                  <a:pt x="432488" y="52725"/>
                  <a:pt x="431807" y="52266"/>
                  <a:pt x="430667" y="52266"/>
                </a:cubicBezTo>
                <a:lnTo>
                  <a:pt x="403339" y="52266"/>
                </a:lnTo>
                <a:lnTo>
                  <a:pt x="403339" y="43387"/>
                </a:lnTo>
                <a:cubicBezTo>
                  <a:pt x="403339" y="28583"/>
                  <a:pt x="404249" y="19471"/>
                  <a:pt x="404249" y="19471"/>
                </a:cubicBezTo>
                <a:cubicBezTo>
                  <a:pt x="404249" y="18105"/>
                  <a:pt x="403565" y="17421"/>
                  <a:pt x="402425" y="17421"/>
                </a:cubicBezTo>
                <a:cubicBezTo>
                  <a:pt x="401515" y="17421"/>
                  <a:pt x="399464" y="18335"/>
                  <a:pt x="397417" y="19471"/>
                </a:cubicBezTo>
                <a:cubicBezTo>
                  <a:pt x="394912" y="20840"/>
                  <a:pt x="392632" y="21977"/>
                  <a:pt x="389671" y="22661"/>
                </a:cubicBezTo>
                <a:cubicBezTo>
                  <a:pt x="386940" y="23572"/>
                  <a:pt x="384664" y="24256"/>
                  <a:pt x="384664" y="25848"/>
                </a:cubicBezTo>
                <a:cubicBezTo>
                  <a:pt x="384664" y="28583"/>
                  <a:pt x="385345" y="26988"/>
                  <a:pt x="385345" y="52266"/>
                </a:cubicBezTo>
                <a:lnTo>
                  <a:pt x="374871" y="52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3FBB8-22F1-4A4C-B14C-362DFA60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16" y="874232"/>
            <a:ext cx="1215027" cy="405004"/>
          </a:xfrm>
          <a:custGeom xmlns:a="http://schemas.openxmlformats.org/drawingml/2006/main">
            <a:pathLst>
              <a:path w="1215027" h="405004" fill="none">
                <a:moveTo>
                  <a:pt x="1134021" y="0"/>
                </a:moveTo>
                <a:lnTo>
                  <a:pt x="81006" y="0"/>
                </a:lnTo>
                <a:cubicBezTo>
                  <a:pt x="36268" y="0"/>
                  <a:pt x="0" y="36267"/>
                  <a:pt x="0" y="81006"/>
                </a:cubicBezTo>
                <a:lnTo>
                  <a:pt x="0" y="323998"/>
                </a:lnTo>
                <a:cubicBezTo>
                  <a:pt x="0" y="368737"/>
                  <a:pt x="36268" y="405004"/>
                  <a:pt x="81006" y="405004"/>
                </a:cubicBezTo>
                <a:lnTo>
                  <a:pt x="1134021" y="405004"/>
                </a:lnTo>
                <a:cubicBezTo>
                  <a:pt x="1178759" y="405004"/>
                  <a:pt x="1215027" y="368737"/>
                  <a:pt x="1215027" y="323998"/>
                </a:cubicBezTo>
                <a:lnTo>
                  <a:pt x="1215027" y="81006"/>
                </a:lnTo>
                <a:cubicBezTo>
                  <a:pt x="1215027" y="36267"/>
                  <a:pt x="1178759" y="0"/>
                  <a:pt x="1134021" y="0"/>
                </a:cubicBezTo>
                <a:close/>
                <a:moveTo>
                  <a:pt x="0" y="405004"/>
                </a:move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3" name="Text Scope1">
            <a:extLst xmlns:a="http://schemas.openxmlformats.org/drawingml/2006/main">
              <a:ext uri="{FF2B5EF4-FFF2-40B4-BE49-F238E27FC236}">
                <a16:creationId xmlns:a16="http://schemas.microsoft.com/office/drawing/2014/main" id="{D1180176-C79A-452D-8C47-E2198B98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468" y="974638"/>
            <a:ext cx="713396" cy="203281"/>
          </a:xfrm>
          <a:custGeom xmlns:a="http://schemas.openxmlformats.org/drawingml/2006/main">
            <a:pathLst>
              <a:path w="713396" h="203281">
                <a:moveTo>
                  <a:pt x="85486" y="6151"/>
                </a:moveTo>
                <a:cubicBezTo>
                  <a:pt x="72013" y="4330"/>
                  <a:pt x="72477" y="0"/>
                  <a:pt x="49713" y="0"/>
                </a:cubicBezTo>
                <a:cubicBezTo>
                  <a:pt x="26251" y="0"/>
                  <a:pt x="5576" y="15259"/>
                  <a:pt x="5576" y="39401"/>
                </a:cubicBezTo>
                <a:cubicBezTo>
                  <a:pt x="5576" y="63313"/>
                  <a:pt x="25784" y="74243"/>
                  <a:pt x="46229" y="81985"/>
                </a:cubicBezTo>
                <a:cubicBezTo>
                  <a:pt x="60166" y="87226"/>
                  <a:pt x="77358" y="93602"/>
                  <a:pt x="77358" y="115920"/>
                </a:cubicBezTo>
                <a:cubicBezTo>
                  <a:pt x="77358" y="134366"/>
                  <a:pt x="66901" y="143929"/>
                  <a:pt x="48317" y="143929"/>
                </a:cubicBezTo>
                <a:cubicBezTo>
                  <a:pt x="26716" y="143929"/>
                  <a:pt x="12775" y="134136"/>
                  <a:pt x="7667" y="111593"/>
                </a:cubicBezTo>
                <a:cubicBezTo>
                  <a:pt x="4647" y="110679"/>
                  <a:pt x="2322" y="111138"/>
                  <a:pt x="0" y="112274"/>
                </a:cubicBezTo>
                <a:cubicBezTo>
                  <a:pt x="929" y="129810"/>
                  <a:pt x="1857" y="135731"/>
                  <a:pt x="4647" y="146890"/>
                </a:cubicBezTo>
                <a:cubicBezTo>
                  <a:pt x="19279" y="146890"/>
                  <a:pt x="25784" y="152127"/>
                  <a:pt x="46459" y="152127"/>
                </a:cubicBezTo>
                <a:cubicBezTo>
                  <a:pt x="56912" y="152127"/>
                  <a:pt x="66901" y="149625"/>
                  <a:pt x="75033" y="144614"/>
                </a:cubicBezTo>
                <a:cubicBezTo>
                  <a:pt x="88506" y="136416"/>
                  <a:pt x="96871" y="122522"/>
                  <a:pt x="96871" y="107948"/>
                </a:cubicBezTo>
                <a:cubicBezTo>
                  <a:pt x="96871" y="83810"/>
                  <a:pt x="78287" y="73106"/>
                  <a:pt x="59238" y="66045"/>
                </a:cubicBezTo>
                <a:cubicBezTo>
                  <a:pt x="45300" y="61034"/>
                  <a:pt x="22069" y="52381"/>
                  <a:pt x="22069" y="33253"/>
                </a:cubicBezTo>
                <a:cubicBezTo>
                  <a:pt x="22069" y="20500"/>
                  <a:pt x="33915" y="7746"/>
                  <a:pt x="47622" y="7746"/>
                </a:cubicBezTo>
                <a:cubicBezTo>
                  <a:pt x="70155" y="7746"/>
                  <a:pt x="77358" y="21865"/>
                  <a:pt x="82001" y="36895"/>
                </a:cubicBezTo>
                <a:cubicBezTo>
                  <a:pt x="84557" y="37351"/>
                  <a:pt x="87577" y="37125"/>
                  <a:pt x="89668" y="35530"/>
                </a:cubicBezTo>
                <a:cubicBezTo>
                  <a:pt x="88740" y="24597"/>
                  <a:pt x="87811" y="18220"/>
                  <a:pt x="85486" y="6151"/>
                </a:cubicBezTo>
                <a:close/>
                <a:moveTo>
                  <a:pt x="198850" y="129118"/>
                </a:moveTo>
                <a:cubicBezTo>
                  <a:pt x="197921" y="127068"/>
                  <a:pt x="196060" y="126157"/>
                  <a:pt x="193972" y="125928"/>
                </a:cubicBezTo>
                <a:cubicBezTo>
                  <a:pt x="186071" y="135957"/>
                  <a:pt x="176083" y="140968"/>
                  <a:pt x="166094" y="140968"/>
                </a:cubicBezTo>
                <a:cubicBezTo>
                  <a:pt x="149136" y="140968"/>
                  <a:pt x="134965" y="124107"/>
                  <a:pt x="134965" y="97442"/>
                </a:cubicBezTo>
                <a:cubicBezTo>
                  <a:pt x="134965" y="72376"/>
                  <a:pt x="146116" y="57336"/>
                  <a:pt x="161450" y="57336"/>
                </a:cubicBezTo>
                <a:cubicBezTo>
                  <a:pt x="175154" y="57336"/>
                  <a:pt x="177011" y="65311"/>
                  <a:pt x="177944" y="73287"/>
                </a:cubicBezTo>
                <a:cubicBezTo>
                  <a:pt x="178638" y="79441"/>
                  <a:pt x="181892" y="81492"/>
                  <a:pt x="186770" y="81492"/>
                </a:cubicBezTo>
                <a:cubicBezTo>
                  <a:pt x="191647" y="81492"/>
                  <a:pt x="198151" y="78531"/>
                  <a:pt x="198151" y="71466"/>
                </a:cubicBezTo>
                <a:cubicBezTo>
                  <a:pt x="198151" y="58931"/>
                  <a:pt x="184912" y="49819"/>
                  <a:pt x="162610" y="49819"/>
                </a:cubicBezTo>
                <a:cubicBezTo>
                  <a:pt x="139612" y="49819"/>
                  <a:pt x="114988" y="70097"/>
                  <a:pt x="114988" y="102457"/>
                </a:cubicBezTo>
                <a:cubicBezTo>
                  <a:pt x="114988" y="131853"/>
                  <a:pt x="131715" y="152127"/>
                  <a:pt x="160983" y="152127"/>
                </a:cubicBezTo>
                <a:cubicBezTo>
                  <a:pt x="174924" y="152127"/>
                  <a:pt x="187234" y="147800"/>
                  <a:pt x="198850" y="129118"/>
                </a:cubicBezTo>
                <a:close/>
                <a:moveTo>
                  <a:pt x="215341" y="103138"/>
                </a:moveTo>
                <a:cubicBezTo>
                  <a:pt x="215341" y="126383"/>
                  <a:pt x="231139" y="152127"/>
                  <a:pt x="264125" y="152127"/>
                </a:cubicBezTo>
                <a:cubicBezTo>
                  <a:pt x="278992" y="152127"/>
                  <a:pt x="290377" y="146890"/>
                  <a:pt x="298274" y="139373"/>
                </a:cubicBezTo>
                <a:cubicBezTo>
                  <a:pt x="308727" y="129344"/>
                  <a:pt x="313374" y="114988"/>
                  <a:pt x="313374" y="101088"/>
                </a:cubicBezTo>
                <a:cubicBezTo>
                  <a:pt x="313374" y="77387"/>
                  <a:pt x="300132" y="49819"/>
                  <a:pt x="264590" y="49819"/>
                </a:cubicBezTo>
                <a:cubicBezTo>
                  <a:pt x="249259" y="49819"/>
                  <a:pt x="236715" y="55970"/>
                  <a:pt x="228119" y="65767"/>
                </a:cubicBezTo>
                <a:cubicBezTo>
                  <a:pt x="219757" y="75567"/>
                  <a:pt x="215341" y="88782"/>
                  <a:pt x="215341" y="103138"/>
                </a:cubicBezTo>
                <a:moveTo>
                  <a:pt x="261105" y="57791"/>
                </a:moveTo>
                <a:cubicBezTo>
                  <a:pt x="281083" y="57791"/>
                  <a:pt x="293397" y="75567"/>
                  <a:pt x="293397" y="108382"/>
                </a:cubicBezTo>
                <a:cubicBezTo>
                  <a:pt x="293397" y="137094"/>
                  <a:pt x="278297" y="144158"/>
                  <a:pt x="267379" y="144158"/>
                </a:cubicBezTo>
                <a:cubicBezTo>
                  <a:pt x="243219" y="144158"/>
                  <a:pt x="235322" y="115444"/>
                  <a:pt x="235322" y="97898"/>
                </a:cubicBezTo>
                <a:cubicBezTo>
                  <a:pt x="235322" y="78072"/>
                  <a:pt x="240199" y="57791"/>
                  <a:pt x="261105" y="57791"/>
                </a:cubicBezTo>
                <a:close/>
                <a:moveTo>
                  <a:pt x="363549" y="74427"/>
                </a:moveTo>
                <a:cubicBezTo>
                  <a:pt x="369589" y="67132"/>
                  <a:pt x="380276" y="60297"/>
                  <a:pt x="387011" y="60297"/>
                </a:cubicBezTo>
                <a:cubicBezTo>
                  <a:pt x="401881" y="60297"/>
                  <a:pt x="414655" y="76703"/>
                  <a:pt x="414655" y="102454"/>
                </a:cubicBezTo>
                <a:cubicBezTo>
                  <a:pt x="414655" y="121143"/>
                  <a:pt x="407921" y="144384"/>
                  <a:pt x="381903" y="144384"/>
                </a:cubicBezTo>
                <a:cubicBezTo>
                  <a:pt x="377720" y="144384"/>
                  <a:pt x="369589" y="143245"/>
                  <a:pt x="365410" y="139599"/>
                </a:cubicBezTo>
                <a:cubicBezTo>
                  <a:pt x="360763" y="135498"/>
                  <a:pt x="359834" y="134129"/>
                  <a:pt x="359834" y="125928"/>
                </a:cubicBezTo>
                <a:lnTo>
                  <a:pt x="359834" y="84452"/>
                </a:lnTo>
                <a:cubicBezTo>
                  <a:pt x="359834" y="79667"/>
                  <a:pt x="360763" y="77617"/>
                  <a:pt x="363549" y="74427"/>
                </a:cubicBezTo>
                <a:moveTo>
                  <a:pt x="359136" y="65993"/>
                </a:moveTo>
                <a:cubicBezTo>
                  <a:pt x="358906" y="59157"/>
                  <a:pt x="358441" y="53239"/>
                  <a:pt x="357279" y="50959"/>
                </a:cubicBezTo>
                <a:cubicBezTo>
                  <a:pt x="356814" y="49819"/>
                  <a:pt x="356350" y="49138"/>
                  <a:pt x="354489" y="49138"/>
                </a:cubicBezTo>
                <a:cubicBezTo>
                  <a:pt x="347985" y="51644"/>
                  <a:pt x="341945" y="53694"/>
                  <a:pt x="325916" y="55741"/>
                </a:cubicBezTo>
                <a:cubicBezTo>
                  <a:pt x="325451" y="57110"/>
                  <a:pt x="325916" y="60752"/>
                  <a:pt x="326384" y="62121"/>
                </a:cubicBezTo>
                <a:cubicBezTo>
                  <a:pt x="338925" y="63261"/>
                  <a:pt x="341480" y="64397"/>
                  <a:pt x="341480" y="77617"/>
                </a:cubicBezTo>
                <a:lnTo>
                  <a:pt x="341480" y="174976"/>
                </a:lnTo>
                <a:cubicBezTo>
                  <a:pt x="341480" y="193940"/>
                  <a:pt x="338925" y="195083"/>
                  <a:pt x="324757" y="195768"/>
                </a:cubicBezTo>
                <a:cubicBezTo>
                  <a:pt x="323364" y="197133"/>
                  <a:pt x="323364" y="201915"/>
                  <a:pt x="324757" y="203281"/>
                </a:cubicBezTo>
                <a:cubicBezTo>
                  <a:pt x="332888" y="203055"/>
                  <a:pt x="341480" y="202826"/>
                  <a:pt x="350774" y="202826"/>
                </a:cubicBezTo>
                <a:cubicBezTo>
                  <a:pt x="360065" y="202826"/>
                  <a:pt x="371216" y="203055"/>
                  <a:pt x="378883" y="203281"/>
                </a:cubicBezTo>
                <a:cubicBezTo>
                  <a:pt x="380276" y="201915"/>
                  <a:pt x="380276" y="197133"/>
                  <a:pt x="378883" y="195768"/>
                </a:cubicBezTo>
                <a:cubicBezTo>
                  <a:pt x="362390" y="194854"/>
                  <a:pt x="359834" y="193940"/>
                  <a:pt x="359834" y="174976"/>
                </a:cubicBezTo>
                <a:lnTo>
                  <a:pt x="359834" y="150306"/>
                </a:lnTo>
                <a:cubicBezTo>
                  <a:pt x="359834" y="147345"/>
                  <a:pt x="360763" y="147575"/>
                  <a:pt x="363085" y="148711"/>
                </a:cubicBezTo>
                <a:cubicBezTo>
                  <a:pt x="368894" y="150761"/>
                  <a:pt x="375863" y="152127"/>
                  <a:pt x="383296" y="152127"/>
                </a:cubicBezTo>
                <a:cubicBezTo>
                  <a:pt x="396305" y="152127"/>
                  <a:pt x="407921" y="148256"/>
                  <a:pt x="417445" y="139373"/>
                </a:cubicBezTo>
                <a:cubicBezTo>
                  <a:pt x="428362" y="128889"/>
                  <a:pt x="434633" y="114759"/>
                  <a:pt x="434633" y="96303"/>
                </a:cubicBezTo>
                <a:cubicBezTo>
                  <a:pt x="434633" y="72147"/>
                  <a:pt x="417211" y="49819"/>
                  <a:pt x="393515" y="49819"/>
                </a:cubicBezTo>
                <a:cubicBezTo>
                  <a:pt x="382832" y="49819"/>
                  <a:pt x="370982" y="56881"/>
                  <a:pt x="361692" y="66907"/>
                </a:cubicBezTo>
                <a:cubicBezTo>
                  <a:pt x="360299" y="68272"/>
                  <a:pt x="359370" y="68272"/>
                  <a:pt x="359136" y="65993"/>
                </a:cubicBezTo>
                <a:close/>
                <a:moveTo>
                  <a:pt x="473893" y="85669"/>
                </a:moveTo>
                <a:cubicBezTo>
                  <a:pt x="478306" y="60043"/>
                  <a:pt x="494569" y="58003"/>
                  <a:pt x="500144" y="58003"/>
                </a:cubicBezTo>
                <a:cubicBezTo>
                  <a:pt x="508971" y="58003"/>
                  <a:pt x="519424" y="62768"/>
                  <a:pt x="519424" y="81815"/>
                </a:cubicBezTo>
                <a:cubicBezTo>
                  <a:pt x="519424" y="83855"/>
                  <a:pt x="518495" y="84991"/>
                  <a:pt x="515939" y="84991"/>
                </a:cubicBezTo>
                <a:lnTo>
                  <a:pt x="473893" y="85669"/>
                </a:lnTo>
                <a:moveTo>
                  <a:pt x="534754" y="128680"/>
                </a:moveTo>
                <a:cubicBezTo>
                  <a:pt x="526162" y="137330"/>
                  <a:pt x="519424" y="140968"/>
                  <a:pt x="505951" y="140968"/>
                </a:cubicBezTo>
                <a:cubicBezTo>
                  <a:pt x="497589" y="140968"/>
                  <a:pt x="487830" y="136190"/>
                  <a:pt x="480631" y="124587"/>
                </a:cubicBezTo>
                <a:cubicBezTo>
                  <a:pt x="475984" y="117077"/>
                  <a:pt x="473195" y="106610"/>
                  <a:pt x="473195" y="93411"/>
                </a:cubicBezTo>
                <a:lnTo>
                  <a:pt x="534988" y="93867"/>
                </a:lnTo>
                <a:cubicBezTo>
                  <a:pt x="537774" y="93867"/>
                  <a:pt x="539401" y="92501"/>
                  <a:pt x="539401" y="89995"/>
                </a:cubicBezTo>
                <a:cubicBezTo>
                  <a:pt x="539401" y="70931"/>
                  <a:pt x="532432" y="50487"/>
                  <a:pt x="500144" y="50487"/>
                </a:cubicBezTo>
                <a:cubicBezTo>
                  <a:pt x="479933" y="50487"/>
                  <a:pt x="453681" y="69343"/>
                  <a:pt x="453681" y="103878"/>
                </a:cubicBezTo>
                <a:cubicBezTo>
                  <a:pt x="453681" y="116622"/>
                  <a:pt x="456935" y="128910"/>
                  <a:pt x="464602" y="137556"/>
                </a:cubicBezTo>
                <a:cubicBezTo>
                  <a:pt x="472500" y="146664"/>
                  <a:pt x="483417" y="152127"/>
                  <a:pt x="500144" y="152127"/>
                </a:cubicBezTo>
                <a:cubicBezTo>
                  <a:pt x="517797" y="152127"/>
                  <a:pt x="530341" y="144158"/>
                  <a:pt x="539635" y="132322"/>
                </a:cubicBezTo>
                <a:cubicBezTo>
                  <a:pt x="538937" y="130046"/>
                  <a:pt x="537544" y="128910"/>
                  <a:pt x="534754" y="128680"/>
                </a:cubicBezTo>
                <a:close/>
                <a:moveTo>
                  <a:pt x="691791" y="122095"/>
                </a:moveTo>
                <a:lnTo>
                  <a:pt x="691791" y="43019"/>
                </a:lnTo>
                <a:cubicBezTo>
                  <a:pt x="691791" y="29347"/>
                  <a:pt x="692022" y="15447"/>
                  <a:pt x="692489" y="12483"/>
                </a:cubicBezTo>
                <a:cubicBezTo>
                  <a:pt x="692489" y="11343"/>
                  <a:pt x="692022" y="11343"/>
                  <a:pt x="691093" y="11343"/>
                </a:cubicBezTo>
                <a:cubicBezTo>
                  <a:pt x="678318" y="19092"/>
                  <a:pt x="666004" y="24788"/>
                  <a:pt x="645562" y="34133"/>
                </a:cubicBezTo>
                <a:cubicBezTo>
                  <a:pt x="646026" y="36638"/>
                  <a:pt x="646955" y="38918"/>
                  <a:pt x="649046" y="40287"/>
                </a:cubicBezTo>
                <a:cubicBezTo>
                  <a:pt x="659734" y="35957"/>
                  <a:pt x="664845" y="34588"/>
                  <a:pt x="669258" y="34588"/>
                </a:cubicBezTo>
                <a:cubicBezTo>
                  <a:pt x="673207" y="34588"/>
                  <a:pt x="673905" y="40058"/>
                  <a:pt x="673905" y="47807"/>
                </a:cubicBezTo>
                <a:lnTo>
                  <a:pt x="673905" y="122095"/>
                </a:lnTo>
                <a:cubicBezTo>
                  <a:pt x="673905" y="141010"/>
                  <a:pt x="667631" y="142150"/>
                  <a:pt x="651372" y="142834"/>
                </a:cubicBezTo>
                <a:cubicBezTo>
                  <a:pt x="649975" y="144200"/>
                  <a:pt x="649975" y="148982"/>
                  <a:pt x="651372" y="150348"/>
                </a:cubicBezTo>
                <a:cubicBezTo>
                  <a:pt x="662754" y="150122"/>
                  <a:pt x="671115" y="149892"/>
                  <a:pt x="683660" y="149892"/>
                </a:cubicBezTo>
                <a:cubicBezTo>
                  <a:pt x="694811" y="149892"/>
                  <a:pt x="700387" y="150122"/>
                  <a:pt x="712003" y="150348"/>
                </a:cubicBezTo>
                <a:cubicBezTo>
                  <a:pt x="713396" y="148982"/>
                  <a:pt x="713396" y="144200"/>
                  <a:pt x="712003" y="142834"/>
                </a:cubicBezTo>
                <a:cubicBezTo>
                  <a:pt x="695740" y="142150"/>
                  <a:pt x="691791" y="141010"/>
                  <a:pt x="691791" y="1220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F2E59-CE48-405C-8ACF-0D4BAE03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16" y="1724740"/>
            <a:ext cx="1215027" cy="405004"/>
          </a:xfrm>
          <a:custGeom xmlns:a="http://schemas.openxmlformats.org/drawingml/2006/main">
            <a:pathLst>
              <a:path w="1215027" h="405004" fill="none">
                <a:moveTo>
                  <a:pt x="1134021" y="0"/>
                </a:moveTo>
                <a:lnTo>
                  <a:pt x="81006" y="0"/>
                </a:lnTo>
                <a:cubicBezTo>
                  <a:pt x="36268" y="0"/>
                  <a:pt x="0" y="36267"/>
                  <a:pt x="0" y="81006"/>
                </a:cubicBezTo>
                <a:lnTo>
                  <a:pt x="0" y="323998"/>
                </a:lnTo>
                <a:cubicBezTo>
                  <a:pt x="0" y="368737"/>
                  <a:pt x="36268" y="405004"/>
                  <a:pt x="81006" y="405004"/>
                </a:cubicBezTo>
                <a:lnTo>
                  <a:pt x="1134021" y="405004"/>
                </a:lnTo>
                <a:cubicBezTo>
                  <a:pt x="1178759" y="405004"/>
                  <a:pt x="1215027" y="368737"/>
                  <a:pt x="1215027" y="323998"/>
                </a:cubicBezTo>
                <a:lnTo>
                  <a:pt x="1215027" y="81006"/>
                </a:lnTo>
                <a:cubicBezTo>
                  <a:pt x="1215027" y="36267"/>
                  <a:pt x="1178759" y="0"/>
                  <a:pt x="1134021" y="0"/>
                </a:cubicBezTo>
                <a:close/>
                <a:moveTo>
                  <a:pt x="0" y="405004"/>
                </a:move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5" name="Text Scope2">
            <a:extLst xmlns:a="http://schemas.openxmlformats.org/drawingml/2006/main">
              <a:ext uri="{FF2B5EF4-FFF2-40B4-BE49-F238E27FC236}">
                <a16:creationId xmlns:a16="http://schemas.microsoft.com/office/drawing/2014/main" id="{3E54D2B3-8291-4ECB-94CB-F7E4F461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39" y="1825143"/>
            <a:ext cx="720595" cy="203281"/>
          </a:xfrm>
          <a:custGeom xmlns:a="http://schemas.openxmlformats.org/drawingml/2006/main">
            <a:pathLst>
              <a:path w="720595" h="203281">
                <a:moveTo>
                  <a:pt x="85486" y="6151"/>
                </a:moveTo>
                <a:cubicBezTo>
                  <a:pt x="72013" y="4330"/>
                  <a:pt x="72477" y="0"/>
                  <a:pt x="49713" y="0"/>
                </a:cubicBezTo>
                <a:cubicBezTo>
                  <a:pt x="26251" y="0"/>
                  <a:pt x="5576" y="15259"/>
                  <a:pt x="5576" y="39401"/>
                </a:cubicBezTo>
                <a:cubicBezTo>
                  <a:pt x="5576" y="63313"/>
                  <a:pt x="25784" y="74243"/>
                  <a:pt x="46229" y="81985"/>
                </a:cubicBezTo>
                <a:cubicBezTo>
                  <a:pt x="60166" y="87226"/>
                  <a:pt x="77358" y="93602"/>
                  <a:pt x="77358" y="115920"/>
                </a:cubicBezTo>
                <a:cubicBezTo>
                  <a:pt x="77358" y="134366"/>
                  <a:pt x="66901" y="143929"/>
                  <a:pt x="48317" y="143929"/>
                </a:cubicBezTo>
                <a:cubicBezTo>
                  <a:pt x="26716" y="143929"/>
                  <a:pt x="12775" y="134136"/>
                  <a:pt x="7667" y="111593"/>
                </a:cubicBezTo>
                <a:cubicBezTo>
                  <a:pt x="4647" y="110679"/>
                  <a:pt x="2322" y="111138"/>
                  <a:pt x="0" y="112274"/>
                </a:cubicBezTo>
                <a:cubicBezTo>
                  <a:pt x="929" y="129810"/>
                  <a:pt x="1857" y="135731"/>
                  <a:pt x="4647" y="146890"/>
                </a:cubicBezTo>
                <a:cubicBezTo>
                  <a:pt x="19279" y="146890"/>
                  <a:pt x="25784" y="152127"/>
                  <a:pt x="46459" y="152127"/>
                </a:cubicBezTo>
                <a:cubicBezTo>
                  <a:pt x="56912" y="152127"/>
                  <a:pt x="66901" y="149625"/>
                  <a:pt x="75033" y="144614"/>
                </a:cubicBezTo>
                <a:cubicBezTo>
                  <a:pt x="88506" y="136416"/>
                  <a:pt x="96871" y="122522"/>
                  <a:pt x="96871" y="107948"/>
                </a:cubicBezTo>
                <a:cubicBezTo>
                  <a:pt x="96871" y="83810"/>
                  <a:pt x="78287" y="73106"/>
                  <a:pt x="59238" y="66045"/>
                </a:cubicBezTo>
                <a:cubicBezTo>
                  <a:pt x="45300" y="61034"/>
                  <a:pt x="22069" y="52381"/>
                  <a:pt x="22069" y="33253"/>
                </a:cubicBezTo>
                <a:cubicBezTo>
                  <a:pt x="22069" y="20500"/>
                  <a:pt x="33915" y="7746"/>
                  <a:pt x="47622" y="7746"/>
                </a:cubicBezTo>
                <a:cubicBezTo>
                  <a:pt x="70155" y="7746"/>
                  <a:pt x="77358" y="21865"/>
                  <a:pt x="82001" y="36895"/>
                </a:cubicBezTo>
                <a:cubicBezTo>
                  <a:pt x="84557" y="37351"/>
                  <a:pt x="87577" y="37125"/>
                  <a:pt x="89668" y="35530"/>
                </a:cubicBezTo>
                <a:cubicBezTo>
                  <a:pt x="88740" y="24597"/>
                  <a:pt x="87811" y="18220"/>
                  <a:pt x="85486" y="6151"/>
                </a:cubicBezTo>
                <a:close/>
                <a:moveTo>
                  <a:pt x="198850" y="129118"/>
                </a:moveTo>
                <a:cubicBezTo>
                  <a:pt x="197921" y="127068"/>
                  <a:pt x="196060" y="126157"/>
                  <a:pt x="193972" y="125928"/>
                </a:cubicBezTo>
                <a:cubicBezTo>
                  <a:pt x="186071" y="135957"/>
                  <a:pt x="176083" y="140968"/>
                  <a:pt x="166094" y="140968"/>
                </a:cubicBezTo>
                <a:cubicBezTo>
                  <a:pt x="149136" y="140968"/>
                  <a:pt x="134965" y="124107"/>
                  <a:pt x="134965" y="97442"/>
                </a:cubicBezTo>
                <a:cubicBezTo>
                  <a:pt x="134965" y="72376"/>
                  <a:pt x="146116" y="57336"/>
                  <a:pt x="161450" y="57336"/>
                </a:cubicBezTo>
                <a:cubicBezTo>
                  <a:pt x="175154" y="57336"/>
                  <a:pt x="177011" y="65311"/>
                  <a:pt x="177944" y="73287"/>
                </a:cubicBezTo>
                <a:cubicBezTo>
                  <a:pt x="178638" y="79441"/>
                  <a:pt x="181892" y="81492"/>
                  <a:pt x="186770" y="81492"/>
                </a:cubicBezTo>
                <a:cubicBezTo>
                  <a:pt x="191647" y="81492"/>
                  <a:pt x="198151" y="78531"/>
                  <a:pt x="198151" y="71466"/>
                </a:cubicBezTo>
                <a:cubicBezTo>
                  <a:pt x="198151" y="58931"/>
                  <a:pt x="184912" y="49819"/>
                  <a:pt x="162610" y="49819"/>
                </a:cubicBezTo>
                <a:cubicBezTo>
                  <a:pt x="139612" y="49819"/>
                  <a:pt x="114988" y="70097"/>
                  <a:pt x="114988" y="102457"/>
                </a:cubicBezTo>
                <a:cubicBezTo>
                  <a:pt x="114988" y="131853"/>
                  <a:pt x="131715" y="152127"/>
                  <a:pt x="160983" y="152127"/>
                </a:cubicBezTo>
                <a:cubicBezTo>
                  <a:pt x="174924" y="152127"/>
                  <a:pt x="187234" y="147800"/>
                  <a:pt x="198850" y="129118"/>
                </a:cubicBezTo>
                <a:close/>
                <a:moveTo>
                  <a:pt x="215341" y="103138"/>
                </a:moveTo>
                <a:cubicBezTo>
                  <a:pt x="215341" y="126383"/>
                  <a:pt x="231139" y="152127"/>
                  <a:pt x="264125" y="152127"/>
                </a:cubicBezTo>
                <a:cubicBezTo>
                  <a:pt x="278992" y="152127"/>
                  <a:pt x="290377" y="146890"/>
                  <a:pt x="298274" y="139373"/>
                </a:cubicBezTo>
                <a:cubicBezTo>
                  <a:pt x="308727" y="129344"/>
                  <a:pt x="313374" y="114988"/>
                  <a:pt x="313374" y="101088"/>
                </a:cubicBezTo>
                <a:cubicBezTo>
                  <a:pt x="313374" y="77387"/>
                  <a:pt x="300132" y="49819"/>
                  <a:pt x="264590" y="49819"/>
                </a:cubicBezTo>
                <a:cubicBezTo>
                  <a:pt x="249259" y="49819"/>
                  <a:pt x="236715" y="55970"/>
                  <a:pt x="228119" y="65767"/>
                </a:cubicBezTo>
                <a:cubicBezTo>
                  <a:pt x="219757" y="75567"/>
                  <a:pt x="215341" y="88782"/>
                  <a:pt x="215341" y="103138"/>
                </a:cubicBezTo>
                <a:moveTo>
                  <a:pt x="261105" y="57791"/>
                </a:moveTo>
                <a:cubicBezTo>
                  <a:pt x="281083" y="57791"/>
                  <a:pt x="293397" y="75567"/>
                  <a:pt x="293397" y="108382"/>
                </a:cubicBezTo>
                <a:cubicBezTo>
                  <a:pt x="293397" y="137094"/>
                  <a:pt x="278297" y="144158"/>
                  <a:pt x="267379" y="144158"/>
                </a:cubicBezTo>
                <a:cubicBezTo>
                  <a:pt x="243219" y="144158"/>
                  <a:pt x="235322" y="115444"/>
                  <a:pt x="235322" y="97898"/>
                </a:cubicBezTo>
                <a:cubicBezTo>
                  <a:pt x="235322" y="78072"/>
                  <a:pt x="240199" y="57791"/>
                  <a:pt x="261105" y="57791"/>
                </a:cubicBezTo>
                <a:close/>
                <a:moveTo>
                  <a:pt x="363549" y="74427"/>
                </a:moveTo>
                <a:cubicBezTo>
                  <a:pt x="369589" y="67132"/>
                  <a:pt x="380276" y="60297"/>
                  <a:pt x="387011" y="60297"/>
                </a:cubicBezTo>
                <a:cubicBezTo>
                  <a:pt x="401881" y="60297"/>
                  <a:pt x="414655" y="76703"/>
                  <a:pt x="414655" y="102454"/>
                </a:cubicBezTo>
                <a:cubicBezTo>
                  <a:pt x="414655" y="121143"/>
                  <a:pt x="407921" y="144384"/>
                  <a:pt x="381903" y="144384"/>
                </a:cubicBezTo>
                <a:cubicBezTo>
                  <a:pt x="377720" y="144384"/>
                  <a:pt x="369589" y="143245"/>
                  <a:pt x="365410" y="139599"/>
                </a:cubicBezTo>
                <a:cubicBezTo>
                  <a:pt x="360763" y="135498"/>
                  <a:pt x="359834" y="134129"/>
                  <a:pt x="359834" y="125928"/>
                </a:cubicBezTo>
                <a:lnTo>
                  <a:pt x="359834" y="84452"/>
                </a:lnTo>
                <a:cubicBezTo>
                  <a:pt x="359834" y="79667"/>
                  <a:pt x="360763" y="77617"/>
                  <a:pt x="363549" y="74427"/>
                </a:cubicBezTo>
                <a:moveTo>
                  <a:pt x="359136" y="65993"/>
                </a:moveTo>
                <a:cubicBezTo>
                  <a:pt x="358906" y="59157"/>
                  <a:pt x="358441" y="53239"/>
                  <a:pt x="357279" y="50959"/>
                </a:cubicBezTo>
                <a:cubicBezTo>
                  <a:pt x="356814" y="49819"/>
                  <a:pt x="356350" y="49138"/>
                  <a:pt x="354489" y="49138"/>
                </a:cubicBezTo>
                <a:cubicBezTo>
                  <a:pt x="347985" y="51644"/>
                  <a:pt x="341945" y="53694"/>
                  <a:pt x="325916" y="55741"/>
                </a:cubicBezTo>
                <a:cubicBezTo>
                  <a:pt x="325451" y="57110"/>
                  <a:pt x="325916" y="60752"/>
                  <a:pt x="326384" y="62121"/>
                </a:cubicBezTo>
                <a:cubicBezTo>
                  <a:pt x="338925" y="63261"/>
                  <a:pt x="341480" y="64397"/>
                  <a:pt x="341480" y="77617"/>
                </a:cubicBezTo>
                <a:lnTo>
                  <a:pt x="341480" y="174976"/>
                </a:lnTo>
                <a:cubicBezTo>
                  <a:pt x="341480" y="193940"/>
                  <a:pt x="338925" y="195083"/>
                  <a:pt x="324757" y="195768"/>
                </a:cubicBezTo>
                <a:cubicBezTo>
                  <a:pt x="323364" y="197133"/>
                  <a:pt x="323364" y="201915"/>
                  <a:pt x="324757" y="203281"/>
                </a:cubicBezTo>
                <a:cubicBezTo>
                  <a:pt x="332888" y="203055"/>
                  <a:pt x="341480" y="202826"/>
                  <a:pt x="350774" y="202826"/>
                </a:cubicBezTo>
                <a:cubicBezTo>
                  <a:pt x="360065" y="202826"/>
                  <a:pt x="371216" y="203055"/>
                  <a:pt x="378883" y="203281"/>
                </a:cubicBezTo>
                <a:cubicBezTo>
                  <a:pt x="380276" y="201915"/>
                  <a:pt x="380276" y="197133"/>
                  <a:pt x="378883" y="195768"/>
                </a:cubicBezTo>
                <a:cubicBezTo>
                  <a:pt x="362390" y="194854"/>
                  <a:pt x="359834" y="193940"/>
                  <a:pt x="359834" y="174976"/>
                </a:cubicBezTo>
                <a:lnTo>
                  <a:pt x="359834" y="150306"/>
                </a:lnTo>
                <a:cubicBezTo>
                  <a:pt x="359834" y="147345"/>
                  <a:pt x="360763" y="147575"/>
                  <a:pt x="363085" y="148711"/>
                </a:cubicBezTo>
                <a:cubicBezTo>
                  <a:pt x="368894" y="150761"/>
                  <a:pt x="375863" y="152127"/>
                  <a:pt x="383296" y="152127"/>
                </a:cubicBezTo>
                <a:cubicBezTo>
                  <a:pt x="396305" y="152127"/>
                  <a:pt x="407921" y="148256"/>
                  <a:pt x="417445" y="139373"/>
                </a:cubicBezTo>
                <a:cubicBezTo>
                  <a:pt x="428363" y="128889"/>
                  <a:pt x="434633" y="114759"/>
                  <a:pt x="434633" y="96303"/>
                </a:cubicBezTo>
                <a:cubicBezTo>
                  <a:pt x="434633" y="72147"/>
                  <a:pt x="417211" y="49819"/>
                  <a:pt x="393515" y="49819"/>
                </a:cubicBezTo>
                <a:cubicBezTo>
                  <a:pt x="382832" y="49819"/>
                  <a:pt x="370982" y="56881"/>
                  <a:pt x="361692" y="66907"/>
                </a:cubicBezTo>
                <a:cubicBezTo>
                  <a:pt x="360299" y="68272"/>
                  <a:pt x="359370" y="68272"/>
                  <a:pt x="359136" y="65993"/>
                </a:cubicBezTo>
                <a:close/>
                <a:moveTo>
                  <a:pt x="473893" y="85669"/>
                </a:moveTo>
                <a:cubicBezTo>
                  <a:pt x="478306" y="60043"/>
                  <a:pt x="494569" y="58003"/>
                  <a:pt x="500145" y="58003"/>
                </a:cubicBezTo>
                <a:cubicBezTo>
                  <a:pt x="508971" y="58003"/>
                  <a:pt x="519424" y="62768"/>
                  <a:pt x="519424" y="81815"/>
                </a:cubicBezTo>
                <a:cubicBezTo>
                  <a:pt x="519424" y="83855"/>
                  <a:pt x="518495" y="84991"/>
                  <a:pt x="515939" y="84991"/>
                </a:cubicBezTo>
                <a:lnTo>
                  <a:pt x="473893" y="85669"/>
                </a:lnTo>
                <a:moveTo>
                  <a:pt x="534754" y="128680"/>
                </a:moveTo>
                <a:cubicBezTo>
                  <a:pt x="526162" y="137330"/>
                  <a:pt x="519424" y="140968"/>
                  <a:pt x="505951" y="140968"/>
                </a:cubicBezTo>
                <a:cubicBezTo>
                  <a:pt x="497589" y="140968"/>
                  <a:pt x="487831" y="136190"/>
                  <a:pt x="480631" y="124587"/>
                </a:cubicBezTo>
                <a:cubicBezTo>
                  <a:pt x="475984" y="117077"/>
                  <a:pt x="473195" y="106610"/>
                  <a:pt x="473195" y="93411"/>
                </a:cubicBezTo>
                <a:lnTo>
                  <a:pt x="534988" y="93867"/>
                </a:lnTo>
                <a:cubicBezTo>
                  <a:pt x="537774" y="93867"/>
                  <a:pt x="539401" y="92501"/>
                  <a:pt x="539401" y="89995"/>
                </a:cubicBezTo>
                <a:cubicBezTo>
                  <a:pt x="539401" y="70931"/>
                  <a:pt x="532433" y="50487"/>
                  <a:pt x="500145" y="50487"/>
                </a:cubicBezTo>
                <a:cubicBezTo>
                  <a:pt x="479933" y="50487"/>
                  <a:pt x="453682" y="69343"/>
                  <a:pt x="453682" y="103878"/>
                </a:cubicBezTo>
                <a:cubicBezTo>
                  <a:pt x="453682" y="116622"/>
                  <a:pt x="456936" y="128910"/>
                  <a:pt x="464603" y="137556"/>
                </a:cubicBezTo>
                <a:cubicBezTo>
                  <a:pt x="472500" y="146664"/>
                  <a:pt x="483417" y="152127"/>
                  <a:pt x="500145" y="152127"/>
                </a:cubicBezTo>
                <a:cubicBezTo>
                  <a:pt x="517797" y="152127"/>
                  <a:pt x="530341" y="144158"/>
                  <a:pt x="539635" y="132322"/>
                </a:cubicBezTo>
                <a:cubicBezTo>
                  <a:pt x="538937" y="130046"/>
                  <a:pt x="537544" y="128910"/>
                  <a:pt x="534754" y="128680"/>
                </a:cubicBezTo>
                <a:close/>
                <a:moveTo>
                  <a:pt x="639058" y="43182"/>
                </a:moveTo>
                <a:cubicBezTo>
                  <a:pt x="639058" y="47957"/>
                  <a:pt x="643471" y="52043"/>
                  <a:pt x="648352" y="52043"/>
                </a:cubicBezTo>
                <a:cubicBezTo>
                  <a:pt x="652301" y="52043"/>
                  <a:pt x="659269" y="47957"/>
                  <a:pt x="659269" y="42956"/>
                </a:cubicBezTo>
                <a:cubicBezTo>
                  <a:pt x="659269" y="41138"/>
                  <a:pt x="658805" y="39776"/>
                  <a:pt x="658341" y="38185"/>
                </a:cubicBezTo>
                <a:cubicBezTo>
                  <a:pt x="657876" y="36593"/>
                  <a:pt x="656480" y="34550"/>
                  <a:pt x="656480" y="32732"/>
                </a:cubicBezTo>
                <a:cubicBezTo>
                  <a:pt x="656480" y="27050"/>
                  <a:pt x="662520" y="18870"/>
                  <a:pt x="679477" y="18870"/>
                </a:cubicBezTo>
                <a:cubicBezTo>
                  <a:pt x="687843" y="18870"/>
                  <a:pt x="699689" y="24552"/>
                  <a:pt x="699689" y="46365"/>
                </a:cubicBezTo>
                <a:cubicBezTo>
                  <a:pt x="699689" y="60943"/>
                  <a:pt x="694347" y="72807"/>
                  <a:pt x="680640" y="86499"/>
                </a:cubicBezTo>
                <a:lnTo>
                  <a:pt x="663449" y="103156"/>
                </a:lnTo>
                <a:cubicBezTo>
                  <a:pt x="640685" y="125973"/>
                  <a:pt x="636967" y="136923"/>
                  <a:pt x="636967" y="150362"/>
                </a:cubicBezTo>
                <a:cubicBezTo>
                  <a:pt x="636967" y="150362"/>
                  <a:pt x="648816" y="149903"/>
                  <a:pt x="656249" y="149903"/>
                </a:cubicBezTo>
                <a:lnTo>
                  <a:pt x="696903" y="149903"/>
                </a:lnTo>
                <a:cubicBezTo>
                  <a:pt x="704336" y="149903"/>
                  <a:pt x="715023" y="150362"/>
                  <a:pt x="715023" y="150362"/>
                </a:cubicBezTo>
                <a:cubicBezTo>
                  <a:pt x="718039" y="138289"/>
                  <a:pt x="720365" y="121181"/>
                  <a:pt x="720595" y="114338"/>
                </a:cubicBezTo>
                <a:cubicBezTo>
                  <a:pt x="719202" y="113195"/>
                  <a:pt x="716182" y="112740"/>
                  <a:pt x="713860" y="113195"/>
                </a:cubicBezTo>
                <a:cubicBezTo>
                  <a:pt x="709912" y="129396"/>
                  <a:pt x="705963" y="135102"/>
                  <a:pt x="697597" y="135102"/>
                </a:cubicBezTo>
                <a:lnTo>
                  <a:pt x="656249" y="135102"/>
                </a:lnTo>
                <a:cubicBezTo>
                  <a:pt x="656249" y="124149"/>
                  <a:pt x="672278" y="108632"/>
                  <a:pt x="673441" y="107492"/>
                </a:cubicBezTo>
                <a:lnTo>
                  <a:pt x="696903" y="85359"/>
                </a:lnTo>
                <a:cubicBezTo>
                  <a:pt x="710142" y="72807"/>
                  <a:pt x="720131" y="62768"/>
                  <a:pt x="720131" y="45455"/>
                </a:cubicBezTo>
                <a:cubicBezTo>
                  <a:pt x="720131" y="20917"/>
                  <a:pt x="699689" y="10898"/>
                  <a:pt x="680874" y="10898"/>
                </a:cubicBezTo>
                <a:cubicBezTo>
                  <a:pt x="655087" y="10898"/>
                  <a:pt x="639058" y="29549"/>
                  <a:pt x="639058" y="431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FFE0D-D3FB-4F2D-AFFD-9C381CEB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16" y="2575246"/>
            <a:ext cx="1215027" cy="405004"/>
          </a:xfrm>
          <a:custGeom xmlns:a="http://schemas.openxmlformats.org/drawingml/2006/main">
            <a:pathLst>
              <a:path w="1215027" h="405004" fill="none">
                <a:moveTo>
                  <a:pt x="1134021" y="0"/>
                </a:moveTo>
                <a:lnTo>
                  <a:pt x="81006" y="0"/>
                </a:lnTo>
                <a:cubicBezTo>
                  <a:pt x="36268" y="0"/>
                  <a:pt x="0" y="36268"/>
                  <a:pt x="0" y="81006"/>
                </a:cubicBezTo>
                <a:lnTo>
                  <a:pt x="0" y="323998"/>
                </a:lnTo>
                <a:cubicBezTo>
                  <a:pt x="0" y="368737"/>
                  <a:pt x="36268" y="405004"/>
                  <a:pt x="81006" y="405004"/>
                </a:cubicBezTo>
                <a:lnTo>
                  <a:pt x="1134021" y="405004"/>
                </a:lnTo>
                <a:cubicBezTo>
                  <a:pt x="1178759" y="405004"/>
                  <a:pt x="1215027" y="368737"/>
                  <a:pt x="1215027" y="323998"/>
                </a:cubicBezTo>
                <a:lnTo>
                  <a:pt x="1215027" y="81006"/>
                </a:lnTo>
                <a:cubicBezTo>
                  <a:pt x="1215027" y="36268"/>
                  <a:pt x="1178759" y="0"/>
                  <a:pt x="1134021" y="0"/>
                </a:cubicBezTo>
                <a:close/>
                <a:moveTo>
                  <a:pt x="0" y="405004"/>
                </a:move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7" name="Text Scope3">
            <a:extLst xmlns:a="http://schemas.openxmlformats.org/drawingml/2006/main">
              <a:ext uri="{FF2B5EF4-FFF2-40B4-BE49-F238E27FC236}">
                <a16:creationId xmlns:a16="http://schemas.microsoft.com/office/drawing/2014/main" id="{3263F66A-5ABD-4240-A362-1F6D9B2E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39" y="2675621"/>
            <a:ext cx="720829" cy="203281"/>
          </a:xfrm>
          <a:custGeom xmlns:a="http://schemas.openxmlformats.org/drawingml/2006/main">
            <a:pathLst>
              <a:path w="720829" h="203281">
                <a:moveTo>
                  <a:pt x="85486" y="6151"/>
                </a:moveTo>
                <a:cubicBezTo>
                  <a:pt x="72013" y="4330"/>
                  <a:pt x="72477" y="0"/>
                  <a:pt x="49713" y="0"/>
                </a:cubicBezTo>
                <a:cubicBezTo>
                  <a:pt x="26251" y="0"/>
                  <a:pt x="5576" y="15259"/>
                  <a:pt x="5576" y="39401"/>
                </a:cubicBezTo>
                <a:cubicBezTo>
                  <a:pt x="5576" y="63313"/>
                  <a:pt x="25784" y="74243"/>
                  <a:pt x="46229" y="81985"/>
                </a:cubicBezTo>
                <a:cubicBezTo>
                  <a:pt x="60166" y="87226"/>
                  <a:pt x="77358" y="93602"/>
                  <a:pt x="77358" y="115920"/>
                </a:cubicBezTo>
                <a:cubicBezTo>
                  <a:pt x="77358" y="134366"/>
                  <a:pt x="66901" y="143929"/>
                  <a:pt x="48317" y="143929"/>
                </a:cubicBezTo>
                <a:cubicBezTo>
                  <a:pt x="26716" y="143929"/>
                  <a:pt x="12775" y="134136"/>
                  <a:pt x="7667" y="111593"/>
                </a:cubicBezTo>
                <a:cubicBezTo>
                  <a:pt x="4647" y="110679"/>
                  <a:pt x="2322" y="111138"/>
                  <a:pt x="0" y="112274"/>
                </a:cubicBezTo>
                <a:cubicBezTo>
                  <a:pt x="929" y="129810"/>
                  <a:pt x="1857" y="135731"/>
                  <a:pt x="4647" y="146890"/>
                </a:cubicBezTo>
                <a:cubicBezTo>
                  <a:pt x="19279" y="146890"/>
                  <a:pt x="25784" y="152127"/>
                  <a:pt x="46459" y="152127"/>
                </a:cubicBezTo>
                <a:cubicBezTo>
                  <a:pt x="56912" y="152127"/>
                  <a:pt x="66901" y="149625"/>
                  <a:pt x="75033" y="144614"/>
                </a:cubicBezTo>
                <a:cubicBezTo>
                  <a:pt x="88506" y="136416"/>
                  <a:pt x="96871" y="122522"/>
                  <a:pt x="96871" y="107948"/>
                </a:cubicBezTo>
                <a:cubicBezTo>
                  <a:pt x="96871" y="83810"/>
                  <a:pt x="78287" y="73106"/>
                  <a:pt x="59238" y="66045"/>
                </a:cubicBezTo>
                <a:cubicBezTo>
                  <a:pt x="45300" y="61034"/>
                  <a:pt x="22069" y="52381"/>
                  <a:pt x="22069" y="33253"/>
                </a:cubicBezTo>
                <a:cubicBezTo>
                  <a:pt x="22069" y="20500"/>
                  <a:pt x="33915" y="7746"/>
                  <a:pt x="47622" y="7746"/>
                </a:cubicBezTo>
                <a:cubicBezTo>
                  <a:pt x="70155" y="7746"/>
                  <a:pt x="77358" y="21865"/>
                  <a:pt x="82001" y="36895"/>
                </a:cubicBezTo>
                <a:cubicBezTo>
                  <a:pt x="84557" y="37351"/>
                  <a:pt x="87577" y="37125"/>
                  <a:pt x="89668" y="35530"/>
                </a:cubicBezTo>
                <a:cubicBezTo>
                  <a:pt x="88740" y="24597"/>
                  <a:pt x="87811" y="18220"/>
                  <a:pt x="85486" y="6151"/>
                </a:cubicBezTo>
                <a:close/>
                <a:moveTo>
                  <a:pt x="198850" y="129118"/>
                </a:moveTo>
                <a:cubicBezTo>
                  <a:pt x="197921" y="127068"/>
                  <a:pt x="196060" y="126157"/>
                  <a:pt x="193972" y="125928"/>
                </a:cubicBezTo>
                <a:cubicBezTo>
                  <a:pt x="186071" y="135957"/>
                  <a:pt x="176083" y="140968"/>
                  <a:pt x="166094" y="140968"/>
                </a:cubicBezTo>
                <a:cubicBezTo>
                  <a:pt x="149136" y="140968"/>
                  <a:pt x="134965" y="124107"/>
                  <a:pt x="134965" y="97442"/>
                </a:cubicBezTo>
                <a:cubicBezTo>
                  <a:pt x="134965" y="72376"/>
                  <a:pt x="146116" y="57336"/>
                  <a:pt x="161450" y="57336"/>
                </a:cubicBezTo>
                <a:cubicBezTo>
                  <a:pt x="175154" y="57336"/>
                  <a:pt x="177011" y="65311"/>
                  <a:pt x="177944" y="73287"/>
                </a:cubicBezTo>
                <a:cubicBezTo>
                  <a:pt x="178638" y="79441"/>
                  <a:pt x="181892" y="81492"/>
                  <a:pt x="186770" y="81492"/>
                </a:cubicBezTo>
                <a:cubicBezTo>
                  <a:pt x="191647" y="81492"/>
                  <a:pt x="198151" y="78531"/>
                  <a:pt x="198151" y="71466"/>
                </a:cubicBezTo>
                <a:cubicBezTo>
                  <a:pt x="198151" y="58931"/>
                  <a:pt x="184912" y="49819"/>
                  <a:pt x="162610" y="49819"/>
                </a:cubicBezTo>
                <a:cubicBezTo>
                  <a:pt x="139612" y="49819"/>
                  <a:pt x="114988" y="70097"/>
                  <a:pt x="114988" y="102457"/>
                </a:cubicBezTo>
                <a:cubicBezTo>
                  <a:pt x="114988" y="131853"/>
                  <a:pt x="131715" y="152127"/>
                  <a:pt x="160983" y="152127"/>
                </a:cubicBezTo>
                <a:cubicBezTo>
                  <a:pt x="174924" y="152127"/>
                  <a:pt x="187234" y="147800"/>
                  <a:pt x="198850" y="129118"/>
                </a:cubicBezTo>
                <a:close/>
                <a:moveTo>
                  <a:pt x="215341" y="103138"/>
                </a:moveTo>
                <a:cubicBezTo>
                  <a:pt x="215341" y="126383"/>
                  <a:pt x="231139" y="152127"/>
                  <a:pt x="264125" y="152127"/>
                </a:cubicBezTo>
                <a:cubicBezTo>
                  <a:pt x="278992" y="152127"/>
                  <a:pt x="290377" y="146890"/>
                  <a:pt x="298274" y="139373"/>
                </a:cubicBezTo>
                <a:cubicBezTo>
                  <a:pt x="308727" y="129344"/>
                  <a:pt x="313374" y="114988"/>
                  <a:pt x="313374" y="101088"/>
                </a:cubicBezTo>
                <a:cubicBezTo>
                  <a:pt x="313374" y="77387"/>
                  <a:pt x="300132" y="49819"/>
                  <a:pt x="264590" y="49819"/>
                </a:cubicBezTo>
                <a:cubicBezTo>
                  <a:pt x="249259" y="49819"/>
                  <a:pt x="236715" y="55970"/>
                  <a:pt x="228119" y="65767"/>
                </a:cubicBezTo>
                <a:cubicBezTo>
                  <a:pt x="219757" y="75567"/>
                  <a:pt x="215341" y="88782"/>
                  <a:pt x="215341" y="103138"/>
                </a:cubicBezTo>
                <a:moveTo>
                  <a:pt x="261105" y="57791"/>
                </a:moveTo>
                <a:cubicBezTo>
                  <a:pt x="281083" y="57791"/>
                  <a:pt x="293397" y="75567"/>
                  <a:pt x="293397" y="108382"/>
                </a:cubicBezTo>
                <a:cubicBezTo>
                  <a:pt x="293397" y="137094"/>
                  <a:pt x="278297" y="144158"/>
                  <a:pt x="267379" y="144158"/>
                </a:cubicBezTo>
                <a:cubicBezTo>
                  <a:pt x="243219" y="144158"/>
                  <a:pt x="235322" y="115444"/>
                  <a:pt x="235322" y="97898"/>
                </a:cubicBezTo>
                <a:cubicBezTo>
                  <a:pt x="235322" y="78072"/>
                  <a:pt x="240199" y="57791"/>
                  <a:pt x="261105" y="57791"/>
                </a:cubicBezTo>
                <a:close/>
                <a:moveTo>
                  <a:pt x="363549" y="74427"/>
                </a:moveTo>
                <a:cubicBezTo>
                  <a:pt x="369589" y="67132"/>
                  <a:pt x="380276" y="60297"/>
                  <a:pt x="387011" y="60297"/>
                </a:cubicBezTo>
                <a:cubicBezTo>
                  <a:pt x="401881" y="60297"/>
                  <a:pt x="414655" y="76703"/>
                  <a:pt x="414655" y="102454"/>
                </a:cubicBezTo>
                <a:cubicBezTo>
                  <a:pt x="414655" y="121143"/>
                  <a:pt x="407921" y="144384"/>
                  <a:pt x="381903" y="144384"/>
                </a:cubicBezTo>
                <a:cubicBezTo>
                  <a:pt x="377720" y="144384"/>
                  <a:pt x="369589" y="143245"/>
                  <a:pt x="365410" y="139599"/>
                </a:cubicBezTo>
                <a:cubicBezTo>
                  <a:pt x="360763" y="135498"/>
                  <a:pt x="359834" y="134129"/>
                  <a:pt x="359834" y="125928"/>
                </a:cubicBezTo>
                <a:lnTo>
                  <a:pt x="359834" y="84452"/>
                </a:lnTo>
                <a:cubicBezTo>
                  <a:pt x="359834" y="79667"/>
                  <a:pt x="360763" y="77617"/>
                  <a:pt x="363549" y="74427"/>
                </a:cubicBezTo>
                <a:moveTo>
                  <a:pt x="359136" y="65993"/>
                </a:moveTo>
                <a:cubicBezTo>
                  <a:pt x="358906" y="59157"/>
                  <a:pt x="358441" y="53239"/>
                  <a:pt x="357279" y="50959"/>
                </a:cubicBezTo>
                <a:cubicBezTo>
                  <a:pt x="356814" y="49819"/>
                  <a:pt x="356350" y="49138"/>
                  <a:pt x="354489" y="49138"/>
                </a:cubicBezTo>
                <a:cubicBezTo>
                  <a:pt x="347985" y="51644"/>
                  <a:pt x="341945" y="53694"/>
                  <a:pt x="325916" y="55741"/>
                </a:cubicBezTo>
                <a:cubicBezTo>
                  <a:pt x="325451" y="57110"/>
                  <a:pt x="325916" y="60752"/>
                  <a:pt x="326384" y="62121"/>
                </a:cubicBezTo>
                <a:cubicBezTo>
                  <a:pt x="338925" y="63261"/>
                  <a:pt x="341480" y="64397"/>
                  <a:pt x="341480" y="77617"/>
                </a:cubicBezTo>
                <a:lnTo>
                  <a:pt x="341480" y="174976"/>
                </a:lnTo>
                <a:cubicBezTo>
                  <a:pt x="341480" y="193940"/>
                  <a:pt x="338925" y="195083"/>
                  <a:pt x="324757" y="195768"/>
                </a:cubicBezTo>
                <a:cubicBezTo>
                  <a:pt x="323364" y="197133"/>
                  <a:pt x="323364" y="201915"/>
                  <a:pt x="324757" y="203281"/>
                </a:cubicBezTo>
                <a:cubicBezTo>
                  <a:pt x="332888" y="203055"/>
                  <a:pt x="341480" y="202826"/>
                  <a:pt x="350774" y="202826"/>
                </a:cubicBezTo>
                <a:cubicBezTo>
                  <a:pt x="360065" y="202826"/>
                  <a:pt x="371216" y="203055"/>
                  <a:pt x="378883" y="203281"/>
                </a:cubicBezTo>
                <a:cubicBezTo>
                  <a:pt x="380276" y="201915"/>
                  <a:pt x="380276" y="197133"/>
                  <a:pt x="378883" y="195768"/>
                </a:cubicBezTo>
                <a:cubicBezTo>
                  <a:pt x="362390" y="194854"/>
                  <a:pt x="359834" y="193940"/>
                  <a:pt x="359834" y="174976"/>
                </a:cubicBezTo>
                <a:lnTo>
                  <a:pt x="359834" y="150306"/>
                </a:lnTo>
                <a:cubicBezTo>
                  <a:pt x="359834" y="147345"/>
                  <a:pt x="360763" y="147575"/>
                  <a:pt x="363085" y="148711"/>
                </a:cubicBezTo>
                <a:cubicBezTo>
                  <a:pt x="368894" y="150761"/>
                  <a:pt x="375863" y="152127"/>
                  <a:pt x="383296" y="152127"/>
                </a:cubicBezTo>
                <a:cubicBezTo>
                  <a:pt x="396305" y="152127"/>
                  <a:pt x="407921" y="148256"/>
                  <a:pt x="417445" y="139373"/>
                </a:cubicBezTo>
                <a:cubicBezTo>
                  <a:pt x="428363" y="128889"/>
                  <a:pt x="434633" y="114759"/>
                  <a:pt x="434633" y="96303"/>
                </a:cubicBezTo>
                <a:cubicBezTo>
                  <a:pt x="434633" y="72147"/>
                  <a:pt x="417211" y="49819"/>
                  <a:pt x="393515" y="49819"/>
                </a:cubicBezTo>
                <a:cubicBezTo>
                  <a:pt x="382832" y="49819"/>
                  <a:pt x="370982" y="56881"/>
                  <a:pt x="361692" y="66907"/>
                </a:cubicBezTo>
                <a:cubicBezTo>
                  <a:pt x="360299" y="68272"/>
                  <a:pt x="359370" y="68272"/>
                  <a:pt x="359136" y="65993"/>
                </a:cubicBezTo>
                <a:close/>
                <a:moveTo>
                  <a:pt x="473893" y="85669"/>
                </a:moveTo>
                <a:cubicBezTo>
                  <a:pt x="478306" y="60043"/>
                  <a:pt x="494569" y="58003"/>
                  <a:pt x="500145" y="58003"/>
                </a:cubicBezTo>
                <a:cubicBezTo>
                  <a:pt x="508971" y="58003"/>
                  <a:pt x="519424" y="62768"/>
                  <a:pt x="519424" y="81815"/>
                </a:cubicBezTo>
                <a:cubicBezTo>
                  <a:pt x="519424" y="83855"/>
                  <a:pt x="518495" y="84991"/>
                  <a:pt x="515939" y="84991"/>
                </a:cubicBezTo>
                <a:lnTo>
                  <a:pt x="473893" y="85669"/>
                </a:lnTo>
                <a:moveTo>
                  <a:pt x="534754" y="128680"/>
                </a:moveTo>
                <a:cubicBezTo>
                  <a:pt x="526162" y="137330"/>
                  <a:pt x="519424" y="140968"/>
                  <a:pt x="505951" y="140968"/>
                </a:cubicBezTo>
                <a:cubicBezTo>
                  <a:pt x="497589" y="140968"/>
                  <a:pt x="487831" y="136190"/>
                  <a:pt x="480631" y="124587"/>
                </a:cubicBezTo>
                <a:cubicBezTo>
                  <a:pt x="475984" y="117077"/>
                  <a:pt x="473195" y="106610"/>
                  <a:pt x="473195" y="93411"/>
                </a:cubicBezTo>
                <a:lnTo>
                  <a:pt x="534988" y="93867"/>
                </a:lnTo>
                <a:cubicBezTo>
                  <a:pt x="537774" y="93867"/>
                  <a:pt x="539401" y="92501"/>
                  <a:pt x="539401" y="89995"/>
                </a:cubicBezTo>
                <a:cubicBezTo>
                  <a:pt x="539401" y="70931"/>
                  <a:pt x="532433" y="50487"/>
                  <a:pt x="500145" y="50487"/>
                </a:cubicBezTo>
                <a:cubicBezTo>
                  <a:pt x="479933" y="50487"/>
                  <a:pt x="453682" y="69343"/>
                  <a:pt x="453682" y="103878"/>
                </a:cubicBezTo>
                <a:cubicBezTo>
                  <a:pt x="453682" y="116622"/>
                  <a:pt x="456936" y="128910"/>
                  <a:pt x="464603" y="137556"/>
                </a:cubicBezTo>
                <a:cubicBezTo>
                  <a:pt x="472500" y="146664"/>
                  <a:pt x="483417" y="152127"/>
                  <a:pt x="500145" y="152127"/>
                </a:cubicBezTo>
                <a:cubicBezTo>
                  <a:pt x="517797" y="152127"/>
                  <a:pt x="530341" y="144158"/>
                  <a:pt x="539635" y="132322"/>
                </a:cubicBezTo>
                <a:cubicBezTo>
                  <a:pt x="538937" y="130046"/>
                  <a:pt x="537544" y="128910"/>
                  <a:pt x="534754" y="128680"/>
                </a:cubicBezTo>
                <a:close/>
                <a:moveTo>
                  <a:pt x="674834" y="18870"/>
                </a:moveTo>
                <a:cubicBezTo>
                  <a:pt x="684823" y="18870"/>
                  <a:pt x="694113" y="24788"/>
                  <a:pt x="694113" y="39356"/>
                </a:cubicBezTo>
                <a:cubicBezTo>
                  <a:pt x="694113" y="50733"/>
                  <a:pt x="680640" y="68258"/>
                  <a:pt x="657642" y="71445"/>
                </a:cubicBezTo>
                <a:lnTo>
                  <a:pt x="658805" y="78732"/>
                </a:lnTo>
                <a:cubicBezTo>
                  <a:pt x="662754" y="78277"/>
                  <a:pt x="666936" y="78277"/>
                  <a:pt x="669957" y="78277"/>
                </a:cubicBezTo>
                <a:cubicBezTo>
                  <a:pt x="683196" y="78277"/>
                  <a:pt x="700387" y="81926"/>
                  <a:pt x="700387" y="107684"/>
                </a:cubicBezTo>
                <a:cubicBezTo>
                  <a:pt x="700387" y="138004"/>
                  <a:pt x="679711" y="144158"/>
                  <a:pt x="671580" y="144158"/>
                </a:cubicBezTo>
                <a:cubicBezTo>
                  <a:pt x="659734" y="144158"/>
                  <a:pt x="657642" y="138915"/>
                  <a:pt x="654856" y="134810"/>
                </a:cubicBezTo>
                <a:cubicBezTo>
                  <a:pt x="652531" y="131620"/>
                  <a:pt x="649511" y="128885"/>
                  <a:pt x="644868" y="128885"/>
                </a:cubicBezTo>
                <a:cubicBezTo>
                  <a:pt x="639987" y="128885"/>
                  <a:pt x="635109" y="133215"/>
                  <a:pt x="635109" y="136864"/>
                </a:cubicBezTo>
                <a:cubicBezTo>
                  <a:pt x="635109" y="145979"/>
                  <a:pt x="654622" y="152127"/>
                  <a:pt x="668560" y="152127"/>
                </a:cubicBezTo>
                <a:cubicBezTo>
                  <a:pt x="696204" y="152127"/>
                  <a:pt x="720829" y="134585"/>
                  <a:pt x="720829" y="104493"/>
                </a:cubicBezTo>
                <a:cubicBezTo>
                  <a:pt x="720829" y="79646"/>
                  <a:pt x="701780" y="70764"/>
                  <a:pt x="688073" y="68488"/>
                </a:cubicBezTo>
                <a:lnTo>
                  <a:pt x="687843" y="68032"/>
                </a:lnTo>
                <a:cubicBezTo>
                  <a:pt x="706891" y="59157"/>
                  <a:pt x="712233" y="49823"/>
                  <a:pt x="712233" y="37761"/>
                </a:cubicBezTo>
                <a:cubicBezTo>
                  <a:pt x="712233" y="30932"/>
                  <a:pt x="710606" y="25473"/>
                  <a:pt x="705031" y="19780"/>
                </a:cubicBezTo>
                <a:cubicBezTo>
                  <a:pt x="699923" y="14773"/>
                  <a:pt x="691791" y="10898"/>
                  <a:pt x="679711" y="10898"/>
                </a:cubicBezTo>
                <a:cubicBezTo>
                  <a:pt x="645562" y="10898"/>
                  <a:pt x="635808" y="32753"/>
                  <a:pt x="635808" y="40266"/>
                </a:cubicBezTo>
                <a:cubicBezTo>
                  <a:pt x="635808" y="43453"/>
                  <a:pt x="638129" y="48002"/>
                  <a:pt x="643705" y="48002"/>
                </a:cubicBezTo>
                <a:cubicBezTo>
                  <a:pt x="651836" y="48002"/>
                  <a:pt x="652765" y="40492"/>
                  <a:pt x="652765" y="36169"/>
                </a:cubicBezTo>
                <a:cubicBezTo>
                  <a:pt x="652765" y="21601"/>
                  <a:pt x="668794" y="18870"/>
                  <a:pt x="674834" y="188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406E1-C7B3-44F4-A9A0-38038994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16" y="3374235"/>
            <a:ext cx="1215027" cy="588525"/>
          </a:xfrm>
          <a:custGeom xmlns:a="http://schemas.openxmlformats.org/drawingml/2006/main">
            <a:pathLst>
              <a:path w="1215027" h="588525" fill="none">
                <a:moveTo>
                  <a:pt x="0" y="588525"/>
                </a:moveTo>
                <a:lnTo>
                  <a:pt x="1215027" y="588525"/>
                </a:lnTo>
                <a:lnTo>
                  <a:pt x="1215027" y="0"/>
                </a:lnTo>
                <a:lnTo>
                  <a:pt x="0" y="0"/>
                </a:lnTo>
                <a:lnTo>
                  <a:pt x="0" y="5885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9" name="Text Setreturn">
            <a:extLst xmlns:a="http://schemas.openxmlformats.org/drawingml/2006/main">
              <a:ext uri="{FF2B5EF4-FFF2-40B4-BE49-F238E27FC236}">
                <a16:creationId xmlns:a16="http://schemas.microsoft.com/office/drawing/2014/main" id="{3D3DF47B-F2A6-4D21-896A-4BF4BC50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39" y="3449604"/>
            <a:ext cx="954292" cy="152812"/>
          </a:xfrm>
          <a:custGeom xmlns:a="http://schemas.openxmlformats.org/drawingml/2006/main">
            <a:pathLst>
              <a:path w="954292" h="152812">
                <a:moveTo>
                  <a:pt x="85486" y="6151"/>
                </a:moveTo>
                <a:cubicBezTo>
                  <a:pt x="72013" y="4330"/>
                  <a:pt x="72477" y="0"/>
                  <a:pt x="49713" y="0"/>
                </a:cubicBezTo>
                <a:cubicBezTo>
                  <a:pt x="26251" y="0"/>
                  <a:pt x="5576" y="15259"/>
                  <a:pt x="5576" y="39401"/>
                </a:cubicBezTo>
                <a:cubicBezTo>
                  <a:pt x="5576" y="63313"/>
                  <a:pt x="25784" y="74243"/>
                  <a:pt x="46229" y="81985"/>
                </a:cubicBezTo>
                <a:cubicBezTo>
                  <a:pt x="60166" y="87226"/>
                  <a:pt x="77358" y="93602"/>
                  <a:pt x="77358" y="115920"/>
                </a:cubicBezTo>
                <a:cubicBezTo>
                  <a:pt x="77358" y="134366"/>
                  <a:pt x="66901" y="143929"/>
                  <a:pt x="48317" y="143929"/>
                </a:cubicBezTo>
                <a:cubicBezTo>
                  <a:pt x="26716" y="143929"/>
                  <a:pt x="12775" y="134136"/>
                  <a:pt x="7667" y="111593"/>
                </a:cubicBezTo>
                <a:cubicBezTo>
                  <a:pt x="4647" y="110679"/>
                  <a:pt x="2322" y="111138"/>
                  <a:pt x="0" y="112274"/>
                </a:cubicBezTo>
                <a:cubicBezTo>
                  <a:pt x="929" y="129810"/>
                  <a:pt x="1857" y="135731"/>
                  <a:pt x="4647" y="146890"/>
                </a:cubicBezTo>
                <a:cubicBezTo>
                  <a:pt x="19279" y="146890"/>
                  <a:pt x="25784" y="152127"/>
                  <a:pt x="46459" y="152127"/>
                </a:cubicBezTo>
                <a:cubicBezTo>
                  <a:pt x="56912" y="152127"/>
                  <a:pt x="66901" y="149625"/>
                  <a:pt x="75033" y="144614"/>
                </a:cubicBezTo>
                <a:cubicBezTo>
                  <a:pt x="88506" y="136416"/>
                  <a:pt x="96871" y="122522"/>
                  <a:pt x="96871" y="107948"/>
                </a:cubicBezTo>
                <a:cubicBezTo>
                  <a:pt x="96871" y="83810"/>
                  <a:pt x="78287" y="73106"/>
                  <a:pt x="59238" y="66045"/>
                </a:cubicBezTo>
                <a:cubicBezTo>
                  <a:pt x="45300" y="61034"/>
                  <a:pt x="22069" y="52381"/>
                  <a:pt x="22069" y="33253"/>
                </a:cubicBezTo>
                <a:cubicBezTo>
                  <a:pt x="22069" y="20500"/>
                  <a:pt x="33915" y="7746"/>
                  <a:pt x="47622" y="7746"/>
                </a:cubicBezTo>
                <a:cubicBezTo>
                  <a:pt x="70155" y="7746"/>
                  <a:pt x="77358" y="21865"/>
                  <a:pt x="82001" y="36895"/>
                </a:cubicBezTo>
                <a:cubicBezTo>
                  <a:pt x="84557" y="37351"/>
                  <a:pt x="87577" y="37125"/>
                  <a:pt x="89668" y="35530"/>
                </a:cubicBezTo>
                <a:cubicBezTo>
                  <a:pt x="88740" y="24597"/>
                  <a:pt x="87811" y="18220"/>
                  <a:pt x="85486" y="6151"/>
                </a:cubicBezTo>
                <a:close/>
                <a:moveTo>
                  <a:pt x="135199" y="85669"/>
                </a:moveTo>
                <a:cubicBezTo>
                  <a:pt x="139612" y="60043"/>
                  <a:pt x="155875" y="58003"/>
                  <a:pt x="161450" y="58003"/>
                </a:cubicBezTo>
                <a:cubicBezTo>
                  <a:pt x="170277" y="58003"/>
                  <a:pt x="180730" y="62768"/>
                  <a:pt x="180730" y="81815"/>
                </a:cubicBezTo>
                <a:cubicBezTo>
                  <a:pt x="180730" y="83855"/>
                  <a:pt x="179801" y="84991"/>
                  <a:pt x="177245" y="84991"/>
                </a:cubicBezTo>
                <a:lnTo>
                  <a:pt x="135199" y="85669"/>
                </a:lnTo>
                <a:moveTo>
                  <a:pt x="196060" y="128680"/>
                </a:moveTo>
                <a:cubicBezTo>
                  <a:pt x="187468" y="137330"/>
                  <a:pt x="180730" y="140968"/>
                  <a:pt x="167257" y="140968"/>
                </a:cubicBezTo>
                <a:cubicBezTo>
                  <a:pt x="158895" y="140968"/>
                  <a:pt x="149136" y="136190"/>
                  <a:pt x="141937" y="124587"/>
                </a:cubicBezTo>
                <a:cubicBezTo>
                  <a:pt x="137290" y="117077"/>
                  <a:pt x="134501" y="106610"/>
                  <a:pt x="134501" y="93411"/>
                </a:cubicBezTo>
                <a:lnTo>
                  <a:pt x="196294" y="93867"/>
                </a:lnTo>
                <a:cubicBezTo>
                  <a:pt x="199080" y="93867"/>
                  <a:pt x="200707" y="92501"/>
                  <a:pt x="200707" y="89995"/>
                </a:cubicBezTo>
                <a:cubicBezTo>
                  <a:pt x="200707" y="70931"/>
                  <a:pt x="193738" y="50487"/>
                  <a:pt x="161450" y="50487"/>
                </a:cubicBezTo>
                <a:cubicBezTo>
                  <a:pt x="141239" y="50487"/>
                  <a:pt x="114988" y="69343"/>
                  <a:pt x="114988" y="103878"/>
                </a:cubicBezTo>
                <a:cubicBezTo>
                  <a:pt x="114988" y="116622"/>
                  <a:pt x="118241" y="128910"/>
                  <a:pt x="125909" y="137556"/>
                </a:cubicBezTo>
                <a:cubicBezTo>
                  <a:pt x="133806" y="146664"/>
                  <a:pt x="144723" y="152127"/>
                  <a:pt x="161450" y="152127"/>
                </a:cubicBezTo>
                <a:cubicBezTo>
                  <a:pt x="179103" y="152127"/>
                  <a:pt x="191647" y="144158"/>
                  <a:pt x="200941" y="132322"/>
                </a:cubicBezTo>
                <a:cubicBezTo>
                  <a:pt x="200243" y="130046"/>
                  <a:pt x="198850" y="128910"/>
                  <a:pt x="196060" y="128680"/>
                </a:cubicBezTo>
                <a:close/>
                <a:moveTo>
                  <a:pt x="220223" y="52266"/>
                </a:moveTo>
                <a:cubicBezTo>
                  <a:pt x="216969" y="52266"/>
                  <a:pt x="216040" y="55001"/>
                  <a:pt x="216040" y="56822"/>
                </a:cubicBezTo>
                <a:lnTo>
                  <a:pt x="216040" y="59783"/>
                </a:lnTo>
                <a:cubicBezTo>
                  <a:pt x="216040" y="60922"/>
                  <a:pt x="216270" y="61148"/>
                  <a:pt x="217202" y="61148"/>
                </a:cubicBezTo>
                <a:lnTo>
                  <a:pt x="230906" y="61148"/>
                </a:lnTo>
                <a:lnTo>
                  <a:pt x="230906" y="129598"/>
                </a:lnTo>
                <a:cubicBezTo>
                  <a:pt x="230906" y="145750"/>
                  <a:pt x="238109" y="152127"/>
                  <a:pt x="248792" y="152127"/>
                </a:cubicBezTo>
                <a:cubicBezTo>
                  <a:pt x="259479" y="152127"/>
                  <a:pt x="271095" y="147119"/>
                  <a:pt x="280155" y="137101"/>
                </a:cubicBezTo>
                <a:cubicBezTo>
                  <a:pt x="279691" y="134828"/>
                  <a:pt x="278298" y="133462"/>
                  <a:pt x="275972" y="133236"/>
                </a:cubicBezTo>
                <a:cubicBezTo>
                  <a:pt x="269932" y="137785"/>
                  <a:pt x="262964" y="139603"/>
                  <a:pt x="256924" y="139603"/>
                </a:cubicBezTo>
                <a:cubicBezTo>
                  <a:pt x="250653" y="139603"/>
                  <a:pt x="249260" y="132781"/>
                  <a:pt x="249260" y="118682"/>
                </a:cubicBezTo>
                <a:lnTo>
                  <a:pt x="249260" y="61148"/>
                </a:lnTo>
                <a:lnTo>
                  <a:pt x="273417" y="61148"/>
                </a:lnTo>
                <a:cubicBezTo>
                  <a:pt x="275742" y="61148"/>
                  <a:pt x="278992" y="60238"/>
                  <a:pt x="278992" y="58187"/>
                </a:cubicBezTo>
                <a:lnTo>
                  <a:pt x="278992" y="53635"/>
                </a:lnTo>
                <a:cubicBezTo>
                  <a:pt x="278992" y="52725"/>
                  <a:pt x="278298" y="52266"/>
                  <a:pt x="277135" y="52266"/>
                </a:cubicBezTo>
                <a:lnTo>
                  <a:pt x="249260" y="52266"/>
                </a:lnTo>
                <a:lnTo>
                  <a:pt x="249260" y="43387"/>
                </a:lnTo>
                <a:cubicBezTo>
                  <a:pt x="249260" y="28583"/>
                  <a:pt x="250189" y="19471"/>
                  <a:pt x="250189" y="19471"/>
                </a:cubicBezTo>
                <a:cubicBezTo>
                  <a:pt x="250189" y="18105"/>
                  <a:pt x="249490" y="17421"/>
                  <a:pt x="248328" y="17421"/>
                </a:cubicBezTo>
                <a:cubicBezTo>
                  <a:pt x="247399" y="17421"/>
                  <a:pt x="245308" y="18335"/>
                  <a:pt x="243220" y="19471"/>
                </a:cubicBezTo>
                <a:cubicBezTo>
                  <a:pt x="240664" y="20840"/>
                  <a:pt x="238339" y="21977"/>
                  <a:pt x="235319" y="22661"/>
                </a:cubicBezTo>
                <a:cubicBezTo>
                  <a:pt x="232533" y="23572"/>
                  <a:pt x="230211" y="24256"/>
                  <a:pt x="230211" y="25848"/>
                </a:cubicBezTo>
                <a:cubicBezTo>
                  <a:pt x="230211" y="28583"/>
                  <a:pt x="230906" y="26988"/>
                  <a:pt x="230906" y="52266"/>
                </a:cubicBezTo>
                <a:lnTo>
                  <a:pt x="220223" y="52266"/>
                </a:lnTo>
                <a:close/>
                <a:moveTo>
                  <a:pt x="400487" y="68272"/>
                </a:moveTo>
                <a:cubicBezTo>
                  <a:pt x="400022" y="59157"/>
                  <a:pt x="399788" y="53239"/>
                  <a:pt x="398629" y="50959"/>
                </a:cubicBezTo>
                <a:cubicBezTo>
                  <a:pt x="398161" y="49819"/>
                  <a:pt x="397697" y="49138"/>
                  <a:pt x="395840" y="49138"/>
                </a:cubicBezTo>
                <a:cubicBezTo>
                  <a:pt x="389335" y="51644"/>
                  <a:pt x="383295" y="53694"/>
                  <a:pt x="367266" y="55741"/>
                </a:cubicBezTo>
                <a:cubicBezTo>
                  <a:pt x="366802" y="57110"/>
                  <a:pt x="367266" y="60752"/>
                  <a:pt x="367731" y="62118"/>
                </a:cubicBezTo>
                <a:cubicBezTo>
                  <a:pt x="380275" y="63258"/>
                  <a:pt x="382831" y="64397"/>
                  <a:pt x="382831" y="77620"/>
                </a:cubicBezTo>
                <a:lnTo>
                  <a:pt x="382831" y="122085"/>
                </a:lnTo>
                <a:cubicBezTo>
                  <a:pt x="382831" y="141010"/>
                  <a:pt x="380045" y="141921"/>
                  <a:pt x="365639" y="142834"/>
                </a:cubicBezTo>
                <a:cubicBezTo>
                  <a:pt x="364246" y="144200"/>
                  <a:pt x="364246" y="148982"/>
                  <a:pt x="365639" y="150348"/>
                </a:cubicBezTo>
                <a:cubicBezTo>
                  <a:pt x="373771" y="150122"/>
                  <a:pt x="382831" y="149892"/>
                  <a:pt x="392125" y="149892"/>
                </a:cubicBezTo>
                <a:cubicBezTo>
                  <a:pt x="401415" y="149892"/>
                  <a:pt x="412102" y="150122"/>
                  <a:pt x="420230" y="150348"/>
                </a:cubicBezTo>
                <a:cubicBezTo>
                  <a:pt x="421627" y="148982"/>
                  <a:pt x="421627" y="144200"/>
                  <a:pt x="420230" y="142834"/>
                </a:cubicBezTo>
                <a:cubicBezTo>
                  <a:pt x="403971" y="141695"/>
                  <a:pt x="401181" y="141010"/>
                  <a:pt x="401181" y="122085"/>
                </a:cubicBezTo>
                <a:lnTo>
                  <a:pt x="401181" y="90391"/>
                </a:lnTo>
                <a:cubicBezTo>
                  <a:pt x="401181" y="84463"/>
                  <a:pt x="403971" y="79219"/>
                  <a:pt x="406757" y="75115"/>
                </a:cubicBezTo>
                <a:cubicBezTo>
                  <a:pt x="409313" y="71466"/>
                  <a:pt x="414658" y="63942"/>
                  <a:pt x="417444" y="63942"/>
                </a:cubicBezTo>
                <a:cubicBezTo>
                  <a:pt x="419536" y="63942"/>
                  <a:pt x="421627" y="64397"/>
                  <a:pt x="423484" y="66907"/>
                </a:cubicBezTo>
                <a:cubicBezTo>
                  <a:pt x="425111" y="69186"/>
                  <a:pt x="427897" y="72150"/>
                  <a:pt x="431846" y="72150"/>
                </a:cubicBezTo>
                <a:cubicBezTo>
                  <a:pt x="437422" y="72150"/>
                  <a:pt x="442763" y="66448"/>
                  <a:pt x="442763" y="60752"/>
                </a:cubicBezTo>
                <a:cubicBezTo>
                  <a:pt x="442763" y="56426"/>
                  <a:pt x="438584" y="49819"/>
                  <a:pt x="428826" y="49819"/>
                </a:cubicBezTo>
                <a:cubicBezTo>
                  <a:pt x="417909" y="49819"/>
                  <a:pt x="408384" y="59842"/>
                  <a:pt x="403042" y="68727"/>
                </a:cubicBezTo>
                <a:cubicBezTo>
                  <a:pt x="401649" y="71237"/>
                  <a:pt x="400487" y="69412"/>
                  <a:pt x="400487" y="68272"/>
                </a:cubicBezTo>
                <a:close/>
                <a:moveTo>
                  <a:pt x="472964" y="85669"/>
                </a:moveTo>
                <a:cubicBezTo>
                  <a:pt x="477377" y="60043"/>
                  <a:pt x="493640" y="58003"/>
                  <a:pt x="499216" y="58003"/>
                </a:cubicBezTo>
                <a:cubicBezTo>
                  <a:pt x="508042" y="58003"/>
                  <a:pt x="518495" y="62768"/>
                  <a:pt x="518495" y="81815"/>
                </a:cubicBezTo>
                <a:cubicBezTo>
                  <a:pt x="518495" y="83855"/>
                  <a:pt x="517566" y="84991"/>
                  <a:pt x="515011" y="84991"/>
                </a:cubicBezTo>
                <a:lnTo>
                  <a:pt x="472964" y="85669"/>
                </a:lnTo>
                <a:moveTo>
                  <a:pt x="533825" y="128680"/>
                </a:moveTo>
                <a:cubicBezTo>
                  <a:pt x="525233" y="137330"/>
                  <a:pt x="518495" y="140968"/>
                  <a:pt x="505022" y="140968"/>
                </a:cubicBezTo>
                <a:cubicBezTo>
                  <a:pt x="496660" y="140968"/>
                  <a:pt x="486902" y="136190"/>
                  <a:pt x="479703" y="124587"/>
                </a:cubicBezTo>
                <a:cubicBezTo>
                  <a:pt x="475056" y="117077"/>
                  <a:pt x="472266" y="106610"/>
                  <a:pt x="472266" y="93411"/>
                </a:cubicBezTo>
                <a:lnTo>
                  <a:pt x="534059" y="93867"/>
                </a:lnTo>
                <a:cubicBezTo>
                  <a:pt x="536845" y="93867"/>
                  <a:pt x="538472" y="92501"/>
                  <a:pt x="538472" y="89995"/>
                </a:cubicBezTo>
                <a:cubicBezTo>
                  <a:pt x="538472" y="70931"/>
                  <a:pt x="531504" y="50487"/>
                  <a:pt x="499216" y="50487"/>
                </a:cubicBezTo>
                <a:cubicBezTo>
                  <a:pt x="479004" y="50487"/>
                  <a:pt x="452753" y="69343"/>
                  <a:pt x="452753" y="103878"/>
                </a:cubicBezTo>
                <a:cubicBezTo>
                  <a:pt x="452753" y="116622"/>
                  <a:pt x="456007" y="128910"/>
                  <a:pt x="463674" y="137556"/>
                </a:cubicBezTo>
                <a:cubicBezTo>
                  <a:pt x="471571" y="146664"/>
                  <a:pt x="482489" y="152127"/>
                  <a:pt x="499216" y="152127"/>
                </a:cubicBezTo>
                <a:cubicBezTo>
                  <a:pt x="516868" y="152127"/>
                  <a:pt x="529412" y="144158"/>
                  <a:pt x="538706" y="132322"/>
                </a:cubicBezTo>
                <a:cubicBezTo>
                  <a:pt x="538008" y="130046"/>
                  <a:pt x="536615" y="128910"/>
                  <a:pt x="533825" y="128680"/>
                </a:cubicBezTo>
                <a:close/>
                <a:moveTo>
                  <a:pt x="557988" y="52266"/>
                </a:moveTo>
                <a:cubicBezTo>
                  <a:pt x="554734" y="52266"/>
                  <a:pt x="553805" y="55001"/>
                  <a:pt x="553805" y="56822"/>
                </a:cubicBezTo>
                <a:lnTo>
                  <a:pt x="553805" y="59783"/>
                </a:lnTo>
                <a:cubicBezTo>
                  <a:pt x="553805" y="60922"/>
                  <a:pt x="554035" y="61148"/>
                  <a:pt x="554968" y="61148"/>
                </a:cubicBezTo>
                <a:lnTo>
                  <a:pt x="568671" y="61148"/>
                </a:lnTo>
                <a:lnTo>
                  <a:pt x="568671" y="129598"/>
                </a:lnTo>
                <a:cubicBezTo>
                  <a:pt x="568671" y="145750"/>
                  <a:pt x="575874" y="152127"/>
                  <a:pt x="586557" y="152127"/>
                </a:cubicBezTo>
                <a:cubicBezTo>
                  <a:pt x="597244" y="152127"/>
                  <a:pt x="608860" y="147119"/>
                  <a:pt x="617920" y="137101"/>
                </a:cubicBezTo>
                <a:cubicBezTo>
                  <a:pt x="617456" y="134828"/>
                  <a:pt x="616063" y="133462"/>
                  <a:pt x="613738" y="133236"/>
                </a:cubicBezTo>
                <a:cubicBezTo>
                  <a:pt x="607698" y="137785"/>
                  <a:pt x="600729" y="139603"/>
                  <a:pt x="594689" y="139603"/>
                </a:cubicBezTo>
                <a:cubicBezTo>
                  <a:pt x="588418" y="139603"/>
                  <a:pt x="587025" y="132781"/>
                  <a:pt x="587025" y="118682"/>
                </a:cubicBezTo>
                <a:lnTo>
                  <a:pt x="587025" y="61148"/>
                </a:lnTo>
                <a:lnTo>
                  <a:pt x="611182" y="61148"/>
                </a:lnTo>
                <a:cubicBezTo>
                  <a:pt x="613507" y="61148"/>
                  <a:pt x="616758" y="60238"/>
                  <a:pt x="616758" y="58187"/>
                </a:cubicBezTo>
                <a:lnTo>
                  <a:pt x="616758" y="53635"/>
                </a:lnTo>
                <a:cubicBezTo>
                  <a:pt x="616758" y="52725"/>
                  <a:pt x="616063" y="52266"/>
                  <a:pt x="614900" y="52266"/>
                </a:cubicBezTo>
                <a:lnTo>
                  <a:pt x="587025" y="52266"/>
                </a:lnTo>
                <a:lnTo>
                  <a:pt x="587025" y="43387"/>
                </a:lnTo>
                <a:cubicBezTo>
                  <a:pt x="587025" y="28583"/>
                  <a:pt x="587954" y="19471"/>
                  <a:pt x="587954" y="19471"/>
                </a:cubicBezTo>
                <a:cubicBezTo>
                  <a:pt x="587954" y="18105"/>
                  <a:pt x="587256" y="17421"/>
                  <a:pt x="586093" y="17421"/>
                </a:cubicBezTo>
                <a:cubicBezTo>
                  <a:pt x="585164" y="17421"/>
                  <a:pt x="583073" y="18335"/>
                  <a:pt x="580985" y="19471"/>
                </a:cubicBezTo>
                <a:cubicBezTo>
                  <a:pt x="578430" y="20840"/>
                  <a:pt x="576104" y="21977"/>
                  <a:pt x="573084" y="22661"/>
                </a:cubicBezTo>
                <a:cubicBezTo>
                  <a:pt x="570298" y="23572"/>
                  <a:pt x="567976" y="24256"/>
                  <a:pt x="567976" y="25848"/>
                </a:cubicBezTo>
                <a:cubicBezTo>
                  <a:pt x="567976" y="28583"/>
                  <a:pt x="568671" y="26988"/>
                  <a:pt x="568671" y="52266"/>
                </a:cubicBezTo>
                <a:lnTo>
                  <a:pt x="557988" y="52266"/>
                </a:lnTo>
                <a:close/>
                <a:moveTo>
                  <a:pt x="671814" y="152127"/>
                </a:moveTo>
                <a:cubicBezTo>
                  <a:pt x="680874" y="152127"/>
                  <a:pt x="691792" y="147575"/>
                  <a:pt x="703173" y="138470"/>
                </a:cubicBezTo>
                <a:cubicBezTo>
                  <a:pt x="704336" y="137559"/>
                  <a:pt x="706427" y="137104"/>
                  <a:pt x="706658" y="138696"/>
                </a:cubicBezTo>
                <a:cubicBezTo>
                  <a:pt x="707356" y="144384"/>
                  <a:pt x="709213" y="152127"/>
                  <a:pt x="709213" y="152127"/>
                </a:cubicBezTo>
                <a:cubicBezTo>
                  <a:pt x="711071" y="152812"/>
                  <a:pt x="712233" y="152586"/>
                  <a:pt x="713626" y="152127"/>
                </a:cubicBezTo>
                <a:cubicBezTo>
                  <a:pt x="718738" y="148030"/>
                  <a:pt x="726869" y="144614"/>
                  <a:pt x="741041" y="143019"/>
                </a:cubicBezTo>
                <a:cubicBezTo>
                  <a:pt x="742434" y="141653"/>
                  <a:pt x="742434" y="138240"/>
                  <a:pt x="741041" y="136878"/>
                </a:cubicBezTo>
                <a:cubicBezTo>
                  <a:pt x="726171" y="135738"/>
                  <a:pt x="724080" y="131419"/>
                  <a:pt x="724080" y="120277"/>
                </a:cubicBezTo>
                <a:lnTo>
                  <a:pt x="724080" y="76619"/>
                </a:lnTo>
                <a:cubicBezTo>
                  <a:pt x="724080" y="69798"/>
                  <a:pt x="725012" y="53190"/>
                  <a:pt x="725012" y="53190"/>
                </a:cubicBezTo>
                <a:cubicBezTo>
                  <a:pt x="725012" y="52506"/>
                  <a:pt x="724314" y="51821"/>
                  <a:pt x="723151" y="51821"/>
                </a:cubicBezTo>
                <a:cubicBezTo>
                  <a:pt x="721992" y="52050"/>
                  <a:pt x="718507" y="52280"/>
                  <a:pt x="715023" y="52280"/>
                </a:cubicBezTo>
                <a:cubicBezTo>
                  <a:pt x="707586" y="52280"/>
                  <a:pt x="699225" y="52050"/>
                  <a:pt x="691327" y="51821"/>
                </a:cubicBezTo>
                <a:cubicBezTo>
                  <a:pt x="689934" y="53190"/>
                  <a:pt x="689934" y="57972"/>
                  <a:pt x="691327" y="59338"/>
                </a:cubicBezTo>
                <a:cubicBezTo>
                  <a:pt x="702709" y="60019"/>
                  <a:pt x="705729" y="62750"/>
                  <a:pt x="705729" y="77756"/>
                </a:cubicBezTo>
                <a:lnTo>
                  <a:pt x="705729" y="121643"/>
                </a:lnTo>
                <a:cubicBezTo>
                  <a:pt x="705729" y="125963"/>
                  <a:pt x="705265" y="127780"/>
                  <a:pt x="702014" y="130512"/>
                </a:cubicBezTo>
                <a:cubicBezTo>
                  <a:pt x="693419" y="137785"/>
                  <a:pt x="684589" y="141424"/>
                  <a:pt x="678783" y="141424"/>
                </a:cubicBezTo>
                <a:cubicBezTo>
                  <a:pt x="671814" y="141424"/>
                  <a:pt x="660198" y="138240"/>
                  <a:pt x="660198" y="118005"/>
                </a:cubicBezTo>
                <a:lnTo>
                  <a:pt x="660198" y="76619"/>
                </a:lnTo>
                <a:cubicBezTo>
                  <a:pt x="660198" y="69798"/>
                  <a:pt x="661127" y="53190"/>
                  <a:pt x="661127" y="53190"/>
                </a:cubicBezTo>
                <a:cubicBezTo>
                  <a:pt x="661127" y="52506"/>
                  <a:pt x="660432" y="51821"/>
                  <a:pt x="659270" y="51821"/>
                </a:cubicBezTo>
                <a:cubicBezTo>
                  <a:pt x="658107" y="52050"/>
                  <a:pt x="654623" y="52280"/>
                  <a:pt x="651138" y="52280"/>
                </a:cubicBezTo>
                <a:cubicBezTo>
                  <a:pt x="643705" y="52280"/>
                  <a:pt x="635343" y="52050"/>
                  <a:pt x="627442" y="51821"/>
                </a:cubicBezTo>
                <a:cubicBezTo>
                  <a:pt x="626049" y="53190"/>
                  <a:pt x="626049" y="57972"/>
                  <a:pt x="627442" y="59338"/>
                </a:cubicBezTo>
                <a:cubicBezTo>
                  <a:pt x="638594" y="60248"/>
                  <a:pt x="641848" y="62750"/>
                  <a:pt x="641848" y="77530"/>
                </a:cubicBezTo>
                <a:lnTo>
                  <a:pt x="641848" y="121188"/>
                </a:lnTo>
                <a:cubicBezTo>
                  <a:pt x="641848" y="136878"/>
                  <a:pt x="648817" y="152127"/>
                  <a:pt x="671814" y="152127"/>
                </a:cubicBezTo>
                <a:close/>
                <a:moveTo>
                  <a:pt x="785641" y="68272"/>
                </a:moveTo>
                <a:cubicBezTo>
                  <a:pt x="785177" y="59157"/>
                  <a:pt x="784943" y="53239"/>
                  <a:pt x="783784" y="50959"/>
                </a:cubicBezTo>
                <a:cubicBezTo>
                  <a:pt x="783316" y="49819"/>
                  <a:pt x="782852" y="49138"/>
                  <a:pt x="780994" y="49138"/>
                </a:cubicBezTo>
                <a:cubicBezTo>
                  <a:pt x="774490" y="51644"/>
                  <a:pt x="768450" y="53694"/>
                  <a:pt x="752421" y="55741"/>
                </a:cubicBezTo>
                <a:cubicBezTo>
                  <a:pt x="751957" y="57110"/>
                  <a:pt x="752421" y="60752"/>
                  <a:pt x="752885" y="62118"/>
                </a:cubicBezTo>
                <a:cubicBezTo>
                  <a:pt x="765430" y="63258"/>
                  <a:pt x="767985" y="64397"/>
                  <a:pt x="767985" y="77620"/>
                </a:cubicBezTo>
                <a:lnTo>
                  <a:pt x="767985" y="122085"/>
                </a:lnTo>
                <a:cubicBezTo>
                  <a:pt x="767985" y="141010"/>
                  <a:pt x="765199" y="141921"/>
                  <a:pt x="750794" y="142834"/>
                </a:cubicBezTo>
                <a:cubicBezTo>
                  <a:pt x="749401" y="144200"/>
                  <a:pt x="749401" y="148982"/>
                  <a:pt x="750794" y="150348"/>
                </a:cubicBezTo>
                <a:cubicBezTo>
                  <a:pt x="758925" y="150122"/>
                  <a:pt x="767985" y="149892"/>
                  <a:pt x="777279" y="149892"/>
                </a:cubicBezTo>
                <a:cubicBezTo>
                  <a:pt x="786570" y="149892"/>
                  <a:pt x="797257" y="150122"/>
                  <a:pt x="805385" y="150348"/>
                </a:cubicBezTo>
                <a:cubicBezTo>
                  <a:pt x="806781" y="148982"/>
                  <a:pt x="806781" y="144200"/>
                  <a:pt x="805385" y="142834"/>
                </a:cubicBezTo>
                <a:cubicBezTo>
                  <a:pt x="789126" y="141695"/>
                  <a:pt x="786336" y="141010"/>
                  <a:pt x="786336" y="122085"/>
                </a:cubicBezTo>
                <a:lnTo>
                  <a:pt x="786336" y="90391"/>
                </a:lnTo>
                <a:cubicBezTo>
                  <a:pt x="786336" y="84463"/>
                  <a:pt x="789126" y="79219"/>
                  <a:pt x="791912" y="75115"/>
                </a:cubicBezTo>
                <a:cubicBezTo>
                  <a:pt x="794467" y="71466"/>
                  <a:pt x="799813" y="63942"/>
                  <a:pt x="802599" y="63942"/>
                </a:cubicBezTo>
                <a:cubicBezTo>
                  <a:pt x="804690" y="63942"/>
                  <a:pt x="806781" y="64397"/>
                  <a:pt x="808639" y="66907"/>
                </a:cubicBezTo>
                <a:cubicBezTo>
                  <a:pt x="810266" y="69186"/>
                  <a:pt x="813052" y="72150"/>
                  <a:pt x="817001" y="72150"/>
                </a:cubicBezTo>
                <a:cubicBezTo>
                  <a:pt x="822576" y="72150"/>
                  <a:pt x="827918" y="66448"/>
                  <a:pt x="827918" y="60752"/>
                </a:cubicBezTo>
                <a:cubicBezTo>
                  <a:pt x="827918" y="56426"/>
                  <a:pt x="823739" y="49819"/>
                  <a:pt x="813980" y="49819"/>
                </a:cubicBezTo>
                <a:cubicBezTo>
                  <a:pt x="803063" y="49819"/>
                  <a:pt x="793539" y="59842"/>
                  <a:pt x="788197" y="68727"/>
                </a:cubicBezTo>
                <a:cubicBezTo>
                  <a:pt x="786804" y="71237"/>
                  <a:pt x="785641" y="69412"/>
                  <a:pt x="785641" y="68272"/>
                </a:cubicBezTo>
                <a:close/>
                <a:moveTo>
                  <a:pt x="873914" y="68276"/>
                </a:moveTo>
                <a:cubicBezTo>
                  <a:pt x="872521" y="69871"/>
                  <a:pt x="871128" y="70330"/>
                  <a:pt x="871128" y="68276"/>
                </a:cubicBezTo>
                <a:cubicBezTo>
                  <a:pt x="870894" y="62121"/>
                  <a:pt x="870430" y="53239"/>
                  <a:pt x="869267" y="50959"/>
                </a:cubicBezTo>
                <a:cubicBezTo>
                  <a:pt x="868803" y="49819"/>
                  <a:pt x="868339" y="49138"/>
                  <a:pt x="866481" y="49138"/>
                </a:cubicBezTo>
                <a:cubicBezTo>
                  <a:pt x="859977" y="51644"/>
                  <a:pt x="853937" y="53694"/>
                  <a:pt x="837908" y="55741"/>
                </a:cubicBezTo>
                <a:cubicBezTo>
                  <a:pt x="837444" y="57110"/>
                  <a:pt x="837908" y="60752"/>
                  <a:pt x="838373" y="62121"/>
                </a:cubicBezTo>
                <a:cubicBezTo>
                  <a:pt x="850917" y="63261"/>
                  <a:pt x="853473" y="64401"/>
                  <a:pt x="853473" y="77624"/>
                </a:cubicBezTo>
                <a:lnTo>
                  <a:pt x="853473" y="122085"/>
                </a:lnTo>
                <a:cubicBezTo>
                  <a:pt x="853473" y="140781"/>
                  <a:pt x="851151" y="141695"/>
                  <a:pt x="837210" y="142834"/>
                </a:cubicBezTo>
                <a:cubicBezTo>
                  <a:pt x="835817" y="144200"/>
                  <a:pt x="835817" y="148982"/>
                  <a:pt x="837210" y="150348"/>
                </a:cubicBezTo>
                <a:cubicBezTo>
                  <a:pt x="844182" y="150122"/>
                  <a:pt x="853473" y="149892"/>
                  <a:pt x="862763" y="149892"/>
                </a:cubicBezTo>
                <a:cubicBezTo>
                  <a:pt x="872057" y="149892"/>
                  <a:pt x="879026" y="150122"/>
                  <a:pt x="885995" y="150348"/>
                </a:cubicBezTo>
                <a:cubicBezTo>
                  <a:pt x="887388" y="148982"/>
                  <a:pt x="887388" y="144200"/>
                  <a:pt x="885995" y="142834"/>
                </a:cubicBezTo>
                <a:cubicBezTo>
                  <a:pt x="874148" y="141695"/>
                  <a:pt x="871823" y="140781"/>
                  <a:pt x="871823" y="122085"/>
                </a:cubicBezTo>
                <a:lnTo>
                  <a:pt x="871823" y="84692"/>
                </a:lnTo>
                <a:cubicBezTo>
                  <a:pt x="871823" y="79903"/>
                  <a:pt x="873914" y="77169"/>
                  <a:pt x="875772" y="75118"/>
                </a:cubicBezTo>
                <a:cubicBezTo>
                  <a:pt x="884601" y="66681"/>
                  <a:pt x="895055" y="61663"/>
                  <a:pt x="904115" y="61663"/>
                </a:cubicBezTo>
                <a:cubicBezTo>
                  <a:pt x="908762" y="61663"/>
                  <a:pt x="913639" y="64627"/>
                  <a:pt x="916425" y="69871"/>
                </a:cubicBezTo>
                <a:cubicBezTo>
                  <a:pt x="918750" y="74434"/>
                  <a:pt x="919215" y="80588"/>
                  <a:pt x="919215" y="87427"/>
                </a:cubicBezTo>
                <a:lnTo>
                  <a:pt x="919215" y="122085"/>
                </a:lnTo>
                <a:cubicBezTo>
                  <a:pt x="919215" y="140781"/>
                  <a:pt x="916889" y="141695"/>
                  <a:pt x="904809" y="142834"/>
                </a:cubicBezTo>
                <a:cubicBezTo>
                  <a:pt x="903650" y="144200"/>
                  <a:pt x="903650" y="148982"/>
                  <a:pt x="904809" y="150348"/>
                </a:cubicBezTo>
                <a:cubicBezTo>
                  <a:pt x="911782" y="150122"/>
                  <a:pt x="919215" y="149892"/>
                  <a:pt x="928505" y="149892"/>
                </a:cubicBezTo>
                <a:cubicBezTo>
                  <a:pt x="937799" y="149892"/>
                  <a:pt x="946161" y="150122"/>
                  <a:pt x="953130" y="150348"/>
                </a:cubicBezTo>
                <a:cubicBezTo>
                  <a:pt x="954292" y="148982"/>
                  <a:pt x="954292" y="144200"/>
                  <a:pt x="953130" y="142834"/>
                </a:cubicBezTo>
                <a:cubicBezTo>
                  <a:pt x="940121" y="141695"/>
                  <a:pt x="937565" y="140781"/>
                  <a:pt x="937565" y="122085"/>
                </a:cubicBezTo>
                <a:lnTo>
                  <a:pt x="937565" y="88112"/>
                </a:lnTo>
                <a:cubicBezTo>
                  <a:pt x="937565" y="75573"/>
                  <a:pt x="936637" y="64627"/>
                  <a:pt x="931295" y="57565"/>
                </a:cubicBezTo>
                <a:cubicBezTo>
                  <a:pt x="927343" y="52554"/>
                  <a:pt x="920143" y="49819"/>
                  <a:pt x="912012" y="49819"/>
                </a:cubicBezTo>
                <a:cubicBezTo>
                  <a:pt x="900630" y="49819"/>
                  <a:pt x="887622" y="52780"/>
                  <a:pt x="873914" y="682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address">
            <a:extLst xmlns:a="http://schemas.openxmlformats.org/drawingml/2006/main">
              <a:ext uri="{FF2B5EF4-FFF2-40B4-BE49-F238E27FC236}">
                <a16:creationId xmlns:a16="http://schemas.microsoft.com/office/drawing/2014/main" id="{D2FFB10C-C9D6-4E3A-9ED0-6A01956B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6" y="3725150"/>
            <a:ext cx="693184" cy="161930"/>
          </a:xfrm>
          <a:custGeom xmlns:a="http://schemas.openxmlformats.org/drawingml/2006/main">
            <a:pathLst>
              <a:path w="693184" h="161930">
                <a:moveTo>
                  <a:pt x="59702" y="105880"/>
                </a:moveTo>
                <a:lnTo>
                  <a:pt x="59702" y="135957"/>
                </a:lnTo>
                <a:cubicBezTo>
                  <a:pt x="59702" y="138921"/>
                  <a:pt x="58306" y="140517"/>
                  <a:pt x="56448" y="141882"/>
                </a:cubicBezTo>
                <a:cubicBezTo>
                  <a:pt x="50408" y="146668"/>
                  <a:pt x="42511" y="151911"/>
                  <a:pt x="36006" y="151911"/>
                </a:cubicBezTo>
                <a:cubicBezTo>
                  <a:pt x="24391" y="151911"/>
                  <a:pt x="19279" y="142796"/>
                  <a:pt x="19279" y="135731"/>
                </a:cubicBezTo>
                <a:cubicBezTo>
                  <a:pt x="19279" y="125476"/>
                  <a:pt x="24160" y="114992"/>
                  <a:pt x="41348" y="110665"/>
                </a:cubicBezTo>
                <a:lnTo>
                  <a:pt x="59702" y="105880"/>
                </a:lnTo>
                <a:moveTo>
                  <a:pt x="59702" y="148037"/>
                </a:moveTo>
                <a:cubicBezTo>
                  <a:pt x="61095" y="155098"/>
                  <a:pt x="63651" y="161246"/>
                  <a:pt x="75267" y="161246"/>
                </a:cubicBezTo>
                <a:cubicBezTo>
                  <a:pt x="84093" y="161246"/>
                  <a:pt x="92454" y="157374"/>
                  <a:pt x="97332" y="152822"/>
                </a:cubicBezTo>
                <a:cubicBezTo>
                  <a:pt x="96867" y="150087"/>
                  <a:pt x="95939" y="148037"/>
                  <a:pt x="93383" y="146671"/>
                </a:cubicBezTo>
                <a:cubicBezTo>
                  <a:pt x="91760" y="148037"/>
                  <a:pt x="87807" y="150316"/>
                  <a:pt x="84787" y="150316"/>
                </a:cubicBezTo>
                <a:cubicBezTo>
                  <a:pt x="78053" y="150316"/>
                  <a:pt x="77819" y="141427"/>
                  <a:pt x="77819" y="130946"/>
                </a:cubicBezTo>
                <a:lnTo>
                  <a:pt x="77819" y="97446"/>
                </a:lnTo>
                <a:cubicBezTo>
                  <a:pt x="77819" y="65089"/>
                  <a:pt x="59702" y="58938"/>
                  <a:pt x="42741" y="58938"/>
                </a:cubicBezTo>
                <a:cubicBezTo>
                  <a:pt x="23692" y="58938"/>
                  <a:pt x="4413" y="71240"/>
                  <a:pt x="4413" y="84230"/>
                </a:cubicBezTo>
                <a:cubicBezTo>
                  <a:pt x="4413" y="89700"/>
                  <a:pt x="7199" y="92435"/>
                  <a:pt x="12544" y="92435"/>
                </a:cubicBezTo>
                <a:cubicBezTo>
                  <a:pt x="19279" y="92435"/>
                  <a:pt x="23462" y="87650"/>
                  <a:pt x="23462" y="84685"/>
                </a:cubicBezTo>
                <a:cubicBezTo>
                  <a:pt x="23462" y="83090"/>
                  <a:pt x="23228" y="81495"/>
                  <a:pt x="22764" y="80585"/>
                </a:cubicBezTo>
                <a:cubicBezTo>
                  <a:pt x="22533" y="79900"/>
                  <a:pt x="22299" y="78534"/>
                  <a:pt x="22299" y="76025"/>
                </a:cubicBezTo>
                <a:cubicBezTo>
                  <a:pt x="22299" y="68960"/>
                  <a:pt x="32058" y="66455"/>
                  <a:pt x="40884" y="66455"/>
                </a:cubicBezTo>
                <a:cubicBezTo>
                  <a:pt x="48781" y="66455"/>
                  <a:pt x="59702" y="70330"/>
                  <a:pt x="59702" y="96080"/>
                </a:cubicBezTo>
                <a:cubicBezTo>
                  <a:pt x="59702" y="97675"/>
                  <a:pt x="59004" y="98586"/>
                  <a:pt x="58306" y="98815"/>
                </a:cubicBezTo>
                <a:lnTo>
                  <a:pt x="38328" y="103600"/>
                </a:lnTo>
                <a:cubicBezTo>
                  <a:pt x="16029" y="109070"/>
                  <a:pt x="0" y="121146"/>
                  <a:pt x="0" y="136642"/>
                </a:cubicBezTo>
                <a:cubicBezTo>
                  <a:pt x="0" y="155328"/>
                  <a:pt x="13009" y="161246"/>
                  <a:pt x="29268" y="161246"/>
                </a:cubicBezTo>
                <a:cubicBezTo>
                  <a:pt x="37399" y="161246"/>
                  <a:pt x="44368" y="159425"/>
                  <a:pt x="54591" y="151682"/>
                </a:cubicBezTo>
                <a:lnTo>
                  <a:pt x="59238" y="148037"/>
                </a:lnTo>
                <a:lnTo>
                  <a:pt x="59702" y="148037"/>
                </a:lnTo>
                <a:close/>
                <a:moveTo>
                  <a:pt x="177940" y="130717"/>
                </a:moveTo>
                <a:cubicBezTo>
                  <a:pt x="177940" y="135047"/>
                  <a:pt x="177476" y="136871"/>
                  <a:pt x="174225" y="139606"/>
                </a:cubicBezTo>
                <a:cubicBezTo>
                  <a:pt x="165629" y="146897"/>
                  <a:pt x="158196" y="150542"/>
                  <a:pt x="152387" y="150542"/>
                </a:cubicBezTo>
                <a:cubicBezTo>
                  <a:pt x="139846" y="150542"/>
                  <a:pt x="126837" y="137097"/>
                  <a:pt x="126837" y="108611"/>
                </a:cubicBezTo>
                <a:cubicBezTo>
                  <a:pt x="126837" y="92205"/>
                  <a:pt x="130087" y="83090"/>
                  <a:pt x="133572" y="78305"/>
                </a:cubicBezTo>
                <a:cubicBezTo>
                  <a:pt x="140775" y="67595"/>
                  <a:pt x="150529" y="66910"/>
                  <a:pt x="155176" y="66910"/>
                </a:cubicBezTo>
                <a:cubicBezTo>
                  <a:pt x="163538" y="66910"/>
                  <a:pt x="169348" y="69874"/>
                  <a:pt x="173991" y="75115"/>
                </a:cubicBezTo>
                <a:cubicBezTo>
                  <a:pt x="177245" y="78760"/>
                  <a:pt x="177940" y="80355"/>
                  <a:pt x="177940" y="87420"/>
                </a:cubicBezTo>
                <a:lnTo>
                  <a:pt x="177940" y="130717"/>
                </a:lnTo>
                <a:moveTo>
                  <a:pt x="175388" y="147581"/>
                </a:moveTo>
                <a:cubicBezTo>
                  <a:pt x="176547" y="146671"/>
                  <a:pt x="178638" y="146212"/>
                  <a:pt x="178872" y="147807"/>
                </a:cubicBezTo>
                <a:cubicBezTo>
                  <a:pt x="179567" y="153277"/>
                  <a:pt x="181428" y="161246"/>
                  <a:pt x="181428" y="161246"/>
                </a:cubicBezTo>
                <a:cubicBezTo>
                  <a:pt x="183285" y="161930"/>
                  <a:pt x="184444" y="161704"/>
                  <a:pt x="185841" y="161246"/>
                </a:cubicBezTo>
                <a:cubicBezTo>
                  <a:pt x="190949" y="157138"/>
                  <a:pt x="199080" y="153722"/>
                  <a:pt x="213251" y="152127"/>
                </a:cubicBezTo>
                <a:cubicBezTo>
                  <a:pt x="214644" y="150761"/>
                  <a:pt x="214644" y="147345"/>
                  <a:pt x="213251" y="145979"/>
                </a:cubicBezTo>
                <a:cubicBezTo>
                  <a:pt x="198385" y="144840"/>
                  <a:pt x="196294" y="140510"/>
                  <a:pt x="196294" y="129344"/>
                </a:cubicBezTo>
                <a:lnTo>
                  <a:pt x="196294" y="26119"/>
                </a:lnTo>
                <a:cubicBezTo>
                  <a:pt x="196294" y="11308"/>
                  <a:pt x="197223" y="2248"/>
                  <a:pt x="197223" y="2248"/>
                </a:cubicBezTo>
                <a:cubicBezTo>
                  <a:pt x="197223" y="678"/>
                  <a:pt x="196294" y="0"/>
                  <a:pt x="194203" y="0"/>
                </a:cubicBezTo>
                <a:cubicBezTo>
                  <a:pt x="188397" y="2248"/>
                  <a:pt x="170971" y="5393"/>
                  <a:pt x="161681" y="6068"/>
                </a:cubicBezTo>
                <a:cubicBezTo>
                  <a:pt x="161216" y="7892"/>
                  <a:pt x="161681" y="11534"/>
                  <a:pt x="163074" y="12900"/>
                </a:cubicBezTo>
                <a:cubicBezTo>
                  <a:pt x="175154" y="13584"/>
                  <a:pt x="177940" y="12444"/>
                  <a:pt x="177940" y="31589"/>
                </a:cubicBezTo>
                <a:lnTo>
                  <a:pt x="177940" y="60763"/>
                </a:lnTo>
                <a:cubicBezTo>
                  <a:pt x="177940" y="62358"/>
                  <a:pt x="177476" y="62813"/>
                  <a:pt x="175852" y="62813"/>
                </a:cubicBezTo>
                <a:cubicBezTo>
                  <a:pt x="174920" y="62813"/>
                  <a:pt x="165399" y="58938"/>
                  <a:pt x="157732" y="58938"/>
                </a:cubicBezTo>
                <a:cubicBezTo>
                  <a:pt x="142398" y="58938"/>
                  <a:pt x="132179" y="63949"/>
                  <a:pt x="122885" y="72606"/>
                </a:cubicBezTo>
                <a:cubicBezTo>
                  <a:pt x="112896" y="82406"/>
                  <a:pt x="106856" y="95851"/>
                  <a:pt x="106856" y="112712"/>
                </a:cubicBezTo>
                <a:cubicBezTo>
                  <a:pt x="106856" y="140746"/>
                  <a:pt x="121261" y="161246"/>
                  <a:pt x="146350" y="161246"/>
                </a:cubicBezTo>
                <a:cubicBezTo>
                  <a:pt x="155407" y="161246"/>
                  <a:pt x="164002" y="156693"/>
                  <a:pt x="175388" y="147581"/>
                </a:cubicBezTo>
                <a:close/>
                <a:moveTo>
                  <a:pt x="295484" y="130717"/>
                </a:moveTo>
                <a:cubicBezTo>
                  <a:pt x="295484" y="135047"/>
                  <a:pt x="295020" y="136871"/>
                  <a:pt x="291769" y="139606"/>
                </a:cubicBezTo>
                <a:cubicBezTo>
                  <a:pt x="283173" y="146897"/>
                  <a:pt x="275740" y="150542"/>
                  <a:pt x="269931" y="150542"/>
                </a:cubicBezTo>
                <a:cubicBezTo>
                  <a:pt x="257390" y="150542"/>
                  <a:pt x="244381" y="137097"/>
                  <a:pt x="244381" y="108611"/>
                </a:cubicBezTo>
                <a:cubicBezTo>
                  <a:pt x="244381" y="92205"/>
                  <a:pt x="247631" y="83090"/>
                  <a:pt x="251116" y="78305"/>
                </a:cubicBezTo>
                <a:cubicBezTo>
                  <a:pt x="258319" y="67595"/>
                  <a:pt x="268073" y="66910"/>
                  <a:pt x="272720" y="66910"/>
                </a:cubicBezTo>
                <a:cubicBezTo>
                  <a:pt x="281082" y="66910"/>
                  <a:pt x="286892" y="69874"/>
                  <a:pt x="291535" y="75115"/>
                </a:cubicBezTo>
                <a:cubicBezTo>
                  <a:pt x="294789" y="78760"/>
                  <a:pt x="295484" y="80355"/>
                  <a:pt x="295484" y="87420"/>
                </a:cubicBezTo>
                <a:lnTo>
                  <a:pt x="295484" y="130717"/>
                </a:lnTo>
                <a:moveTo>
                  <a:pt x="292932" y="147581"/>
                </a:moveTo>
                <a:cubicBezTo>
                  <a:pt x="294091" y="146671"/>
                  <a:pt x="296182" y="146212"/>
                  <a:pt x="296416" y="147807"/>
                </a:cubicBezTo>
                <a:cubicBezTo>
                  <a:pt x="297111" y="153277"/>
                  <a:pt x="298972" y="161246"/>
                  <a:pt x="298972" y="161246"/>
                </a:cubicBezTo>
                <a:cubicBezTo>
                  <a:pt x="300829" y="161930"/>
                  <a:pt x="301988" y="161704"/>
                  <a:pt x="303385" y="161246"/>
                </a:cubicBezTo>
                <a:cubicBezTo>
                  <a:pt x="308493" y="157138"/>
                  <a:pt x="316624" y="153722"/>
                  <a:pt x="330795" y="152127"/>
                </a:cubicBezTo>
                <a:cubicBezTo>
                  <a:pt x="332188" y="150761"/>
                  <a:pt x="332188" y="147345"/>
                  <a:pt x="330795" y="145979"/>
                </a:cubicBezTo>
                <a:cubicBezTo>
                  <a:pt x="315929" y="144840"/>
                  <a:pt x="313838" y="140510"/>
                  <a:pt x="313838" y="129344"/>
                </a:cubicBezTo>
                <a:lnTo>
                  <a:pt x="313838" y="26119"/>
                </a:lnTo>
                <a:cubicBezTo>
                  <a:pt x="313838" y="11308"/>
                  <a:pt x="314767" y="2248"/>
                  <a:pt x="314767" y="2248"/>
                </a:cubicBezTo>
                <a:cubicBezTo>
                  <a:pt x="314767" y="678"/>
                  <a:pt x="313838" y="0"/>
                  <a:pt x="311747" y="0"/>
                </a:cubicBezTo>
                <a:cubicBezTo>
                  <a:pt x="305941" y="2248"/>
                  <a:pt x="288515" y="5393"/>
                  <a:pt x="279225" y="6068"/>
                </a:cubicBezTo>
                <a:cubicBezTo>
                  <a:pt x="278760" y="7892"/>
                  <a:pt x="279225" y="11534"/>
                  <a:pt x="280618" y="12900"/>
                </a:cubicBezTo>
                <a:cubicBezTo>
                  <a:pt x="292698" y="13584"/>
                  <a:pt x="295484" y="12444"/>
                  <a:pt x="295484" y="31589"/>
                </a:cubicBezTo>
                <a:lnTo>
                  <a:pt x="295484" y="60763"/>
                </a:lnTo>
                <a:cubicBezTo>
                  <a:pt x="295484" y="62358"/>
                  <a:pt x="295020" y="62813"/>
                  <a:pt x="293396" y="62813"/>
                </a:cubicBezTo>
                <a:cubicBezTo>
                  <a:pt x="292464" y="62813"/>
                  <a:pt x="282943" y="58938"/>
                  <a:pt x="275276" y="58938"/>
                </a:cubicBezTo>
                <a:cubicBezTo>
                  <a:pt x="259942" y="58938"/>
                  <a:pt x="249723" y="63949"/>
                  <a:pt x="240429" y="72606"/>
                </a:cubicBezTo>
                <a:cubicBezTo>
                  <a:pt x="230440" y="82406"/>
                  <a:pt x="224400" y="95851"/>
                  <a:pt x="224400" y="112712"/>
                </a:cubicBezTo>
                <a:cubicBezTo>
                  <a:pt x="224400" y="140746"/>
                  <a:pt x="238805" y="161246"/>
                  <a:pt x="263894" y="161246"/>
                </a:cubicBezTo>
                <a:cubicBezTo>
                  <a:pt x="272951" y="161246"/>
                  <a:pt x="281546" y="156693"/>
                  <a:pt x="292932" y="147581"/>
                </a:cubicBezTo>
                <a:close/>
                <a:moveTo>
                  <a:pt x="373771" y="77391"/>
                </a:moveTo>
                <a:cubicBezTo>
                  <a:pt x="373307" y="68276"/>
                  <a:pt x="373073" y="62358"/>
                  <a:pt x="371914" y="60078"/>
                </a:cubicBezTo>
                <a:cubicBezTo>
                  <a:pt x="371446" y="58938"/>
                  <a:pt x="370982" y="58257"/>
                  <a:pt x="369124" y="58257"/>
                </a:cubicBezTo>
                <a:cubicBezTo>
                  <a:pt x="362620" y="60763"/>
                  <a:pt x="356580" y="62813"/>
                  <a:pt x="340551" y="64860"/>
                </a:cubicBezTo>
                <a:cubicBezTo>
                  <a:pt x="340087" y="66229"/>
                  <a:pt x="340551" y="69871"/>
                  <a:pt x="341015" y="71237"/>
                </a:cubicBezTo>
                <a:cubicBezTo>
                  <a:pt x="353560" y="72376"/>
                  <a:pt x="356115" y="73516"/>
                  <a:pt x="356115" y="86739"/>
                </a:cubicBezTo>
                <a:lnTo>
                  <a:pt x="356115" y="131203"/>
                </a:lnTo>
                <a:cubicBezTo>
                  <a:pt x="356115" y="150129"/>
                  <a:pt x="353329" y="151039"/>
                  <a:pt x="338924" y="151953"/>
                </a:cubicBezTo>
                <a:cubicBezTo>
                  <a:pt x="337531" y="153319"/>
                  <a:pt x="337531" y="158101"/>
                  <a:pt x="338924" y="159466"/>
                </a:cubicBezTo>
                <a:cubicBezTo>
                  <a:pt x="347055" y="159241"/>
                  <a:pt x="356115" y="159011"/>
                  <a:pt x="365409" y="159011"/>
                </a:cubicBezTo>
                <a:cubicBezTo>
                  <a:pt x="374700" y="159011"/>
                  <a:pt x="385387" y="159241"/>
                  <a:pt x="393515" y="159466"/>
                </a:cubicBezTo>
                <a:cubicBezTo>
                  <a:pt x="394911" y="158101"/>
                  <a:pt x="394911" y="153319"/>
                  <a:pt x="393515" y="151953"/>
                </a:cubicBezTo>
                <a:cubicBezTo>
                  <a:pt x="377256" y="150813"/>
                  <a:pt x="374466" y="150129"/>
                  <a:pt x="374466" y="131203"/>
                </a:cubicBezTo>
                <a:lnTo>
                  <a:pt x="374466" y="99510"/>
                </a:lnTo>
                <a:cubicBezTo>
                  <a:pt x="374466" y="93582"/>
                  <a:pt x="377256" y="88338"/>
                  <a:pt x="380042" y="84233"/>
                </a:cubicBezTo>
                <a:cubicBezTo>
                  <a:pt x="382597" y="80585"/>
                  <a:pt x="387943" y="73061"/>
                  <a:pt x="390729" y="73061"/>
                </a:cubicBezTo>
                <a:cubicBezTo>
                  <a:pt x="392820" y="73061"/>
                  <a:pt x="394911" y="73516"/>
                  <a:pt x="396769" y="76025"/>
                </a:cubicBezTo>
                <a:cubicBezTo>
                  <a:pt x="398396" y="78305"/>
                  <a:pt x="401182" y="81269"/>
                  <a:pt x="405130" y="81269"/>
                </a:cubicBezTo>
                <a:cubicBezTo>
                  <a:pt x="410706" y="81269"/>
                  <a:pt x="416048" y="75567"/>
                  <a:pt x="416048" y="69871"/>
                </a:cubicBezTo>
                <a:cubicBezTo>
                  <a:pt x="416048" y="65544"/>
                  <a:pt x="411869" y="58938"/>
                  <a:pt x="402110" y="58938"/>
                </a:cubicBezTo>
                <a:cubicBezTo>
                  <a:pt x="391193" y="58938"/>
                  <a:pt x="381669" y="68960"/>
                  <a:pt x="376327" y="77846"/>
                </a:cubicBezTo>
                <a:cubicBezTo>
                  <a:pt x="374934" y="80355"/>
                  <a:pt x="373771" y="78531"/>
                  <a:pt x="373771" y="77391"/>
                </a:cubicBezTo>
                <a:close/>
                <a:moveTo>
                  <a:pt x="446249" y="94787"/>
                </a:moveTo>
                <a:cubicBezTo>
                  <a:pt x="450662" y="69162"/>
                  <a:pt x="466924" y="67122"/>
                  <a:pt x="472500" y="67122"/>
                </a:cubicBezTo>
                <a:cubicBezTo>
                  <a:pt x="481326" y="67122"/>
                  <a:pt x="491779" y="71886"/>
                  <a:pt x="491779" y="90934"/>
                </a:cubicBezTo>
                <a:cubicBezTo>
                  <a:pt x="491779" y="92973"/>
                  <a:pt x="490851" y="94110"/>
                  <a:pt x="488295" y="94110"/>
                </a:cubicBezTo>
                <a:lnTo>
                  <a:pt x="446249" y="94787"/>
                </a:lnTo>
                <a:moveTo>
                  <a:pt x="507110" y="137799"/>
                </a:moveTo>
                <a:cubicBezTo>
                  <a:pt x="498518" y="146449"/>
                  <a:pt x="491779" y="150087"/>
                  <a:pt x="478306" y="150087"/>
                </a:cubicBezTo>
                <a:cubicBezTo>
                  <a:pt x="469944" y="150087"/>
                  <a:pt x="460186" y="145309"/>
                  <a:pt x="452987" y="133705"/>
                </a:cubicBezTo>
                <a:cubicBezTo>
                  <a:pt x="448340" y="126196"/>
                  <a:pt x="445550" y="115729"/>
                  <a:pt x="445550" y="102530"/>
                </a:cubicBezTo>
                <a:lnTo>
                  <a:pt x="507344" y="102985"/>
                </a:lnTo>
                <a:cubicBezTo>
                  <a:pt x="510130" y="102985"/>
                  <a:pt x="511757" y="101620"/>
                  <a:pt x="511757" y="99114"/>
                </a:cubicBezTo>
                <a:cubicBezTo>
                  <a:pt x="511757" y="80049"/>
                  <a:pt x="504788" y="59605"/>
                  <a:pt x="472500" y="59605"/>
                </a:cubicBezTo>
                <a:cubicBezTo>
                  <a:pt x="452289" y="59605"/>
                  <a:pt x="426037" y="78461"/>
                  <a:pt x="426037" y="112997"/>
                </a:cubicBezTo>
                <a:cubicBezTo>
                  <a:pt x="426037" y="125740"/>
                  <a:pt x="429291" y="138028"/>
                  <a:pt x="436958" y="146674"/>
                </a:cubicBezTo>
                <a:cubicBezTo>
                  <a:pt x="444856" y="155783"/>
                  <a:pt x="455773" y="161246"/>
                  <a:pt x="472500" y="161246"/>
                </a:cubicBezTo>
                <a:cubicBezTo>
                  <a:pt x="490152" y="161246"/>
                  <a:pt x="502697" y="153277"/>
                  <a:pt x="511991" y="141441"/>
                </a:cubicBezTo>
                <a:cubicBezTo>
                  <a:pt x="511293" y="139165"/>
                  <a:pt x="509899" y="138028"/>
                  <a:pt x="507110" y="137799"/>
                </a:cubicBezTo>
                <a:close/>
                <a:moveTo>
                  <a:pt x="532431" y="127527"/>
                </a:moveTo>
                <a:cubicBezTo>
                  <a:pt x="533360" y="138692"/>
                  <a:pt x="534058" y="149402"/>
                  <a:pt x="534058" y="158969"/>
                </a:cubicBezTo>
                <a:cubicBezTo>
                  <a:pt x="536380" y="158514"/>
                  <a:pt x="538705" y="158288"/>
                  <a:pt x="539864" y="158288"/>
                </a:cubicBezTo>
                <a:cubicBezTo>
                  <a:pt x="541491" y="158288"/>
                  <a:pt x="542884" y="158288"/>
                  <a:pt x="544511" y="158744"/>
                </a:cubicBezTo>
                <a:cubicBezTo>
                  <a:pt x="550785" y="160335"/>
                  <a:pt x="557056" y="161246"/>
                  <a:pt x="565651" y="161246"/>
                </a:cubicBezTo>
                <a:cubicBezTo>
                  <a:pt x="578660" y="161246"/>
                  <a:pt x="602586" y="155098"/>
                  <a:pt x="602586" y="132538"/>
                </a:cubicBezTo>
                <a:cubicBezTo>
                  <a:pt x="602586" y="117046"/>
                  <a:pt x="591205" y="107930"/>
                  <a:pt x="575406" y="102231"/>
                </a:cubicBezTo>
                <a:cubicBezTo>
                  <a:pt x="561469" y="96991"/>
                  <a:pt x="552178" y="93571"/>
                  <a:pt x="552178" y="81040"/>
                </a:cubicBezTo>
                <a:cubicBezTo>
                  <a:pt x="552178" y="71695"/>
                  <a:pt x="560540" y="66455"/>
                  <a:pt x="568438" y="66455"/>
                </a:cubicBezTo>
                <a:cubicBezTo>
                  <a:pt x="573549" y="66455"/>
                  <a:pt x="587022" y="68279"/>
                  <a:pt x="590042" y="87650"/>
                </a:cubicBezTo>
                <a:cubicBezTo>
                  <a:pt x="591435" y="89015"/>
                  <a:pt x="596082" y="88786"/>
                  <a:pt x="597475" y="87420"/>
                </a:cubicBezTo>
                <a:cubicBezTo>
                  <a:pt x="598173" y="79215"/>
                  <a:pt x="598638" y="70785"/>
                  <a:pt x="598872" y="63268"/>
                </a:cubicBezTo>
                <a:cubicBezTo>
                  <a:pt x="591669" y="62128"/>
                  <a:pt x="580518" y="58938"/>
                  <a:pt x="568438" y="58938"/>
                </a:cubicBezTo>
                <a:cubicBezTo>
                  <a:pt x="551250" y="58938"/>
                  <a:pt x="535685" y="69874"/>
                  <a:pt x="535685" y="84459"/>
                </a:cubicBezTo>
                <a:cubicBezTo>
                  <a:pt x="535685" y="101091"/>
                  <a:pt x="543349" y="108156"/>
                  <a:pt x="561238" y="115451"/>
                </a:cubicBezTo>
                <a:cubicBezTo>
                  <a:pt x="580518" y="123197"/>
                  <a:pt x="584931" y="127982"/>
                  <a:pt x="584931" y="137782"/>
                </a:cubicBezTo>
                <a:cubicBezTo>
                  <a:pt x="584931" y="148947"/>
                  <a:pt x="573783" y="153732"/>
                  <a:pt x="565187" y="153732"/>
                </a:cubicBezTo>
                <a:cubicBezTo>
                  <a:pt x="556127" y="153732"/>
                  <a:pt x="551016" y="150768"/>
                  <a:pt x="548694" y="148263"/>
                </a:cubicBezTo>
                <a:cubicBezTo>
                  <a:pt x="543583" y="143022"/>
                  <a:pt x="541027" y="132996"/>
                  <a:pt x="539634" y="127297"/>
                </a:cubicBezTo>
                <a:cubicBezTo>
                  <a:pt x="538241" y="125931"/>
                  <a:pt x="533824" y="126157"/>
                  <a:pt x="532431" y="127527"/>
                </a:cubicBezTo>
                <a:close/>
                <a:moveTo>
                  <a:pt x="623029" y="127527"/>
                </a:moveTo>
                <a:cubicBezTo>
                  <a:pt x="623957" y="138692"/>
                  <a:pt x="624656" y="149402"/>
                  <a:pt x="624656" y="158969"/>
                </a:cubicBezTo>
                <a:cubicBezTo>
                  <a:pt x="626977" y="158514"/>
                  <a:pt x="629303" y="158288"/>
                  <a:pt x="630462" y="158288"/>
                </a:cubicBezTo>
                <a:cubicBezTo>
                  <a:pt x="632089" y="158288"/>
                  <a:pt x="633482" y="158288"/>
                  <a:pt x="635109" y="158744"/>
                </a:cubicBezTo>
                <a:cubicBezTo>
                  <a:pt x="641383" y="160335"/>
                  <a:pt x="647653" y="161246"/>
                  <a:pt x="656249" y="161246"/>
                </a:cubicBezTo>
                <a:cubicBezTo>
                  <a:pt x="669258" y="161246"/>
                  <a:pt x="693184" y="155098"/>
                  <a:pt x="693184" y="132538"/>
                </a:cubicBezTo>
                <a:cubicBezTo>
                  <a:pt x="693184" y="117046"/>
                  <a:pt x="681802" y="107930"/>
                  <a:pt x="666004" y="102231"/>
                </a:cubicBezTo>
                <a:cubicBezTo>
                  <a:pt x="652066" y="96991"/>
                  <a:pt x="642776" y="93571"/>
                  <a:pt x="642776" y="81040"/>
                </a:cubicBezTo>
                <a:cubicBezTo>
                  <a:pt x="642776" y="71695"/>
                  <a:pt x="651137" y="66455"/>
                  <a:pt x="659035" y="66455"/>
                </a:cubicBezTo>
                <a:cubicBezTo>
                  <a:pt x="664146" y="66455"/>
                  <a:pt x="677619" y="68279"/>
                  <a:pt x="680639" y="87650"/>
                </a:cubicBezTo>
                <a:cubicBezTo>
                  <a:pt x="682032" y="89015"/>
                  <a:pt x="686679" y="88786"/>
                  <a:pt x="688072" y="87420"/>
                </a:cubicBezTo>
                <a:cubicBezTo>
                  <a:pt x="688771" y="79215"/>
                  <a:pt x="689235" y="70785"/>
                  <a:pt x="689469" y="63268"/>
                </a:cubicBezTo>
                <a:cubicBezTo>
                  <a:pt x="682266" y="62128"/>
                  <a:pt x="671115" y="58938"/>
                  <a:pt x="659035" y="58938"/>
                </a:cubicBezTo>
                <a:cubicBezTo>
                  <a:pt x="641847" y="58938"/>
                  <a:pt x="626283" y="69874"/>
                  <a:pt x="626283" y="84459"/>
                </a:cubicBezTo>
                <a:cubicBezTo>
                  <a:pt x="626283" y="101091"/>
                  <a:pt x="633946" y="108156"/>
                  <a:pt x="651836" y="115451"/>
                </a:cubicBezTo>
                <a:cubicBezTo>
                  <a:pt x="671115" y="123197"/>
                  <a:pt x="675528" y="127982"/>
                  <a:pt x="675528" y="137782"/>
                </a:cubicBezTo>
                <a:cubicBezTo>
                  <a:pt x="675528" y="148947"/>
                  <a:pt x="664380" y="153732"/>
                  <a:pt x="655784" y="153732"/>
                </a:cubicBezTo>
                <a:cubicBezTo>
                  <a:pt x="646724" y="153732"/>
                  <a:pt x="641613" y="150768"/>
                  <a:pt x="639291" y="148263"/>
                </a:cubicBezTo>
                <a:cubicBezTo>
                  <a:pt x="634180" y="143022"/>
                  <a:pt x="631624" y="132996"/>
                  <a:pt x="630231" y="127297"/>
                </a:cubicBezTo>
                <a:cubicBezTo>
                  <a:pt x="628838" y="125931"/>
                  <a:pt x="624422" y="126157"/>
                  <a:pt x="623029" y="1275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BE816B-48AD-4722-856F-CB37205A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127" y="3968849"/>
            <a:ext cx="1215027" cy="334121"/>
          </a:xfrm>
          <a:custGeom xmlns:a="http://schemas.openxmlformats.org/drawingml/2006/main">
            <a:pathLst>
              <a:path w="1215027" h="334121">
                <a:moveTo>
                  <a:pt x="0" y="334121"/>
                </a:moveTo>
                <a:lnTo>
                  <a:pt x="1215027" y="334121"/>
                </a:lnTo>
                <a:lnTo>
                  <a:pt x="1215027" y="0"/>
                </a:lnTo>
                <a:lnTo>
                  <a:pt x="0" y="0"/>
                </a:lnTo>
                <a:lnTo>
                  <a:pt x="0" y="334121"/>
                </a:lnTo>
                <a:close/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4FC49-AB5F-4DD8-9487-12B58BB3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39" y="3968849"/>
            <a:ext cx="1215027" cy="334121"/>
          </a:xfrm>
          <a:custGeom xmlns:a="http://schemas.openxmlformats.org/drawingml/2006/main">
            <a:pathLst>
              <a:path w="1215027" h="334121">
                <a:moveTo>
                  <a:pt x="0" y="334121"/>
                </a:moveTo>
                <a:lnTo>
                  <a:pt x="1215027" y="334121"/>
                </a:lnTo>
                <a:lnTo>
                  <a:pt x="1215027" y="0"/>
                </a:lnTo>
                <a:lnTo>
                  <a:pt x="0" y="0"/>
                </a:lnTo>
                <a:lnTo>
                  <a:pt x="0" y="334121"/>
                </a:lnTo>
                <a:close/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5C8644-77BB-4467-B5E0-3F937288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151" y="3968849"/>
            <a:ext cx="1215027" cy="334121"/>
          </a:xfrm>
          <a:custGeom xmlns:a="http://schemas.openxmlformats.org/drawingml/2006/main">
            <a:pathLst>
              <a:path w="1215027" h="334121">
                <a:moveTo>
                  <a:pt x="0" y="334121"/>
                </a:moveTo>
                <a:lnTo>
                  <a:pt x="1215027" y="334121"/>
                </a:lnTo>
                <a:lnTo>
                  <a:pt x="1215027" y="0"/>
                </a:lnTo>
                <a:lnTo>
                  <a:pt x="0" y="0"/>
                </a:lnTo>
                <a:lnTo>
                  <a:pt x="0" y="334121"/>
                </a:lnTo>
                <a:close/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3B6C0-1BAF-4DAA-97EA-4331F59E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8" y="3968453"/>
            <a:ext cx="6662301" cy="10"/>
          </a:xfrm>
          <a:custGeom xmlns:a="http://schemas.openxmlformats.org/drawingml/2006/main">
            <a:pathLst>
              <a:path w="6662301" h="1" fill="none">
                <a:moveTo>
                  <a:pt x="0" y="0"/>
                </a:moveTo>
                <a:lnTo>
                  <a:pt x="66623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500" cap="flat">
            <a:solidFill>
              <a:srgbClr val="000000"/>
            </a:solidFill>
            <a:custDash>
              <a:ds d="100000" sp="140587"/>
            </a:custDash>
            <a:miter/>
          </a:ln>
        </p:spPr>
      </p:sp>
      <p:sp>
        <p:nvSpPr>
          <p:cNvPr id="15" name="Text Misprediction">
            <a:extLst xmlns:a="http://schemas.openxmlformats.org/drawingml/2006/main">
              <a:ext uri="{FF2B5EF4-FFF2-40B4-BE49-F238E27FC236}">
                <a16:creationId xmlns:a16="http://schemas.microsoft.com/office/drawing/2014/main" id="{AC90D882-850E-4BC2-9FF7-2135613C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36" y="4047752"/>
            <a:ext cx="1125713" cy="185849"/>
          </a:xfrm>
          <a:custGeom xmlns:a="http://schemas.openxmlformats.org/drawingml/2006/main">
            <a:pathLst>
              <a:path w="1125713" h="185849">
                <a:moveTo>
                  <a:pt x="129331" y="116006"/>
                </a:moveTo>
                <a:cubicBezTo>
                  <a:pt x="130328" y="132159"/>
                  <a:pt x="129528" y="132359"/>
                  <a:pt x="116578" y="132958"/>
                </a:cubicBezTo>
                <a:cubicBezTo>
                  <a:pt x="115380" y="134153"/>
                  <a:pt x="115380" y="138337"/>
                  <a:pt x="116578" y="139532"/>
                </a:cubicBezTo>
                <a:cubicBezTo>
                  <a:pt x="123949" y="139335"/>
                  <a:pt x="131921" y="139134"/>
                  <a:pt x="137899" y="139134"/>
                </a:cubicBezTo>
                <a:cubicBezTo>
                  <a:pt x="143878" y="139134"/>
                  <a:pt x="153045" y="139335"/>
                  <a:pt x="159619" y="139532"/>
                </a:cubicBezTo>
                <a:cubicBezTo>
                  <a:pt x="160817" y="138337"/>
                  <a:pt x="160817" y="134153"/>
                  <a:pt x="159619" y="132958"/>
                </a:cubicBezTo>
                <a:cubicBezTo>
                  <a:pt x="146070" y="132359"/>
                  <a:pt x="145471" y="131563"/>
                  <a:pt x="144276" y="115009"/>
                </a:cubicBezTo>
                <a:lnTo>
                  <a:pt x="138298" y="31055"/>
                </a:lnTo>
                <a:cubicBezTo>
                  <a:pt x="137501" y="20285"/>
                  <a:pt x="138499" y="17493"/>
                  <a:pt x="152048" y="16697"/>
                </a:cubicBezTo>
                <a:cubicBezTo>
                  <a:pt x="153243" y="15502"/>
                  <a:pt x="153243" y="11318"/>
                  <a:pt x="152048" y="10119"/>
                </a:cubicBezTo>
                <a:lnTo>
                  <a:pt x="125943" y="10521"/>
                </a:lnTo>
                <a:lnTo>
                  <a:pt x="83696" y="111619"/>
                </a:lnTo>
                <a:cubicBezTo>
                  <a:pt x="82899" y="113613"/>
                  <a:pt x="82300" y="114413"/>
                  <a:pt x="81902" y="114413"/>
                </a:cubicBezTo>
                <a:cubicBezTo>
                  <a:pt x="81503" y="114413"/>
                  <a:pt x="80907" y="113416"/>
                  <a:pt x="80308" y="111819"/>
                </a:cubicBezTo>
                <a:lnTo>
                  <a:pt x="39456" y="10521"/>
                </a:lnTo>
                <a:lnTo>
                  <a:pt x="10560" y="10119"/>
                </a:lnTo>
                <a:cubicBezTo>
                  <a:pt x="9365" y="11318"/>
                  <a:pt x="9365" y="15502"/>
                  <a:pt x="10560" y="16697"/>
                </a:cubicBezTo>
                <a:cubicBezTo>
                  <a:pt x="24311" y="17493"/>
                  <a:pt x="25509" y="17892"/>
                  <a:pt x="24113" y="32849"/>
                </a:cubicBezTo>
                <a:lnTo>
                  <a:pt x="16140" y="115009"/>
                </a:lnTo>
                <a:cubicBezTo>
                  <a:pt x="14945" y="126974"/>
                  <a:pt x="12555" y="131961"/>
                  <a:pt x="1195" y="132958"/>
                </a:cubicBezTo>
                <a:cubicBezTo>
                  <a:pt x="0" y="134153"/>
                  <a:pt x="0" y="138337"/>
                  <a:pt x="1195" y="139532"/>
                </a:cubicBezTo>
                <a:cubicBezTo>
                  <a:pt x="7173" y="139335"/>
                  <a:pt x="13549" y="139134"/>
                  <a:pt x="18332" y="139134"/>
                </a:cubicBezTo>
                <a:cubicBezTo>
                  <a:pt x="23116" y="139134"/>
                  <a:pt x="31088" y="139335"/>
                  <a:pt x="37066" y="139532"/>
                </a:cubicBezTo>
                <a:cubicBezTo>
                  <a:pt x="38261" y="138337"/>
                  <a:pt x="38261" y="134153"/>
                  <a:pt x="37066" y="132958"/>
                </a:cubicBezTo>
                <a:cubicBezTo>
                  <a:pt x="23912" y="131961"/>
                  <a:pt x="22918" y="125779"/>
                  <a:pt x="23912" y="114611"/>
                </a:cubicBezTo>
                <a:lnTo>
                  <a:pt x="31487" y="34643"/>
                </a:lnTo>
                <a:lnTo>
                  <a:pt x="31885" y="34643"/>
                </a:lnTo>
                <a:lnTo>
                  <a:pt x="73135" y="138140"/>
                </a:lnTo>
                <a:cubicBezTo>
                  <a:pt x="73731" y="139496"/>
                  <a:pt x="74929" y="141089"/>
                  <a:pt x="76124" y="141089"/>
                </a:cubicBezTo>
                <a:cubicBezTo>
                  <a:pt x="77319" y="141089"/>
                  <a:pt x="78116" y="139697"/>
                  <a:pt x="78913" y="138100"/>
                </a:cubicBezTo>
                <a:lnTo>
                  <a:pt x="123751" y="32645"/>
                </a:lnTo>
                <a:lnTo>
                  <a:pt x="124149" y="32645"/>
                </a:lnTo>
                <a:lnTo>
                  <a:pt x="129331" y="116006"/>
                </a:lnTo>
                <a:close/>
                <a:moveTo>
                  <a:pt x="182339" y="19686"/>
                </a:moveTo>
                <a:cubicBezTo>
                  <a:pt x="182339" y="24867"/>
                  <a:pt x="187122" y="30048"/>
                  <a:pt x="191902" y="30048"/>
                </a:cubicBezTo>
                <a:cubicBezTo>
                  <a:pt x="197481" y="30048"/>
                  <a:pt x="202265" y="24669"/>
                  <a:pt x="202265" y="20482"/>
                </a:cubicBezTo>
                <a:cubicBezTo>
                  <a:pt x="202265" y="15702"/>
                  <a:pt x="198081" y="10119"/>
                  <a:pt x="192701" y="10119"/>
                </a:cubicBezTo>
                <a:cubicBezTo>
                  <a:pt x="187918" y="10119"/>
                  <a:pt x="182339" y="14903"/>
                  <a:pt x="182339" y="19686"/>
                </a:cubicBezTo>
                <a:moveTo>
                  <a:pt x="200474" y="114820"/>
                </a:moveTo>
                <a:lnTo>
                  <a:pt x="200474" y="75160"/>
                </a:lnTo>
                <a:cubicBezTo>
                  <a:pt x="200474" y="65196"/>
                  <a:pt x="201270" y="52398"/>
                  <a:pt x="201270" y="52398"/>
                </a:cubicBezTo>
                <a:cubicBezTo>
                  <a:pt x="201270" y="51592"/>
                  <a:pt x="200273" y="50987"/>
                  <a:pt x="198680" y="50987"/>
                </a:cubicBezTo>
                <a:cubicBezTo>
                  <a:pt x="193100" y="53203"/>
                  <a:pt x="185127" y="55016"/>
                  <a:pt x="171377" y="56825"/>
                </a:cubicBezTo>
                <a:cubicBezTo>
                  <a:pt x="170979" y="58023"/>
                  <a:pt x="171377" y="61210"/>
                  <a:pt x="171775" y="62408"/>
                </a:cubicBezTo>
                <a:cubicBezTo>
                  <a:pt x="182737" y="63402"/>
                  <a:pt x="184729" y="64600"/>
                  <a:pt x="184729" y="75960"/>
                </a:cubicBezTo>
                <a:lnTo>
                  <a:pt x="184729" y="114820"/>
                </a:lnTo>
                <a:cubicBezTo>
                  <a:pt x="184729" y="131362"/>
                  <a:pt x="182536" y="131961"/>
                  <a:pt x="170383" y="132958"/>
                </a:cubicBezTo>
                <a:cubicBezTo>
                  <a:pt x="169185" y="134153"/>
                  <a:pt x="169185" y="138337"/>
                  <a:pt x="170383" y="139532"/>
                </a:cubicBezTo>
                <a:cubicBezTo>
                  <a:pt x="176957" y="139335"/>
                  <a:pt x="184729" y="139134"/>
                  <a:pt x="192701" y="139134"/>
                </a:cubicBezTo>
                <a:cubicBezTo>
                  <a:pt x="200671" y="139134"/>
                  <a:pt x="208243" y="139335"/>
                  <a:pt x="214820" y="139532"/>
                </a:cubicBezTo>
                <a:cubicBezTo>
                  <a:pt x="216015" y="138337"/>
                  <a:pt x="216015" y="134153"/>
                  <a:pt x="214820" y="132958"/>
                </a:cubicBezTo>
                <a:cubicBezTo>
                  <a:pt x="202663" y="132162"/>
                  <a:pt x="200474" y="131362"/>
                  <a:pt x="200474" y="114820"/>
                </a:cubicBezTo>
                <a:close/>
                <a:moveTo>
                  <a:pt x="227972" y="111585"/>
                </a:moveTo>
                <a:cubicBezTo>
                  <a:pt x="228768" y="121355"/>
                  <a:pt x="229367" y="130726"/>
                  <a:pt x="229367" y="139098"/>
                </a:cubicBezTo>
                <a:cubicBezTo>
                  <a:pt x="231359" y="138699"/>
                  <a:pt x="233354" y="138502"/>
                  <a:pt x="234348" y="138502"/>
                </a:cubicBezTo>
                <a:cubicBezTo>
                  <a:pt x="235744" y="138502"/>
                  <a:pt x="236939" y="138502"/>
                  <a:pt x="238334" y="138900"/>
                </a:cubicBezTo>
                <a:cubicBezTo>
                  <a:pt x="243716" y="140293"/>
                  <a:pt x="249095" y="141089"/>
                  <a:pt x="256469" y="141089"/>
                </a:cubicBezTo>
                <a:cubicBezTo>
                  <a:pt x="267629" y="141089"/>
                  <a:pt x="288153" y="135710"/>
                  <a:pt x="288153" y="115970"/>
                </a:cubicBezTo>
                <a:cubicBezTo>
                  <a:pt x="288153" y="102414"/>
                  <a:pt x="278390" y="94439"/>
                  <a:pt x="264837" y="89452"/>
                </a:cubicBezTo>
                <a:cubicBezTo>
                  <a:pt x="252881" y="84866"/>
                  <a:pt x="244911" y="81874"/>
                  <a:pt x="244911" y="70909"/>
                </a:cubicBezTo>
                <a:cubicBezTo>
                  <a:pt x="244911" y="62733"/>
                  <a:pt x="252084" y="58148"/>
                  <a:pt x="258859" y="58148"/>
                </a:cubicBezTo>
                <a:cubicBezTo>
                  <a:pt x="263244" y="58148"/>
                  <a:pt x="274802" y="59744"/>
                  <a:pt x="277392" y="76693"/>
                </a:cubicBezTo>
                <a:cubicBezTo>
                  <a:pt x="278587" y="77888"/>
                  <a:pt x="282574" y="77687"/>
                  <a:pt x="283769" y="76492"/>
                </a:cubicBezTo>
                <a:cubicBezTo>
                  <a:pt x="284368" y="69313"/>
                  <a:pt x="284766" y="61936"/>
                  <a:pt x="284967" y="55359"/>
                </a:cubicBezTo>
                <a:cubicBezTo>
                  <a:pt x="278788" y="54362"/>
                  <a:pt x="269222" y="51571"/>
                  <a:pt x="258859" y="51571"/>
                </a:cubicBezTo>
                <a:cubicBezTo>
                  <a:pt x="244115" y="51571"/>
                  <a:pt x="230763" y="61140"/>
                  <a:pt x="230763" y="73902"/>
                </a:cubicBezTo>
                <a:cubicBezTo>
                  <a:pt x="230763" y="88454"/>
                  <a:pt x="237337" y="94636"/>
                  <a:pt x="252683" y="101019"/>
                </a:cubicBezTo>
                <a:cubicBezTo>
                  <a:pt x="269222" y="107796"/>
                  <a:pt x="273008" y="111983"/>
                  <a:pt x="273008" y="120558"/>
                </a:cubicBezTo>
                <a:cubicBezTo>
                  <a:pt x="273008" y="130328"/>
                  <a:pt x="263445" y="134515"/>
                  <a:pt x="256071" y="134515"/>
                </a:cubicBezTo>
                <a:cubicBezTo>
                  <a:pt x="248299" y="134515"/>
                  <a:pt x="243914" y="131921"/>
                  <a:pt x="241922" y="129729"/>
                </a:cubicBezTo>
                <a:cubicBezTo>
                  <a:pt x="237538" y="125144"/>
                  <a:pt x="235345" y="116371"/>
                  <a:pt x="234150" y="111384"/>
                </a:cubicBezTo>
                <a:cubicBezTo>
                  <a:pt x="232955" y="110189"/>
                  <a:pt x="229167" y="110387"/>
                  <a:pt x="227972" y="111585"/>
                </a:cubicBezTo>
                <a:close/>
                <a:moveTo>
                  <a:pt x="330997" y="73102"/>
                </a:moveTo>
                <a:cubicBezTo>
                  <a:pt x="336179" y="66719"/>
                  <a:pt x="345346" y="60738"/>
                  <a:pt x="351124" y="60738"/>
                </a:cubicBezTo>
                <a:cubicBezTo>
                  <a:pt x="363879" y="60738"/>
                  <a:pt x="374838" y="75094"/>
                  <a:pt x="374838" y="97625"/>
                </a:cubicBezTo>
                <a:cubicBezTo>
                  <a:pt x="374838" y="113978"/>
                  <a:pt x="369061" y="134314"/>
                  <a:pt x="346742" y="134314"/>
                </a:cubicBezTo>
                <a:cubicBezTo>
                  <a:pt x="343154" y="134314"/>
                  <a:pt x="336179" y="133317"/>
                  <a:pt x="332593" y="130127"/>
                </a:cubicBezTo>
                <a:cubicBezTo>
                  <a:pt x="328607" y="126539"/>
                  <a:pt x="327810" y="125341"/>
                  <a:pt x="327810" y="118165"/>
                </a:cubicBezTo>
                <a:lnTo>
                  <a:pt x="327810" y="81874"/>
                </a:lnTo>
                <a:cubicBezTo>
                  <a:pt x="327810" y="77687"/>
                  <a:pt x="328607" y="75893"/>
                  <a:pt x="330997" y="73102"/>
                </a:cubicBezTo>
                <a:moveTo>
                  <a:pt x="327211" y="65722"/>
                </a:moveTo>
                <a:cubicBezTo>
                  <a:pt x="327014" y="59741"/>
                  <a:pt x="326615" y="54563"/>
                  <a:pt x="325618" y="52568"/>
                </a:cubicBezTo>
                <a:cubicBezTo>
                  <a:pt x="325220" y="51571"/>
                  <a:pt x="324821" y="50975"/>
                  <a:pt x="323225" y="50975"/>
                </a:cubicBezTo>
                <a:cubicBezTo>
                  <a:pt x="317645" y="53167"/>
                  <a:pt x="312464" y="54961"/>
                  <a:pt x="298714" y="56752"/>
                </a:cubicBezTo>
                <a:cubicBezTo>
                  <a:pt x="298316" y="57950"/>
                  <a:pt x="298714" y="61137"/>
                  <a:pt x="299115" y="62335"/>
                </a:cubicBezTo>
                <a:cubicBezTo>
                  <a:pt x="309873" y="63332"/>
                  <a:pt x="312066" y="64326"/>
                  <a:pt x="312066" y="75893"/>
                </a:cubicBezTo>
                <a:lnTo>
                  <a:pt x="312066" y="161082"/>
                </a:lnTo>
                <a:cubicBezTo>
                  <a:pt x="312066" y="177675"/>
                  <a:pt x="309873" y="178675"/>
                  <a:pt x="297720" y="179275"/>
                </a:cubicBezTo>
                <a:cubicBezTo>
                  <a:pt x="296525" y="180470"/>
                  <a:pt x="296525" y="184654"/>
                  <a:pt x="297720" y="185849"/>
                </a:cubicBezTo>
                <a:cubicBezTo>
                  <a:pt x="304695" y="185651"/>
                  <a:pt x="312066" y="185450"/>
                  <a:pt x="320038" y="185450"/>
                </a:cubicBezTo>
                <a:cubicBezTo>
                  <a:pt x="328008" y="185450"/>
                  <a:pt x="337574" y="185651"/>
                  <a:pt x="344151" y="185849"/>
                </a:cubicBezTo>
                <a:cubicBezTo>
                  <a:pt x="345346" y="184654"/>
                  <a:pt x="345346" y="180470"/>
                  <a:pt x="344151" y="179275"/>
                </a:cubicBezTo>
                <a:cubicBezTo>
                  <a:pt x="330003" y="178475"/>
                  <a:pt x="327810" y="177675"/>
                  <a:pt x="327810" y="161082"/>
                </a:cubicBezTo>
                <a:lnTo>
                  <a:pt x="327810" y="139496"/>
                </a:lnTo>
                <a:cubicBezTo>
                  <a:pt x="327810" y="136905"/>
                  <a:pt x="328607" y="137106"/>
                  <a:pt x="330599" y="138100"/>
                </a:cubicBezTo>
                <a:cubicBezTo>
                  <a:pt x="335583" y="139894"/>
                  <a:pt x="341561" y="141089"/>
                  <a:pt x="347937" y="141089"/>
                </a:cubicBezTo>
                <a:cubicBezTo>
                  <a:pt x="359096" y="141089"/>
                  <a:pt x="369061" y="137702"/>
                  <a:pt x="377231" y="129930"/>
                </a:cubicBezTo>
                <a:cubicBezTo>
                  <a:pt x="386597" y="120756"/>
                  <a:pt x="391976" y="108392"/>
                  <a:pt x="391976" y="92243"/>
                </a:cubicBezTo>
                <a:cubicBezTo>
                  <a:pt x="391976" y="71107"/>
                  <a:pt x="377031" y="51571"/>
                  <a:pt x="356703" y="51571"/>
                </a:cubicBezTo>
                <a:cubicBezTo>
                  <a:pt x="347539" y="51571"/>
                  <a:pt x="337374" y="57749"/>
                  <a:pt x="329404" y="66522"/>
                </a:cubicBezTo>
                <a:cubicBezTo>
                  <a:pt x="328209" y="67717"/>
                  <a:pt x="327412" y="67717"/>
                  <a:pt x="327211" y="65722"/>
                </a:cubicBezTo>
                <a:close/>
                <a:moveTo>
                  <a:pt x="434622" y="67717"/>
                </a:moveTo>
                <a:cubicBezTo>
                  <a:pt x="434224" y="59741"/>
                  <a:pt x="434023" y="54563"/>
                  <a:pt x="433029" y="52568"/>
                </a:cubicBezTo>
                <a:cubicBezTo>
                  <a:pt x="432627" y="51571"/>
                  <a:pt x="432229" y="50975"/>
                  <a:pt x="430636" y="50975"/>
                </a:cubicBezTo>
                <a:cubicBezTo>
                  <a:pt x="425056" y="53167"/>
                  <a:pt x="419875" y="54961"/>
                  <a:pt x="406125" y="56752"/>
                </a:cubicBezTo>
                <a:cubicBezTo>
                  <a:pt x="405726" y="57950"/>
                  <a:pt x="406125" y="61137"/>
                  <a:pt x="406523" y="62332"/>
                </a:cubicBezTo>
                <a:cubicBezTo>
                  <a:pt x="417284" y="63329"/>
                  <a:pt x="419476" y="64326"/>
                  <a:pt x="419476" y="75896"/>
                </a:cubicBezTo>
                <a:lnTo>
                  <a:pt x="419476" y="114802"/>
                </a:lnTo>
                <a:cubicBezTo>
                  <a:pt x="419476" y="131362"/>
                  <a:pt x="417086" y="132159"/>
                  <a:pt x="404729" y="132958"/>
                </a:cubicBezTo>
                <a:cubicBezTo>
                  <a:pt x="403534" y="134153"/>
                  <a:pt x="403534" y="138337"/>
                  <a:pt x="404729" y="139532"/>
                </a:cubicBezTo>
                <a:cubicBezTo>
                  <a:pt x="411704" y="139335"/>
                  <a:pt x="419476" y="139134"/>
                  <a:pt x="427449" y="139134"/>
                </a:cubicBezTo>
                <a:cubicBezTo>
                  <a:pt x="435419" y="139134"/>
                  <a:pt x="444587" y="139335"/>
                  <a:pt x="451559" y="139532"/>
                </a:cubicBezTo>
                <a:cubicBezTo>
                  <a:pt x="452757" y="138337"/>
                  <a:pt x="452757" y="134153"/>
                  <a:pt x="451559" y="132958"/>
                </a:cubicBezTo>
                <a:cubicBezTo>
                  <a:pt x="437611" y="131961"/>
                  <a:pt x="435218" y="131362"/>
                  <a:pt x="435218" y="114802"/>
                </a:cubicBezTo>
                <a:lnTo>
                  <a:pt x="435218" y="87071"/>
                </a:lnTo>
                <a:cubicBezTo>
                  <a:pt x="435218" y="81883"/>
                  <a:pt x="437611" y="77295"/>
                  <a:pt x="440001" y="73704"/>
                </a:cubicBezTo>
                <a:cubicBezTo>
                  <a:pt x="442194" y="70511"/>
                  <a:pt x="446779" y="63928"/>
                  <a:pt x="449169" y="63928"/>
                </a:cubicBezTo>
                <a:cubicBezTo>
                  <a:pt x="450963" y="63928"/>
                  <a:pt x="452757" y="64326"/>
                  <a:pt x="454350" y="66522"/>
                </a:cubicBezTo>
                <a:cubicBezTo>
                  <a:pt x="455746" y="68516"/>
                  <a:pt x="458136" y="71110"/>
                  <a:pt x="461523" y="71110"/>
                </a:cubicBezTo>
                <a:cubicBezTo>
                  <a:pt x="466306" y="71110"/>
                  <a:pt x="470889" y="66120"/>
                  <a:pt x="470889" y="61137"/>
                </a:cubicBezTo>
                <a:cubicBezTo>
                  <a:pt x="470889" y="57351"/>
                  <a:pt x="467304" y="51571"/>
                  <a:pt x="458933" y="51571"/>
                </a:cubicBezTo>
                <a:cubicBezTo>
                  <a:pt x="449567" y="51571"/>
                  <a:pt x="441397" y="60340"/>
                  <a:pt x="436815" y="68115"/>
                </a:cubicBezTo>
                <a:cubicBezTo>
                  <a:pt x="435620" y="70310"/>
                  <a:pt x="434622" y="68714"/>
                  <a:pt x="434622" y="67717"/>
                </a:cubicBezTo>
                <a:close/>
                <a:moveTo>
                  <a:pt x="496796" y="82939"/>
                </a:moveTo>
                <a:cubicBezTo>
                  <a:pt x="500582" y="60516"/>
                  <a:pt x="514532" y="58731"/>
                  <a:pt x="519315" y="58731"/>
                </a:cubicBezTo>
                <a:cubicBezTo>
                  <a:pt x="526887" y="58731"/>
                  <a:pt x="535854" y="62900"/>
                  <a:pt x="535854" y="79566"/>
                </a:cubicBezTo>
                <a:cubicBezTo>
                  <a:pt x="535854" y="81351"/>
                  <a:pt x="535057" y="82346"/>
                  <a:pt x="532865" y="82346"/>
                </a:cubicBezTo>
                <a:lnTo>
                  <a:pt x="496796" y="82939"/>
                </a:lnTo>
                <a:moveTo>
                  <a:pt x="549005" y="120573"/>
                </a:moveTo>
                <a:cubicBezTo>
                  <a:pt x="541634" y="128142"/>
                  <a:pt x="535854" y="131325"/>
                  <a:pt x="524296" y="131325"/>
                </a:cubicBezTo>
                <a:cubicBezTo>
                  <a:pt x="517123" y="131325"/>
                  <a:pt x="508752" y="127144"/>
                  <a:pt x="502576" y="116992"/>
                </a:cubicBezTo>
                <a:cubicBezTo>
                  <a:pt x="498590" y="110421"/>
                  <a:pt x="496197" y="101262"/>
                  <a:pt x="496197" y="89713"/>
                </a:cubicBezTo>
                <a:lnTo>
                  <a:pt x="549206" y="90112"/>
                </a:lnTo>
                <a:cubicBezTo>
                  <a:pt x="551596" y="90112"/>
                  <a:pt x="552991" y="88917"/>
                  <a:pt x="552991" y="86724"/>
                </a:cubicBezTo>
                <a:cubicBezTo>
                  <a:pt x="552991" y="70043"/>
                  <a:pt x="547013" y="52154"/>
                  <a:pt x="519315" y="52154"/>
                </a:cubicBezTo>
                <a:cubicBezTo>
                  <a:pt x="501977" y="52154"/>
                  <a:pt x="479458" y="68653"/>
                  <a:pt x="479458" y="98872"/>
                </a:cubicBezTo>
                <a:cubicBezTo>
                  <a:pt x="479458" y="110022"/>
                  <a:pt x="482249" y="120774"/>
                  <a:pt x="488826" y="128339"/>
                </a:cubicBezTo>
                <a:cubicBezTo>
                  <a:pt x="495601" y="136309"/>
                  <a:pt x="504966" y="141089"/>
                  <a:pt x="519315" y="141089"/>
                </a:cubicBezTo>
                <a:cubicBezTo>
                  <a:pt x="534458" y="141089"/>
                  <a:pt x="545219" y="134117"/>
                  <a:pt x="553192" y="123760"/>
                </a:cubicBezTo>
                <a:cubicBezTo>
                  <a:pt x="552593" y="121768"/>
                  <a:pt x="551398" y="120774"/>
                  <a:pt x="549005" y="120573"/>
                </a:cubicBezTo>
                <a:close/>
                <a:moveTo>
                  <a:pt x="631306" y="114377"/>
                </a:moveTo>
                <a:cubicBezTo>
                  <a:pt x="631306" y="118165"/>
                  <a:pt x="630908" y="119762"/>
                  <a:pt x="628119" y="122155"/>
                </a:cubicBezTo>
                <a:cubicBezTo>
                  <a:pt x="620745" y="128534"/>
                  <a:pt x="614369" y="131724"/>
                  <a:pt x="609385" y="131724"/>
                </a:cubicBezTo>
                <a:cubicBezTo>
                  <a:pt x="598627" y="131724"/>
                  <a:pt x="587468" y="119959"/>
                  <a:pt x="587468" y="95035"/>
                </a:cubicBezTo>
                <a:cubicBezTo>
                  <a:pt x="587468" y="80679"/>
                  <a:pt x="590256" y="72704"/>
                  <a:pt x="593245" y="68516"/>
                </a:cubicBezTo>
                <a:cubicBezTo>
                  <a:pt x="599424" y="59145"/>
                  <a:pt x="607792" y="58546"/>
                  <a:pt x="611778" y="58546"/>
                </a:cubicBezTo>
                <a:cubicBezTo>
                  <a:pt x="618951" y="58546"/>
                  <a:pt x="623935" y="61140"/>
                  <a:pt x="627919" y="65725"/>
                </a:cubicBezTo>
                <a:cubicBezTo>
                  <a:pt x="630710" y="68915"/>
                  <a:pt x="631306" y="70310"/>
                  <a:pt x="631306" y="76492"/>
                </a:cubicBezTo>
                <a:lnTo>
                  <a:pt x="631306" y="114377"/>
                </a:lnTo>
                <a:moveTo>
                  <a:pt x="629117" y="129133"/>
                </a:moveTo>
                <a:cubicBezTo>
                  <a:pt x="630111" y="128336"/>
                  <a:pt x="631905" y="127935"/>
                  <a:pt x="632106" y="129331"/>
                </a:cubicBezTo>
                <a:cubicBezTo>
                  <a:pt x="632702" y="134117"/>
                  <a:pt x="634298" y="141089"/>
                  <a:pt x="634298" y="141089"/>
                </a:cubicBezTo>
                <a:cubicBezTo>
                  <a:pt x="635891" y="141688"/>
                  <a:pt x="636886" y="141491"/>
                  <a:pt x="638084" y="141089"/>
                </a:cubicBezTo>
                <a:cubicBezTo>
                  <a:pt x="642465" y="137495"/>
                  <a:pt x="649441" y="134506"/>
                  <a:pt x="661598" y="133110"/>
                </a:cubicBezTo>
                <a:cubicBezTo>
                  <a:pt x="662792" y="131915"/>
                  <a:pt x="662792" y="128926"/>
                  <a:pt x="661598" y="127731"/>
                </a:cubicBezTo>
                <a:cubicBezTo>
                  <a:pt x="648845" y="126734"/>
                  <a:pt x="647051" y="122945"/>
                  <a:pt x="647051" y="113175"/>
                </a:cubicBezTo>
                <a:lnTo>
                  <a:pt x="647051" y="22854"/>
                </a:lnTo>
                <a:cubicBezTo>
                  <a:pt x="647051" y="9894"/>
                  <a:pt x="647847" y="1967"/>
                  <a:pt x="647847" y="1967"/>
                </a:cubicBezTo>
                <a:cubicBezTo>
                  <a:pt x="647847" y="593"/>
                  <a:pt x="647051" y="0"/>
                  <a:pt x="645257" y="0"/>
                </a:cubicBezTo>
                <a:cubicBezTo>
                  <a:pt x="640276" y="1967"/>
                  <a:pt x="625328" y="4719"/>
                  <a:pt x="617358" y="5309"/>
                </a:cubicBezTo>
                <a:cubicBezTo>
                  <a:pt x="616960" y="6905"/>
                  <a:pt x="617358" y="10092"/>
                  <a:pt x="618553" y="11287"/>
                </a:cubicBezTo>
                <a:cubicBezTo>
                  <a:pt x="628916" y="11886"/>
                  <a:pt x="631306" y="10889"/>
                  <a:pt x="631306" y="27640"/>
                </a:cubicBezTo>
                <a:lnTo>
                  <a:pt x="631306" y="53167"/>
                </a:lnTo>
                <a:cubicBezTo>
                  <a:pt x="631306" y="54563"/>
                  <a:pt x="630908" y="54961"/>
                  <a:pt x="629515" y="54961"/>
                </a:cubicBezTo>
                <a:cubicBezTo>
                  <a:pt x="628715" y="54961"/>
                  <a:pt x="620548" y="51571"/>
                  <a:pt x="613971" y="51571"/>
                </a:cubicBezTo>
                <a:cubicBezTo>
                  <a:pt x="600817" y="51571"/>
                  <a:pt x="592050" y="55955"/>
                  <a:pt x="584077" y="63530"/>
                </a:cubicBezTo>
                <a:cubicBezTo>
                  <a:pt x="575509" y="72104"/>
                  <a:pt x="570327" y="83869"/>
                  <a:pt x="570327" y="98623"/>
                </a:cubicBezTo>
                <a:cubicBezTo>
                  <a:pt x="570327" y="123152"/>
                  <a:pt x="582685" y="141089"/>
                  <a:pt x="604207" y="141089"/>
                </a:cubicBezTo>
                <a:cubicBezTo>
                  <a:pt x="611976" y="141089"/>
                  <a:pt x="619350" y="137106"/>
                  <a:pt x="629117" y="129133"/>
                </a:cubicBezTo>
                <a:close/>
                <a:moveTo>
                  <a:pt x="681326" y="19686"/>
                </a:moveTo>
                <a:cubicBezTo>
                  <a:pt x="681326" y="24867"/>
                  <a:pt x="686109" y="30048"/>
                  <a:pt x="690889" y="30048"/>
                </a:cubicBezTo>
                <a:cubicBezTo>
                  <a:pt x="696469" y="30048"/>
                  <a:pt x="701252" y="24669"/>
                  <a:pt x="701252" y="20482"/>
                </a:cubicBezTo>
                <a:cubicBezTo>
                  <a:pt x="701252" y="15702"/>
                  <a:pt x="697068" y="10119"/>
                  <a:pt x="691689" y="10119"/>
                </a:cubicBezTo>
                <a:cubicBezTo>
                  <a:pt x="686906" y="10119"/>
                  <a:pt x="681326" y="14903"/>
                  <a:pt x="681326" y="19686"/>
                </a:cubicBezTo>
                <a:moveTo>
                  <a:pt x="699461" y="114820"/>
                </a:moveTo>
                <a:lnTo>
                  <a:pt x="699461" y="75160"/>
                </a:lnTo>
                <a:cubicBezTo>
                  <a:pt x="699461" y="65196"/>
                  <a:pt x="700258" y="52398"/>
                  <a:pt x="700258" y="52398"/>
                </a:cubicBezTo>
                <a:cubicBezTo>
                  <a:pt x="700258" y="51592"/>
                  <a:pt x="699260" y="50987"/>
                  <a:pt x="697667" y="50987"/>
                </a:cubicBezTo>
                <a:cubicBezTo>
                  <a:pt x="692087" y="53203"/>
                  <a:pt x="684115" y="55016"/>
                  <a:pt x="670364" y="56825"/>
                </a:cubicBezTo>
                <a:cubicBezTo>
                  <a:pt x="669966" y="58023"/>
                  <a:pt x="670364" y="61210"/>
                  <a:pt x="670763" y="62408"/>
                </a:cubicBezTo>
                <a:cubicBezTo>
                  <a:pt x="681725" y="63402"/>
                  <a:pt x="683716" y="64600"/>
                  <a:pt x="683716" y="75960"/>
                </a:cubicBezTo>
                <a:lnTo>
                  <a:pt x="683716" y="114820"/>
                </a:lnTo>
                <a:cubicBezTo>
                  <a:pt x="683716" y="131362"/>
                  <a:pt x="681524" y="131961"/>
                  <a:pt x="669370" y="132958"/>
                </a:cubicBezTo>
                <a:cubicBezTo>
                  <a:pt x="668172" y="134153"/>
                  <a:pt x="668172" y="138337"/>
                  <a:pt x="669370" y="139532"/>
                </a:cubicBezTo>
                <a:cubicBezTo>
                  <a:pt x="675944" y="139335"/>
                  <a:pt x="683716" y="139134"/>
                  <a:pt x="691689" y="139134"/>
                </a:cubicBezTo>
                <a:cubicBezTo>
                  <a:pt x="699659" y="139134"/>
                  <a:pt x="707230" y="139335"/>
                  <a:pt x="713807" y="139532"/>
                </a:cubicBezTo>
                <a:cubicBezTo>
                  <a:pt x="715002" y="138337"/>
                  <a:pt x="715002" y="134153"/>
                  <a:pt x="713807" y="132958"/>
                </a:cubicBezTo>
                <a:cubicBezTo>
                  <a:pt x="701650" y="132162"/>
                  <a:pt x="699461" y="131362"/>
                  <a:pt x="699461" y="114820"/>
                </a:cubicBezTo>
                <a:close/>
                <a:moveTo>
                  <a:pt x="796707" y="120957"/>
                </a:moveTo>
                <a:cubicBezTo>
                  <a:pt x="795910" y="119163"/>
                  <a:pt x="794314" y="118366"/>
                  <a:pt x="792523" y="118165"/>
                </a:cubicBezTo>
                <a:cubicBezTo>
                  <a:pt x="785745" y="126941"/>
                  <a:pt x="777176" y="131325"/>
                  <a:pt x="768608" y="131325"/>
                </a:cubicBezTo>
                <a:cubicBezTo>
                  <a:pt x="754061" y="131325"/>
                  <a:pt x="741904" y="116572"/>
                  <a:pt x="741904" y="93241"/>
                </a:cubicBezTo>
                <a:cubicBezTo>
                  <a:pt x="741904" y="71308"/>
                  <a:pt x="751470" y="58148"/>
                  <a:pt x="764624" y="58148"/>
                </a:cubicBezTo>
                <a:cubicBezTo>
                  <a:pt x="776380" y="58148"/>
                  <a:pt x="777973" y="65126"/>
                  <a:pt x="778773" y="72104"/>
                </a:cubicBezTo>
                <a:cubicBezTo>
                  <a:pt x="779369" y="77490"/>
                  <a:pt x="782160" y="79284"/>
                  <a:pt x="786344" y="79284"/>
                </a:cubicBezTo>
                <a:cubicBezTo>
                  <a:pt x="790528" y="79284"/>
                  <a:pt x="796108" y="76693"/>
                  <a:pt x="796108" y="70511"/>
                </a:cubicBezTo>
                <a:cubicBezTo>
                  <a:pt x="796108" y="59543"/>
                  <a:pt x="784751" y="51571"/>
                  <a:pt x="765619" y="51571"/>
                </a:cubicBezTo>
                <a:cubicBezTo>
                  <a:pt x="745891" y="51571"/>
                  <a:pt x="724767" y="69313"/>
                  <a:pt x="724767" y="97628"/>
                </a:cubicBezTo>
                <a:cubicBezTo>
                  <a:pt x="724767" y="123350"/>
                  <a:pt x="739116" y="141089"/>
                  <a:pt x="764223" y="141089"/>
                </a:cubicBezTo>
                <a:cubicBezTo>
                  <a:pt x="776182" y="141089"/>
                  <a:pt x="786743" y="137304"/>
                  <a:pt x="796707" y="120957"/>
                </a:cubicBezTo>
                <a:close/>
                <a:moveTo>
                  <a:pt x="811255" y="53711"/>
                </a:moveTo>
                <a:cubicBezTo>
                  <a:pt x="808464" y="53711"/>
                  <a:pt x="807667" y="56104"/>
                  <a:pt x="807667" y="57698"/>
                </a:cubicBezTo>
                <a:lnTo>
                  <a:pt x="807667" y="60288"/>
                </a:lnTo>
                <a:cubicBezTo>
                  <a:pt x="807667" y="61286"/>
                  <a:pt x="807865" y="61483"/>
                  <a:pt x="808664" y="61483"/>
                </a:cubicBezTo>
                <a:lnTo>
                  <a:pt x="820420" y="61483"/>
                </a:lnTo>
                <a:lnTo>
                  <a:pt x="820420" y="121376"/>
                </a:lnTo>
                <a:cubicBezTo>
                  <a:pt x="820420" y="135509"/>
                  <a:pt x="826598" y="141089"/>
                  <a:pt x="835763" y="141089"/>
                </a:cubicBezTo>
                <a:cubicBezTo>
                  <a:pt x="844931" y="141089"/>
                  <a:pt x="854895" y="136708"/>
                  <a:pt x="862667" y="127941"/>
                </a:cubicBezTo>
                <a:cubicBezTo>
                  <a:pt x="862269" y="125953"/>
                  <a:pt x="861074" y="124758"/>
                  <a:pt x="859079" y="124560"/>
                </a:cubicBezTo>
                <a:cubicBezTo>
                  <a:pt x="853898" y="128540"/>
                  <a:pt x="847920" y="130130"/>
                  <a:pt x="842739" y="130130"/>
                </a:cubicBezTo>
                <a:cubicBezTo>
                  <a:pt x="837360" y="130130"/>
                  <a:pt x="836165" y="124162"/>
                  <a:pt x="836165" y="111825"/>
                </a:cubicBezTo>
                <a:lnTo>
                  <a:pt x="836165" y="61483"/>
                </a:lnTo>
                <a:lnTo>
                  <a:pt x="856887" y="61483"/>
                </a:lnTo>
                <a:cubicBezTo>
                  <a:pt x="858882" y="61483"/>
                  <a:pt x="861670" y="60687"/>
                  <a:pt x="861670" y="58893"/>
                </a:cubicBezTo>
                <a:lnTo>
                  <a:pt x="861670" y="54909"/>
                </a:lnTo>
                <a:cubicBezTo>
                  <a:pt x="861670" y="54113"/>
                  <a:pt x="861074" y="53711"/>
                  <a:pt x="860077" y="53711"/>
                </a:cubicBezTo>
                <a:lnTo>
                  <a:pt x="836165" y="53711"/>
                </a:lnTo>
                <a:lnTo>
                  <a:pt x="836165" y="45942"/>
                </a:lnTo>
                <a:cubicBezTo>
                  <a:pt x="836165" y="32989"/>
                  <a:pt x="836961" y="25016"/>
                  <a:pt x="836961" y="25016"/>
                </a:cubicBezTo>
                <a:cubicBezTo>
                  <a:pt x="836961" y="23821"/>
                  <a:pt x="836362" y="23222"/>
                  <a:pt x="835365" y="23222"/>
                </a:cubicBezTo>
                <a:cubicBezTo>
                  <a:pt x="834568" y="23222"/>
                  <a:pt x="832774" y="24022"/>
                  <a:pt x="830983" y="25016"/>
                </a:cubicBezTo>
                <a:cubicBezTo>
                  <a:pt x="828791" y="26214"/>
                  <a:pt x="826796" y="27208"/>
                  <a:pt x="824205" y="27807"/>
                </a:cubicBezTo>
                <a:cubicBezTo>
                  <a:pt x="821815" y="28604"/>
                  <a:pt x="819824" y="29203"/>
                  <a:pt x="819824" y="30596"/>
                </a:cubicBezTo>
                <a:cubicBezTo>
                  <a:pt x="819824" y="32989"/>
                  <a:pt x="820420" y="31593"/>
                  <a:pt x="820420" y="53711"/>
                </a:cubicBezTo>
                <a:lnTo>
                  <a:pt x="811255" y="53711"/>
                </a:lnTo>
                <a:close/>
                <a:moveTo>
                  <a:pt x="883592" y="19686"/>
                </a:moveTo>
                <a:cubicBezTo>
                  <a:pt x="883592" y="24867"/>
                  <a:pt x="888375" y="30048"/>
                  <a:pt x="893155" y="30048"/>
                </a:cubicBezTo>
                <a:cubicBezTo>
                  <a:pt x="898735" y="30048"/>
                  <a:pt x="903518" y="24669"/>
                  <a:pt x="903518" y="20482"/>
                </a:cubicBezTo>
                <a:cubicBezTo>
                  <a:pt x="903518" y="15702"/>
                  <a:pt x="899334" y="10119"/>
                  <a:pt x="893955" y="10119"/>
                </a:cubicBezTo>
                <a:cubicBezTo>
                  <a:pt x="889171" y="10119"/>
                  <a:pt x="883592" y="14903"/>
                  <a:pt x="883592" y="19686"/>
                </a:cubicBezTo>
                <a:moveTo>
                  <a:pt x="901727" y="114820"/>
                </a:moveTo>
                <a:lnTo>
                  <a:pt x="901727" y="75160"/>
                </a:lnTo>
                <a:cubicBezTo>
                  <a:pt x="901727" y="65196"/>
                  <a:pt x="902523" y="52398"/>
                  <a:pt x="902523" y="52398"/>
                </a:cubicBezTo>
                <a:cubicBezTo>
                  <a:pt x="902523" y="51592"/>
                  <a:pt x="901526" y="50987"/>
                  <a:pt x="899933" y="50987"/>
                </a:cubicBezTo>
                <a:cubicBezTo>
                  <a:pt x="894353" y="53203"/>
                  <a:pt x="886380" y="55016"/>
                  <a:pt x="872630" y="56825"/>
                </a:cubicBezTo>
                <a:cubicBezTo>
                  <a:pt x="872232" y="58023"/>
                  <a:pt x="872630" y="61210"/>
                  <a:pt x="873028" y="62408"/>
                </a:cubicBezTo>
                <a:cubicBezTo>
                  <a:pt x="883990" y="63402"/>
                  <a:pt x="885982" y="64600"/>
                  <a:pt x="885982" y="75960"/>
                </a:cubicBezTo>
                <a:lnTo>
                  <a:pt x="885982" y="114820"/>
                </a:lnTo>
                <a:cubicBezTo>
                  <a:pt x="885982" y="131362"/>
                  <a:pt x="883789" y="131961"/>
                  <a:pt x="871636" y="132958"/>
                </a:cubicBezTo>
                <a:cubicBezTo>
                  <a:pt x="870438" y="134153"/>
                  <a:pt x="870438" y="138337"/>
                  <a:pt x="871636" y="139532"/>
                </a:cubicBezTo>
                <a:cubicBezTo>
                  <a:pt x="878210" y="139335"/>
                  <a:pt x="885982" y="139134"/>
                  <a:pt x="893955" y="139134"/>
                </a:cubicBezTo>
                <a:cubicBezTo>
                  <a:pt x="901924" y="139134"/>
                  <a:pt x="909496" y="139335"/>
                  <a:pt x="916073" y="139532"/>
                </a:cubicBezTo>
                <a:cubicBezTo>
                  <a:pt x="917268" y="138337"/>
                  <a:pt x="917268" y="134153"/>
                  <a:pt x="916073" y="132958"/>
                </a:cubicBezTo>
                <a:cubicBezTo>
                  <a:pt x="903916" y="132162"/>
                  <a:pt x="901727" y="131362"/>
                  <a:pt x="901727" y="114820"/>
                </a:cubicBezTo>
                <a:close/>
                <a:moveTo>
                  <a:pt x="927829" y="98224"/>
                </a:moveTo>
                <a:cubicBezTo>
                  <a:pt x="927829" y="118564"/>
                  <a:pt x="941381" y="141089"/>
                  <a:pt x="969678" y="141089"/>
                </a:cubicBezTo>
                <a:cubicBezTo>
                  <a:pt x="982431" y="141089"/>
                  <a:pt x="992198" y="136507"/>
                  <a:pt x="998972" y="129930"/>
                </a:cubicBezTo>
                <a:cubicBezTo>
                  <a:pt x="1007940" y="121154"/>
                  <a:pt x="1011926" y="108593"/>
                  <a:pt x="1011926" y="96430"/>
                </a:cubicBezTo>
                <a:cubicBezTo>
                  <a:pt x="1011926" y="75693"/>
                  <a:pt x="1000566" y="51571"/>
                  <a:pt x="970077" y="51571"/>
                </a:cubicBezTo>
                <a:cubicBezTo>
                  <a:pt x="956925" y="51571"/>
                  <a:pt x="946164" y="56953"/>
                  <a:pt x="938791" y="65524"/>
                </a:cubicBezTo>
                <a:cubicBezTo>
                  <a:pt x="931618" y="74099"/>
                  <a:pt x="927829" y="85663"/>
                  <a:pt x="927829" y="98224"/>
                </a:cubicBezTo>
                <a:moveTo>
                  <a:pt x="967088" y="58546"/>
                </a:moveTo>
                <a:cubicBezTo>
                  <a:pt x="984225" y="58546"/>
                  <a:pt x="994788" y="74099"/>
                  <a:pt x="994788" y="102813"/>
                </a:cubicBezTo>
                <a:cubicBezTo>
                  <a:pt x="994788" y="127935"/>
                  <a:pt x="981835" y="134117"/>
                  <a:pt x="972470" y="134117"/>
                </a:cubicBezTo>
                <a:cubicBezTo>
                  <a:pt x="951744" y="134117"/>
                  <a:pt x="944969" y="108991"/>
                  <a:pt x="944969" y="93639"/>
                </a:cubicBezTo>
                <a:cubicBezTo>
                  <a:pt x="944969" y="76292"/>
                  <a:pt x="949153" y="58546"/>
                  <a:pt x="967088" y="58546"/>
                </a:cubicBezTo>
                <a:close/>
                <a:moveTo>
                  <a:pt x="1056762" y="67720"/>
                </a:moveTo>
                <a:cubicBezTo>
                  <a:pt x="1055567" y="69115"/>
                  <a:pt x="1054372" y="69517"/>
                  <a:pt x="1054372" y="67720"/>
                </a:cubicBezTo>
                <a:cubicBezTo>
                  <a:pt x="1054171" y="62335"/>
                  <a:pt x="1053773" y="54563"/>
                  <a:pt x="1052775" y="52568"/>
                </a:cubicBezTo>
                <a:cubicBezTo>
                  <a:pt x="1052377" y="51571"/>
                  <a:pt x="1051979" y="50975"/>
                  <a:pt x="1050385" y="50975"/>
                </a:cubicBezTo>
                <a:cubicBezTo>
                  <a:pt x="1044806" y="53167"/>
                  <a:pt x="1039624" y="54961"/>
                  <a:pt x="1025874" y="56752"/>
                </a:cubicBezTo>
                <a:cubicBezTo>
                  <a:pt x="1025476" y="57950"/>
                  <a:pt x="1025874" y="61137"/>
                  <a:pt x="1026272" y="62335"/>
                </a:cubicBezTo>
                <a:cubicBezTo>
                  <a:pt x="1037033" y="63332"/>
                  <a:pt x="1039226" y="64329"/>
                  <a:pt x="1039226" y="75899"/>
                </a:cubicBezTo>
                <a:lnTo>
                  <a:pt x="1039226" y="114802"/>
                </a:lnTo>
                <a:cubicBezTo>
                  <a:pt x="1039226" y="131161"/>
                  <a:pt x="1037234" y="131961"/>
                  <a:pt x="1025275" y="132958"/>
                </a:cubicBezTo>
                <a:cubicBezTo>
                  <a:pt x="1024080" y="134153"/>
                  <a:pt x="1024080" y="138337"/>
                  <a:pt x="1025275" y="139532"/>
                </a:cubicBezTo>
                <a:cubicBezTo>
                  <a:pt x="1031256" y="139335"/>
                  <a:pt x="1039226" y="139134"/>
                  <a:pt x="1047196" y="139134"/>
                </a:cubicBezTo>
                <a:cubicBezTo>
                  <a:pt x="1055168" y="139134"/>
                  <a:pt x="1061146" y="139335"/>
                  <a:pt x="1067124" y="139532"/>
                </a:cubicBezTo>
                <a:cubicBezTo>
                  <a:pt x="1068319" y="138337"/>
                  <a:pt x="1068319" y="134153"/>
                  <a:pt x="1067124" y="132958"/>
                </a:cubicBezTo>
                <a:cubicBezTo>
                  <a:pt x="1056962" y="131961"/>
                  <a:pt x="1054968" y="131161"/>
                  <a:pt x="1054968" y="114802"/>
                </a:cubicBezTo>
                <a:lnTo>
                  <a:pt x="1054968" y="82084"/>
                </a:lnTo>
                <a:cubicBezTo>
                  <a:pt x="1054968" y="77894"/>
                  <a:pt x="1056762" y="75501"/>
                  <a:pt x="1058355" y="73707"/>
                </a:cubicBezTo>
                <a:cubicBezTo>
                  <a:pt x="1065929" y="66324"/>
                  <a:pt x="1074896" y="61933"/>
                  <a:pt x="1082669" y="61933"/>
                </a:cubicBezTo>
                <a:cubicBezTo>
                  <a:pt x="1086655" y="61933"/>
                  <a:pt x="1090839" y="64527"/>
                  <a:pt x="1093229" y="69115"/>
                </a:cubicBezTo>
                <a:cubicBezTo>
                  <a:pt x="1095224" y="73108"/>
                  <a:pt x="1095622" y="78493"/>
                  <a:pt x="1095622" y="84477"/>
                </a:cubicBezTo>
                <a:lnTo>
                  <a:pt x="1095622" y="114802"/>
                </a:lnTo>
                <a:cubicBezTo>
                  <a:pt x="1095622" y="131161"/>
                  <a:pt x="1093627" y="131961"/>
                  <a:pt x="1083265" y="132958"/>
                </a:cubicBezTo>
                <a:cubicBezTo>
                  <a:pt x="1082270" y="134153"/>
                  <a:pt x="1082270" y="138337"/>
                  <a:pt x="1083265" y="139532"/>
                </a:cubicBezTo>
                <a:cubicBezTo>
                  <a:pt x="1089246" y="139335"/>
                  <a:pt x="1095622" y="139134"/>
                  <a:pt x="1103592" y="139134"/>
                </a:cubicBezTo>
                <a:cubicBezTo>
                  <a:pt x="1111564" y="139134"/>
                  <a:pt x="1118737" y="139335"/>
                  <a:pt x="1124716" y="139532"/>
                </a:cubicBezTo>
                <a:cubicBezTo>
                  <a:pt x="1125713" y="138337"/>
                  <a:pt x="1125713" y="134153"/>
                  <a:pt x="1124716" y="132958"/>
                </a:cubicBezTo>
                <a:cubicBezTo>
                  <a:pt x="1113556" y="131961"/>
                  <a:pt x="1111364" y="131161"/>
                  <a:pt x="1111364" y="114802"/>
                </a:cubicBezTo>
                <a:lnTo>
                  <a:pt x="1111364" y="85076"/>
                </a:lnTo>
                <a:cubicBezTo>
                  <a:pt x="1111364" y="74105"/>
                  <a:pt x="1110567" y="64527"/>
                  <a:pt x="1105985" y="58348"/>
                </a:cubicBezTo>
                <a:cubicBezTo>
                  <a:pt x="1102594" y="53964"/>
                  <a:pt x="1096419" y="51571"/>
                  <a:pt x="1089443" y="51571"/>
                </a:cubicBezTo>
                <a:cubicBezTo>
                  <a:pt x="1079680" y="51571"/>
                  <a:pt x="1068520" y="54161"/>
                  <a:pt x="1056762" y="677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detected">
            <a:extLst xmlns:a="http://schemas.openxmlformats.org/drawingml/2006/main">
              <a:ext uri="{FF2B5EF4-FFF2-40B4-BE49-F238E27FC236}">
                <a16:creationId xmlns:a16="http://schemas.microsoft.com/office/drawing/2014/main" id="{8EAB7F18-7519-4B16-AF7B-73B32EE2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17" y="4332445"/>
            <a:ext cx="674551" cy="141688"/>
          </a:xfrm>
          <a:custGeom xmlns:a="http://schemas.openxmlformats.org/drawingml/2006/main">
            <a:pathLst>
              <a:path w="674551" h="141688">
                <a:moveTo>
                  <a:pt x="60979" y="114377"/>
                </a:moveTo>
                <a:cubicBezTo>
                  <a:pt x="60979" y="118165"/>
                  <a:pt x="60580" y="119762"/>
                  <a:pt x="57792" y="122155"/>
                </a:cubicBezTo>
                <a:cubicBezTo>
                  <a:pt x="50418" y="128534"/>
                  <a:pt x="44042" y="131724"/>
                  <a:pt x="39058" y="131724"/>
                </a:cubicBezTo>
                <a:cubicBezTo>
                  <a:pt x="28300" y="131724"/>
                  <a:pt x="17141" y="119959"/>
                  <a:pt x="17141" y="95035"/>
                </a:cubicBezTo>
                <a:cubicBezTo>
                  <a:pt x="17141" y="80679"/>
                  <a:pt x="19929" y="72704"/>
                  <a:pt x="22918" y="68516"/>
                </a:cubicBezTo>
                <a:cubicBezTo>
                  <a:pt x="29097" y="59145"/>
                  <a:pt x="37465" y="58546"/>
                  <a:pt x="41451" y="58546"/>
                </a:cubicBezTo>
                <a:cubicBezTo>
                  <a:pt x="48624" y="58546"/>
                  <a:pt x="53608" y="61140"/>
                  <a:pt x="57591" y="65725"/>
                </a:cubicBezTo>
                <a:cubicBezTo>
                  <a:pt x="60383" y="68915"/>
                  <a:pt x="60979" y="70310"/>
                  <a:pt x="60979" y="76492"/>
                </a:cubicBezTo>
                <a:lnTo>
                  <a:pt x="60979" y="114377"/>
                </a:lnTo>
                <a:moveTo>
                  <a:pt x="58789" y="129133"/>
                </a:moveTo>
                <a:cubicBezTo>
                  <a:pt x="59784" y="128336"/>
                  <a:pt x="61578" y="127935"/>
                  <a:pt x="61778" y="129331"/>
                </a:cubicBezTo>
                <a:cubicBezTo>
                  <a:pt x="62374" y="134117"/>
                  <a:pt x="63971" y="141089"/>
                  <a:pt x="63971" y="141089"/>
                </a:cubicBezTo>
                <a:cubicBezTo>
                  <a:pt x="65564" y="141688"/>
                  <a:pt x="66558" y="141491"/>
                  <a:pt x="67756" y="141089"/>
                </a:cubicBezTo>
                <a:cubicBezTo>
                  <a:pt x="72138" y="137495"/>
                  <a:pt x="79113" y="134506"/>
                  <a:pt x="91270" y="133110"/>
                </a:cubicBezTo>
                <a:cubicBezTo>
                  <a:pt x="92465" y="131915"/>
                  <a:pt x="92465" y="128926"/>
                  <a:pt x="91270" y="127731"/>
                </a:cubicBezTo>
                <a:cubicBezTo>
                  <a:pt x="78517" y="126734"/>
                  <a:pt x="76723" y="122945"/>
                  <a:pt x="76723" y="113175"/>
                </a:cubicBezTo>
                <a:lnTo>
                  <a:pt x="76723" y="22854"/>
                </a:lnTo>
                <a:cubicBezTo>
                  <a:pt x="76723" y="9894"/>
                  <a:pt x="77520" y="1967"/>
                  <a:pt x="77520" y="1967"/>
                </a:cubicBezTo>
                <a:cubicBezTo>
                  <a:pt x="77520" y="593"/>
                  <a:pt x="76723" y="0"/>
                  <a:pt x="74929" y="0"/>
                </a:cubicBezTo>
                <a:cubicBezTo>
                  <a:pt x="69949" y="1967"/>
                  <a:pt x="55000" y="4719"/>
                  <a:pt x="47031" y="5309"/>
                </a:cubicBezTo>
                <a:cubicBezTo>
                  <a:pt x="46632" y="6905"/>
                  <a:pt x="47031" y="10092"/>
                  <a:pt x="48226" y="11287"/>
                </a:cubicBezTo>
                <a:cubicBezTo>
                  <a:pt x="58589" y="11886"/>
                  <a:pt x="60979" y="10889"/>
                  <a:pt x="60979" y="27640"/>
                </a:cubicBezTo>
                <a:lnTo>
                  <a:pt x="60979" y="53167"/>
                </a:lnTo>
                <a:cubicBezTo>
                  <a:pt x="60979" y="54563"/>
                  <a:pt x="60580" y="54961"/>
                  <a:pt x="59188" y="54961"/>
                </a:cubicBezTo>
                <a:cubicBezTo>
                  <a:pt x="58388" y="54961"/>
                  <a:pt x="50220" y="51571"/>
                  <a:pt x="43643" y="51571"/>
                </a:cubicBezTo>
                <a:cubicBezTo>
                  <a:pt x="30489" y="51571"/>
                  <a:pt x="21723" y="55955"/>
                  <a:pt x="13750" y="63530"/>
                </a:cubicBezTo>
                <a:cubicBezTo>
                  <a:pt x="5181" y="72104"/>
                  <a:pt x="0" y="83869"/>
                  <a:pt x="0" y="98623"/>
                </a:cubicBezTo>
                <a:cubicBezTo>
                  <a:pt x="0" y="123152"/>
                  <a:pt x="12357" y="141089"/>
                  <a:pt x="33880" y="141089"/>
                </a:cubicBezTo>
                <a:cubicBezTo>
                  <a:pt x="41649" y="141089"/>
                  <a:pt x="49022" y="137106"/>
                  <a:pt x="58789" y="129133"/>
                </a:cubicBezTo>
                <a:close/>
                <a:moveTo>
                  <a:pt x="117774" y="82939"/>
                </a:moveTo>
                <a:cubicBezTo>
                  <a:pt x="121559" y="60516"/>
                  <a:pt x="135510" y="58731"/>
                  <a:pt x="140293" y="58731"/>
                </a:cubicBezTo>
                <a:cubicBezTo>
                  <a:pt x="147865" y="58731"/>
                  <a:pt x="156832" y="62900"/>
                  <a:pt x="156832" y="79566"/>
                </a:cubicBezTo>
                <a:cubicBezTo>
                  <a:pt x="156832" y="81351"/>
                  <a:pt x="156035" y="82346"/>
                  <a:pt x="153843" y="82346"/>
                </a:cubicBezTo>
                <a:lnTo>
                  <a:pt x="117774" y="82939"/>
                </a:lnTo>
                <a:moveTo>
                  <a:pt x="169983" y="120573"/>
                </a:moveTo>
                <a:cubicBezTo>
                  <a:pt x="162612" y="128142"/>
                  <a:pt x="156832" y="131325"/>
                  <a:pt x="145274" y="131325"/>
                </a:cubicBezTo>
                <a:cubicBezTo>
                  <a:pt x="138101" y="131325"/>
                  <a:pt x="129730" y="127144"/>
                  <a:pt x="123554" y="116992"/>
                </a:cubicBezTo>
                <a:cubicBezTo>
                  <a:pt x="119568" y="110421"/>
                  <a:pt x="117175" y="101262"/>
                  <a:pt x="117175" y="89713"/>
                </a:cubicBezTo>
                <a:lnTo>
                  <a:pt x="170183" y="90112"/>
                </a:lnTo>
                <a:cubicBezTo>
                  <a:pt x="172573" y="90112"/>
                  <a:pt x="173969" y="88917"/>
                  <a:pt x="173969" y="86724"/>
                </a:cubicBezTo>
                <a:cubicBezTo>
                  <a:pt x="173969" y="70043"/>
                  <a:pt x="167991" y="52154"/>
                  <a:pt x="140293" y="52154"/>
                </a:cubicBezTo>
                <a:cubicBezTo>
                  <a:pt x="122955" y="52154"/>
                  <a:pt x="100436" y="68653"/>
                  <a:pt x="100436" y="98872"/>
                </a:cubicBezTo>
                <a:cubicBezTo>
                  <a:pt x="100436" y="110022"/>
                  <a:pt x="103227" y="120774"/>
                  <a:pt x="109804" y="128339"/>
                </a:cubicBezTo>
                <a:cubicBezTo>
                  <a:pt x="116579" y="136309"/>
                  <a:pt x="125944" y="141089"/>
                  <a:pt x="140293" y="141089"/>
                </a:cubicBezTo>
                <a:cubicBezTo>
                  <a:pt x="155436" y="141089"/>
                  <a:pt x="166197" y="134117"/>
                  <a:pt x="174170" y="123760"/>
                </a:cubicBezTo>
                <a:cubicBezTo>
                  <a:pt x="173571" y="121768"/>
                  <a:pt x="172376" y="120774"/>
                  <a:pt x="169983" y="120573"/>
                </a:cubicBezTo>
                <a:close/>
                <a:moveTo>
                  <a:pt x="190710" y="53711"/>
                </a:moveTo>
                <a:cubicBezTo>
                  <a:pt x="187919" y="53711"/>
                  <a:pt x="187122" y="56104"/>
                  <a:pt x="187122" y="57698"/>
                </a:cubicBezTo>
                <a:lnTo>
                  <a:pt x="187122" y="60288"/>
                </a:lnTo>
                <a:cubicBezTo>
                  <a:pt x="187122" y="61286"/>
                  <a:pt x="187320" y="61483"/>
                  <a:pt x="188119" y="61483"/>
                </a:cubicBezTo>
                <a:lnTo>
                  <a:pt x="199875" y="61483"/>
                </a:lnTo>
                <a:lnTo>
                  <a:pt x="199875" y="121376"/>
                </a:lnTo>
                <a:cubicBezTo>
                  <a:pt x="199875" y="135509"/>
                  <a:pt x="206054" y="141089"/>
                  <a:pt x="215218" y="141089"/>
                </a:cubicBezTo>
                <a:cubicBezTo>
                  <a:pt x="224386" y="141089"/>
                  <a:pt x="234350" y="136708"/>
                  <a:pt x="242123" y="127941"/>
                </a:cubicBezTo>
                <a:cubicBezTo>
                  <a:pt x="241724" y="125953"/>
                  <a:pt x="240529" y="124758"/>
                  <a:pt x="238535" y="124560"/>
                </a:cubicBezTo>
                <a:cubicBezTo>
                  <a:pt x="233353" y="128540"/>
                  <a:pt x="227375" y="130130"/>
                  <a:pt x="222194" y="130130"/>
                </a:cubicBezTo>
                <a:cubicBezTo>
                  <a:pt x="216815" y="130130"/>
                  <a:pt x="215620" y="124162"/>
                  <a:pt x="215620" y="111825"/>
                </a:cubicBezTo>
                <a:lnTo>
                  <a:pt x="215620" y="61483"/>
                </a:lnTo>
                <a:lnTo>
                  <a:pt x="236342" y="61483"/>
                </a:lnTo>
                <a:cubicBezTo>
                  <a:pt x="238337" y="61483"/>
                  <a:pt x="241125" y="60687"/>
                  <a:pt x="241125" y="58893"/>
                </a:cubicBezTo>
                <a:lnTo>
                  <a:pt x="241125" y="54909"/>
                </a:lnTo>
                <a:cubicBezTo>
                  <a:pt x="241125" y="54113"/>
                  <a:pt x="240529" y="53711"/>
                  <a:pt x="239532" y="53711"/>
                </a:cubicBezTo>
                <a:lnTo>
                  <a:pt x="215620" y="53711"/>
                </a:lnTo>
                <a:lnTo>
                  <a:pt x="215620" y="45942"/>
                </a:lnTo>
                <a:cubicBezTo>
                  <a:pt x="215620" y="32989"/>
                  <a:pt x="216416" y="25016"/>
                  <a:pt x="216416" y="25016"/>
                </a:cubicBezTo>
                <a:cubicBezTo>
                  <a:pt x="216416" y="23821"/>
                  <a:pt x="215817" y="23222"/>
                  <a:pt x="214820" y="23222"/>
                </a:cubicBezTo>
                <a:cubicBezTo>
                  <a:pt x="214023" y="23222"/>
                  <a:pt x="212229" y="24022"/>
                  <a:pt x="210438" y="25016"/>
                </a:cubicBezTo>
                <a:cubicBezTo>
                  <a:pt x="208246" y="26214"/>
                  <a:pt x="206251" y="27208"/>
                  <a:pt x="203661" y="27807"/>
                </a:cubicBezTo>
                <a:cubicBezTo>
                  <a:pt x="201271" y="28604"/>
                  <a:pt x="199279" y="29203"/>
                  <a:pt x="199279" y="30596"/>
                </a:cubicBezTo>
                <a:cubicBezTo>
                  <a:pt x="199279" y="32989"/>
                  <a:pt x="199875" y="31593"/>
                  <a:pt x="199875" y="53711"/>
                </a:cubicBezTo>
                <a:lnTo>
                  <a:pt x="190710" y="53711"/>
                </a:lnTo>
                <a:close/>
                <a:moveTo>
                  <a:pt x="269822" y="82939"/>
                </a:moveTo>
                <a:cubicBezTo>
                  <a:pt x="273607" y="60516"/>
                  <a:pt x="287558" y="58731"/>
                  <a:pt x="292341" y="58731"/>
                </a:cubicBezTo>
                <a:cubicBezTo>
                  <a:pt x="299912" y="58731"/>
                  <a:pt x="308880" y="62900"/>
                  <a:pt x="308880" y="79566"/>
                </a:cubicBezTo>
                <a:cubicBezTo>
                  <a:pt x="308880" y="81351"/>
                  <a:pt x="308083" y="82346"/>
                  <a:pt x="305891" y="82346"/>
                </a:cubicBezTo>
                <a:lnTo>
                  <a:pt x="269822" y="82939"/>
                </a:lnTo>
                <a:moveTo>
                  <a:pt x="322031" y="120573"/>
                </a:moveTo>
                <a:cubicBezTo>
                  <a:pt x="314660" y="128142"/>
                  <a:pt x="308880" y="131325"/>
                  <a:pt x="297322" y="131325"/>
                </a:cubicBezTo>
                <a:cubicBezTo>
                  <a:pt x="290149" y="131325"/>
                  <a:pt x="281778" y="127144"/>
                  <a:pt x="275602" y="116992"/>
                </a:cubicBezTo>
                <a:cubicBezTo>
                  <a:pt x="271616" y="110421"/>
                  <a:pt x="269223" y="101262"/>
                  <a:pt x="269223" y="89713"/>
                </a:cubicBezTo>
                <a:lnTo>
                  <a:pt x="322231" y="90112"/>
                </a:lnTo>
                <a:cubicBezTo>
                  <a:pt x="324621" y="90112"/>
                  <a:pt x="326017" y="88917"/>
                  <a:pt x="326017" y="86724"/>
                </a:cubicBezTo>
                <a:cubicBezTo>
                  <a:pt x="326017" y="70043"/>
                  <a:pt x="320039" y="52154"/>
                  <a:pt x="292341" y="52154"/>
                </a:cubicBezTo>
                <a:cubicBezTo>
                  <a:pt x="275003" y="52154"/>
                  <a:pt x="252483" y="68653"/>
                  <a:pt x="252483" y="98872"/>
                </a:cubicBezTo>
                <a:cubicBezTo>
                  <a:pt x="252483" y="110022"/>
                  <a:pt x="255275" y="120774"/>
                  <a:pt x="261852" y="128339"/>
                </a:cubicBezTo>
                <a:cubicBezTo>
                  <a:pt x="268627" y="136309"/>
                  <a:pt x="277992" y="141089"/>
                  <a:pt x="292341" y="141089"/>
                </a:cubicBezTo>
                <a:cubicBezTo>
                  <a:pt x="307484" y="141089"/>
                  <a:pt x="318245" y="134117"/>
                  <a:pt x="326218" y="123760"/>
                </a:cubicBezTo>
                <a:cubicBezTo>
                  <a:pt x="325619" y="121768"/>
                  <a:pt x="324424" y="120774"/>
                  <a:pt x="322031" y="120573"/>
                </a:cubicBezTo>
                <a:close/>
                <a:moveTo>
                  <a:pt x="414895" y="120957"/>
                </a:moveTo>
                <a:cubicBezTo>
                  <a:pt x="414098" y="119163"/>
                  <a:pt x="412502" y="118366"/>
                  <a:pt x="410711" y="118165"/>
                </a:cubicBezTo>
                <a:cubicBezTo>
                  <a:pt x="403933" y="126941"/>
                  <a:pt x="395364" y="131325"/>
                  <a:pt x="386796" y="131325"/>
                </a:cubicBezTo>
                <a:cubicBezTo>
                  <a:pt x="372249" y="131325"/>
                  <a:pt x="360092" y="116572"/>
                  <a:pt x="360092" y="93241"/>
                </a:cubicBezTo>
                <a:cubicBezTo>
                  <a:pt x="360092" y="71308"/>
                  <a:pt x="369658" y="58148"/>
                  <a:pt x="382812" y="58148"/>
                </a:cubicBezTo>
                <a:cubicBezTo>
                  <a:pt x="394568" y="58148"/>
                  <a:pt x="396161" y="65126"/>
                  <a:pt x="396961" y="72104"/>
                </a:cubicBezTo>
                <a:cubicBezTo>
                  <a:pt x="397557" y="77490"/>
                  <a:pt x="400348" y="79284"/>
                  <a:pt x="404532" y="79284"/>
                </a:cubicBezTo>
                <a:cubicBezTo>
                  <a:pt x="408716" y="79284"/>
                  <a:pt x="414296" y="76693"/>
                  <a:pt x="414296" y="70511"/>
                </a:cubicBezTo>
                <a:cubicBezTo>
                  <a:pt x="414296" y="59543"/>
                  <a:pt x="402939" y="51571"/>
                  <a:pt x="383807" y="51571"/>
                </a:cubicBezTo>
                <a:cubicBezTo>
                  <a:pt x="364079" y="51571"/>
                  <a:pt x="342955" y="69313"/>
                  <a:pt x="342955" y="97628"/>
                </a:cubicBezTo>
                <a:cubicBezTo>
                  <a:pt x="342955" y="123350"/>
                  <a:pt x="357304" y="141089"/>
                  <a:pt x="382411" y="141089"/>
                </a:cubicBezTo>
                <a:cubicBezTo>
                  <a:pt x="394370" y="141089"/>
                  <a:pt x="404931" y="137304"/>
                  <a:pt x="414895" y="120957"/>
                </a:cubicBezTo>
                <a:close/>
                <a:moveTo>
                  <a:pt x="429443" y="53711"/>
                </a:moveTo>
                <a:cubicBezTo>
                  <a:pt x="426652" y="53711"/>
                  <a:pt x="425855" y="56104"/>
                  <a:pt x="425855" y="57698"/>
                </a:cubicBezTo>
                <a:lnTo>
                  <a:pt x="425855" y="60288"/>
                </a:lnTo>
                <a:cubicBezTo>
                  <a:pt x="425855" y="61286"/>
                  <a:pt x="426053" y="61483"/>
                  <a:pt x="426852" y="61483"/>
                </a:cubicBezTo>
                <a:lnTo>
                  <a:pt x="438608" y="61483"/>
                </a:lnTo>
                <a:lnTo>
                  <a:pt x="438608" y="121376"/>
                </a:lnTo>
                <a:cubicBezTo>
                  <a:pt x="438608" y="135509"/>
                  <a:pt x="444786" y="141089"/>
                  <a:pt x="453951" y="141089"/>
                </a:cubicBezTo>
                <a:cubicBezTo>
                  <a:pt x="463119" y="141089"/>
                  <a:pt x="473083" y="136708"/>
                  <a:pt x="480855" y="127941"/>
                </a:cubicBezTo>
                <a:cubicBezTo>
                  <a:pt x="480457" y="125953"/>
                  <a:pt x="479262" y="124758"/>
                  <a:pt x="477267" y="124560"/>
                </a:cubicBezTo>
                <a:cubicBezTo>
                  <a:pt x="472086" y="128540"/>
                  <a:pt x="466108" y="130130"/>
                  <a:pt x="460927" y="130130"/>
                </a:cubicBezTo>
                <a:cubicBezTo>
                  <a:pt x="455548" y="130130"/>
                  <a:pt x="454353" y="124162"/>
                  <a:pt x="454353" y="111825"/>
                </a:cubicBezTo>
                <a:lnTo>
                  <a:pt x="454353" y="61483"/>
                </a:lnTo>
                <a:lnTo>
                  <a:pt x="475075" y="61483"/>
                </a:lnTo>
                <a:cubicBezTo>
                  <a:pt x="477070" y="61483"/>
                  <a:pt x="479858" y="60687"/>
                  <a:pt x="479858" y="58893"/>
                </a:cubicBezTo>
                <a:lnTo>
                  <a:pt x="479858" y="54909"/>
                </a:lnTo>
                <a:cubicBezTo>
                  <a:pt x="479858" y="54113"/>
                  <a:pt x="479262" y="53711"/>
                  <a:pt x="478265" y="53711"/>
                </a:cubicBezTo>
                <a:lnTo>
                  <a:pt x="454353" y="53711"/>
                </a:lnTo>
                <a:lnTo>
                  <a:pt x="454353" y="45942"/>
                </a:lnTo>
                <a:cubicBezTo>
                  <a:pt x="454353" y="32989"/>
                  <a:pt x="455149" y="25016"/>
                  <a:pt x="455149" y="25016"/>
                </a:cubicBezTo>
                <a:cubicBezTo>
                  <a:pt x="455149" y="23821"/>
                  <a:pt x="454550" y="23222"/>
                  <a:pt x="453553" y="23222"/>
                </a:cubicBezTo>
                <a:cubicBezTo>
                  <a:pt x="452756" y="23222"/>
                  <a:pt x="450962" y="24022"/>
                  <a:pt x="449171" y="25016"/>
                </a:cubicBezTo>
                <a:cubicBezTo>
                  <a:pt x="446979" y="26214"/>
                  <a:pt x="444984" y="27208"/>
                  <a:pt x="442393" y="27807"/>
                </a:cubicBezTo>
                <a:cubicBezTo>
                  <a:pt x="440003" y="28604"/>
                  <a:pt x="438012" y="29203"/>
                  <a:pt x="438012" y="30596"/>
                </a:cubicBezTo>
                <a:cubicBezTo>
                  <a:pt x="438012" y="32989"/>
                  <a:pt x="438608" y="31593"/>
                  <a:pt x="438608" y="53711"/>
                </a:cubicBezTo>
                <a:lnTo>
                  <a:pt x="429443" y="53711"/>
                </a:lnTo>
                <a:close/>
                <a:moveTo>
                  <a:pt x="508554" y="82939"/>
                </a:moveTo>
                <a:cubicBezTo>
                  <a:pt x="512340" y="60516"/>
                  <a:pt x="526291" y="58731"/>
                  <a:pt x="531074" y="58731"/>
                </a:cubicBezTo>
                <a:cubicBezTo>
                  <a:pt x="538645" y="58731"/>
                  <a:pt x="547612" y="62900"/>
                  <a:pt x="547612" y="79566"/>
                </a:cubicBezTo>
                <a:cubicBezTo>
                  <a:pt x="547612" y="81351"/>
                  <a:pt x="546816" y="82346"/>
                  <a:pt x="544623" y="82346"/>
                </a:cubicBezTo>
                <a:lnTo>
                  <a:pt x="508554" y="82939"/>
                </a:lnTo>
                <a:moveTo>
                  <a:pt x="560764" y="120573"/>
                </a:moveTo>
                <a:cubicBezTo>
                  <a:pt x="553393" y="128142"/>
                  <a:pt x="547612" y="131325"/>
                  <a:pt x="536055" y="131325"/>
                </a:cubicBezTo>
                <a:cubicBezTo>
                  <a:pt x="528882" y="131325"/>
                  <a:pt x="520511" y="127144"/>
                  <a:pt x="514335" y="116992"/>
                </a:cubicBezTo>
                <a:cubicBezTo>
                  <a:pt x="510348" y="110421"/>
                  <a:pt x="507955" y="101262"/>
                  <a:pt x="507955" y="89713"/>
                </a:cubicBezTo>
                <a:lnTo>
                  <a:pt x="560964" y="90112"/>
                </a:lnTo>
                <a:cubicBezTo>
                  <a:pt x="563354" y="90112"/>
                  <a:pt x="564750" y="88917"/>
                  <a:pt x="564750" y="86724"/>
                </a:cubicBezTo>
                <a:cubicBezTo>
                  <a:pt x="564750" y="70043"/>
                  <a:pt x="558772" y="52154"/>
                  <a:pt x="531074" y="52154"/>
                </a:cubicBezTo>
                <a:cubicBezTo>
                  <a:pt x="513736" y="52154"/>
                  <a:pt x="491216" y="68653"/>
                  <a:pt x="491216" y="98872"/>
                </a:cubicBezTo>
                <a:cubicBezTo>
                  <a:pt x="491216" y="110022"/>
                  <a:pt x="494008" y="120774"/>
                  <a:pt x="500585" y="128339"/>
                </a:cubicBezTo>
                <a:cubicBezTo>
                  <a:pt x="507359" y="136309"/>
                  <a:pt x="516725" y="141089"/>
                  <a:pt x="531074" y="141089"/>
                </a:cubicBezTo>
                <a:cubicBezTo>
                  <a:pt x="546217" y="141089"/>
                  <a:pt x="556978" y="134117"/>
                  <a:pt x="564951" y="123760"/>
                </a:cubicBezTo>
                <a:cubicBezTo>
                  <a:pt x="564352" y="121768"/>
                  <a:pt x="563157" y="120774"/>
                  <a:pt x="560764" y="120573"/>
                </a:cubicBezTo>
                <a:close/>
                <a:moveTo>
                  <a:pt x="643064" y="114377"/>
                </a:moveTo>
                <a:cubicBezTo>
                  <a:pt x="643064" y="118165"/>
                  <a:pt x="642666" y="119762"/>
                  <a:pt x="639878" y="122155"/>
                </a:cubicBezTo>
                <a:cubicBezTo>
                  <a:pt x="632504" y="128534"/>
                  <a:pt x="626128" y="131724"/>
                  <a:pt x="621144" y="131724"/>
                </a:cubicBezTo>
                <a:cubicBezTo>
                  <a:pt x="610386" y="131724"/>
                  <a:pt x="599226" y="119959"/>
                  <a:pt x="599226" y="95035"/>
                </a:cubicBezTo>
                <a:cubicBezTo>
                  <a:pt x="599226" y="80679"/>
                  <a:pt x="602015" y="72704"/>
                  <a:pt x="605004" y="68516"/>
                </a:cubicBezTo>
                <a:cubicBezTo>
                  <a:pt x="611183" y="59145"/>
                  <a:pt x="619551" y="58546"/>
                  <a:pt x="623537" y="58546"/>
                </a:cubicBezTo>
                <a:cubicBezTo>
                  <a:pt x="630710" y="58546"/>
                  <a:pt x="635694" y="61140"/>
                  <a:pt x="639677" y="65725"/>
                </a:cubicBezTo>
                <a:cubicBezTo>
                  <a:pt x="642468" y="68915"/>
                  <a:pt x="643064" y="70310"/>
                  <a:pt x="643064" y="76492"/>
                </a:cubicBezTo>
                <a:lnTo>
                  <a:pt x="643064" y="114377"/>
                </a:lnTo>
                <a:moveTo>
                  <a:pt x="640875" y="129133"/>
                </a:moveTo>
                <a:cubicBezTo>
                  <a:pt x="641869" y="128336"/>
                  <a:pt x="643663" y="127935"/>
                  <a:pt x="643864" y="129331"/>
                </a:cubicBezTo>
                <a:cubicBezTo>
                  <a:pt x="644460" y="134117"/>
                  <a:pt x="646056" y="141089"/>
                  <a:pt x="646056" y="141089"/>
                </a:cubicBezTo>
                <a:cubicBezTo>
                  <a:pt x="647650" y="141688"/>
                  <a:pt x="648644" y="141491"/>
                  <a:pt x="649842" y="141089"/>
                </a:cubicBezTo>
                <a:cubicBezTo>
                  <a:pt x="654224" y="137495"/>
                  <a:pt x="661199" y="134506"/>
                  <a:pt x="673356" y="133110"/>
                </a:cubicBezTo>
                <a:cubicBezTo>
                  <a:pt x="674551" y="131915"/>
                  <a:pt x="674551" y="128926"/>
                  <a:pt x="673356" y="127731"/>
                </a:cubicBezTo>
                <a:cubicBezTo>
                  <a:pt x="660603" y="126734"/>
                  <a:pt x="658809" y="122945"/>
                  <a:pt x="658809" y="113175"/>
                </a:cubicBezTo>
                <a:lnTo>
                  <a:pt x="658809" y="22854"/>
                </a:lnTo>
                <a:cubicBezTo>
                  <a:pt x="658809" y="9894"/>
                  <a:pt x="659606" y="1967"/>
                  <a:pt x="659606" y="1967"/>
                </a:cubicBezTo>
                <a:cubicBezTo>
                  <a:pt x="659606" y="593"/>
                  <a:pt x="658809" y="0"/>
                  <a:pt x="657015" y="0"/>
                </a:cubicBezTo>
                <a:cubicBezTo>
                  <a:pt x="652035" y="1967"/>
                  <a:pt x="637086" y="4719"/>
                  <a:pt x="629117" y="5309"/>
                </a:cubicBezTo>
                <a:cubicBezTo>
                  <a:pt x="628718" y="6905"/>
                  <a:pt x="629117" y="10092"/>
                  <a:pt x="630312" y="11287"/>
                </a:cubicBezTo>
                <a:cubicBezTo>
                  <a:pt x="640674" y="11886"/>
                  <a:pt x="643064" y="10889"/>
                  <a:pt x="643064" y="27640"/>
                </a:cubicBezTo>
                <a:lnTo>
                  <a:pt x="643064" y="53167"/>
                </a:lnTo>
                <a:cubicBezTo>
                  <a:pt x="643064" y="54563"/>
                  <a:pt x="642666" y="54961"/>
                  <a:pt x="641273" y="54961"/>
                </a:cubicBezTo>
                <a:cubicBezTo>
                  <a:pt x="640474" y="54961"/>
                  <a:pt x="632306" y="51571"/>
                  <a:pt x="625729" y="51571"/>
                </a:cubicBezTo>
                <a:cubicBezTo>
                  <a:pt x="612575" y="51571"/>
                  <a:pt x="603809" y="55955"/>
                  <a:pt x="595836" y="63530"/>
                </a:cubicBezTo>
                <a:cubicBezTo>
                  <a:pt x="587267" y="72104"/>
                  <a:pt x="582086" y="83869"/>
                  <a:pt x="582086" y="98623"/>
                </a:cubicBezTo>
                <a:cubicBezTo>
                  <a:pt x="582086" y="123152"/>
                  <a:pt x="594443" y="141089"/>
                  <a:pt x="615966" y="141089"/>
                </a:cubicBezTo>
                <a:cubicBezTo>
                  <a:pt x="623735" y="141089"/>
                  <a:pt x="631108" y="137106"/>
                  <a:pt x="640875" y="1291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6D457D-74F8-4EAD-B5E5-872B1204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129" y="383843"/>
            <a:ext cx="10" cy="456239"/>
          </a:xfrm>
          <a:custGeom xmlns:a="http://schemas.openxmlformats.org/drawingml/2006/main">
            <a:pathLst>
              <a:path w="1" h="456239" fill="none">
                <a:moveTo>
                  <a:pt x="0" y="0"/>
                </a:moveTo>
                <a:lnTo>
                  <a:pt x="0" y="456239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D245D-7A34-4DA0-8E0B-D23D25A5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21" y="771759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C32BC-88C7-48B0-8368-7FA3031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21" y="771759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99AF3-DC82-4A2A-A3CE-69D662B8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129" y="1284949"/>
            <a:ext cx="10" cy="405656"/>
          </a:xfrm>
          <a:custGeom xmlns:a="http://schemas.openxmlformats.org/drawingml/2006/main">
            <a:pathLst>
              <a:path w="1" h="405656" fill="none">
                <a:moveTo>
                  <a:pt x="0" y="0"/>
                </a:moveTo>
                <a:lnTo>
                  <a:pt x="0" y="405656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0297D7-03F5-4D6D-9E04-00196D05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21" y="1622282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623688-E783-429B-BA26-916B0BBE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21" y="1622282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E519BC-3EFB-49E5-9FD7-A91C111D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129" y="2135473"/>
            <a:ext cx="10" cy="405655"/>
          </a:xfrm>
          <a:custGeom xmlns:a="http://schemas.openxmlformats.org/drawingml/2006/main">
            <a:pathLst>
              <a:path w="1" h="405655" fill="none">
                <a:moveTo>
                  <a:pt x="0" y="0"/>
                </a:moveTo>
                <a:lnTo>
                  <a:pt x="0" y="405655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C7C022-FCC4-421D-81ED-AE90FD2B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21" y="2472804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05280-204A-4205-9D42-F42FAAD0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21" y="2472804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27F7E-D044-43BD-BB5E-3B1AA6F8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129" y="2985996"/>
            <a:ext cx="10" cy="354135"/>
          </a:xfrm>
          <a:custGeom xmlns:a="http://schemas.openxmlformats.org/drawingml/2006/main">
            <a:pathLst>
              <a:path w="1" h="354135" fill="none">
                <a:moveTo>
                  <a:pt x="0" y="0"/>
                </a:moveTo>
                <a:lnTo>
                  <a:pt x="0" y="354135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63B1B-1039-4000-B275-312EDD0C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21" y="3271807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DFCB4C-C687-427B-BA8B-894A965E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21" y="3271807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D541C-6E59-493D-97FA-9F1593FE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151" y="900924"/>
            <a:ext cx="1215027" cy="3402046"/>
          </a:xfrm>
          <a:custGeom xmlns:a="http://schemas.openxmlformats.org/drawingml/2006/main">
            <a:pathLst>
              <a:path w="1215027" h="3402046" fill="none">
                <a:moveTo>
                  <a:pt x="0" y="3402046"/>
                </a:moveTo>
                <a:lnTo>
                  <a:pt x="1215027" y="3402046"/>
                </a:lnTo>
                <a:lnTo>
                  <a:pt x="1215027" y="0"/>
                </a:lnTo>
                <a:lnTo>
                  <a:pt x="0" y="0"/>
                </a:lnTo>
                <a:lnTo>
                  <a:pt x="0" y="34020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30" name="Text Delay">
            <a:extLst xmlns:a="http://schemas.openxmlformats.org/drawingml/2006/main">
              <a:ext uri="{FF2B5EF4-FFF2-40B4-BE49-F238E27FC236}">
                <a16:creationId xmlns:a16="http://schemas.microsoft.com/office/drawing/2014/main" id="{BC98666F-F242-46AA-B382-51A2E144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671" y="2377467"/>
            <a:ext cx="549391" cy="211955"/>
          </a:xfrm>
          <a:custGeom xmlns:a="http://schemas.openxmlformats.org/drawingml/2006/main">
            <a:pathLst>
              <a:path w="549391" h="211955">
                <a:moveTo>
                  <a:pt x="41352" y="139874"/>
                </a:moveTo>
                <a:lnTo>
                  <a:pt x="41352" y="30477"/>
                </a:lnTo>
                <a:cubicBezTo>
                  <a:pt x="41352" y="22501"/>
                  <a:pt x="49483" y="19311"/>
                  <a:pt x="60865" y="19311"/>
                </a:cubicBezTo>
                <a:cubicBezTo>
                  <a:pt x="111042" y="19311"/>
                  <a:pt x="127536" y="59195"/>
                  <a:pt x="127536" y="94290"/>
                </a:cubicBezTo>
                <a:cubicBezTo>
                  <a:pt x="127536" y="140329"/>
                  <a:pt x="99427" y="151724"/>
                  <a:pt x="66671" y="151724"/>
                </a:cubicBezTo>
                <a:cubicBezTo>
                  <a:pt x="43907" y="151724"/>
                  <a:pt x="41352" y="147168"/>
                  <a:pt x="41352" y="139874"/>
                </a:cubicBezTo>
                <a:moveTo>
                  <a:pt x="1397" y="11565"/>
                </a:moveTo>
                <a:cubicBezTo>
                  <a:pt x="0" y="12934"/>
                  <a:pt x="0" y="17716"/>
                  <a:pt x="1397" y="19082"/>
                </a:cubicBezTo>
                <a:cubicBezTo>
                  <a:pt x="17656" y="19766"/>
                  <a:pt x="21604" y="20906"/>
                  <a:pt x="21604" y="39821"/>
                </a:cubicBezTo>
                <a:lnTo>
                  <a:pt x="21604" y="131214"/>
                </a:lnTo>
                <a:cubicBezTo>
                  <a:pt x="21604" y="150129"/>
                  <a:pt x="17656" y="151269"/>
                  <a:pt x="1397" y="151953"/>
                </a:cubicBezTo>
                <a:cubicBezTo>
                  <a:pt x="0" y="153319"/>
                  <a:pt x="0" y="158101"/>
                  <a:pt x="1397" y="159466"/>
                </a:cubicBezTo>
                <a:cubicBezTo>
                  <a:pt x="10457" y="159241"/>
                  <a:pt x="22767" y="159011"/>
                  <a:pt x="31593" y="159011"/>
                </a:cubicBezTo>
                <a:cubicBezTo>
                  <a:pt x="40189" y="159011"/>
                  <a:pt x="49947" y="159466"/>
                  <a:pt x="73874" y="159466"/>
                </a:cubicBezTo>
                <a:cubicBezTo>
                  <a:pt x="106629" y="159466"/>
                  <a:pt x="149835" y="144888"/>
                  <a:pt x="149835" y="88821"/>
                </a:cubicBezTo>
                <a:cubicBezTo>
                  <a:pt x="149835" y="46431"/>
                  <a:pt x="114293" y="11565"/>
                  <a:pt x="69691" y="11565"/>
                </a:cubicBezTo>
                <a:cubicBezTo>
                  <a:pt x="53198" y="11565"/>
                  <a:pt x="40423" y="12024"/>
                  <a:pt x="31363" y="12024"/>
                </a:cubicBezTo>
                <a:cubicBezTo>
                  <a:pt x="23001" y="12024"/>
                  <a:pt x="10687" y="11795"/>
                  <a:pt x="1397" y="11565"/>
                </a:cubicBezTo>
                <a:close/>
                <a:moveTo>
                  <a:pt x="188629" y="94787"/>
                </a:moveTo>
                <a:cubicBezTo>
                  <a:pt x="193043" y="69162"/>
                  <a:pt x="209305" y="67122"/>
                  <a:pt x="214881" y="67122"/>
                </a:cubicBezTo>
                <a:cubicBezTo>
                  <a:pt x="223707" y="67122"/>
                  <a:pt x="234160" y="71886"/>
                  <a:pt x="234160" y="90934"/>
                </a:cubicBezTo>
                <a:cubicBezTo>
                  <a:pt x="234160" y="92973"/>
                  <a:pt x="233232" y="94110"/>
                  <a:pt x="230676" y="94110"/>
                </a:cubicBezTo>
                <a:lnTo>
                  <a:pt x="188629" y="94787"/>
                </a:lnTo>
                <a:moveTo>
                  <a:pt x="249491" y="137799"/>
                </a:moveTo>
                <a:cubicBezTo>
                  <a:pt x="240899" y="146449"/>
                  <a:pt x="234160" y="150087"/>
                  <a:pt x="220687" y="150087"/>
                </a:cubicBezTo>
                <a:cubicBezTo>
                  <a:pt x="212325" y="150087"/>
                  <a:pt x="202567" y="145309"/>
                  <a:pt x="195368" y="133705"/>
                </a:cubicBezTo>
                <a:cubicBezTo>
                  <a:pt x="190721" y="126196"/>
                  <a:pt x="187931" y="115729"/>
                  <a:pt x="187931" y="102530"/>
                </a:cubicBezTo>
                <a:lnTo>
                  <a:pt x="249725" y="102985"/>
                </a:lnTo>
                <a:cubicBezTo>
                  <a:pt x="252511" y="102985"/>
                  <a:pt x="254138" y="101620"/>
                  <a:pt x="254138" y="99114"/>
                </a:cubicBezTo>
                <a:cubicBezTo>
                  <a:pt x="254138" y="80049"/>
                  <a:pt x="247169" y="59605"/>
                  <a:pt x="214881" y="59605"/>
                </a:cubicBezTo>
                <a:cubicBezTo>
                  <a:pt x="194670" y="59605"/>
                  <a:pt x="168418" y="78461"/>
                  <a:pt x="168418" y="112997"/>
                </a:cubicBezTo>
                <a:cubicBezTo>
                  <a:pt x="168418" y="125740"/>
                  <a:pt x="171672" y="138028"/>
                  <a:pt x="179339" y="146674"/>
                </a:cubicBezTo>
                <a:cubicBezTo>
                  <a:pt x="187236" y="155783"/>
                  <a:pt x="198154" y="161246"/>
                  <a:pt x="214881" y="161246"/>
                </a:cubicBezTo>
                <a:cubicBezTo>
                  <a:pt x="232533" y="161246"/>
                  <a:pt x="245078" y="153277"/>
                  <a:pt x="254372" y="141441"/>
                </a:cubicBezTo>
                <a:cubicBezTo>
                  <a:pt x="253673" y="139165"/>
                  <a:pt x="252280" y="138028"/>
                  <a:pt x="249491" y="137799"/>
                </a:cubicBezTo>
                <a:close/>
                <a:moveTo>
                  <a:pt x="285729" y="131231"/>
                </a:moveTo>
                <a:cubicBezTo>
                  <a:pt x="285729" y="150132"/>
                  <a:pt x="283177" y="151269"/>
                  <a:pt x="269006" y="151953"/>
                </a:cubicBezTo>
                <a:cubicBezTo>
                  <a:pt x="267613" y="153319"/>
                  <a:pt x="267613" y="158101"/>
                  <a:pt x="269006" y="159466"/>
                </a:cubicBezTo>
                <a:cubicBezTo>
                  <a:pt x="277137" y="159241"/>
                  <a:pt x="285729" y="159011"/>
                  <a:pt x="295023" y="159011"/>
                </a:cubicBezTo>
                <a:cubicBezTo>
                  <a:pt x="304314" y="159011"/>
                  <a:pt x="313143" y="159241"/>
                  <a:pt x="320807" y="159466"/>
                </a:cubicBezTo>
                <a:cubicBezTo>
                  <a:pt x="322203" y="158101"/>
                  <a:pt x="322203" y="153319"/>
                  <a:pt x="320807" y="151953"/>
                </a:cubicBezTo>
                <a:cubicBezTo>
                  <a:pt x="306639" y="151269"/>
                  <a:pt x="304083" y="150132"/>
                  <a:pt x="304083" y="131231"/>
                </a:cubicBezTo>
                <a:lnTo>
                  <a:pt x="304083" y="26265"/>
                </a:lnTo>
                <a:cubicBezTo>
                  <a:pt x="304083" y="11468"/>
                  <a:pt x="305012" y="2307"/>
                  <a:pt x="305012" y="2307"/>
                </a:cubicBezTo>
                <a:cubicBezTo>
                  <a:pt x="305012" y="695"/>
                  <a:pt x="304083" y="0"/>
                  <a:pt x="301992" y="0"/>
                </a:cubicBezTo>
                <a:cubicBezTo>
                  <a:pt x="296186" y="2307"/>
                  <a:pt x="278761" y="5536"/>
                  <a:pt x="269470" y="6227"/>
                </a:cubicBezTo>
                <a:cubicBezTo>
                  <a:pt x="269006" y="8052"/>
                  <a:pt x="269470" y="11694"/>
                  <a:pt x="270863" y="13063"/>
                </a:cubicBezTo>
                <a:cubicBezTo>
                  <a:pt x="284336" y="13970"/>
                  <a:pt x="285729" y="14655"/>
                  <a:pt x="285729" y="31731"/>
                </a:cubicBezTo>
                <a:lnTo>
                  <a:pt x="285729" y="131231"/>
                </a:lnTo>
                <a:close/>
                <a:moveTo>
                  <a:pt x="393056" y="105880"/>
                </a:moveTo>
                <a:lnTo>
                  <a:pt x="393056" y="135957"/>
                </a:lnTo>
                <a:cubicBezTo>
                  <a:pt x="393056" y="138921"/>
                  <a:pt x="391659" y="140517"/>
                  <a:pt x="389802" y="141882"/>
                </a:cubicBezTo>
                <a:cubicBezTo>
                  <a:pt x="383762" y="146668"/>
                  <a:pt x="375864" y="151911"/>
                  <a:pt x="369360" y="151911"/>
                </a:cubicBezTo>
                <a:cubicBezTo>
                  <a:pt x="357744" y="151911"/>
                  <a:pt x="352633" y="142796"/>
                  <a:pt x="352633" y="135731"/>
                </a:cubicBezTo>
                <a:cubicBezTo>
                  <a:pt x="352633" y="125476"/>
                  <a:pt x="357514" y="114992"/>
                  <a:pt x="374701" y="110665"/>
                </a:cubicBezTo>
                <a:lnTo>
                  <a:pt x="393056" y="105880"/>
                </a:lnTo>
                <a:moveTo>
                  <a:pt x="393056" y="148037"/>
                </a:moveTo>
                <a:cubicBezTo>
                  <a:pt x="394449" y="155098"/>
                  <a:pt x="397004" y="161246"/>
                  <a:pt x="408620" y="161246"/>
                </a:cubicBezTo>
                <a:cubicBezTo>
                  <a:pt x="417446" y="161246"/>
                  <a:pt x="425808" y="157374"/>
                  <a:pt x="430685" y="152822"/>
                </a:cubicBezTo>
                <a:cubicBezTo>
                  <a:pt x="430221" y="150087"/>
                  <a:pt x="429292" y="148037"/>
                  <a:pt x="426737" y="146671"/>
                </a:cubicBezTo>
                <a:cubicBezTo>
                  <a:pt x="425113" y="148037"/>
                  <a:pt x="421161" y="150316"/>
                  <a:pt x="418141" y="150316"/>
                </a:cubicBezTo>
                <a:cubicBezTo>
                  <a:pt x="411406" y="150316"/>
                  <a:pt x="411172" y="141427"/>
                  <a:pt x="411172" y="130946"/>
                </a:cubicBezTo>
                <a:lnTo>
                  <a:pt x="411172" y="97446"/>
                </a:lnTo>
                <a:cubicBezTo>
                  <a:pt x="411172" y="65089"/>
                  <a:pt x="393056" y="58938"/>
                  <a:pt x="376095" y="58938"/>
                </a:cubicBezTo>
                <a:cubicBezTo>
                  <a:pt x="357046" y="58938"/>
                  <a:pt x="337766" y="71240"/>
                  <a:pt x="337766" y="84230"/>
                </a:cubicBezTo>
                <a:cubicBezTo>
                  <a:pt x="337766" y="89700"/>
                  <a:pt x="340553" y="92435"/>
                  <a:pt x="345898" y="92435"/>
                </a:cubicBezTo>
                <a:cubicBezTo>
                  <a:pt x="352633" y="92435"/>
                  <a:pt x="356815" y="87650"/>
                  <a:pt x="356815" y="84685"/>
                </a:cubicBezTo>
                <a:cubicBezTo>
                  <a:pt x="356815" y="83090"/>
                  <a:pt x="356581" y="81495"/>
                  <a:pt x="356117" y="80585"/>
                </a:cubicBezTo>
                <a:cubicBezTo>
                  <a:pt x="355887" y="79900"/>
                  <a:pt x="355653" y="78534"/>
                  <a:pt x="355653" y="76025"/>
                </a:cubicBezTo>
                <a:cubicBezTo>
                  <a:pt x="355653" y="68960"/>
                  <a:pt x="365411" y="66455"/>
                  <a:pt x="374237" y="66455"/>
                </a:cubicBezTo>
                <a:cubicBezTo>
                  <a:pt x="382135" y="66455"/>
                  <a:pt x="393056" y="70330"/>
                  <a:pt x="393056" y="96080"/>
                </a:cubicBezTo>
                <a:cubicBezTo>
                  <a:pt x="393056" y="97675"/>
                  <a:pt x="392357" y="98586"/>
                  <a:pt x="391659" y="98815"/>
                </a:cubicBezTo>
                <a:lnTo>
                  <a:pt x="371681" y="103600"/>
                </a:lnTo>
                <a:cubicBezTo>
                  <a:pt x="349382" y="109070"/>
                  <a:pt x="333353" y="121146"/>
                  <a:pt x="333353" y="136642"/>
                </a:cubicBezTo>
                <a:cubicBezTo>
                  <a:pt x="333353" y="155328"/>
                  <a:pt x="346362" y="161246"/>
                  <a:pt x="362621" y="161246"/>
                </a:cubicBezTo>
                <a:cubicBezTo>
                  <a:pt x="370753" y="161246"/>
                  <a:pt x="377721" y="159425"/>
                  <a:pt x="387944" y="151682"/>
                </a:cubicBezTo>
                <a:lnTo>
                  <a:pt x="392591" y="148037"/>
                </a:lnTo>
                <a:lnTo>
                  <a:pt x="393056" y="148037"/>
                </a:lnTo>
                <a:close/>
                <a:moveTo>
                  <a:pt x="478541" y="195559"/>
                </a:moveTo>
                <a:cubicBezTo>
                  <a:pt x="482256" y="189182"/>
                  <a:pt x="485276" y="182802"/>
                  <a:pt x="488065" y="175970"/>
                </a:cubicBezTo>
                <a:cubicBezTo>
                  <a:pt x="506650" y="132009"/>
                  <a:pt x="517103" y="108545"/>
                  <a:pt x="529183" y="83035"/>
                </a:cubicBezTo>
                <a:cubicBezTo>
                  <a:pt x="533827" y="73468"/>
                  <a:pt x="537080" y="69826"/>
                  <a:pt x="547998" y="68456"/>
                </a:cubicBezTo>
                <a:cubicBezTo>
                  <a:pt x="549391" y="67091"/>
                  <a:pt x="549391" y="62309"/>
                  <a:pt x="547998" y="60940"/>
                </a:cubicBezTo>
                <a:cubicBezTo>
                  <a:pt x="543351" y="61169"/>
                  <a:pt x="538009" y="61398"/>
                  <a:pt x="531505" y="61398"/>
                </a:cubicBezTo>
                <a:cubicBezTo>
                  <a:pt x="524536" y="61398"/>
                  <a:pt x="517333" y="61169"/>
                  <a:pt x="510365" y="60940"/>
                </a:cubicBezTo>
                <a:cubicBezTo>
                  <a:pt x="508972" y="62309"/>
                  <a:pt x="508972" y="67091"/>
                  <a:pt x="510365" y="68456"/>
                </a:cubicBezTo>
                <a:cubicBezTo>
                  <a:pt x="517798" y="69141"/>
                  <a:pt x="525234" y="70507"/>
                  <a:pt x="521516" y="78708"/>
                </a:cubicBezTo>
                <a:lnTo>
                  <a:pt x="498519" y="130870"/>
                </a:lnTo>
                <a:cubicBezTo>
                  <a:pt x="496892" y="134515"/>
                  <a:pt x="494800" y="135196"/>
                  <a:pt x="492943" y="130640"/>
                </a:cubicBezTo>
                <a:lnTo>
                  <a:pt x="472267" y="83264"/>
                </a:lnTo>
                <a:cubicBezTo>
                  <a:pt x="468088" y="73697"/>
                  <a:pt x="466925" y="69370"/>
                  <a:pt x="479934" y="68456"/>
                </a:cubicBezTo>
                <a:cubicBezTo>
                  <a:pt x="481327" y="67091"/>
                  <a:pt x="481327" y="62309"/>
                  <a:pt x="479934" y="60940"/>
                </a:cubicBezTo>
                <a:cubicBezTo>
                  <a:pt x="471338" y="61169"/>
                  <a:pt x="462048" y="61398"/>
                  <a:pt x="453686" y="61398"/>
                </a:cubicBezTo>
                <a:cubicBezTo>
                  <a:pt x="445785" y="61398"/>
                  <a:pt x="439515" y="61169"/>
                  <a:pt x="434868" y="60940"/>
                </a:cubicBezTo>
                <a:cubicBezTo>
                  <a:pt x="433475" y="62309"/>
                  <a:pt x="433475" y="67091"/>
                  <a:pt x="434868" y="68456"/>
                </a:cubicBezTo>
                <a:cubicBezTo>
                  <a:pt x="444162" y="69596"/>
                  <a:pt x="447178" y="71647"/>
                  <a:pt x="453218" y="85540"/>
                </a:cubicBezTo>
                <a:lnTo>
                  <a:pt x="479470" y="145448"/>
                </a:lnTo>
                <a:cubicBezTo>
                  <a:pt x="481561" y="150004"/>
                  <a:pt x="485045" y="160481"/>
                  <a:pt x="482724" y="166858"/>
                </a:cubicBezTo>
                <a:cubicBezTo>
                  <a:pt x="479934" y="174375"/>
                  <a:pt x="477148" y="180752"/>
                  <a:pt x="473664" y="187813"/>
                </a:cubicBezTo>
                <a:cubicBezTo>
                  <a:pt x="471108" y="192369"/>
                  <a:pt x="467854" y="194419"/>
                  <a:pt x="462048" y="194419"/>
                </a:cubicBezTo>
                <a:cubicBezTo>
                  <a:pt x="458794" y="194419"/>
                  <a:pt x="457865" y="193738"/>
                  <a:pt x="455310" y="193738"/>
                </a:cubicBezTo>
                <a:cubicBezTo>
                  <a:pt x="448575" y="193738"/>
                  <a:pt x="445090" y="200570"/>
                  <a:pt x="445090" y="203531"/>
                </a:cubicBezTo>
                <a:cubicBezTo>
                  <a:pt x="445090" y="208313"/>
                  <a:pt x="449734" y="211955"/>
                  <a:pt x="456008" y="211955"/>
                </a:cubicBezTo>
                <a:cubicBezTo>
                  <a:pt x="460885" y="211955"/>
                  <a:pt x="470179" y="210134"/>
                  <a:pt x="478541" y="195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chain1">
            <a:extLst xmlns:a="http://schemas.openxmlformats.org/drawingml/2006/main">
              <a:ext uri="{FF2B5EF4-FFF2-40B4-BE49-F238E27FC236}">
                <a16:creationId xmlns:a16="http://schemas.microsoft.com/office/drawing/2014/main" id="{92406BCD-45AE-4200-B70E-98163141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1152" y="2662160"/>
            <a:ext cx="675301" cy="161246"/>
          </a:xfrm>
          <a:custGeom xmlns:a="http://schemas.openxmlformats.org/drawingml/2006/main">
            <a:pathLst>
              <a:path w="675301" h="161246">
                <a:moveTo>
                  <a:pt x="83862" y="138237"/>
                </a:moveTo>
                <a:cubicBezTo>
                  <a:pt x="82934" y="136187"/>
                  <a:pt x="81073" y="135276"/>
                  <a:pt x="78985" y="135047"/>
                </a:cubicBezTo>
                <a:cubicBezTo>
                  <a:pt x="71084" y="145076"/>
                  <a:pt x="61095" y="150087"/>
                  <a:pt x="51106" y="150087"/>
                </a:cubicBezTo>
                <a:cubicBezTo>
                  <a:pt x="34149" y="150087"/>
                  <a:pt x="19978" y="133226"/>
                  <a:pt x="19978" y="106561"/>
                </a:cubicBezTo>
                <a:cubicBezTo>
                  <a:pt x="19978" y="81495"/>
                  <a:pt x="31129" y="66455"/>
                  <a:pt x="46463" y="66455"/>
                </a:cubicBezTo>
                <a:cubicBezTo>
                  <a:pt x="60166" y="66455"/>
                  <a:pt x="62024" y="74430"/>
                  <a:pt x="62956" y="82406"/>
                </a:cubicBezTo>
                <a:cubicBezTo>
                  <a:pt x="63651" y="88560"/>
                  <a:pt x="66905" y="90610"/>
                  <a:pt x="71782" y="90610"/>
                </a:cubicBezTo>
                <a:cubicBezTo>
                  <a:pt x="76660" y="90610"/>
                  <a:pt x="83164" y="87650"/>
                  <a:pt x="83164" y="80585"/>
                </a:cubicBezTo>
                <a:cubicBezTo>
                  <a:pt x="83164" y="68050"/>
                  <a:pt x="69925" y="58938"/>
                  <a:pt x="47622" y="58938"/>
                </a:cubicBezTo>
                <a:cubicBezTo>
                  <a:pt x="24625" y="58938"/>
                  <a:pt x="0" y="79215"/>
                  <a:pt x="0" y="111576"/>
                </a:cubicBezTo>
                <a:cubicBezTo>
                  <a:pt x="0" y="140972"/>
                  <a:pt x="16727" y="161246"/>
                  <a:pt x="45995" y="161246"/>
                </a:cubicBezTo>
                <a:cubicBezTo>
                  <a:pt x="59936" y="161246"/>
                  <a:pt x="72247" y="156919"/>
                  <a:pt x="83862" y="138237"/>
                </a:cubicBezTo>
                <a:close/>
                <a:moveTo>
                  <a:pt x="129625" y="93811"/>
                </a:moveTo>
                <a:cubicBezTo>
                  <a:pt x="129625" y="89022"/>
                  <a:pt x="131717" y="86287"/>
                  <a:pt x="133574" y="84237"/>
                </a:cubicBezTo>
                <a:cubicBezTo>
                  <a:pt x="142404" y="75799"/>
                  <a:pt x="154250" y="70781"/>
                  <a:pt x="163310" y="70781"/>
                </a:cubicBezTo>
                <a:cubicBezTo>
                  <a:pt x="167953" y="70781"/>
                  <a:pt x="172834" y="73746"/>
                  <a:pt x="175620" y="78990"/>
                </a:cubicBezTo>
                <a:cubicBezTo>
                  <a:pt x="177946" y="83552"/>
                  <a:pt x="178410" y="89707"/>
                  <a:pt x="178410" y="96546"/>
                </a:cubicBezTo>
                <a:lnTo>
                  <a:pt x="178410" y="131203"/>
                </a:lnTo>
                <a:cubicBezTo>
                  <a:pt x="178410" y="149899"/>
                  <a:pt x="176085" y="150813"/>
                  <a:pt x="164005" y="151953"/>
                </a:cubicBezTo>
                <a:cubicBezTo>
                  <a:pt x="162845" y="153319"/>
                  <a:pt x="162845" y="158101"/>
                  <a:pt x="164005" y="159466"/>
                </a:cubicBezTo>
                <a:cubicBezTo>
                  <a:pt x="170509" y="159241"/>
                  <a:pt x="178410" y="159011"/>
                  <a:pt x="187700" y="159011"/>
                </a:cubicBezTo>
                <a:cubicBezTo>
                  <a:pt x="196994" y="159011"/>
                  <a:pt x="204658" y="159241"/>
                  <a:pt x="212325" y="159466"/>
                </a:cubicBezTo>
                <a:cubicBezTo>
                  <a:pt x="213487" y="158101"/>
                  <a:pt x="213487" y="153319"/>
                  <a:pt x="212325" y="151953"/>
                </a:cubicBezTo>
                <a:cubicBezTo>
                  <a:pt x="199316" y="150813"/>
                  <a:pt x="196760" y="149899"/>
                  <a:pt x="196760" y="131203"/>
                </a:cubicBezTo>
                <a:lnTo>
                  <a:pt x="196760" y="97230"/>
                </a:lnTo>
                <a:cubicBezTo>
                  <a:pt x="196760" y="84692"/>
                  <a:pt x="195832" y="73520"/>
                  <a:pt x="190490" y="66684"/>
                </a:cubicBezTo>
                <a:cubicBezTo>
                  <a:pt x="186538" y="61673"/>
                  <a:pt x="179339" y="58938"/>
                  <a:pt x="171207" y="58938"/>
                </a:cubicBezTo>
                <a:cubicBezTo>
                  <a:pt x="159825" y="58938"/>
                  <a:pt x="145888" y="61899"/>
                  <a:pt x="131717" y="77394"/>
                </a:cubicBezTo>
                <a:cubicBezTo>
                  <a:pt x="131018" y="78308"/>
                  <a:pt x="129391" y="80588"/>
                  <a:pt x="129391" y="77394"/>
                </a:cubicBezTo>
                <a:lnTo>
                  <a:pt x="129625" y="26119"/>
                </a:lnTo>
                <a:cubicBezTo>
                  <a:pt x="129625" y="11308"/>
                  <a:pt x="130554" y="2248"/>
                  <a:pt x="130554" y="2248"/>
                </a:cubicBezTo>
                <a:cubicBezTo>
                  <a:pt x="130554" y="678"/>
                  <a:pt x="129625" y="0"/>
                  <a:pt x="127534" y="0"/>
                </a:cubicBezTo>
                <a:cubicBezTo>
                  <a:pt x="121728" y="2248"/>
                  <a:pt x="104306" y="5393"/>
                  <a:pt x="95012" y="6068"/>
                </a:cubicBezTo>
                <a:cubicBezTo>
                  <a:pt x="94548" y="7892"/>
                  <a:pt x="95012" y="11534"/>
                  <a:pt x="96405" y="12900"/>
                </a:cubicBezTo>
                <a:cubicBezTo>
                  <a:pt x="108485" y="13584"/>
                  <a:pt x="111275" y="12444"/>
                  <a:pt x="111275" y="31589"/>
                </a:cubicBezTo>
                <a:lnTo>
                  <a:pt x="111275" y="131203"/>
                </a:lnTo>
                <a:cubicBezTo>
                  <a:pt x="111275" y="150129"/>
                  <a:pt x="108485" y="151039"/>
                  <a:pt x="95012" y="151953"/>
                </a:cubicBezTo>
                <a:cubicBezTo>
                  <a:pt x="93619" y="153319"/>
                  <a:pt x="93619" y="158101"/>
                  <a:pt x="95012" y="159466"/>
                </a:cubicBezTo>
                <a:cubicBezTo>
                  <a:pt x="102679" y="159241"/>
                  <a:pt x="111275" y="159011"/>
                  <a:pt x="120565" y="159011"/>
                </a:cubicBezTo>
                <a:cubicBezTo>
                  <a:pt x="129391" y="159011"/>
                  <a:pt x="137058" y="159241"/>
                  <a:pt x="143563" y="159466"/>
                </a:cubicBezTo>
                <a:cubicBezTo>
                  <a:pt x="144956" y="158101"/>
                  <a:pt x="144956" y="153319"/>
                  <a:pt x="143563" y="151953"/>
                </a:cubicBezTo>
                <a:cubicBezTo>
                  <a:pt x="131717" y="151039"/>
                  <a:pt x="129625" y="150129"/>
                  <a:pt x="129625" y="131203"/>
                </a:cubicBezTo>
                <a:lnTo>
                  <a:pt x="129625" y="93811"/>
                </a:lnTo>
                <a:close/>
                <a:moveTo>
                  <a:pt x="283874" y="105880"/>
                </a:moveTo>
                <a:lnTo>
                  <a:pt x="283874" y="135957"/>
                </a:lnTo>
                <a:cubicBezTo>
                  <a:pt x="283874" y="138921"/>
                  <a:pt x="282477" y="140517"/>
                  <a:pt x="280620" y="141882"/>
                </a:cubicBezTo>
                <a:cubicBezTo>
                  <a:pt x="274580" y="146668"/>
                  <a:pt x="266683" y="151911"/>
                  <a:pt x="260178" y="151911"/>
                </a:cubicBezTo>
                <a:cubicBezTo>
                  <a:pt x="248562" y="151911"/>
                  <a:pt x="243451" y="142796"/>
                  <a:pt x="243451" y="135731"/>
                </a:cubicBezTo>
                <a:cubicBezTo>
                  <a:pt x="243451" y="125476"/>
                  <a:pt x="248332" y="114992"/>
                  <a:pt x="265520" y="110665"/>
                </a:cubicBezTo>
                <a:lnTo>
                  <a:pt x="283874" y="105880"/>
                </a:lnTo>
                <a:moveTo>
                  <a:pt x="283874" y="148037"/>
                </a:moveTo>
                <a:cubicBezTo>
                  <a:pt x="285267" y="155098"/>
                  <a:pt x="287823" y="161246"/>
                  <a:pt x="299438" y="161246"/>
                </a:cubicBezTo>
                <a:cubicBezTo>
                  <a:pt x="308265" y="161246"/>
                  <a:pt x="316626" y="157374"/>
                  <a:pt x="321504" y="152822"/>
                </a:cubicBezTo>
                <a:cubicBezTo>
                  <a:pt x="321039" y="150087"/>
                  <a:pt x="320111" y="148037"/>
                  <a:pt x="317555" y="146671"/>
                </a:cubicBezTo>
                <a:cubicBezTo>
                  <a:pt x="315932" y="148037"/>
                  <a:pt x="311979" y="150316"/>
                  <a:pt x="308959" y="150316"/>
                </a:cubicBezTo>
                <a:cubicBezTo>
                  <a:pt x="302225" y="150316"/>
                  <a:pt x="301991" y="141427"/>
                  <a:pt x="301991" y="130946"/>
                </a:cubicBezTo>
                <a:lnTo>
                  <a:pt x="301991" y="97446"/>
                </a:lnTo>
                <a:cubicBezTo>
                  <a:pt x="301991" y="65089"/>
                  <a:pt x="283874" y="58938"/>
                  <a:pt x="266913" y="58938"/>
                </a:cubicBezTo>
                <a:cubicBezTo>
                  <a:pt x="247864" y="58938"/>
                  <a:pt x="228585" y="71240"/>
                  <a:pt x="228585" y="84230"/>
                </a:cubicBezTo>
                <a:cubicBezTo>
                  <a:pt x="228585" y="89700"/>
                  <a:pt x="231371" y="92435"/>
                  <a:pt x="236716" y="92435"/>
                </a:cubicBezTo>
                <a:cubicBezTo>
                  <a:pt x="243451" y="92435"/>
                  <a:pt x="247634" y="87650"/>
                  <a:pt x="247634" y="84685"/>
                </a:cubicBezTo>
                <a:cubicBezTo>
                  <a:pt x="247634" y="83090"/>
                  <a:pt x="247400" y="81495"/>
                  <a:pt x="246936" y="80585"/>
                </a:cubicBezTo>
                <a:cubicBezTo>
                  <a:pt x="246705" y="79900"/>
                  <a:pt x="246471" y="78534"/>
                  <a:pt x="246471" y="76025"/>
                </a:cubicBezTo>
                <a:cubicBezTo>
                  <a:pt x="246471" y="68960"/>
                  <a:pt x="256230" y="66455"/>
                  <a:pt x="265056" y="66455"/>
                </a:cubicBezTo>
                <a:cubicBezTo>
                  <a:pt x="272953" y="66455"/>
                  <a:pt x="283874" y="70330"/>
                  <a:pt x="283874" y="96080"/>
                </a:cubicBezTo>
                <a:cubicBezTo>
                  <a:pt x="283874" y="97675"/>
                  <a:pt x="283176" y="98586"/>
                  <a:pt x="282477" y="98815"/>
                </a:cubicBezTo>
                <a:lnTo>
                  <a:pt x="262500" y="103600"/>
                </a:lnTo>
                <a:cubicBezTo>
                  <a:pt x="240201" y="109070"/>
                  <a:pt x="224172" y="121146"/>
                  <a:pt x="224172" y="136642"/>
                </a:cubicBezTo>
                <a:cubicBezTo>
                  <a:pt x="224172" y="155328"/>
                  <a:pt x="237181" y="161246"/>
                  <a:pt x="253440" y="161246"/>
                </a:cubicBezTo>
                <a:cubicBezTo>
                  <a:pt x="261571" y="161246"/>
                  <a:pt x="268540" y="159425"/>
                  <a:pt x="278763" y="151682"/>
                </a:cubicBezTo>
                <a:lnTo>
                  <a:pt x="283410" y="148037"/>
                </a:lnTo>
                <a:lnTo>
                  <a:pt x="283874" y="148037"/>
                </a:lnTo>
                <a:close/>
                <a:moveTo>
                  <a:pt x="342878" y="22498"/>
                </a:moveTo>
                <a:cubicBezTo>
                  <a:pt x="342878" y="28420"/>
                  <a:pt x="348454" y="34341"/>
                  <a:pt x="354026" y="34341"/>
                </a:cubicBezTo>
                <a:cubicBezTo>
                  <a:pt x="360530" y="34341"/>
                  <a:pt x="366106" y="28194"/>
                  <a:pt x="366106" y="23408"/>
                </a:cubicBezTo>
                <a:cubicBezTo>
                  <a:pt x="366106" y="17946"/>
                  <a:pt x="361228" y="11565"/>
                  <a:pt x="354958" y="11565"/>
                </a:cubicBezTo>
                <a:cubicBezTo>
                  <a:pt x="349382" y="11565"/>
                  <a:pt x="342878" y="17032"/>
                  <a:pt x="342878" y="22498"/>
                </a:cubicBezTo>
                <a:moveTo>
                  <a:pt x="364018" y="131224"/>
                </a:moveTo>
                <a:lnTo>
                  <a:pt x="364018" y="85898"/>
                </a:lnTo>
                <a:cubicBezTo>
                  <a:pt x="364018" y="74510"/>
                  <a:pt x="364947" y="59883"/>
                  <a:pt x="364947" y="59883"/>
                </a:cubicBezTo>
                <a:cubicBezTo>
                  <a:pt x="364947" y="58962"/>
                  <a:pt x="363784" y="58271"/>
                  <a:pt x="361927" y="58271"/>
                </a:cubicBezTo>
                <a:cubicBezTo>
                  <a:pt x="355422" y="60804"/>
                  <a:pt x="346128" y="62875"/>
                  <a:pt x="330100" y="64943"/>
                </a:cubicBezTo>
                <a:cubicBezTo>
                  <a:pt x="329635" y="66312"/>
                  <a:pt x="330100" y="69954"/>
                  <a:pt x="330564" y="71323"/>
                </a:cubicBezTo>
                <a:cubicBezTo>
                  <a:pt x="343342" y="72460"/>
                  <a:pt x="345664" y="73829"/>
                  <a:pt x="345664" y="86812"/>
                </a:cubicBezTo>
                <a:lnTo>
                  <a:pt x="345664" y="131224"/>
                </a:lnTo>
                <a:cubicBezTo>
                  <a:pt x="345664" y="150129"/>
                  <a:pt x="343108" y="150813"/>
                  <a:pt x="328940" y="151953"/>
                </a:cubicBezTo>
                <a:cubicBezTo>
                  <a:pt x="327544" y="153319"/>
                  <a:pt x="327544" y="158101"/>
                  <a:pt x="328940" y="159466"/>
                </a:cubicBezTo>
                <a:cubicBezTo>
                  <a:pt x="336604" y="159241"/>
                  <a:pt x="345664" y="159011"/>
                  <a:pt x="354958" y="159011"/>
                </a:cubicBezTo>
                <a:cubicBezTo>
                  <a:pt x="364248" y="159011"/>
                  <a:pt x="373075" y="159241"/>
                  <a:pt x="380742" y="159466"/>
                </a:cubicBezTo>
                <a:cubicBezTo>
                  <a:pt x="382135" y="158101"/>
                  <a:pt x="382135" y="153319"/>
                  <a:pt x="380742" y="151953"/>
                </a:cubicBezTo>
                <a:cubicBezTo>
                  <a:pt x="366570" y="151043"/>
                  <a:pt x="364018" y="150129"/>
                  <a:pt x="364018" y="131224"/>
                </a:cubicBezTo>
                <a:close/>
                <a:moveTo>
                  <a:pt x="427666" y="77394"/>
                </a:moveTo>
                <a:cubicBezTo>
                  <a:pt x="426273" y="78990"/>
                  <a:pt x="424880" y="79448"/>
                  <a:pt x="424880" y="77394"/>
                </a:cubicBezTo>
                <a:cubicBezTo>
                  <a:pt x="424646" y="71240"/>
                  <a:pt x="424182" y="62358"/>
                  <a:pt x="423019" y="60078"/>
                </a:cubicBezTo>
                <a:cubicBezTo>
                  <a:pt x="422555" y="58938"/>
                  <a:pt x="422090" y="58257"/>
                  <a:pt x="420233" y="58257"/>
                </a:cubicBezTo>
                <a:cubicBezTo>
                  <a:pt x="413729" y="60763"/>
                  <a:pt x="407689" y="62813"/>
                  <a:pt x="391660" y="64860"/>
                </a:cubicBezTo>
                <a:cubicBezTo>
                  <a:pt x="391195" y="66229"/>
                  <a:pt x="391660" y="69871"/>
                  <a:pt x="392124" y="71240"/>
                </a:cubicBezTo>
                <a:cubicBezTo>
                  <a:pt x="404669" y="72380"/>
                  <a:pt x="407224" y="73520"/>
                  <a:pt x="407224" y="86743"/>
                </a:cubicBezTo>
                <a:lnTo>
                  <a:pt x="407224" y="131203"/>
                </a:lnTo>
                <a:cubicBezTo>
                  <a:pt x="407224" y="149899"/>
                  <a:pt x="404903" y="150813"/>
                  <a:pt x="390962" y="151953"/>
                </a:cubicBezTo>
                <a:cubicBezTo>
                  <a:pt x="389568" y="153319"/>
                  <a:pt x="389568" y="158101"/>
                  <a:pt x="390962" y="159466"/>
                </a:cubicBezTo>
                <a:cubicBezTo>
                  <a:pt x="397934" y="159241"/>
                  <a:pt x="407224" y="159011"/>
                  <a:pt x="416515" y="159011"/>
                </a:cubicBezTo>
                <a:cubicBezTo>
                  <a:pt x="425809" y="159011"/>
                  <a:pt x="432777" y="159241"/>
                  <a:pt x="439746" y="159466"/>
                </a:cubicBezTo>
                <a:cubicBezTo>
                  <a:pt x="441139" y="158101"/>
                  <a:pt x="441139" y="153319"/>
                  <a:pt x="439746" y="151953"/>
                </a:cubicBezTo>
                <a:cubicBezTo>
                  <a:pt x="427900" y="150813"/>
                  <a:pt x="425575" y="149899"/>
                  <a:pt x="425575" y="131203"/>
                </a:cubicBezTo>
                <a:lnTo>
                  <a:pt x="425575" y="93811"/>
                </a:lnTo>
                <a:cubicBezTo>
                  <a:pt x="425575" y="89022"/>
                  <a:pt x="427666" y="86287"/>
                  <a:pt x="429523" y="84237"/>
                </a:cubicBezTo>
                <a:cubicBezTo>
                  <a:pt x="438353" y="75799"/>
                  <a:pt x="448806" y="70781"/>
                  <a:pt x="457866" y="70781"/>
                </a:cubicBezTo>
                <a:cubicBezTo>
                  <a:pt x="462513" y="70781"/>
                  <a:pt x="467391" y="73746"/>
                  <a:pt x="470177" y="78990"/>
                </a:cubicBezTo>
                <a:cubicBezTo>
                  <a:pt x="472502" y="83552"/>
                  <a:pt x="472966" y="89707"/>
                  <a:pt x="472966" y="96546"/>
                </a:cubicBezTo>
                <a:lnTo>
                  <a:pt x="472966" y="131203"/>
                </a:lnTo>
                <a:cubicBezTo>
                  <a:pt x="472966" y="149899"/>
                  <a:pt x="470641" y="150813"/>
                  <a:pt x="458561" y="151953"/>
                </a:cubicBezTo>
                <a:cubicBezTo>
                  <a:pt x="457402" y="153319"/>
                  <a:pt x="457402" y="158101"/>
                  <a:pt x="458561" y="159466"/>
                </a:cubicBezTo>
                <a:cubicBezTo>
                  <a:pt x="465533" y="159241"/>
                  <a:pt x="472966" y="159011"/>
                  <a:pt x="482257" y="159011"/>
                </a:cubicBezTo>
                <a:cubicBezTo>
                  <a:pt x="491551" y="159011"/>
                  <a:pt x="499913" y="159241"/>
                  <a:pt x="506881" y="159466"/>
                </a:cubicBezTo>
                <a:cubicBezTo>
                  <a:pt x="508044" y="158101"/>
                  <a:pt x="508044" y="153319"/>
                  <a:pt x="506881" y="151953"/>
                </a:cubicBezTo>
                <a:cubicBezTo>
                  <a:pt x="493873" y="150813"/>
                  <a:pt x="491317" y="149899"/>
                  <a:pt x="491317" y="131203"/>
                </a:cubicBezTo>
                <a:lnTo>
                  <a:pt x="491317" y="97230"/>
                </a:lnTo>
                <a:cubicBezTo>
                  <a:pt x="491317" y="84692"/>
                  <a:pt x="490388" y="73746"/>
                  <a:pt x="485046" y="66684"/>
                </a:cubicBezTo>
                <a:cubicBezTo>
                  <a:pt x="481094" y="61673"/>
                  <a:pt x="473895" y="58938"/>
                  <a:pt x="465764" y="58938"/>
                </a:cubicBezTo>
                <a:cubicBezTo>
                  <a:pt x="454382" y="58938"/>
                  <a:pt x="441373" y="61899"/>
                  <a:pt x="427666" y="77394"/>
                </a:cubicBezTo>
                <a:close/>
                <a:moveTo>
                  <a:pt x="653696" y="131214"/>
                </a:moveTo>
                <a:lnTo>
                  <a:pt x="653696" y="52137"/>
                </a:lnTo>
                <a:cubicBezTo>
                  <a:pt x="653696" y="38466"/>
                  <a:pt x="653926" y="24566"/>
                  <a:pt x="654394" y="21601"/>
                </a:cubicBezTo>
                <a:cubicBezTo>
                  <a:pt x="654394" y="20462"/>
                  <a:pt x="653926" y="20462"/>
                  <a:pt x="652998" y="20462"/>
                </a:cubicBezTo>
                <a:cubicBezTo>
                  <a:pt x="640223" y="28211"/>
                  <a:pt x="627909" y="33907"/>
                  <a:pt x="607467" y="43251"/>
                </a:cubicBezTo>
                <a:cubicBezTo>
                  <a:pt x="607931" y="45757"/>
                  <a:pt x="608860" y="48037"/>
                  <a:pt x="610951" y="49406"/>
                </a:cubicBezTo>
                <a:cubicBezTo>
                  <a:pt x="621638" y="45076"/>
                  <a:pt x="626750" y="43707"/>
                  <a:pt x="631163" y="43707"/>
                </a:cubicBezTo>
                <a:cubicBezTo>
                  <a:pt x="635112" y="43707"/>
                  <a:pt x="635810" y="49176"/>
                  <a:pt x="635810" y="56926"/>
                </a:cubicBezTo>
                <a:lnTo>
                  <a:pt x="635810" y="131214"/>
                </a:lnTo>
                <a:cubicBezTo>
                  <a:pt x="635810" y="150129"/>
                  <a:pt x="629536" y="151269"/>
                  <a:pt x="613277" y="151953"/>
                </a:cubicBezTo>
                <a:cubicBezTo>
                  <a:pt x="611880" y="153319"/>
                  <a:pt x="611880" y="158101"/>
                  <a:pt x="613277" y="159466"/>
                </a:cubicBezTo>
                <a:cubicBezTo>
                  <a:pt x="624658" y="159241"/>
                  <a:pt x="633020" y="159011"/>
                  <a:pt x="645565" y="159011"/>
                </a:cubicBezTo>
                <a:cubicBezTo>
                  <a:pt x="656716" y="159011"/>
                  <a:pt x="662292" y="159241"/>
                  <a:pt x="673908" y="159466"/>
                </a:cubicBezTo>
                <a:cubicBezTo>
                  <a:pt x="675301" y="158101"/>
                  <a:pt x="675301" y="153319"/>
                  <a:pt x="673908" y="151953"/>
                </a:cubicBezTo>
                <a:cubicBezTo>
                  <a:pt x="657645" y="151269"/>
                  <a:pt x="653696" y="150129"/>
                  <a:pt x="653696" y="1312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B24FD-D426-4585-8240-DF97814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39" y="1872939"/>
            <a:ext cx="1215027" cy="2430031"/>
          </a:xfrm>
          <a:custGeom xmlns:a="http://schemas.openxmlformats.org/drawingml/2006/main">
            <a:pathLst>
              <a:path w="1215027" h="2430031" fill="none">
                <a:moveTo>
                  <a:pt x="0" y="2430031"/>
                </a:moveTo>
                <a:lnTo>
                  <a:pt x="1215027" y="2430031"/>
                </a:lnTo>
                <a:lnTo>
                  <a:pt x="1215027" y="0"/>
                </a:lnTo>
                <a:lnTo>
                  <a:pt x="0" y="0"/>
                </a:lnTo>
                <a:lnTo>
                  <a:pt x="0" y="24300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33" name="Text Delay">
            <a:extLst xmlns:a="http://schemas.openxmlformats.org/drawingml/2006/main">
              <a:ext uri="{FF2B5EF4-FFF2-40B4-BE49-F238E27FC236}">
                <a16:creationId xmlns:a16="http://schemas.microsoft.com/office/drawing/2014/main" id="{BEDB0F39-DEA6-4BF2-8242-03AA1B0D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180" y="2863470"/>
            <a:ext cx="549391" cy="211955"/>
          </a:xfrm>
          <a:custGeom xmlns:a="http://schemas.openxmlformats.org/drawingml/2006/main">
            <a:pathLst>
              <a:path w="549391" h="211955">
                <a:moveTo>
                  <a:pt x="41352" y="139874"/>
                </a:moveTo>
                <a:lnTo>
                  <a:pt x="41352" y="30477"/>
                </a:lnTo>
                <a:cubicBezTo>
                  <a:pt x="41352" y="22501"/>
                  <a:pt x="49483" y="19311"/>
                  <a:pt x="60865" y="19311"/>
                </a:cubicBezTo>
                <a:cubicBezTo>
                  <a:pt x="111042" y="19311"/>
                  <a:pt x="127536" y="59195"/>
                  <a:pt x="127536" y="94290"/>
                </a:cubicBezTo>
                <a:cubicBezTo>
                  <a:pt x="127536" y="140329"/>
                  <a:pt x="99427" y="151724"/>
                  <a:pt x="66671" y="151724"/>
                </a:cubicBezTo>
                <a:cubicBezTo>
                  <a:pt x="43907" y="151724"/>
                  <a:pt x="41352" y="147168"/>
                  <a:pt x="41352" y="139874"/>
                </a:cubicBezTo>
                <a:moveTo>
                  <a:pt x="1397" y="11565"/>
                </a:moveTo>
                <a:cubicBezTo>
                  <a:pt x="0" y="12934"/>
                  <a:pt x="0" y="17716"/>
                  <a:pt x="1397" y="19082"/>
                </a:cubicBezTo>
                <a:cubicBezTo>
                  <a:pt x="17656" y="19766"/>
                  <a:pt x="21604" y="20906"/>
                  <a:pt x="21604" y="39821"/>
                </a:cubicBezTo>
                <a:lnTo>
                  <a:pt x="21604" y="131214"/>
                </a:lnTo>
                <a:cubicBezTo>
                  <a:pt x="21604" y="150129"/>
                  <a:pt x="17656" y="151269"/>
                  <a:pt x="1397" y="151953"/>
                </a:cubicBezTo>
                <a:cubicBezTo>
                  <a:pt x="0" y="153319"/>
                  <a:pt x="0" y="158101"/>
                  <a:pt x="1397" y="159466"/>
                </a:cubicBezTo>
                <a:cubicBezTo>
                  <a:pt x="10457" y="159241"/>
                  <a:pt x="22767" y="159011"/>
                  <a:pt x="31593" y="159011"/>
                </a:cubicBezTo>
                <a:cubicBezTo>
                  <a:pt x="40189" y="159011"/>
                  <a:pt x="49947" y="159466"/>
                  <a:pt x="73874" y="159466"/>
                </a:cubicBezTo>
                <a:cubicBezTo>
                  <a:pt x="106629" y="159466"/>
                  <a:pt x="149835" y="144888"/>
                  <a:pt x="149835" y="88821"/>
                </a:cubicBezTo>
                <a:cubicBezTo>
                  <a:pt x="149835" y="46431"/>
                  <a:pt x="114293" y="11565"/>
                  <a:pt x="69691" y="11565"/>
                </a:cubicBezTo>
                <a:cubicBezTo>
                  <a:pt x="53198" y="11565"/>
                  <a:pt x="40423" y="12024"/>
                  <a:pt x="31363" y="12024"/>
                </a:cubicBezTo>
                <a:cubicBezTo>
                  <a:pt x="23001" y="12024"/>
                  <a:pt x="10687" y="11795"/>
                  <a:pt x="1397" y="11565"/>
                </a:cubicBezTo>
                <a:close/>
                <a:moveTo>
                  <a:pt x="188630" y="94787"/>
                </a:moveTo>
                <a:cubicBezTo>
                  <a:pt x="193043" y="69162"/>
                  <a:pt x="209306" y="67122"/>
                  <a:pt x="214881" y="67122"/>
                </a:cubicBezTo>
                <a:cubicBezTo>
                  <a:pt x="223707" y="67122"/>
                  <a:pt x="234160" y="71886"/>
                  <a:pt x="234160" y="90934"/>
                </a:cubicBezTo>
                <a:cubicBezTo>
                  <a:pt x="234160" y="92973"/>
                  <a:pt x="233232" y="94110"/>
                  <a:pt x="230676" y="94110"/>
                </a:cubicBezTo>
                <a:lnTo>
                  <a:pt x="188630" y="94787"/>
                </a:lnTo>
                <a:moveTo>
                  <a:pt x="249491" y="137799"/>
                </a:moveTo>
                <a:cubicBezTo>
                  <a:pt x="240899" y="146449"/>
                  <a:pt x="234160" y="150087"/>
                  <a:pt x="220687" y="150087"/>
                </a:cubicBezTo>
                <a:cubicBezTo>
                  <a:pt x="212326" y="150087"/>
                  <a:pt x="202567" y="145309"/>
                  <a:pt x="195368" y="133705"/>
                </a:cubicBezTo>
                <a:cubicBezTo>
                  <a:pt x="190721" y="126196"/>
                  <a:pt x="187931" y="115729"/>
                  <a:pt x="187931" y="102530"/>
                </a:cubicBezTo>
                <a:lnTo>
                  <a:pt x="249725" y="102985"/>
                </a:lnTo>
                <a:cubicBezTo>
                  <a:pt x="252511" y="102985"/>
                  <a:pt x="254138" y="101620"/>
                  <a:pt x="254138" y="99114"/>
                </a:cubicBezTo>
                <a:cubicBezTo>
                  <a:pt x="254138" y="80049"/>
                  <a:pt x="247169" y="59605"/>
                  <a:pt x="214881" y="59605"/>
                </a:cubicBezTo>
                <a:cubicBezTo>
                  <a:pt x="194670" y="59605"/>
                  <a:pt x="168418" y="78461"/>
                  <a:pt x="168418" y="112997"/>
                </a:cubicBezTo>
                <a:cubicBezTo>
                  <a:pt x="168418" y="125740"/>
                  <a:pt x="171672" y="138028"/>
                  <a:pt x="179339" y="146674"/>
                </a:cubicBezTo>
                <a:cubicBezTo>
                  <a:pt x="187237" y="155783"/>
                  <a:pt x="198154" y="161246"/>
                  <a:pt x="214881" y="161246"/>
                </a:cubicBezTo>
                <a:cubicBezTo>
                  <a:pt x="232533" y="161246"/>
                  <a:pt x="245078" y="153277"/>
                  <a:pt x="254372" y="141441"/>
                </a:cubicBezTo>
                <a:cubicBezTo>
                  <a:pt x="253674" y="139165"/>
                  <a:pt x="252281" y="138028"/>
                  <a:pt x="249491" y="137799"/>
                </a:cubicBezTo>
                <a:close/>
                <a:moveTo>
                  <a:pt x="285730" y="131231"/>
                </a:moveTo>
                <a:cubicBezTo>
                  <a:pt x="285730" y="150132"/>
                  <a:pt x="283177" y="151269"/>
                  <a:pt x="269006" y="151953"/>
                </a:cubicBezTo>
                <a:cubicBezTo>
                  <a:pt x="267613" y="153319"/>
                  <a:pt x="267613" y="158101"/>
                  <a:pt x="269006" y="159466"/>
                </a:cubicBezTo>
                <a:cubicBezTo>
                  <a:pt x="277137" y="159241"/>
                  <a:pt x="285730" y="159011"/>
                  <a:pt x="295024" y="159011"/>
                </a:cubicBezTo>
                <a:cubicBezTo>
                  <a:pt x="304314" y="159011"/>
                  <a:pt x="313144" y="159241"/>
                  <a:pt x="320807" y="159466"/>
                </a:cubicBezTo>
                <a:cubicBezTo>
                  <a:pt x="322204" y="158101"/>
                  <a:pt x="322204" y="153319"/>
                  <a:pt x="320807" y="151953"/>
                </a:cubicBezTo>
                <a:cubicBezTo>
                  <a:pt x="306639" y="151269"/>
                  <a:pt x="304084" y="150132"/>
                  <a:pt x="304084" y="131231"/>
                </a:cubicBezTo>
                <a:lnTo>
                  <a:pt x="304084" y="26265"/>
                </a:lnTo>
                <a:cubicBezTo>
                  <a:pt x="304084" y="11468"/>
                  <a:pt x="305012" y="2307"/>
                  <a:pt x="305012" y="2307"/>
                </a:cubicBezTo>
                <a:cubicBezTo>
                  <a:pt x="305012" y="695"/>
                  <a:pt x="304084" y="0"/>
                  <a:pt x="301992" y="0"/>
                </a:cubicBezTo>
                <a:cubicBezTo>
                  <a:pt x="296186" y="2307"/>
                  <a:pt x="278761" y="5536"/>
                  <a:pt x="269470" y="6227"/>
                </a:cubicBezTo>
                <a:cubicBezTo>
                  <a:pt x="269006" y="8052"/>
                  <a:pt x="269470" y="11694"/>
                  <a:pt x="270863" y="13063"/>
                </a:cubicBezTo>
                <a:cubicBezTo>
                  <a:pt x="284337" y="13970"/>
                  <a:pt x="285730" y="14655"/>
                  <a:pt x="285730" y="31731"/>
                </a:cubicBezTo>
                <a:lnTo>
                  <a:pt x="285730" y="131231"/>
                </a:lnTo>
                <a:close/>
                <a:moveTo>
                  <a:pt x="393056" y="105880"/>
                </a:moveTo>
                <a:lnTo>
                  <a:pt x="393056" y="135957"/>
                </a:lnTo>
                <a:cubicBezTo>
                  <a:pt x="393056" y="138921"/>
                  <a:pt x="391659" y="140517"/>
                  <a:pt x="389802" y="141882"/>
                </a:cubicBezTo>
                <a:cubicBezTo>
                  <a:pt x="383762" y="146668"/>
                  <a:pt x="375864" y="151911"/>
                  <a:pt x="369360" y="151911"/>
                </a:cubicBezTo>
                <a:cubicBezTo>
                  <a:pt x="357744" y="151911"/>
                  <a:pt x="352633" y="142796"/>
                  <a:pt x="352633" y="135731"/>
                </a:cubicBezTo>
                <a:cubicBezTo>
                  <a:pt x="352633" y="125476"/>
                  <a:pt x="357514" y="114992"/>
                  <a:pt x="374702" y="110665"/>
                </a:cubicBezTo>
                <a:lnTo>
                  <a:pt x="393056" y="105880"/>
                </a:lnTo>
                <a:moveTo>
                  <a:pt x="393056" y="148037"/>
                </a:moveTo>
                <a:cubicBezTo>
                  <a:pt x="394449" y="155098"/>
                  <a:pt x="397005" y="161246"/>
                  <a:pt x="408620" y="161246"/>
                </a:cubicBezTo>
                <a:cubicBezTo>
                  <a:pt x="417446" y="161246"/>
                  <a:pt x="425808" y="157374"/>
                  <a:pt x="430686" y="152822"/>
                </a:cubicBezTo>
                <a:cubicBezTo>
                  <a:pt x="430221" y="150087"/>
                  <a:pt x="429293" y="148037"/>
                  <a:pt x="426737" y="146671"/>
                </a:cubicBezTo>
                <a:cubicBezTo>
                  <a:pt x="425113" y="148037"/>
                  <a:pt x="421161" y="150316"/>
                  <a:pt x="418141" y="150316"/>
                </a:cubicBezTo>
                <a:cubicBezTo>
                  <a:pt x="411406" y="150316"/>
                  <a:pt x="411172" y="141427"/>
                  <a:pt x="411172" y="130946"/>
                </a:cubicBezTo>
                <a:lnTo>
                  <a:pt x="411172" y="97446"/>
                </a:lnTo>
                <a:cubicBezTo>
                  <a:pt x="411172" y="65089"/>
                  <a:pt x="393056" y="58938"/>
                  <a:pt x="376095" y="58938"/>
                </a:cubicBezTo>
                <a:cubicBezTo>
                  <a:pt x="357046" y="58938"/>
                  <a:pt x="337767" y="71240"/>
                  <a:pt x="337767" y="84230"/>
                </a:cubicBezTo>
                <a:cubicBezTo>
                  <a:pt x="337767" y="89700"/>
                  <a:pt x="340553" y="92435"/>
                  <a:pt x="345898" y="92435"/>
                </a:cubicBezTo>
                <a:cubicBezTo>
                  <a:pt x="352633" y="92435"/>
                  <a:pt x="356816" y="87650"/>
                  <a:pt x="356816" y="84685"/>
                </a:cubicBezTo>
                <a:cubicBezTo>
                  <a:pt x="356816" y="83090"/>
                  <a:pt x="356582" y="81495"/>
                  <a:pt x="356117" y="80585"/>
                </a:cubicBezTo>
                <a:cubicBezTo>
                  <a:pt x="355887" y="79900"/>
                  <a:pt x="355653" y="78534"/>
                  <a:pt x="355653" y="76025"/>
                </a:cubicBezTo>
                <a:cubicBezTo>
                  <a:pt x="355653" y="68960"/>
                  <a:pt x="365411" y="66455"/>
                  <a:pt x="374237" y="66455"/>
                </a:cubicBezTo>
                <a:cubicBezTo>
                  <a:pt x="382135" y="66455"/>
                  <a:pt x="393056" y="70330"/>
                  <a:pt x="393056" y="96080"/>
                </a:cubicBezTo>
                <a:cubicBezTo>
                  <a:pt x="393056" y="97675"/>
                  <a:pt x="392358" y="98586"/>
                  <a:pt x="391659" y="98815"/>
                </a:cubicBezTo>
                <a:lnTo>
                  <a:pt x="371682" y="103600"/>
                </a:lnTo>
                <a:cubicBezTo>
                  <a:pt x="349383" y="109070"/>
                  <a:pt x="333354" y="121146"/>
                  <a:pt x="333354" y="136642"/>
                </a:cubicBezTo>
                <a:cubicBezTo>
                  <a:pt x="333354" y="155328"/>
                  <a:pt x="346362" y="161246"/>
                  <a:pt x="362622" y="161246"/>
                </a:cubicBezTo>
                <a:cubicBezTo>
                  <a:pt x="370753" y="161246"/>
                  <a:pt x="377722" y="159425"/>
                  <a:pt x="387944" y="151682"/>
                </a:cubicBezTo>
                <a:lnTo>
                  <a:pt x="392591" y="148037"/>
                </a:lnTo>
                <a:lnTo>
                  <a:pt x="393056" y="148037"/>
                </a:lnTo>
                <a:close/>
                <a:moveTo>
                  <a:pt x="478541" y="195559"/>
                </a:moveTo>
                <a:cubicBezTo>
                  <a:pt x="482256" y="189182"/>
                  <a:pt x="485276" y="182802"/>
                  <a:pt x="488066" y="175970"/>
                </a:cubicBezTo>
                <a:cubicBezTo>
                  <a:pt x="506650" y="132009"/>
                  <a:pt x="517103" y="108545"/>
                  <a:pt x="529183" y="83035"/>
                </a:cubicBezTo>
                <a:cubicBezTo>
                  <a:pt x="533827" y="73468"/>
                  <a:pt x="537081" y="69826"/>
                  <a:pt x="547998" y="68456"/>
                </a:cubicBezTo>
                <a:cubicBezTo>
                  <a:pt x="549391" y="67091"/>
                  <a:pt x="549391" y="62309"/>
                  <a:pt x="547998" y="60940"/>
                </a:cubicBezTo>
                <a:cubicBezTo>
                  <a:pt x="543351" y="61169"/>
                  <a:pt x="538009" y="61398"/>
                  <a:pt x="531505" y="61398"/>
                </a:cubicBezTo>
                <a:cubicBezTo>
                  <a:pt x="524536" y="61398"/>
                  <a:pt x="517334" y="61169"/>
                  <a:pt x="510365" y="60940"/>
                </a:cubicBezTo>
                <a:cubicBezTo>
                  <a:pt x="508972" y="62309"/>
                  <a:pt x="508972" y="67091"/>
                  <a:pt x="510365" y="68456"/>
                </a:cubicBezTo>
                <a:cubicBezTo>
                  <a:pt x="517798" y="69141"/>
                  <a:pt x="525235" y="70507"/>
                  <a:pt x="521516" y="78708"/>
                </a:cubicBezTo>
                <a:lnTo>
                  <a:pt x="498519" y="130870"/>
                </a:lnTo>
                <a:cubicBezTo>
                  <a:pt x="496892" y="134515"/>
                  <a:pt x="494800" y="135196"/>
                  <a:pt x="492943" y="130640"/>
                </a:cubicBezTo>
                <a:lnTo>
                  <a:pt x="472267" y="83264"/>
                </a:lnTo>
                <a:cubicBezTo>
                  <a:pt x="468088" y="73697"/>
                  <a:pt x="466926" y="69370"/>
                  <a:pt x="479934" y="68456"/>
                </a:cubicBezTo>
                <a:cubicBezTo>
                  <a:pt x="481327" y="67091"/>
                  <a:pt x="481327" y="62309"/>
                  <a:pt x="479934" y="60940"/>
                </a:cubicBezTo>
                <a:cubicBezTo>
                  <a:pt x="471339" y="61169"/>
                  <a:pt x="462048" y="61398"/>
                  <a:pt x="453686" y="61398"/>
                </a:cubicBezTo>
                <a:cubicBezTo>
                  <a:pt x="445785" y="61398"/>
                  <a:pt x="439515" y="61169"/>
                  <a:pt x="434868" y="60940"/>
                </a:cubicBezTo>
                <a:cubicBezTo>
                  <a:pt x="433475" y="62309"/>
                  <a:pt x="433475" y="67091"/>
                  <a:pt x="434868" y="68456"/>
                </a:cubicBezTo>
                <a:cubicBezTo>
                  <a:pt x="444162" y="69596"/>
                  <a:pt x="447178" y="71647"/>
                  <a:pt x="453219" y="85540"/>
                </a:cubicBezTo>
                <a:lnTo>
                  <a:pt x="479470" y="145448"/>
                </a:lnTo>
                <a:cubicBezTo>
                  <a:pt x="481561" y="150004"/>
                  <a:pt x="485046" y="160481"/>
                  <a:pt x="482724" y="166858"/>
                </a:cubicBezTo>
                <a:cubicBezTo>
                  <a:pt x="479934" y="174375"/>
                  <a:pt x="477148" y="180752"/>
                  <a:pt x="473664" y="187813"/>
                </a:cubicBezTo>
                <a:cubicBezTo>
                  <a:pt x="471108" y="192369"/>
                  <a:pt x="467854" y="194419"/>
                  <a:pt x="462048" y="194419"/>
                </a:cubicBezTo>
                <a:cubicBezTo>
                  <a:pt x="458794" y="194419"/>
                  <a:pt x="457866" y="193738"/>
                  <a:pt x="455310" y="193738"/>
                </a:cubicBezTo>
                <a:cubicBezTo>
                  <a:pt x="448575" y="193738"/>
                  <a:pt x="445091" y="200570"/>
                  <a:pt x="445091" y="203531"/>
                </a:cubicBezTo>
                <a:cubicBezTo>
                  <a:pt x="445091" y="208313"/>
                  <a:pt x="449734" y="211955"/>
                  <a:pt x="456008" y="211955"/>
                </a:cubicBezTo>
                <a:cubicBezTo>
                  <a:pt x="460886" y="211955"/>
                  <a:pt x="470180" y="210134"/>
                  <a:pt x="478541" y="195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chain2">
            <a:extLst xmlns:a="http://schemas.openxmlformats.org/drawingml/2006/main">
              <a:ext uri="{FF2B5EF4-FFF2-40B4-BE49-F238E27FC236}">
                <a16:creationId xmlns:a16="http://schemas.microsoft.com/office/drawing/2014/main" id="{DFF933B2-F6C9-46EC-9473-704D0A50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032" y="3148163"/>
            <a:ext cx="682499" cy="161246"/>
          </a:xfrm>
          <a:custGeom xmlns:a="http://schemas.openxmlformats.org/drawingml/2006/main">
            <a:pathLst>
              <a:path w="682499" h="161246">
                <a:moveTo>
                  <a:pt x="83862" y="138237"/>
                </a:moveTo>
                <a:cubicBezTo>
                  <a:pt x="82934" y="136187"/>
                  <a:pt x="81073" y="135276"/>
                  <a:pt x="78985" y="135047"/>
                </a:cubicBezTo>
                <a:cubicBezTo>
                  <a:pt x="71084" y="145076"/>
                  <a:pt x="61095" y="150087"/>
                  <a:pt x="51106" y="150087"/>
                </a:cubicBezTo>
                <a:cubicBezTo>
                  <a:pt x="34149" y="150087"/>
                  <a:pt x="19978" y="133226"/>
                  <a:pt x="19978" y="106561"/>
                </a:cubicBezTo>
                <a:cubicBezTo>
                  <a:pt x="19978" y="81495"/>
                  <a:pt x="31129" y="66455"/>
                  <a:pt x="46463" y="66455"/>
                </a:cubicBezTo>
                <a:cubicBezTo>
                  <a:pt x="60166" y="66455"/>
                  <a:pt x="62024" y="74430"/>
                  <a:pt x="62956" y="82406"/>
                </a:cubicBezTo>
                <a:cubicBezTo>
                  <a:pt x="63651" y="88560"/>
                  <a:pt x="66905" y="90610"/>
                  <a:pt x="71782" y="90610"/>
                </a:cubicBezTo>
                <a:cubicBezTo>
                  <a:pt x="76660" y="90610"/>
                  <a:pt x="83164" y="87650"/>
                  <a:pt x="83164" y="80585"/>
                </a:cubicBezTo>
                <a:cubicBezTo>
                  <a:pt x="83164" y="68050"/>
                  <a:pt x="69925" y="58938"/>
                  <a:pt x="47622" y="58938"/>
                </a:cubicBezTo>
                <a:cubicBezTo>
                  <a:pt x="24625" y="58938"/>
                  <a:pt x="0" y="79215"/>
                  <a:pt x="0" y="111576"/>
                </a:cubicBezTo>
                <a:cubicBezTo>
                  <a:pt x="0" y="140972"/>
                  <a:pt x="16727" y="161246"/>
                  <a:pt x="45995" y="161246"/>
                </a:cubicBezTo>
                <a:cubicBezTo>
                  <a:pt x="59936" y="161246"/>
                  <a:pt x="72247" y="156919"/>
                  <a:pt x="83862" y="138237"/>
                </a:cubicBezTo>
                <a:close/>
                <a:moveTo>
                  <a:pt x="129625" y="93811"/>
                </a:moveTo>
                <a:cubicBezTo>
                  <a:pt x="129625" y="89022"/>
                  <a:pt x="131716" y="86287"/>
                  <a:pt x="133574" y="84237"/>
                </a:cubicBezTo>
                <a:cubicBezTo>
                  <a:pt x="142403" y="75799"/>
                  <a:pt x="154249" y="70781"/>
                  <a:pt x="163309" y="70781"/>
                </a:cubicBezTo>
                <a:cubicBezTo>
                  <a:pt x="167953" y="70781"/>
                  <a:pt x="172834" y="73746"/>
                  <a:pt x="175620" y="78990"/>
                </a:cubicBezTo>
                <a:cubicBezTo>
                  <a:pt x="177945" y="83552"/>
                  <a:pt x="178410" y="89707"/>
                  <a:pt x="178410" y="96546"/>
                </a:cubicBezTo>
                <a:lnTo>
                  <a:pt x="178410" y="131203"/>
                </a:lnTo>
                <a:cubicBezTo>
                  <a:pt x="178410" y="149899"/>
                  <a:pt x="176084" y="150813"/>
                  <a:pt x="164004" y="151953"/>
                </a:cubicBezTo>
                <a:cubicBezTo>
                  <a:pt x="162845" y="153319"/>
                  <a:pt x="162845" y="158101"/>
                  <a:pt x="164004" y="159466"/>
                </a:cubicBezTo>
                <a:cubicBezTo>
                  <a:pt x="170509" y="159241"/>
                  <a:pt x="178410" y="159011"/>
                  <a:pt x="187700" y="159011"/>
                </a:cubicBezTo>
                <a:cubicBezTo>
                  <a:pt x="196994" y="159011"/>
                  <a:pt x="204658" y="159241"/>
                  <a:pt x="212325" y="159466"/>
                </a:cubicBezTo>
                <a:cubicBezTo>
                  <a:pt x="213487" y="158101"/>
                  <a:pt x="213487" y="153319"/>
                  <a:pt x="212325" y="151953"/>
                </a:cubicBezTo>
                <a:cubicBezTo>
                  <a:pt x="199316" y="150813"/>
                  <a:pt x="196760" y="149899"/>
                  <a:pt x="196760" y="131203"/>
                </a:cubicBezTo>
                <a:lnTo>
                  <a:pt x="196760" y="97230"/>
                </a:lnTo>
                <a:cubicBezTo>
                  <a:pt x="196760" y="84692"/>
                  <a:pt x="195831" y="73520"/>
                  <a:pt x="190490" y="66684"/>
                </a:cubicBezTo>
                <a:cubicBezTo>
                  <a:pt x="186537" y="61673"/>
                  <a:pt x="179338" y="58938"/>
                  <a:pt x="171207" y="58938"/>
                </a:cubicBezTo>
                <a:cubicBezTo>
                  <a:pt x="159825" y="58938"/>
                  <a:pt x="145888" y="61899"/>
                  <a:pt x="131716" y="77394"/>
                </a:cubicBezTo>
                <a:cubicBezTo>
                  <a:pt x="131018" y="78308"/>
                  <a:pt x="129391" y="80588"/>
                  <a:pt x="129391" y="77394"/>
                </a:cubicBezTo>
                <a:lnTo>
                  <a:pt x="129625" y="26119"/>
                </a:lnTo>
                <a:cubicBezTo>
                  <a:pt x="129625" y="11308"/>
                  <a:pt x="130554" y="2248"/>
                  <a:pt x="130554" y="2248"/>
                </a:cubicBezTo>
                <a:cubicBezTo>
                  <a:pt x="130554" y="678"/>
                  <a:pt x="129625" y="0"/>
                  <a:pt x="127534" y="0"/>
                </a:cubicBezTo>
                <a:cubicBezTo>
                  <a:pt x="121727" y="2248"/>
                  <a:pt x="104306" y="5393"/>
                  <a:pt x="95012" y="6068"/>
                </a:cubicBezTo>
                <a:cubicBezTo>
                  <a:pt x="94547" y="7892"/>
                  <a:pt x="95012" y="11534"/>
                  <a:pt x="96405" y="12900"/>
                </a:cubicBezTo>
                <a:cubicBezTo>
                  <a:pt x="108485" y="13584"/>
                  <a:pt x="111274" y="12444"/>
                  <a:pt x="111274" y="31589"/>
                </a:cubicBezTo>
                <a:lnTo>
                  <a:pt x="111274" y="131203"/>
                </a:lnTo>
                <a:cubicBezTo>
                  <a:pt x="111274" y="150129"/>
                  <a:pt x="108485" y="151039"/>
                  <a:pt x="95012" y="151953"/>
                </a:cubicBezTo>
                <a:cubicBezTo>
                  <a:pt x="93619" y="153319"/>
                  <a:pt x="93619" y="158101"/>
                  <a:pt x="95012" y="159466"/>
                </a:cubicBezTo>
                <a:cubicBezTo>
                  <a:pt x="102679" y="159241"/>
                  <a:pt x="111274" y="159011"/>
                  <a:pt x="120565" y="159011"/>
                </a:cubicBezTo>
                <a:cubicBezTo>
                  <a:pt x="129391" y="159011"/>
                  <a:pt x="137058" y="159241"/>
                  <a:pt x="143562" y="159466"/>
                </a:cubicBezTo>
                <a:cubicBezTo>
                  <a:pt x="144955" y="158101"/>
                  <a:pt x="144955" y="153319"/>
                  <a:pt x="143562" y="151953"/>
                </a:cubicBezTo>
                <a:cubicBezTo>
                  <a:pt x="131716" y="151039"/>
                  <a:pt x="129625" y="150129"/>
                  <a:pt x="129625" y="131203"/>
                </a:cubicBezTo>
                <a:lnTo>
                  <a:pt x="129625" y="93811"/>
                </a:lnTo>
                <a:close/>
                <a:moveTo>
                  <a:pt x="283874" y="105880"/>
                </a:moveTo>
                <a:lnTo>
                  <a:pt x="283874" y="135957"/>
                </a:lnTo>
                <a:cubicBezTo>
                  <a:pt x="283874" y="138921"/>
                  <a:pt x="282478" y="140517"/>
                  <a:pt x="280620" y="141882"/>
                </a:cubicBezTo>
                <a:cubicBezTo>
                  <a:pt x="274580" y="146668"/>
                  <a:pt x="266683" y="151911"/>
                  <a:pt x="260179" y="151911"/>
                </a:cubicBezTo>
                <a:cubicBezTo>
                  <a:pt x="248563" y="151911"/>
                  <a:pt x="243451" y="142796"/>
                  <a:pt x="243451" y="135731"/>
                </a:cubicBezTo>
                <a:cubicBezTo>
                  <a:pt x="243451" y="125476"/>
                  <a:pt x="248332" y="114992"/>
                  <a:pt x="265520" y="110665"/>
                </a:cubicBezTo>
                <a:lnTo>
                  <a:pt x="283874" y="105880"/>
                </a:lnTo>
                <a:moveTo>
                  <a:pt x="283874" y="148037"/>
                </a:moveTo>
                <a:cubicBezTo>
                  <a:pt x="285267" y="155098"/>
                  <a:pt x="287823" y="161246"/>
                  <a:pt x="299439" y="161246"/>
                </a:cubicBezTo>
                <a:cubicBezTo>
                  <a:pt x="308265" y="161246"/>
                  <a:pt x="316627" y="157374"/>
                  <a:pt x="321504" y="152822"/>
                </a:cubicBezTo>
                <a:cubicBezTo>
                  <a:pt x="321040" y="150087"/>
                  <a:pt x="320111" y="148037"/>
                  <a:pt x="317555" y="146671"/>
                </a:cubicBezTo>
                <a:cubicBezTo>
                  <a:pt x="315932" y="148037"/>
                  <a:pt x="311980" y="150316"/>
                  <a:pt x="308960" y="150316"/>
                </a:cubicBezTo>
                <a:cubicBezTo>
                  <a:pt x="302225" y="150316"/>
                  <a:pt x="301991" y="141427"/>
                  <a:pt x="301991" y="130946"/>
                </a:cubicBezTo>
                <a:lnTo>
                  <a:pt x="301991" y="97446"/>
                </a:lnTo>
                <a:cubicBezTo>
                  <a:pt x="301991" y="65089"/>
                  <a:pt x="283874" y="58938"/>
                  <a:pt x="266913" y="58938"/>
                </a:cubicBezTo>
                <a:cubicBezTo>
                  <a:pt x="247864" y="58938"/>
                  <a:pt x="228585" y="71240"/>
                  <a:pt x="228585" y="84230"/>
                </a:cubicBezTo>
                <a:cubicBezTo>
                  <a:pt x="228585" y="89700"/>
                  <a:pt x="231371" y="92435"/>
                  <a:pt x="236717" y="92435"/>
                </a:cubicBezTo>
                <a:cubicBezTo>
                  <a:pt x="243451" y="92435"/>
                  <a:pt x="247634" y="87650"/>
                  <a:pt x="247634" y="84685"/>
                </a:cubicBezTo>
                <a:cubicBezTo>
                  <a:pt x="247634" y="83090"/>
                  <a:pt x="247400" y="81495"/>
                  <a:pt x="246936" y="80585"/>
                </a:cubicBezTo>
                <a:cubicBezTo>
                  <a:pt x="246705" y="79900"/>
                  <a:pt x="246471" y="78534"/>
                  <a:pt x="246471" y="76025"/>
                </a:cubicBezTo>
                <a:cubicBezTo>
                  <a:pt x="246471" y="68960"/>
                  <a:pt x="256230" y="66455"/>
                  <a:pt x="265056" y="66455"/>
                </a:cubicBezTo>
                <a:cubicBezTo>
                  <a:pt x="272953" y="66455"/>
                  <a:pt x="283874" y="70330"/>
                  <a:pt x="283874" y="96080"/>
                </a:cubicBezTo>
                <a:cubicBezTo>
                  <a:pt x="283874" y="97675"/>
                  <a:pt x="283176" y="98586"/>
                  <a:pt x="282478" y="98815"/>
                </a:cubicBezTo>
                <a:lnTo>
                  <a:pt x="262500" y="103600"/>
                </a:lnTo>
                <a:cubicBezTo>
                  <a:pt x="240201" y="109070"/>
                  <a:pt x="224172" y="121146"/>
                  <a:pt x="224172" y="136642"/>
                </a:cubicBezTo>
                <a:cubicBezTo>
                  <a:pt x="224172" y="155328"/>
                  <a:pt x="237181" y="161246"/>
                  <a:pt x="253440" y="161246"/>
                </a:cubicBezTo>
                <a:cubicBezTo>
                  <a:pt x="261572" y="161246"/>
                  <a:pt x="268540" y="159425"/>
                  <a:pt x="278763" y="151682"/>
                </a:cubicBezTo>
                <a:lnTo>
                  <a:pt x="283410" y="148037"/>
                </a:lnTo>
                <a:lnTo>
                  <a:pt x="283874" y="148037"/>
                </a:lnTo>
                <a:close/>
                <a:moveTo>
                  <a:pt x="342878" y="22498"/>
                </a:moveTo>
                <a:cubicBezTo>
                  <a:pt x="342878" y="28420"/>
                  <a:pt x="348453" y="34341"/>
                  <a:pt x="354025" y="34341"/>
                </a:cubicBezTo>
                <a:cubicBezTo>
                  <a:pt x="360530" y="34341"/>
                  <a:pt x="366106" y="28194"/>
                  <a:pt x="366106" y="23408"/>
                </a:cubicBezTo>
                <a:cubicBezTo>
                  <a:pt x="366106" y="17946"/>
                  <a:pt x="361228" y="11565"/>
                  <a:pt x="354958" y="11565"/>
                </a:cubicBezTo>
                <a:cubicBezTo>
                  <a:pt x="349382" y="11565"/>
                  <a:pt x="342878" y="17032"/>
                  <a:pt x="342878" y="22498"/>
                </a:cubicBezTo>
                <a:moveTo>
                  <a:pt x="364018" y="131224"/>
                </a:moveTo>
                <a:lnTo>
                  <a:pt x="364018" y="85898"/>
                </a:lnTo>
                <a:cubicBezTo>
                  <a:pt x="364018" y="74510"/>
                  <a:pt x="364946" y="59883"/>
                  <a:pt x="364946" y="59883"/>
                </a:cubicBezTo>
                <a:cubicBezTo>
                  <a:pt x="364946" y="58962"/>
                  <a:pt x="363784" y="58271"/>
                  <a:pt x="361926" y="58271"/>
                </a:cubicBezTo>
                <a:cubicBezTo>
                  <a:pt x="355422" y="60804"/>
                  <a:pt x="346128" y="62875"/>
                  <a:pt x="330099" y="64943"/>
                </a:cubicBezTo>
                <a:cubicBezTo>
                  <a:pt x="329635" y="66312"/>
                  <a:pt x="330099" y="69954"/>
                  <a:pt x="330564" y="71323"/>
                </a:cubicBezTo>
                <a:cubicBezTo>
                  <a:pt x="343342" y="72460"/>
                  <a:pt x="345664" y="73829"/>
                  <a:pt x="345664" y="86812"/>
                </a:cubicBezTo>
                <a:lnTo>
                  <a:pt x="345664" y="131224"/>
                </a:lnTo>
                <a:cubicBezTo>
                  <a:pt x="345664" y="150129"/>
                  <a:pt x="343108" y="150813"/>
                  <a:pt x="328940" y="151953"/>
                </a:cubicBezTo>
                <a:cubicBezTo>
                  <a:pt x="327544" y="153319"/>
                  <a:pt x="327544" y="158101"/>
                  <a:pt x="328940" y="159466"/>
                </a:cubicBezTo>
                <a:cubicBezTo>
                  <a:pt x="336604" y="159241"/>
                  <a:pt x="345664" y="159011"/>
                  <a:pt x="354958" y="159011"/>
                </a:cubicBezTo>
                <a:cubicBezTo>
                  <a:pt x="364248" y="159011"/>
                  <a:pt x="373074" y="159241"/>
                  <a:pt x="380741" y="159466"/>
                </a:cubicBezTo>
                <a:cubicBezTo>
                  <a:pt x="382134" y="158101"/>
                  <a:pt x="382134" y="153319"/>
                  <a:pt x="380741" y="151953"/>
                </a:cubicBezTo>
                <a:cubicBezTo>
                  <a:pt x="366570" y="151043"/>
                  <a:pt x="364018" y="150129"/>
                  <a:pt x="364018" y="131224"/>
                </a:cubicBezTo>
                <a:close/>
                <a:moveTo>
                  <a:pt x="427666" y="77394"/>
                </a:moveTo>
                <a:cubicBezTo>
                  <a:pt x="426273" y="78990"/>
                  <a:pt x="424880" y="79448"/>
                  <a:pt x="424880" y="77394"/>
                </a:cubicBezTo>
                <a:cubicBezTo>
                  <a:pt x="424646" y="71240"/>
                  <a:pt x="424182" y="62358"/>
                  <a:pt x="423019" y="60078"/>
                </a:cubicBezTo>
                <a:cubicBezTo>
                  <a:pt x="422555" y="58938"/>
                  <a:pt x="422090" y="58257"/>
                  <a:pt x="420233" y="58257"/>
                </a:cubicBezTo>
                <a:cubicBezTo>
                  <a:pt x="413729" y="60763"/>
                  <a:pt x="407689" y="62813"/>
                  <a:pt x="391660" y="64860"/>
                </a:cubicBezTo>
                <a:cubicBezTo>
                  <a:pt x="391195" y="66229"/>
                  <a:pt x="391660" y="69871"/>
                  <a:pt x="392124" y="71240"/>
                </a:cubicBezTo>
                <a:cubicBezTo>
                  <a:pt x="404669" y="72380"/>
                  <a:pt x="407224" y="73520"/>
                  <a:pt x="407224" y="86743"/>
                </a:cubicBezTo>
                <a:lnTo>
                  <a:pt x="407224" y="131203"/>
                </a:lnTo>
                <a:cubicBezTo>
                  <a:pt x="407224" y="149899"/>
                  <a:pt x="404903" y="150813"/>
                  <a:pt x="390962" y="151953"/>
                </a:cubicBezTo>
                <a:cubicBezTo>
                  <a:pt x="389568" y="153319"/>
                  <a:pt x="389568" y="158101"/>
                  <a:pt x="390962" y="159466"/>
                </a:cubicBezTo>
                <a:cubicBezTo>
                  <a:pt x="397934" y="159241"/>
                  <a:pt x="407224" y="159011"/>
                  <a:pt x="416515" y="159011"/>
                </a:cubicBezTo>
                <a:cubicBezTo>
                  <a:pt x="425809" y="159011"/>
                  <a:pt x="432777" y="159241"/>
                  <a:pt x="439746" y="159466"/>
                </a:cubicBezTo>
                <a:cubicBezTo>
                  <a:pt x="441139" y="158101"/>
                  <a:pt x="441139" y="153319"/>
                  <a:pt x="439746" y="151953"/>
                </a:cubicBezTo>
                <a:cubicBezTo>
                  <a:pt x="427900" y="150813"/>
                  <a:pt x="425575" y="149899"/>
                  <a:pt x="425575" y="131203"/>
                </a:cubicBezTo>
                <a:lnTo>
                  <a:pt x="425575" y="93811"/>
                </a:lnTo>
                <a:cubicBezTo>
                  <a:pt x="425575" y="89022"/>
                  <a:pt x="427666" y="86287"/>
                  <a:pt x="429523" y="84237"/>
                </a:cubicBezTo>
                <a:cubicBezTo>
                  <a:pt x="438353" y="75799"/>
                  <a:pt x="448806" y="70781"/>
                  <a:pt x="457866" y="70781"/>
                </a:cubicBezTo>
                <a:cubicBezTo>
                  <a:pt x="462513" y="70781"/>
                  <a:pt x="467391" y="73746"/>
                  <a:pt x="470177" y="78990"/>
                </a:cubicBezTo>
                <a:cubicBezTo>
                  <a:pt x="472502" y="83552"/>
                  <a:pt x="472966" y="89707"/>
                  <a:pt x="472966" y="96546"/>
                </a:cubicBezTo>
                <a:lnTo>
                  <a:pt x="472966" y="131203"/>
                </a:lnTo>
                <a:cubicBezTo>
                  <a:pt x="472966" y="149899"/>
                  <a:pt x="470641" y="150813"/>
                  <a:pt x="458561" y="151953"/>
                </a:cubicBezTo>
                <a:cubicBezTo>
                  <a:pt x="457402" y="153319"/>
                  <a:pt x="457402" y="158101"/>
                  <a:pt x="458561" y="159466"/>
                </a:cubicBezTo>
                <a:cubicBezTo>
                  <a:pt x="465533" y="159241"/>
                  <a:pt x="472966" y="159011"/>
                  <a:pt x="482257" y="159011"/>
                </a:cubicBezTo>
                <a:cubicBezTo>
                  <a:pt x="491551" y="159011"/>
                  <a:pt x="499913" y="159241"/>
                  <a:pt x="506881" y="159466"/>
                </a:cubicBezTo>
                <a:cubicBezTo>
                  <a:pt x="508044" y="158101"/>
                  <a:pt x="508044" y="153319"/>
                  <a:pt x="506881" y="151953"/>
                </a:cubicBezTo>
                <a:cubicBezTo>
                  <a:pt x="493873" y="150813"/>
                  <a:pt x="491317" y="149899"/>
                  <a:pt x="491317" y="131203"/>
                </a:cubicBezTo>
                <a:lnTo>
                  <a:pt x="491317" y="97230"/>
                </a:lnTo>
                <a:cubicBezTo>
                  <a:pt x="491317" y="84692"/>
                  <a:pt x="490388" y="73746"/>
                  <a:pt x="485046" y="66684"/>
                </a:cubicBezTo>
                <a:cubicBezTo>
                  <a:pt x="481094" y="61673"/>
                  <a:pt x="473895" y="58938"/>
                  <a:pt x="465764" y="58938"/>
                </a:cubicBezTo>
                <a:cubicBezTo>
                  <a:pt x="454382" y="58938"/>
                  <a:pt x="441373" y="61899"/>
                  <a:pt x="427666" y="77394"/>
                </a:cubicBezTo>
                <a:close/>
                <a:moveTo>
                  <a:pt x="600962" y="52301"/>
                </a:moveTo>
                <a:cubicBezTo>
                  <a:pt x="600962" y="57075"/>
                  <a:pt x="605375" y="61162"/>
                  <a:pt x="610256" y="61162"/>
                </a:cubicBezTo>
                <a:cubicBezTo>
                  <a:pt x="614205" y="61162"/>
                  <a:pt x="621173" y="57075"/>
                  <a:pt x="621173" y="52075"/>
                </a:cubicBezTo>
                <a:cubicBezTo>
                  <a:pt x="621173" y="50257"/>
                  <a:pt x="620709" y="48895"/>
                  <a:pt x="620245" y="47303"/>
                </a:cubicBezTo>
                <a:cubicBezTo>
                  <a:pt x="619780" y="45712"/>
                  <a:pt x="618384" y="43668"/>
                  <a:pt x="618384" y="41851"/>
                </a:cubicBezTo>
                <a:cubicBezTo>
                  <a:pt x="618384" y="36169"/>
                  <a:pt x="624424" y="27989"/>
                  <a:pt x="641381" y="27989"/>
                </a:cubicBezTo>
                <a:cubicBezTo>
                  <a:pt x="649746" y="27989"/>
                  <a:pt x="661593" y="33670"/>
                  <a:pt x="661593" y="55484"/>
                </a:cubicBezTo>
                <a:cubicBezTo>
                  <a:pt x="661593" y="70062"/>
                  <a:pt x="656251" y="81926"/>
                  <a:pt x="642544" y="95618"/>
                </a:cubicBezTo>
                <a:lnTo>
                  <a:pt x="625352" y="112274"/>
                </a:lnTo>
                <a:cubicBezTo>
                  <a:pt x="602589" y="135092"/>
                  <a:pt x="598870" y="146042"/>
                  <a:pt x="598870" y="159480"/>
                </a:cubicBezTo>
                <a:cubicBezTo>
                  <a:pt x="598870" y="159480"/>
                  <a:pt x="610720" y="159022"/>
                  <a:pt x="618153" y="159022"/>
                </a:cubicBezTo>
                <a:lnTo>
                  <a:pt x="658807" y="159022"/>
                </a:lnTo>
                <a:cubicBezTo>
                  <a:pt x="666240" y="159022"/>
                  <a:pt x="676927" y="159480"/>
                  <a:pt x="676927" y="159480"/>
                </a:cubicBezTo>
                <a:cubicBezTo>
                  <a:pt x="679943" y="147408"/>
                  <a:pt x="682268" y="130300"/>
                  <a:pt x="682499" y="123457"/>
                </a:cubicBezTo>
                <a:cubicBezTo>
                  <a:pt x="681106" y="122314"/>
                  <a:pt x="678086" y="121859"/>
                  <a:pt x="675764" y="122314"/>
                </a:cubicBezTo>
                <a:cubicBezTo>
                  <a:pt x="671815" y="138515"/>
                  <a:pt x="667867" y="144221"/>
                  <a:pt x="659501" y="144221"/>
                </a:cubicBezTo>
                <a:lnTo>
                  <a:pt x="618153" y="144221"/>
                </a:lnTo>
                <a:cubicBezTo>
                  <a:pt x="618153" y="133267"/>
                  <a:pt x="634182" y="117751"/>
                  <a:pt x="635345" y="116611"/>
                </a:cubicBezTo>
                <a:lnTo>
                  <a:pt x="658807" y="94478"/>
                </a:lnTo>
                <a:cubicBezTo>
                  <a:pt x="672046" y="81926"/>
                  <a:pt x="682034" y="71886"/>
                  <a:pt x="682034" y="54573"/>
                </a:cubicBezTo>
                <a:cubicBezTo>
                  <a:pt x="682034" y="30035"/>
                  <a:pt x="661593" y="20017"/>
                  <a:pt x="642778" y="20017"/>
                </a:cubicBezTo>
                <a:cubicBezTo>
                  <a:pt x="616991" y="20017"/>
                  <a:pt x="600962" y="38668"/>
                  <a:pt x="600962" y="523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5E72C-6DF2-487D-ADEC-78129649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127" y="2844956"/>
            <a:ext cx="1215027" cy="1458015"/>
          </a:xfrm>
          <a:custGeom xmlns:a="http://schemas.openxmlformats.org/drawingml/2006/main">
            <a:pathLst>
              <a:path w="1215027" h="1458015" fill="none">
                <a:moveTo>
                  <a:pt x="0" y="1458015"/>
                </a:moveTo>
                <a:lnTo>
                  <a:pt x="1215027" y="1458015"/>
                </a:lnTo>
                <a:lnTo>
                  <a:pt x="1215027" y="0"/>
                </a:lnTo>
                <a:lnTo>
                  <a:pt x="0" y="0"/>
                </a:lnTo>
                <a:lnTo>
                  <a:pt x="0" y="14580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36" name="Text Delay">
            <a:extLst xmlns:a="http://schemas.openxmlformats.org/drawingml/2006/main">
              <a:ext uri="{FF2B5EF4-FFF2-40B4-BE49-F238E27FC236}">
                <a16:creationId xmlns:a16="http://schemas.microsoft.com/office/drawing/2014/main" id="{99EABE3A-CA04-4D07-B9F8-FEC526C9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688" y="3349473"/>
            <a:ext cx="549391" cy="211955"/>
          </a:xfrm>
          <a:custGeom xmlns:a="http://schemas.openxmlformats.org/drawingml/2006/main">
            <a:pathLst>
              <a:path w="549391" h="211955">
                <a:moveTo>
                  <a:pt x="41352" y="139874"/>
                </a:moveTo>
                <a:lnTo>
                  <a:pt x="41352" y="30477"/>
                </a:lnTo>
                <a:cubicBezTo>
                  <a:pt x="41352" y="22501"/>
                  <a:pt x="49483" y="19311"/>
                  <a:pt x="60865" y="19311"/>
                </a:cubicBezTo>
                <a:cubicBezTo>
                  <a:pt x="111042" y="19311"/>
                  <a:pt x="127536" y="59195"/>
                  <a:pt x="127536" y="94290"/>
                </a:cubicBezTo>
                <a:cubicBezTo>
                  <a:pt x="127536" y="140329"/>
                  <a:pt x="99427" y="151724"/>
                  <a:pt x="66671" y="151724"/>
                </a:cubicBezTo>
                <a:cubicBezTo>
                  <a:pt x="43907" y="151724"/>
                  <a:pt x="41352" y="147168"/>
                  <a:pt x="41352" y="139874"/>
                </a:cubicBezTo>
                <a:moveTo>
                  <a:pt x="1397" y="11565"/>
                </a:moveTo>
                <a:cubicBezTo>
                  <a:pt x="0" y="12934"/>
                  <a:pt x="0" y="17716"/>
                  <a:pt x="1397" y="19082"/>
                </a:cubicBezTo>
                <a:cubicBezTo>
                  <a:pt x="17656" y="19766"/>
                  <a:pt x="21604" y="20906"/>
                  <a:pt x="21604" y="39821"/>
                </a:cubicBezTo>
                <a:lnTo>
                  <a:pt x="21604" y="131214"/>
                </a:lnTo>
                <a:cubicBezTo>
                  <a:pt x="21604" y="150129"/>
                  <a:pt x="17656" y="151269"/>
                  <a:pt x="1397" y="151953"/>
                </a:cubicBezTo>
                <a:cubicBezTo>
                  <a:pt x="0" y="153319"/>
                  <a:pt x="0" y="158101"/>
                  <a:pt x="1397" y="159466"/>
                </a:cubicBezTo>
                <a:cubicBezTo>
                  <a:pt x="10457" y="159241"/>
                  <a:pt x="22767" y="159011"/>
                  <a:pt x="31593" y="159011"/>
                </a:cubicBezTo>
                <a:cubicBezTo>
                  <a:pt x="40189" y="159011"/>
                  <a:pt x="49947" y="159466"/>
                  <a:pt x="73874" y="159466"/>
                </a:cubicBezTo>
                <a:cubicBezTo>
                  <a:pt x="106629" y="159466"/>
                  <a:pt x="149835" y="144888"/>
                  <a:pt x="149835" y="88821"/>
                </a:cubicBezTo>
                <a:cubicBezTo>
                  <a:pt x="149835" y="46431"/>
                  <a:pt x="114293" y="11565"/>
                  <a:pt x="69691" y="11565"/>
                </a:cubicBezTo>
                <a:cubicBezTo>
                  <a:pt x="53198" y="11565"/>
                  <a:pt x="40423" y="12024"/>
                  <a:pt x="31363" y="12024"/>
                </a:cubicBezTo>
                <a:cubicBezTo>
                  <a:pt x="23001" y="12024"/>
                  <a:pt x="10687" y="11795"/>
                  <a:pt x="1397" y="11565"/>
                </a:cubicBezTo>
                <a:close/>
                <a:moveTo>
                  <a:pt x="188630" y="94787"/>
                </a:moveTo>
                <a:cubicBezTo>
                  <a:pt x="193043" y="69162"/>
                  <a:pt x="209305" y="67122"/>
                  <a:pt x="214881" y="67122"/>
                </a:cubicBezTo>
                <a:cubicBezTo>
                  <a:pt x="223707" y="67122"/>
                  <a:pt x="234160" y="71886"/>
                  <a:pt x="234160" y="90934"/>
                </a:cubicBezTo>
                <a:cubicBezTo>
                  <a:pt x="234160" y="92973"/>
                  <a:pt x="233232" y="94110"/>
                  <a:pt x="230676" y="94110"/>
                </a:cubicBezTo>
                <a:lnTo>
                  <a:pt x="188630" y="94787"/>
                </a:lnTo>
                <a:moveTo>
                  <a:pt x="249491" y="137799"/>
                </a:moveTo>
                <a:cubicBezTo>
                  <a:pt x="240899" y="146449"/>
                  <a:pt x="234160" y="150087"/>
                  <a:pt x="220687" y="150087"/>
                </a:cubicBezTo>
                <a:cubicBezTo>
                  <a:pt x="212325" y="150087"/>
                  <a:pt x="202567" y="145309"/>
                  <a:pt x="195368" y="133705"/>
                </a:cubicBezTo>
                <a:cubicBezTo>
                  <a:pt x="190721" y="126196"/>
                  <a:pt x="187931" y="115729"/>
                  <a:pt x="187931" y="102530"/>
                </a:cubicBezTo>
                <a:lnTo>
                  <a:pt x="249725" y="102985"/>
                </a:lnTo>
                <a:cubicBezTo>
                  <a:pt x="252511" y="102985"/>
                  <a:pt x="254138" y="101620"/>
                  <a:pt x="254138" y="99114"/>
                </a:cubicBezTo>
                <a:cubicBezTo>
                  <a:pt x="254138" y="80049"/>
                  <a:pt x="247169" y="59605"/>
                  <a:pt x="214881" y="59605"/>
                </a:cubicBezTo>
                <a:cubicBezTo>
                  <a:pt x="194670" y="59605"/>
                  <a:pt x="168418" y="78461"/>
                  <a:pt x="168418" y="112997"/>
                </a:cubicBezTo>
                <a:cubicBezTo>
                  <a:pt x="168418" y="125740"/>
                  <a:pt x="171672" y="138028"/>
                  <a:pt x="179339" y="146674"/>
                </a:cubicBezTo>
                <a:cubicBezTo>
                  <a:pt x="187236" y="155783"/>
                  <a:pt x="198154" y="161246"/>
                  <a:pt x="214881" y="161246"/>
                </a:cubicBezTo>
                <a:cubicBezTo>
                  <a:pt x="232533" y="161246"/>
                  <a:pt x="245078" y="153277"/>
                  <a:pt x="254372" y="141441"/>
                </a:cubicBezTo>
                <a:cubicBezTo>
                  <a:pt x="253673" y="139165"/>
                  <a:pt x="252280" y="138028"/>
                  <a:pt x="249491" y="137799"/>
                </a:cubicBezTo>
                <a:close/>
                <a:moveTo>
                  <a:pt x="285729" y="131231"/>
                </a:moveTo>
                <a:cubicBezTo>
                  <a:pt x="285729" y="150132"/>
                  <a:pt x="283177" y="151269"/>
                  <a:pt x="269006" y="151953"/>
                </a:cubicBezTo>
                <a:cubicBezTo>
                  <a:pt x="267613" y="153319"/>
                  <a:pt x="267613" y="158101"/>
                  <a:pt x="269006" y="159466"/>
                </a:cubicBezTo>
                <a:cubicBezTo>
                  <a:pt x="277137" y="159241"/>
                  <a:pt x="285729" y="159011"/>
                  <a:pt x="295023" y="159011"/>
                </a:cubicBezTo>
                <a:cubicBezTo>
                  <a:pt x="304314" y="159011"/>
                  <a:pt x="313143" y="159241"/>
                  <a:pt x="320807" y="159466"/>
                </a:cubicBezTo>
                <a:cubicBezTo>
                  <a:pt x="322203" y="158101"/>
                  <a:pt x="322203" y="153319"/>
                  <a:pt x="320807" y="151953"/>
                </a:cubicBezTo>
                <a:cubicBezTo>
                  <a:pt x="306639" y="151269"/>
                  <a:pt x="304083" y="150132"/>
                  <a:pt x="304083" y="131231"/>
                </a:cubicBezTo>
                <a:lnTo>
                  <a:pt x="304083" y="26265"/>
                </a:lnTo>
                <a:cubicBezTo>
                  <a:pt x="304083" y="11468"/>
                  <a:pt x="305012" y="2307"/>
                  <a:pt x="305012" y="2307"/>
                </a:cubicBezTo>
                <a:cubicBezTo>
                  <a:pt x="305012" y="695"/>
                  <a:pt x="304083" y="0"/>
                  <a:pt x="301992" y="0"/>
                </a:cubicBezTo>
                <a:cubicBezTo>
                  <a:pt x="296186" y="2307"/>
                  <a:pt x="278761" y="5536"/>
                  <a:pt x="269470" y="6227"/>
                </a:cubicBezTo>
                <a:cubicBezTo>
                  <a:pt x="269006" y="8052"/>
                  <a:pt x="269470" y="11694"/>
                  <a:pt x="270863" y="13063"/>
                </a:cubicBezTo>
                <a:cubicBezTo>
                  <a:pt x="284336" y="13970"/>
                  <a:pt x="285729" y="14655"/>
                  <a:pt x="285729" y="31731"/>
                </a:cubicBezTo>
                <a:lnTo>
                  <a:pt x="285729" y="131231"/>
                </a:lnTo>
                <a:close/>
                <a:moveTo>
                  <a:pt x="393056" y="105880"/>
                </a:moveTo>
                <a:lnTo>
                  <a:pt x="393056" y="135957"/>
                </a:lnTo>
                <a:cubicBezTo>
                  <a:pt x="393056" y="138921"/>
                  <a:pt x="391659" y="140517"/>
                  <a:pt x="389802" y="141882"/>
                </a:cubicBezTo>
                <a:cubicBezTo>
                  <a:pt x="383762" y="146668"/>
                  <a:pt x="375864" y="151911"/>
                  <a:pt x="369360" y="151911"/>
                </a:cubicBezTo>
                <a:cubicBezTo>
                  <a:pt x="357744" y="151911"/>
                  <a:pt x="352633" y="142796"/>
                  <a:pt x="352633" y="135731"/>
                </a:cubicBezTo>
                <a:cubicBezTo>
                  <a:pt x="352633" y="125476"/>
                  <a:pt x="357514" y="114992"/>
                  <a:pt x="374702" y="110665"/>
                </a:cubicBezTo>
                <a:lnTo>
                  <a:pt x="393056" y="105880"/>
                </a:lnTo>
                <a:moveTo>
                  <a:pt x="393056" y="148037"/>
                </a:moveTo>
                <a:cubicBezTo>
                  <a:pt x="394449" y="155098"/>
                  <a:pt x="397004" y="161246"/>
                  <a:pt x="408620" y="161246"/>
                </a:cubicBezTo>
                <a:cubicBezTo>
                  <a:pt x="417446" y="161246"/>
                  <a:pt x="425808" y="157374"/>
                  <a:pt x="430685" y="152822"/>
                </a:cubicBezTo>
                <a:cubicBezTo>
                  <a:pt x="430221" y="150087"/>
                  <a:pt x="429292" y="148037"/>
                  <a:pt x="426737" y="146671"/>
                </a:cubicBezTo>
                <a:cubicBezTo>
                  <a:pt x="425113" y="148037"/>
                  <a:pt x="421161" y="150316"/>
                  <a:pt x="418141" y="150316"/>
                </a:cubicBezTo>
                <a:cubicBezTo>
                  <a:pt x="411406" y="150316"/>
                  <a:pt x="411172" y="141427"/>
                  <a:pt x="411172" y="130946"/>
                </a:cubicBezTo>
                <a:lnTo>
                  <a:pt x="411172" y="97446"/>
                </a:lnTo>
                <a:cubicBezTo>
                  <a:pt x="411172" y="65089"/>
                  <a:pt x="393056" y="58938"/>
                  <a:pt x="376095" y="58938"/>
                </a:cubicBezTo>
                <a:cubicBezTo>
                  <a:pt x="357046" y="58938"/>
                  <a:pt x="337767" y="71240"/>
                  <a:pt x="337767" y="84230"/>
                </a:cubicBezTo>
                <a:cubicBezTo>
                  <a:pt x="337767" y="89700"/>
                  <a:pt x="340553" y="92435"/>
                  <a:pt x="345898" y="92435"/>
                </a:cubicBezTo>
                <a:cubicBezTo>
                  <a:pt x="352633" y="92435"/>
                  <a:pt x="356815" y="87650"/>
                  <a:pt x="356815" y="84685"/>
                </a:cubicBezTo>
                <a:cubicBezTo>
                  <a:pt x="356815" y="83090"/>
                  <a:pt x="356581" y="81495"/>
                  <a:pt x="356117" y="80585"/>
                </a:cubicBezTo>
                <a:cubicBezTo>
                  <a:pt x="355887" y="79900"/>
                  <a:pt x="355653" y="78534"/>
                  <a:pt x="355653" y="76025"/>
                </a:cubicBezTo>
                <a:cubicBezTo>
                  <a:pt x="355653" y="68960"/>
                  <a:pt x="365411" y="66455"/>
                  <a:pt x="374237" y="66455"/>
                </a:cubicBezTo>
                <a:cubicBezTo>
                  <a:pt x="382135" y="66455"/>
                  <a:pt x="393056" y="70330"/>
                  <a:pt x="393056" y="96080"/>
                </a:cubicBezTo>
                <a:cubicBezTo>
                  <a:pt x="393056" y="97675"/>
                  <a:pt x="392357" y="98586"/>
                  <a:pt x="391659" y="98815"/>
                </a:cubicBezTo>
                <a:lnTo>
                  <a:pt x="371681" y="103600"/>
                </a:lnTo>
                <a:cubicBezTo>
                  <a:pt x="349382" y="109070"/>
                  <a:pt x="333353" y="121146"/>
                  <a:pt x="333353" y="136642"/>
                </a:cubicBezTo>
                <a:cubicBezTo>
                  <a:pt x="333353" y="155328"/>
                  <a:pt x="346362" y="161246"/>
                  <a:pt x="362621" y="161246"/>
                </a:cubicBezTo>
                <a:cubicBezTo>
                  <a:pt x="370753" y="161246"/>
                  <a:pt x="377722" y="159425"/>
                  <a:pt x="387944" y="151682"/>
                </a:cubicBezTo>
                <a:lnTo>
                  <a:pt x="392591" y="148037"/>
                </a:lnTo>
                <a:lnTo>
                  <a:pt x="393056" y="148037"/>
                </a:lnTo>
                <a:close/>
                <a:moveTo>
                  <a:pt x="478541" y="195559"/>
                </a:moveTo>
                <a:cubicBezTo>
                  <a:pt x="482256" y="189182"/>
                  <a:pt x="485276" y="182802"/>
                  <a:pt x="488065" y="175970"/>
                </a:cubicBezTo>
                <a:cubicBezTo>
                  <a:pt x="506650" y="132009"/>
                  <a:pt x="517103" y="108545"/>
                  <a:pt x="529183" y="83035"/>
                </a:cubicBezTo>
                <a:cubicBezTo>
                  <a:pt x="533827" y="73468"/>
                  <a:pt x="537081" y="69826"/>
                  <a:pt x="547998" y="68456"/>
                </a:cubicBezTo>
                <a:cubicBezTo>
                  <a:pt x="549391" y="67091"/>
                  <a:pt x="549391" y="62309"/>
                  <a:pt x="547998" y="60940"/>
                </a:cubicBezTo>
                <a:cubicBezTo>
                  <a:pt x="543351" y="61169"/>
                  <a:pt x="538009" y="61398"/>
                  <a:pt x="531505" y="61398"/>
                </a:cubicBezTo>
                <a:cubicBezTo>
                  <a:pt x="524536" y="61398"/>
                  <a:pt x="517333" y="61169"/>
                  <a:pt x="510365" y="60940"/>
                </a:cubicBezTo>
                <a:cubicBezTo>
                  <a:pt x="508972" y="62309"/>
                  <a:pt x="508972" y="67091"/>
                  <a:pt x="510365" y="68456"/>
                </a:cubicBezTo>
                <a:cubicBezTo>
                  <a:pt x="517798" y="69141"/>
                  <a:pt x="525234" y="70507"/>
                  <a:pt x="521516" y="78708"/>
                </a:cubicBezTo>
                <a:lnTo>
                  <a:pt x="498519" y="130870"/>
                </a:lnTo>
                <a:cubicBezTo>
                  <a:pt x="496892" y="134515"/>
                  <a:pt x="494800" y="135196"/>
                  <a:pt x="492943" y="130640"/>
                </a:cubicBezTo>
                <a:lnTo>
                  <a:pt x="472267" y="83264"/>
                </a:lnTo>
                <a:cubicBezTo>
                  <a:pt x="468088" y="73697"/>
                  <a:pt x="466925" y="69370"/>
                  <a:pt x="479934" y="68456"/>
                </a:cubicBezTo>
                <a:cubicBezTo>
                  <a:pt x="481327" y="67091"/>
                  <a:pt x="481327" y="62309"/>
                  <a:pt x="479934" y="60940"/>
                </a:cubicBezTo>
                <a:cubicBezTo>
                  <a:pt x="471338" y="61169"/>
                  <a:pt x="462048" y="61398"/>
                  <a:pt x="453686" y="61398"/>
                </a:cubicBezTo>
                <a:cubicBezTo>
                  <a:pt x="445785" y="61398"/>
                  <a:pt x="439515" y="61169"/>
                  <a:pt x="434868" y="60940"/>
                </a:cubicBezTo>
                <a:cubicBezTo>
                  <a:pt x="433475" y="62309"/>
                  <a:pt x="433475" y="67091"/>
                  <a:pt x="434868" y="68456"/>
                </a:cubicBezTo>
                <a:cubicBezTo>
                  <a:pt x="444162" y="69596"/>
                  <a:pt x="447178" y="71647"/>
                  <a:pt x="453218" y="85540"/>
                </a:cubicBezTo>
                <a:lnTo>
                  <a:pt x="479470" y="145448"/>
                </a:lnTo>
                <a:cubicBezTo>
                  <a:pt x="481561" y="150004"/>
                  <a:pt x="485045" y="160481"/>
                  <a:pt x="482724" y="166858"/>
                </a:cubicBezTo>
                <a:cubicBezTo>
                  <a:pt x="479934" y="174375"/>
                  <a:pt x="477148" y="180752"/>
                  <a:pt x="473664" y="187813"/>
                </a:cubicBezTo>
                <a:cubicBezTo>
                  <a:pt x="471108" y="192369"/>
                  <a:pt x="467854" y="194419"/>
                  <a:pt x="462048" y="194419"/>
                </a:cubicBezTo>
                <a:cubicBezTo>
                  <a:pt x="458794" y="194419"/>
                  <a:pt x="457865" y="193738"/>
                  <a:pt x="455310" y="193738"/>
                </a:cubicBezTo>
                <a:cubicBezTo>
                  <a:pt x="448575" y="193738"/>
                  <a:pt x="445090" y="200570"/>
                  <a:pt x="445090" y="203531"/>
                </a:cubicBezTo>
                <a:cubicBezTo>
                  <a:pt x="445090" y="208313"/>
                  <a:pt x="449734" y="211955"/>
                  <a:pt x="456008" y="211955"/>
                </a:cubicBezTo>
                <a:cubicBezTo>
                  <a:pt x="460885" y="211955"/>
                  <a:pt x="470179" y="210134"/>
                  <a:pt x="478541" y="195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chain3">
            <a:extLst xmlns:a="http://schemas.openxmlformats.org/drawingml/2006/main">
              <a:ext uri="{FF2B5EF4-FFF2-40B4-BE49-F238E27FC236}">
                <a16:creationId xmlns:a16="http://schemas.microsoft.com/office/drawing/2014/main" id="{85EA758E-EFEA-422C-A670-A2D1E0DC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540" y="3634167"/>
            <a:ext cx="682733" cy="161246"/>
          </a:xfrm>
          <a:custGeom xmlns:a="http://schemas.openxmlformats.org/drawingml/2006/main">
            <a:pathLst>
              <a:path w="682733" h="161246">
                <a:moveTo>
                  <a:pt x="83862" y="138237"/>
                </a:moveTo>
                <a:cubicBezTo>
                  <a:pt x="82934" y="136187"/>
                  <a:pt x="81073" y="135276"/>
                  <a:pt x="78985" y="135047"/>
                </a:cubicBezTo>
                <a:cubicBezTo>
                  <a:pt x="71084" y="145076"/>
                  <a:pt x="61095" y="150087"/>
                  <a:pt x="51106" y="150087"/>
                </a:cubicBezTo>
                <a:cubicBezTo>
                  <a:pt x="34149" y="150087"/>
                  <a:pt x="19978" y="133226"/>
                  <a:pt x="19978" y="106561"/>
                </a:cubicBezTo>
                <a:cubicBezTo>
                  <a:pt x="19978" y="81495"/>
                  <a:pt x="31129" y="66455"/>
                  <a:pt x="46463" y="66455"/>
                </a:cubicBezTo>
                <a:cubicBezTo>
                  <a:pt x="60166" y="66455"/>
                  <a:pt x="62024" y="74430"/>
                  <a:pt x="62956" y="82406"/>
                </a:cubicBezTo>
                <a:cubicBezTo>
                  <a:pt x="63651" y="88560"/>
                  <a:pt x="66905" y="90610"/>
                  <a:pt x="71782" y="90610"/>
                </a:cubicBezTo>
                <a:cubicBezTo>
                  <a:pt x="76660" y="90610"/>
                  <a:pt x="83164" y="87650"/>
                  <a:pt x="83164" y="80585"/>
                </a:cubicBezTo>
                <a:cubicBezTo>
                  <a:pt x="83164" y="68050"/>
                  <a:pt x="69925" y="58938"/>
                  <a:pt x="47622" y="58938"/>
                </a:cubicBezTo>
                <a:cubicBezTo>
                  <a:pt x="24625" y="58938"/>
                  <a:pt x="0" y="79215"/>
                  <a:pt x="0" y="111576"/>
                </a:cubicBezTo>
                <a:cubicBezTo>
                  <a:pt x="0" y="140972"/>
                  <a:pt x="16727" y="161246"/>
                  <a:pt x="45995" y="161246"/>
                </a:cubicBezTo>
                <a:cubicBezTo>
                  <a:pt x="59936" y="161246"/>
                  <a:pt x="72247" y="156919"/>
                  <a:pt x="83862" y="138237"/>
                </a:cubicBezTo>
                <a:close/>
                <a:moveTo>
                  <a:pt x="129625" y="93811"/>
                </a:moveTo>
                <a:cubicBezTo>
                  <a:pt x="129625" y="89022"/>
                  <a:pt x="131716" y="86287"/>
                  <a:pt x="133574" y="84237"/>
                </a:cubicBezTo>
                <a:cubicBezTo>
                  <a:pt x="142403" y="75799"/>
                  <a:pt x="154249" y="70781"/>
                  <a:pt x="163310" y="70781"/>
                </a:cubicBezTo>
                <a:cubicBezTo>
                  <a:pt x="167953" y="70781"/>
                  <a:pt x="172834" y="73746"/>
                  <a:pt x="175620" y="78990"/>
                </a:cubicBezTo>
                <a:cubicBezTo>
                  <a:pt x="177945" y="83552"/>
                  <a:pt x="178410" y="89707"/>
                  <a:pt x="178410" y="96546"/>
                </a:cubicBezTo>
                <a:lnTo>
                  <a:pt x="178410" y="131203"/>
                </a:lnTo>
                <a:cubicBezTo>
                  <a:pt x="178410" y="149899"/>
                  <a:pt x="176084" y="150813"/>
                  <a:pt x="164004" y="151953"/>
                </a:cubicBezTo>
                <a:cubicBezTo>
                  <a:pt x="162845" y="153319"/>
                  <a:pt x="162845" y="158101"/>
                  <a:pt x="164004" y="159466"/>
                </a:cubicBezTo>
                <a:cubicBezTo>
                  <a:pt x="170509" y="159241"/>
                  <a:pt x="178410" y="159011"/>
                  <a:pt x="187700" y="159011"/>
                </a:cubicBezTo>
                <a:cubicBezTo>
                  <a:pt x="196994" y="159011"/>
                  <a:pt x="204658" y="159241"/>
                  <a:pt x="212325" y="159466"/>
                </a:cubicBezTo>
                <a:cubicBezTo>
                  <a:pt x="213487" y="158101"/>
                  <a:pt x="213487" y="153319"/>
                  <a:pt x="212325" y="151953"/>
                </a:cubicBezTo>
                <a:cubicBezTo>
                  <a:pt x="199316" y="150813"/>
                  <a:pt x="196760" y="149899"/>
                  <a:pt x="196760" y="131203"/>
                </a:cubicBezTo>
                <a:lnTo>
                  <a:pt x="196760" y="97230"/>
                </a:lnTo>
                <a:cubicBezTo>
                  <a:pt x="196760" y="84692"/>
                  <a:pt x="195831" y="73520"/>
                  <a:pt x="190490" y="66684"/>
                </a:cubicBezTo>
                <a:cubicBezTo>
                  <a:pt x="186537" y="61673"/>
                  <a:pt x="179338" y="58938"/>
                  <a:pt x="171207" y="58938"/>
                </a:cubicBezTo>
                <a:cubicBezTo>
                  <a:pt x="159825" y="58938"/>
                  <a:pt x="145888" y="61899"/>
                  <a:pt x="131716" y="77394"/>
                </a:cubicBezTo>
                <a:cubicBezTo>
                  <a:pt x="131018" y="78308"/>
                  <a:pt x="129391" y="80588"/>
                  <a:pt x="129391" y="77394"/>
                </a:cubicBezTo>
                <a:lnTo>
                  <a:pt x="129625" y="26119"/>
                </a:lnTo>
                <a:cubicBezTo>
                  <a:pt x="129625" y="11308"/>
                  <a:pt x="130554" y="2248"/>
                  <a:pt x="130554" y="2248"/>
                </a:cubicBezTo>
                <a:cubicBezTo>
                  <a:pt x="130554" y="678"/>
                  <a:pt x="129625" y="0"/>
                  <a:pt x="127534" y="0"/>
                </a:cubicBezTo>
                <a:cubicBezTo>
                  <a:pt x="121728" y="2248"/>
                  <a:pt x="104306" y="5393"/>
                  <a:pt x="95012" y="6068"/>
                </a:cubicBezTo>
                <a:cubicBezTo>
                  <a:pt x="94547" y="7892"/>
                  <a:pt x="95012" y="11534"/>
                  <a:pt x="96405" y="12900"/>
                </a:cubicBezTo>
                <a:cubicBezTo>
                  <a:pt x="108485" y="13584"/>
                  <a:pt x="111274" y="12444"/>
                  <a:pt x="111274" y="31589"/>
                </a:cubicBezTo>
                <a:lnTo>
                  <a:pt x="111274" y="131203"/>
                </a:lnTo>
                <a:cubicBezTo>
                  <a:pt x="111274" y="150129"/>
                  <a:pt x="108485" y="151039"/>
                  <a:pt x="95012" y="151953"/>
                </a:cubicBezTo>
                <a:cubicBezTo>
                  <a:pt x="93619" y="153319"/>
                  <a:pt x="93619" y="158101"/>
                  <a:pt x="95012" y="159466"/>
                </a:cubicBezTo>
                <a:cubicBezTo>
                  <a:pt x="102679" y="159241"/>
                  <a:pt x="111274" y="159011"/>
                  <a:pt x="120565" y="159011"/>
                </a:cubicBezTo>
                <a:cubicBezTo>
                  <a:pt x="129391" y="159011"/>
                  <a:pt x="137058" y="159241"/>
                  <a:pt x="143562" y="159466"/>
                </a:cubicBezTo>
                <a:cubicBezTo>
                  <a:pt x="144955" y="158101"/>
                  <a:pt x="144955" y="153319"/>
                  <a:pt x="143562" y="151953"/>
                </a:cubicBezTo>
                <a:cubicBezTo>
                  <a:pt x="131716" y="151039"/>
                  <a:pt x="129625" y="150129"/>
                  <a:pt x="129625" y="131203"/>
                </a:cubicBezTo>
                <a:lnTo>
                  <a:pt x="129625" y="93811"/>
                </a:lnTo>
                <a:close/>
                <a:moveTo>
                  <a:pt x="283874" y="105880"/>
                </a:moveTo>
                <a:lnTo>
                  <a:pt x="283874" y="135957"/>
                </a:lnTo>
                <a:cubicBezTo>
                  <a:pt x="283874" y="138921"/>
                  <a:pt x="282478" y="140517"/>
                  <a:pt x="280620" y="141882"/>
                </a:cubicBezTo>
                <a:cubicBezTo>
                  <a:pt x="274580" y="146668"/>
                  <a:pt x="266683" y="151911"/>
                  <a:pt x="260178" y="151911"/>
                </a:cubicBezTo>
                <a:cubicBezTo>
                  <a:pt x="248563" y="151911"/>
                  <a:pt x="243451" y="142796"/>
                  <a:pt x="243451" y="135731"/>
                </a:cubicBezTo>
                <a:cubicBezTo>
                  <a:pt x="243451" y="125476"/>
                  <a:pt x="248332" y="114992"/>
                  <a:pt x="265520" y="110665"/>
                </a:cubicBezTo>
                <a:lnTo>
                  <a:pt x="283874" y="105880"/>
                </a:lnTo>
                <a:moveTo>
                  <a:pt x="283874" y="148037"/>
                </a:moveTo>
                <a:cubicBezTo>
                  <a:pt x="285267" y="155098"/>
                  <a:pt x="287823" y="161246"/>
                  <a:pt x="299439" y="161246"/>
                </a:cubicBezTo>
                <a:cubicBezTo>
                  <a:pt x="308265" y="161246"/>
                  <a:pt x="316626" y="157374"/>
                  <a:pt x="321504" y="152822"/>
                </a:cubicBezTo>
                <a:cubicBezTo>
                  <a:pt x="321039" y="150087"/>
                  <a:pt x="320111" y="148037"/>
                  <a:pt x="317555" y="146671"/>
                </a:cubicBezTo>
                <a:cubicBezTo>
                  <a:pt x="315932" y="148037"/>
                  <a:pt x="311979" y="150316"/>
                  <a:pt x="308959" y="150316"/>
                </a:cubicBezTo>
                <a:cubicBezTo>
                  <a:pt x="302225" y="150316"/>
                  <a:pt x="301991" y="141427"/>
                  <a:pt x="301991" y="130946"/>
                </a:cubicBezTo>
                <a:lnTo>
                  <a:pt x="301991" y="97446"/>
                </a:lnTo>
                <a:cubicBezTo>
                  <a:pt x="301991" y="65089"/>
                  <a:pt x="283874" y="58938"/>
                  <a:pt x="266913" y="58938"/>
                </a:cubicBezTo>
                <a:cubicBezTo>
                  <a:pt x="247864" y="58938"/>
                  <a:pt x="228585" y="71240"/>
                  <a:pt x="228585" y="84230"/>
                </a:cubicBezTo>
                <a:cubicBezTo>
                  <a:pt x="228585" y="89700"/>
                  <a:pt x="231371" y="92435"/>
                  <a:pt x="236716" y="92435"/>
                </a:cubicBezTo>
                <a:cubicBezTo>
                  <a:pt x="243451" y="92435"/>
                  <a:pt x="247634" y="87650"/>
                  <a:pt x="247634" y="84685"/>
                </a:cubicBezTo>
                <a:cubicBezTo>
                  <a:pt x="247634" y="83090"/>
                  <a:pt x="247400" y="81495"/>
                  <a:pt x="246936" y="80585"/>
                </a:cubicBezTo>
                <a:cubicBezTo>
                  <a:pt x="246705" y="79900"/>
                  <a:pt x="246471" y="78534"/>
                  <a:pt x="246471" y="76025"/>
                </a:cubicBezTo>
                <a:cubicBezTo>
                  <a:pt x="246471" y="68960"/>
                  <a:pt x="256230" y="66455"/>
                  <a:pt x="265056" y="66455"/>
                </a:cubicBezTo>
                <a:cubicBezTo>
                  <a:pt x="272953" y="66455"/>
                  <a:pt x="283874" y="70330"/>
                  <a:pt x="283874" y="96080"/>
                </a:cubicBezTo>
                <a:cubicBezTo>
                  <a:pt x="283874" y="97675"/>
                  <a:pt x="283176" y="98586"/>
                  <a:pt x="282478" y="98815"/>
                </a:cubicBezTo>
                <a:lnTo>
                  <a:pt x="262500" y="103600"/>
                </a:lnTo>
                <a:cubicBezTo>
                  <a:pt x="240201" y="109070"/>
                  <a:pt x="224172" y="121146"/>
                  <a:pt x="224172" y="136642"/>
                </a:cubicBezTo>
                <a:cubicBezTo>
                  <a:pt x="224172" y="155328"/>
                  <a:pt x="237181" y="161246"/>
                  <a:pt x="253440" y="161246"/>
                </a:cubicBezTo>
                <a:cubicBezTo>
                  <a:pt x="261571" y="161246"/>
                  <a:pt x="268540" y="159425"/>
                  <a:pt x="278763" y="151682"/>
                </a:cubicBezTo>
                <a:lnTo>
                  <a:pt x="283410" y="148037"/>
                </a:lnTo>
                <a:lnTo>
                  <a:pt x="283874" y="148037"/>
                </a:lnTo>
                <a:close/>
                <a:moveTo>
                  <a:pt x="342878" y="22498"/>
                </a:moveTo>
                <a:cubicBezTo>
                  <a:pt x="342878" y="28420"/>
                  <a:pt x="348453" y="34341"/>
                  <a:pt x="354026" y="34341"/>
                </a:cubicBezTo>
                <a:cubicBezTo>
                  <a:pt x="360530" y="34341"/>
                  <a:pt x="366106" y="28194"/>
                  <a:pt x="366106" y="23408"/>
                </a:cubicBezTo>
                <a:cubicBezTo>
                  <a:pt x="366106" y="17946"/>
                  <a:pt x="361228" y="11565"/>
                  <a:pt x="354958" y="11565"/>
                </a:cubicBezTo>
                <a:cubicBezTo>
                  <a:pt x="349382" y="11565"/>
                  <a:pt x="342878" y="17032"/>
                  <a:pt x="342878" y="22498"/>
                </a:cubicBezTo>
                <a:moveTo>
                  <a:pt x="364018" y="131224"/>
                </a:moveTo>
                <a:lnTo>
                  <a:pt x="364018" y="85898"/>
                </a:lnTo>
                <a:cubicBezTo>
                  <a:pt x="364018" y="74510"/>
                  <a:pt x="364947" y="59883"/>
                  <a:pt x="364947" y="59883"/>
                </a:cubicBezTo>
                <a:cubicBezTo>
                  <a:pt x="364947" y="58962"/>
                  <a:pt x="363784" y="58271"/>
                  <a:pt x="361926" y="58271"/>
                </a:cubicBezTo>
                <a:cubicBezTo>
                  <a:pt x="355422" y="60804"/>
                  <a:pt x="346128" y="62875"/>
                  <a:pt x="330099" y="64943"/>
                </a:cubicBezTo>
                <a:cubicBezTo>
                  <a:pt x="329635" y="66312"/>
                  <a:pt x="330099" y="69954"/>
                  <a:pt x="330564" y="71323"/>
                </a:cubicBezTo>
                <a:cubicBezTo>
                  <a:pt x="343342" y="72460"/>
                  <a:pt x="345664" y="73829"/>
                  <a:pt x="345664" y="86812"/>
                </a:cubicBezTo>
                <a:lnTo>
                  <a:pt x="345664" y="131224"/>
                </a:lnTo>
                <a:cubicBezTo>
                  <a:pt x="345664" y="150129"/>
                  <a:pt x="343108" y="150813"/>
                  <a:pt x="328940" y="151953"/>
                </a:cubicBezTo>
                <a:cubicBezTo>
                  <a:pt x="327544" y="153319"/>
                  <a:pt x="327544" y="158101"/>
                  <a:pt x="328940" y="159466"/>
                </a:cubicBezTo>
                <a:cubicBezTo>
                  <a:pt x="336604" y="159241"/>
                  <a:pt x="345664" y="159011"/>
                  <a:pt x="354958" y="159011"/>
                </a:cubicBezTo>
                <a:cubicBezTo>
                  <a:pt x="364248" y="159011"/>
                  <a:pt x="373074" y="159241"/>
                  <a:pt x="380741" y="159466"/>
                </a:cubicBezTo>
                <a:cubicBezTo>
                  <a:pt x="382134" y="158101"/>
                  <a:pt x="382134" y="153319"/>
                  <a:pt x="380741" y="151953"/>
                </a:cubicBezTo>
                <a:cubicBezTo>
                  <a:pt x="366570" y="151043"/>
                  <a:pt x="364018" y="150129"/>
                  <a:pt x="364018" y="131224"/>
                </a:cubicBezTo>
                <a:close/>
                <a:moveTo>
                  <a:pt x="427666" y="77394"/>
                </a:moveTo>
                <a:cubicBezTo>
                  <a:pt x="426273" y="78990"/>
                  <a:pt x="424880" y="79448"/>
                  <a:pt x="424880" y="77394"/>
                </a:cubicBezTo>
                <a:cubicBezTo>
                  <a:pt x="424646" y="71240"/>
                  <a:pt x="424181" y="62358"/>
                  <a:pt x="423019" y="60078"/>
                </a:cubicBezTo>
                <a:cubicBezTo>
                  <a:pt x="422555" y="58938"/>
                  <a:pt x="422090" y="58257"/>
                  <a:pt x="420233" y="58257"/>
                </a:cubicBezTo>
                <a:cubicBezTo>
                  <a:pt x="413728" y="60763"/>
                  <a:pt x="407688" y="62813"/>
                  <a:pt x="391660" y="64860"/>
                </a:cubicBezTo>
                <a:cubicBezTo>
                  <a:pt x="391195" y="66229"/>
                  <a:pt x="391660" y="69871"/>
                  <a:pt x="392124" y="71240"/>
                </a:cubicBezTo>
                <a:cubicBezTo>
                  <a:pt x="404668" y="72380"/>
                  <a:pt x="407224" y="73520"/>
                  <a:pt x="407224" y="86743"/>
                </a:cubicBezTo>
                <a:lnTo>
                  <a:pt x="407224" y="131203"/>
                </a:lnTo>
                <a:cubicBezTo>
                  <a:pt x="407224" y="149899"/>
                  <a:pt x="404902" y="150813"/>
                  <a:pt x="390961" y="151953"/>
                </a:cubicBezTo>
                <a:cubicBezTo>
                  <a:pt x="389568" y="153319"/>
                  <a:pt x="389568" y="158101"/>
                  <a:pt x="390961" y="159466"/>
                </a:cubicBezTo>
                <a:cubicBezTo>
                  <a:pt x="397934" y="159241"/>
                  <a:pt x="407224" y="159011"/>
                  <a:pt x="416514" y="159011"/>
                </a:cubicBezTo>
                <a:cubicBezTo>
                  <a:pt x="425808" y="159011"/>
                  <a:pt x="432777" y="159241"/>
                  <a:pt x="439746" y="159466"/>
                </a:cubicBezTo>
                <a:cubicBezTo>
                  <a:pt x="441139" y="158101"/>
                  <a:pt x="441139" y="153319"/>
                  <a:pt x="439746" y="151953"/>
                </a:cubicBezTo>
                <a:cubicBezTo>
                  <a:pt x="427900" y="150813"/>
                  <a:pt x="425575" y="149899"/>
                  <a:pt x="425575" y="131203"/>
                </a:cubicBezTo>
                <a:lnTo>
                  <a:pt x="425575" y="93811"/>
                </a:lnTo>
                <a:cubicBezTo>
                  <a:pt x="425575" y="89022"/>
                  <a:pt x="427666" y="86287"/>
                  <a:pt x="429523" y="84237"/>
                </a:cubicBezTo>
                <a:cubicBezTo>
                  <a:pt x="438353" y="75799"/>
                  <a:pt x="448806" y="70781"/>
                  <a:pt x="457866" y="70781"/>
                </a:cubicBezTo>
                <a:cubicBezTo>
                  <a:pt x="462513" y="70781"/>
                  <a:pt x="467390" y="73746"/>
                  <a:pt x="470177" y="78990"/>
                </a:cubicBezTo>
                <a:cubicBezTo>
                  <a:pt x="472502" y="83552"/>
                  <a:pt x="472966" y="89707"/>
                  <a:pt x="472966" y="96546"/>
                </a:cubicBezTo>
                <a:lnTo>
                  <a:pt x="472966" y="131203"/>
                </a:lnTo>
                <a:cubicBezTo>
                  <a:pt x="472966" y="149899"/>
                  <a:pt x="470641" y="150813"/>
                  <a:pt x="458561" y="151953"/>
                </a:cubicBezTo>
                <a:cubicBezTo>
                  <a:pt x="457402" y="153319"/>
                  <a:pt x="457402" y="158101"/>
                  <a:pt x="458561" y="159466"/>
                </a:cubicBezTo>
                <a:cubicBezTo>
                  <a:pt x="465533" y="159241"/>
                  <a:pt x="472966" y="159011"/>
                  <a:pt x="482257" y="159011"/>
                </a:cubicBezTo>
                <a:cubicBezTo>
                  <a:pt x="491551" y="159011"/>
                  <a:pt x="499912" y="159241"/>
                  <a:pt x="506881" y="159466"/>
                </a:cubicBezTo>
                <a:cubicBezTo>
                  <a:pt x="508044" y="158101"/>
                  <a:pt x="508044" y="153319"/>
                  <a:pt x="506881" y="151953"/>
                </a:cubicBezTo>
                <a:cubicBezTo>
                  <a:pt x="493872" y="150813"/>
                  <a:pt x="491317" y="149899"/>
                  <a:pt x="491317" y="131203"/>
                </a:cubicBezTo>
                <a:lnTo>
                  <a:pt x="491317" y="97230"/>
                </a:lnTo>
                <a:cubicBezTo>
                  <a:pt x="491317" y="84692"/>
                  <a:pt x="490388" y="73746"/>
                  <a:pt x="485046" y="66684"/>
                </a:cubicBezTo>
                <a:cubicBezTo>
                  <a:pt x="481094" y="61673"/>
                  <a:pt x="473895" y="58938"/>
                  <a:pt x="465763" y="58938"/>
                </a:cubicBezTo>
                <a:cubicBezTo>
                  <a:pt x="454382" y="58938"/>
                  <a:pt x="441373" y="61899"/>
                  <a:pt x="427666" y="77394"/>
                </a:cubicBezTo>
                <a:close/>
                <a:moveTo>
                  <a:pt x="636737" y="27989"/>
                </a:moveTo>
                <a:cubicBezTo>
                  <a:pt x="646726" y="27989"/>
                  <a:pt x="656017" y="33907"/>
                  <a:pt x="656017" y="48474"/>
                </a:cubicBezTo>
                <a:cubicBezTo>
                  <a:pt x="656017" y="59852"/>
                  <a:pt x="642544" y="77377"/>
                  <a:pt x="619546" y="80564"/>
                </a:cubicBezTo>
                <a:lnTo>
                  <a:pt x="620709" y="87851"/>
                </a:lnTo>
                <a:cubicBezTo>
                  <a:pt x="624657" y="87396"/>
                  <a:pt x="628840" y="87396"/>
                  <a:pt x="631860" y="87396"/>
                </a:cubicBezTo>
                <a:cubicBezTo>
                  <a:pt x="645099" y="87396"/>
                  <a:pt x="662291" y="91045"/>
                  <a:pt x="662291" y="116802"/>
                </a:cubicBezTo>
                <a:cubicBezTo>
                  <a:pt x="662291" y="147123"/>
                  <a:pt x="641615" y="153277"/>
                  <a:pt x="633484" y="153277"/>
                </a:cubicBezTo>
                <a:cubicBezTo>
                  <a:pt x="621637" y="153277"/>
                  <a:pt x="619546" y="148033"/>
                  <a:pt x="616760" y="143929"/>
                </a:cubicBezTo>
                <a:cubicBezTo>
                  <a:pt x="614435" y="140739"/>
                  <a:pt x="611415" y="138004"/>
                  <a:pt x="606771" y="138004"/>
                </a:cubicBezTo>
                <a:cubicBezTo>
                  <a:pt x="601890" y="138004"/>
                  <a:pt x="597013" y="142334"/>
                  <a:pt x="597013" y="145983"/>
                </a:cubicBezTo>
                <a:cubicBezTo>
                  <a:pt x="597013" y="155098"/>
                  <a:pt x="616526" y="161246"/>
                  <a:pt x="630464" y="161246"/>
                </a:cubicBezTo>
                <a:cubicBezTo>
                  <a:pt x="658108" y="161246"/>
                  <a:pt x="682733" y="143703"/>
                  <a:pt x="682733" y="113612"/>
                </a:cubicBezTo>
                <a:cubicBezTo>
                  <a:pt x="682733" y="88765"/>
                  <a:pt x="663684" y="79883"/>
                  <a:pt x="649977" y="77606"/>
                </a:cubicBezTo>
                <a:lnTo>
                  <a:pt x="649746" y="77151"/>
                </a:lnTo>
                <a:cubicBezTo>
                  <a:pt x="668795" y="68276"/>
                  <a:pt x="674137" y="58942"/>
                  <a:pt x="674137" y="46879"/>
                </a:cubicBezTo>
                <a:cubicBezTo>
                  <a:pt x="674137" y="40051"/>
                  <a:pt x="672510" y="34591"/>
                  <a:pt x="666934" y="28899"/>
                </a:cubicBezTo>
                <a:cubicBezTo>
                  <a:pt x="661826" y="23891"/>
                  <a:pt x="653695" y="20017"/>
                  <a:pt x="641615" y="20017"/>
                </a:cubicBezTo>
                <a:cubicBezTo>
                  <a:pt x="607466" y="20017"/>
                  <a:pt x="597711" y="41872"/>
                  <a:pt x="597711" y="49385"/>
                </a:cubicBezTo>
                <a:cubicBezTo>
                  <a:pt x="597711" y="52572"/>
                  <a:pt x="600033" y="57121"/>
                  <a:pt x="605609" y="57121"/>
                </a:cubicBezTo>
                <a:cubicBezTo>
                  <a:pt x="613740" y="57121"/>
                  <a:pt x="614669" y="49611"/>
                  <a:pt x="614669" y="45288"/>
                </a:cubicBezTo>
                <a:cubicBezTo>
                  <a:pt x="614669" y="30720"/>
                  <a:pt x="630697" y="27989"/>
                  <a:pt x="636737" y="279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9BB2B-E401-4495-B893-7F3C4A6B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129" y="626203"/>
            <a:ext cx="4252666" cy="240571"/>
          </a:xfrm>
          <a:custGeom xmlns:a="http://schemas.openxmlformats.org/drawingml/2006/main">
            <a:pathLst>
              <a:path w="4252666" h="240571" fill="none">
                <a:moveTo>
                  <a:pt x="0" y="0"/>
                </a:moveTo>
                <a:lnTo>
                  <a:pt x="4252666" y="0"/>
                </a:lnTo>
                <a:lnTo>
                  <a:pt x="4252666" y="240571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A95F4-972B-4539-BF1E-40521262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4786" y="798451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A2636-6FAF-440A-AD09-948E7582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4786" y="798451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44572-B406-4F5B-9ECD-EEFBA81F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129" y="1502034"/>
            <a:ext cx="2835113" cy="336773"/>
          </a:xfrm>
          <a:custGeom xmlns:a="http://schemas.openxmlformats.org/drawingml/2006/main">
            <a:pathLst>
              <a:path w="2835113" h="336773" fill="none">
                <a:moveTo>
                  <a:pt x="0" y="0"/>
                </a:moveTo>
                <a:lnTo>
                  <a:pt x="2835113" y="0"/>
                </a:lnTo>
                <a:lnTo>
                  <a:pt x="2835113" y="336773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7BA68-1ABC-48B6-98A8-939DFB80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233" y="1770484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08B81-3DF2-490F-A0C8-7B9B4F05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233" y="1770484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911C2-57B3-40B8-9384-EF8F2401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129" y="2352573"/>
            <a:ext cx="1417548" cy="458268"/>
          </a:xfrm>
          <a:custGeom xmlns:a="http://schemas.openxmlformats.org/drawingml/2006/main">
            <a:pathLst>
              <a:path w="1417548" h="458268" fill="none">
                <a:moveTo>
                  <a:pt x="0" y="0"/>
                </a:moveTo>
                <a:lnTo>
                  <a:pt x="1417548" y="0"/>
                </a:lnTo>
                <a:lnTo>
                  <a:pt x="1417548" y="458268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B4AD8-D006-47C8-A858-ECD33DB3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669" y="2742518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3989F-FDE8-496A-AE36-410EB069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669" y="2742518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30730-742D-4119-B7B0-D2D9ACC5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127" y="4694810"/>
            <a:ext cx="1215027" cy="588525"/>
          </a:xfrm>
          <a:custGeom xmlns:a="http://schemas.openxmlformats.org/drawingml/2006/main">
            <a:pathLst>
              <a:path w="1215027" h="588525">
                <a:moveTo>
                  <a:pt x="1134021" y="0"/>
                </a:moveTo>
                <a:lnTo>
                  <a:pt x="81006" y="0"/>
                </a:lnTo>
                <a:cubicBezTo>
                  <a:pt x="36267" y="0"/>
                  <a:pt x="0" y="36267"/>
                  <a:pt x="0" y="81006"/>
                </a:cubicBezTo>
                <a:lnTo>
                  <a:pt x="0" y="507519"/>
                </a:lnTo>
                <a:cubicBezTo>
                  <a:pt x="0" y="552258"/>
                  <a:pt x="36267" y="588525"/>
                  <a:pt x="81006" y="588525"/>
                </a:cubicBezTo>
                <a:lnTo>
                  <a:pt x="1134021" y="588525"/>
                </a:lnTo>
                <a:cubicBezTo>
                  <a:pt x="1178760" y="588525"/>
                  <a:pt x="1215027" y="552258"/>
                  <a:pt x="1215027" y="507519"/>
                </a:cubicBezTo>
                <a:lnTo>
                  <a:pt x="1215027" y="81006"/>
                </a:lnTo>
                <a:cubicBezTo>
                  <a:pt x="1215027" y="36267"/>
                  <a:pt x="1178760" y="0"/>
                  <a:pt x="1134021" y="0"/>
                </a:cubicBezTo>
                <a:close/>
                <a:moveTo>
                  <a:pt x="0" y="588525"/>
                </a:moveTo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E3CFF-D367-4418-A06B-95274CB9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127" y="4694810"/>
            <a:ext cx="1215027" cy="588525"/>
          </a:xfrm>
          <a:custGeom xmlns:a="http://schemas.openxmlformats.org/drawingml/2006/main">
            <a:pathLst>
              <a:path w="1215027" h="588525" fill="none">
                <a:moveTo>
                  <a:pt x="1134021" y="0"/>
                </a:moveTo>
                <a:lnTo>
                  <a:pt x="81006" y="0"/>
                </a:lnTo>
                <a:cubicBezTo>
                  <a:pt x="36267" y="0"/>
                  <a:pt x="0" y="36267"/>
                  <a:pt x="0" y="81006"/>
                </a:cubicBezTo>
                <a:lnTo>
                  <a:pt x="0" y="507519"/>
                </a:lnTo>
                <a:cubicBezTo>
                  <a:pt x="0" y="552258"/>
                  <a:pt x="36267" y="588525"/>
                  <a:pt x="81006" y="588525"/>
                </a:cubicBezTo>
                <a:lnTo>
                  <a:pt x="1134021" y="588525"/>
                </a:lnTo>
                <a:cubicBezTo>
                  <a:pt x="1178760" y="588525"/>
                  <a:pt x="1215027" y="552258"/>
                  <a:pt x="1215027" y="507519"/>
                </a:cubicBezTo>
                <a:lnTo>
                  <a:pt x="1215027" y="81006"/>
                </a:lnTo>
                <a:cubicBezTo>
                  <a:pt x="1215027" y="36267"/>
                  <a:pt x="1178760" y="0"/>
                  <a:pt x="1134021" y="0"/>
                </a:cubicBezTo>
                <a:close/>
                <a:moveTo>
                  <a:pt x="0" y="588525"/>
                </a:move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49" name="Text Access">
            <a:extLst xmlns:a="http://schemas.openxmlformats.org/drawingml/2006/main">
              <a:ext uri="{FF2B5EF4-FFF2-40B4-BE49-F238E27FC236}">
                <a16:creationId xmlns:a16="http://schemas.microsoft.com/office/drawing/2014/main" id="{84C4F4E8-EE48-4C97-B7B3-D6C6F3C7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581" y="4770141"/>
            <a:ext cx="633019" cy="152127"/>
          </a:xfrm>
          <a:custGeom xmlns:a="http://schemas.openxmlformats.org/drawingml/2006/main">
            <a:pathLst>
              <a:path w="633019" h="152127">
                <a:moveTo>
                  <a:pt x="60865" y="85405"/>
                </a:moveTo>
                <a:cubicBezTo>
                  <a:pt x="55753" y="85405"/>
                  <a:pt x="54126" y="84723"/>
                  <a:pt x="55055" y="82447"/>
                </a:cubicBezTo>
                <a:lnTo>
                  <a:pt x="78751" y="23461"/>
                </a:lnTo>
                <a:lnTo>
                  <a:pt x="80144" y="23461"/>
                </a:lnTo>
                <a:lnTo>
                  <a:pt x="101979" y="85405"/>
                </a:lnTo>
                <a:lnTo>
                  <a:pt x="60865" y="85405"/>
                </a:lnTo>
                <a:moveTo>
                  <a:pt x="35776" y="131895"/>
                </a:moveTo>
                <a:lnTo>
                  <a:pt x="48551" y="98846"/>
                </a:lnTo>
                <a:cubicBezTo>
                  <a:pt x="49713" y="95882"/>
                  <a:pt x="51106" y="94972"/>
                  <a:pt x="56682" y="94972"/>
                </a:cubicBezTo>
                <a:lnTo>
                  <a:pt x="105697" y="94972"/>
                </a:lnTo>
                <a:lnTo>
                  <a:pt x="119170" y="133490"/>
                </a:lnTo>
                <a:cubicBezTo>
                  <a:pt x="121960" y="141239"/>
                  <a:pt x="113130" y="142150"/>
                  <a:pt x="101979" y="142834"/>
                </a:cubicBezTo>
                <a:cubicBezTo>
                  <a:pt x="100586" y="144200"/>
                  <a:pt x="100586" y="148982"/>
                  <a:pt x="101979" y="150348"/>
                </a:cubicBezTo>
                <a:cubicBezTo>
                  <a:pt x="110575" y="150122"/>
                  <a:pt x="123353" y="149892"/>
                  <a:pt x="132413" y="149892"/>
                </a:cubicBezTo>
                <a:cubicBezTo>
                  <a:pt x="141937" y="149892"/>
                  <a:pt x="150764" y="150122"/>
                  <a:pt x="158895" y="150348"/>
                </a:cubicBezTo>
                <a:cubicBezTo>
                  <a:pt x="160288" y="148982"/>
                  <a:pt x="160288" y="144200"/>
                  <a:pt x="158895" y="142834"/>
                </a:cubicBezTo>
                <a:cubicBezTo>
                  <a:pt x="149835" y="141921"/>
                  <a:pt x="141937" y="141239"/>
                  <a:pt x="137985" y="130300"/>
                </a:cubicBezTo>
                <a:lnTo>
                  <a:pt x="90133" y="0"/>
                </a:lnTo>
                <a:cubicBezTo>
                  <a:pt x="86648" y="2050"/>
                  <a:pt x="80378" y="4556"/>
                  <a:pt x="77358" y="4556"/>
                </a:cubicBezTo>
                <a:lnTo>
                  <a:pt x="24625" y="126651"/>
                </a:lnTo>
                <a:cubicBezTo>
                  <a:pt x="18584" y="140784"/>
                  <a:pt x="11616" y="142150"/>
                  <a:pt x="1393" y="142834"/>
                </a:cubicBezTo>
                <a:cubicBezTo>
                  <a:pt x="0" y="144200"/>
                  <a:pt x="0" y="148982"/>
                  <a:pt x="1393" y="150348"/>
                </a:cubicBezTo>
                <a:cubicBezTo>
                  <a:pt x="7433" y="150122"/>
                  <a:pt x="15100" y="149892"/>
                  <a:pt x="22069" y="149892"/>
                </a:cubicBezTo>
                <a:cubicBezTo>
                  <a:pt x="31593" y="149892"/>
                  <a:pt x="43209" y="150122"/>
                  <a:pt x="51805" y="150348"/>
                </a:cubicBezTo>
                <a:cubicBezTo>
                  <a:pt x="53198" y="148982"/>
                  <a:pt x="53198" y="144200"/>
                  <a:pt x="51805" y="142834"/>
                </a:cubicBezTo>
                <a:cubicBezTo>
                  <a:pt x="42975" y="142150"/>
                  <a:pt x="32058" y="141239"/>
                  <a:pt x="35776" y="131895"/>
                </a:cubicBezTo>
                <a:close/>
                <a:moveTo>
                  <a:pt x="250886" y="129118"/>
                </a:moveTo>
                <a:cubicBezTo>
                  <a:pt x="249957" y="127068"/>
                  <a:pt x="248096" y="126157"/>
                  <a:pt x="246008" y="125928"/>
                </a:cubicBezTo>
                <a:cubicBezTo>
                  <a:pt x="238107" y="135957"/>
                  <a:pt x="228118" y="140968"/>
                  <a:pt x="218130" y="140968"/>
                </a:cubicBezTo>
                <a:cubicBezTo>
                  <a:pt x="201172" y="140968"/>
                  <a:pt x="187001" y="124107"/>
                  <a:pt x="187001" y="97442"/>
                </a:cubicBezTo>
                <a:cubicBezTo>
                  <a:pt x="187001" y="72376"/>
                  <a:pt x="198152" y="57336"/>
                  <a:pt x="213486" y="57336"/>
                </a:cubicBezTo>
                <a:cubicBezTo>
                  <a:pt x="227190" y="57336"/>
                  <a:pt x="229047" y="65311"/>
                  <a:pt x="229979" y="73287"/>
                </a:cubicBezTo>
                <a:cubicBezTo>
                  <a:pt x="230674" y="79441"/>
                  <a:pt x="233928" y="81492"/>
                  <a:pt x="238805" y="81492"/>
                </a:cubicBezTo>
                <a:cubicBezTo>
                  <a:pt x="243683" y="81492"/>
                  <a:pt x="250187" y="78531"/>
                  <a:pt x="250187" y="71466"/>
                </a:cubicBezTo>
                <a:cubicBezTo>
                  <a:pt x="250187" y="58931"/>
                  <a:pt x="236948" y="49819"/>
                  <a:pt x="214645" y="49819"/>
                </a:cubicBezTo>
                <a:cubicBezTo>
                  <a:pt x="191648" y="49819"/>
                  <a:pt x="167023" y="70097"/>
                  <a:pt x="167023" y="102457"/>
                </a:cubicBezTo>
                <a:cubicBezTo>
                  <a:pt x="167023" y="131853"/>
                  <a:pt x="183750" y="152127"/>
                  <a:pt x="213018" y="152127"/>
                </a:cubicBezTo>
                <a:cubicBezTo>
                  <a:pt x="226959" y="152127"/>
                  <a:pt x="239270" y="147800"/>
                  <a:pt x="250886" y="129118"/>
                </a:cubicBezTo>
                <a:close/>
                <a:moveTo>
                  <a:pt x="350310" y="129118"/>
                </a:moveTo>
                <a:cubicBezTo>
                  <a:pt x="349382" y="127068"/>
                  <a:pt x="347521" y="126157"/>
                  <a:pt x="345433" y="125928"/>
                </a:cubicBezTo>
                <a:cubicBezTo>
                  <a:pt x="337532" y="135957"/>
                  <a:pt x="327543" y="140968"/>
                  <a:pt x="317554" y="140968"/>
                </a:cubicBezTo>
                <a:cubicBezTo>
                  <a:pt x="300597" y="140968"/>
                  <a:pt x="286426" y="124107"/>
                  <a:pt x="286426" y="97442"/>
                </a:cubicBezTo>
                <a:cubicBezTo>
                  <a:pt x="286426" y="72376"/>
                  <a:pt x="297577" y="57336"/>
                  <a:pt x="312911" y="57336"/>
                </a:cubicBezTo>
                <a:cubicBezTo>
                  <a:pt x="326614" y="57336"/>
                  <a:pt x="328472" y="65311"/>
                  <a:pt x="329404" y="73287"/>
                </a:cubicBezTo>
                <a:cubicBezTo>
                  <a:pt x="330099" y="79441"/>
                  <a:pt x="333353" y="81492"/>
                  <a:pt x="338230" y="81492"/>
                </a:cubicBezTo>
                <a:cubicBezTo>
                  <a:pt x="343108" y="81492"/>
                  <a:pt x="349612" y="78531"/>
                  <a:pt x="349612" y="71466"/>
                </a:cubicBezTo>
                <a:cubicBezTo>
                  <a:pt x="349612" y="58931"/>
                  <a:pt x="336373" y="49819"/>
                  <a:pt x="314070" y="49819"/>
                </a:cubicBezTo>
                <a:cubicBezTo>
                  <a:pt x="291073" y="49819"/>
                  <a:pt x="266448" y="70097"/>
                  <a:pt x="266448" y="102457"/>
                </a:cubicBezTo>
                <a:cubicBezTo>
                  <a:pt x="266448" y="131853"/>
                  <a:pt x="283175" y="152127"/>
                  <a:pt x="312443" y="152127"/>
                </a:cubicBezTo>
                <a:cubicBezTo>
                  <a:pt x="326384" y="152127"/>
                  <a:pt x="338695" y="147800"/>
                  <a:pt x="350310" y="129118"/>
                </a:cubicBezTo>
                <a:close/>
                <a:moveTo>
                  <a:pt x="386084" y="85669"/>
                </a:moveTo>
                <a:cubicBezTo>
                  <a:pt x="390497" y="60043"/>
                  <a:pt x="406760" y="58003"/>
                  <a:pt x="412336" y="58003"/>
                </a:cubicBezTo>
                <a:cubicBezTo>
                  <a:pt x="421162" y="58003"/>
                  <a:pt x="431615" y="62768"/>
                  <a:pt x="431615" y="81815"/>
                </a:cubicBezTo>
                <a:cubicBezTo>
                  <a:pt x="431615" y="83855"/>
                  <a:pt x="430686" y="84991"/>
                  <a:pt x="428131" y="84991"/>
                </a:cubicBezTo>
                <a:lnTo>
                  <a:pt x="386084" y="85669"/>
                </a:lnTo>
                <a:moveTo>
                  <a:pt x="446945" y="128680"/>
                </a:moveTo>
                <a:cubicBezTo>
                  <a:pt x="438353" y="137330"/>
                  <a:pt x="431615" y="140968"/>
                  <a:pt x="418142" y="140968"/>
                </a:cubicBezTo>
                <a:cubicBezTo>
                  <a:pt x="409780" y="140968"/>
                  <a:pt x="400022" y="136190"/>
                  <a:pt x="392823" y="124587"/>
                </a:cubicBezTo>
                <a:cubicBezTo>
                  <a:pt x="388176" y="117077"/>
                  <a:pt x="385386" y="106610"/>
                  <a:pt x="385386" y="93411"/>
                </a:cubicBezTo>
                <a:lnTo>
                  <a:pt x="447179" y="93867"/>
                </a:lnTo>
                <a:cubicBezTo>
                  <a:pt x="449965" y="93867"/>
                  <a:pt x="451592" y="92501"/>
                  <a:pt x="451592" y="89995"/>
                </a:cubicBezTo>
                <a:cubicBezTo>
                  <a:pt x="451592" y="70931"/>
                  <a:pt x="444624" y="50487"/>
                  <a:pt x="412336" y="50487"/>
                </a:cubicBezTo>
                <a:cubicBezTo>
                  <a:pt x="392124" y="50487"/>
                  <a:pt x="365873" y="69343"/>
                  <a:pt x="365873" y="103878"/>
                </a:cubicBezTo>
                <a:cubicBezTo>
                  <a:pt x="365873" y="116622"/>
                  <a:pt x="369127" y="128910"/>
                  <a:pt x="376794" y="137556"/>
                </a:cubicBezTo>
                <a:cubicBezTo>
                  <a:pt x="384691" y="146664"/>
                  <a:pt x="395609" y="152127"/>
                  <a:pt x="412336" y="152127"/>
                </a:cubicBezTo>
                <a:cubicBezTo>
                  <a:pt x="429988" y="152127"/>
                  <a:pt x="442532" y="144158"/>
                  <a:pt x="451826" y="132322"/>
                </a:cubicBezTo>
                <a:cubicBezTo>
                  <a:pt x="451128" y="130046"/>
                  <a:pt x="449735" y="128910"/>
                  <a:pt x="446945" y="128680"/>
                </a:cubicBezTo>
                <a:close/>
                <a:moveTo>
                  <a:pt x="472267" y="118408"/>
                </a:moveTo>
                <a:cubicBezTo>
                  <a:pt x="473195" y="129573"/>
                  <a:pt x="473894" y="140284"/>
                  <a:pt x="473894" y="149851"/>
                </a:cubicBezTo>
                <a:cubicBezTo>
                  <a:pt x="476215" y="149395"/>
                  <a:pt x="478541" y="149170"/>
                  <a:pt x="479700" y="149170"/>
                </a:cubicBezTo>
                <a:cubicBezTo>
                  <a:pt x="481327" y="149170"/>
                  <a:pt x="482720" y="149170"/>
                  <a:pt x="484347" y="149625"/>
                </a:cubicBezTo>
                <a:cubicBezTo>
                  <a:pt x="490621" y="151216"/>
                  <a:pt x="496891" y="152127"/>
                  <a:pt x="505487" y="152127"/>
                </a:cubicBezTo>
                <a:cubicBezTo>
                  <a:pt x="518496" y="152127"/>
                  <a:pt x="542422" y="145979"/>
                  <a:pt x="542422" y="123419"/>
                </a:cubicBezTo>
                <a:cubicBezTo>
                  <a:pt x="542422" y="107927"/>
                  <a:pt x="531040" y="98812"/>
                  <a:pt x="515242" y="93112"/>
                </a:cubicBezTo>
                <a:cubicBezTo>
                  <a:pt x="501304" y="87872"/>
                  <a:pt x="492014" y="84452"/>
                  <a:pt x="492014" y="71921"/>
                </a:cubicBezTo>
                <a:cubicBezTo>
                  <a:pt x="492014" y="62577"/>
                  <a:pt x="500375" y="57336"/>
                  <a:pt x="508273" y="57336"/>
                </a:cubicBezTo>
                <a:cubicBezTo>
                  <a:pt x="513384" y="57336"/>
                  <a:pt x="526857" y="59160"/>
                  <a:pt x="529877" y="78531"/>
                </a:cubicBezTo>
                <a:cubicBezTo>
                  <a:pt x="531270" y="79897"/>
                  <a:pt x="535917" y="79667"/>
                  <a:pt x="537310" y="78301"/>
                </a:cubicBezTo>
                <a:cubicBezTo>
                  <a:pt x="538009" y="70097"/>
                  <a:pt x="538473" y="61666"/>
                  <a:pt x="538707" y="54149"/>
                </a:cubicBezTo>
                <a:cubicBezTo>
                  <a:pt x="531504" y="53010"/>
                  <a:pt x="520353" y="49819"/>
                  <a:pt x="508273" y="49819"/>
                </a:cubicBezTo>
                <a:cubicBezTo>
                  <a:pt x="491085" y="49819"/>
                  <a:pt x="475520" y="60756"/>
                  <a:pt x="475520" y="75341"/>
                </a:cubicBezTo>
                <a:cubicBezTo>
                  <a:pt x="475520" y="91973"/>
                  <a:pt x="483184" y="99038"/>
                  <a:pt x="501074" y="106332"/>
                </a:cubicBezTo>
                <a:cubicBezTo>
                  <a:pt x="520353" y="114078"/>
                  <a:pt x="524766" y="118863"/>
                  <a:pt x="524766" y="128663"/>
                </a:cubicBezTo>
                <a:cubicBezTo>
                  <a:pt x="524766" y="139828"/>
                  <a:pt x="513618" y="144614"/>
                  <a:pt x="505022" y="144614"/>
                </a:cubicBezTo>
                <a:cubicBezTo>
                  <a:pt x="495962" y="144614"/>
                  <a:pt x="490851" y="141649"/>
                  <a:pt x="488529" y="139144"/>
                </a:cubicBezTo>
                <a:cubicBezTo>
                  <a:pt x="483418" y="133903"/>
                  <a:pt x="480862" y="123878"/>
                  <a:pt x="479469" y="118178"/>
                </a:cubicBezTo>
                <a:cubicBezTo>
                  <a:pt x="478076" y="116813"/>
                  <a:pt x="473660" y="117039"/>
                  <a:pt x="472267" y="118408"/>
                </a:cubicBezTo>
                <a:close/>
                <a:moveTo>
                  <a:pt x="562864" y="118408"/>
                </a:moveTo>
                <a:cubicBezTo>
                  <a:pt x="563793" y="129573"/>
                  <a:pt x="564491" y="140284"/>
                  <a:pt x="564491" y="149851"/>
                </a:cubicBezTo>
                <a:cubicBezTo>
                  <a:pt x="566813" y="149395"/>
                  <a:pt x="569138" y="149170"/>
                  <a:pt x="570297" y="149170"/>
                </a:cubicBezTo>
                <a:cubicBezTo>
                  <a:pt x="571924" y="149170"/>
                  <a:pt x="573317" y="149170"/>
                  <a:pt x="574944" y="149625"/>
                </a:cubicBezTo>
                <a:cubicBezTo>
                  <a:pt x="581218" y="151216"/>
                  <a:pt x="587488" y="152127"/>
                  <a:pt x="596084" y="152127"/>
                </a:cubicBezTo>
                <a:cubicBezTo>
                  <a:pt x="609093" y="152127"/>
                  <a:pt x="633019" y="145979"/>
                  <a:pt x="633019" y="123419"/>
                </a:cubicBezTo>
                <a:cubicBezTo>
                  <a:pt x="633019" y="107927"/>
                  <a:pt x="621637" y="98812"/>
                  <a:pt x="605839" y="93112"/>
                </a:cubicBezTo>
                <a:cubicBezTo>
                  <a:pt x="591901" y="87872"/>
                  <a:pt x="582611" y="84452"/>
                  <a:pt x="582611" y="71921"/>
                </a:cubicBezTo>
                <a:cubicBezTo>
                  <a:pt x="582611" y="62577"/>
                  <a:pt x="590973" y="57336"/>
                  <a:pt x="598870" y="57336"/>
                </a:cubicBezTo>
                <a:cubicBezTo>
                  <a:pt x="603981" y="57336"/>
                  <a:pt x="617455" y="59160"/>
                  <a:pt x="620475" y="78531"/>
                </a:cubicBezTo>
                <a:cubicBezTo>
                  <a:pt x="621868" y="79897"/>
                  <a:pt x="626515" y="79667"/>
                  <a:pt x="627908" y="78301"/>
                </a:cubicBezTo>
                <a:cubicBezTo>
                  <a:pt x="628606" y="70097"/>
                  <a:pt x="629070" y="61666"/>
                  <a:pt x="629304" y="54149"/>
                </a:cubicBezTo>
                <a:cubicBezTo>
                  <a:pt x="622102" y="53010"/>
                  <a:pt x="610950" y="49819"/>
                  <a:pt x="598870" y="49819"/>
                </a:cubicBezTo>
                <a:cubicBezTo>
                  <a:pt x="581682" y="49819"/>
                  <a:pt x="566118" y="60756"/>
                  <a:pt x="566118" y="75341"/>
                </a:cubicBezTo>
                <a:cubicBezTo>
                  <a:pt x="566118" y="91973"/>
                  <a:pt x="573781" y="99038"/>
                  <a:pt x="591671" y="106332"/>
                </a:cubicBezTo>
                <a:cubicBezTo>
                  <a:pt x="610950" y="114078"/>
                  <a:pt x="615363" y="118863"/>
                  <a:pt x="615363" y="128663"/>
                </a:cubicBezTo>
                <a:cubicBezTo>
                  <a:pt x="615363" y="139828"/>
                  <a:pt x="604215" y="144614"/>
                  <a:pt x="595620" y="144614"/>
                </a:cubicBezTo>
                <a:cubicBezTo>
                  <a:pt x="586560" y="144614"/>
                  <a:pt x="581448" y="141649"/>
                  <a:pt x="579127" y="139144"/>
                </a:cubicBezTo>
                <a:cubicBezTo>
                  <a:pt x="574015" y="133903"/>
                  <a:pt x="571460" y="123878"/>
                  <a:pt x="570067" y="118178"/>
                </a:cubicBezTo>
                <a:cubicBezTo>
                  <a:pt x="568673" y="116813"/>
                  <a:pt x="564257" y="117039"/>
                  <a:pt x="562864" y="1184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store3">
            <a:extLst xmlns:a="http://schemas.openxmlformats.org/drawingml/2006/main">
              <a:ext uri="{FF2B5EF4-FFF2-40B4-BE49-F238E27FC236}">
                <a16:creationId xmlns:a16="http://schemas.microsoft.com/office/drawing/2014/main" id="{F5A4DF2F-8B7A-4D90-B5A1-E6FA2F55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042" y="5065731"/>
            <a:ext cx="630232" cy="141229"/>
          </a:xfrm>
          <a:custGeom xmlns:a="http://schemas.openxmlformats.org/drawingml/2006/main">
            <a:pathLst>
              <a:path w="630232" h="141229">
                <a:moveTo>
                  <a:pt x="0" y="107510"/>
                </a:moveTo>
                <a:cubicBezTo>
                  <a:pt x="929" y="118675"/>
                  <a:pt x="1627" y="129386"/>
                  <a:pt x="1627" y="138953"/>
                </a:cubicBezTo>
                <a:cubicBezTo>
                  <a:pt x="3949" y="138498"/>
                  <a:pt x="6274" y="138272"/>
                  <a:pt x="7433" y="138272"/>
                </a:cubicBezTo>
                <a:cubicBezTo>
                  <a:pt x="9060" y="138272"/>
                  <a:pt x="10453" y="138272"/>
                  <a:pt x="12080" y="138727"/>
                </a:cubicBezTo>
                <a:cubicBezTo>
                  <a:pt x="18354" y="140318"/>
                  <a:pt x="24625" y="141229"/>
                  <a:pt x="33220" y="141229"/>
                </a:cubicBezTo>
                <a:cubicBezTo>
                  <a:pt x="46229" y="141229"/>
                  <a:pt x="70155" y="135081"/>
                  <a:pt x="70155" y="112521"/>
                </a:cubicBezTo>
                <a:cubicBezTo>
                  <a:pt x="70155" y="97029"/>
                  <a:pt x="58773" y="87914"/>
                  <a:pt x="42975" y="82214"/>
                </a:cubicBezTo>
                <a:cubicBezTo>
                  <a:pt x="29038" y="76974"/>
                  <a:pt x="19747" y="73554"/>
                  <a:pt x="19747" y="61023"/>
                </a:cubicBezTo>
                <a:cubicBezTo>
                  <a:pt x="19747" y="51679"/>
                  <a:pt x="28109" y="46438"/>
                  <a:pt x="36006" y="46438"/>
                </a:cubicBezTo>
                <a:cubicBezTo>
                  <a:pt x="41118" y="46438"/>
                  <a:pt x="54591" y="48263"/>
                  <a:pt x="57611" y="67633"/>
                </a:cubicBezTo>
                <a:cubicBezTo>
                  <a:pt x="59004" y="68999"/>
                  <a:pt x="63651" y="68769"/>
                  <a:pt x="65044" y="67403"/>
                </a:cubicBezTo>
                <a:cubicBezTo>
                  <a:pt x="65742" y="59199"/>
                  <a:pt x="66206" y="50768"/>
                  <a:pt x="66440" y="43251"/>
                </a:cubicBezTo>
                <a:cubicBezTo>
                  <a:pt x="59238" y="42112"/>
                  <a:pt x="48086" y="38921"/>
                  <a:pt x="36006" y="38921"/>
                </a:cubicBezTo>
                <a:cubicBezTo>
                  <a:pt x="18818" y="38921"/>
                  <a:pt x="3254" y="49858"/>
                  <a:pt x="3254" y="64443"/>
                </a:cubicBezTo>
                <a:cubicBezTo>
                  <a:pt x="3254" y="81075"/>
                  <a:pt x="10917" y="88140"/>
                  <a:pt x="28807" y="95434"/>
                </a:cubicBezTo>
                <a:cubicBezTo>
                  <a:pt x="48086" y="103180"/>
                  <a:pt x="52499" y="107965"/>
                  <a:pt x="52499" y="117765"/>
                </a:cubicBezTo>
                <a:cubicBezTo>
                  <a:pt x="52499" y="128931"/>
                  <a:pt x="41352" y="133716"/>
                  <a:pt x="32756" y="133716"/>
                </a:cubicBezTo>
                <a:cubicBezTo>
                  <a:pt x="23696" y="133716"/>
                  <a:pt x="18584" y="130751"/>
                  <a:pt x="16263" y="128246"/>
                </a:cubicBezTo>
                <a:cubicBezTo>
                  <a:pt x="11151" y="123005"/>
                  <a:pt x="8596" y="112980"/>
                  <a:pt x="7203" y="107281"/>
                </a:cubicBezTo>
                <a:cubicBezTo>
                  <a:pt x="5810" y="105915"/>
                  <a:pt x="1393" y="106141"/>
                  <a:pt x="0" y="107510"/>
                </a:cubicBezTo>
                <a:close/>
                <a:moveTo>
                  <a:pt x="89438" y="41368"/>
                </a:moveTo>
                <a:cubicBezTo>
                  <a:pt x="86184" y="41368"/>
                  <a:pt x="85255" y="44103"/>
                  <a:pt x="85255" y="45924"/>
                </a:cubicBezTo>
                <a:lnTo>
                  <a:pt x="85255" y="48885"/>
                </a:lnTo>
                <a:cubicBezTo>
                  <a:pt x="85255" y="50024"/>
                  <a:pt x="85486" y="50250"/>
                  <a:pt x="86418" y="50250"/>
                </a:cubicBezTo>
                <a:lnTo>
                  <a:pt x="100121" y="50250"/>
                </a:lnTo>
                <a:lnTo>
                  <a:pt x="100121" y="118700"/>
                </a:lnTo>
                <a:cubicBezTo>
                  <a:pt x="100121" y="134852"/>
                  <a:pt x="107324" y="141229"/>
                  <a:pt x="118008" y="141229"/>
                </a:cubicBezTo>
                <a:cubicBezTo>
                  <a:pt x="128695" y="141229"/>
                  <a:pt x="140310" y="136221"/>
                  <a:pt x="149370" y="126203"/>
                </a:cubicBezTo>
                <a:cubicBezTo>
                  <a:pt x="148906" y="123930"/>
                  <a:pt x="147513" y="122564"/>
                  <a:pt x="145188" y="122338"/>
                </a:cubicBezTo>
                <a:cubicBezTo>
                  <a:pt x="139148" y="126887"/>
                  <a:pt x="132179" y="128705"/>
                  <a:pt x="126139" y="128705"/>
                </a:cubicBezTo>
                <a:cubicBezTo>
                  <a:pt x="119869" y="128705"/>
                  <a:pt x="118476" y="121883"/>
                  <a:pt x="118476" y="107784"/>
                </a:cubicBezTo>
                <a:lnTo>
                  <a:pt x="118476" y="50250"/>
                </a:lnTo>
                <a:lnTo>
                  <a:pt x="142632" y="50250"/>
                </a:lnTo>
                <a:cubicBezTo>
                  <a:pt x="144957" y="50250"/>
                  <a:pt x="148208" y="49340"/>
                  <a:pt x="148208" y="47289"/>
                </a:cubicBezTo>
                <a:lnTo>
                  <a:pt x="148208" y="42737"/>
                </a:lnTo>
                <a:cubicBezTo>
                  <a:pt x="148208" y="41827"/>
                  <a:pt x="147513" y="41368"/>
                  <a:pt x="146350" y="41368"/>
                </a:cubicBezTo>
                <a:lnTo>
                  <a:pt x="118476" y="41368"/>
                </a:lnTo>
                <a:lnTo>
                  <a:pt x="118476" y="32489"/>
                </a:lnTo>
                <a:cubicBezTo>
                  <a:pt x="118476" y="17685"/>
                  <a:pt x="119404" y="8573"/>
                  <a:pt x="119404" y="8573"/>
                </a:cubicBezTo>
                <a:cubicBezTo>
                  <a:pt x="119404" y="7207"/>
                  <a:pt x="118706" y="6523"/>
                  <a:pt x="117543" y="6523"/>
                </a:cubicBezTo>
                <a:cubicBezTo>
                  <a:pt x="116615" y="6523"/>
                  <a:pt x="114523" y="7437"/>
                  <a:pt x="112435" y="8573"/>
                </a:cubicBezTo>
                <a:cubicBezTo>
                  <a:pt x="109880" y="9942"/>
                  <a:pt x="107555" y="11079"/>
                  <a:pt x="104535" y="11763"/>
                </a:cubicBezTo>
                <a:cubicBezTo>
                  <a:pt x="101748" y="12674"/>
                  <a:pt x="99427" y="13358"/>
                  <a:pt x="99427" y="14950"/>
                </a:cubicBezTo>
                <a:cubicBezTo>
                  <a:pt x="99427" y="17685"/>
                  <a:pt x="100121" y="16090"/>
                  <a:pt x="100121" y="41368"/>
                </a:cubicBezTo>
                <a:lnTo>
                  <a:pt x="89438" y="41368"/>
                </a:lnTo>
                <a:close/>
                <a:moveTo>
                  <a:pt x="162377" y="92240"/>
                </a:moveTo>
                <a:cubicBezTo>
                  <a:pt x="162377" y="115485"/>
                  <a:pt x="178175" y="141229"/>
                  <a:pt x="211162" y="141229"/>
                </a:cubicBezTo>
                <a:cubicBezTo>
                  <a:pt x="226028" y="141229"/>
                  <a:pt x="237413" y="135992"/>
                  <a:pt x="245311" y="128475"/>
                </a:cubicBezTo>
                <a:cubicBezTo>
                  <a:pt x="255764" y="118446"/>
                  <a:pt x="260411" y="104090"/>
                  <a:pt x="260411" y="90190"/>
                </a:cubicBezTo>
                <a:cubicBezTo>
                  <a:pt x="260411" y="66490"/>
                  <a:pt x="247168" y="38921"/>
                  <a:pt x="211626" y="38921"/>
                </a:cubicBezTo>
                <a:cubicBezTo>
                  <a:pt x="196295" y="38921"/>
                  <a:pt x="183751" y="45072"/>
                  <a:pt x="175155" y="54869"/>
                </a:cubicBezTo>
                <a:cubicBezTo>
                  <a:pt x="166794" y="64669"/>
                  <a:pt x="162377" y="77884"/>
                  <a:pt x="162377" y="92240"/>
                </a:cubicBezTo>
                <a:moveTo>
                  <a:pt x="208142" y="46893"/>
                </a:moveTo>
                <a:cubicBezTo>
                  <a:pt x="228119" y="46893"/>
                  <a:pt x="240433" y="64669"/>
                  <a:pt x="240433" y="97484"/>
                </a:cubicBezTo>
                <a:cubicBezTo>
                  <a:pt x="240433" y="126196"/>
                  <a:pt x="225333" y="133261"/>
                  <a:pt x="214416" y="133261"/>
                </a:cubicBezTo>
                <a:cubicBezTo>
                  <a:pt x="190255" y="133261"/>
                  <a:pt x="182358" y="104546"/>
                  <a:pt x="182358" y="87000"/>
                </a:cubicBezTo>
                <a:cubicBezTo>
                  <a:pt x="182358" y="67174"/>
                  <a:pt x="187235" y="46893"/>
                  <a:pt x="208142" y="46893"/>
                </a:cubicBezTo>
                <a:close/>
                <a:moveTo>
                  <a:pt x="310820" y="57374"/>
                </a:moveTo>
                <a:cubicBezTo>
                  <a:pt x="310355" y="48259"/>
                  <a:pt x="310121" y="42341"/>
                  <a:pt x="308962" y="40061"/>
                </a:cubicBezTo>
                <a:cubicBezTo>
                  <a:pt x="308494" y="38921"/>
                  <a:pt x="308030" y="38240"/>
                  <a:pt x="306173" y="38240"/>
                </a:cubicBezTo>
                <a:cubicBezTo>
                  <a:pt x="299668" y="40746"/>
                  <a:pt x="293628" y="42796"/>
                  <a:pt x="277599" y="44843"/>
                </a:cubicBezTo>
                <a:cubicBezTo>
                  <a:pt x="277135" y="46212"/>
                  <a:pt x="277599" y="49854"/>
                  <a:pt x="278064" y="51220"/>
                </a:cubicBezTo>
                <a:cubicBezTo>
                  <a:pt x="290608" y="52360"/>
                  <a:pt x="293164" y="53500"/>
                  <a:pt x="293164" y="66722"/>
                </a:cubicBezTo>
                <a:lnTo>
                  <a:pt x="293164" y="111187"/>
                </a:lnTo>
                <a:cubicBezTo>
                  <a:pt x="293164" y="130112"/>
                  <a:pt x="290378" y="131023"/>
                  <a:pt x="275972" y="131936"/>
                </a:cubicBezTo>
                <a:cubicBezTo>
                  <a:pt x="274579" y="133302"/>
                  <a:pt x="274579" y="138084"/>
                  <a:pt x="275972" y="139450"/>
                </a:cubicBezTo>
                <a:cubicBezTo>
                  <a:pt x="284104" y="139224"/>
                  <a:pt x="293164" y="138994"/>
                  <a:pt x="302458" y="138994"/>
                </a:cubicBezTo>
                <a:cubicBezTo>
                  <a:pt x="311748" y="138994"/>
                  <a:pt x="322435" y="139224"/>
                  <a:pt x="330563" y="139450"/>
                </a:cubicBezTo>
                <a:cubicBezTo>
                  <a:pt x="331960" y="138084"/>
                  <a:pt x="331960" y="133302"/>
                  <a:pt x="330563" y="131936"/>
                </a:cubicBezTo>
                <a:cubicBezTo>
                  <a:pt x="314304" y="130797"/>
                  <a:pt x="311514" y="130112"/>
                  <a:pt x="311514" y="111187"/>
                </a:cubicBezTo>
                <a:lnTo>
                  <a:pt x="311514" y="79493"/>
                </a:lnTo>
                <a:cubicBezTo>
                  <a:pt x="311514" y="73565"/>
                  <a:pt x="314304" y="68321"/>
                  <a:pt x="317090" y="64217"/>
                </a:cubicBezTo>
                <a:cubicBezTo>
                  <a:pt x="319646" y="60568"/>
                  <a:pt x="324991" y="53044"/>
                  <a:pt x="327777" y="53044"/>
                </a:cubicBezTo>
                <a:cubicBezTo>
                  <a:pt x="329868" y="53044"/>
                  <a:pt x="331960" y="53500"/>
                  <a:pt x="333817" y="56009"/>
                </a:cubicBezTo>
                <a:cubicBezTo>
                  <a:pt x="335444" y="58288"/>
                  <a:pt x="338230" y="61253"/>
                  <a:pt x="342179" y="61253"/>
                </a:cubicBezTo>
                <a:cubicBezTo>
                  <a:pt x="347755" y="61253"/>
                  <a:pt x="353096" y="55550"/>
                  <a:pt x="353096" y="49854"/>
                </a:cubicBezTo>
                <a:cubicBezTo>
                  <a:pt x="353096" y="45528"/>
                  <a:pt x="348917" y="38921"/>
                  <a:pt x="339159" y="38921"/>
                </a:cubicBezTo>
                <a:cubicBezTo>
                  <a:pt x="328241" y="38921"/>
                  <a:pt x="318717" y="48944"/>
                  <a:pt x="313375" y="57830"/>
                </a:cubicBezTo>
                <a:cubicBezTo>
                  <a:pt x="311982" y="60339"/>
                  <a:pt x="310820" y="58514"/>
                  <a:pt x="310820" y="57374"/>
                </a:cubicBezTo>
                <a:close/>
                <a:moveTo>
                  <a:pt x="383297" y="74771"/>
                </a:moveTo>
                <a:cubicBezTo>
                  <a:pt x="387710" y="49145"/>
                  <a:pt x="403972" y="47105"/>
                  <a:pt x="409548" y="47105"/>
                </a:cubicBezTo>
                <a:cubicBezTo>
                  <a:pt x="418374" y="47105"/>
                  <a:pt x="428827" y="51870"/>
                  <a:pt x="428827" y="70917"/>
                </a:cubicBezTo>
                <a:cubicBezTo>
                  <a:pt x="428827" y="72957"/>
                  <a:pt x="427899" y="74093"/>
                  <a:pt x="425343" y="74093"/>
                </a:cubicBezTo>
                <a:lnTo>
                  <a:pt x="383297" y="74771"/>
                </a:lnTo>
                <a:moveTo>
                  <a:pt x="444158" y="117782"/>
                </a:moveTo>
                <a:cubicBezTo>
                  <a:pt x="435566" y="126432"/>
                  <a:pt x="428827" y="130070"/>
                  <a:pt x="415354" y="130070"/>
                </a:cubicBezTo>
                <a:cubicBezTo>
                  <a:pt x="406992" y="130070"/>
                  <a:pt x="397234" y="125292"/>
                  <a:pt x="390035" y="113689"/>
                </a:cubicBezTo>
                <a:cubicBezTo>
                  <a:pt x="385388" y="106179"/>
                  <a:pt x="382598" y="95712"/>
                  <a:pt x="382598" y="82513"/>
                </a:cubicBezTo>
                <a:lnTo>
                  <a:pt x="444392" y="82969"/>
                </a:lnTo>
                <a:cubicBezTo>
                  <a:pt x="447178" y="82969"/>
                  <a:pt x="448805" y="81603"/>
                  <a:pt x="448805" y="79097"/>
                </a:cubicBezTo>
                <a:cubicBezTo>
                  <a:pt x="448805" y="60033"/>
                  <a:pt x="441836" y="39589"/>
                  <a:pt x="409548" y="39589"/>
                </a:cubicBezTo>
                <a:cubicBezTo>
                  <a:pt x="389337" y="39589"/>
                  <a:pt x="363085" y="58445"/>
                  <a:pt x="363085" y="92980"/>
                </a:cubicBezTo>
                <a:cubicBezTo>
                  <a:pt x="363085" y="105724"/>
                  <a:pt x="366339" y="118012"/>
                  <a:pt x="374006" y="126658"/>
                </a:cubicBezTo>
                <a:cubicBezTo>
                  <a:pt x="381904" y="135766"/>
                  <a:pt x="392821" y="141229"/>
                  <a:pt x="409548" y="141229"/>
                </a:cubicBezTo>
                <a:cubicBezTo>
                  <a:pt x="427200" y="141229"/>
                  <a:pt x="439745" y="133261"/>
                  <a:pt x="449039" y="121424"/>
                </a:cubicBezTo>
                <a:cubicBezTo>
                  <a:pt x="448340" y="119148"/>
                  <a:pt x="446947" y="118012"/>
                  <a:pt x="444158" y="117782"/>
                </a:cubicBezTo>
                <a:close/>
                <a:moveTo>
                  <a:pt x="584237" y="7972"/>
                </a:moveTo>
                <a:cubicBezTo>
                  <a:pt x="594226" y="7972"/>
                  <a:pt x="603516" y="13890"/>
                  <a:pt x="603516" y="28458"/>
                </a:cubicBezTo>
                <a:cubicBezTo>
                  <a:pt x="603516" y="39835"/>
                  <a:pt x="590043" y="57360"/>
                  <a:pt x="567046" y="60547"/>
                </a:cubicBezTo>
                <a:lnTo>
                  <a:pt x="568208" y="67834"/>
                </a:lnTo>
                <a:cubicBezTo>
                  <a:pt x="572157" y="67379"/>
                  <a:pt x="576340" y="67379"/>
                  <a:pt x="579360" y="67379"/>
                </a:cubicBezTo>
                <a:cubicBezTo>
                  <a:pt x="592599" y="67379"/>
                  <a:pt x="609790" y="71028"/>
                  <a:pt x="609790" y="96786"/>
                </a:cubicBezTo>
                <a:cubicBezTo>
                  <a:pt x="609790" y="127106"/>
                  <a:pt x="589115" y="133261"/>
                  <a:pt x="580983" y="133261"/>
                </a:cubicBezTo>
                <a:cubicBezTo>
                  <a:pt x="569137" y="133261"/>
                  <a:pt x="567046" y="128017"/>
                  <a:pt x="564260" y="123912"/>
                </a:cubicBezTo>
                <a:cubicBezTo>
                  <a:pt x="561934" y="120722"/>
                  <a:pt x="558914" y="117987"/>
                  <a:pt x="554271" y="117987"/>
                </a:cubicBezTo>
                <a:cubicBezTo>
                  <a:pt x="549390" y="117987"/>
                  <a:pt x="544513" y="122317"/>
                  <a:pt x="544513" y="125966"/>
                </a:cubicBezTo>
                <a:cubicBezTo>
                  <a:pt x="544513" y="135081"/>
                  <a:pt x="564026" y="141229"/>
                  <a:pt x="577963" y="141229"/>
                </a:cubicBezTo>
                <a:cubicBezTo>
                  <a:pt x="605608" y="141229"/>
                  <a:pt x="630232" y="123687"/>
                  <a:pt x="630232" y="93595"/>
                </a:cubicBezTo>
                <a:cubicBezTo>
                  <a:pt x="630232" y="68748"/>
                  <a:pt x="611183" y="59866"/>
                  <a:pt x="597476" y="57590"/>
                </a:cubicBezTo>
                <a:lnTo>
                  <a:pt x="597246" y="57134"/>
                </a:lnTo>
                <a:cubicBezTo>
                  <a:pt x="616295" y="48259"/>
                  <a:pt x="621637" y="38925"/>
                  <a:pt x="621637" y="26863"/>
                </a:cubicBezTo>
                <a:cubicBezTo>
                  <a:pt x="621637" y="20034"/>
                  <a:pt x="620010" y="14575"/>
                  <a:pt x="614434" y="8882"/>
                </a:cubicBezTo>
                <a:cubicBezTo>
                  <a:pt x="609326" y="3875"/>
                  <a:pt x="601195" y="0"/>
                  <a:pt x="589115" y="0"/>
                </a:cubicBezTo>
                <a:cubicBezTo>
                  <a:pt x="554966" y="0"/>
                  <a:pt x="545211" y="21855"/>
                  <a:pt x="545211" y="29368"/>
                </a:cubicBezTo>
                <a:cubicBezTo>
                  <a:pt x="545211" y="32555"/>
                  <a:pt x="547533" y="37104"/>
                  <a:pt x="553108" y="37104"/>
                </a:cubicBezTo>
                <a:cubicBezTo>
                  <a:pt x="561240" y="37104"/>
                  <a:pt x="562168" y="29594"/>
                  <a:pt x="562168" y="25271"/>
                </a:cubicBezTo>
                <a:cubicBezTo>
                  <a:pt x="562168" y="10703"/>
                  <a:pt x="578197" y="7972"/>
                  <a:pt x="584237" y="79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06B7D-0DCD-4BDE-BC68-CAD1F087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39" y="4694810"/>
            <a:ext cx="1215027" cy="588525"/>
          </a:xfrm>
          <a:custGeom xmlns:a="http://schemas.openxmlformats.org/drawingml/2006/main">
            <a:pathLst>
              <a:path w="1215027" h="588525">
                <a:moveTo>
                  <a:pt x="1134021" y="0"/>
                </a:moveTo>
                <a:lnTo>
                  <a:pt x="81006" y="0"/>
                </a:lnTo>
                <a:cubicBezTo>
                  <a:pt x="36267" y="0"/>
                  <a:pt x="0" y="36267"/>
                  <a:pt x="0" y="81006"/>
                </a:cubicBezTo>
                <a:lnTo>
                  <a:pt x="0" y="507519"/>
                </a:lnTo>
                <a:cubicBezTo>
                  <a:pt x="0" y="552258"/>
                  <a:pt x="36267" y="588525"/>
                  <a:pt x="81006" y="588525"/>
                </a:cubicBezTo>
                <a:lnTo>
                  <a:pt x="1134021" y="588525"/>
                </a:lnTo>
                <a:cubicBezTo>
                  <a:pt x="1178760" y="588525"/>
                  <a:pt x="1215027" y="552258"/>
                  <a:pt x="1215027" y="507519"/>
                </a:cubicBezTo>
                <a:lnTo>
                  <a:pt x="1215027" y="81006"/>
                </a:lnTo>
                <a:cubicBezTo>
                  <a:pt x="1215027" y="36267"/>
                  <a:pt x="1178760" y="0"/>
                  <a:pt x="1134021" y="0"/>
                </a:cubicBezTo>
                <a:close/>
                <a:moveTo>
                  <a:pt x="0" y="588525"/>
                </a:moveTo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76564-9AE2-4A5B-B2D8-AFC8E914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39" y="4694810"/>
            <a:ext cx="1215027" cy="588525"/>
          </a:xfrm>
          <a:custGeom xmlns:a="http://schemas.openxmlformats.org/drawingml/2006/main">
            <a:pathLst>
              <a:path w="1215027" h="588525" fill="none">
                <a:moveTo>
                  <a:pt x="1134021" y="0"/>
                </a:moveTo>
                <a:lnTo>
                  <a:pt x="81006" y="0"/>
                </a:lnTo>
                <a:cubicBezTo>
                  <a:pt x="36267" y="0"/>
                  <a:pt x="0" y="36267"/>
                  <a:pt x="0" y="81006"/>
                </a:cubicBezTo>
                <a:lnTo>
                  <a:pt x="0" y="507519"/>
                </a:lnTo>
                <a:cubicBezTo>
                  <a:pt x="0" y="552258"/>
                  <a:pt x="36267" y="588525"/>
                  <a:pt x="81006" y="588525"/>
                </a:cubicBezTo>
                <a:lnTo>
                  <a:pt x="1134021" y="588525"/>
                </a:lnTo>
                <a:cubicBezTo>
                  <a:pt x="1178760" y="588525"/>
                  <a:pt x="1215027" y="552258"/>
                  <a:pt x="1215027" y="507519"/>
                </a:cubicBezTo>
                <a:lnTo>
                  <a:pt x="1215027" y="81006"/>
                </a:lnTo>
                <a:cubicBezTo>
                  <a:pt x="1215027" y="36267"/>
                  <a:pt x="1178760" y="0"/>
                  <a:pt x="1134021" y="0"/>
                </a:cubicBezTo>
                <a:close/>
                <a:moveTo>
                  <a:pt x="0" y="588525"/>
                </a:move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53" name="Text Access">
            <a:extLst xmlns:a="http://schemas.openxmlformats.org/drawingml/2006/main">
              <a:ext uri="{FF2B5EF4-FFF2-40B4-BE49-F238E27FC236}">
                <a16:creationId xmlns:a16="http://schemas.microsoft.com/office/drawing/2014/main" id="{2D9C6563-1612-4FAD-A334-FF22C883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074" y="4770141"/>
            <a:ext cx="633019" cy="152127"/>
          </a:xfrm>
          <a:custGeom xmlns:a="http://schemas.openxmlformats.org/drawingml/2006/main">
            <a:pathLst>
              <a:path w="633019" h="152127">
                <a:moveTo>
                  <a:pt x="60865" y="85405"/>
                </a:moveTo>
                <a:cubicBezTo>
                  <a:pt x="55753" y="85405"/>
                  <a:pt x="54126" y="84723"/>
                  <a:pt x="55055" y="82447"/>
                </a:cubicBezTo>
                <a:lnTo>
                  <a:pt x="78751" y="23461"/>
                </a:lnTo>
                <a:lnTo>
                  <a:pt x="80144" y="23461"/>
                </a:lnTo>
                <a:lnTo>
                  <a:pt x="101979" y="85405"/>
                </a:lnTo>
                <a:lnTo>
                  <a:pt x="60865" y="85405"/>
                </a:lnTo>
                <a:moveTo>
                  <a:pt x="35776" y="131895"/>
                </a:moveTo>
                <a:lnTo>
                  <a:pt x="48551" y="98846"/>
                </a:lnTo>
                <a:cubicBezTo>
                  <a:pt x="49713" y="95882"/>
                  <a:pt x="51106" y="94972"/>
                  <a:pt x="56682" y="94972"/>
                </a:cubicBezTo>
                <a:lnTo>
                  <a:pt x="105697" y="94972"/>
                </a:lnTo>
                <a:lnTo>
                  <a:pt x="119170" y="133490"/>
                </a:lnTo>
                <a:cubicBezTo>
                  <a:pt x="121960" y="141239"/>
                  <a:pt x="113130" y="142150"/>
                  <a:pt x="101979" y="142834"/>
                </a:cubicBezTo>
                <a:cubicBezTo>
                  <a:pt x="100586" y="144200"/>
                  <a:pt x="100586" y="148982"/>
                  <a:pt x="101979" y="150348"/>
                </a:cubicBezTo>
                <a:cubicBezTo>
                  <a:pt x="110575" y="150122"/>
                  <a:pt x="123353" y="149892"/>
                  <a:pt x="132413" y="149892"/>
                </a:cubicBezTo>
                <a:cubicBezTo>
                  <a:pt x="141937" y="149892"/>
                  <a:pt x="150764" y="150122"/>
                  <a:pt x="158895" y="150348"/>
                </a:cubicBezTo>
                <a:cubicBezTo>
                  <a:pt x="160288" y="148982"/>
                  <a:pt x="160288" y="144200"/>
                  <a:pt x="158895" y="142834"/>
                </a:cubicBezTo>
                <a:cubicBezTo>
                  <a:pt x="149835" y="141921"/>
                  <a:pt x="141937" y="141239"/>
                  <a:pt x="137985" y="130300"/>
                </a:cubicBezTo>
                <a:lnTo>
                  <a:pt x="90133" y="0"/>
                </a:lnTo>
                <a:cubicBezTo>
                  <a:pt x="86648" y="2050"/>
                  <a:pt x="80378" y="4556"/>
                  <a:pt x="77358" y="4556"/>
                </a:cubicBezTo>
                <a:lnTo>
                  <a:pt x="24625" y="126651"/>
                </a:lnTo>
                <a:cubicBezTo>
                  <a:pt x="18584" y="140784"/>
                  <a:pt x="11616" y="142150"/>
                  <a:pt x="1393" y="142834"/>
                </a:cubicBezTo>
                <a:cubicBezTo>
                  <a:pt x="0" y="144200"/>
                  <a:pt x="0" y="148982"/>
                  <a:pt x="1393" y="150348"/>
                </a:cubicBezTo>
                <a:cubicBezTo>
                  <a:pt x="7433" y="150122"/>
                  <a:pt x="15100" y="149892"/>
                  <a:pt x="22069" y="149892"/>
                </a:cubicBezTo>
                <a:cubicBezTo>
                  <a:pt x="31593" y="149892"/>
                  <a:pt x="43209" y="150122"/>
                  <a:pt x="51805" y="150348"/>
                </a:cubicBezTo>
                <a:cubicBezTo>
                  <a:pt x="53198" y="148982"/>
                  <a:pt x="53198" y="144200"/>
                  <a:pt x="51805" y="142834"/>
                </a:cubicBezTo>
                <a:cubicBezTo>
                  <a:pt x="42975" y="142150"/>
                  <a:pt x="32058" y="141239"/>
                  <a:pt x="35776" y="131895"/>
                </a:cubicBezTo>
                <a:close/>
                <a:moveTo>
                  <a:pt x="250886" y="129118"/>
                </a:moveTo>
                <a:cubicBezTo>
                  <a:pt x="249957" y="127068"/>
                  <a:pt x="248096" y="126157"/>
                  <a:pt x="246008" y="125928"/>
                </a:cubicBezTo>
                <a:cubicBezTo>
                  <a:pt x="238107" y="135957"/>
                  <a:pt x="228118" y="140968"/>
                  <a:pt x="218130" y="140968"/>
                </a:cubicBezTo>
                <a:cubicBezTo>
                  <a:pt x="201172" y="140968"/>
                  <a:pt x="187001" y="124107"/>
                  <a:pt x="187001" y="97442"/>
                </a:cubicBezTo>
                <a:cubicBezTo>
                  <a:pt x="187001" y="72376"/>
                  <a:pt x="198152" y="57336"/>
                  <a:pt x="213486" y="57336"/>
                </a:cubicBezTo>
                <a:cubicBezTo>
                  <a:pt x="227190" y="57336"/>
                  <a:pt x="229047" y="65311"/>
                  <a:pt x="229979" y="73287"/>
                </a:cubicBezTo>
                <a:cubicBezTo>
                  <a:pt x="230674" y="79441"/>
                  <a:pt x="233928" y="81492"/>
                  <a:pt x="238805" y="81492"/>
                </a:cubicBezTo>
                <a:cubicBezTo>
                  <a:pt x="243683" y="81492"/>
                  <a:pt x="250187" y="78531"/>
                  <a:pt x="250187" y="71466"/>
                </a:cubicBezTo>
                <a:cubicBezTo>
                  <a:pt x="250187" y="58931"/>
                  <a:pt x="236948" y="49819"/>
                  <a:pt x="214645" y="49819"/>
                </a:cubicBezTo>
                <a:cubicBezTo>
                  <a:pt x="191648" y="49819"/>
                  <a:pt x="167023" y="70097"/>
                  <a:pt x="167023" y="102457"/>
                </a:cubicBezTo>
                <a:cubicBezTo>
                  <a:pt x="167023" y="131853"/>
                  <a:pt x="183750" y="152127"/>
                  <a:pt x="213018" y="152127"/>
                </a:cubicBezTo>
                <a:cubicBezTo>
                  <a:pt x="226959" y="152127"/>
                  <a:pt x="239270" y="147800"/>
                  <a:pt x="250886" y="129118"/>
                </a:cubicBezTo>
                <a:close/>
                <a:moveTo>
                  <a:pt x="350310" y="129118"/>
                </a:moveTo>
                <a:cubicBezTo>
                  <a:pt x="349381" y="127068"/>
                  <a:pt x="347520" y="126157"/>
                  <a:pt x="345433" y="125928"/>
                </a:cubicBezTo>
                <a:cubicBezTo>
                  <a:pt x="337532" y="135957"/>
                  <a:pt x="327543" y="140968"/>
                  <a:pt x="317554" y="140968"/>
                </a:cubicBezTo>
                <a:cubicBezTo>
                  <a:pt x="300597" y="140968"/>
                  <a:pt x="286425" y="124107"/>
                  <a:pt x="286425" y="97442"/>
                </a:cubicBezTo>
                <a:cubicBezTo>
                  <a:pt x="286425" y="72376"/>
                  <a:pt x="297577" y="57336"/>
                  <a:pt x="312911" y="57336"/>
                </a:cubicBezTo>
                <a:cubicBezTo>
                  <a:pt x="326614" y="57336"/>
                  <a:pt x="328472" y="65311"/>
                  <a:pt x="329404" y="73287"/>
                </a:cubicBezTo>
                <a:cubicBezTo>
                  <a:pt x="330099" y="79441"/>
                  <a:pt x="333353" y="81492"/>
                  <a:pt x="338230" y="81492"/>
                </a:cubicBezTo>
                <a:cubicBezTo>
                  <a:pt x="343107" y="81492"/>
                  <a:pt x="349612" y="78531"/>
                  <a:pt x="349612" y="71466"/>
                </a:cubicBezTo>
                <a:cubicBezTo>
                  <a:pt x="349612" y="58931"/>
                  <a:pt x="336373" y="49819"/>
                  <a:pt x="314070" y="49819"/>
                </a:cubicBezTo>
                <a:cubicBezTo>
                  <a:pt x="291072" y="49819"/>
                  <a:pt x="266448" y="70097"/>
                  <a:pt x="266448" y="102457"/>
                </a:cubicBezTo>
                <a:cubicBezTo>
                  <a:pt x="266448" y="131853"/>
                  <a:pt x="283175" y="152127"/>
                  <a:pt x="312443" y="152127"/>
                </a:cubicBezTo>
                <a:cubicBezTo>
                  <a:pt x="326384" y="152127"/>
                  <a:pt x="338694" y="147800"/>
                  <a:pt x="350310" y="129118"/>
                </a:cubicBezTo>
                <a:close/>
                <a:moveTo>
                  <a:pt x="386084" y="85669"/>
                </a:moveTo>
                <a:cubicBezTo>
                  <a:pt x="390497" y="60043"/>
                  <a:pt x="406760" y="58003"/>
                  <a:pt x="412336" y="58003"/>
                </a:cubicBezTo>
                <a:cubicBezTo>
                  <a:pt x="421162" y="58003"/>
                  <a:pt x="431615" y="62768"/>
                  <a:pt x="431615" y="81815"/>
                </a:cubicBezTo>
                <a:cubicBezTo>
                  <a:pt x="431615" y="83855"/>
                  <a:pt x="430686" y="84991"/>
                  <a:pt x="428131" y="84991"/>
                </a:cubicBezTo>
                <a:lnTo>
                  <a:pt x="386084" y="85669"/>
                </a:lnTo>
                <a:moveTo>
                  <a:pt x="446945" y="128680"/>
                </a:moveTo>
                <a:cubicBezTo>
                  <a:pt x="438353" y="137330"/>
                  <a:pt x="431615" y="140968"/>
                  <a:pt x="418142" y="140968"/>
                </a:cubicBezTo>
                <a:cubicBezTo>
                  <a:pt x="409780" y="140968"/>
                  <a:pt x="400022" y="136190"/>
                  <a:pt x="392823" y="124587"/>
                </a:cubicBezTo>
                <a:cubicBezTo>
                  <a:pt x="388176" y="117077"/>
                  <a:pt x="385386" y="106610"/>
                  <a:pt x="385386" y="93411"/>
                </a:cubicBezTo>
                <a:lnTo>
                  <a:pt x="447179" y="93867"/>
                </a:lnTo>
                <a:cubicBezTo>
                  <a:pt x="449965" y="93867"/>
                  <a:pt x="451592" y="92501"/>
                  <a:pt x="451592" y="89995"/>
                </a:cubicBezTo>
                <a:cubicBezTo>
                  <a:pt x="451592" y="70931"/>
                  <a:pt x="444624" y="50487"/>
                  <a:pt x="412336" y="50487"/>
                </a:cubicBezTo>
                <a:cubicBezTo>
                  <a:pt x="392124" y="50487"/>
                  <a:pt x="365873" y="69343"/>
                  <a:pt x="365873" y="103878"/>
                </a:cubicBezTo>
                <a:cubicBezTo>
                  <a:pt x="365873" y="116622"/>
                  <a:pt x="369127" y="128910"/>
                  <a:pt x="376794" y="137556"/>
                </a:cubicBezTo>
                <a:cubicBezTo>
                  <a:pt x="384691" y="146664"/>
                  <a:pt x="395609" y="152127"/>
                  <a:pt x="412336" y="152127"/>
                </a:cubicBezTo>
                <a:cubicBezTo>
                  <a:pt x="429988" y="152127"/>
                  <a:pt x="442532" y="144158"/>
                  <a:pt x="451826" y="132322"/>
                </a:cubicBezTo>
                <a:cubicBezTo>
                  <a:pt x="451128" y="130046"/>
                  <a:pt x="449735" y="128910"/>
                  <a:pt x="446945" y="128680"/>
                </a:cubicBezTo>
                <a:close/>
                <a:moveTo>
                  <a:pt x="472267" y="118408"/>
                </a:moveTo>
                <a:cubicBezTo>
                  <a:pt x="473195" y="129573"/>
                  <a:pt x="473894" y="140284"/>
                  <a:pt x="473894" y="149851"/>
                </a:cubicBezTo>
                <a:cubicBezTo>
                  <a:pt x="476215" y="149395"/>
                  <a:pt x="478541" y="149170"/>
                  <a:pt x="479700" y="149170"/>
                </a:cubicBezTo>
                <a:cubicBezTo>
                  <a:pt x="481327" y="149170"/>
                  <a:pt x="482720" y="149170"/>
                  <a:pt x="484347" y="149625"/>
                </a:cubicBezTo>
                <a:cubicBezTo>
                  <a:pt x="490621" y="151216"/>
                  <a:pt x="496891" y="152127"/>
                  <a:pt x="505487" y="152127"/>
                </a:cubicBezTo>
                <a:cubicBezTo>
                  <a:pt x="518496" y="152127"/>
                  <a:pt x="542422" y="145979"/>
                  <a:pt x="542422" y="123419"/>
                </a:cubicBezTo>
                <a:cubicBezTo>
                  <a:pt x="542422" y="107927"/>
                  <a:pt x="531040" y="98812"/>
                  <a:pt x="515242" y="93112"/>
                </a:cubicBezTo>
                <a:cubicBezTo>
                  <a:pt x="501304" y="87872"/>
                  <a:pt x="492014" y="84452"/>
                  <a:pt x="492014" y="71921"/>
                </a:cubicBezTo>
                <a:cubicBezTo>
                  <a:pt x="492014" y="62577"/>
                  <a:pt x="500375" y="57336"/>
                  <a:pt x="508273" y="57336"/>
                </a:cubicBezTo>
                <a:cubicBezTo>
                  <a:pt x="513384" y="57336"/>
                  <a:pt x="526857" y="59160"/>
                  <a:pt x="529877" y="78531"/>
                </a:cubicBezTo>
                <a:cubicBezTo>
                  <a:pt x="531270" y="79897"/>
                  <a:pt x="535917" y="79667"/>
                  <a:pt x="537310" y="78301"/>
                </a:cubicBezTo>
                <a:cubicBezTo>
                  <a:pt x="538009" y="70097"/>
                  <a:pt x="538473" y="61666"/>
                  <a:pt x="538707" y="54149"/>
                </a:cubicBezTo>
                <a:cubicBezTo>
                  <a:pt x="531504" y="53010"/>
                  <a:pt x="520353" y="49819"/>
                  <a:pt x="508273" y="49819"/>
                </a:cubicBezTo>
                <a:cubicBezTo>
                  <a:pt x="491085" y="49819"/>
                  <a:pt x="475520" y="60756"/>
                  <a:pt x="475520" y="75341"/>
                </a:cubicBezTo>
                <a:cubicBezTo>
                  <a:pt x="475520" y="91973"/>
                  <a:pt x="483184" y="99038"/>
                  <a:pt x="501074" y="106332"/>
                </a:cubicBezTo>
                <a:cubicBezTo>
                  <a:pt x="520353" y="114078"/>
                  <a:pt x="524766" y="118863"/>
                  <a:pt x="524766" y="128663"/>
                </a:cubicBezTo>
                <a:cubicBezTo>
                  <a:pt x="524766" y="139828"/>
                  <a:pt x="513618" y="144614"/>
                  <a:pt x="505022" y="144614"/>
                </a:cubicBezTo>
                <a:cubicBezTo>
                  <a:pt x="495962" y="144614"/>
                  <a:pt x="490851" y="141649"/>
                  <a:pt x="488529" y="139144"/>
                </a:cubicBezTo>
                <a:cubicBezTo>
                  <a:pt x="483418" y="133903"/>
                  <a:pt x="480862" y="123878"/>
                  <a:pt x="479469" y="118178"/>
                </a:cubicBezTo>
                <a:cubicBezTo>
                  <a:pt x="478076" y="116813"/>
                  <a:pt x="473660" y="117039"/>
                  <a:pt x="472267" y="118408"/>
                </a:cubicBezTo>
                <a:close/>
                <a:moveTo>
                  <a:pt x="562864" y="118408"/>
                </a:moveTo>
                <a:cubicBezTo>
                  <a:pt x="563792" y="129573"/>
                  <a:pt x="564491" y="140284"/>
                  <a:pt x="564491" y="149851"/>
                </a:cubicBezTo>
                <a:cubicBezTo>
                  <a:pt x="566812" y="149395"/>
                  <a:pt x="569138" y="149170"/>
                  <a:pt x="570297" y="149170"/>
                </a:cubicBezTo>
                <a:cubicBezTo>
                  <a:pt x="571924" y="149170"/>
                  <a:pt x="573317" y="149170"/>
                  <a:pt x="574944" y="149625"/>
                </a:cubicBezTo>
                <a:cubicBezTo>
                  <a:pt x="581218" y="151216"/>
                  <a:pt x="587488" y="152127"/>
                  <a:pt x="596084" y="152127"/>
                </a:cubicBezTo>
                <a:cubicBezTo>
                  <a:pt x="609093" y="152127"/>
                  <a:pt x="633019" y="145979"/>
                  <a:pt x="633019" y="123419"/>
                </a:cubicBezTo>
                <a:cubicBezTo>
                  <a:pt x="633019" y="107927"/>
                  <a:pt x="621637" y="98812"/>
                  <a:pt x="605839" y="93112"/>
                </a:cubicBezTo>
                <a:cubicBezTo>
                  <a:pt x="591901" y="87872"/>
                  <a:pt x="582611" y="84452"/>
                  <a:pt x="582611" y="71921"/>
                </a:cubicBezTo>
                <a:cubicBezTo>
                  <a:pt x="582611" y="62577"/>
                  <a:pt x="590972" y="57336"/>
                  <a:pt x="598870" y="57336"/>
                </a:cubicBezTo>
                <a:cubicBezTo>
                  <a:pt x="603981" y="57336"/>
                  <a:pt x="617454" y="59160"/>
                  <a:pt x="620474" y="78531"/>
                </a:cubicBezTo>
                <a:cubicBezTo>
                  <a:pt x="621867" y="79897"/>
                  <a:pt x="626514" y="79667"/>
                  <a:pt x="627907" y="78301"/>
                </a:cubicBezTo>
                <a:cubicBezTo>
                  <a:pt x="628606" y="70097"/>
                  <a:pt x="629070" y="61666"/>
                  <a:pt x="629304" y="54149"/>
                </a:cubicBezTo>
                <a:cubicBezTo>
                  <a:pt x="622101" y="53010"/>
                  <a:pt x="610950" y="49819"/>
                  <a:pt x="598870" y="49819"/>
                </a:cubicBezTo>
                <a:cubicBezTo>
                  <a:pt x="581682" y="49819"/>
                  <a:pt x="566118" y="60756"/>
                  <a:pt x="566118" y="75341"/>
                </a:cubicBezTo>
                <a:cubicBezTo>
                  <a:pt x="566118" y="91973"/>
                  <a:pt x="573781" y="99038"/>
                  <a:pt x="591671" y="106332"/>
                </a:cubicBezTo>
                <a:cubicBezTo>
                  <a:pt x="610950" y="114078"/>
                  <a:pt x="615363" y="118863"/>
                  <a:pt x="615363" y="128663"/>
                </a:cubicBezTo>
                <a:cubicBezTo>
                  <a:pt x="615363" y="139828"/>
                  <a:pt x="604215" y="144614"/>
                  <a:pt x="595619" y="144614"/>
                </a:cubicBezTo>
                <a:cubicBezTo>
                  <a:pt x="586559" y="144614"/>
                  <a:pt x="581448" y="141649"/>
                  <a:pt x="579126" y="139144"/>
                </a:cubicBezTo>
                <a:cubicBezTo>
                  <a:pt x="574015" y="133903"/>
                  <a:pt x="571459" y="123878"/>
                  <a:pt x="570066" y="118178"/>
                </a:cubicBezTo>
                <a:cubicBezTo>
                  <a:pt x="568673" y="116813"/>
                  <a:pt x="564257" y="117039"/>
                  <a:pt x="562864" y="1184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store2">
            <a:extLst xmlns:a="http://schemas.openxmlformats.org/drawingml/2006/main">
              <a:ext uri="{FF2B5EF4-FFF2-40B4-BE49-F238E27FC236}">
                <a16:creationId xmlns:a16="http://schemas.microsoft.com/office/drawing/2014/main" id="{2B55D017-A117-4E63-95FD-1A9865AB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34" y="5065731"/>
            <a:ext cx="629998" cy="141229"/>
          </a:xfrm>
          <a:custGeom xmlns:a="http://schemas.openxmlformats.org/drawingml/2006/main">
            <a:pathLst>
              <a:path w="629998" h="141229">
                <a:moveTo>
                  <a:pt x="0" y="107510"/>
                </a:moveTo>
                <a:cubicBezTo>
                  <a:pt x="929" y="118675"/>
                  <a:pt x="1627" y="129386"/>
                  <a:pt x="1627" y="138953"/>
                </a:cubicBezTo>
                <a:cubicBezTo>
                  <a:pt x="3949" y="138498"/>
                  <a:pt x="6274" y="138272"/>
                  <a:pt x="7433" y="138272"/>
                </a:cubicBezTo>
                <a:cubicBezTo>
                  <a:pt x="9060" y="138272"/>
                  <a:pt x="10453" y="138272"/>
                  <a:pt x="12080" y="138727"/>
                </a:cubicBezTo>
                <a:cubicBezTo>
                  <a:pt x="18354" y="140318"/>
                  <a:pt x="24625" y="141229"/>
                  <a:pt x="33220" y="141229"/>
                </a:cubicBezTo>
                <a:cubicBezTo>
                  <a:pt x="46229" y="141229"/>
                  <a:pt x="70155" y="135081"/>
                  <a:pt x="70155" y="112521"/>
                </a:cubicBezTo>
                <a:cubicBezTo>
                  <a:pt x="70155" y="97029"/>
                  <a:pt x="58773" y="87914"/>
                  <a:pt x="42975" y="82214"/>
                </a:cubicBezTo>
                <a:cubicBezTo>
                  <a:pt x="29038" y="76974"/>
                  <a:pt x="19747" y="73554"/>
                  <a:pt x="19747" y="61023"/>
                </a:cubicBezTo>
                <a:cubicBezTo>
                  <a:pt x="19747" y="51679"/>
                  <a:pt x="28109" y="46438"/>
                  <a:pt x="36006" y="46438"/>
                </a:cubicBezTo>
                <a:cubicBezTo>
                  <a:pt x="41118" y="46438"/>
                  <a:pt x="54591" y="48263"/>
                  <a:pt x="57611" y="67633"/>
                </a:cubicBezTo>
                <a:cubicBezTo>
                  <a:pt x="59004" y="68999"/>
                  <a:pt x="63651" y="68769"/>
                  <a:pt x="65044" y="67403"/>
                </a:cubicBezTo>
                <a:cubicBezTo>
                  <a:pt x="65742" y="59199"/>
                  <a:pt x="66206" y="50768"/>
                  <a:pt x="66440" y="43251"/>
                </a:cubicBezTo>
                <a:cubicBezTo>
                  <a:pt x="59238" y="42112"/>
                  <a:pt x="48086" y="38921"/>
                  <a:pt x="36006" y="38921"/>
                </a:cubicBezTo>
                <a:cubicBezTo>
                  <a:pt x="18818" y="38921"/>
                  <a:pt x="3254" y="49858"/>
                  <a:pt x="3254" y="64443"/>
                </a:cubicBezTo>
                <a:cubicBezTo>
                  <a:pt x="3254" y="81075"/>
                  <a:pt x="10917" y="88140"/>
                  <a:pt x="28807" y="95434"/>
                </a:cubicBezTo>
                <a:cubicBezTo>
                  <a:pt x="48086" y="103180"/>
                  <a:pt x="52499" y="107965"/>
                  <a:pt x="52499" y="117765"/>
                </a:cubicBezTo>
                <a:cubicBezTo>
                  <a:pt x="52499" y="128931"/>
                  <a:pt x="41352" y="133716"/>
                  <a:pt x="32756" y="133716"/>
                </a:cubicBezTo>
                <a:cubicBezTo>
                  <a:pt x="23696" y="133716"/>
                  <a:pt x="18584" y="130751"/>
                  <a:pt x="16263" y="128246"/>
                </a:cubicBezTo>
                <a:cubicBezTo>
                  <a:pt x="11151" y="123005"/>
                  <a:pt x="8596" y="112980"/>
                  <a:pt x="7203" y="107281"/>
                </a:cubicBezTo>
                <a:cubicBezTo>
                  <a:pt x="5810" y="105915"/>
                  <a:pt x="1393" y="106141"/>
                  <a:pt x="0" y="107510"/>
                </a:cubicBezTo>
                <a:close/>
                <a:moveTo>
                  <a:pt x="89438" y="41368"/>
                </a:moveTo>
                <a:cubicBezTo>
                  <a:pt x="86184" y="41368"/>
                  <a:pt x="85256" y="44103"/>
                  <a:pt x="85256" y="45924"/>
                </a:cubicBezTo>
                <a:lnTo>
                  <a:pt x="85256" y="48885"/>
                </a:lnTo>
                <a:cubicBezTo>
                  <a:pt x="85256" y="50024"/>
                  <a:pt x="85486" y="50250"/>
                  <a:pt x="86418" y="50250"/>
                </a:cubicBezTo>
                <a:lnTo>
                  <a:pt x="100122" y="50250"/>
                </a:lnTo>
                <a:lnTo>
                  <a:pt x="100122" y="118700"/>
                </a:lnTo>
                <a:cubicBezTo>
                  <a:pt x="100122" y="134852"/>
                  <a:pt x="107324" y="141229"/>
                  <a:pt x="118008" y="141229"/>
                </a:cubicBezTo>
                <a:cubicBezTo>
                  <a:pt x="128695" y="141229"/>
                  <a:pt x="140311" y="136221"/>
                  <a:pt x="149371" y="126203"/>
                </a:cubicBezTo>
                <a:cubicBezTo>
                  <a:pt x="148906" y="123930"/>
                  <a:pt x="147513" y="122564"/>
                  <a:pt x="145188" y="122338"/>
                </a:cubicBezTo>
                <a:cubicBezTo>
                  <a:pt x="139148" y="126887"/>
                  <a:pt x="132179" y="128705"/>
                  <a:pt x="126139" y="128705"/>
                </a:cubicBezTo>
                <a:cubicBezTo>
                  <a:pt x="119869" y="128705"/>
                  <a:pt x="118476" y="121883"/>
                  <a:pt x="118476" y="107784"/>
                </a:cubicBezTo>
                <a:lnTo>
                  <a:pt x="118476" y="50250"/>
                </a:lnTo>
                <a:lnTo>
                  <a:pt x="142632" y="50250"/>
                </a:lnTo>
                <a:cubicBezTo>
                  <a:pt x="144958" y="50250"/>
                  <a:pt x="148208" y="49340"/>
                  <a:pt x="148208" y="47289"/>
                </a:cubicBezTo>
                <a:lnTo>
                  <a:pt x="148208" y="42737"/>
                </a:lnTo>
                <a:cubicBezTo>
                  <a:pt x="148208" y="41827"/>
                  <a:pt x="147513" y="41368"/>
                  <a:pt x="146351" y="41368"/>
                </a:cubicBezTo>
                <a:lnTo>
                  <a:pt x="118476" y="41368"/>
                </a:lnTo>
                <a:lnTo>
                  <a:pt x="118476" y="32489"/>
                </a:lnTo>
                <a:cubicBezTo>
                  <a:pt x="118476" y="17685"/>
                  <a:pt x="119404" y="8573"/>
                  <a:pt x="119404" y="8573"/>
                </a:cubicBezTo>
                <a:cubicBezTo>
                  <a:pt x="119404" y="7207"/>
                  <a:pt x="118706" y="6523"/>
                  <a:pt x="117544" y="6523"/>
                </a:cubicBezTo>
                <a:cubicBezTo>
                  <a:pt x="116615" y="6523"/>
                  <a:pt x="114524" y="7437"/>
                  <a:pt x="112436" y="8573"/>
                </a:cubicBezTo>
                <a:cubicBezTo>
                  <a:pt x="109880" y="9942"/>
                  <a:pt x="107555" y="11079"/>
                  <a:pt x="104535" y="11763"/>
                </a:cubicBezTo>
                <a:cubicBezTo>
                  <a:pt x="101749" y="12674"/>
                  <a:pt x="99427" y="13358"/>
                  <a:pt x="99427" y="14950"/>
                </a:cubicBezTo>
                <a:cubicBezTo>
                  <a:pt x="99427" y="17685"/>
                  <a:pt x="100122" y="16090"/>
                  <a:pt x="100122" y="41368"/>
                </a:cubicBezTo>
                <a:lnTo>
                  <a:pt x="89438" y="41368"/>
                </a:lnTo>
                <a:close/>
                <a:moveTo>
                  <a:pt x="162377" y="92240"/>
                </a:moveTo>
                <a:cubicBezTo>
                  <a:pt x="162377" y="115485"/>
                  <a:pt x="178176" y="141229"/>
                  <a:pt x="211162" y="141229"/>
                </a:cubicBezTo>
                <a:cubicBezTo>
                  <a:pt x="226028" y="141229"/>
                  <a:pt x="237413" y="135992"/>
                  <a:pt x="245311" y="128475"/>
                </a:cubicBezTo>
                <a:cubicBezTo>
                  <a:pt x="255764" y="118446"/>
                  <a:pt x="260411" y="104090"/>
                  <a:pt x="260411" y="90190"/>
                </a:cubicBezTo>
                <a:cubicBezTo>
                  <a:pt x="260411" y="66490"/>
                  <a:pt x="247168" y="38921"/>
                  <a:pt x="211626" y="38921"/>
                </a:cubicBezTo>
                <a:cubicBezTo>
                  <a:pt x="196296" y="38921"/>
                  <a:pt x="183751" y="45072"/>
                  <a:pt x="175156" y="54869"/>
                </a:cubicBezTo>
                <a:cubicBezTo>
                  <a:pt x="166794" y="64669"/>
                  <a:pt x="162377" y="77884"/>
                  <a:pt x="162377" y="92240"/>
                </a:cubicBezTo>
                <a:moveTo>
                  <a:pt x="208142" y="46893"/>
                </a:moveTo>
                <a:cubicBezTo>
                  <a:pt x="228119" y="46893"/>
                  <a:pt x="240433" y="64669"/>
                  <a:pt x="240433" y="97484"/>
                </a:cubicBezTo>
                <a:cubicBezTo>
                  <a:pt x="240433" y="126196"/>
                  <a:pt x="225333" y="133261"/>
                  <a:pt x="214416" y="133261"/>
                </a:cubicBezTo>
                <a:cubicBezTo>
                  <a:pt x="190256" y="133261"/>
                  <a:pt x="182358" y="104546"/>
                  <a:pt x="182358" y="87000"/>
                </a:cubicBezTo>
                <a:cubicBezTo>
                  <a:pt x="182358" y="67174"/>
                  <a:pt x="187236" y="46893"/>
                  <a:pt x="208142" y="46893"/>
                </a:cubicBezTo>
                <a:close/>
                <a:moveTo>
                  <a:pt x="310820" y="57374"/>
                </a:moveTo>
                <a:cubicBezTo>
                  <a:pt x="310355" y="48259"/>
                  <a:pt x="310121" y="42341"/>
                  <a:pt x="308962" y="40061"/>
                </a:cubicBezTo>
                <a:cubicBezTo>
                  <a:pt x="308494" y="38921"/>
                  <a:pt x="308030" y="38240"/>
                  <a:pt x="306173" y="38240"/>
                </a:cubicBezTo>
                <a:cubicBezTo>
                  <a:pt x="299668" y="40746"/>
                  <a:pt x="293628" y="42796"/>
                  <a:pt x="277599" y="44843"/>
                </a:cubicBezTo>
                <a:cubicBezTo>
                  <a:pt x="277135" y="46212"/>
                  <a:pt x="277599" y="49854"/>
                  <a:pt x="278064" y="51220"/>
                </a:cubicBezTo>
                <a:cubicBezTo>
                  <a:pt x="290608" y="52360"/>
                  <a:pt x="293164" y="53500"/>
                  <a:pt x="293164" y="66722"/>
                </a:cubicBezTo>
                <a:lnTo>
                  <a:pt x="293164" y="111187"/>
                </a:lnTo>
                <a:cubicBezTo>
                  <a:pt x="293164" y="130112"/>
                  <a:pt x="290378" y="131023"/>
                  <a:pt x="275972" y="131936"/>
                </a:cubicBezTo>
                <a:cubicBezTo>
                  <a:pt x="274579" y="133302"/>
                  <a:pt x="274579" y="138084"/>
                  <a:pt x="275972" y="139450"/>
                </a:cubicBezTo>
                <a:cubicBezTo>
                  <a:pt x="284104" y="139224"/>
                  <a:pt x="293164" y="138994"/>
                  <a:pt x="302458" y="138994"/>
                </a:cubicBezTo>
                <a:cubicBezTo>
                  <a:pt x="311748" y="138994"/>
                  <a:pt x="322435" y="139224"/>
                  <a:pt x="330563" y="139450"/>
                </a:cubicBezTo>
                <a:cubicBezTo>
                  <a:pt x="331960" y="138084"/>
                  <a:pt x="331960" y="133302"/>
                  <a:pt x="330563" y="131936"/>
                </a:cubicBezTo>
                <a:cubicBezTo>
                  <a:pt x="314304" y="130797"/>
                  <a:pt x="311514" y="130112"/>
                  <a:pt x="311514" y="111187"/>
                </a:cubicBezTo>
                <a:lnTo>
                  <a:pt x="311514" y="79493"/>
                </a:lnTo>
                <a:cubicBezTo>
                  <a:pt x="311514" y="73565"/>
                  <a:pt x="314304" y="68321"/>
                  <a:pt x="317090" y="64217"/>
                </a:cubicBezTo>
                <a:cubicBezTo>
                  <a:pt x="319646" y="60568"/>
                  <a:pt x="324991" y="53044"/>
                  <a:pt x="327777" y="53044"/>
                </a:cubicBezTo>
                <a:cubicBezTo>
                  <a:pt x="329868" y="53044"/>
                  <a:pt x="331960" y="53500"/>
                  <a:pt x="333817" y="56009"/>
                </a:cubicBezTo>
                <a:cubicBezTo>
                  <a:pt x="335444" y="58288"/>
                  <a:pt x="338230" y="61253"/>
                  <a:pt x="342179" y="61253"/>
                </a:cubicBezTo>
                <a:cubicBezTo>
                  <a:pt x="347755" y="61253"/>
                  <a:pt x="353096" y="55550"/>
                  <a:pt x="353096" y="49854"/>
                </a:cubicBezTo>
                <a:cubicBezTo>
                  <a:pt x="353096" y="45528"/>
                  <a:pt x="348917" y="38921"/>
                  <a:pt x="339159" y="38921"/>
                </a:cubicBezTo>
                <a:cubicBezTo>
                  <a:pt x="328241" y="38921"/>
                  <a:pt x="318717" y="48944"/>
                  <a:pt x="313375" y="57830"/>
                </a:cubicBezTo>
                <a:cubicBezTo>
                  <a:pt x="311982" y="60339"/>
                  <a:pt x="310820" y="58514"/>
                  <a:pt x="310820" y="57374"/>
                </a:cubicBezTo>
                <a:close/>
                <a:moveTo>
                  <a:pt x="383297" y="74771"/>
                </a:moveTo>
                <a:cubicBezTo>
                  <a:pt x="387710" y="49145"/>
                  <a:pt x="403973" y="47105"/>
                  <a:pt x="409548" y="47105"/>
                </a:cubicBezTo>
                <a:cubicBezTo>
                  <a:pt x="418375" y="47105"/>
                  <a:pt x="428828" y="51870"/>
                  <a:pt x="428828" y="70917"/>
                </a:cubicBezTo>
                <a:cubicBezTo>
                  <a:pt x="428828" y="72957"/>
                  <a:pt x="427899" y="74093"/>
                  <a:pt x="425343" y="74093"/>
                </a:cubicBezTo>
                <a:lnTo>
                  <a:pt x="383297" y="74771"/>
                </a:lnTo>
                <a:moveTo>
                  <a:pt x="444158" y="117782"/>
                </a:moveTo>
                <a:cubicBezTo>
                  <a:pt x="435566" y="126432"/>
                  <a:pt x="428828" y="130070"/>
                  <a:pt x="415354" y="130070"/>
                </a:cubicBezTo>
                <a:cubicBezTo>
                  <a:pt x="406993" y="130070"/>
                  <a:pt x="397234" y="125292"/>
                  <a:pt x="390035" y="113689"/>
                </a:cubicBezTo>
                <a:cubicBezTo>
                  <a:pt x="385388" y="106179"/>
                  <a:pt x="382599" y="95712"/>
                  <a:pt x="382599" y="82513"/>
                </a:cubicBezTo>
                <a:lnTo>
                  <a:pt x="444392" y="82969"/>
                </a:lnTo>
                <a:cubicBezTo>
                  <a:pt x="447178" y="82969"/>
                  <a:pt x="448805" y="81603"/>
                  <a:pt x="448805" y="79097"/>
                </a:cubicBezTo>
                <a:cubicBezTo>
                  <a:pt x="448805" y="60033"/>
                  <a:pt x="441836" y="39589"/>
                  <a:pt x="409548" y="39589"/>
                </a:cubicBezTo>
                <a:cubicBezTo>
                  <a:pt x="389337" y="39589"/>
                  <a:pt x="363085" y="58445"/>
                  <a:pt x="363085" y="92980"/>
                </a:cubicBezTo>
                <a:cubicBezTo>
                  <a:pt x="363085" y="105724"/>
                  <a:pt x="366339" y="118012"/>
                  <a:pt x="374006" y="126658"/>
                </a:cubicBezTo>
                <a:cubicBezTo>
                  <a:pt x="381904" y="135766"/>
                  <a:pt x="392821" y="141229"/>
                  <a:pt x="409548" y="141229"/>
                </a:cubicBezTo>
                <a:cubicBezTo>
                  <a:pt x="427201" y="141229"/>
                  <a:pt x="439745" y="133261"/>
                  <a:pt x="449039" y="121424"/>
                </a:cubicBezTo>
                <a:cubicBezTo>
                  <a:pt x="448341" y="119148"/>
                  <a:pt x="446948" y="118012"/>
                  <a:pt x="444158" y="117782"/>
                </a:cubicBezTo>
                <a:close/>
                <a:moveTo>
                  <a:pt x="548461" y="32284"/>
                </a:moveTo>
                <a:cubicBezTo>
                  <a:pt x="548461" y="37059"/>
                  <a:pt x="552874" y="41145"/>
                  <a:pt x="557755" y="41145"/>
                </a:cubicBezTo>
                <a:cubicBezTo>
                  <a:pt x="561704" y="41145"/>
                  <a:pt x="568673" y="37059"/>
                  <a:pt x="568673" y="32058"/>
                </a:cubicBezTo>
                <a:cubicBezTo>
                  <a:pt x="568673" y="30241"/>
                  <a:pt x="568208" y="28878"/>
                  <a:pt x="567744" y="27287"/>
                </a:cubicBezTo>
                <a:cubicBezTo>
                  <a:pt x="567280" y="25695"/>
                  <a:pt x="565883" y="23652"/>
                  <a:pt x="565883" y="21834"/>
                </a:cubicBezTo>
                <a:cubicBezTo>
                  <a:pt x="565883" y="16152"/>
                  <a:pt x="571923" y="7972"/>
                  <a:pt x="588881" y="7972"/>
                </a:cubicBezTo>
                <a:cubicBezTo>
                  <a:pt x="597246" y="7972"/>
                  <a:pt x="609092" y="13654"/>
                  <a:pt x="609092" y="35467"/>
                </a:cubicBezTo>
                <a:cubicBezTo>
                  <a:pt x="609092" y="50045"/>
                  <a:pt x="603750" y="61909"/>
                  <a:pt x="590043" y="75601"/>
                </a:cubicBezTo>
                <a:lnTo>
                  <a:pt x="572852" y="92258"/>
                </a:lnTo>
                <a:cubicBezTo>
                  <a:pt x="550088" y="115075"/>
                  <a:pt x="546370" y="126025"/>
                  <a:pt x="546370" y="139464"/>
                </a:cubicBezTo>
                <a:cubicBezTo>
                  <a:pt x="546370" y="139464"/>
                  <a:pt x="558220" y="139005"/>
                  <a:pt x="565653" y="139005"/>
                </a:cubicBezTo>
                <a:lnTo>
                  <a:pt x="606306" y="139005"/>
                </a:lnTo>
                <a:cubicBezTo>
                  <a:pt x="613739" y="139005"/>
                  <a:pt x="624426" y="139464"/>
                  <a:pt x="624426" y="139464"/>
                </a:cubicBezTo>
                <a:cubicBezTo>
                  <a:pt x="627443" y="127391"/>
                  <a:pt x="629768" y="110283"/>
                  <a:pt x="629998" y="103440"/>
                </a:cubicBezTo>
                <a:cubicBezTo>
                  <a:pt x="628605" y="102297"/>
                  <a:pt x="625585" y="101842"/>
                  <a:pt x="623264" y="102297"/>
                </a:cubicBezTo>
                <a:cubicBezTo>
                  <a:pt x="619315" y="118498"/>
                  <a:pt x="615366" y="124204"/>
                  <a:pt x="607001" y="124204"/>
                </a:cubicBezTo>
                <a:lnTo>
                  <a:pt x="565653" y="124204"/>
                </a:lnTo>
                <a:cubicBezTo>
                  <a:pt x="565653" y="113251"/>
                  <a:pt x="581682" y="97734"/>
                  <a:pt x="582844" y="96595"/>
                </a:cubicBezTo>
                <a:lnTo>
                  <a:pt x="606306" y="74461"/>
                </a:lnTo>
                <a:cubicBezTo>
                  <a:pt x="619545" y="61909"/>
                  <a:pt x="629534" y="51870"/>
                  <a:pt x="629534" y="34557"/>
                </a:cubicBezTo>
                <a:cubicBezTo>
                  <a:pt x="629534" y="10019"/>
                  <a:pt x="609092" y="0"/>
                  <a:pt x="590277" y="0"/>
                </a:cubicBezTo>
                <a:cubicBezTo>
                  <a:pt x="564490" y="0"/>
                  <a:pt x="548461" y="18651"/>
                  <a:pt x="548461" y="32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5C593-BD3B-4DD7-9C73-A5364B27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151" y="4694810"/>
            <a:ext cx="1215027" cy="588525"/>
          </a:xfrm>
          <a:custGeom xmlns:a="http://schemas.openxmlformats.org/drawingml/2006/main">
            <a:pathLst>
              <a:path w="1215027" h="588525">
                <a:moveTo>
                  <a:pt x="1134021" y="0"/>
                </a:moveTo>
                <a:lnTo>
                  <a:pt x="81006" y="0"/>
                </a:lnTo>
                <a:cubicBezTo>
                  <a:pt x="36267" y="0"/>
                  <a:pt x="0" y="36267"/>
                  <a:pt x="0" y="81006"/>
                </a:cubicBezTo>
                <a:lnTo>
                  <a:pt x="0" y="507519"/>
                </a:lnTo>
                <a:cubicBezTo>
                  <a:pt x="0" y="552258"/>
                  <a:pt x="36267" y="588525"/>
                  <a:pt x="81006" y="588525"/>
                </a:cubicBezTo>
                <a:lnTo>
                  <a:pt x="1134021" y="588525"/>
                </a:lnTo>
                <a:cubicBezTo>
                  <a:pt x="1178760" y="588525"/>
                  <a:pt x="1215027" y="552258"/>
                  <a:pt x="1215027" y="507519"/>
                </a:cubicBezTo>
                <a:lnTo>
                  <a:pt x="1215027" y="81006"/>
                </a:lnTo>
                <a:cubicBezTo>
                  <a:pt x="1215027" y="36267"/>
                  <a:pt x="1178760" y="0"/>
                  <a:pt x="1134021" y="0"/>
                </a:cubicBezTo>
                <a:close/>
                <a:moveTo>
                  <a:pt x="0" y="588525"/>
                </a:moveTo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A6C1D-BE7B-4EE4-A3B5-0A47F187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151" y="4694810"/>
            <a:ext cx="1215027" cy="588525"/>
          </a:xfrm>
          <a:custGeom xmlns:a="http://schemas.openxmlformats.org/drawingml/2006/main">
            <a:pathLst>
              <a:path w="1215027" h="588525" fill="none">
                <a:moveTo>
                  <a:pt x="1134021" y="0"/>
                </a:moveTo>
                <a:lnTo>
                  <a:pt x="81006" y="0"/>
                </a:lnTo>
                <a:cubicBezTo>
                  <a:pt x="36267" y="0"/>
                  <a:pt x="0" y="36267"/>
                  <a:pt x="0" y="81006"/>
                </a:cubicBezTo>
                <a:lnTo>
                  <a:pt x="0" y="507519"/>
                </a:lnTo>
                <a:cubicBezTo>
                  <a:pt x="0" y="552258"/>
                  <a:pt x="36267" y="588525"/>
                  <a:pt x="81006" y="588525"/>
                </a:cubicBezTo>
                <a:lnTo>
                  <a:pt x="1134021" y="588525"/>
                </a:lnTo>
                <a:cubicBezTo>
                  <a:pt x="1178760" y="588525"/>
                  <a:pt x="1215027" y="552258"/>
                  <a:pt x="1215027" y="507519"/>
                </a:cubicBezTo>
                <a:lnTo>
                  <a:pt x="1215027" y="81006"/>
                </a:lnTo>
                <a:cubicBezTo>
                  <a:pt x="1215027" y="36267"/>
                  <a:pt x="1178760" y="0"/>
                  <a:pt x="1134021" y="0"/>
                </a:cubicBezTo>
                <a:close/>
                <a:moveTo>
                  <a:pt x="0" y="588525"/>
                </a:move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57" name="Text Access">
            <a:extLst xmlns:a="http://schemas.openxmlformats.org/drawingml/2006/main">
              <a:ext uri="{FF2B5EF4-FFF2-40B4-BE49-F238E27FC236}">
                <a16:creationId xmlns:a16="http://schemas.microsoft.com/office/drawing/2014/main" id="{AF0F674A-BED6-4BEB-A0A9-158C3A48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565" y="4770141"/>
            <a:ext cx="633019" cy="152127"/>
          </a:xfrm>
          <a:custGeom xmlns:a="http://schemas.openxmlformats.org/drawingml/2006/main">
            <a:pathLst>
              <a:path w="633019" h="152127">
                <a:moveTo>
                  <a:pt x="60865" y="85405"/>
                </a:moveTo>
                <a:cubicBezTo>
                  <a:pt x="55753" y="85405"/>
                  <a:pt x="54126" y="84723"/>
                  <a:pt x="55055" y="82447"/>
                </a:cubicBezTo>
                <a:lnTo>
                  <a:pt x="78751" y="23461"/>
                </a:lnTo>
                <a:lnTo>
                  <a:pt x="80144" y="23461"/>
                </a:lnTo>
                <a:lnTo>
                  <a:pt x="101979" y="85405"/>
                </a:lnTo>
                <a:lnTo>
                  <a:pt x="60865" y="85405"/>
                </a:lnTo>
                <a:moveTo>
                  <a:pt x="35776" y="131895"/>
                </a:moveTo>
                <a:lnTo>
                  <a:pt x="48551" y="98846"/>
                </a:lnTo>
                <a:cubicBezTo>
                  <a:pt x="49713" y="95882"/>
                  <a:pt x="51106" y="94972"/>
                  <a:pt x="56682" y="94972"/>
                </a:cubicBezTo>
                <a:lnTo>
                  <a:pt x="105697" y="94972"/>
                </a:lnTo>
                <a:lnTo>
                  <a:pt x="119170" y="133490"/>
                </a:lnTo>
                <a:cubicBezTo>
                  <a:pt x="121960" y="141239"/>
                  <a:pt x="113130" y="142150"/>
                  <a:pt x="101979" y="142834"/>
                </a:cubicBezTo>
                <a:cubicBezTo>
                  <a:pt x="100586" y="144200"/>
                  <a:pt x="100586" y="148982"/>
                  <a:pt x="101979" y="150348"/>
                </a:cubicBezTo>
                <a:cubicBezTo>
                  <a:pt x="110575" y="150122"/>
                  <a:pt x="123353" y="149892"/>
                  <a:pt x="132413" y="149892"/>
                </a:cubicBezTo>
                <a:cubicBezTo>
                  <a:pt x="141937" y="149892"/>
                  <a:pt x="150764" y="150122"/>
                  <a:pt x="158895" y="150348"/>
                </a:cubicBezTo>
                <a:cubicBezTo>
                  <a:pt x="160288" y="148982"/>
                  <a:pt x="160288" y="144200"/>
                  <a:pt x="158895" y="142834"/>
                </a:cubicBezTo>
                <a:cubicBezTo>
                  <a:pt x="149835" y="141921"/>
                  <a:pt x="141937" y="141239"/>
                  <a:pt x="137985" y="130300"/>
                </a:cubicBezTo>
                <a:lnTo>
                  <a:pt x="90133" y="0"/>
                </a:lnTo>
                <a:cubicBezTo>
                  <a:pt x="86648" y="2050"/>
                  <a:pt x="80378" y="4556"/>
                  <a:pt x="77358" y="4556"/>
                </a:cubicBezTo>
                <a:lnTo>
                  <a:pt x="24625" y="126651"/>
                </a:lnTo>
                <a:cubicBezTo>
                  <a:pt x="18584" y="140784"/>
                  <a:pt x="11616" y="142150"/>
                  <a:pt x="1393" y="142834"/>
                </a:cubicBezTo>
                <a:cubicBezTo>
                  <a:pt x="0" y="144200"/>
                  <a:pt x="0" y="148982"/>
                  <a:pt x="1393" y="150348"/>
                </a:cubicBezTo>
                <a:cubicBezTo>
                  <a:pt x="7433" y="150122"/>
                  <a:pt x="15100" y="149892"/>
                  <a:pt x="22069" y="149892"/>
                </a:cubicBezTo>
                <a:cubicBezTo>
                  <a:pt x="31593" y="149892"/>
                  <a:pt x="43209" y="150122"/>
                  <a:pt x="51805" y="150348"/>
                </a:cubicBezTo>
                <a:cubicBezTo>
                  <a:pt x="53198" y="148982"/>
                  <a:pt x="53198" y="144200"/>
                  <a:pt x="51805" y="142834"/>
                </a:cubicBezTo>
                <a:cubicBezTo>
                  <a:pt x="42975" y="142150"/>
                  <a:pt x="32058" y="141239"/>
                  <a:pt x="35776" y="131895"/>
                </a:cubicBezTo>
                <a:close/>
                <a:moveTo>
                  <a:pt x="250886" y="129118"/>
                </a:moveTo>
                <a:cubicBezTo>
                  <a:pt x="249957" y="127068"/>
                  <a:pt x="248096" y="126157"/>
                  <a:pt x="246008" y="125928"/>
                </a:cubicBezTo>
                <a:cubicBezTo>
                  <a:pt x="238107" y="135957"/>
                  <a:pt x="228119" y="140968"/>
                  <a:pt x="218130" y="140968"/>
                </a:cubicBezTo>
                <a:cubicBezTo>
                  <a:pt x="201173" y="140968"/>
                  <a:pt x="187001" y="124107"/>
                  <a:pt x="187001" y="97442"/>
                </a:cubicBezTo>
                <a:cubicBezTo>
                  <a:pt x="187001" y="72376"/>
                  <a:pt x="198152" y="57336"/>
                  <a:pt x="213487" y="57336"/>
                </a:cubicBezTo>
                <a:cubicBezTo>
                  <a:pt x="227190" y="57336"/>
                  <a:pt x="229047" y="65311"/>
                  <a:pt x="229980" y="73287"/>
                </a:cubicBezTo>
                <a:cubicBezTo>
                  <a:pt x="230674" y="79441"/>
                  <a:pt x="233928" y="81492"/>
                  <a:pt x="238806" y="81492"/>
                </a:cubicBezTo>
                <a:cubicBezTo>
                  <a:pt x="243683" y="81492"/>
                  <a:pt x="250188" y="78531"/>
                  <a:pt x="250188" y="71466"/>
                </a:cubicBezTo>
                <a:cubicBezTo>
                  <a:pt x="250188" y="58931"/>
                  <a:pt x="236948" y="49819"/>
                  <a:pt x="214646" y="49819"/>
                </a:cubicBezTo>
                <a:cubicBezTo>
                  <a:pt x="191648" y="49819"/>
                  <a:pt x="167024" y="70097"/>
                  <a:pt x="167024" y="102457"/>
                </a:cubicBezTo>
                <a:cubicBezTo>
                  <a:pt x="167024" y="131853"/>
                  <a:pt x="183751" y="152127"/>
                  <a:pt x="213019" y="152127"/>
                </a:cubicBezTo>
                <a:cubicBezTo>
                  <a:pt x="226960" y="152127"/>
                  <a:pt x="239270" y="147800"/>
                  <a:pt x="250886" y="129118"/>
                </a:cubicBezTo>
                <a:close/>
                <a:moveTo>
                  <a:pt x="350311" y="129118"/>
                </a:moveTo>
                <a:cubicBezTo>
                  <a:pt x="349382" y="127068"/>
                  <a:pt x="347521" y="126157"/>
                  <a:pt x="345433" y="125928"/>
                </a:cubicBezTo>
                <a:cubicBezTo>
                  <a:pt x="337532" y="135957"/>
                  <a:pt x="327543" y="140968"/>
                  <a:pt x="317555" y="140968"/>
                </a:cubicBezTo>
                <a:cubicBezTo>
                  <a:pt x="300597" y="140968"/>
                  <a:pt x="286426" y="124107"/>
                  <a:pt x="286426" y="97442"/>
                </a:cubicBezTo>
                <a:cubicBezTo>
                  <a:pt x="286426" y="72376"/>
                  <a:pt x="297577" y="57336"/>
                  <a:pt x="312911" y="57336"/>
                </a:cubicBezTo>
                <a:cubicBezTo>
                  <a:pt x="326615" y="57336"/>
                  <a:pt x="328472" y="65311"/>
                  <a:pt x="329404" y="73287"/>
                </a:cubicBezTo>
                <a:cubicBezTo>
                  <a:pt x="330099" y="79441"/>
                  <a:pt x="333353" y="81492"/>
                  <a:pt x="338230" y="81492"/>
                </a:cubicBezTo>
                <a:cubicBezTo>
                  <a:pt x="343108" y="81492"/>
                  <a:pt x="349612" y="78531"/>
                  <a:pt x="349612" y="71466"/>
                </a:cubicBezTo>
                <a:cubicBezTo>
                  <a:pt x="349612" y="58931"/>
                  <a:pt x="336373" y="49819"/>
                  <a:pt x="314070" y="49819"/>
                </a:cubicBezTo>
                <a:cubicBezTo>
                  <a:pt x="291073" y="49819"/>
                  <a:pt x="266448" y="70097"/>
                  <a:pt x="266448" y="102457"/>
                </a:cubicBezTo>
                <a:cubicBezTo>
                  <a:pt x="266448" y="131853"/>
                  <a:pt x="283175" y="152127"/>
                  <a:pt x="312443" y="152127"/>
                </a:cubicBezTo>
                <a:cubicBezTo>
                  <a:pt x="326384" y="152127"/>
                  <a:pt x="338695" y="147800"/>
                  <a:pt x="350311" y="129118"/>
                </a:cubicBezTo>
                <a:close/>
                <a:moveTo>
                  <a:pt x="386084" y="85669"/>
                </a:moveTo>
                <a:cubicBezTo>
                  <a:pt x="390498" y="60043"/>
                  <a:pt x="406760" y="58003"/>
                  <a:pt x="412336" y="58003"/>
                </a:cubicBezTo>
                <a:cubicBezTo>
                  <a:pt x="421162" y="58003"/>
                  <a:pt x="431615" y="62768"/>
                  <a:pt x="431615" y="81815"/>
                </a:cubicBezTo>
                <a:cubicBezTo>
                  <a:pt x="431615" y="83855"/>
                  <a:pt x="430686" y="84991"/>
                  <a:pt x="428131" y="84991"/>
                </a:cubicBezTo>
                <a:lnTo>
                  <a:pt x="386084" y="85669"/>
                </a:lnTo>
                <a:moveTo>
                  <a:pt x="446946" y="128680"/>
                </a:moveTo>
                <a:cubicBezTo>
                  <a:pt x="438354" y="137330"/>
                  <a:pt x="431615" y="140968"/>
                  <a:pt x="418142" y="140968"/>
                </a:cubicBezTo>
                <a:cubicBezTo>
                  <a:pt x="409780" y="140968"/>
                  <a:pt x="400022" y="136190"/>
                  <a:pt x="392823" y="124587"/>
                </a:cubicBezTo>
                <a:cubicBezTo>
                  <a:pt x="388176" y="117077"/>
                  <a:pt x="385386" y="106610"/>
                  <a:pt x="385386" y="93411"/>
                </a:cubicBezTo>
                <a:lnTo>
                  <a:pt x="447180" y="93867"/>
                </a:lnTo>
                <a:cubicBezTo>
                  <a:pt x="449966" y="93867"/>
                  <a:pt x="451593" y="92501"/>
                  <a:pt x="451593" y="89995"/>
                </a:cubicBezTo>
                <a:cubicBezTo>
                  <a:pt x="451593" y="70931"/>
                  <a:pt x="444624" y="50487"/>
                  <a:pt x="412336" y="50487"/>
                </a:cubicBezTo>
                <a:cubicBezTo>
                  <a:pt x="392125" y="50487"/>
                  <a:pt x="365873" y="69343"/>
                  <a:pt x="365873" y="103878"/>
                </a:cubicBezTo>
                <a:cubicBezTo>
                  <a:pt x="365873" y="116622"/>
                  <a:pt x="369127" y="128910"/>
                  <a:pt x="376794" y="137556"/>
                </a:cubicBezTo>
                <a:cubicBezTo>
                  <a:pt x="384691" y="146664"/>
                  <a:pt x="395609" y="152127"/>
                  <a:pt x="412336" y="152127"/>
                </a:cubicBezTo>
                <a:cubicBezTo>
                  <a:pt x="429988" y="152127"/>
                  <a:pt x="442533" y="144158"/>
                  <a:pt x="451827" y="132322"/>
                </a:cubicBezTo>
                <a:cubicBezTo>
                  <a:pt x="451128" y="130046"/>
                  <a:pt x="449735" y="128910"/>
                  <a:pt x="446946" y="128680"/>
                </a:cubicBezTo>
                <a:close/>
                <a:moveTo>
                  <a:pt x="472267" y="118408"/>
                </a:moveTo>
                <a:cubicBezTo>
                  <a:pt x="473195" y="129573"/>
                  <a:pt x="473894" y="140284"/>
                  <a:pt x="473894" y="149851"/>
                </a:cubicBezTo>
                <a:cubicBezTo>
                  <a:pt x="476215" y="149395"/>
                  <a:pt x="478541" y="149170"/>
                  <a:pt x="479700" y="149170"/>
                </a:cubicBezTo>
                <a:cubicBezTo>
                  <a:pt x="481327" y="149170"/>
                  <a:pt x="482720" y="149170"/>
                  <a:pt x="484347" y="149625"/>
                </a:cubicBezTo>
                <a:cubicBezTo>
                  <a:pt x="490621" y="151216"/>
                  <a:pt x="496891" y="152127"/>
                  <a:pt x="505487" y="152127"/>
                </a:cubicBezTo>
                <a:cubicBezTo>
                  <a:pt x="518496" y="152127"/>
                  <a:pt x="542422" y="145979"/>
                  <a:pt x="542422" y="123419"/>
                </a:cubicBezTo>
                <a:cubicBezTo>
                  <a:pt x="542422" y="107927"/>
                  <a:pt x="531040" y="98812"/>
                  <a:pt x="515242" y="93112"/>
                </a:cubicBezTo>
                <a:cubicBezTo>
                  <a:pt x="501304" y="87872"/>
                  <a:pt x="492014" y="84452"/>
                  <a:pt x="492014" y="71921"/>
                </a:cubicBezTo>
                <a:cubicBezTo>
                  <a:pt x="492014" y="62577"/>
                  <a:pt x="500375" y="57336"/>
                  <a:pt x="508273" y="57336"/>
                </a:cubicBezTo>
                <a:cubicBezTo>
                  <a:pt x="513384" y="57336"/>
                  <a:pt x="526857" y="59160"/>
                  <a:pt x="529877" y="78531"/>
                </a:cubicBezTo>
                <a:cubicBezTo>
                  <a:pt x="531270" y="79897"/>
                  <a:pt x="535917" y="79667"/>
                  <a:pt x="537310" y="78301"/>
                </a:cubicBezTo>
                <a:cubicBezTo>
                  <a:pt x="538009" y="70097"/>
                  <a:pt x="538473" y="61666"/>
                  <a:pt x="538707" y="54149"/>
                </a:cubicBezTo>
                <a:cubicBezTo>
                  <a:pt x="531504" y="53010"/>
                  <a:pt x="520353" y="49819"/>
                  <a:pt x="508273" y="49819"/>
                </a:cubicBezTo>
                <a:cubicBezTo>
                  <a:pt x="491085" y="49819"/>
                  <a:pt x="475520" y="60756"/>
                  <a:pt x="475520" y="75341"/>
                </a:cubicBezTo>
                <a:cubicBezTo>
                  <a:pt x="475520" y="91973"/>
                  <a:pt x="483184" y="99038"/>
                  <a:pt x="501074" y="106332"/>
                </a:cubicBezTo>
                <a:cubicBezTo>
                  <a:pt x="520353" y="114078"/>
                  <a:pt x="524766" y="118863"/>
                  <a:pt x="524766" y="128663"/>
                </a:cubicBezTo>
                <a:cubicBezTo>
                  <a:pt x="524766" y="139828"/>
                  <a:pt x="513618" y="144614"/>
                  <a:pt x="505022" y="144614"/>
                </a:cubicBezTo>
                <a:cubicBezTo>
                  <a:pt x="495962" y="144614"/>
                  <a:pt x="490851" y="141649"/>
                  <a:pt x="488529" y="139144"/>
                </a:cubicBezTo>
                <a:cubicBezTo>
                  <a:pt x="483418" y="133903"/>
                  <a:pt x="480862" y="123878"/>
                  <a:pt x="479469" y="118178"/>
                </a:cubicBezTo>
                <a:cubicBezTo>
                  <a:pt x="478076" y="116813"/>
                  <a:pt x="473660" y="117039"/>
                  <a:pt x="472267" y="118408"/>
                </a:cubicBezTo>
                <a:close/>
                <a:moveTo>
                  <a:pt x="562864" y="118408"/>
                </a:moveTo>
                <a:cubicBezTo>
                  <a:pt x="563793" y="129573"/>
                  <a:pt x="564491" y="140284"/>
                  <a:pt x="564491" y="149851"/>
                </a:cubicBezTo>
                <a:cubicBezTo>
                  <a:pt x="566813" y="149395"/>
                  <a:pt x="569138" y="149170"/>
                  <a:pt x="570297" y="149170"/>
                </a:cubicBezTo>
                <a:cubicBezTo>
                  <a:pt x="571924" y="149170"/>
                  <a:pt x="573317" y="149170"/>
                  <a:pt x="574944" y="149625"/>
                </a:cubicBezTo>
                <a:cubicBezTo>
                  <a:pt x="581218" y="151216"/>
                  <a:pt x="587488" y="152127"/>
                  <a:pt x="596084" y="152127"/>
                </a:cubicBezTo>
                <a:cubicBezTo>
                  <a:pt x="609093" y="152127"/>
                  <a:pt x="633019" y="145979"/>
                  <a:pt x="633019" y="123419"/>
                </a:cubicBezTo>
                <a:cubicBezTo>
                  <a:pt x="633019" y="107927"/>
                  <a:pt x="621637" y="98812"/>
                  <a:pt x="605839" y="93112"/>
                </a:cubicBezTo>
                <a:cubicBezTo>
                  <a:pt x="591901" y="87872"/>
                  <a:pt x="582611" y="84452"/>
                  <a:pt x="582611" y="71921"/>
                </a:cubicBezTo>
                <a:cubicBezTo>
                  <a:pt x="582611" y="62577"/>
                  <a:pt x="590973" y="57336"/>
                  <a:pt x="598870" y="57336"/>
                </a:cubicBezTo>
                <a:cubicBezTo>
                  <a:pt x="603981" y="57336"/>
                  <a:pt x="617455" y="59160"/>
                  <a:pt x="620475" y="78531"/>
                </a:cubicBezTo>
                <a:cubicBezTo>
                  <a:pt x="621868" y="79897"/>
                  <a:pt x="626515" y="79667"/>
                  <a:pt x="627908" y="78301"/>
                </a:cubicBezTo>
                <a:cubicBezTo>
                  <a:pt x="628606" y="70097"/>
                  <a:pt x="629070" y="61666"/>
                  <a:pt x="629304" y="54149"/>
                </a:cubicBezTo>
                <a:cubicBezTo>
                  <a:pt x="622102" y="53010"/>
                  <a:pt x="610950" y="49819"/>
                  <a:pt x="598870" y="49819"/>
                </a:cubicBezTo>
                <a:cubicBezTo>
                  <a:pt x="581682" y="49819"/>
                  <a:pt x="566118" y="60756"/>
                  <a:pt x="566118" y="75341"/>
                </a:cubicBezTo>
                <a:cubicBezTo>
                  <a:pt x="566118" y="91973"/>
                  <a:pt x="573781" y="99038"/>
                  <a:pt x="591671" y="106332"/>
                </a:cubicBezTo>
                <a:cubicBezTo>
                  <a:pt x="610950" y="114078"/>
                  <a:pt x="615363" y="118863"/>
                  <a:pt x="615363" y="128663"/>
                </a:cubicBezTo>
                <a:cubicBezTo>
                  <a:pt x="615363" y="139828"/>
                  <a:pt x="604215" y="144614"/>
                  <a:pt x="595620" y="144614"/>
                </a:cubicBezTo>
                <a:cubicBezTo>
                  <a:pt x="586560" y="144614"/>
                  <a:pt x="581448" y="141649"/>
                  <a:pt x="579127" y="139144"/>
                </a:cubicBezTo>
                <a:cubicBezTo>
                  <a:pt x="574015" y="133903"/>
                  <a:pt x="571460" y="123878"/>
                  <a:pt x="570067" y="118178"/>
                </a:cubicBezTo>
                <a:cubicBezTo>
                  <a:pt x="568673" y="116813"/>
                  <a:pt x="564257" y="117039"/>
                  <a:pt x="562864" y="1184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store1">
            <a:extLst xmlns:a="http://schemas.openxmlformats.org/drawingml/2006/main">
              <a:ext uri="{FF2B5EF4-FFF2-40B4-BE49-F238E27FC236}">
                <a16:creationId xmlns:a16="http://schemas.microsoft.com/office/drawing/2014/main" id="{988CCF4F-1DE9-441D-BBC4-1FFB4BF0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654" y="5066176"/>
            <a:ext cx="622800" cy="140784"/>
          </a:xfrm>
          <a:custGeom xmlns:a="http://schemas.openxmlformats.org/drawingml/2006/main">
            <a:pathLst>
              <a:path w="622800" h="140784">
                <a:moveTo>
                  <a:pt x="0" y="107065"/>
                </a:moveTo>
                <a:cubicBezTo>
                  <a:pt x="929" y="118231"/>
                  <a:pt x="1627" y="128941"/>
                  <a:pt x="1627" y="138508"/>
                </a:cubicBezTo>
                <a:cubicBezTo>
                  <a:pt x="3949" y="138053"/>
                  <a:pt x="6274" y="137827"/>
                  <a:pt x="7433" y="137827"/>
                </a:cubicBezTo>
                <a:cubicBezTo>
                  <a:pt x="9060" y="137827"/>
                  <a:pt x="10453" y="137827"/>
                  <a:pt x="12080" y="138282"/>
                </a:cubicBezTo>
                <a:cubicBezTo>
                  <a:pt x="18354" y="139874"/>
                  <a:pt x="24625" y="140784"/>
                  <a:pt x="33220" y="140784"/>
                </a:cubicBezTo>
                <a:cubicBezTo>
                  <a:pt x="46229" y="140784"/>
                  <a:pt x="70155" y="134637"/>
                  <a:pt x="70155" y="112076"/>
                </a:cubicBezTo>
                <a:cubicBezTo>
                  <a:pt x="70155" y="96584"/>
                  <a:pt x="58773" y="87469"/>
                  <a:pt x="42975" y="81770"/>
                </a:cubicBezTo>
                <a:cubicBezTo>
                  <a:pt x="29038" y="76529"/>
                  <a:pt x="19747" y="73110"/>
                  <a:pt x="19747" y="60578"/>
                </a:cubicBezTo>
                <a:cubicBezTo>
                  <a:pt x="19747" y="51234"/>
                  <a:pt x="28109" y="45993"/>
                  <a:pt x="36006" y="45993"/>
                </a:cubicBezTo>
                <a:cubicBezTo>
                  <a:pt x="41118" y="45993"/>
                  <a:pt x="54591" y="47818"/>
                  <a:pt x="57611" y="67188"/>
                </a:cubicBezTo>
                <a:cubicBezTo>
                  <a:pt x="59004" y="68554"/>
                  <a:pt x="63651" y="68324"/>
                  <a:pt x="65044" y="66959"/>
                </a:cubicBezTo>
                <a:cubicBezTo>
                  <a:pt x="65742" y="58754"/>
                  <a:pt x="66206" y="50323"/>
                  <a:pt x="66440" y="42807"/>
                </a:cubicBezTo>
                <a:cubicBezTo>
                  <a:pt x="59238" y="41667"/>
                  <a:pt x="48086" y="38477"/>
                  <a:pt x="36006" y="38477"/>
                </a:cubicBezTo>
                <a:cubicBezTo>
                  <a:pt x="18818" y="38477"/>
                  <a:pt x="3254" y="49413"/>
                  <a:pt x="3254" y="63998"/>
                </a:cubicBezTo>
                <a:cubicBezTo>
                  <a:pt x="3254" y="80630"/>
                  <a:pt x="10917" y="87695"/>
                  <a:pt x="28807" y="94989"/>
                </a:cubicBezTo>
                <a:cubicBezTo>
                  <a:pt x="48086" y="102735"/>
                  <a:pt x="52499" y="107520"/>
                  <a:pt x="52499" y="117320"/>
                </a:cubicBezTo>
                <a:cubicBezTo>
                  <a:pt x="52499" y="128486"/>
                  <a:pt x="41352" y="133271"/>
                  <a:pt x="32756" y="133271"/>
                </a:cubicBezTo>
                <a:cubicBezTo>
                  <a:pt x="23696" y="133271"/>
                  <a:pt x="18584" y="130307"/>
                  <a:pt x="16263" y="127801"/>
                </a:cubicBezTo>
                <a:cubicBezTo>
                  <a:pt x="11151" y="122561"/>
                  <a:pt x="8596" y="112535"/>
                  <a:pt x="7203" y="106836"/>
                </a:cubicBezTo>
                <a:cubicBezTo>
                  <a:pt x="5810" y="105470"/>
                  <a:pt x="1393" y="105696"/>
                  <a:pt x="0" y="107065"/>
                </a:cubicBezTo>
                <a:close/>
                <a:moveTo>
                  <a:pt x="89438" y="40923"/>
                </a:moveTo>
                <a:cubicBezTo>
                  <a:pt x="86184" y="40923"/>
                  <a:pt x="85255" y="43658"/>
                  <a:pt x="85255" y="45479"/>
                </a:cubicBezTo>
                <a:lnTo>
                  <a:pt x="85255" y="48440"/>
                </a:lnTo>
                <a:cubicBezTo>
                  <a:pt x="85255" y="49580"/>
                  <a:pt x="85486" y="49805"/>
                  <a:pt x="86418" y="49805"/>
                </a:cubicBezTo>
                <a:lnTo>
                  <a:pt x="100121" y="49805"/>
                </a:lnTo>
                <a:lnTo>
                  <a:pt x="100121" y="118255"/>
                </a:lnTo>
                <a:cubicBezTo>
                  <a:pt x="100121" y="134407"/>
                  <a:pt x="107324" y="140784"/>
                  <a:pt x="118008" y="140784"/>
                </a:cubicBezTo>
                <a:cubicBezTo>
                  <a:pt x="128695" y="140784"/>
                  <a:pt x="140310" y="135777"/>
                  <a:pt x="149370" y="125758"/>
                </a:cubicBezTo>
                <a:cubicBezTo>
                  <a:pt x="148906" y="123485"/>
                  <a:pt x="147513" y="122119"/>
                  <a:pt x="145188" y="121893"/>
                </a:cubicBezTo>
                <a:cubicBezTo>
                  <a:pt x="139148" y="126442"/>
                  <a:pt x="132179" y="128260"/>
                  <a:pt x="126139" y="128260"/>
                </a:cubicBezTo>
                <a:cubicBezTo>
                  <a:pt x="119869" y="128260"/>
                  <a:pt x="118476" y="121438"/>
                  <a:pt x="118476" y="107340"/>
                </a:cubicBezTo>
                <a:lnTo>
                  <a:pt x="118476" y="49805"/>
                </a:lnTo>
                <a:lnTo>
                  <a:pt x="142632" y="49805"/>
                </a:lnTo>
                <a:cubicBezTo>
                  <a:pt x="144957" y="49805"/>
                  <a:pt x="148208" y="48895"/>
                  <a:pt x="148208" y="46845"/>
                </a:cubicBezTo>
                <a:lnTo>
                  <a:pt x="148208" y="42292"/>
                </a:lnTo>
                <a:cubicBezTo>
                  <a:pt x="148208" y="41382"/>
                  <a:pt x="147513" y="40923"/>
                  <a:pt x="146350" y="40923"/>
                </a:cubicBezTo>
                <a:lnTo>
                  <a:pt x="118476" y="40923"/>
                </a:lnTo>
                <a:lnTo>
                  <a:pt x="118476" y="32044"/>
                </a:lnTo>
                <a:cubicBezTo>
                  <a:pt x="118476" y="17240"/>
                  <a:pt x="119404" y="8128"/>
                  <a:pt x="119404" y="8128"/>
                </a:cubicBezTo>
                <a:cubicBezTo>
                  <a:pt x="119404" y="6763"/>
                  <a:pt x="118706" y="6078"/>
                  <a:pt x="117543" y="6078"/>
                </a:cubicBezTo>
                <a:cubicBezTo>
                  <a:pt x="116615" y="6078"/>
                  <a:pt x="114523" y="6992"/>
                  <a:pt x="112435" y="8128"/>
                </a:cubicBezTo>
                <a:cubicBezTo>
                  <a:pt x="109880" y="9498"/>
                  <a:pt x="107555" y="10634"/>
                  <a:pt x="104535" y="11318"/>
                </a:cubicBezTo>
                <a:cubicBezTo>
                  <a:pt x="101748" y="12229"/>
                  <a:pt x="99427" y="12914"/>
                  <a:pt x="99427" y="14505"/>
                </a:cubicBezTo>
                <a:cubicBezTo>
                  <a:pt x="99427" y="17240"/>
                  <a:pt x="100121" y="15645"/>
                  <a:pt x="100121" y="40923"/>
                </a:cubicBezTo>
                <a:lnTo>
                  <a:pt x="89438" y="40923"/>
                </a:lnTo>
                <a:close/>
                <a:moveTo>
                  <a:pt x="162377" y="91795"/>
                </a:moveTo>
                <a:cubicBezTo>
                  <a:pt x="162377" y="115040"/>
                  <a:pt x="178176" y="140784"/>
                  <a:pt x="211162" y="140784"/>
                </a:cubicBezTo>
                <a:cubicBezTo>
                  <a:pt x="226028" y="140784"/>
                  <a:pt x="237413" y="135547"/>
                  <a:pt x="245311" y="128030"/>
                </a:cubicBezTo>
                <a:cubicBezTo>
                  <a:pt x="255764" y="118001"/>
                  <a:pt x="260411" y="103646"/>
                  <a:pt x="260411" y="89745"/>
                </a:cubicBezTo>
                <a:cubicBezTo>
                  <a:pt x="260411" y="66045"/>
                  <a:pt x="247168" y="38477"/>
                  <a:pt x="211626" y="38477"/>
                </a:cubicBezTo>
                <a:cubicBezTo>
                  <a:pt x="196296" y="38477"/>
                  <a:pt x="183751" y="44628"/>
                  <a:pt x="175156" y="54424"/>
                </a:cubicBezTo>
                <a:cubicBezTo>
                  <a:pt x="166794" y="64224"/>
                  <a:pt x="162377" y="77440"/>
                  <a:pt x="162377" y="91795"/>
                </a:cubicBezTo>
                <a:moveTo>
                  <a:pt x="208142" y="46448"/>
                </a:moveTo>
                <a:cubicBezTo>
                  <a:pt x="228119" y="46448"/>
                  <a:pt x="240433" y="64224"/>
                  <a:pt x="240433" y="97039"/>
                </a:cubicBezTo>
                <a:cubicBezTo>
                  <a:pt x="240433" y="125751"/>
                  <a:pt x="225333" y="132816"/>
                  <a:pt x="214416" y="132816"/>
                </a:cubicBezTo>
                <a:cubicBezTo>
                  <a:pt x="190256" y="132816"/>
                  <a:pt x="182358" y="104101"/>
                  <a:pt x="182358" y="86555"/>
                </a:cubicBezTo>
                <a:cubicBezTo>
                  <a:pt x="182358" y="66729"/>
                  <a:pt x="187236" y="46448"/>
                  <a:pt x="208142" y="46448"/>
                </a:cubicBezTo>
                <a:close/>
                <a:moveTo>
                  <a:pt x="310820" y="56929"/>
                </a:moveTo>
                <a:cubicBezTo>
                  <a:pt x="310355" y="47814"/>
                  <a:pt x="310121" y="41896"/>
                  <a:pt x="308962" y="39616"/>
                </a:cubicBezTo>
                <a:cubicBezTo>
                  <a:pt x="308494" y="38477"/>
                  <a:pt x="308030" y="37795"/>
                  <a:pt x="306173" y="37795"/>
                </a:cubicBezTo>
                <a:cubicBezTo>
                  <a:pt x="299668" y="40301"/>
                  <a:pt x="293628" y="42351"/>
                  <a:pt x="277599" y="44398"/>
                </a:cubicBezTo>
                <a:cubicBezTo>
                  <a:pt x="277135" y="45767"/>
                  <a:pt x="277599" y="49409"/>
                  <a:pt x="278064" y="50775"/>
                </a:cubicBezTo>
                <a:cubicBezTo>
                  <a:pt x="290608" y="51915"/>
                  <a:pt x="293164" y="53055"/>
                  <a:pt x="293164" y="66278"/>
                </a:cubicBezTo>
                <a:lnTo>
                  <a:pt x="293164" y="110742"/>
                </a:lnTo>
                <a:cubicBezTo>
                  <a:pt x="293164" y="129667"/>
                  <a:pt x="290378" y="130578"/>
                  <a:pt x="275972" y="131492"/>
                </a:cubicBezTo>
                <a:cubicBezTo>
                  <a:pt x="274579" y="132857"/>
                  <a:pt x="274579" y="137639"/>
                  <a:pt x="275972" y="139005"/>
                </a:cubicBezTo>
                <a:cubicBezTo>
                  <a:pt x="284104" y="138779"/>
                  <a:pt x="293164" y="138550"/>
                  <a:pt x="302458" y="138550"/>
                </a:cubicBezTo>
                <a:cubicBezTo>
                  <a:pt x="311748" y="138550"/>
                  <a:pt x="322435" y="138779"/>
                  <a:pt x="330563" y="139005"/>
                </a:cubicBezTo>
                <a:cubicBezTo>
                  <a:pt x="331960" y="137639"/>
                  <a:pt x="331960" y="132857"/>
                  <a:pt x="330563" y="131492"/>
                </a:cubicBezTo>
                <a:cubicBezTo>
                  <a:pt x="314304" y="130352"/>
                  <a:pt x="311514" y="129667"/>
                  <a:pt x="311514" y="110742"/>
                </a:cubicBezTo>
                <a:lnTo>
                  <a:pt x="311514" y="79049"/>
                </a:lnTo>
                <a:cubicBezTo>
                  <a:pt x="311514" y="73120"/>
                  <a:pt x="314304" y="67876"/>
                  <a:pt x="317090" y="63772"/>
                </a:cubicBezTo>
                <a:cubicBezTo>
                  <a:pt x="319646" y="60123"/>
                  <a:pt x="324991" y="52599"/>
                  <a:pt x="327777" y="52599"/>
                </a:cubicBezTo>
                <a:cubicBezTo>
                  <a:pt x="329868" y="52599"/>
                  <a:pt x="331960" y="53055"/>
                  <a:pt x="333817" y="55564"/>
                </a:cubicBezTo>
                <a:cubicBezTo>
                  <a:pt x="335444" y="57843"/>
                  <a:pt x="338230" y="60808"/>
                  <a:pt x="342179" y="60808"/>
                </a:cubicBezTo>
                <a:cubicBezTo>
                  <a:pt x="347755" y="60808"/>
                  <a:pt x="353096" y="55105"/>
                  <a:pt x="353096" y="49409"/>
                </a:cubicBezTo>
                <a:cubicBezTo>
                  <a:pt x="353096" y="45083"/>
                  <a:pt x="348917" y="38477"/>
                  <a:pt x="339159" y="38477"/>
                </a:cubicBezTo>
                <a:cubicBezTo>
                  <a:pt x="328241" y="38477"/>
                  <a:pt x="318717" y="48499"/>
                  <a:pt x="313375" y="57385"/>
                </a:cubicBezTo>
                <a:cubicBezTo>
                  <a:pt x="311982" y="59894"/>
                  <a:pt x="310820" y="58069"/>
                  <a:pt x="310820" y="56929"/>
                </a:cubicBezTo>
                <a:close/>
                <a:moveTo>
                  <a:pt x="383297" y="74326"/>
                </a:moveTo>
                <a:cubicBezTo>
                  <a:pt x="387710" y="48700"/>
                  <a:pt x="403973" y="46660"/>
                  <a:pt x="409548" y="46660"/>
                </a:cubicBezTo>
                <a:cubicBezTo>
                  <a:pt x="418375" y="46660"/>
                  <a:pt x="428828" y="51425"/>
                  <a:pt x="428828" y="70472"/>
                </a:cubicBezTo>
                <a:cubicBezTo>
                  <a:pt x="428828" y="72512"/>
                  <a:pt x="427899" y="73648"/>
                  <a:pt x="425343" y="73648"/>
                </a:cubicBezTo>
                <a:lnTo>
                  <a:pt x="383297" y="74326"/>
                </a:lnTo>
                <a:moveTo>
                  <a:pt x="444158" y="117338"/>
                </a:moveTo>
                <a:cubicBezTo>
                  <a:pt x="435566" y="125987"/>
                  <a:pt x="428828" y="129626"/>
                  <a:pt x="415354" y="129626"/>
                </a:cubicBezTo>
                <a:cubicBezTo>
                  <a:pt x="406993" y="129626"/>
                  <a:pt x="397234" y="124847"/>
                  <a:pt x="390035" y="113244"/>
                </a:cubicBezTo>
                <a:cubicBezTo>
                  <a:pt x="385388" y="105734"/>
                  <a:pt x="382599" y="95267"/>
                  <a:pt x="382599" y="82068"/>
                </a:cubicBezTo>
                <a:lnTo>
                  <a:pt x="444392" y="82524"/>
                </a:lnTo>
                <a:cubicBezTo>
                  <a:pt x="447178" y="82524"/>
                  <a:pt x="448805" y="81158"/>
                  <a:pt x="448805" y="78652"/>
                </a:cubicBezTo>
                <a:cubicBezTo>
                  <a:pt x="448805" y="59588"/>
                  <a:pt x="441836" y="39144"/>
                  <a:pt x="409548" y="39144"/>
                </a:cubicBezTo>
                <a:cubicBezTo>
                  <a:pt x="389337" y="39144"/>
                  <a:pt x="363085" y="58000"/>
                  <a:pt x="363085" y="92536"/>
                </a:cubicBezTo>
                <a:cubicBezTo>
                  <a:pt x="363085" y="105279"/>
                  <a:pt x="366339" y="117567"/>
                  <a:pt x="374006" y="126213"/>
                </a:cubicBezTo>
                <a:cubicBezTo>
                  <a:pt x="381904" y="135321"/>
                  <a:pt x="392821" y="140784"/>
                  <a:pt x="409548" y="140784"/>
                </a:cubicBezTo>
                <a:cubicBezTo>
                  <a:pt x="427201" y="140784"/>
                  <a:pt x="439745" y="132816"/>
                  <a:pt x="449039" y="120979"/>
                </a:cubicBezTo>
                <a:cubicBezTo>
                  <a:pt x="448341" y="118703"/>
                  <a:pt x="446948" y="117567"/>
                  <a:pt x="444158" y="117338"/>
                </a:cubicBezTo>
                <a:close/>
                <a:moveTo>
                  <a:pt x="601196" y="110752"/>
                </a:moveTo>
                <a:lnTo>
                  <a:pt x="601196" y="31676"/>
                </a:lnTo>
                <a:cubicBezTo>
                  <a:pt x="601196" y="18005"/>
                  <a:pt x="601426" y="4104"/>
                  <a:pt x="601894" y="1140"/>
                </a:cubicBezTo>
                <a:cubicBezTo>
                  <a:pt x="601894" y="0"/>
                  <a:pt x="601426" y="0"/>
                  <a:pt x="600498" y="0"/>
                </a:cubicBezTo>
                <a:cubicBezTo>
                  <a:pt x="587723" y="7750"/>
                  <a:pt x="575409" y="13445"/>
                  <a:pt x="554967" y="22790"/>
                </a:cubicBezTo>
                <a:cubicBezTo>
                  <a:pt x="555431" y="25295"/>
                  <a:pt x="556360" y="27575"/>
                  <a:pt x="558451" y="28944"/>
                </a:cubicBezTo>
                <a:cubicBezTo>
                  <a:pt x="569138" y="24614"/>
                  <a:pt x="574250" y="23245"/>
                  <a:pt x="578663" y="23245"/>
                </a:cubicBezTo>
                <a:cubicBezTo>
                  <a:pt x="582611" y="23245"/>
                  <a:pt x="583310" y="28715"/>
                  <a:pt x="583310" y="36464"/>
                </a:cubicBezTo>
                <a:lnTo>
                  <a:pt x="583310" y="110752"/>
                </a:lnTo>
                <a:cubicBezTo>
                  <a:pt x="583310" y="129667"/>
                  <a:pt x="577036" y="130807"/>
                  <a:pt x="560777" y="131492"/>
                </a:cubicBezTo>
                <a:cubicBezTo>
                  <a:pt x="559380" y="132857"/>
                  <a:pt x="559380" y="137639"/>
                  <a:pt x="560777" y="139005"/>
                </a:cubicBezTo>
                <a:cubicBezTo>
                  <a:pt x="572158" y="138779"/>
                  <a:pt x="580520" y="138550"/>
                  <a:pt x="593064" y="138550"/>
                </a:cubicBezTo>
                <a:cubicBezTo>
                  <a:pt x="604216" y="138550"/>
                  <a:pt x="609792" y="138779"/>
                  <a:pt x="621407" y="139005"/>
                </a:cubicBezTo>
                <a:cubicBezTo>
                  <a:pt x="622800" y="137639"/>
                  <a:pt x="622800" y="132857"/>
                  <a:pt x="621407" y="131492"/>
                </a:cubicBezTo>
                <a:cubicBezTo>
                  <a:pt x="605145" y="130807"/>
                  <a:pt x="601196" y="129667"/>
                  <a:pt x="601196" y="1107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8E501-E4E2-4FBB-99FA-3ADD8579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754" y="4308739"/>
            <a:ext cx="40" cy="351992"/>
          </a:xfrm>
          <a:custGeom xmlns:a="http://schemas.openxmlformats.org/drawingml/2006/main">
            <a:pathLst>
              <a:path w="40" h="351992" fill="none">
                <a:moveTo>
                  <a:pt x="40" y="0"/>
                </a:moveTo>
                <a:lnTo>
                  <a:pt x="0" y="351992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4323A-4C6A-4B56-8FD4-5B48B413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4753" y="4592406"/>
            <a:ext cx="74015" cy="91099"/>
          </a:xfrm>
          <a:custGeom xmlns:a="http://schemas.openxmlformats.org/drawingml/2006/main">
            <a:pathLst>
              <a:path w="74015" h="91099">
                <a:moveTo>
                  <a:pt x="36999" y="91099"/>
                </a:moveTo>
                <a:cubicBezTo>
                  <a:pt x="42695" y="62632"/>
                  <a:pt x="54085" y="34166"/>
                  <a:pt x="74015" y="7"/>
                </a:cubicBezTo>
                <a:cubicBezTo>
                  <a:pt x="48391" y="34165"/>
                  <a:pt x="25617" y="34163"/>
                  <a:pt x="0" y="0"/>
                </a:cubicBezTo>
                <a:cubicBezTo>
                  <a:pt x="19924" y="34163"/>
                  <a:pt x="31308" y="62631"/>
                  <a:pt x="36999" y="910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1BF23-5768-4396-92C5-2607292F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4753" y="4592406"/>
            <a:ext cx="74015" cy="91099"/>
          </a:xfrm>
          <a:custGeom xmlns:a="http://schemas.openxmlformats.org/drawingml/2006/main">
            <a:pathLst>
              <a:path w="74015" h="91099" fill="none">
                <a:moveTo>
                  <a:pt x="36999" y="91099"/>
                </a:moveTo>
                <a:cubicBezTo>
                  <a:pt x="42695" y="62632"/>
                  <a:pt x="54085" y="34166"/>
                  <a:pt x="74015" y="7"/>
                </a:cubicBezTo>
                <a:cubicBezTo>
                  <a:pt x="48391" y="34165"/>
                  <a:pt x="25617" y="34163"/>
                  <a:pt x="0" y="0"/>
                </a:cubicBezTo>
                <a:cubicBezTo>
                  <a:pt x="19924" y="34163"/>
                  <a:pt x="31308" y="62631"/>
                  <a:pt x="36999" y="9109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DF119-F718-4ADA-AE12-AFAF407F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210" y="4308739"/>
            <a:ext cx="31" cy="351992"/>
          </a:xfrm>
          <a:custGeom xmlns:a="http://schemas.openxmlformats.org/drawingml/2006/main">
            <a:pathLst>
              <a:path w="31" h="351992" fill="none">
                <a:moveTo>
                  <a:pt x="31" y="0"/>
                </a:moveTo>
                <a:lnTo>
                  <a:pt x="0" y="351992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DB2B3-6A1E-4A6E-8D98-8BC8EFBA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209" y="4592406"/>
            <a:ext cx="74015" cy="91099"/>
          </a:xfrm>
          <a:custGeom xmlns:a="http://schemas.openxmlformats.org/drawingml/2006/main">
            <a:pathLst>
              <a:path w="74015" h="91099">
                <a:moveTo>
                  <a:pt x="37000" y="91099"/>
                </a:moveTo>
                <a:cubicBezTo>
                  <a:pt x="42696" y="62632"/>
                  <a:pt x="54085" y="34165"/>
                  <a:pt x="74015" y="6"/>
                </a:cubicBezTo>
                <a:cubicBezTo>
                  <a:pt x="48391" y="34165"/>
                  <a:pt x="25618" y="34163"/>
                  <a:pt x="0" y="0"/>
                </a:cubicBezTo>
                <a:cubicBezTo>
                  <a:pt x="19924" y="34163"/>
                  <a:pt x="31309" y="62631"/>
                  <a:pt x="37000" y="910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0A557-876A-4B99-B89C-C179CA91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209" y="4592406"/>
            <a:ext cx="74015" cy="91099"/>
          </a:xfrm>
          <a:custGeom xmlns:a="http://schemas.openxmlformats.org/drawingml/2006/main">
            <a:pathLst>
              <a:path w="74015" h="91099" fill="none">
                <a:moveTo>
                  <a:pt x="37000" y="91099"/>
                </a:moveTo>
                <a:cubicBezTo>
                  <a:pt x="42696" y="62632"/>
                  <a:pt x="54085" y="34165"/>
                  <a:pt x="74015" y="6"/>
                </a:cubicBezTo>
                <a:cubicBezTo>
                  <a:pt x="48391" y="34165"/>
                  <a:pt x="25618" y="34163"/>
                  <a:pt x="0" y="0"/>
                </a:cubicBezTo>
                <a:cubicBezTo>
                  <a:pt x="19924" y="34163"/>
                  <a:pt x="31309" y="62631"/>
                  <a:pt x="37000" y="9109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25665-9349-4BEF-824E-4D1D7BF0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671" y="4308739"/>
            <a:ext cx="10" cy="351992"/>
          </a:xfrm>
          <a:custGeom xmlns:a="http://schemas.openxmlformats.org/drawingml/2006/main">
            <a:pathLst>
              <a:path w="6" h="351992" fill="none">
                <a:moveTo>
                  <a:pt x="6" y="0"/>
                </a:moveTo>
                <a:lnTo>
                  <a:pt x="0" y="351992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A9AAB-C5C0-45AD-9C9D-D81D7A74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666" y="4592408"/>
            <a:ext cx="74015" cy="91097"/>
          </a:xfrm>
          <a:custGeom xmlns:a="http://schemas.openxmlformats.org/drawingml/2006/main">
            <a:pathLst>
              <a:path w="74015" h="91097">
                <a:moveTo>
                  <a:pt x="37005" y="91097"/>
                </a:moveTo>
                <a:cubicBezTo>
                  <a:pt x="42700" y="62629"/>
                  <a:pt x="54087" y="34162"/>
                  <a:pt x="74015" y="1"/>
                </a:cubicBezTo>
                <a:cubicBezTo>
                  <a:pt x="48394" y="34162"/>
                  <a:pt x="25620" y="34162"/>
                  <a:pt x="0" y="0"/>
                </a:cubicBezTo>
                <a:cubicBezTo>
                  <a:pt x="19926" y="34161"/>
                  <a:pt x="31313" y="62629"/>
                  <a:pt x="37005" y="910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31C7A-C46C-4E8D-9DAE-46985794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666" y="4592408"/>
            <a:ext cx="74015" cy="91097"/>
          </a:xfrm>
          <a:custGeom xmlns:a="http://schemas.openxmlformats.org/drawingml/2006/main">
            <a:pathLst>
              <a:path w="74015" h="91097" fill="none">
                <a:moveTo>
                  <a:pt x="37005" y="91097"/>
                </a:moveTo>
                <a:cubicBezTo>
                  <a:pt x="42700" y="62629"/>
                  <a:pt x="54087" y="34162"/>
                  <a:pt x="74015" y="1"/>
                </a:cubicBezTo>
                <a:cubicBezTo>
                  <a:pt x="48394" y="34162"/>
                  <a:pt x="25620" y="34162"/>
                  <a:pt x="0" y="0"/>
                </a:cubicBezTo>
                <a:cubicBezTo>
                  <a:pt x="19926" y="34161"/>
                  <a:pt x="31313" y="62629"/>
                  <a:pt x="37005" y="910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C3BEC-D679-4D54-9251-BD534617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443" y="5918920"/>
            <a:ext cx="1215027" cy="425262"/>
          </a:xfrm>
          <a:custGeom xmlns:a="http://schemas.openxmlformats.org/drawingml/2006/main">
            <a:pathLst>
              <a:path w="1215027" h="425262">
                <a:moveTo>
                  <a:pt x="0" y="425262"/>
                </a:moveTo>
                <a:lnTo>
                  <a:pt x="1215027" y="425262"/>
                </a:lnTo>
                <a:lnTo>
                  <a:pt x="1215027" y="0"/>
                </a:lnTo>
                <a:lnTo>
                  <a:pt x="0" y="0"/>
                </a:lnTo>
                <a:lnTo>
                  <a:pt x="0" y="425262"/>
                </a:lnTo>
                <a:close/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D47AC-D97B-42B3-92BA-131C58E8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932" y="5924622"/>
            <a:ext cx="6662301" cy="10"/>
          </a:xfrm>
          <a:custGeom xmlns:a="http://schemas.openxmlformats.org/drawingml/2006/main">
            <a:pathLst>
              <a:path w="6662301" h="1" fill="none">
                <a:moveTo>
                  <a:pt x="0" y="0"/>
                </a:moveTo>
                <a:lnTo>
                  <a:pt x="66623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500" cap="flat">
            <a:solidFill>
              <a:srgbClr val="000000"/>
            </a:solidFill>
            <a:custDash>
              <a:ds d="100000" sp="140587"/>
            </a:custDash>
            <a:miter/>
          </a:ln>
        </p:spPr>
      </p:sp>
      <p:sp>
        <p:nvSpPr>
          <p:cNvPr id="70" name="Text Misprediction">
            <a:extLst xmlns:a="http://schemas.openxmlformats.org/drawingml/2006/main">
              <a:ext uri="{FF2B5EF4-FFF2-40B4-BE49-F238E27FC236}">
                <a16:creationId xmlns:a16="http://schemas.microsoft.com/office/drawing/2014/main" id="{51D8269A-71F6-433F-9309-E1EAA2F7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239" y="6003911"/>
            <a:ext cx="1125714" cy="185849"/>
          </a:xfrm>
          <a:custGeom xmlns:a="http://schemas.openxmlformats.org/drawingml/2006/main">
            <a:pathLst>
              <a:path w="1125714" h="185849">
                <a:moveTo>
                  <a:pt x="129331" y="116006"/>
                </a:moveTo>
                <a:cubicBezTo>
                  <a:pt x="130328" y="132159"/>
                  <a:pt x="129528" y="132359"/>
                  <a:pt x="116578" y="132958"/>
                </a:cubicBezTo>
                <a:cubicBezTo>
                  <a:pt x="115380" y="134153"/>
                  <a:pt x="115380" y="138337"/>
                  <a:pt x="116578" y="139532"/>
                </a:cubicBezTo>
                <a:cubicBezTo>
                  <a:pt x="123949" y="139335"/>
                  <a:pt x="131921" y="139134"/>
                  <a:pt x="137899" y="139134"/>
                </a:cubicBezTo>
                <a:cubicBezTo>
                  <a:pt x="143878" y="139134"/>
                  <a:pt x="153045" y="139335"/>
                  <a:pt x="159619" y="139532"/>
                </a:cubicBezTo>
                <a:cubicBezTo>
                  <a:pt x="160817" y="138337"/>
                  <a:pt x="160817" y="134153"/>
                  <a:pt x="159619" y="132958"/>
                </a:cubicBezTo>
                <a:cubicBezTo>
                  <a:pt x="146070" y="132359"/>
                  <a:pt x="145471" y="131563"/>
                  <a:pt x="144276" y="115009"/>
                </a:cubicBezTo>
                <a:lnTo>
                  <a:pt x="138298" y="31055"/>
                </a:lnTo>
                <a:cubicBezTo>
                  <a:pt x="137501" y="20285"/>
                  <a:pt x="138499" y="17493"/>
                  <a:pt x="152048" y="16697"/>
                </a:cubicBezTo>
                <a:cubicBezTo>
                  <a:pt x="153243" y="15502"/>
                  <a:pt x="153243" y="11318"/>
                  <a:pt x="152048" y="10119"/>
                </a:cubicBezTo>
                <a:lnTo>
                  <a:pt x="125943" y="10521"/>
                </a:lnTo>
                <a:lnTo>
                  <a:pt x="83696" y="111619"/>
                </a:lnTo>
                <a:cubicBezTo>
                  <a:pt x="82899" y="113613"/>
                  <a:pt x="82300" y="114413"/>
                  <a:pt x="81902" y="114413"/>
                </a:cubicBezTo>
                <a:cubicBezTo>
                  <a:pt x="81503" y="114413"/>
                  <a:pt x="80907" y="113416"/>
                  <a:pt x="80308" y="111819"/>
                </a:cubicBezTo>
                <a:lnTo>
                  <a:pt x="39456" y="10521"/>
                </a:lnTo>
                <a:lnTo>
                  <a:pt x="10560" y="10119"/>
                </a:lnTo>
                <a:cubicBezTo>
                  <a:pt x="9365" y="11318"/>
                  <a:pt x="9365" y="15502"/>
                  <a:pt x="10560" y="16697"/>
                </a:cubicBezTo>
                <a:cubicBezTo>
                  <a:pt x="24311" y="17493"/>
                  <a:pt x="25509" y="17892"/>
                  <a:pt x="24113" y="32849"/>
                </a:cubicBezTo>
                <a:lnTo>
                  <a:pt x="16140" y="115009"/>
                </a:lnTo>
                <a:cubicBezTo>
                  <a:pt x="14945" y="126974"/>
                  <a:pt x="12555" y="131961"/>
                  <a:pt x="1195" y="132958"/>
                </a:cubicBezTo>
                <a:cubicBezTo>
                  <a:pt x="0" y="134153"/>
                  <a:pt x="0" y="138337"/>
                  <a:pt x="1195" y="139532"/>
                </a:cubicBezTo>
                <a:cubicBezTo>
                  <a:pt x="7173" y="139335"/>
                  <a:pt x="13549" y="139134"/>
                  <a:pt x="18332" y="139134"/>
                </a:cubicBezTo>
                <a:cubicBezTo>
                  <a:pt x="23116" y="139134"/>
                  <a:pt x="31088" y="139335"/>
                  <a:pt x="37066" y="139532"/>
                </a:cubicBezTo>
                <a:cubicBezTo>
                  <a:pt x="38261" y="138337"/>
                  <a:pt x="38261" y="134153"/>
                  <a:pt x="37066" y="132958"/>
                </a:cubicBezTo>
                <a:cubicBezTo>
                  <a:pt x="23912" y="131961"/>
                  <a:pt x="22918" y="125779"/>
                  <a:pt x="23912" y="114611"/>
                </a:cubicBezTo>
                <a:lnTo>
                  <a:pt x="31487" y="34643"/>
                </a:lnTo>
                <a:lnTo>
                  <a:pt x="31885" y="34643"/>
                </a:lnTo>
                <a:lnTo>
                  <a:pt x="73135" y="138140"/>
                </a:lnTo>
                <a:cubicBezTo>
                  <a:pt x="73731" y="139496"/>
                  <a:pt x="74929" y="141089"/>
                  <a:pt x="76124" y="141089"/>
                </a:cubicBezTo>
                <a:cubicBezTo>
                  <a:pt x="77319" y="141089"/>
                  <a:pt x="78116" y="139697"/>
                  <a:pt x="78913" y="138100"/>
                </a:cubicBezTo>
                <a:lnTo>
                  <a:pt x="123751" y="32645"/>
                </a:lnTo>
                <a:lnTo>
                  <a:pt x="124149" y="32645"/>
                </a:lnTo>
                <a:lnTo>
                  <a:pt x="129331" y="116006"/>
                </a:lnTo>
                <a:close/>
                <a:moveTo>
                  <a:pt x="182338" y="19686"/>
                </a:moveTo>
                <a:cubicBezTo>
                  <a:pt x="182338" y="24867"/>
                  <a:pt x="187121" y="30048"/>
                  <a:pt x="191901" y="30048"/>
                </a:cubicBezTo>
                <a:cubicBezTo>
                  <a:pt x="197481" y="30048"/>
                  <a:pt x="202264" y="24669"/>
                  <a:pt x="202264" y="20482"/>
                </a:cubicBezTo>
                <a:cubicBezTo>
                  <a:pt x="202264" y="15702"/>
                  <a:pt x="198080" y="10119"/>
                  <a:pt x="192701" y="10119"/>
                </a:cubicBezTo>
                <a:cubicBezTo>
                  <a:pt x="187918" y="10119"/>
                  <a:pt x="182338" y="14903"/>
                  <a:pt x="182338" y="19686"/>
                </a:cubicBezTo>
                <a:moveTo>
                  <a:pt x="200473" y="114820"/>
                </a:moveTo>
                <a:lnTo>
                  <a:pt x="200473" y="75160"/>
                </a:lnTo>
                <a:cubicBezTo>
                  <a:pt x="200473" y="65196"/>
                  <a:pt x="201270" y="52398"/>
                  <a:pt x="201270" y="52398"/>
                </a:cubicBezTo>
                <a:cubicBezTo>
                  <a:pt x="201270" y="51592"/>
                  <a:pt x="200273" y="50987"/>
                  <a:pt x="198679" y="50987"/>
                </a:cubicBezTo>
                <a:cubicBezTo>
                  <a:pt x="193100" y="53203"/>
                  <a:pt x="185127" y="55016"/>
                  <a:pt x="171377" y="56825"/>
                </a:cubicBezTo>
                <a:cubicBezTo>
                  <a:pt x="170978" y="58023"/>
                  <a:pt x="171377" y="61210"/>
                  <a:pt x="171775" y="62408"/>
                </a:cubicBezTo>
                <a:cubicBezTo>
                  <a:pt x="182737" y="63402"/>
                  <a:pt x="184728" y="64600"/>
                  <a:pt x="184728" y="75960"/>
                </a:cubicBezTo>
                <a:lnTo>
                  <a:pt x="184728" y="114820"/>
                </a:lnTo>
                <a:cubicBezTo>
                  <a:pt x="184728" y="131362"/>
                  <a:pt x="182536" y="131961"/>
                  <a:pt x="170382" y="132958"/>
                </a:cubicBezTo>
                <a:cubicBezTo>
                  <a:pt x="169184" y="134153"/>
                  <a:pt x="169184" y="138337"/>
                  <a:pt x="170382" y="139532"/>
                </a:cubicBezTo>
                <a:cubicBezTo>
                  <a:pt x="176956" y="139335"/>
                  <a:pt x="184728" y="139134"/>
                  <a:pt x="192701" y="139134"/>
                </a:cubicBezTo>
                <a:cubicBezTo>
                  <a:pt x="200671" y="139134"/>
                  <a:pt x="208242" y="139335"/>
                  <a:pt x="214819" y="139532"/>
                </a:cubicBezTo>
                <a:cubicBezTo>
                  <a:pt x="216014" y="138337"/>
                  <a:pt x="216014" y="134153"/>
                  <a:pt x="214819" y="132958"/>
                </a:cubicBezTo>
                <a:cubicBezTo>
                  <a:pt x="202663" y="132162"/>
                  <a:pt x="200473" y="131362"/>
                  <a:pt x="200473" y="114820"/>
                </a:cubicBezTo>
                <a:close/>
                <a:moveTo>
                  <a:pt x="227971" y="111585"/>
                </a:moveTo>
                <a:cubicBezTo>
                  <a:pt x="228768" y="121355"/>
                  <a:pt x="229367" y="130726"/>
                  <a:pt x="229367" y="139098"/>
                </a:cubicBezTo>
                <a:cubicBezTo>
                  <a:pt x="231359" y="138699"/>
                  <a:pt x="233353" y="138502"/>
                  <a:pt x="234348" y="138502"/>
                </a:cubicBezTo>
                <a:cubicBezTo>
                  <a:pt x="235743" y="138502"/>
                  <a:pt x="236938" y="138502"/>
                  <a:pt x="238334" y="138900"/>
                </a:cubicBezTo>
                <a:cubicBezTo>
                  <a:pt x="243716" y="140293"/>
                  <a:pt x="249095" y="141089"/>
                  <a:pt x="256469" y="141089"/>
                </a:cubicBezTo>
                <a:cubicBezTo>
                  <a:pt x="267628" y="141089"/>
                  <a:pt x="288153" y="135710"/>
                  <a:pt x="288153" y="115970"/>
                </a:cubicBezTo>
                <a:cubicBezTo>
                  <a:pt x="288153" y="102414"/>
                  <a:pt x="278389" y="94439"/>
                  <a:pt x="264837" y="89452"/>
                </a:cubicBezTo>
                <a:cubicBezTo>
                  <a:pt x="252881" y="84866"/>
                  <a:pt x="244911" y="81874"/>
                  <a:pt x="244911" y="70909"/>
                </a:cubicBezTo>
                <a:cubicBezTo>
                  <a:pt x="244911" y="62733"/>
                  <a:pt x="252084" y="58148"/>
                  <a:pt x="258859" y="58148"/>
                </a:cubicBezTo>
                <a:cubicBezTo>
                  <a:pt x="263244" y="58148"/>
                  <a:pt x="274801" y="59744"/>
                  <a:pt x="277392" y="76693"/>
                </a:cubicBezTo>
                <a:cubicBezTo>
                  <a:pt x="278587" y="77888"/>
                  <a:pt x="282573" y="77687"/>
                  <a:pt x="283768" y="76492"/>
                </a:cubicBezTo>
                <a:cubicBezTo>
                  <a:pt x="284367" y="69313"/>
                  <a:pt x="284766" y="61936"/>
                  <a:pt x="284966" y="55359"/>
                </a:cubicBezTo>
                <a:cubicBezTo>
                  <a:pt x="278788" y="54362"/>
                  <a:pt x="269222" y="51571"/>
                  <a:pt x="258859" y="51571"/>
                </a:cubicBezTo>
                <a:cubicBezTo>
                  <a:pt x="244114" y="51571"/>
                  <a:pt x="230763" y="61140"/>
                  <a:pt x="230763" y="73902"/>
                </a:cubicBezTo>
                <a:cubicBezTo>
                  <a:pt x="230763" y="88454"/>
                  <a:pt x="237337" y="94636"/>
                  <a:pt x="252683" y="101019"/>
                </a:cubicBezTo>
                <a:cubicBezTo>
                  <a:pt x="269222" y="107796"/>
                  <a:pt x="273007" y="111983"/>
                  <a:pt x="273007" y="120558"/>
                </a:cubicBezTo>
                <a:cubicBezTo>
                  <a:pt x="273007" y="130328"/>
                  <a:pt x="263444" y="134515"/>
                  <a:pt x="256070" y="134515"/>
                </a:cubicBezTo>
                <a:cubicBezTo>
                  <a:pt x="248298" y="134515"/>
                  <a:pt x="243914" y="131921"/>
                  <a:pt x="241922" y="129729"/>
                </a:cubicBezTo>
                <a:cubicBezTo>
                  <a:pt x="237537" y="125144"/>
                  <a:pt x="235345" y="116371"/>
                  <a:pt x="234150" y="111384"/>
                </a:cubicBezTo>
                <a:cubicBezTo>
                  <a:pt x="232955" y="110189"/>
                  <a:pt x="229166" y="110387"/>
                  <a:pt x="227971" y="111585"/>
                </a:cubicBezTo>
                <a:close/>
                <a:moveTo>
                  <a:pt x="330997" y="73102"/>
                </a:moveTo>
                <a:cubicBezTo>
                  <a:pt x="336178" y="66719"/>
                  <a:pt x="345346" y="60738"/>
                  <a:pt x="351124" y="60738"/>
                </a:cubicBezTo>
                <a:cubicBezTo>
                  <a:pt x="363879" y="60738"/>
                  <a:pt x="374838" y="75094"/>
                  <a:pt x="374838" y="97625"/>
                </a:cubicBezTo>
                <a:cubicBezTo>
                  <a:pt x="374838" y="113978"/>
                  <a:pt x="369061" y="134314"/>
                  <a:pt x="346742" y="134314"/>
                </a:cubicBezTo>
                <a:cubicBezTo>
                  <a:pt x="343154" y="134314"/>
                  <a:pt x="336178" y="133317"/>
                  <a:pt x="332593" y="130127"/>
                </a:cubicBezTo>
                <a:cubicBezTo>
                  <a:pt x="328607" y="126539"/>
                  <a:pt x="327810" y="125341"/>
                  <a:pt x="327810" y="118165"/>
                </a:cubicBezTo>
                <a:lnTo>
                  <a:pt x="327810" y="81874"/>
                </a:lnTo>
                <a:cubicBezTo>
                  <a:pt x="327810" y="77687"/>
                  <a:pt x="328607" y="75893"/>
                  <a:pt x="330997" y="73102"/>
                </a:cubicBezTo>
                <a:moveTo>
                  <a:pt x="327211" y="65722"/>
                </a:moveTo>
                <a:cubicBezTo>
                  <a:pt x="327014" y="59741"/>
                  <a:pt x="326615" y="54563"/>
                  <a:pt x="325618" y="52568"/>
                </a:cubicBezTo>
                <a:cubicBezTo>
                  <a:pt x="325220" y="51571"/>
                  <a:pt x="324821" y="50975"/>
                  <a:pt x="323225" y="50975"/>
                </a:cubicBezTo>
                <a:cubicBezTo>
                  <a:pt x="317645" y="53167"/>
                  <a:pt x="312464" y="54961"/>
                  <a:pt x="298714" y="56752"/>
                </a:cubicBezTo>
                <a:cubicBezTo>
                  <a:pt x="298315" y="57950"/>
                  <a:pt x="298714" y="61137"/>
                  <a:pt x="299115" y="62335"/>
                </a:cubicBezTo>
                <a:cubicBezTo>
                  <a:pt x="309873" y="63332"/>
                  <a:pt x="312066" y="64326"/>
                  <a:pt x="312066" y="75893"/>
                </a:cubicBezTo>
                <a:lnTo>
                  <a:pt x="312066" y="161082"/>
                </a:lnTo>
                <a:cubicBezTo>
                  <a:pt x="312066" y="177675"/>
                  <a:pt x="309873" y="178675"/>
                  <a:pt x="297720" y="179275"/>
                </a:cubicBezTo>
                <a:cubicBezTo>
                  <a:pt x="296524" y="180470"/>
                  <a:pt x="296524" y="184654"/>
                  <a:pt x="297720" y="185849"/>
                </a:cubicBezTo>
                <a:cubicBezTo>
                  <a:pt x="304695" y="185651"/>
                  <a:pt x="312066" y="185450"/>
                  <a:pt x="320038" y="185450"/>
                </a:cubicBezTo>
                <a:cubicBezTo>
                  <a:pt x="328008" y="185450"/>
                  <a:pt x="337574" y="185651"/>
                  <a:pt x="344151" y="185849"/>
                </a:cubicBezTo>
                <a:cubicBezTo>
                  <a:pt x="345346" y="184654"/>
                  <a:pt x="345346" y="180470"/>
                  <a:pt x="344151" y="179275"/>
                </a:cubicBezTo>
                <a:cubicBezTo>
                  <a:pt x="330003" y="178475"/>
                  <a:pt x="327810" y="177675"/>
                  <a:pt x="327810" y="161082"/>
                </a:cubicBezTo>
                <a:lnTo>
                  <a:pt x="327810" y="139496"/>
                </a:lnTo>
                <a:cubicBezTo>
                  <a:pt x="327810" y="136905"/>
                  <a:pt x="328607" y="137106"/>
                  <a:pt x="330599" y="138100"/>
                </a:cubicBezTo>
                <a:cubicBezTo>
                  <a:pt x="335582" y="139894"/>
                  <a:pt x="341561" y="141089"/>
                  <a:pt x="347937" y="141089"/>
                </a:cubicBezTo>
                <a:cubicBezTo>
                  <a:pt x="359096" y="141089"/>
                  <a:pt x="369061" y="137702"/>
                  <a:pt x="377231" y="129930"/>
                </a:cubicBezTo>
                <a:cubicBezTo>
                  <a:pt x="386597" y="120756"/>
                  <a:pt x="391976" y="108392"/>
                  <a:pt x="391976" y="92243"/>
                </a:cubicBezTo>
                <a:cubicBezTo>
                  <a:pt x="391976" y="71107"/>
                  <a:pt x="377030" y="51571"/>
                  <a:pt x="356703" y="51571"/>
                </a:cubicBezTo>
                <a:cubicBezTo>
                  <a:pt x="347539" y="51571"/>
                  <a:pt x="337373" y="57749"/>
                  <a:pt x="329404" y="66522"/>
                </a:cubicBezTo>
                <a:cubicBezTo>
                  <a:pt x="328209" y="67717"/>
                  <a:pt x="327412" y="67717"/>
                  <a:pt x="327211" y="65722"/>
                </a:cubicBezTo>
                <a:close/>
                <a:moveTo>
                  <a:pt x="434622" y="67717"/>
                </a:moveTo>
                <a:cubicBezTo>
                  <a:pt x="434224" y="59741"/>
                  <a:pt x="434023" y="54563"/>
                  <a:pt x="433029" y="52568"/>
                </a:cubicBezTo>
                <a:cubicBezTo>
                  <a:pt x="432628" y="51571"/>
                  <a:pt x="432229" y="50975"/>
                  <a:pt x="430636" y="50975"/>
                </a:cubicBezTo>
                <a:cubicBezTo>
                  <a:pt x="425056" y="53167"/>
                  <a:pt x="419875" y="54961"/>
                  <a:pt x="406125" y="56752"/>
                </a:cubicBezTo>
                <a:cubicBezTo>
                  <a:pt x="405727" y="57950"/>
                  <a:pt x="406125" y="61137"/>
                  <a:pt x="406523" y="62332"/>
                </a:cubicBezTo>
                <a:cubicBezTo>
                  <a:pt x="417284" y="63329"/>
                  <a:pt x="419477" y="64326"/>
                  <a:pt x="419477" y="75896"/>
                </a:cubicBezTo>
                <a:lnTo>
                  <a:pt x="419477" y="114802"/>
                </a:lnTo>
                <a:cubicBezTo>
                  <a:pt x="419477" y="131362"/>
                  <a:pt x="417087" y="132159"/>
                  <a:pt x="404729" y="132958"/>
                </a:cubicBezTo>
                <a:cubicBezTo>
                  <a:pt x="403534" y="134153"/>
                  <a:pt x="403534" y="138337"/>
                  <a:pt x="404729" y="139532"/>
                </a:cubicBezTo>
                <a:cubicBezTo>
                  <a:pt x="411705" y="139335"/>
                  <a:pt x="419477" y="139134"/>
                  <a:pt x="427449" y="139134"/>
                </a:cubicBezTo>
                <a:cubicBezTo>
                  <a:pt x="435419" y="139134"/>
                  <a:pt x="444587" y="139335"/>
                  <a:pt x="451559" y="139532"/>
                </a:cubicBezTo>
                <a:cubicBezTo>
                  <a:pt x="452757" y="138337"/>
                  <a:pt x="452757" y="134153"/>
                  <a:pt x="451559" y="132958"/>
                </a:cubicBezTo>
                <a:cubicBezTo>
                  <a:pt x="437611" y="131961"/>
                  <a:pt x="435218" y="131362"/>
                  <a:pt x="435218" y="114802"/>
                </a:cubicBezTo>
                <a:lnTo>
                  <a:pt x="435218" y="87071"/>
                </a:lnTo>
                <a:cubicBezTo>
                  <a:pt x="435218" y="81883"/>
                  <a:pt x="437611" y="77295"/>
                  <a:pt x="440001" y="73704"/>
                </a:cubicBezTo>
                <a:cubicBezTo>
                  <a:pt x="442194" y="70511"/>
                  <a:pt x="446779" y="63928"/>
                  <a:pt x="449169" y="63928"/>
                </a:cubicBezTo>
                <a:cubicBezTo>
                  <a:pt x="450963" y="63928"/>
                  <a:pt x="452757" y="64326"/>
                  <a:pt x="454351" y="66522"/>
                </a:cubicBezTo>
                <a:cubicBezTo>
                  <a:pt x="455746" y="68516"/>
                  <a:pt x="458136" y="71110"/>
                  <a:pt x="461524" y="71110"/>
                </a:cubicBezTo>
                <a:cubicBezTo>
                  <a:pt x="466307" y="71110"/>
                  <a:pt x="470889" y="66120"/>
                  <a:pt x="470889" y="61137"/>
                </a:cubicBezTo>
                <a:cubicBezTo>
                  <a:pt x="470889" y="57351"/>
                  <a:pt x="467304" y="51571"/>
                  <a:pt x="458933" y="51571"/>
                </a:cubicBezTo>
                <a:cubicBezTo>
                  <a:pt x="449568" y="51571"/>
                  <a:pt x="441397" y="60340"/>
                  <a:pt x="436815" y="68115"/>
                </a:cubicBezTo>
                <a:cubicBezTo>
                  <a:pt x="435620" y="70310"/>
                  <a:pt x="434622" y="68714"/>
                  <a:pt x="434622" y="67717"/>
                </a:cubicBezTo>
                <a:close/>
                <a:moveTo>
                  <a:pt x="496797" y="82939"/>
                </a:moveTo>
                <a:cubicBezTo>
                  <a:pt x="500583" y="60516"/>
                  <a:pt x="514534" y="58731"/>
                  <a:pt x="519317" y="58731"/>
                </a:cubicBezTo>
                <a:cubicBezTo>
                  <a:pt x="526888" y="58731"/>
                  <a:pt x="535855" y="62900"/>
                  <a:pt x="535855" y="79566"/>
                </a:cubicBezTo>
                <a:cubicBezTo>
                  <a:pt x="535855" y="81351"/>
                  <a:pt x="535058" y="82346"/>
                  <a:pt x="532866" y="82346"/>
                </a:cubicBezTo>
                <a:lnTo>
                  <a:pt x="496797" y="82939"/>
                </a:lnTo>
                <a:moveTo>
                  <a:pt x="549006" y="120573"/>
                </a:moveTo>
                <a:cubicBezTo>
                  <a:pt x="541635" y="128142"/>
                  <a:pt x="535855" y="131325"/>
                  <a:pt x="524297" y="131325"/>
                </a:cubicBezTo>
                <a:cubicBezTo>
                  <a:pt x="517124" y="131325"/>
                  <a:pt x="508753" y="127144"/>
                  <a:pt x="502577" y="116992"/>
                </a:cubicBezTo>
                <a:cubicBezTo>
                  <a:pt x="498591" y="110421"/>
                  <a:pt x="496198" y="101262"/>
                  <a:pt x="496198" y="89713"/>
                </a:cubicBezTo>
                <a:lnTo>
                  <a:pt x="549207" y="90112"/>
                </a:lnTo>
                <a:cubicBezTo>
                  <a:pt x="551597" y="90112"/>
                  <a:pt x="552992" y="88917"/>
                  <a:pt x="552992" y="86724"/>
                </a:cubicBezTo>
                <a:cubicBezTo>
                  <a:pt x="552992" y="70043"/>
                  <a:pt x="547014" y="52154"/>
                  <a:pt x="519317" y="52154"/>
                </a:cubicBezTo>
                <a:cubicBezTo>
                  <a:pt x="501978" y="52154"/>
                  <a:pt x="479459" y="68653"/>
                  <a:pt x="479459" y="98872"/>
                </a:cubicBezTo>
                <a:cubicBezTo>
                  <a:pt x="479459" y="110022"/>
                  <a:pt x="482250" y="120774"/>
                  <a:pt x="488827" y="128339"/>
                </a:cubicBezTo>
                <a:cubicBezTo>
                  <a:pt x="495602" y="136309"/>
                  <a:pt x="504967" y="141089"/>
                  <a:pt x="519317" y="141089"/>
                </a:cubicBezTo>
                <a:cubicBezTo>
                  <a:pt x="534459" y="141089"/>
                  <a:pt x="545220" y="134117"/>
                  <a:pt x="553193" y="123760"/>
                </a:cubicBezTo>
                <a:cubicBezTo>
                  <a:pt x="552594" y="121768"/>
                  <a:pt x="551399" y="120774"/>
                  <a:pt x="549006" y="120573"/>
                </a:cubicBezTo>
                <a:close/>
                <a:moveTo>
                  <a:pt x="631307" y="114377"/>
                </a:moveTo>
                <a:cubicBezTo>
                  <a:pt x="631307" y="118165"/>
                  <a:pt x="630909" y="119762"/>
                  <a:pt x="628120" y="122155"/>
                </a:cubicBezTo>
                <a:cubicBezTo>
                  <a:pt x="620747" y="128534"/>
                  <a:pt x="614370" y="131724"/>
                  <a:pt x="609386" y="131724"/>
                </a:cubicBezTo>
                <a:cubicBezTo>
                  <a:pt x="598628" y="131724"/>
                  <a:pt x="587469" y="119959"/>
                  <a:pt x="587469" y="95035"/>
                </a:cubicBezTo>
                <a:cubicBezTo>
                  <a:pt x="587469" y="80679"/>
                  <a:pt x="590257" y="72704"/>
                  <a:pt x="593246" y="68516"/>
                </a:cubicBezTo>
                <a:cubicBezTo>
                  <a:pt x="599425" y="59145"/>
                  <a:pt x="607793" y="58546"/>
                  <a:pt x="611780" y="58546"/>
                </a:cubicBezTo>
                <a:cubicBezTo>
                  <a:pt x="618953" y="58546"/>
                  <a:pt x="623936" y="61140"/>
                  <a:pt x="627920" y="65725"/>
                </a:cubicBezTo>
                <a:cubicBezTo>
                  <a:pt x="630711" y="68915"/>
                  <a:pt x="631307" y="70310"/>
                  <a:pt x="631307" y="76492"/>
                </a:cubicBezTo>
                <a:lnTo>
                  <a:pt x="631307" y="114377"/>
                </a:lnTo>
                <a:moveTo>
                  <a:pt x="629118" y="129133"/>
                </a:moveTo>
                <a:cubicBezTo>
                  <a:pt x="630112" y="128336"/>
                  <a:pt x="631906" y="127935"/>
                  <a:pt x="632107" y="129331"/>
                </a:cubicBezTo>
                <a:cubicBezTo>
                  <a:pt x="632703" y="134117"/>
                  <a:pt x="634299" y="141089"/>
                  <a:pt x="634299" y="141089"/>
                </a:cubicBezTo>
                <a:cubicBezTo>
                  <a:pt x="635892" y="141688"/>
                  <a:pt x="636887" y="141491"/>
                  <a:pt x="638085" y="141089"/>
                </a:cubicBezTo>
                <a:cubicBezTo>
                  <a:pt x="642466" y="137495"/>
                  <a:pt x="649442" y="134506"/>
                  <a:pt x="661599" y="133110"/>
                </a:cubicBezTo>
                <a:cubicBezTo>
                  <a:pt x="662794" y="131915"/>
                  <a:pt x="662794" y="128926"/>
                  <a:pt x="661599" y="127731"/>
                </a:cubicBezTo>
                <a:cubicBezTo>
                  <a:pt x="648846" y="126734"/>
                  <a:pt x="647052" y="122945"/>
                  <a:pt x="647052" y="113175"/>
                </a:cubicBezTo>
                <a:lnTo>
                  <a:pt x="647052" y="22854"/>
                </a:lnTo>
                <a:cubicBezTo>
                  <a:pt x="647052" y="9894"/>
                  <a:pt x="647848" y="1967"/>
                  <a:pt x="647848" y="1967"/>
                </a:cubicBezTo>
                <a:cubicBezTo>
                  <a:pt x="647848" y="593"/>
                  <a:pt x="647052" y="0"/>
                  <a:pt x="645258" y="0"/>
                </a:cubicBezTo>
                <a:cubicBezTo>
                  <a:pt x="640277" y="1967"/>
                  <a:pt x="625329" y="4719"/>
                  <a:pt x="617359" y="5309"/>
                </a:cubicBezTo>
                <a:cubicBezTo>
                  <a:pt x="616961" y="6905"/>
                  <a:pt x="617359" y="10092"/>
                  <a:pt x="618554" y="11287"/>
                </a:cubicBezTo>
                <a:cubicBezTo>
                  <a:pt x="628917" y="11886"/>
                  <a:pt x="631307" y="10889"/>
                  <a:pt x="631307" y="27640"/>
                </a:cubicBezTo>
                <a:lnTo>
                  <a:pt x="631307" y="53167"/>
                </a:lnTo>
                <a:cubicBezTo>
                  <a:pt x="631307" y="54563"/>
                  <a:pt x="630909" y="54961"/>
                  <a:pt x="629516" y="54961"/>
                </a:cubicBezTo>
                <a:cubicBezTo>
                  <a:pt x="628716" y="54961"/>
                  <a:pt x="620549" y="51571"/>
                  <a:pt x="613972" y="51571"/>
                </a:cubicBezTo>
                <a:cubicBezTo>
                  <a:pt x="600818" y="51571"/>
                  <a:pt x="592051" y="55955"/>
                  <a:pt x="584079" y="63530"/>
                </a:cubicBezTo>
                <a:cubicBezTo>
                  <a:pt x="575510" y="72104"/>
                  <a:pt x="570328" y="83869"/>
                  <a:pt x="570328" y="98623"/>
                </a:cubicBezTo>
                <a:cubicBezTo>
                  <a:pt x="570328" y="123152"/>
                  <a:pt x="582686" y="141089"/>
                  <a:pt x="604208" y="141089"/>
                </a:cubicBezTo>
                <a:cubicBezTo>
                  <a:pt x="611977" y="141089"/>
                  <a:pt x="619351" y="137106"/>
                  <a:pt x="629118" y="129133"/>
                </a:cubicBezTo>
                <a:close/>
                <a:moveTo>
                  <a:pt x="681328" y="19686"/>
                </a:moveTo>
                <a:cubicBezTo>
                  <a:pt x="681328" y="24867"/>
                  <a:pt x="686111" y="30048"/>
                  <a:pt x="690891" y="30048"/>
                </a:cubicBezTo>
                <a:cubicBezTo>
                  <a:pt x="696470" y="30048"/>
                  <a:pt x="701253" y="24669"/>
                  <a:pt x="701253" y="20482"/>
                </a:cubicBezTo>
                <a:cubicBezTo>
                  <a:pt x="701253" y="15702"/>
                  <a:pt x="697069" y="10119"/>
                  <a:pt x="691690" y="10119"/>
                </a:cubicBezTo>
                <a:cubicBezTo>
                  <a:pt x="686907" y="10119"/>
                  <a:pt x="681328" y="14903"/>
                  <a:pt x="681328" y="19686"/>
                </a:cubicBezTo>
                <a:moveTo>
                  <a:pt x="699462" y="114820"/>
                </a:moveTo>
                <a:lnTo>
                  <a:pt x="699462" y="75160"/>
                </a:lnTo>
                <a:cubicBezTo>
                  <a:pt x="699462" y="65196"/>
                  <a:pt x="700259" y="52398"/>
                  <a:pt x="700259" y="52398"/>
                </a:cubicBezTo>
                <a:cubicBezTo>
                  <a:pt x="700259" y="51592"/>
                  <a:pt x="699262" y="50987"/>
                  <a:pt x="697668" y="50987"/>
                </a:cubicBezTo>
                <a:cubicBezTo>
                  <a:pt x="692089" y="53203"/>
                  <a:pt x="684116" y="55016"/>
                  <a:pt x="670366" y="56825"/>
                </a:cubicBezTo>
                <a:cubicBezTo>
                  <a:pt x="669968" y="58023"/>
                  <a:pt x="670366" y="61210"/>
                  <a:pt x="670764" y="62408"/>
                </a:cubicBezTo>
                <a:cubicBezTo>
                  <a:pt x="681726" y="63402"/>
                  <a:pt x="683718" y="64600"/>
                  <a:pt x="683718" y="75960"/>
                </a:cubicBezTo>
                <a:lnTo>
                  <a:pt x="683718" y="114820"/>
                </a:lnTo>
                <a:cubicBezTo>
                  <a:pt x="683718" y="131362"/>
                  <a:pt x="681525" y="131961"/>
                  <a:pt x="669372" y="132958"/>
                </a:cubicBezTo>
                <a:cubicBezTo>
                  <a:pt x="668174" y="134153"/>
                  <a:pt x="668174" y="138337"/>
                  <a:pt x="669372" y="139532"/>
                </a:cubicBezTo>
                <a:cubicBezTo>
                  <a:pt x="675946" y="139335"/>
                  <a:pt x="683718" y="139134"/>
                  <a:pt x="691690" y="139134"/>
                </a:cubicBezTo>
                <a:cubicBezTo>
                  <a:pt x="699660" y="139134"/>
                  <a:pt x="707231" y="139335"/>
                  <a:pt x="713809" y="139532"/>
                </a:cubicBezTo>
                <a:cubicBezTo>
                  <a:pt x="715004" y="138337"/>
                  <a:pt x="715004" y="134153"/>
                  <a:pt x="713809" y="132958"/>
                </a:cubicBezTo>
                <a:cubicBezTo>
                  <a:pt x="701652" y="132162"/>
                  <a:pt x="699462" y="131362"/>
                  <a:pt x="699462" y="114820"/>
                </a:cubicBezTo>
                <a:close/>
                <a:moveTo>
                  <a:pt x="796708" y="120957"/>
                </a:moveTo>
                <a:cubicBezTo>
                  <a:pt x="795911" y="119163"/>
                  <a:pt x="794315" y="118366"/>
                  <a:pt x="792524" y="118165"/>
                </a:cubicBezTo>
                <a:cubicBezTo>
                  <a:pt x="785746" y="126941"/>
                  <a:pt x="777178" y="131325"/>
                  <a:pt x="768609" y="131325"/>
                </a:cubicBezTo>
                <a:cubicBezTo>
                  <a:pt x="754062" y="131325"/>
                  <a:pt x="741905" y="116572"/>
                  <a:pt x="741905" y="93241"/>
                </a:cubicBezTo>
                <a:cubicBezTo>
                  <a:pt x="741905" y="71308"/>
                  <a:pt x="751471" y="58148"/>
                  <a:pt x="764625" y="58148"/>
                </a:cubicBezTo>
                <a:cubicBezTo>
                  <a:pt x="776381" y="58148"/>
                  <a:pt x="777974" y="65126"/>
                  <a:pt x="778774" y="72104"/>
                </a:cubicBezTo>
                <a:cubicBezTo>
                  <a:pt x="779370" y="77490"/>
                  <a:pt x="782161" y="79284"/>
                  <a:pt x="786345" y="79284"/>
                </a:cubicBezTo>
                <a:cubicBezTo>
                  <a:pt x="790529" y="79284"/>
                  <a:pt x="796109" y="76693"/>
                  <a:pt x="796109" y="70511"/>
                </a:cubicBezTo>
                <a:cubicBezTo>
                  <a:pt x="796109" y="59543"/>
                  <a:pt x="784752" y="51571"/>
                  <a:pt x="765620" y="51571"/>
                </a:cubicBezTo>
                <a:cubicBezTo>
                  <a:pt x="745892" y="51571"/>
                  <a:pt x="724768" y="69313"/>
                  <a:pt x="724768" y="97628"/>
                </a:cubicBezTo>
                <a:cubicBezTo>
                  <a:pt x="724768" y="123350"/>
                  <a:pt x="739117" y="141089"/>
                  <a:pt x="764224" y="141089"/>
                </a:cubicBezTo>
                <a:cubicBezTo>
                  <a:pt x="776183" y="141089"/>
                  <a:pt x="786744" y="137304"/>
                  <a:pt x="796708" y="120957"/>
                </a:cubicBezTo>
                <a:close/>
                <a:moveTo>
                  <a:pt x="811256" y="53711"/>
                </a:moveTo>
                <a:cubicBezTo>
                  <a:pt x="808464" y="53711"/>
                  <a:pt x="807668" y="56104"/>
                  <a:pt x="807668" y="57698"/>
                </a:cubicBezTo>
                <a:lnTo>
                  <a:pt x="807668" y="60288"/>
                </a:lnTo>
                <a:cubicBezTo>
                  <a:pt x="807668" y="61286"/>
                  <a:pt x="807865" y="61483"/>
                  <a:pt x="808665" y="61483"/>
                </a:cubicBezTo>
                <a:lnTo>
                  <a:pt x="820420" y="61483"/>
                </a:lnTo>
                <a:lnTo>
                  <a:pt x="820420" y="121376"/>
                </a:lnTo>
                <a:cubicBezTo>
                  <a:pt x="820420" y="135509"/>
                  <a:pt x="826599" y="141089"/>
                  <a:pt x="835764" y="141089"/>
                </a:cubicBezTo>
                <a:cubicBezTo>
                  <a:pt x="844932" y="141089"/>
                  <a:pt x="854896" y="136708"/>
                  <a:pt x="862668" y="127941"/>
                </a:cubicBezTo>
                <a:cubicBezTo>
                  <a:pt x="862270" y="125953"/>
                  <a:pt x="861075" y="124758"/>
                  <a:pt x="859080" y="124560"/>
                </a:cubicBezTo>
                <a:cubicBezTo>
                  <a:pt x="853899" y="128540"/>
                  <a:pt x="847921" y="130130"/>
                  <a:pt x="842739" y="130130"/>
                </a:cubicBezTo>
                <a:cubicBezTo>
                  <a:pt x="837360" y="130130"/>
                  <a:pt x="836165" y="124162"/>
                  <a:pt x="836165" y="111825"/>
                </a:cubicBezTo>
                <a:lnTo>
                  <a:pt x="836165" y="61483"/>
                </a:lnTo>
                <a:lnTo>
                  <a:pt x="856888" y="61483"/>
                </a:lnTo>
                <a:cubicBezTo>
                  <a:pt x="858882" y="61483"/>
                  <a:pt x="861671" y="60687"/>
                  <a:pt x="861671" y="58893"/>
                </a:cubicBezTo>
                <a:lnTo>
                  <a:pt x="861671" y="54909"/>
                </a:lnTo>
                <a:cubicBezTo>
                  <a:pt x="861671" y="54113"/>
                  <a:pt x="861075" y="53711"/>
                  <a:pt x="860077" y="53711"/>
                </a:cubicBezTo>
                <a:lnTo>
                  <a:pt x="836165" y="53711"/>
                </a:lnTo>
                <a:lnTo>
                  <a:pt x="836165" y="45942"/>
                </a:lnTo>
                <a:cubicBezTo>
                  <a:pt x="836165" y="32989"/>
                  <a:pt x="836962" y="25016"/>
                  <a:pt x="836962" y="25016"/>
                </a:cubicBezTo>
                <a:cubicBezTo>
                  <a:pt x="836962" y="23821"/>
                  <a:pt x="836363" y="23222"/>
                  <a:pt x="835365" y="23222"/>
                </a:cubicBezTo>
                <a:cubicBezTo>
                  <a:pt x="834569" y="23222"/>
                  <a:pt x="832775" y="24022"/>
                  <a:pt x="830984" y="25016"/>
                </a:cubicBezTo>
                <a:cubicBezTo>
                  <a:pt x="828791" y="26214"/>
                  <a:pt x="826797" y="27208"/>
                  <a:pt x="824206" y="27807"/>
                </a:cubicBezTo>
                <a:cubicBezTo>
                  <a:pt x="821816" y="28604"/>
                  <a:pt x="819824" y="29203"/>
                  <a:pt x="819824" y="30596"/>
                </a:cubicBezTo>
                <a:cubicBezTo>
                  <a:pt x="819824" y="32989"/>
                  <a:pt x="820420" y="31593"/>
                  <a:pt x="820420" y="53711"/>
                </a:cubicBezTo>
                <a:lnTo>
                  <a:pt x="811256" y="53711"/>
                </a:lnTo>
                <a:close/>
                <a:moveTo>
                  <a:pt x="883593" y="19686"/>
                </a:moveTo>
                <a:cubicBezTo>
                  <a:pt x="883593" y="24867"/>
                  <a:pt x="888376" y="30048"/>
                  <a:pt x="893156" y="30048"/>
                </a:cubicBezTo>
                <a:cubicBezTo>
                  <a:pt x="898736" y="30048"/>
                  <a:pt x="903519" y="24669"/>
                  <a:pt x="903519" y="20482"/>
                </a:cubicBezTo>
                <a:cubicBezTo>
                  <a:pt x="903519" y="15702"/>
                  <a:pt x="899335" y="10119"/>
                  <a:pt x="893956" y="10119"/>
                </a:cubicBezTo>
                <a:cubicBezTo>
                  <a:pt x="889173" y="10119"/>
                  <a:pt x="883593" y="14903"/>
                  <a:pt x="883593" y="19686"/>
                </a:cubicBezTo>
                <a:moveTo>
                  <a:pt x="901728" y="114820"/>
                </a:moveTo>
                <a:lnTo>
                  <a:pt x="901728" y="75160"/>
                </a:lnTo>
                <a:cubicBezTo>
                  <a:pt x="901728" y="65196"/>
                  <a:pt x="902524" y="52398"/>
                  <a:pt x="902524" y="52398"/>
                </a:cubicBezTo>
                <a:cubicBezTo>
                  <a:pt x="902524" y="51592"/>
                  <a:pt x="901527" y="50987"/>
                  <a:pt x="899934" y="50987"/>
                </a:cubicBezTo>
                <a:cubicBezTo>
                  <a:pt x="894354" y="53203"/>
                  <a:pt x="886381" y="55016"/>
                  <a:pt x="872631" y="56825"/>
                </a:cubicBezTo>
                <a:cubicBezTo>
                  <a:pt x="872233" y="58023"/>
                  <a:pt x="872631" y="61210"/>
                  <a:pt x="873029" y="62408"/>
                </a:cubicBezTo>
                <a:cubicBezTo>
                  <a:pt x="883991" y="63402"/>
                  <a:pt x="885983" y="64600"/>
                  <a:pt x="885983" y="75960"/>
                </a:cubicBezTo>
                <a:lnTo>
                  <a:pt x="885983" y="114820"/>
                </a:lnTo>
                <a:cubicBezTo>
                  <a:pt x="885983" y="131362"/>
                  <a:pt x="883791" y="131961"/>
                  <a:pt x="871637" y="132958"/>
                </a:cubicBezTo>
                <a:cubicBezTo>
                  <a:pt x="870439" y="134153"/>
                  <a:pt x="870439" y="138337"/>
                  <a:pt x="871637" y="139532"/>
                </a:cubicBezTo>
                <a:cubicBezTo>
                  <a:pt x="878211" y="139335"/>
                  <a:pt x="885983" y="139134"/>
                  <a:pt x="893956" y="139134"/>
                </a:cubicBezTo>
                <a:cubicBezTo>
                  <a:pt x="901925" y="139134"/>
                  <a:pt x="909497" y="139335"/>
                  <a:pt x="916074" y="139532"/>
                </a:cubicBezTo>
                <a:cubicBezTo>
                  <a:pt x="917269" y="138337"/>
                  <a:pt x="917269" y="134153"/>
                  <a:pt x="916074" y="132958"/>
                </a:cubicBezTo>
                <a:cubicBezTo>
                  <a:pt x="903917" y="132162"/>
                  <a:pt x="901728" y="131362"/>
                  <a:pt x="901728" y="114820"/>
                </a:cubicBezTo>
                <a:close/>
                <a:moveTo>
                  <a:pt x="927830" y="98224"/>
                </a:moveTo>
                <a:cubicBezTo>
                  <a:pt x="927830" y="118564"/>
                  <a:pt x="941382" y="141089"/>
                  <a:pt x="969679" y="141089"/>
                </a:cubicBezTo>
                <a:cubicBezTo>
                  <a:pt x="982432" y="141089"/>
                  <a:pt x="992199" y="136507"/>
                  <a:pt x="998973" y="129930"/>
                </a:cubicBezTo>
                <a:cubicBezTo>
                  <a:pt x="1007940" y="121154"/>
                  <a:pt x="1011927" y="108593"/>
                  <a:pt x="1011927" y="96430"/>
                </a:cubicBezTo>
                <a:cubicBezTo>
                  <a:pt x="1011927" y="75693"/>
                  <a:pt x="1000567" y="51571"/>
                  <a:pt x="970077" y="51571"/>
                </a:cubicBezTo>
                <a:cubicBezTo>
                  <a:pt x="956926" y="51571"/>
                  <a:pt x="946165" y="56953"/>
                  <a:pt x="938792" y="65524"/>
                </a:cubicBezTo>
                <a:cubicBezTo>
                  <a:pt x="931618" y="74099"/>
                  <a:pt x="927830" y="85663"/>
                  <a:pt x="927830" y="98224"/>
                </a:cubicBezTo>
                <a:moveTo>
                  <a:pt x="967088" y="58546"/>
                </a:moveTo>
                <a:cubicBezTo>
                  <a:pt x="984226" y="58546"/>
                  <a:pt x="994789" y="74099"/>
                  <a:pt x="994789" y="102813"/>
                </a:cubicBezTo>
                <a:cubicBezTo>
                  <a:pt x="994789" y="127935"/>
                  <a:pt x="981836" y="134117"/>
                  <a:pt x="972470" y="134117"/>
                </a:cubicBezTo>
                <a:cubicBezTo>
                  <a:pt x="951745" y="134117"/>
                  <a:pt x="944970" y="108991"/>
                  <a:pt x="944970" y="93639"/>
                </a:cubicBezTo>
                <a:cubicBezTo>
                  <a:pt x="944970" y="76292"/>
                  <a:pt x="949154" y="58546"/>
                  <a:pt x="967088" y="58546"/>
                </a:cubicBezTo>
                <a:close/>
                <a:moveTo>
                  <a:pt x="1056763" y="67720"/>
                </a:moveTo>
                <a:cubicBezTo>
                  <a:pt x="1055568" y="69115"/>
                  <a:pt x="1054373" y="69517"/>
                  <a:pt x="1054373" y="67720"/>
                </a:cubicBezTo>
                <a:cubicBezTo>
                  <a:pt x="1054172" y="62335"/>
                  <a:pt x="1053774" y="54563"/>
                  <a:pt x="1052776" y="52568"/>
                </a:cubicBezTo>
                <a:cubicBezTo>
                  <a:pt x="1052378" y="51571"/>
                  <a:pt x="1051980" y="50975"/>
                  <a:pt x="1050386" y="50975"/>
                </a:cubicBezTo>
                <a:cubicBezTo>
                  <a:pt x="1044807" y="53167"/>
                  <a:pt x="1039625" y="54961"/>
                  <a:pt x="1025875" y="56752"/>
                </a:cubicBezTo>
                <a:cubicBezTo>
                  <a:pt x="1025477" y="57950"/>
                  <a:pt x="1025875" y="61137"/>
                  <a:pt x="1026273" y="62335"/>
                </a:cubicBezTo>
                <a:cubicBezTo>
                  <a:pt x="1037035" y="63332"/>
                  <a:pt x="1039227" y="64329"/>
                  <a:pt x="1039227" y="75899"/>
                </a:cubicBezTo>
                <a:lnTo>
                  <a:pt x="1039227" y="114802"/>
                </a:lnTo>
                <a:cubicBezTo>
                  <a:pt x="1039227" y="131161"/>
                  <a:pt x="1037235" y="131961"/>
                  <a:pt x="1025276" y="132958"/>
                </a:cubicBezTo>
                <a:cubicBezTo>
                  <a:pt x="1024081" y="134153"/>
                  <a:pt x="1024081" y="138337"/>
                  <a:pt x="1025276" y="139532"/>
                </a:cubicBezTo>
                <a:cubicBezTo>
                  <a:pt x="1031257" y="139335"/>
                  <a:pt x="1039227" y="139134"/>
                  <a:pt x="1047197" y="139134"/>
                </a:cubicBezTo>
                <a:cubicBezTo>
                  <a:pt x="1055169" y="139134"/>
                  <a:pt x="1061147" y="139335"/>
                  <a:pt x="1067126" y="139532"/>
                </a:cubicBezTo>
                <a:cubicBezTo>
                  <a:pt x="1068321" y="138337"/>
                  <a:pt x="1068321" y="134153"/>
                  <a:pt x="1067126" y="132958"/>
                </a:cubicBezTo>
                <a:cubicBezTo>
                  <a:pt x="1056963" y="131961"/>
                  <a:pt x="1054969" y="131161"/>
                  <a:pt x="1054969" y="114802"/>
                </a:cubicBezTo>
                <a:lnTo>
                  <a:pt x="1054969" y="82084"/>
                </a:lnTo>
                <a:cubicBezTo>
                  <a:pt x="1054969" y="77894"/>
                  <a:pt x="1056763" y="75501"/>
                  <a:pt x="1058356" y="73707"/>
                </a:cubicBezTo>
                <a:cubicBezTo>
                  <a:pt x="1065931" y="66324"/>
                  <a:pt x="1074898" y="61933"/>
                  <a:pt x="1082670" y="61933"/>
                </a:cubicBezTo>
                <a:cubicBezTo>
                  <a:pt x="1086656" y="61933"/>
                  <a:pt x="1090840" y="64527"/>
                  <a:pt x="1093230" y="69115"/>
                </a:cubicBezTo>
                <a:cubicBezTo>
                  <a:pt x="1095225" y="73108"/>
                  <a:pt x="1095623" y="78493"/>
                  <a:pt x="1095623" y="84477"/>
                </a:cubicBezTo>
                <a:lnTo>
                  <a:pt x="1095623" y="114802"/>
                </a:lnTo>
                <a:cubicBezTo>
                  <a:pt x="1095623" y="131161"/>
                  <a:pt x="1093628" y="131961"/>
                  <a:pt x="1083266" y="132958"/>
                </a:cubicBezTo>
                <a:cubicBezTo>
                  <a:pt x="1082271" y="134153"/>
                  <a:pt x="1082271" y="138337"/>
                  <a:pt x="1083266" y="139532"/>
                </a:cubicBezTo>
                <a:cubicBezTo>
                  <a:pt x="1089247" y="139335"/>
                  <a:pt x="1095623" y="139134"/>
                  <a:pt x="1103593" y="139134"/>
                </a:cubicBezTo>
                <a:cubicBezTo>
                  <a:pt x="1111566" y="139134"/>
                  <a:pt x="1118739" y="139335"/>
                  <a:pt x="1124717" y="139532"/>
                </a:cubicBezTo>
                <a:cubicBezTo>
                  <a:pt x="1125714" y="138337"/>
                  <a:pt x="1125714" y="134153"/>
                  <a:pt x="1124717" y="132958"/>
                </a:cubicBezTo>
                <a:cubicBezTo>
                  <a:pt x="1113557" y="131961"/>
                  <a:pt x="1111365" y="131161"/>
                  <a:pt x="1111365" y="114802"/>
                </a:cubicBezTo>
                <a:lnTo>
                  <a:pt x="1111365" y="85076"/>
                </a:lnTo>
                <a:cubicBezTo>
                  <a:pt x="1111365" y="74105"/>
                  <a:pt x="1110568" y="64527"/>
                  <a:pt x="1105986" y="58348"/>
                </a:cubicBezTo>
                <a:cubicBezTo>
                  <a:pt x="1102595" y="53964"/>
                  <a:pt x="1096420" y="51571"/>
                  <a:pt x="1089444" y="51571"/>
                </a:cubicBezTo>
                <a:cubicBezTo>
                  <a:pt x="1079681" y="51571"/>
                  <a:pt x="1068521" y="54161"/>
                  <a:pt x="1056763" y="677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detected">
            <a:extLst xmlns:a="http://schemas.openxmlformats.org/drawingml/2006/main">
              <a:ext uri="{FF2B5EF4-FFF2-40B4-BE49-F238E27FC236}">
                <a16:creationId xmlns:a16="http://schemas.microsoft.com/office/drawing/2014/main" id="{A3903EAE-639A-41DE-919F-F8F77122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219" y="6288575"/>
            <a:ext cx="674552" cy="141688"/>
          </a:xfrm>
          <a:custGeom xmlns:a="http://schemas.openxmlformats.org/drawingml/2006/main">
            <a:pathLst>
              <a:path w="674552" h="141688">
                <a:moveTo>
                  <a:pt x="60979" y="114377"/>
                </a:moveTo>
                <a:cubicBezTo>
                  <a:pt x="60979" y="118165"/>
                  <a:pt x="60580" y="119762"/>
                  <a:pt x="57792" y="122155"/>
                </a:cubicBezTo>
                <a:cubicBezTo>
                  <a:pt x="50418" y="128534"/>
                  <a:pt x="44042" y="131724"/>
                  <a:pt x="39058" y="131724"/>
                </a:cubicBezTo>
                <a:cubicBezTo>
                  <a:pt x="28300" y="131724"/>
                  <a:pt x="17141" y="119959"/>
                  <a:pt x="17141" y="95035"/>
                </a:cubicBezTo>
                <a:cubicBezTo>
                  <a:pt x="17141" y="80679"/>
                  <a:pt x="19929" y="72704"/>
                  <a:pt x="22918" y="68516"/>
                </a:cubicBezTo>
                <a:cubicBezTo>
                  <a:pt x="29097" y="59145"/>
                  <a:pt x="37465" y="58546"/>
                  <a:pt x="41451" y="58546"/>
                </a:cubicBezTo>
                <a:cubicBezTo>
                  <a:pt x="48624" y="58546"/>
                  <a:pt x="53608" y="61140"/>
                  <a:pt x="57591" y="65725"/>
                </a:cubicBezTo>
                <a:cubicBezTo>
                  <a:pt x="60383" y="68915"/>
                  <a:pt x="60979" y="70310"/>
                  <a:pt x="60979" y="76492"/>
                </a:cubicBezTo>
                <a:lnTo>
                  <a:pt x="60979" y="114377"/>
                </a:lnTo>
                <a:moveTo>
                  <a:pt x="58789" y="129133"/>
                </a:moveTo>
                <a:cubicBezTo>
                  <a:pt x="59784" y="128336"/>
                  <a:pt x="61578" y="127935"/>
                  <a:pt x="61778" y="129331"/>
                </a:cubicBezTo>
                <a:cubicBezTo>
                  <a:pt x="62374" y="134117"/>
                  <a:pt x="63971" y="141089"/>
                  <a:pt x="63971" y="141089"/>
                </a:cubicBezTo>
                <a:cubicBezTo>
                  <a:pt x="65564" y="141688"/>
                  <a:pt x="66558" y="141491"/>
                  <a:pt x="67756" y="141089"/>
                </a:cubicBezTo>
                <a:cubicBezTo>
                  <a:pt x="72138" y="137495"/>
                  <a:pt x="79113" y="134506"/>
                  <a:pt x="91270" y="133110"/>
                </a:cubicBezTo>
                <a:cubicBezTo>
                  <a:pt x="92465" y="131915"/>
                  <a:pt x="92465" y="128926"/>
                  <a:pt x="91270" y="127731"/>
                </a:cubicBezTo>
                <a:cubicBezTo>
                  <a:pt x="78517" y="126734"/>
                  <a:pt x="76723" y="122945"/>
                  <a:pt x="76723" y="113175"/>
                </a:cubicBezTo>
                <a:lnTo>
                  <a:pt x="76723" y="22854"/>
                </a:lnTo>
                <a:cubicBezTo>
                  <a:pt x="76723" y="9894"/>
                  <a:pt x="77520" y="1967"/>
                  <a:pt x="77520" y="1967"/>
                </a:cubicBezTo>
                <a:cubicBezTo>
                  <a:pt x="77520" y="593"/>
                  <a:pt x="76723" y="0"/>
                  <a:pt x="74929" y="0"/>
                </a:cubicBezTo>
                <a:cubicBezTo>
                  <a:pt x="69949" y="1967"/>
                  <a:pt x="55000" y="4719"/>
                  <a:pt x="47031" y="5309"/>
                </a:cubicBezTo>
                <a:cubicBezTo>
                  <a:pt x="46632" y="6905"/>
                  <a:pt x="47031" y="10092"/>
                  <a:pt x="48226" y="11287"/>
                </a:cubicBezTo>
                <a:cubicBezTo>
                  <a:pt x="58589" y="11886"/>
                  <a:pt x="60979" y="10889"/>
                  <a:pt x="60979" y="27640"/>
                </a:cubicBezTo>
                <a:lnTo>
                  <a:pt x="60979" y="53167"/>
                </a:lnTo>
                <a:cubicBezTo>
                  <a:pt x="60979" y="54563"/>
                  <a:pt x="60580" y="54961"/>
                  <a:pt x="59188" y="54961"/>
                </a:cubicBezTo>
                <a:cubicBezTo>
                  <a:pt x="58388" y="54961"/>
                  <a:pt x="50220" y="51571"/>
                  <a:pt x="43643" y="51571"/>
                </a:cubicBezTo>
                <a:cubicBezTo>
                  <a:pt x="30489" y="51571"/>
                  <a:pt x="21723" y="55955"/>
                  <a:pt x="13750" y="63530"/>
                </a:cubicBezTo>
                <a:cubicBezTo>
                  <a:pt x="5181" y="72104"/>
                  <a:pt x="0" y="83869"/>
                  <a:pt x="0" y="98623"/>
                </a:cubicBezTo>
                <a:cubicBezTo>
                  <a:pt x="0" y="123152"/>
                  <a:pt x="12357" y="141089"/>
                  <a:pt x="33880" y="141089"/>
                </a:cubicBezTo>
                <a:cubicBezTo>
                  <a:pt x="41649" y="141089"/>
                  <a:pt x="49022" y="137106"/>
                  <a:pt x="58789" y="129133"/>
                </a:cubicBezTo>
                <a:close/>
                <a:moveTo>
                  <a:pt x="117774" y="82939"/>
                </a:moveTo>
                <a:cubicBezTo>
                  <a:pt x="121560" y="60516"/>
                  <a:pt x="135510" y="58731"/>
                  <a:pt x="140293" y="58731"/>
                </a:cubicBezTo>
                <a:cubicBezTo>
                  <a:pt x="147865" y="58731"/>
                  <a:pt x="156832" y="62900"/>
                  <a:pt x="156832" y="79566"/>
                </a:cubicBezTo>
                <a:cubicBezTo>
                  <a:pt x="156832" y="81351"/>
                  <a:pt x="156035" y="82346"/>
                  <a:pt x="153843" y="82346"/>
                </a:cubicBezTo>
                <a:lnTo>
                  <a:pt x="117774" y="82939"/>
                </a:lnTo>
                <a:moveTo>
                  <a:pt x="169983" y="120573"/>
                </a:moveTo>
                <a:cubicBezTo>
                  <a:pt x="162612" y="128142"/>
                  <a:pt x="156832" y="131325"/>
                  <a:pt x="145274" y="131325"/>
                </a:cubicBezTo>
                <a:cubicBezTo>
                  <a:pt x="138101" y="131325"/>
                  <a:pt x="129730" y="127144"/>
                  <a:pt x="123554" y="116992"/>
                </a:cubicBezTo>
                <a:cubicBezTo>
                  <a:pt x="119568" y="110421"/>
                  <a:pt x="117175" y="101262"/>
                  <a:pt x="117175" y="89713"/>
                </a:cubicBezTo>
                <a:lnTo>
                  <a:pt x="170184" y="90112"/>
                </a:lnTo>
                <a:cubicBezTo>
                  <a:pt x="172574" y="90112"/>
                  <a:pt x="173969" y="88917"/>
                  <a:pt x="173969" y="86724"/>
                </a:cubicBezTo>
                <a:cubicBezTo>
                  <a:pt x="173969" y="70043"/>
                  <a:pt x="167991" y="52154"/>
                  <a:pt x="140293" y="52154"/>
                </a:cubicBezTo>
                <a:cubicBezTo>
                  <a:pt x="122955" y="52154"/>
                  <a:pt x="100436" y="68653"/>
                  <a:pt x="100436" y="98872"/>
                </a:cubicBezTo>
                <a:cubicBezTo>
                  <a:pt x="100436" y="110022"/>
                  <a:pt x="103227" y="120774"/>
                  <a:pt x="109804" y="128339"/>
                </a:cubicBezTo>
                <a:cubicBezTo>
                  <a:pt x="116579" y="136309"/>
                  <a:pt x="125944" y="141089"/>
                  <a:pt x="140293" y="141089"/>
                </a:cubicBezTo>
                <a:cubicBezTo>
                  <a:pt x="155436" y="141089"/>
                  <a:pt x="166197" y="134117"/>
                  <a:pt x="174170" y="123760"/>
                </a:cubicBezTo>
                <a:cubicBezTo>
                  <a:pt x="173571" y="121768"/>
                  <a:pt x="172376" y="120774"/>
                  <a:pt x="169983" y="120573"/>
                </a:cubicBezTo>
                <a:close/>
                <a:moveTo>
                  <a:pt x="190709" y="53711"/>
                </a:moveTo>
                <a:cubicBezTo>
                  <a:pt x="187918" y="53711"/>
                  <a:pt x="187121" y="56104"/>
                  <a:pt x="187121" y="57698"/>
                </a:cubicBezTo>
                <a:lnTo>
                  <a:pt x="187121" y="60288"/>
                </a:lnTo>
                <a:cubicBezTo>
                  <a:pt x="187121" y="61286"/>
                  <a:pt x="187319" y="61483"/>
                  <a:pt x="188119" y="61483"/>
                </a:cubicBezTo>
                <a:lnTo>
                  <a:pt x="199874" y="61483"/>
                </a:lnTo>
                <a:lnTo>
                  <a:pt x="199874" y="121376"/>
                </a:lnTo>
                <a:cubicBezTo>
                  <a:pt x="199874" y="135509"/>
                  <a:pt x="206053" y="141089"/>
                  <a:pt x="215218" y="141089"/>
                </a:cubicBezTo>
                <a:cubicBezTo>
                  <a:pt x="224385" y="141089"/>
                  <a:pt x="234350" y="136708"/>
                  <a:pt x="242122" y="127941"/>
                </a:cubicBezTo>
                <a:cubicBezTo>
                  <a:pt x="241724" y="125953"/>
                  <a:pt x="240529" y="124758"/>
                  <a:pt x="238534" y="124560"/>
                </a:cubicBezTo>
                <a:cubicBezTo>
                  <a:pt x="233352" y="128540"/>
                  <a:pt x="227374" y="130130"/>
                  <a:pt x="222193" y="130130"/>
                </a:cubicBezTo>
                <a:cubicBezTo>
                  <a:pt x="216814" y="130130"/>
                  <a:pt x="215619" y="124162"/>
                  <a:pt x="215619" y="111825"/>
                </a:cubicBezTo>
                <a:lnTo>
                  <a:pt x="215619" y="61483"/>
                </a:lnTo>
                <a:lnTo>
                  <a:pt x="236341" y="61483"/>
                </a:lnTo>
                <a:cubicBezTo>
                  <a:pt x="238336" y="61483"/>
                  <a:pt x="241125" y="60687"/>
                  <a:pt x="241125" y="58893"/>
                </a:cubicBezTo>
                <a:lnTo>
                  <a:pt x="241125" y="54909"/>
                </a:lnTo>
                <a:cubicBezTo>
                  <a:pt x="241125" y="54113"/>
                  <a:pt x="240529" y="53711"/>
                  <a:pt x="239531" y="53711"/>
                </a:cubicBezTo>
                <a:lnTo>
                  <a:pt x="215619" y="53711"/>
                </a:lnTo>
                <a:lnTo>
                  <a:pt x="215619" y="45942"/>
                </a:lnTo>
                <a:cubicBezTo>
                  <a:pt x="215619" y="32989"/>
                  <a:pt x="216416" y="25016"/>
                  <a:pt x="216416" y="25016"/>
                </a:cubicBezTo>
                <a:cubicBezTo>
                  <a:pt x="216416" y="23821"/>
                  <a:pt x="215817" y="23222"/>
                  <a:pt x="214819" y="23222"/>
                </a:cubicBezTo>
                <a:cubicBezTo>
                  <a:pt x="214023" y="23222"/>
                  <a:pt x="212229" y="24022"/>
                  <a:pt x="210438" y="25016"/>
                </a:cubicBezTo>
                <a:cubicBezTo>
                  <a:pt x="208245" y="26214"/>
                  <a:pt x="206251" y="27208"/>
                  <a:pt x="203660" y="27807"/>
                </a:cubicBezTo>
                <a:cubicBezTo>
                  <a:pt x="201270" y="28604"/>
                  <a:pt x="199278" y="29203"/>
                  <a:pt x="199278" y="30596"/>
                </a:cubicBezTo>
                <a:cubicBezTo>
                  <a:pt x="199278" y="32989"/>
                  <a:pt x="199874" y="31593"/>
                  <a:pt x="199874" y="53711"/>
                </a:cubicBezTo>
                <a:lnTo>
                  <a:pt x="190709" y="53711"/>
                </a:lnTo>
                <a:close/>
                <a:moveTo>
                  <a:pt x="269822" y="82939"/>
                </a:moveTo>
                <a:cubicBezTo>
                  <a:pt x="273608" y="60516"/>
                  <a:pt x="287558" y="58731"/>
                  <a:pt x="292342" y="58731"/>
                </a:cubicBezTo>
                <a:cubicBezTo>
                  <a:pt x="299913" y="58731"/>
                  <a:pt x="308880" y="62900"/>
                  <a:pt x="308880" y="79566"/>
                </a:cubicBezTo>
                <a:cubicBezTo>
                  <a:pt x="308880" y="81351"/>
                  <a:pt x="308083" y="82346"/>
                  <a:pt x="305891" y="82346"/>
                </a:cubicBezTo>
                <a:lnTo>
                  <a:pt x="269822" y="82939"/>
                </a:lnTo>
                <a:moveTo>
                  <a:pt x="322031" y="120573"/>
                </a:moveTo>
                <a:cubicBezTo>
                  <a:pt x="314660" y="128142"/>
                  <a:pt x="308880" y="131325"/>
                  <a:pt x="297322" y="131325"/>
                </a:cubicBezTo>
                <a:cubicBezTo>
                  <a:pt x="290149" y="131325"/>
                  <a:pt x="281778" y="127144"/>
                  <a:pt x="275602" y="116992"/>
                </a:cubicBezTo>
                <a:cubicBezTo>
                  <a:pt x="271616" y="110421"/>
                  <a:pt x="269223" y="101262"/>
                  <a:pt x="269223" y="89713"/>
                </a:cubicBezTo>
                <a:lnTo>
                  <a:pt x="322232" y="90112"/>
                </a:lnTo>
                <a:cubicBezTo>
                  <a:pt x="324622" y="90112"/>
                  <a:pt x="326017" y="88917"/>
                  <a:pt x="326017" y="86724"/>
                </a:cubicBezTo>
                <a:cubicBezTo>
                  <a:pt x="326017" y="70043"/>
                  <a:pt x="320039" y="52154"/>
                  <a:pt x="292342" y="52154"/>
                </a:cubicBezTo>
                <a:cubicBezTo>
                  <a:pt x="275003" y="52154"/>
                  <a:pt x="252484" y="68653"/>
                  <a:pt x="252484" y="98872"/>
                </a:cubicBezTo>
                <a:cubicBezTo>
                  <a:pt x="252484" y="110022"/>
                  <a:pt x="255275" y="120774"/>
                  <a:pt x="261852" y="128339"/>
                </a:cubicBezTo>
                <a:cubicBezTo>
                  <a:pt x="268627" y="136309"/>
                  <a:pt x="277992" y="141089"/>
                  <a:pt x="292342" y="141089"/>
                </a:cubicBezTo>
                <a:cubicBezTo>
                  <a:pt x="307484" y="141089"/>
                  <a:pt x="318245" y="134117"/>
                  <a:pt x="326218" y="123760"/>
                </a:cubicBezTo>
                <a:cubicBezTo>
                  <a:pt x="325619" y="121768"/>
                  <a:pt x="324424" y="120774"/>
                  <a:pt x="322031" y="120573"/>
                </a:cubicBezTo>
                <a:close/>
                <a:moveTo>
                  <a:pt x="414895" y="120957"/>
                </a:moveTo>
                <a:cubicBezTo>
                  <a:pt x="414099" y="119163"/>
                  <a:pt x="412502" y="118366"/>
                  <a:pt x="410711" y="118165"/>
                </a:cubicBezTo>
                <a:cubicBezTo>
                  <a:pt x="403934" y="126941"/>
                  <a:pt x="395365" y="131325"/>
                  <a:pt x="386796" y="131325"/>
                </a:cubicBezTo>
                <a:cubicBezTo>
                  <a:pt x="372249" y="131325"/>
                  <a:pt x="360093" y="116572"/>
                  <a:pt x="360093" y="93241"/>
                </a:cubicBezTo>
                <a:cubicBezTo>
                  <a:pt x="360093" y="71308"/>
                  <a:pt x="369659" y="58148"/>
                  <a:pt x="382813" y="58148"/>
                </a:cubicBezTo>
                <a:cubicBezTo>
                  <a:pt x="394568" y="58148"/>
                  <a:pt x="396162" y="65126"/>
                  <a:pt x="396961" y="72104"/>
                </a:cubicBezTo>
                <a:cubicBezTo>
                  <a:pt x="397557" y="77490"/>
                  <a:pt x="400349" y="79284"/>
                  <a:pt x="404533" y="79284"/>
                </a:cubicBezTo>
                <a:cubicBezTo>
                  <a:pt x="408717" y="79284"/>
                  <a:pt x="414296" y="76693"/>
                  <a:pt x="414296" y="70511"/>
                </a:cubicBezTo>
                <a:cubicBezTo>
                  <a:pt x="414296" y="59543"/>
                  <a:pt x="402939" y="51571"/>
                  <a:pt x="383807" y="51571"/>
                </a:cubicBezTo>
                <a:cubicBezTo>
                  <a:pt x="364079" y="51571"/>
                  <a:pt x="342955" y="69313"/>
                  <a:pt x="342955" y="97628"/>
                </a:cubicBezTo>
                <a:cubicBezTo>
                  <a:pt x="342955" y="123350"/>
                  <a:pt x="357304" y="141089"/>
                  <a:pt x="382411" y="141089"/>
                </a:cubicBezTo>
                <a:cubicBezTo>
                  <a:pt x="394371" y="141089"/>
                  <a:pt x="404931" y="137304"/>
                  <a:pt x="414895" y="120957"/>
                </a:cubicBezTo>
                <a:close/>
                <a:moveTo>
                  <a:pt x="429443" y="53711"/>
                </a:moveTo>
                <a:cubicBezTo>
                  <a:pt x="426652" y="53711"/>
                  <a:pt x="425855" y="56104"/>
                  <a:pt x="425855" y="57698"/>
                </a:cubicBezTo>
                <a:lnTo>
                  <a:pt x="425855" y="60288"/>
                </a:lnTo>
                <a:cubicBezTo>
                  <a:pt x="425855" y="61286"/>
                  <a:pt x="426053" y="61483"/>
                  <a:pt x="426853" y="61483"/>
                </a:cubicBezTo>
                <a:lnTo>
                  <a:pt x="438608" y="61483"/>
                </a:lnTo>
                <a:lnTo>
                  <a:pt x="438608" y="121376"/>
                </a:lnTo>
                <a:cubicBezTo>
                  <a:pt x="438608" y="135509"/>
                  <a:pt x="444787" y="141089"/>
                  <a:pt x="453951" y="141089"/>
                </a:cubicBezTo>
                <a:cubicBezTo>
                  <a:pt x="463119" y="141089"/>
                  <a:pt x="473084" y="136708"/>
                  <a:pt x="480856" y="127941"/>
                </a:cubicBezTo>
                <a:cubicBezTo>
                  <a:pt x="480457" y="125953"/>
                  <a:pt x="479262" y="124758"/>
                  <a:pt x="477268" y="124560"/>
                </a:cubicBezTo>
                <a:cubicBezTo>
                  <a:pt x="472086" y="128540"/>
                  <a:pt x="466108" y="130130"/>
                  <a:pt x="460927" y="130130"/>
                </a:cubicBezTo>
                <a:cubicBezTo>
                  <a:pt x="455548" y="130130"/>
                  <a:pt x="454353" y="124162"/>
                  <a:pt x="454353" y="111825"/>
                </a:cubicBezTo>
                <a:lnTo>
                  <a:pt x="454353" y="61483"/>
                </a:lnTo>
                <a:lnTo>
                  <a:pt x="475075" y="61483"/>
                </a:lnTo>
                <a:cubicBezTo>
                  <a:pt x="477070" y="61483"/>
                  <a:pt x="479858" y="60687"/>
                  <a:pt x="479858" y="58893"/>
                </a:cubicBezTo>
                <a:lnTo>
                  <a:pt x="479858" y="54909"/>
                </a:lnTo>
                <a:cubicBezTo>
                  <a:pt x="479858" y="54113"/>
                  <a:pt x="479262" y="53711"/>
                  <a:pt x="478265" y="53711"/>
                </a:cubicBezTo>
                <a:lnTo>
                  <a:pt x="454353" y="53711"/>
                </a:lnTo>
                <a:lnTo>
                  <a:pt x="454353" y="45942"/>
                </a:lnTo>
                <a:cubicBezTo>
                  <a:pt x="454353" y="32989"/>
                  <a:pt x="455149" y="25016"/>
                  <a:pt x="455149" y="25016"/>
                </a:cubicBezTo>
                <a:cubicBezTo>
                  <a:pt x="455149" y="23821"/>
                  <a:pt x="454550" y="23222"/>
                  <a:pt x="453553" y="23222"/>
                </a:cubicBezTo>
                <a:cubicBezTo>
                  <a:pt x="452756" y="23222"/>
                  <a:pt x="450962" y="24022"/>
                  <a:pt x="449171" y="25016"/>
                </a:cubicBezTo>
                <a:cubicBezTo>
                  <a:pt x="446979" y="26214"/>
                  <a:pt x="444984" y="27208"/>
                  <a:pt x="442394" y="27807"/>
                </a:cubicBezTo>
                <a:cubicBezTo>
                  <a:pt x="440004" y="28604"/>
                  <a:pt x="438012" y="29203"/>
                  <a:pt x="438012" y="30596"/>
                </a:cubicBezTo>
                <a:cubicBezTo>
                  <a:pt x="438012" y="32989"/>
                  <a:pt x="438608" y="31593"/>
                  <a:pt x="438608" y="53711"/>
                </a:cubicBezTo>
                <a:lnTo>
                  <a:pt x="429443" y="53711"/>
                </a:lnTo>
                <a:close/>
                <a:moveTo>
                  <a:pt x="508555" y="82939"/>
                </a:moveTo>
                <a:cubicBezTo>
                  <a:pt x="512341" y="60516"/>
                  <a:pt x="526291" y="58731"/>
                  <a:pt x="531075" y="58731"/>
                </a:cubicBezTo>
                <a:cubicBezTo>
                  <a:pt x="538646" y="58731"/>
                  <a:pt x="547613" y="62900"/>
                  <a:pt x="547613" y="79566"/>
                </a:cubicBezTo>
                <a:cubicBezTo>
                  <a:pt x="547613" y="81351"/>
                  <a:pt x="546816" y="82346"/>
                  <a:pt x="544624" y="82346"/>
                </a:cubicBezTo>
                <a:lnTo>
                  <a:pt x="508555" y="82939"/>
                </a:lnTo>
                <a:moveTo>
                  <a:pt x="560764" y="120573"/>
                </a:moveTo>
                <a:cubicBezTo>
                  <a:pt x="553393" y="128142"/>
                  <a:pt x="547613" y="131325"/>
                  <a:pt x="536055" y="131325"/>
                </a:cubicBezTo>
                <a:cubicBezTo>
                  <a:pt x="528882" y="131325"/>
                  <a:pt x="520511" y="127144"/>
                  <a:pt x="514335" y="116992"/>
                </a:cubicBezTo>
                <a:cubicBezTo>
                  <a:pt x="510349" y="110421"/>
                  <a:pt x="507956" y="101262"/>
                  <a:pt x="507956" y="89713"/>
                </a:cubicBezTo>
                <a:lnTo>
                  <a:pt x="560965" y="90112"/>
                </a:lnTo>
                <a:cubicBezTo>
                  <a:pt x="563355" y="90112"/>
                  <a:pt x="564750" y="88917"/>
                  <a:pt x="564750" y="86724"/>
                </a:cubicBezTo>
                <a:cubicBezTo>
                  <a:pt x="564750" y="70043"/>
                  <a:pt x="558772" y="52154"/>
                  <a:pt x="531075" y="52154"/>
                </a:cubicBezTo>
                <a:cubicBezTo>
                  <a:pt x="513736" y="52154"/>
                  <a:pt x="491217" y="68653"/>
                  <a:pt x="491217" y="98872"/>
                </a:cubicBezTo>
                <a:cubicBezTo>
                  <a:pt x="491217" y="110022"/>
                  <a:pt x="494008" y="120774"/>
                  <a:pt x="500585" y="128339"/>
                </a:cubicBezTo>
                <a:cubicBezTo>
                  <a:pt x="507360" y="136309"/>
                  <a:pt x="516725" y="141089"/>
                  <a:pt x="531075" y="141089"/>
                </a:cubicBezTo>
                <a:cubicBezTo>
                  <a:pt x="546217" y="141089"/>
                  <a:pt x="556978" y="134117"/>
                  <a:pt x="564951" y="123760"/>
                </a:cubicBezTo>
                <a:cubicBezTo>
                  <a:pt x="564352" y="121768"/>
                  <a:pt x="563157" y="120774"/>
                  <a:pt x="560764" y="120573"/>
                </a:cubicBezTo>
                <a:close/>
                <a:moveTo>
                  <a:pt x="643065" y="114377"/>
                </a:moveTo>
                <a:cubicBezTo>
                  <a:pt x="643065" y="118165"/>
                  <a:pt x="642667" y="119762"/>
                  <a:pt x="639879" y="122155"/>
                </a:cubicBezTo>
                <a:cubicBezTo>
                  <a:pt x="632505" y="128534"/>
                  <a:pt x="626128" y="131724"/>
                  <a:pt x="621145" y="131724"/>
                </a:cubicBezTo>
                <a:cubicBezTo>
                  <a:pt x="610387" y="131724"/>
                  <a:pt x="599227" y="119959"/>
                  <a:pt x="599227" y="95035"/>
                </a:cubicBezTo>
                <a:cubicBezTo>
                  <a:pt x="599227" y="80679"/>
                  <a:pt x="602016" y="72704"/>
                  <a:pt x="605005" y="68516"/>
                </a:cubicBezTo>
                <a:cubicBezTo>
                  <a:pt x="611183" y="59145"/>
                  <a:pt x="619551" y="58546"/>
                  <a:pt x="623538" y="58546"/>
                </a:cubicBezTo>
                <a:cubicBezTo>
                  <a:pt x="630711" y="58546"/>
                  <a:pt x="635695" y="61140"/>
                  <a:pt x="639678" y="65725"/>
                </a:cubicBezTo>
                <a:cubicBezTo>
                  <a:pt x="642469" y="68915"/>
                  <a:pt x="643065" y="70310"/>
                  <a:pt x="643065" y="76492"/>
                </a:cubicBezTo>
                <a:lnTo>
                  <a:pt x="643065" y="114377"/>
                </a:lnTo>
                <a:moveTo>
                  <a:pt x="640876" y="129133"/>
                </a:moveTo>
                <a:cubicBezTo>
                  <a:pt x="641870" y="128336"/>
                  <a:pt x="643664" y="127935"/>
                  <a:pt x="643865" y="129331"/>
                </a:cubicBezTo>
                <a:cubicBezTo>
                  <a:pt x="644461" y="134117"/>
                  <a:pt x="646057" y="141089"/>
                  <a:pt x="646057" y="141089"/>
                </a:cubicBezTo>
                <a:cubicBezTo>
                  <a:pt x="647651" y="141688"/>
                  <a:pt x="648645" y="141491"/>
                  <a:pt x="649843" y="141089"/>
                </a:cubicBezTo>
                <a:cubicBezTo>
                  <a:pt x="654225" y="137495"/>
                  <a:pt x="661200" y="134506"/>
                  <a:pt x="673357" y="133110"/>
                </a:cubicBezTo>
                <a:cubicBezTo>
                  <a:pt x="674552" y="131915"/>
                  <a:pt x="674552" y="128926"/>
                  <a:pt x="673357" y="127731"/>
                </a:cubicBezTo>
                <a:cubicBezTo>
                  <a:pt x="660604" y="126734"/>
                  <a:pt x="658810" y="122945"/>
                  <a:pt x="658810" y="113175"/>
                </a:cubicBezTo>
                <a:lnTo>
                  <a:pt x="658810" y="22854"/>
                </a:lnTo>
                <a:cubicBezTo>
                  <a:pt x="658810" y="9894"/>
                  <a:pt x="659607" y="1967"/>
                  <a:pt x="659607" y="1967"/>
                </a:cubicBezTo>
                <a:cubicBezTo>
                  <a:pt x="659607" y="593"/>
                  <a:pt x="658810" y="0"/>
                  <a:pt x="657016" y="0"/>
                </a:cubicBezTo>
                <a:cubicBezTo>
                  <a:pt x="652035" y="1967"/>
                  <a:pt x="637087" y="4719"/>
                  <a:pt x="629117" y="5309"/>
                </a:cubicBezTo>
                <a:cubicBezTo>
                  <a:pt x="628719" y="6905"/>
                  <a:pt x="629117" y="10092"/>
                  <a:pt x="630313" y="11287"/>
                </a:cubicBezTo>
                <a:cubicBezTo>
                  <a:pt x="640675" y="11886"/>
                  <a:pt x="643065" y="10889"/>
                  <a:pt x="643065" y="27640"/>
                </a:cubicBezTo>
                <a:lnTo>
                  <a:pt x="643065" y="53167"/>
                </a:lnTo>
                <a:cubicBezTo>
                  <a:pt x="643065" y="54563"/>
                  <a:pt x="642667" y="54961"/>
                  <a:pt x="641274" y="54961"/>
                </a:cubicBezTo>
                <a:cubicBezTo>
                  <a:pt x="640475" y="54961"/>
                  <a:pt x="632307" y="51571"/>
                  <a:pt x="625730" y="51571"/>
                </a:cubicBezTo>
                <a:cubicBezTo>
                  <a:pt x="612576" y="51571"/>
                  <a:pt x="603810" y="55955"/>
                  <a:pt x="595837" y="63530"/>
                </a:cubicBezTo>
                <a:cubicBezTo>
                  <a:pt x="587268" y="72104"/>
                  <a:pt x="582087" y="83869"/>
                  <a:pt x="582087" y="98623"/>
                </a:cubicBezTo>
                <a:cubicBezTo>
                  <a:pt x="582087" y="123152"/>
                  <a:pt x="594444" y="141089"/>
                  <a:pt x="615966" y="141089"/>
                </a:cubicBezTo>
                <a:cubicBezTo>
                  <a:pt x="623735" y="141089"/>
                  <a:pt x="631109" y="137106"/>
                  <a:pt x="640876" y="1291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Start">
            <a:extLst xmlns:a="http://schemas.openxmlformats.org/drawingml/2006/main">
              <a:ext uri="{FF2B5EF4-FFF2-40B4-BE49-F238E27FC236}">
                <a16:creationId xmlns:a16="http://schemas.microsoft.com/office/drawing/2014/main" id="{EFC442FC-F9A3-4079-BBC7-CBD03B5B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9910" y="149706"/>
            <a:ext cx="433628" cy="152127"/>
          </a:xfrm>
          <a:custGeom xmlns:a="http://schemas.openxmlformats.org/drawingml/2006/main">
            <a:pathLst>
              <a:path w="433628" h="152127">
                <a:moveTo>
                  <a:pt x="83810" y="6151"/>
                </a:moveTo>
                <a:cubicBezTo>
                  <a:pt x="70601" y="4330"/>
                  <a:pt x="71056" y="0"/>
                  <a:pt x="48739" y="0"/>
                </a:cubicBezTo>
                <a:cubicBezTo>
                  <a:pt x="25737" y="0"/>
                  <a:pt x="5466" y="15259"/>
                  <a:pt x="5466" y="39401"/>
                </a:cubicBezTo>
                <a:cubicBezTo>
                  <a:pt x="5466" y="63313"/>
                  <a:pt x="25278" y="74243"/>
                  <a:pt x="45323" y="81985"/>
                </a:cubicBezTo>
                <a:cubicBezTo>
                  <a:pt x="58987" y="87226"/>
                  <a:pt x="75841" y="93602"/>
                  <a:pt x="75841" y="115920"/>
                </a:cubicBezTo>
                <a:cubicBezTo>
                  <a:pt x="75841" y="134366"/>
                  <a:pt x="65589" y="143929"/>
                  <a:pt x="47369" y="143929"/>
                </a:cubicBezTo>
                <a:cubicBezTo>
                  <a:pt x="26192" y="143929"/>
                  <a:pt x="12524" y="134136"/>
                  <a:pt x="7517" y="111593"/>
                </a:cubicBezTo>
                <a:cubicBezTo>
                  <a:pt x="4556" y="110679"/>
                  <a:pt x="2276" y="111138"/>
                  <a:pt x="0" y="112274"/>
                </a:cubicBezTo>
                <a:cubicBezTo>
                  <a:pt x="910" y="129810"/>
                  <a:pt x="1821" y="135731"/>
                  <a:pt x="4556" y="146890"/>
                </a:cubicBezTo>
                <a:cubicBezTo>
                  <a:pt x="18901" y="146890"/>
                  <a:pt x="25278" y="152127"/>
                  <a:pt x="45548" y="152127"/>
                </a:cubicBezTo>
                <a:cubicBezTo>
                  <a:pt x="55797" y="152127"/>
                  <a:pt x="65589" y="149625"/>
                  <a:pt x="73561" y="144614"/>
                </a:cubicBezTo>
                <a:cubicBezTo>
                  <a:pt x="86770" y="136416"/>
                  <a:pt x="94972" y="122522"/>
                  <a:pt x="94972" y="107948"/>
                </a:cubicBezTo>
                <a:cubicBezTo>
                  <a:pt x="94972" y="83810"/>
                  <a:pt x="76752" y="73106"/>
                  <a:pt x="58076" y="66045"/>
                </a:cubicBezTo>
                <a:cubicBezTo>
                  <a:pt x="44412" y="61034"/>
                  <a:pt x="21636" y="52381"/>
                  <a:pt x="21636" y="33253"/>
                </a:cubicBezTo>
                <a:cubicBezTo>
                  <a:pt x="21636" y="20500"/>
                  <a:pt x="33250" y="7746"/>
                  <a:pt x="46688" y="7746"/>
                </a:cubicBezTo>
                <a:cubicBezTo>
                  <a:pt x="68780" y="7746"/>
                  <a:pt x="75841" y="21865"/>
                  <a:pt x="80393" y="36895"/>
                </a:cubicBezTo>
                <a:cubicBezTo>
                  <a:pt x="82899" y="37351"/>
                  <a:pt x="85860" y="37125"/>
                  <a:pt x="87910" y="35530"/>
                </a:cubicBezTo>
                <a:cubicBezTo>
                  <a:pt x="87000" y="24597"/>
                  <a:pt x="86089" y="18220"/>
                  <a:pt x="83810" y="6151"/>
                </a:cubicBezTo>
                <a:close/>
                <a:moveTo>
                  <a:pt x="114102" y="52266"/>
                </a:moveTo>
                <a:cubicBezTo>
                  <a:pt x="110912" y="52266"/>
                  <a:pt x="110002" y="55001"/>
                  <a:pt x="110002" y="56822"/>
                </a:cubicBezTo>
                <a:lnTo>
                  <a:pt x="110002" y="59783"/>
                </a:lnTo>
                <a:cubicBezTo>
                  <a:pt x="110002" y="60922"/>
                  <a:pt x="110228" y="61148"/>
                  <a:pt x="111142" y="61148"/>
                </a:cubicBezTo>
                <a:lnTo>
                  <a:pt x="124576" y="61148"/>
                </a:lnTo>
                <a:lnTo>
                  <a:pt x="124576" y="129598"/>
                </a:lnTo>
                <a:cubicBezTo>
                  <a:pt x="124576" y="145750"/>
                  <a:pt x="131638" y="152127"/>
                  <a:pt x="142112" y="152127"/>
                </a:cubicBezTo>
                <a:cubicBezTo>
                  <a:pt x="152589" y="152127"/>
                  <a:pt x="163977" y="147119"/>
                  <a:pt x="172860" y="137101"/>
                </a:cubicBezTo>
                <a:cubicBezTo>
                  <a:pt x="172404" y="134828"/>
                  <a:pt x="171039" y="133462"/>
                  <a:pt x="168759" y="133236"/>
                </a:cubicBezTo>
                <a:cubicBezTo>
                  <a:pt x="162837" y="137785"/>
                  <a:pt x="156005" y="139603"/>
                  <a:pt x="150084" y="139603"/>
                </a:cubicBezTo>
                <a:cubicBezTo>
                  <a:pt x="143936" y="139603"/>
                  <a:pt x="142571" y="132781"/>
                  <a:pt x="142571" y="118682"/>
                </a:cubicBezTo>
                <a:lnTo>
                  <a:pt x="142571" y="61148"/>
                </a:lnTo>
                <a:lnTo>
                  <a:pt x="166254" y="61148"/>
                </a:lnTo>
                <a:cubicBezTo>
                  <a:pt x="168533" y="61148"/>
                  <a:pt x="171720" y="60238"/>
                  <a:pt x="171720" y="58187"/>
                </a:cubicBezTo>
                <a:lnTo>
                  <a:pt x="171720" y="53635"/>
                </a:lnTo>
                <a:cubicBezTo>
                  <a:pt x="171720" y="52725"/>
                  <a:pt x="171039" y="52266"/>
                  <a:pt x="169899" y="52266"/>
                </a:cubicBezTo>
                <a:lnTo>
                  <a:pt x="142571" y="52266"/>
                </a:lnTo>
                <a:lnTo>
                  <a:pt x="142571" y="43387"/>
                </a:lnTo>
                <a:cubicBezTo>
                  <a:pt x="142571" y="28583"/>
                  <a:pt x="143481" y="19471"/>
                  <a:pt x="143481" y="19471"/>
                </a:cubicBezTo>
                <a:cubicBezTo>
                  <a:pt x="143481" y="18105"/>
                  <a:pt x="142796" y="17421"/>
                  <a:pt x="141657" y="17421"/>
                </a:cubicBezTo>
                <a:cubicBezTo>
                  <a:pt x="140746" y="17421"/>
                  <a:pt x="138696" y="18335"/>
                  <a:pt x="136649" y="19471"/>
                </a:cubicBezTo>
                <a:cubicBezTo>
                  <a:pt x="134143" y="20840"/>
                  <a:pt x="131864" y="21977"/>
                  <a:pt x="128903" y="22661"/>
                </a:cubicBezTo>
                <a:cubicBezTo>
                  <a:pt x="126171" y="23572"/>
                  <a:pt x="123895" y="24256"/>
                  <a:pt x="123895" y="25848"/>
                </a:cubicBezTo>
                <a:cubicBezTo>
                  <a:pt x="123895" y="28583"/>
                  <a:pt x="124576" y="26988"/>
                  <a:pt x="124576" y="52266"/>
                </a:cubicBezTo>
                <a:lnTo>
                  <a:pt x="114102" y="52266"/>
                </a:lnTo>
                <a:close/>
                <a:moveTo>
                  <a:pt x="243006" y="96761"/>
                </a:moveTo>
                <a:lnTo>
                  <a:pt x="243006" y="126838"/>
                </a:lnTo>
                <a:cubicBezTo>
                  <a:pt x="243006" y="129803"/>
                  <a:pt x="241637" y="131398"/>
                  <a:pt x="239816" y="132764"/>
                </a:cubicBezTo>
                <a:cubicBezTo>
                  <a:pt x="233895" y="137549"/>
                  <a:pt x="226152" y="142793"/>
                  <a:pt x="219775" y="142793"/>
                </a:cubicBezTo>
                <a:cubicBezTo>
                  <a:pt x="208387" y="142793"/>
                  <a:pt x="203376" y="133678"/>
                  <a:pt x="203376" y="126613"/>
                </a:cubicBezTo>
                <a:cubicBezTo>
                  <a:pt x="203376" y="116358"/>
                  <a:pt x="208161" y="105873"/>
                  <a:pt x="225012" y="101547"/>
                </a:cubicBezTo>
                <a:lnTo>
                  <a:pt x="243006" y="96761"/>
                </a:lnTo>
                <a:moveTo>
                  <a:pt x="243006" y="138918"/>
                </a:moveTo>
                <a:cubicBezTo>
                  <a:pt x="244372" y="145979"/>
                  <a:pt x="246878" y="152127"/>
                  <a:pt x="258266" y="152127"/>
                </a:cubicBezTo>
                <a:cubicBezTo>
                  <a:pt x="266919" y="152127"/>
                  <a:pt x="275116" y="148256"/>
                  <a:pt x="279898" y="143703"/>
                </a:cubicBezTo>
                <a:cubicBezTo>
                  <a:pt x="279443" y="140968"/>
                  <a:pt x="278532" y="138918"/>
                  <a:pt x="276027" y="137552"/>
                </a:cubicBezTo>
                <a:cubicBezTo>
                  <a:pt x="274435" y="138918"/>
                  <a:pt x="270561" y="141198"/>
                  <a:pt x="267600" y="141198"/>
                </a:cubicBezTo>
                <a:cubicBezTo>
                  <a:pt x="260997" y="141198"/>
                  <a:pt x="260768" y="132308"/>
                  <a:pt x="260768" y="121827"/>
                </a:cubicBezTo>
                <a:lnTo>
                  <a:pt x="260768" y="88327"/>
                </a:lnTo>
                <a:cubicBezTo>
                  <a:pt x="260768" y="55970"/>
                  <a:pt x="243006" y="49819"/>
                  <a:pt x="226378" y="49819"/>
                </a:cubicBezTo>
                <a:cubicBezTo>
                  <a:pt x="207703" y="49819"/>
                  <a:pt x="188801" y="62121"/>
                  <a:pt x="188801" y="75111"/>
                </a:cubicBezTo>
                <a:cubicBezTo>
                  <a:pt x="188801" y="80581"/>
                  <a:pt x="191533" y="83316"/>
                  <a:pt x="196773" y="83316"/>
                </a:cubicBezTo>
                <a:cubicBezTo>
                  <a:pt x="203376" y="83316"/>
                  <a:pt x="207477" y="78531"/>
                  <a:pt x="207477" y="75567"/>
                </a:cubicBezTo>
                <a:cubicBezTo>
                  <a:pt x="207477" y="73971"/>
                  <a:pt x="207247" y="72376"/>
                  <a:pt x="206792" y="71466"/>
                </a:cubicBezTo>
                <a:cubicBezTo>
                  <a:pt x="206566" y="70781"/>
                  <a:pt x="206337" y="69416"/>
                  <a:pt x="206337" y="66907"/>
                </a:cubicBezTo>
                <a:cubicBezTo>
                  <a:pt x="206337" y="59842"/>
                  <a:pt x="215904" y="57336"/>
                  <a:pt x="224557" y="57336"/>
                </a:cubicBezTo>
                <a:cubicBezTo>
                  <a:pt x="232299" y="57336"/>
                  <a:pt x="243006" y="61211"/>
                  <a:pt x="243006" y="86961"/>
                </a:cubicBezTo>
                <a:cubicBezTo>
                  <a:pt x="243006" y="88557"/>
                  <a:pt x="242322" y="89467"/>
                  <a:pt x="241637" y="89696"/>
                </a:cubicBezTo>
                <a:lnTo>
                  <a:pt x="222051" y="94482"/>
                </a:lnTo>
                <a:cubicBezTo>
                  <a:pt x="200189" y="99951"/>
                  <a:pt x="184475" y="112028"/>
                  <a:pt x="184475" y="127523"/>
                </a:cubicBezTo>
                <a:cubicBezTo>
                  <a:pt x="184475" y="146209"/>
                  <a:pt x="197229" y="152127"/>
                  <a:pt x="213169" y="152127"/>
                </a:cubicBezTo>
                <a:cubicBezTo>
                  <a:pt x="221141" y="152127"/>
                  <a:pt x="227973" y="150306"/>
                  <a:pt x="237995" y="142563"/>
                </a:cubicBezTo>
                <a:lnTo>
                  <a:pt x="242551" y="138918"/>
                </a:lnTo>
                <a:lnTo>
                  <a:pt x="243006" y="138918"/>
                </a:lnTo>
                <a:close/>
                <a:moveTo>
                  <a:pt x="320438" y="68272"/>
                </a:moveTo>
                <a:cubicBezTo>
                  <a:pt x="319983" y="59157"/>
                  <a:pt x="319753" y="53239"/>
                  <a:pt x="318617" y="50959"/>
                </a:cubicBezTo>
                <a:cubicBezTo>
                  <a:pt x="318158" y="49819"/>
                  <a:pt x="317703" y="49138"/>
                  <a:pt x="315882" y="49138"/>
                </a:cubicBezTo>
                <a:cubicBezTo>
                  <a:pt x="309505" y="51644"/>
                  <a:pt x="303584" y="53694"/>
                  <a:pt x="287869" y="55741"/>
                </a:cubicBezTo>
                <a:cubicBezTo>
                  <a:pt x="287414" y="57110"/>
                  <a:pt x="287869" y="60752"/>
                  <a:pt x="288324" y="62118"/>
                </a:cubicBezTo>
                <a:cubicBezTo>
                  <a:pt x="300623" y="63258"/>
                  <a:pt x="303129" y="64397"/>
                  <a:pt x="303129" y="77620"/>
                </a:cubicBezTo>
                <a:lnTo>
                  <a:pt x="303129" y="122085"/>
                </a:lnTo>
                <a:cubicBezTo>
                  <a:pt x="303129" y="141010"/>
                  <a:pt x="300397" y="141921"/>
                  <a:pt x="286274" y="142834"/>
                </a:cubicBezTo>
                <a:cubicBezTo>
                  <a:pt x="284908" y="144200"/>
                  <a:pt x="284908" y="148982"/>
                  <a:pt x="286274" y="150348"/>
                </a:cubicBezTo>
                <a:cubicBezTo>
                  <a:pt x="294246" y="150122"/>
                  <a:pt x="303129" y="149892"/>
                  <a:pt x="312240" y="149892"/>
                </a:cubicBezTo>
                <a:cubicBezTo>
                  <a:pt x="321349" y="149892"/>
                  <a:pt x="331826" y="150122"/>
                  <a:pt x="339795" y="150348"/>
                </a:cubicBezTo>
                <a:cubicBezTo>
                  <a:pt x="341164" y="148982"/>
                  <a:pt x="341164" y="144200"/>
                  <a:pt x="339795" y="142834"/>
                </a:cubicBezTo>
                <a:cubicBezTo>
                  <a:pt x="323854" y="141695"/>
                  <a:pt x="321119" y="141010"/>
                  <a:pt x="321119" y="122085"/>
                </a:cubicBezTo>
                <a:lnTo>
                  <a:pt x="321119" y="90391"/>
                </a:lnTo>
                <a:cubicBezTo>
                  <a:pt x="321119" y="84463"/>
                  <a:pt x="323854" y="79219"/>
                  <a:pt x="326586" y="75115"/>
                </a:cubicBezTo>
                <a:cubicBezTo>
                  <a:pt x="329091" y="71466"/>
                  <a:pt x="334332" y="63942"/>
                  <a:pt x="337063" y="63942"/>
                </a:cubicBezTo>
                <a:cubicBezTo>
                  <a:pt x="339113" y="63942"/>
                  <a:pt x="341164" y="64397"/>
                  <a:pt x="342985" y="66907"/>
                </a:cubicBezTo>
                <a:cubicBezTo>
                  <a:pt x="344580" y="69186"/>
                  <a:pt x="347311" y="72150"/>
                  <a:pt x="351182" y="72150"/>
                </a:cubicBezTo>
                <a:cubicBezTo>
                  <a:pt x="356649" y="72150"/>
                  <a:pt x="361886" y="66448"/>
                  <a:pt x="361886" y="60752"/>
                </a:cubicBezTo>
                <a:cubicBezTo>
                  <a:pt x="361886" y="56426"/>
                  <a:pt x="357789" y="49819"/>
                  <a:pt x="348222" y="49819"/>
                </a:cubicBezTo>
                <a:cubicBezTo>
                  <a:pt x="337518" y="49819"/>
                  <a:pt x="328181" y="59842"/>
                  <a:pt x="322944" y="68727"/>
                </a:cubicBezTo>
                <a:cubicBezTo>
                  <a:pt x="321578" y="71237"/>
                  <a:pt x="320438" y="69412"/>
                  <a:pt x="320438" y="68272"/>
                </a:cubicBezTo>
                <a:close/>
                <a:moveTo>
                  <a:pt x="374871" y="52266"/>
                </a:moveTo>
                <a:cubicBezTo>
                  <a:pt x="371681" y="52266"/>
                  <a:pt x="370770" y="55001"/>
                  <a:pt x="370770" y="56822"/>
                </a:cubicBezTo>
                <a:lnTo>
                  <a:pt x="370770" y="59783"/>
                </a:lnTo>
                <a:cubicBezTo>
                  <a:pt x="370770" y="60922"/>
                  <a:pt x="370996" y="61148"/>
                  <a:pt x="371910" y="61148"/>
                </a:cubicBezTo>
                <a:lnTo>
                  <a:pt x="385345" y="61148"/>
                </a:lnTo>
                <a:lnTo>
                  <a:pt x="385345" y="129598"/>
                </a:lnTo>
                <a:cubicBezTo>
                  <a:pt x="385345" y="145750"/>
                  <a:pt x="392406" y="152127"/>
                  <a:pt x="402880" y="152127"/>
                </a:cubicBezTo>
                <a:cubicBezTo>
                  <a:pt x="413358" y="152127"/>
                  <a:pt x="424746" y="147119"/>
                  <a:pt x="433628" y="137101"/>
                </a:cubicBezTo>
                <a:cubicBezTo>
                  <a:pt x="433173" y="134828"/>
                  <a:pt x="431807" y="133462"/>
                  <a:pt x="429528" y="133236"/>
                </a:cubicBezTo>
                <a:cubicBezTo>
                  <a:pt x="423606" y="137785"/>
                  <a:pt x="416774" y="139603"/>
                  <a:pt x="410852" y="139603"/>
                </a:cubicBezTo>
                <a:cubicBezTo>
                  <a:pt x="404705" y="139603"/>
                  <a:pt x="403339" y="132781"/>
                  <a:pt x="403339" y="118682"/>
                </a:cubicBezTo>
                <a:lnTo>
                  <a:pt x="403339" y="61148"/>
                </a:lnTo>
                <a:lnTo>
                  <a:pt x="427022" y="61148"/>
                </a:lnTo>
                <a:cubicBezTo>
                  <a:pt x="429302" y="61148"/>
                  <a:pt x="432488" y="60238"/>
                  <a:pt x="432488" y="58187"/>
                </a:cubicBezTo>
                <a:lnTo>
                  <a:pt x="432488" y="53635"/>
                </a:lnTo>
                <a:cubicBezTo>
                  <a:pt x="432488" y="52725"/>
                  <a:pt x="431807" y="52266"/>
                  <a:pt x="430668" y="52266"/>
                </a:cubicBezTo>
                <a:lnTo>
                  <a:pt x="403339" y="52266"/>
                </a:lnTo>
                <a:lnTo>
                  <a:pt x="403339" y="43387"/>
                </a:lnTo>
                <a:cubicBezTo>
                  <a:pt x="403339" y="28583"/>
                  <a:pt x="404250" y="19471"/>
                  <a:pt x="404250" y="19471"/>
                </a:cubicBezTo>
                <a:cubicBezTo>
                  <a:pt x="404250" y="18105"/>
                  <a:pt x="403565" y="17421"/>
                  <a:pt x="402425" y="17421"/>
                </a:cubicBezTo>
                <a:cubicBezTo>
                  <a:pt x="401515" y="17421"/>
                  <a:pt x="399464" y="18335"/>
                  <a:pt x="397418" y="19471"/>
                </a:cubicBezTo>
                <a:cubicBezTo>
                  <a:pt x="394912" y="20840"/>
                  <a:pt x="392632" y="21977"/>
                  <a:pt x="389671" y="22661"/>
                </a:cubicBezTo>
                <a:cubicBezTo>
                  <a:pt x="386940" y="23572"/>
                  <a:pt x="384664" y="24256"/>
                  <a:pt x="384664" y="25848"/>
                </a:cubicBezTo>
                <a:cubicBezTo>
                  <a:pt x="384664" y="28583"/>
                  <a:pt x="385345" y="26988"/>
                  <a:pt x="385345" y="52266"/>
                </a:cubicBezTo>
                <a:lnTo>
                  <a:pt x="374871" y="52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2ABF7-F9D4-4760-8CD3-7251BE9B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930" y="874232"/>
            <a:ext cx="1215027" cy="405004"/>
          </a:xfrm>
          <a:custGeom xmlns:a="http://schemas.openxmlformats.org/drawingml/2006/main">
            <a:pathLst>
              <a:path w="1215027" h="405004" fill="none">
                <a:moveTo>
                  <a:pt x="1134022" y="0"/>
                </a:moveTo>
                <a:lnTo>
                  <a:pt x="81006" y="0"/>
                </a:lnTo>
                <a:cubicBezTo>
                  <a:pt x="36268" y="0"/>
                  <a:pt x="0" y="36267"/>
                  <a:pt x="0" y="81006"/>
                </a:cubicBezTo>
                <a:lnTo>
                  <a:pt x="0" y="323998"/>
                </a:lnTo>
                <a:cubicBezTo>
                  <a:pt x="0" y="368737"/>
                  <a:pt x="36268" y="405004"/>
                  <a:pt x="81006" y="405004"/>
                </a:cubicBezTo>
                <a:lnTo>
                  <a:pt x="1134022" y="405004"/>
                </a:lnTo>
                <a:cubicBezTo>
                  <a:pt x="1178760" y="405004"/>
                  <a:pt x="1215027" y="368737"/>
                  <a:pt x="1215027" y="323998"/>
                </a:cubicBezTo>
                <a:lnTo>
                  <a:pt x="1215027" y="81006"/>
                </a:lnTo>
                <a:cubicBezTo>
                  <a:pt x="1215027" y="36267"/>
                  <a:pt x="1178760" y="0"/>
                  <a:pt x="1134022" y="0"/>
                </a:cubicBezTo>
                <a:close/>
                <a:moveTo>
                  <a:pt x="0" y="405004"/>
                </a:move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74" name="Text Scope1">
            <a:extLst xmlns:a="http://schemas.openxmlformats.org/drawingml/2006/main">
              <a:ext uri="{FF2B5EF4-FFF2-40B4-BE49-F238E27FC236}">
                <a16:creationId xmlns:a16="http://schemas.microsoft.com/office/drawing/2014/main" id="{48844D31-EC31-41A5-ABB2-FEBA3729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699" y="974638"/>
            <a:ext cx="713396" cy="203281"/>
          </a:xfrm>
          <a:custGeom xmlns:a="http://schemas.openxmlformats.org/drawingml/2006/main">
            <a:pathLst>
              <a:path w="713396" h="203281">
                <a:moveTo>
                  <a:pt x="85486" y="6151"/>
                </a:moveTo>
                <a:cubicBezTo>
                  <a:pt x="72013" y="4330"/>
                  <a:pt x="72477" y="0"/>
                  <a:pt x="49713" y="0"/>
                </a:cubicBezTo>
                <a:cubicBezTo>
                  <a:pt x="26251" y="0"/>
                  <a:pt x="5576" y="15259"/>
                  <a:pt x="5576" y="39401"/>
                </a:cubicBezTo>
                <a:cubicBezTo>
                  <a:pt x="5576" y="63313"/>
                  <a:pt x="25784" y="74243"/>
                  <a:pt x="46229" y="81985"/>
                </a:cubicBezTo>
                <a:cubicBezTo>
                  <a:pt x="60166" y="87226"/>
                  <a:pt x="77358" y="93602"/>
                  <a:pt x="77358" y="115920"/>
                </a:cubicBezTo>
                <a:cubicBezTo>
                  <a:pt x="77358" y="134366"/>
                  <a:pt x="66901" y="143929"/>
                  <a:pt x="48317" y="143929"/>
                </a:cubicBezTo>
                <a:cubicBezTo>
                  <a:pt x="26716" y="143929"/>
                  <a:pt x="12775" y="134136"/>
                  <a:pt x="7667" y="111593"/>
                </a:cubicBezTo>
                <a:cubicBezTo>
                  <a:pt x="4647" y="110679"/>
                  <a:pt x="2322" y="111138"/>
                  <a:pt x="0" y="112274"/>
                </a:cubicBezTo>
                <a:cubicBezTo>
                  <a:pt x="929" y="129810"/>
                  <a:pt x="1857" y="135731"/>
                  <a:pt x="4647" y="146890"/>
                </a:cubicBezTo>
                <a:cubicBezTo>
                  <a:pt x="19279" y="146890"/>
                  <a:pt x="25784" y="152127"/>
                  <a:pt x="46459" y="152127"/>
                </a:cubicBezTo>
                <a:cubicBezTo>
                  <a:pt x="56912" y="152127"/>
                  <a:pt x="66901" y="149625"/>
                  <a:pt x="75033" y="144614"/>
                </a:cubicBezTo>
                <a:cubicBezTo>
                  <a:pt x="88506" y="136416"/>
                  <a:pt x="96871" y="122522"/>
                  <a:pt x="96871" y="107948"/>
                </a:cubicBezTo>
                <a:cubicBezTo>
                  <a:pt x="96871" y="83810"/>
                  <a:pt x="78287" y="73106"/>
                  <a:pt x="59238" y="66045"/>
                </a:cubicBezTo>
                <a:cubicBezTo>
                  <a:pt x="45300" y="61034"/>
                  <a:pt x="22069" y="52381"/>
                  <a:pt x="22069" y="33253"/>
                </a:cubicBezTo>
                <a:cubicBezTo>
                  <a:pt x="22069" y="20500"/>
                  <a:pt x="33915" y="7746"/>
                  <a:pt x="47622" y="7746"/>
                </a:cubicBezTo>
                <a:cubicBezTo>
                  <a:pt x="70155" y="7746"/>
                  <a:pt x="77358" y="21865"/>
                  <a:pt x="82001" y="36895"/>
                </a:cubicBezTo>
                <a:cubicBezTo>
                  <a:pt x="84557" y="37351"/>
                  <a:pt x="87577" y="37125"/>
                  <a:pt x="89668" y="35530"/>
                </a:cubicBezTo>
                <a:cubicBezTo>
                  <a:pt x="88740" y="24597"/>
                  <a:pt x="87811" y="18220"/>
                  <a:pt x="85486" y="6151"/>
                </a:cubicBezTo>
                <a:close/>
                <a:moveTo>
                  <a:pt x="198850" y="129118"/>
                </a:moveTo>
                <a:cubicBezTo>
                  <a:pt x="197921" y="127068"/>
                  <a:pt x="196060" y="126157"/>
                  <a:pt x="193972" y="125928"/>
                </a:cubicBezTo>
                <a:cubicBezTo>
                  <a:pt x="186071" y="135957"/>
                  <a:pt x="176082" y="140968"/>
                  <a:pt x="166094" y="140968"/>
                </a:cubicBezTo>
                <a:cubicBezTo>
                  <a:pt x="149136" y="140968"/>
                  <a:pt x="134965" y="124107"/>
                  <a:pt x="134965" y="97442"/>
                </a:cubicBezTo>
                <a:cubicBezTo>
                  <a:pt x="134965" y="72376"/>
                  <a:pt x="146116" y="57336"/>
                  <a:pt x="161450" y="57336"/>
                </a:cubicBezTo>
                <a:cubicBezTo>
                  <a:pt x="175154" y="57336"/>
                  <a:pt x="177011" y="65311"/>
                  <a:pt x="177943" y="73287"/>
                </a:cubicBezTo>
                <a:cubicBezTo>
                  <a:pt x="178638" y="79441"/>
                  <a:pt x="181892" y="81492"/>
                  <a:pt x="186769" y="81492"/>
                </a:cubicBezTo>
                <a:cubicBezTo>
                  <a:pt x="191647" y="81492"/>
                  <a:pt x="198151" y="78531"/>
                  <a:pt x="198151" y="71466"/>
                </a:cubicBezTo>
                <a:cubicBezTo>
                  <a:pt x="198151" y="58931"/>
                  <a:pt x="184912" y="49819"/>
                  <a:pt x="162609" y="49819"/>
                </a:cubicBezTo>
                <a:cubicBezTo>
                  <a:pt x="139612" y="49819"/>
                  <a:pt x="114987" y="70097"/>
                  <a:pt x="114987" y="102457"/>
                </a:cubicBezTo>
                <a:cubicBezTo>
                  <a:pt x="114987" y="131853"/>
                  <a:pt x="131714" y="152127"/>
                  <a:pt x="160982" y="152127"/>
                </a:cubicBezTo>
                <a:cubicBezTo>
                  <a:pt x="174923" y="152127"/>
                  <a:pt x="187234" y="147800"/>
                  <a:pt x="198850" y="129118"/>
                </a:cubicBezTo>
                <a:close/>
                <a:moveTo>
                  <a:pt x="215341" y="103138"/>
                </a:moveTo>
                <a:cubicBezTo>
                  <a:pt x="215341" y="126383"/>
                  <a:pt x="231139" y="152127"/>
                  <a:pt x="264126" y="152127"/>
                </a:cubicBezTo>
                <a:cubicBezTo>
                  <a:pt x="278992" y="152127"/>
                  <a:pt x="290377" y="146890"/>
                  <a:pt x="298275" y="139373"/>
                </a:cubicBezTo>
                <a:cubicBezTo>
                  <a:pt x="308728" y="129344"/>
                  <a:pt x="313375" y="114988"/>
                  <a:pt x="313375" y="101088"/>
                </a:cubicBezTo>
                <a:cubicBezTo>
                  <a:pt x="313375" y="77387"/>
                  <a:pt x="300132" y="49819"/>
                  <a:pt x="264590" y="49819"/>
                </a:cubicBezTo>
                <a:cubicBezTo>
                  <a:pt x="249259" y="49819"/>
                  <a:pt x="236715" y="55970"/>
                  <a:pt x="228119" y="65767"/>
                </a:cubicBezTo>
                <a:cubicBezTo>
                  <a:pt x="219758" y="75567"/>
                  <a:pt x="215341" y="88782"/>
                  <a:pt x="215341" y="103138"/>
                </a:cubicBezTo>
                <a:moveTo>
                  <a:pt x="261106" y="57791"/>
                </a:moveTo>
                <a:cubicBezTo>
                  <a:pt x="281083" y="57791"/>
                  <a:pt x="293397" y="75567"/>
                  <a:pt x="293397" y="108382"/>
                </a:cubicBezTo>
                <a:cubicBezTo>
                  <a:pt x="293397" y="137094"/>
                  <a:pt x="278297" y="144158"/>
                  <a:pt x="267380" y="144158"/>
                </a:cubicBezTo>
                <a:cubicBezTo>
                  <a:pt x="243219" y="144158"/>
                  <a:pt x="235322" y="115444"/>
                  <a:pt x="235322" y="97898"/>
                </a:cubicBezTo>
                <a:cubicBezTo>
                  <a:pt x="235322" y="78072"/>
                  <a:pt x="240199" y="57791"/>
                  <a:pt x="261106" y="57791"/>
                </a:cubicBezTo>
                <a:close/>
                <a:moveTo>
                  <a:pt x="363549" y="74427"/>
                </a:moveTo>
                <a:cubicBezTo>
                  <a:pt x="369589" y="67132"/>
                  <a:pt x="380276" y="60297"/>
                  <a:pt x="387011" y="60297"/>
                </a:cubicBezTo>
                <a:cubicBezTo>
                  <a:pt x="401881" y="60297"/>
                  <a:pt x="414655" y="76703"/>
                  <a:pt x="414655" y="102454"/>
                </a:cubicBezTo>
                <a:cubicBezTo>
                  <a:pt x="414655" y="121143"/>
                  <a:pt x="407921" y="144384"/>
                  <a:pt x="381903" y="144384"/>
                </a:cubicBezTo>
                <a:cubicBezTo>
                  <a:pt x="377720" y="144384"/>
                  <a:pt x="369589" y="143245"/>
                  <a:pt x="365410" y="139599"/>
                </a:cubicBezTo>
                <a:cubicBezTo>
                  <a:pt x="360763" y="135498"/>
                  <a:pt x="359834" y="134129"/>
                  <a:pt x="359834" y="125928"/>
                </a:cubicBezTo>
                <a:lnTo>
                  <a:pt x="359834" y="84452"/>
                </a:lnTo>
                <a:cubicBezTo>
                  <a:pt x="359834" y="79667"/>
                  <a:pt x="360763" y="77617"/>
                  <a:pt x="363549" y="74427"/>
                </a:cubicBezTo>
                <a:moveTo>
                  <a:pt x="359136" y="65993"/>
                </a:moveTo>
                <a:cubicBezTo>
                  <a:pt x="358906" y="59157"/>
                  <a:pt x="358441" y="53239"/>
                  <a:pt x="357279" y="50959"/>
                </a:cubicBezTo>
                <a:cubicBezTo>
                  <a:pt x="356814" y="49819"/>
                  <a:pt x="356350" y="49138"/>
                  <a:pt x="354489" y="49138"/>
                </a:cubicBezTo>
                <a:cubicBezTo>
                  <a:pt x="347985" y="51644"/>
                  <a:pt x="341945" y="53694"/>
                  <a:pt x="325916" y="55741"/>
                </a:cubicBezTo>
                <a:cubicBezTo>
                  <a:pt x="325451" y="57110"/>
                  <a:pt x="325916" y="60752"/>
                  <a:pt x="326384" y="62121"/>
                </a:cubicBezTo>
                <a:cubicBezTo>
                  <a:pt x="338925" y="63261"/>
                  <a:pt x="341480" y="64397"/>
                  <a:pt x="341480" y="77617"/>
                </a:cubicBezTo>
                <a:lnTo>
                  <a:pt x="341480" y="174976"/>
                </a:lnTo>
                <a:cubicBezTo>
                  <a:pt x="341480" y="193940"/>
                  <a:pt x="338925" y="195083"/>
                  <a:pt x="324757" y="195768"/>
                </a:cubicBezTo>
                <a:cubicBezTo>
                  <a:pt x="323364" y="197133"/>
                  <a:pt x="323364" y="201915"/>
                  <a:pt x="324757" y="203281"/>
                </a:cubicBezTo>
                <a:cubicBezTo>
                  <a:pt x="332888" y="203055"/>
                  <a:pt x="341480" y="202826"/>
                  <a:pt x="350774" y="202826"/>
                </a:cubicBezTo>
                <a:cubicBezTo>
                  <a:pt x="360065" y="202826"/>
                  <a:pt x="371216" y="203055"/>
                  <a:pt x="378883" y="203281"/>
                </a:cubicBezTo>
                <a:cubicBezTo>
                  <a:pt x="380276" y="201915"/>
                  <a:pt x="380276" y="197133"/>
                  <a:pt x="378883" y="195768"/>
                </a:cubicBezTo>
                <a:cubicBezTo>
                  <a:pt x="362390" y="194854"/>
                  <a:pt x="359834" y="193940"/>
                  <a:pt x="359834" y="174976"/>
                </a:cubicBezTo>
                <a:lnTo>
                  <a:pt x="359834" y="150306"/>
                </a:lnTo>
                <a:cubicBezTo>
                  <a:pt x="359834" y="147345"/>
                  <a:pt x="360763" y="147575"/>
                  <a:pt x="363085" y="148711"/>
                </a:cubicBezTo>
                <a:cubicBezTo>
                  <a:pt x="368894" y="150761"/>
                  <a:pt x="375863" y="152127"/>
                  <a:pt x="383296" y="152127"/>
                </a:cubicBezTo>
                <a:cubicBezTo>
                  <a:pt x="396305" y="152127"/>
                  <a:pt x="407921" y="148256"/>
                  <a:pt x="417445" y="139373"/>
                </a:cubicBezTo>
                <a:cubicBezTo>
                  <a:pt x="428362" y="128889"/>
                  <a:pt x="434633" y="114759"/>
                  <a:pt x="434633" y="96303"/>
                </a:cubicBezTo>
                <a:cubicBezTo>
                  <a:pt x="434633" y="72147"/>
                  <a:pt x="417211" y="49819"/>
                  <a:pt x="393515" y="49819"/>
                </a:cubicBezTo>
                <a:cubicBezTo>
                  <a:pt x="382832" y="49819"/>
                  <a:pt x="370982" y="56881"/>
                  <a:pt x="361692" y="66907"/>
                </a:cubicBezTo>
                <a:cubicBezTo>
                  <a:pt x="360299" y="68272"/>
                  <a:pt x="359370" y="68272"/>
                  <a:pt x="359136" y="65993"/>
                </a:cubicBezTo>
                <a:close/>
                <a:moveTo>
                  <a:pt x="473892" y="85669"/>
                </a:moveTo>
                <a:cubicBezTo>
                  <a:pt x="478306" y="60043"/>
                  <a:pt x="494568" y="58003"/>
                  <a:pt x="500144" y="58003"/>
                </a:cubicBezTo>
                <a:cubicBezTo>
                  <a:pt x="508970" y="58003"/>
                  <a:pt x="519423" y="62768"/>
                  <a:pt x="519423" y="81815"/>
                </a:cubicBezTo>
                <a:cubicBezTo>
                  <a:pt x="519423" y="83855"/>
                  <a:pt x="518494" y="84991"/>
                  <a:pt x="515939" y="84991"/>
                </a:cubicBezTo>
                <a:lnTo>
                  <a:pt x="473892" y="85669"/>
                </a:lnTo>
                <a:moveTo>
                  <a:pt x="534754" y="128680"/>
                </a:moveTo>
                <a:cubicBezTo>
                  <a:pt x="526161" y="137330"/>
                  <a:pt x="519423" y="140968"/>
                  <a:pt x="505950" y="140968"/>
                </a:cubicBezTo>
                <a:cubicBezTo>
                  <a:pt x="497588" y="140968"/>
                  <a:pt x="487830" y="136190"/>
                  <a:pt x="480631" y="124587"/>
                </a:cubicBezTo>
                <a:cubicBezTo>
                  <a:pt x="475984" y="117077"/>
                  <a:pt x="473194" y="106610"/>
                  <a:pt x="473194" y="93411"/>
                </a:cubicBezTo>
                <a:lnTo>
                  <a:pt x="534988" y="93867"/>
                </a:lnTo>
                <a:cubicBezTo>
                  <a:pt x="537774" y="93867"/>
                  <a:pt x="539401" y="92501"/>
                  <a:pt x="539401" y="89995"/>
                </a:cubicBezTo>
                <a:cubicBezTo>
                  <a:pt x="539401" y="70931"/>
                  <a:pt x="532432" y="50487"/>
                  <a:pt x="500144" y="50487"/>
                </a:cubicBezTo>
                <a:cubicBezTo>
                  <a:pt x="479932" y="50487"/>
                  <a:pt x="453681" y="69343"/>
                  <a:pt x="453681" y="103878"/>
                </a:cubicBezTo>
                <a:cubicBezTo>
                  <a:pt x="453681" y="116622"/>
                  <a:pt x="456935" y="128910"/>
                  <a:pt x="464602" y="137556"/>
                </a:cubicBezTo>
                <a:cubicBezTo>
                  <a:pt x="472499" y="146664"/>
                  <a:pt x="483417" y="152127"/>
                  <a:pt x="500144" y="152127"/>
                </a:cubicBezTo>
                <a:cubicBezTo>
                  <a:pt x="517796" y="152127"/>
                  <a:pt x="530341" y="144158"/>
                  <a:pt x="539635" y="132322"/>
                </a:cubicBezTo>
                <a:cubicBezTo>
                  <a:pt x="538936" y="130046"/>
                  <a:pt x="537543" y="128910"/>
                  <a:pt x="534754" y="128680"/>
                </a:cubicBezTo>
                <a:close/>
                <a:moveTo>
                  <a:pt x="691791" y="122095"/>
                </a:moveTo>
                <a:lnTo>
                  <a:pt x="691791" y="43019"/>
                </a:lnTo>
                <a:cubicBezTo>
                  <a:pt x="691791" y="29347"/>
                  <a:pt x="692022" y="15447"/>
                  <a:pt x="692490" y="12483"/>
                </a:cubicBezTo>
                <a:cubicBezTo>
                  <a:pt x="692490" y="11343"/>
                  <a:pt x="692022" y="11343"/>
                  <a:pt x="691093" y="11343"/>
                </a:cubicBezTo>
                <a:cubicBezTo>
                  <a:pt x="678318" y="19092"/>
                  <a:pt x="666004" y="24788"/>
                  <a:pt x="645562" y="34133"/>
                </a:cubicBezTo>
                <a:cubicBezTo>
                  <a:pt x="646027" y="36638"/>
                  <a:pt x="646955" y="38918"/>
                  <a:pt x="649047" y="40287"/>
                </a:cubicBezTo>
                <a:cubicBezTo>
                  <a:pt x="659734" y="35957"/>
                  <a:pt x="664845" y="34588"/>
                  <a:pt x="669258" y="34588"/>
                </a:cubicBezTo>
                <a:cubicBezTo>
                  <a:pt x="673207" y="34588"/>
                  <a:pt x="673905" y="40058"/>
                  <a:pt x="673905" y="47807"/>
                </a:cubicBezTo>
                <a:lnTo>
                  <a:pt x="673905" y="122095"/>
                </a:lnTo>
                <a:cubicBezTo>
                  <a:pt x="673905" y="141010"/>
                  <a:pt x="667631" y="142150"/>
                  <a:pt x="651372" y="142834"/>
                </a:cubicBezTo>
                <a:cubicBezTo>
                  <a:pt x="649975" y="144200"/>
                  <a:pt x="649975" y="148982"/>
                  <a:pt x="651372" y="150348"/>
                </a:cubicBezTo>
                <a:cubicBezTo>
                  <a:pt x="662754" y="150122"/>
                  <a:pt x="671116" y="149892"/>
                  <a:pt x="683660" y="149892"/>
                </a:cubicBezTo>
                <a:cubicBezTo>
                  <a:pt x="694811" y="149892"/>
                  <a:pt x="700387" y="150122"/>
                  <a:pt x="712003" y="150348"/>
                </a:cubicBezTo>
                <a:cubicBezTo>
                  <a:pt x="713396" y="148982"/>
                  <a:pt x="713396" y="144200"/>
                  <a:pt x="712003" y="142834"/>
                </a:cubicBezTo>
                <a:cubicBezTo>
                  <a:pt x="695740" y="142150"/>
                  <a:pt x="691791" y="141010"/>
                  <a:pt x="691791" y="1220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529A9-1966-4543-9D68-03B97AFE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930" y="1617785"/>
            <a:ext cx="1215027" cy="2430031"/>
          </a:xfrm>
          <a:custGeom xmlns:a="http://schemas.openxmlformats.org/drawingml/2006/main">
            <a:pathLst>
              <a:path w="1215027" h="2430031" fill="none">
                <a:moveTo>
                  <a:pt x="1134022" y="0"/>
                </a:moveTo>
                <a:lnTo>
                  <a:pt x="81006" y="0"/>
                </a:lnTo>
                <a:cubicBezTo>
                  <a:pt x="36268" y="0"/>
                  <a:pt x="0" y="36267"/>
                  <a:pt x="0" y="81006"/>
                </a:cubicBezTo>
                <a:lnTo>
                  <a:pt x="0" y="2349025"/>
                </a:lnTo>
                <a:cubicBezTo>
                  <a:pt x="0" y="2393763"/>
                  <a:pt x="36268" y="2430031"/>
                  <a:pt x="81006" y="2430031"/>
                </a:cubicBezTo>
                <a:lnTo>
                  <a:pt x="1134022" y="2430031"/>
                </a:lnTo>
                <a:cubicBezTo>
                  <a:pt x="1178760" y="2430031"/>
                  <a:pt x="1215027" y="2393763"/>
                  <a:pt x="1215027" y="2349025"/>
                </a:cubicBezTo>
                <a:lnTo>
                  <a:pt x="1215027" y="81006"/>
                </a:lnTo>
                <a:cubicBezTo>
                  <a:pt x="1215027" y="36267"/>
                  <a:pt x="1178760" y="0"/>
                  <a:pt x="1134022" y="0"/>
                </a:cubicBezTo>
                <a:close/>
                <a:moveTo>
                  <a:pt x="0" y="2430031"/>
                </a:move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76" name="Text Scope2">
            <a:extLst xmlns:a="http://schemas.openxmlformats.org/drawingml/2006/main">
              <a:ext uri="{FF2B5EF4-FFF2-40B4-BE49-F238E27FC236}">
                <a16:creationId xmlns:a16="http://schemas.microsoft.com/office/drawing/2014/main" id="{1F3A6B1A-50A4-4194-A599-F5587635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070" y="2730685"/>
            <a:ext cx="720596" cy="203281"/>
          </a:xfrm>
          <a:custGeom xmlns:a="http://schemas.openxmlformats.org/drawingml/2006/main">
            <a:pathLst>
              <a:path w="720596" h="203281">
                <a:moveTo>
                  <a:pt x="85486" y="6151"/>
                </a:moveTo>
                <a:cubicBezTo>
                  <a:pt x="72013" y="4330"/>
                  <a:pt x="72477" y="0"/>
                  <a:pt x="49713" y="0"/>
                </a:cubicBezTo>
                <a:cubicBezTo>
                  <a:pt x="26251" y="0"/>
                  <a:pt x="5576" y="15259"/>
                  <a:pt x="5576" y="39401"/>
                </a:cubicBezTo>
                <a:cubicBezTo>
                  <a:pt x="5576" y="63313"/>
                  <a:pt x="25784" y="74243"/>
                  <a:pt x="46229" y="81985"/>
                </a:cubicBezTo>
                <a:cubicBezTo>
                  <a:pt x="60166" y="87226"/>
                  <a:pt x="77358" y="93602"/>
                  <a:pt x="77358" y="115920"/>
                </a:cubicBezTo>
                <a:cubicBezTo>
                  <a:pt x="77358" y="134366"/>
                  <a:pt x="66901" y="143929"/>
                  <a:pt x="48317" y="143929"/>
                </a:cubicBezTo>
                <a:cubicBezTo>
                  <a:pt x="26716" y="143929"/>
                  <a:pt x="12775" y="134136"/>
                  <a:pt x="7667" y="111593"/>
                </a:cubicBezTo>
                <a:cubicBezTo>
                  <a:pt x="4647" y="110679"/>
                  <a:pt x="2322" y="111138"/>
                  <a:pt x="0" y="112274"/>
                </a:cubicBezTo>
                <a:cubicBezTo>
                  <a:pt x="929" y="129810"/>
                  <a:pt x="1857" y="135731"/>
                  <a:pt x="4647" y="146890"/>
                </a:cubicBezTo>
                <a:cubicBezTo>
                  <a:pt x="19279" y="146890"/>
                  <a:pt x="25784" y="152127"/>
                  <a:pt x="46459" y="152127"/>
                </a:cubicBezTo>
                <a:cubicBezTo>
                  <a:pt x="56912" y="152127"/>
                  <a:pt x="66901" y="149625"/>
                  <a:pt x="75033" y="144614"/>
                </a:cubicBezTo>
                <a:cubicBezTo>
                  <a:pt x="88506" y="136416"/>
                  <a:pt x="96871" y="122522"/>
                  <a:pt x="96871" y="107948"/>
                </a:cubicBezTo>
                <a:cubicBezTo>
                  <a:pt x="96871" y="83810"/>
                  <a:pt x="78287" y="73106"/>
                  <a:pt x="59238" y="66045"/>
                </a:cubicBezTo>
                <a:cubicBezTo>
                  <a:pt x="45300" y="61034"/>
                  <a:pt x="22069" y="52381"/>
                  <a:pt x="22069" y="33253"/>
                </a:cubicBezTo>
                <a:cubicBezTo>
                  <a:pt x="22069" y="20500"/>
                  <a:pt x="33915" y="7746"/>
                  <a:pt x="47622" y="7746"/>
                </a:cubicBezTo>
                <a:cubicBezTo>
                  <a:pt x="70155" y="7746"/>
                  <a:pt x="77358" y="21865"/>
                  <a:pt x="82001" y="36895"/>
                </a:cubicBezTo>
                <a:cubicBezTo>
                  <a:pt x="84557" y="37351"/>
                  <a:pt x="87577" y="37125"/>
                  <a:pt x="89668" y="35530"/>
                </a:cubicBezTo>
                <a:cubicBezTo>
                  <a:pt x="88740" y="24597"/>
                  <a:pt x="87811" y="18220"/>
                  <a:pt x="85486" y="6151"/>
                </a:cubicBezTo>
                <a:close/>
                <a:moveTo>
                  <a:pt x="198850" y="129118"/>
                </a:moveTo>
                <a:cubicBezTo>
                  <a:pt x="197922" y="127068"/>
                  <a:pt x="196061" y="126157"/>
                  <a:pt x="193973" y="125928"/>
                </a:cubicBezTo>
                <a:cubicBezTo>
                  <a:pt x="186072" y="135957"/>
                  <a:pt x="176083" y="140968"/>
                  <a:pt x="166094" y="140968"/>
                </a:cubicBezTo>
                <a:cubicBezTo>
                  <a:pt x="149137" y="140968"/>
                  <a:pt x="134966" y="124107"/>
                  <a:pt x="134966" y="97442"/>
                </a:cubicBezTo>
                <a:cubicBezTo>
                  <a:pt x="134966" y="72376"/>
                  <a:pt x="146117" y="57336"/>
                  <a:pt x="161451" y="57336"/>
                </a:cubicBezTo>
                <a:cubicBezTo>
                  <a:pt x="175155" y="57336"/>
                  <a:pt x="177012" y="65311"/>
                  <a:pt x="177944" y="73287"/>
                </a:cubicBezTo>
                <a:cubicBezTo>
                  <a:pt x="178639" y="79441"/>
                  <a:pt x="181893" y="81492"/>
                  <a:pt x="186770" y="81492"/>
                </a:cubicBezTo>
                <a:cubicBezTo>
                  <a:pt x="191648" y="81492"/>
                  <a:pt x="198152" y="78531"/>
                  <a:pt x="198152" y="71466"/>
                </a:cubicBezTo>
                <a:cubicBezTo>
                  <a:pt x="198152" y="58931"/>
                  <a:pt x="184913" y="49819"/>
                  <a:pt x="162610" y="49819"/>
                </a:cubicBezTo>
                <a:cubicBezTo>
                  <a:pt x="139613" y="49819"/>
                  <a:pt x="114988" y="70097"/>
                  <a:pt x="114988" y="102457"/>
                </a:cubicBezTo>
                <a:cubicBezTo>
                  <a:pt x="114988" y="131853"/>
                  <a:pt x="131715" y="152127"/>
                  <a:pt x="160983" y="152127"/>
                </a:cubicBezTo>
                <a:cubicBezTo>
                  <a:pt x="174924" y="152127"/>
                  <a:pt x="187235" y="147800"/>
                  <a:pt x="198850" y="129118"/>
                </a:cubicBezTo>
                <a:close/>
                <a:moveTo>
                  <a:pt x="215342" y="103138"/>
                </a:moveTo>
                <a:cubicBezTo>
                  <a:pt x="215342" y="126383"/>
                  <a:pt x="231140" y="152127"/>
                  <a:pt x="264126" y="152127"/>
                </a:cubicBezTo>
                <a:cubicBezTo>
                  <a:pt x="278992" y="152127"/>
                  <a:pt x="290378" y="146890"/>
                  <a:pt x="298275" y="139373"/>
                </a:cubicBezTo>
                <a:cubicBezTo>
                  <a:pt x="308728" y="129344"/>
                  <a:pt x="313375" y="114988"/>
                  <a:pt x="313375" y="101088"/>
                </a:cubicBezTo>
                <a:cubicBezTo>
                  <a:pt x="313375" y="77387"/>
                  <a:pt x="300132" y="49819"/>
                  <a:pt x="264591" y="49819"/>
                </a:cubicBezTo>
                <a:cubicBezTo>
                  <a:pt x="249260" y="49819"/>
                  <a:pt x="236716" y="55970"/>
                  <a:pt x="228120" y="65767"/>
                </a:cubicBezTo>
                <a:cubicBezTo>
                  <a:pt x="219758" y="75567"/>
                  <a:pt x="215342" y="88782"/>
                  <a:pt x="215342" y="103138"/>
                </a:cubicBezTo>
                <a:moveTo>
                  <a:pt x="261106" y="57791"/>
                </a:moveTo>
                <a:cubicBezTo>
                  <a:pt x="281084" y="57791"/>
                  <a:pt x="293398" y="75567"/>
                  <a:pt x="293398" y="108382"/>
                </a:cubicBezTo>
                <a:cubicBezTo>
                  <a:pt x="293398" y="137094"/>
                  <a:pt x="278298" y="144158"/>
                  <a:pt x="267380" y="144158"/>
                </a:cubicBezTo>
                <a:cubicBezTo>
                  <a:pt x="243220" y="144158"/>
                  <a:pt x="235323" y="115444"/>
                  <a:pt x="235323" y="97898"/>
                </a:cubicBezTo>
                <a:cubicBezTo>
                  <a:pt x="235323" y="78072"/>
                  <a:pt x="240200" y="57791"/>
                  <a:pt x="261106" y="57791"/>
                </a:cubicBezTo>
                <a:close/>
                <a:moveTo>
                  <a:pt x="363549" y="74427"/>
                </a:moveTo>
                <a:cubicBezTo>
                  <a:pt x="369589" y="67132"/>
                  <a:pt x="380276" y="60297"/>
                  <a:pt x="387011" y="60297"/>
                </a:cubicBezTo>
                <a:cubicBezTo>
                  <a:pt x="401881" y="60297"/>
                  <a:pt x="414655" y="76703"/>
                  <a:pt x="414655" y="102454"/>
                </a:cubicBezTo>
                <a:cubicBezTo>
                  <a:pt x="414655" y="121143"/>
                  <a:pt x="407921" y="144384"/>
                  <a:pt x="381903" y="144384"/>
                </a:cubicBezTo>
                <a:cubicBezTo>
                  <a:pt x="377720" y="144384"/>
                  <a:pt x="369589" y="143245"/>
                  <a:pt x="365410" y="139599"/>
                </a:cubicBezTo>
                <a:cubicBezTo>
                  <a:pt x="360763" y="135498"/>
                  <a:pt x="359834" y="134129"/>
                  <a:pt x="359834" y="125928"/>
                </a:cubicBezTo>
                <a:lnTo>
                  <a:pt x="359834" y="84452"/>
                </a:lnTo>
                <a:cubicBezTo>
                  <a:pt x="359834" y="79667"/>
                  <a:pt x="360763" y="77617"/>
                  <a:pt x="363549" y="74427"/>
                </a:cubicBezTo>
                <a:moveTo>
                  <a:pt x="359136" y="65993"/>
                </a:moveTo>
                <a:cubicBezTo>
                  <a:pt x="358906" y="59157"/>
                  <a:pt x="358441" y="53239"/>
                  <a:pt x="357279" y="50959"/>
                </a:cubicBezTo>
                <a:cubicBezTo>
                  <a:pt x="356814" y="49819"/>
                  <a:pt x="356350" y="49138"/>
                  <a:pt x="354489" y="49138"/>
                </a:cubicBezTo>
                <a:cubicBezTo>
                  <a:pt x="347985" y="51644"/>
                  <a:pt x="341945" y="53694"/>
                  <a:pt x="325916" y="55741"/>
                </a:cubicBezTo>
                <a:cubicBezTo>
                  <a:pt x="325451" y="57110"/>
                  <a:pt x="325916" y="60752"/>
                  <a:pt x="326384" y="62121"/>
                </a:cubicBezTo>
                <a:cubicBezTo>
                  <a:pt x="338925" y="63261"/>
                  <a:pt x="341480" y="64397"/>
                  <a:pt x="341480" y="77617"/>
                </a:cubicBezTo>
                <a:lnTo>
                  <a:pt x="341480" y="174976"/>
                </a:lnTo>
                <a:cubicBezTo>
                  <a:pt x="341480" y="193940"/>
                  <a:pt x="338925" y="195083"/>
                  <a:pt x="324757" y="195768"/>
                </a:cubicBezTo>
                <a:cubicBezTo>
                  <a:pt x="323364" y="197133"/>
                  <a:pt x="323364" y="201915"/>
                  <a:pt x="324757" y="203281"/>
                </a:cubicBezTo>
                <a:cubicBezTo>
                  <a:pt x="332888" y="203055"/>
                  <a:pt x="341480" y="202826"/>
                  <a:pt x="350774" y="202826"/>
                </a:cubicBezTo>
                <a:cubicBezTo>
                  <a:pt x="360065" y="202826"/>
                  <a:pt x="371216" y="203055"/>
                  <a:pt x="378883" y="203281"/>
                </a:cubicBezTo>
                <a:cubicBezTo>
                  <a:pt x="380276" y="201915"/>
                  <a:pt x="380276" y="197133"/>
                  <a:pt x="378883" y="195768"/>
                </a:cubicBezTo>
                <a:cubicBezTo>
                  <a:pt x="362390" y="194854"/>
                  <a:pt x="359834" y="193940"/>
                  <a:pt x="359834" y="174976"/>
                </a:cubicBezTo>
                <a:lnTo>
                  <a:pt x="359834" y="150306"/>
                </a:lnTo>
                <a:cubicBezTo>
                  <a:pt x="359834" y="147345"/>
                  <a:pt x="360763" y="147575"/>
                  <a:pt x="363085" y="148711"/>
                </a:cubicBezTo>
                <a:cubicBezTo>
                  <a:pt x="368894" y="150761"/>
                  <a:pt x="375863" y="152127"/>
                  <a:pt x="383296" y="152127"/>
                </a:cubicBezTo>
                <a:cubicBezTo>
                  <a:pt x="396305" y="152127"/>
                  <a:pt x="407921" y="148256"/>
                  <a:pt x="417445" y="139373"/>
                </a:cubicBezTo>
                <a:cubicBezTo>
                  <a:pt x="428362" y="128889"/>
                  <a:pt x="434633" y="114759"/>
                  <a:pt x="434633" y="96303"/>
                </a:cubicBezTo>
                <a:cubicBezTo>
                  <a:pt x="434633" y="72147"/>
                  <a:pt x="417211" y="49819"/>
                  <a:pt x="393515" y="49819"/>
                </a:cubicBezTo>
                <a:cubicBezTo>
                  <a:pt x="382832" y="49819"/>
                  <a:pt x="370982" y="56881"/>
                  <a:pt x="361692" y="66907"/>
                </a:cubicBezTo>
                <a:cubicBezTo>
                  <a:pt x="360299" y="68272"/>
                  <a:pt x="359370" y="68272"/>
                  <a:pt x="359136" y="65993"/>
                </a:cubicBezTo>
                <a:close/>
                <a:moveTo>
                  <a:pt x="473894" y="85669"/>
                </a:moveTo>
                <a:cubicBezTo>
                  <a:pt x="478307" y="60043"/>
                  <a:pt x="494569" y="58003"/>
                  <a:pt x="500145" y="58003"/>
                </a:cubicBezTo>
                <a:cubicBezTo>
                  <a:pt x="508971" y="58003"/>
                  <a:pt x="519424" y="62768"/>
                  <a:pt x="519424" y="81815"/>
                </a:cubicBezTo>
                <a:cubicBezTo>
                  <a:pt x="519424" y="83855"/>
                  <a:pt x="518496" y="84991"/>
                  <a:pt x="515940" y="84991"/>
                </a:cubicBezTo>
                <a:lnTo>
                  <a:pt x="473894" y="85669"/>
                </a:lnTo>
                <a:moveTo>
                  <a:pt x="534755" y="128680"/>
                </a:moveTo>
                <a:cubicBezTo>
                  <a:pt x="526163" y="137330"/>
                  <a:pt x="519424" y="140968"/>
                  <a:pt x="505951" y="140968"/>
                </a:cubicBezTo>
                <a:cubicBezTo>
                  <a:pt x="497589" y="140968"/>
                  <a:pt x="487831" y="136190"/>
                  <a:pt x="480632" y="124587"/>
                </a:cubicBezTo>
                <a:cubicBezTo>
                  <a:pt x="475985" y="117077"/>
                  <a:pt x="473195" y="106610"/>
                  <a:pt x="473195" y="93411"/>
                </a:cubicBezTo>
                <a:lnTo>
                  <a:pt x="534989" y="93867"/>
                </a:lnTo>
                <a:cubicBezTo>
                  <a:pt x="537775" y="93867"/>
                  <a:pt x="539402" y="92501"/>
                  <a:pt x="539402" y="89995"/>
                </a:cubicBezTo>
                <a:cubicBezTo>
                  <a:pt x="539402" y="70931"/>
                  <a:pt x="532433" y="50487"/>
                  <a:pt x="500145" y="50487"/>
                </a:cubicBezTo>
                <a:cubicBezTo>
                  <a:pt x="479934" y="50487"/>
                  <a:pt x="453682" y="69343"/>
                  <a:pt x="453682" y="103878"/>
                </a:cubicBezTo>
                <a:cubicBezTo>
                  <a:pt x="453682" y="116622"/>
                  <a:pt x="456936" y="128910"/>
                  <a:pt x="464603" y="137556"/>
                </a:cubicBezTo>
                <a:cubicBezTo>
                  <a:pt x="472501" y="146664"/>
                  <a:pt x="483418" y="152127"/>
                  <a:pt x="500145" y="152127"/>
                </a:cubicBezTo>
                <a:cubicBezTo>
                  <a:pt x="517797" y="152127"/>
                  <a:pt x="530342" y="144158"/>
                  <a:pt x="539636" y="132322"/>
                </a:cubicBezTo>
                <a:cubicBezTo>
                  <a:pt x="538937" y="130046"/>
                  <a:pt x="537544" y="128910"/>
                  <a:pt x="534755" y="128680"/>
                </a:cubicBezTo>
                <a:close/>
                <a:moveTo>
                  <a:pt x="639059" y="43182"/>
                </a:moveTo>
                <a:cubicBezTo>
                  <a:pt x="639059" y="47957"/>
                  <a:pt x="643472" y="52043"/>
                  <a:pt x="648353" y="52043"/>
                </a:cubicBezTo>
                <a:cubicBezTo>
                  <a:pt x="652301" y="52043"/>
                  <a:pt x="659270" y="47957"/>
                  <a:pt x="659270" y="42956"/>
                </a:cubicBezTo>
                <a:cubicBezTo>
                  <a:pt x="659270" y="41138"/>
                  <a:pt x="658806" y="39776"/>
                  <a:pt x="658341" y="38185"/>
                </a:cubicBezTo>
                <a:cubicBezTo>
                  <a:pt x="657877" y="36593"/>
                  <a:pt x="656480" y="34550"/>
                  <a:pt x="656480" y="32732"/>
                </a:cubicBezTo>
                <a:cubicBezTo>
                  <a:pt x="656480" y="27050"/>
                  <a:pt x="662520" y="18870"/>
                  <a:pt x="679478" y="18870"/>
                </a:cubicBezTo>
                <a:cubicBezTo>
                  <a:pt x="687843" y="18870"/>
                  <a:pt x="699689" y="24552"/>
                  <a:pt x="699689" y="46365"/>
                </a:cubicBezTo>
                <a:cubicBezTo>
                  <a:pt x="699689" y="60943"/>
                  <a:pt x="694348" y="72807"/>
                  <a:pt x="680641" y="86499"/>
                </a:cubicBezTo>
                <a:lnTo>
                  <a:pt x="663449" y="103156"/>
                </a:lnTo>
                <a:cubicBezTo>
                  <a:pt x="640686" y="125973"/>
                  <a:pt x="636967" y="136923"/>
                  <a:pt x="636967" y="150362"/>
                </a:cubicBezTo>
                <a:cubicBezTo>
                  <a:pt x="636967" y="150362"/>
                  <a:pt x="648817" y="149903"/>
                  <a:pt x="656250" y="149903"/>
                </a:cubicBezTo>
                <a:lnTo>
                  <a:pt x="696903" y="149903"/>
                </a:lnTo>
                <a:cubicBezTo>
                  <a:pt x="704336" y="149903"/>
                  <a:pt x="715023" y="150362"/>
                  <a:pt x="715023" y="150362"/>
                </a:cubicBezTo>
                <a:cubicBezTo>
                  <a:pt x="718040" y="138289"/>
                  <a:pt x="720365" y="121181"/>
                  <a:pt x="720596" y="114338"/>
                </a:cubicBezTo>
                <a:cubicBezTo>
                  <a:pt x="719203" y="113195"/>
                  <a:pt x="716183" y="112740"/>
                  <a:pt x="713861" y="113195"/>
                </a:cubicBezTo>
                <a:cubicBezTo>
                  <a:pt x="709912" y="129396"/>
                  <a:pt x="705963" y="135102"/>
                  <a:pt x="697598" y="135102"/>
                </a:cubicBezTo>
                <a:lnTo>
                  <a:pt x="656250" y="135102"/>
                </a:lnTo>
                <a:cubicBezTo>
                  <a:pt x="656250" y="124149"/>
                  <a:pt x="672279" y="108632"/>
                  <a:pt x="673441" y="107492"/>
                </a:cubicBezTo>
                <a:lnTo>
                  <a:pt x="696903" y="85359"/>
                </a:lnTo>
                <a:cubicBezTo>
                  <a:pt x="710142" y="72807"/>
                  <a:pt x="720131" y="62768"/>
                  <a:pt x="720131" y="45455"/>
                </a:cubicBezTo>
                <a:cubicBezTo>
                  <a:pt x="720131" y="20917"/>
                  <a:pt x="699689" y="10898"/>
                  <a:pt x="680875" y="10898"/>
                </a:cubicBezTo>
                <a:cubicBezTo>
                  <a:pt x="655087" y="10898"/>
                  <a:pt x="639059" y="29549"/>
                  <a:pt x="639059" y="431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F88E9-5127-4A15-B375-7872F1C9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930" y="4446359"/>
            <a:ext cx="1215027" cy="405004"/>
          </a:xfrm>
          <a:custGeom xmlns:a="http://schemas.openxmlformats.org/drawingml/2006/main">
            <a:pathLst>
              <a:path w="1215027" h="405004" fill="none">
                <a:moveTo>
                  <a:pt x="1134022" y="0"/>
                </a:moveTo>
                <a:lnTo>
                  <a:pt x="81006" y="0"/>
                </a:lnTo>
                <a:cubicBezTo>
                  <a:pt x="36268" y="0"/>
                  <a:pt x="0" y="36268"/>
                  <a:pt x="0" y="81006"/>
                </a:cubicBezTo>
                <a:lnTo>
                  <a:pt x="0" y="323998"/>
                </a:lnTo>
                <a:cubicBezTo>
                  <a:pt x="0" y="368737"/>
                  <a:pt x="36268" y="405004"/>
                  <a:pt x="81006" y="405004"/>
                </a:cubicBezTo>
                <a:lnTo>
                  <a:pt x="1134022" y="405004"/>
                </a:lnTo>
                <a:cubicBezTo>
                  <a:pt x="1178760" y="405004"/>
                  <a:pt x="1215027" y="368737"/>
                  <a:pt x="1215027" y="323998"/>
                </a:cubicBezTo>
                <a:lnTo>
                  <a:pt x="1215027" y="81006"/>
                </a:lnTo>
                <a:cubicBezTo>
                  <a:pt x="1215027" y="36268"/>
                  <a:pt x="1178760" y="0"/>
                  <a:pt x="1134022" y="0"/>
                </a:cubicBezTo>
                <a:close/>
                <a:moveTo>
                  <a:pt x="0" y="405004"/>
                </a:move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78" name="Text Scope3">
            <a:extLst xmlns:a="http://schemas.openxmlformats.org/drawingml/2006/main">
              <a:ext uri="{FF2B5EF4-FFF2-40B4-BE49-F238E27FC236}">
                <a16:creationId xmlns:a16="http://schemas.microsoft.com/office/drawing/2014/main" id="{FDB2F917-C67C-479B-A0EB-04CEB0F3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070" y="4546714"/>
            <a:ext cx="720830" cy="203281"/>
          </a:xfrm>
          <a:custGeom xmlns:a="http://schemas.openxmlformats.org/drawingml/2006/main">
            <a:pathLst>
              <a:path w="720830" h="203281">
                <a:moveTo>
                  <a:pt x="85486" y="6151"/>
                </a:moveTo>
                <a:cubicBezTo>
                  <a:pt x="72013" y="4330"/>
                  <a:pt x="72477" y="0"/>
                  <a:pt x="49713" y="0"/>
                </a:cubicBezTo>
                <a:cubicBezTo>
                  <a:pt x="26251" y="0"/>
                  <a:pt x="5576" y="15259"/>
                  <a:pt x="5576" y="39401"/>
                </a:cubicBezTo>
                <a:cubicBezTo>
                  <a:pt x="5576" y="63313"/>
                  <a:pt x="25784" y="74243"/>
                  <a:pt x="46229" y="81985"/>
                </a:cubicBezTo>
                <a:cubicBezTo>
                  <a:pt x="60166" y="87226"/>
                  <a:pt x="77358" y="93602"/>
                  <a:pt x="77358" y="115920"/>
                </a:cubicBezTo>
                <a:cubicBezTo>
                  <a:pt x="77358" y="134366"/>
                  <a:pt x="66901" y="143929"/>
                  <a:pt x="48317" y="143929"/>
                </a:cubicBezTo>
                <a:cubicBezTo>
                  <a:pt x="26716" y="143929"/>
                  <a:pt x="12775" y="134136"/>
                  <a:pt x="7667" y="111593"/>
                </a:cubicBezTo>
                <a:cubicBezTo>
                  <a:pt x="4647" y="110679"/>
                  <a:pt x="2322" y="111138"/>
                  <a:pt x="0" y="112274"/>
                </a:cubicBezTo>
                <a:cubicBezTo>
                  <a:pt x="929" y="129810"/>
                  <a:pt x="1857" y="135731"/>
                  <a:pt x="4647" y="146890"/>
                </a:cubicBezTo>
                <a:cubicBezTo>
                  <a:pt x="19279" y="146890"/>
                  <a:pt x="25784" y="152127"/>
                  <a:pt x="46459" y="152127"/>
                </a:cubicBezTo>
                <a:cubicBezTo>
                  <a:pt x="56912" y="152127"/>
                  <a:pt x="66901" y="149625"/>
                  <a:pt x="75033" y="144614"/>
                </a:cubicBezTo>
                <a:cubicBezTo>
                  <a:pt x="88506" y="136416"/>
                  <a:pt x="96871" y="122522"/>
                  <a:pt x="96871" y="107948"/>
                </a:cubicBezTo>
                <a:cubicBezTo>
                  <a:pt x="96871" y="83810"/>
                  <a:pt x="78287" y="73106"/>
                  <a:pt x="59238" y="66045"/>
                </a:cubicBezTo>
                <a:cubicBezTo>
                  <a:pt x="45300" y="61034"/>
                  <a:pt x="22069" y="52381"/>
                  <a:pt x="22069" y="33253"/>
                </a:cubicBezTo>
                <a:cubicBezTo>
                  <a:pt x="22069" y="20500"/>
                  <a:pt x="33915" y="7746"/>
                  <a:pt x="47622" y="7746"/>
                </a:cubicBezTo>
                <a:cubicBezTo>
                  <a:pt x="70155" y="7746"/>
                  <a:pt x="77358" y="21865"/>
                  <a:pt x="82001" y="36895"/>
                </a:cubicBezTo>
                <a:cubicBezTo>
                  <a:pt x="84557" y="37351"/>
                  <a:pt x="87577" y="37125"/>
                  <a:pt x="89668" y="35530"/>
                </a:cubicBezTo>
                <a:cubicBezTo>
                  <a:pt x="88740" y="24597"/>
                  <a:pt x="87811" y="18220"/>
                  <a:pt x="85486" y="6151"/>
                </a:cubicBezTo>
                <a:close/>
                <a:moveTo>
                  <a:pt x="198850" y="129118"/>
                </a:moveTo>
                <a:cubicBezTo>
                  <a:pt x="197922" y="127068"/>
                  <a:pt x="196061" y="126157"/>
                  <a:pt x="193973" y="125928"/>
                </a:cubicBezTo>
                <a:cubicBezTo>
                  <a:pt x="186072" y="135957"/>
                  <a:pt x="176083" y="140968"/>
                  <a:pt x="166094" y="140968"/>
                </a:cubicBezTo>
                <a:cubicBezTo>
                  <a:pt x="149137" y="140968"/>
                  <a:pt x="134966" y="124107"/>
                  <a:pt x="134966" y="97442"/>
                </a:cubicBezTo>
                <a:cubicBezTo>
                  <a:pt x="134966" y="72376"/>
                  <a:pt x="146117" y="57336"/>
                  <a:pt x="161451" y="57336"/>
                </a:cubicBezTo>
                <a:cubicBezTo>
                  <a:pt x="175155" y="57336"/>
                  <a:pt x="177012" y="65311"/>
                  <a:pt x="177944" y="73287"/>
                </a:cubicBezTo>
                <a:cubicBezTo>
                  <a:pt x="178639" y="79441"/>
                  <a:pt x="181893" y="81492"/>
                  <a:pt x="186770" y="81492"/>
                </a:cubicBezTo>
                <a:cubicBezTo>
                  <a:pt x="191648" y="81492"/>
                  <a:pt x="198152" y="78531"/>
                  <a:pt x="198152" y="71466"/>
                </a:cubicBezTo>
                <a:cubicBezTo>
                  <a:pt x="198152" y="58931"/>
                  <a:pt x="184913" y="49819"/>
                  <a:pt x="162610" y="49819"/>
                </a:cubicBezTo>
                <a:cubicBezTo>
                  <a:pt x="139613" y="49819"/>
                  <a:pt x="114988" y="70097"/>
                  <a:pt x="114988" y="102457"/>
                </a:cubicBezTo>
                <a:cubicBezTo>
                  <a:pt x="114988" y="131853"/>
                  <a:pt x="131715" y="152127"/>
                  <a:pt x="160983" y="152127"/>
                </a:cubicBezTo>
                <a:cubicBezTo>
                  <a:pt x="174924" y="152127"/>
                  <a:pt x="187235" y="147800"/>
                  <a:pt x="198850" y="129118"/>
                </a:cubicBezTo>
                <a:close/>
                <a:moveTo>
                  <a:pt x="215342" y="103138"/>
                </a:moveTo>
                <a:cubicBezTo>
                  <a:pt x="215342" y="126383"/>
                  <a:pt x="231140" y="152127"/>
                  <a:pt x="264126" y="152127"/>
                </a:cubicBezTo>
                <a:cubicBezTo>
                  <a:pt x="278992" y="152127"/>
                  <a:pt x="290378" y="146890"/>
                  <a:pt x="298275" y="139373"/>
                </a:cubicBezTo>
                <a:cubicBezTo>
                  <a:pt x="308728" y="129344"/>
                  <a:pt x="313375" y="114988"/>
                  <a:pt x="313375" y="101088"/>
                </a:cubicBezTo>
                <a:cubicBezTo>
                  <a:pt x="313375" y="77387"/>
                  <a:pt x="300132" y="49819"/>
                  <a:pt x="264591" y="49819"/>
                </a:cubicBezTo>
                <a:cubicBezTo>
                  <a:pt x="249260" y="49819"/>
                  <a:pt x="236716" y="55970"/>
                  <a:pt x="228120" y="65767"/>
                </a:cubicBezTo>
                <a:cubicBezTo>
                  <a:pt x="219758" y="75567"/>
                  <a:pt x="215342" y="88782"/>
                  <a:pt x="215342" y="103138"/>
                </a:cubicBezTo>
                <a:moveTo>
                  <a:pt x="261106" y="57791"/>
                </a:moveTo>
                <a:cubicBezTo>
                  <a:pt x="281084" y="57791"/>
                  <a:pt x="293398" y="75567"/>
                  <a:pt x="293398" y="108382"/>
                </a:cubicBezTo>
                <a:cubicBezTo>
                  <a:pt x="293398" y="137094"/>
                  <a:pt x="278298" y="144158"/>
                  <a:pt x="267380" y="144158"/>
                </a:cubicBezTo>
                <a:cubicBezTo>
                  <a:pt x="243220" y="144158"/>
                  <a:pt x="235323" y="115444"/>
                  <a:pt x="235323" y="97898"/>
                </a:cubicBezTo>
                <a:cubicBezTo>
                  <a:pt x="235323" y="78072"/>
                  <a:pt x="240200" y="57791"/>
                  <a:pt x="261106" y="57791"/>
                </a:cubicBezTo>
                <a:close/>
                <a:moveTo>
                  <a:pt x="363549" y="74427"/>
                </a:moveTo>
                <a:cubicBezTo>
                  <a:pt x="369589" y="67132"/>
                  <a:pt x="380276" y="60297"/>
                  <a:pt x="387011" y="60297"/>
                </a:cubicBezTo>
                <a:cubicBezTo>
                  <a:pt x="401881" y="60297"/>
                  <a:pt x="414655" y="76703"/>
                  <a:pt x="414655" y="102454"/>
                </a:cubicBezTo>
                <a:cubicBezTo>
                  <a:pt x="414655" y="121143"/>
                  <a:pt x="407921" y="144384"/>
                  <a:pt x="381903" y="144384"/>
                </a:cubicBezTo>
                <a:cubicBezTo>
                  <a:pt x="377720" y="144384"/>
                  <a:pt x="369589" y="143245"/>
                  <a:pt x="365410" y="139599"/>
                </a:cubicBezTo>
                <a:cubicBezTo>
                  <a:pt x="360763" y="135498"/>
                  <a:pt x="359834" y="134129"/>
                  <a:pt x="359834" y="125928"/>
                </a:cubicBezTo>
                <a:lnTo>
                  <a:pt x="359834" y="84452"/>
                </a:lnTo>
                <a:cubicBezTo>
                  <a:pt x="359834" y="79667"/>
                  <a:pt x="360763" y="77617"/>
                  <a:pt x="363549" y="74427"/>
                </a:cubicBezTo>
                <a:moveTo>
                  <a:pt x="359136" y="65993"/>
                </a:moveTo>
                <a:cubicBezTo>
                  <a:pt x="358906" y="59157"/>
                  <a:pt x="358441" y="53239"/>
                  <a:pt x="357279" y="50959"/>
                </a:cubicBezTo>
                <a:cubicBezTo>
                  <a:pt x="356814" y="49819"/>
                  <a:pt x="356350" y="49138"/>
                  <a:pt x="354489" y="49138"/>
                </a:cubicBezTo>
                <a:cubicBezTo>
                  <a:pt x="347985" y="51644"/>
                  <a:pt x="341945" y="53694"/>
                  <a:pt x="325916" y="55741"/>
                </a:cubicBezTo>
                <a:cubicBezTo>
                  <a:pt x="325451" y="57110"/>
                  <a:pt x="325916" y="60752"/>
                  <a:pt x="326384" y="62121"/>
                </a:cubicBezTo>
                <a:cubicBezTo>
                  <a:pt x="338925" y="63261"/>
                  <a:pt x="341480" y="64397"/>
                  <a:pt x="341480" y="77617"/>
                </a:cubicBezTo>
                <a:lnTo>
                  <a:pt x="341480" y="174976"/>
                </a:lnTo>
                <a:cubicBezTo>
                  <a:pt x="341480" y="193940"/>
                  <a:pt x="338925" y="195083"/>
                  <a:pt x="324757" y="195768"/>
                </a:cubicBezTo>
                <a:cubicBezTo>
                  <a:pt x="323364" y="197133"/>
                  <a:pt x="323364" y="201915"/>
                  <a:pt x="324757" y="203281"/>
                </a:cubicBezTo>
                <a:cubicBezTo>
                  <a:pt x="332888" y="203055"/>
                  <a:pt x="341480" y="202826"/>
                  <a:pt x="350774" y="202826"/>
                </a:cubicBezTo>
                <a:cubicBezTo>
                  <a:pt x="360065" y="202826"/>
                  <a:pt x="371216" y="203055"/>
                  <a:pt x="378883" y="203281"/>
                </a:cubicBezTo>
                <a:cubicBezTo>
                  <a:pt x="380276" y="201915"/>
                  <a:pt x="380276" y="197133"/>
                  <a:pt x="378883" y="195768"/>
                </a:cubicBezTo>
                <a:cubicBezTo>
                  <a:pt x="362390" y="194854"/>
                  <a:pt x="359834" y="193940"/>
                  <a:pt x="359834" y="174976"/>
                </a:cubicBezTo>
                <a:lnTo>
                  <a:pt x="359834" y="150306"/>
                </a:lnTo>
                <a:cubicBezTo>
                  <a:pt x="359834" y="147345"/>
                  <a:pt x="360763" y="147575"/>
                  <a:pt x="363085" y="148711"/>
                </a:cubicBezTo>
                <a:cubicBezTo>
                  <a:pt x="368894" y="150761"/>
                  <a:pt x="375863" y="152127"/>
                  <a:pt x="383296" y="152127"/>
                </a:cubicBezTo>
                <a:cubicBezTo>
                  <a:pt x="396305" y="152127"/>
                  <a:pt x="407921" y="148256"/>
                  <a:pt x="417445" y="139373"/>
                </a:cubicBezTo>
                <a:cubicBezTo>
                  <a:pt x="428362" y="128889"/>
                  <a:pt x="434633" y="114759"/>
                  <a:pt x="434633" y="96303"/>
                </a:cubicBezTo>
                <a:cubicBezTo>
                  <a:pt x="434633" y="72147"/>
                  <a:pt x="417211" y="49819"/>
                  <a:pt x="393515" y="49819"/>
                </a:cubicBezTo>
                <a:cubicBezTo>
                  <a:pt x="382832" y="49819"/>
                  <a:pt x="370982" y="56881"/>
                  <a:pt x="361692" y="66907"/>
                </a:cubicBezTo>
                <a:cubicBezTo>
                  <a:pt x="360299" y="68272"/>
                  <a:pt x="359370" y="68272"/>
                  <a:pt x="359136" y="65993"/>
                </a:cubicBezTo>
                <a:close/>
                <a:moveTo>
                  <a:pt x="473894" y="85669"/>
                </a:moveTo>
                <a:cubicBezTo>
                  <a:pt x="478307" y="60043"/>
                  <a:pt x="494569" y="58003"/>
                  <a:pt x="500145" y="58003"/>
                </a:cubicBezTo>
                <a:cubicBezTo>
                  <a:pt x="508971" y="58003"/>
                  <a:pt x="519424" y="62768"/>
                  <a:pt x="519424" y="81815"/>
                </a:cubicBezTo>
                <a:cubicBezTo>
                  <a:pt x="519424" y="83855"/>
                  <a:pt x="518496" y="84991"/>
                  <a:pt x="515940" y="84991"/>
                </a:cubicBezTo>
                <a:lnTo>
                  <a:pt x="473894" y="85669"/>
                </a:lnTo>
                <a:moveTo>
                  <a:pt x="534755" y="128680"/>
                </a:moveTo>
                <a:cubicBezTo>
                  <a:pt x="526163" y="137330"/>
                  <a:pt x="519424" y="140968"/>
                  <a:pt x="505951" y="140968"/>
                </a:cubicBezTo>
                <a:cubicBezTo>
                  <a:pt x="497589" y="140968"/>
                  <a:pt x="487831" y="136190"/>
                  <a:pt x="480632" y="124587"/>
                </a:cubicBezTo>
                <a:cubicBezTo>
                  <a:pt x="475985" y="117077"/>
                  <a:pt x="473195" y="106610"/>
                  <a:pt x="473195" y="93411"/>
                </a:cubicBezTo>
                <a:lnTo>
                  <a:pt x="534989" y="93867"/>
                </a:lnTo>
                <a:cubicBezTo>
                  <a:pt x="537775" y="93867"/>
                  <a:pt x="539402" y="92501"/>
                  <a:pt x="539402" y="89995"/>
                </a:cubicBezTo>
                <a:cubicBezTo>
                  <a:pt x="539402" y="70931"/>
                  <a:pt x="532433" y="50487"/>
                  <a:pt x="500145" y="50487"/>
                </a:cubicBezTo>
                <a:cubicBezTo>
                  <a:pt x="479934" y="50487"/>
                  <a:pt x="453682" y="69343"/>
                  <a:pt x="453682" y="103878"/>
                </a:cubicBezTo>
                <a:cubicBezTo>
                  <a:pt x="453682" y="116622"/>
                  <a:pt x="456936" y="128910"/>
                  <a:pt x="464603" y="137556"/>
                </a:cubicBezTo>
                <a:cubicBezTo>
                  <a:pt x="472501" y="146664"/>
                  <a:pt x="483418" y="152127"/>
                  <a:pt x="500145" y="152127"/>
                </a:cubicBezTo>
                <a:cubicBezTo>
                  <a:pt x="517797" y="152127"/>
                  <a:pt x="530342" y="144158"/>
                  <a:pt x="539636" y="132322"/>
                </a:cubicBezTo>
                <a:cubicBezTo>
                  <a:pt x="538937" y="130046"/>
                  <a:pt x="537544" y="128910"/>
                  <a:pt x="534755" y="128680"/>
                </a:cubicBezTo>
                <a:close/>
                <a:moveTo>
                  <a:pt x="674834" y="18870"/>
                </a:moveTo>
                <a:cubicBezTo>
                  <a:pt x="684823" y="18870"/>
                  <a:pt x="694114" y="24788"/>
                  <a:pt x="694114" y="39356"/>
                </a:cubicBezTo>
                <a:cubicBezTo>
                  <a:pt x="694114" y="50733"/>
                  <a:pt x="680641" y="68258"/>
                  <a:pt x="657643" y="71445"/>
                </a:cubicBezTo>
                <a:lnTo>
                  <a:pt x="658806" y="78732"/>
                </a:lnTo>
                <a:cubicBezTo>
                  <a:pt x="662754" y="78277"/>
                  <a:pt x="666937" y="78277"/>
                  <a:pt x="669957" y="78277"/>
                </a:cubicBezTo>
                <a:cubicBezTo>
                  <a:pt x="683196" y="78277"/>
                  <a:pt x="700388" y="81926"/>
                  <a:pt x="700388" y="107684"/>
                </a:cubicBezTo>
                <a:cubicBezTo>
                  <a:pt x="700388" y="138004"/>
                  <a:pt x="679712" y="144158"/>
                  <a:pt x="671581" y="144158"/>
                </a:cubicBezTo>
                <a:cubicBezTo>
                  <a:pt x="659734" y="144158"/>
                  <a:pt x="657643" y="138915"/>
                  <a:pt x="654857" y="134810"/>
                </a:cubicBezTo>
                <a:cubicBezTo>
                  <a:pt x="652532" y="131620"/>
                  <a:pt x="649512" y="128885"/>
                  <a:pt x="644868" y="128885"/>
                </a:cubicBezTo>
                <a:cubicBezTo>
                  <a:pt x="639987" y="128885"/>
                  <a:pt x="635110" y="133215"/>
                  <a:pt x="635110" y="136864"/>
                </a:cubicBezTo>
                <a:cubicBezTo>
                  <a:pt x="635110" y="145979"/>
                  <a:pt x="654623" y="152127"/>
                  <a:pt x="668561" y="152127"/>
                </a:cubicBezTo>
                <a:cubicBezTo>
                  <a:pt x="696205" y="152127"/>
                  <a:pt x="720830" y="134585"/>
                  <a:pt x="720830" y="104493"/>
                </a:cubicBezTo>
                <a:cubicBezTo>
                  <a:pt x="720830" y="79646"/>
                  <a:pt x="701781" y="70764"/>
                  <a:pt x="688074" y="68488"/>
                </a:cubicBezTo>
                <a:lnTo>
                  <a:pt x="687843" y="68032"/>
                </a:lnTo>
                <a:cubicBezTo>
                  <a:pt x="706892" y="59157"/>
                  <a:pt x="712234" y="49823"/>
                  <a:pt x="712234" y="37761"/>
                </a:cubicBezTo>
                <a:cubicBezTo>
                  <a:pt x="712234" y="30932"/>
                  <a:pt x="710607" y="25473"/>
                  <a:pt x="705031" y="19780"/>
                </a:cubicBezTo>
                <a:cubicBezTo>
                  <a:pt x="699923" y="14773"/>
                  <a:pt x="691792" y="10898"/>
                  <a:pt x="679712" y="10898"/>
                </a:cubicBezTo>
                <a:cubicBezTo>
                  <a:pt x="645563" y="10898"/>
                  <a:pt x="635808" y="32753"/>
                  <a:pt x="635808" y="40266"/>
                </a:cubicBezTo>
                <a:cubicBezTo>
                  <a:pt x="635808" y="43453"/>
                  <a:pt x="638130" y="48002"/>
                  <a:pt x="643706" y="48002"/>
                </a:cubicBezTo>
                <a:cubicBezTo>
                  <a:pt x="651837" y="48002"/>
                  <a:pt x="652766" y="40492"/>
                  <a:pt x="652766" y="36169"/>
                </a:cubicBezTo>
                <a:cubicBezTo>
                  <a:pt x="652766" y="21601"/>
                  <a:pt x="668794" y="18870"/>
                  <a:pt x="674834" y="188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424EA-0B88-415B-88CE-3461F79E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930" y="5330404"/>
            <a:ext cx="1215027" cy="588524"/>
          </a:xfrm>
          <a:custGeom xmlns:a="http://schemas.openxmlformats.org/drawingml/2006/main">
            <a:pathLst>
              <a:path w="1215027" h="588524" fill="none">
                <a:moveTo>
                  <a:pt x="0" y="588524"/>
                </a:moveTo>
                <a:lnTo>
                  <a:pt x="1215027" y="588524"/>
                </a:lnTo>
                <a:lnTo>
                  <a:pt x="1215027" y="0"/>
                </a:lnTo>
                <a:lnTo>
                  <a:pt x="0" y="0"/>
                </a:lnTo>
                <a:lnTo>
                  <a:pt x="0" y="5885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80" name="Text Setreturn">
            <a:extLst xmlns:a="http://schemas.openxmlformats.org/drawingml/2006/main">
              <a:ext uri="{FF2B5EF4-FFF2-40B4-BE49-F238E27FC236}">
                <a16:creationId xmlns:a16="http://schemas.microsoft.com/office/drawing/2014/main" id="{54BC9E83-81BF-4C30-89A4-B9BB29AE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942" y="5405734"/>
            <a:ext cx="954291" cy="152812"/>
          </a:xfrm>
          <a:custGeom xmlns:a="http://schemas.openxmlformats.org/drawingml/2006/main">
            <a:pathLst>
              <a:path w="954291" h="152812">
                <a:moveTo>
                  <a:pt x="85486" y="6151"/>
                </a:moveTo>
                <a:cubicBezTo>
                  <a:pt x="72013" y="4330"/>
                  <a:pt x="72477" y="0"/>
                  <a:pt x="49713" y="0"/>
                </a:cubicBezTo>
                <a:cubicBezTo>
                  <a:pt x="26251" y="0"/>
                  <a:pt x="5576" y="15259"/>
                  <a:pt x="5576" y="39401"/>
                </a:cubicBezTo>
                <a:cubicBezTo>
                  <a:pt x="5576" y="63313"/>
                  <a:pt x="25784" y="74243"/>
                  <a:pt x="46229" y="81985"/>
                </a:cubicBezTo>
                <a:cubicBezTo>
                  <a:pt x="60166" y="87226"/>
                  <a:pt x="77358" y="93602"/>
                  <a:pt x="77358" y="115920"/>
                </a:cubicBezTo>
                <a:cubicBezTo>
                  <a:pt x="77358" y="134366"/>
                  <a:pt x="66901" y="143929"/>
                  <a:pt x="48317" y="143929"/>
                </a:cubicBezTo>
                <a:cubicBezTo>
                  <a:pt x="26716" y="143929"/>
                  <a:pt x="12775" y="134136"/>
                  <a:pt x="7667" y="111593"/>
                </a:cubicBezTo>
                <a:cubicBezTo>
                  <a:pt x="4647" y="110679"/>
                  <a:pt x="2322" y="111138"/>
                  <a:pt x="0" y="112274"/>
                </a:cubicBezTo>
                <a:cubicBezTo>
                  <a:pt x="929" y="129810"/>
                  <a:pt x="1857" y="135731"/>
                  <a:pt x="4647" y="146890"/>
                </a:cubicBezTo>
                <a:cubicBezTo>
                  <a:pt x="19279" y="146890"/>
                  <a:pt x="25784" y="152127"/>
                  <a:pt x="46459" y="152127"/>
                </a:cubicBezTo>
                <a:cubicBezTo>
                  <a:pt x="56912" y="152127"/>
                  <a:pt x="66901" y="149625"/>
                  <a:pt x="75033" y="144614"/>
                </a:cubicBezTo>
                <a:cubicBezTo>
                  <a:pt x="88506" y="136416"/>
                  <a:pt x="96871" y="122522"/>
                  <a:pt x="96871" y="107948"/>
                </a:cubicBezTo>
                <a:cubicBezTo>
                  <a:pt x="96871" y="83810"/>
                  <a:pt x="78287" y="73106"/>
                  <a:pt x="59238" y="66045"/>
                </a:cubicBezTo>
                <a:cubicBezTo>
                  <a:pt x="45300" y="61034"/>
                  <a:pt x="22069" y="52381"/>
                  <a:pt x="22069" y="33253"/>
                </a:cubicBezTo>
                <a:cubicBezTo>
                  <a:pt x="22069" y="20500"/>
                  <a:pt x="33915" y="7746"/>
                  <a:pt x="47622" y="7746"/>
                </a:cubicBezTo>
                <a:cubicBezTo>
                  <a:pt x="70155" y="7746"/>
                  <a:pt x="77358" y="21865"/>
                  <a:pt x="82001" y="36895"/>
                </a:cubicBezTo>
                <a:cubicBezTo>
                  <a:pt x="84557" y="37351"/>
                  <a:pt x="87577" y="37125"/>
                  <a:pt x="89668" y="35530"/>
                </a:cubicBezTo>
                <a:cubicBezTo>
                  <a:pt x="88740" y="24597"/>
                  <a:pt x="87811" y="18220"/>
                  <a:pt x="85486" y="6151"/>
                </a:cubicBezTo>
                <a:close/>
                <a:moveTo>
                  <a:pt x="135199" y="85669"/>
                </a:moveTo>
                <a:cubicBezTo>
                  <a:pt x="139612" y="60043"/>
                  <a:pt x="155874" y="58003"/>
                  <a:pt x="161450" y="58003"/>
                </a:cubicBezTo>
                <a:cubicBezTo>
                  <a:pt x="170276" y="58003"/>
                  <a:pt x="180729" y="62768"/>
                  <a:pt x="180729" y="81815"/>
                </a:cubicBezTo>
                <a:cubicBezTo>
                  <a:pt x="180729" y="83855"/>
                  <a:pt x="179801" y="84991"/>
                  <a:pt x="177245" y="84991"/>
                </a:cubicBezTo>
                <a:lnTo>
                  <a:pt x="135199" y="85669"/>
                </a:lnTo>
                <a:moveTo>
                  <a:pt x="196060" y="128680"/>
                </a:moveTo>
                <a:cubicBezTo>
                  <a:pt x="187468" y="137330"/>
                  <a:pt x="180729" y="140968"/>
                  <a:pt x="167256" y="140968"/>
                </a:cubicBezTo>
                <a:cubicBezTo>
                  <a:pt x="158894" y="140968"/>
                  <a:pt x="149136" y="136190"/>
                  <a:pt x="141937" y="124587"/>
                </a:cubicBezTo>
                <a:cubicBezTo>
                  <a:pt x="137290" y="117077"/>
                  <a:pt x="134500" y="106610"/>
                  <a:pt x="134500" y="93411"/>
                </a:cubicBezTo>
                <a:lnTo>
                  <a:pt x="196294" y="93867"/>
                </a:lnTo>
                <a:cubicBezTo>
                  <a:pt x="199080" y="93867"/>
                  <a:pt x="200707" y="92501"/>
                  <a:pt x="200707" y="89995"/>
                </a:cubicBezTo>
                <a:cubicBezTo>
                  <a:pt x="200707" y="70931"/>
                  <a:pt x="193738" y="50487"/>
                  <a:pt x="161450" y="50487"/>
                </a:cubicBezTo>
                <a:cubicBezTo>
                  <a:pt x="141239" y="50487"/>
                  <a:pt x="114987" y="69343"/>
                  <a:pt x="114987" y="103878"/>
                </a:cubicBezTo>
                <a:cubicBezTo>
                  <a:pt x="114987" y="116622"/>
                  <a:pt x="118241" y="128910"/>
                  <a:pt x="125908" y="137556"/>
                </a:cubicBezTo>
                <a:cubicBezTo>
                  <a:pt x="133806" y="146664"/>
                  <a:pt x="144723" y="152127"/>
                  <a:pt x="161450" y="152127"/>
                </a:cubicBezTo>
                <a:cubicBezTo>
                  <a:pt x="179102" y="152127"/>
                  <a:pt x="191647" y="144158"/>
                  <a:pt x="200941" y="132322"/>
                </a:cubicBezTo>
                <a:cubicBezTo>
                  <a:pt x="200243" y="130046"/>
                  <a:pt x="198850" y="128910"/>
                  <a:pt x="196060" y="128680"/>
                </a:cubicBezTo>
                <a:close/>
                <a:moveTo>
                  <a:pt x="220223" y="52266"/>
                </a:moveTo>
                <a:cubicBezTo>
                  <a:pt x="216969" y="52266"/>
                  <a:pt x="216040" y="55001"/>
                  <a:pt x="216040" y="56822"/>
                </a:cubicBezTo>
                <a:lnTo>
                  <a:pt x="216040" y="59783"/>
                </a:lnTo>
                <a:cubicBezTo>
                  <a:pt x="216040" y="60922"/>
                  <a:pt x="216270" y="61148"/>
                  <a:pt x="217202" y="61148"/>
                </a:cubicBezTo>
                <a:lnTo>
                  <a:pt x="230906" y="61148"/>
                </a:lnTo>
                <a:lnTo>
                  <a:pt x="230906" y="129598"/>
                </a:lnTo>
                <a:cubicBezTo>
                  <a:pt x="230906" y="145750"/>
                  <a:pt x="238109" y="152127"/>
                  <a:pt x="248792" y="152127"/>
                </a:cubicBezTo>
                <a:cubicBezTo>
                  <a:pt x="259479" y="152127"/>
                  <a:pt x="271095" y="147119"/>
                  <a:pt x="280155" y="137101"/>
                </a:cubicBezTo>
                <a:cubicBezTo>
                  <a:pt x="279691" y="134828"/>
                  <a:pt x="278298" y="133462"/>
                  <a:pt x="275972" y="133236"/>
                </a:cubicBezTo>
                <a:cubicBezTo>
                  <a:pt x="269932" y="137785"/>
                  <a:pt x="262964" y="139603"/>
                  <a:pt x="256924" y="139603"/>
                </a:cubicBezTo>
                <a:cubicBezTo>
                  <a:pt x="250653" y="139603"/>
                  <a:pt x="249260" y="132781"/>
                  <a:pt x="249260" y="118682"/>
                </a:cubicBezTo>
                <a:lnTo>
                  <a:pt x="249260" y="61148"/>
                </a:lnTo>
                <a:lnTo>
                  <a:pt x="273417" y="61148"/>
                </a:lnTo>
                <a:cubicBezTo>
                  <a:pt x="275742" y="61148"/>
                  <a:pt x="278992" y="60238"/>
                  <a:pt x="278992" y="58187"/>
                </a:cubicBezTo>
                <a:lnTo>
                  <a:pt x="278992" y="53635"/>
                </a:lnTo>
                <a:cubicBezTo>
                  <a:pt x="278992" y="52725"/>
                  <a:pt x="278298" y="52266"/>
                  <a:pt x="277135" y="52266"/>
                </a:cubicBezTo>
                <a:lnTo>
                  <a:pt x="249260" y="52266"/>
                </a:lnTo>
                <a:lnTo>
                  <a:pt x="249260" y="43387"/>
                </a:lnTo>
                <a:cubicBezTo>
                  <a:pt x="249260" y="28583"/>
                  <a:pt x="250189" y="19471"/>
                  <a:pt x="250189" y="19471"/>
                </a:cubicBezTo>
                <a:cubicBezTo>
                  <a:pt x="250189" y="18105"/>
                  <a:pt x="249490" y="17421"/>
                  <a:pt x="248328" y="17421"/>
                </a:cubicBezTo>
                <a:cubicBezTo>
                  <a:pt x="247399" y="17421"/>
                  <a:pt x="245308" y="18335"/>
                  <a:pt x="243220" y="19471"/>
                </a:cubicBezTo>
                <a:cubicBezTo>
                  <a:pt x="240664" y="20840"/>
                  <a:pt x="238339" y="21977"/>
                  <a:pt x="235319" y="22661"/>
                </a:cubicBezTo>
                <a:cubicBezTo>
                  <a:pt x="232533" y="23572"/>
                  <a:pt x="230211" y="24256"/>
                  <a:pt x="230211" y="25848"/>
                </a:cubicBezTo>
                <a:cubicBezTo>
                  <a:pt x="230211" y="28583"/>
                  <a:pt x="230906" y="26988"/>
                  <a:pt x="230906" y="52266"/>
                </a:cubicBezTo>
                <a:lnTo>
                  <a:pt x="220223" y="52266"/>
                </a:lnTo>
                <a:close/>
                <a:moveTo>
                  <a:pt x="400486" y="68272"/>
                </a:moveTo>
                <a:cubicBezTo>
                  <a:pt x="400022" y="59157"/>
                  <a:pt x="399788" y="53239"/>
                  <a:pt x="398629" y="50959"/>
                </a:cubicBezTo>
                <a:cubicBezTo>
                  <a:pt x="398161" y="49819"/>
                  <a:pt x="397697" y="49138"/>
                  <a:pt x="395839" y="49138"/>
                </a:cubicBezTo>
                <a:cubicBezTo>
                  <a:pt x="389335" y="51644"/>
                  <a:pt x="383295" y="53694"/>
                  <a:pt x="367266" y="55741"/>
                </a:cubicBezTo>
                <a:cubicBezTo>
                  <a:pt x="366802" y="57110"/>
                  <a:pt x="367266" y="60752"/>
                  <a:pt x="367731" y="62118"/>
                </a:cubicBezTo>
                <a:cubicBezTo>
                  <a:pt x="380275" y="63258"/>
                  <a:pt x="382831" y="64397"/>
                  <a:pt x="382831" y="77620"/>
                </a:cubicBezTo>
                <a:lnTo>
                  <a:pt x="382831" y="122085"/>
                </a:lnTo>
                <a:cubicBezTo>
                  <a:pt x="382831" y="141010"/>
                  <a:pt x="380045" y="141921"/>
                  <a:pt x="365639" y="142834"/>
                </a:cubicBezTo>
                <a:cubicBezTo>
                  <a:pt x="364246" y="144200"/>
                  <a:pt x="364246" y="148982"/>
                  <a:pt x="365639" y="150348"/>
                </a:cubicBezTo>
                <a:cubicBezTo>
                  <a:pt x="373771" y="150122"/>
                  <a:pt x="382831" y="149892"/>
                  <a:pt x="392125" y="149892"/>
                </a:cubicBezTo>
                <a:cubicBezTo>
                  <a:pt x="401415" y="149892"/>
                  <a:pt x="412102" y="150122"/>
                  <a:pt x="420230" y="150348"/>
                </a:cubicBezTo>
                <a:cubicBezTo>
                  <a:pt x="421627" y="148982"/>
                  <a:pt x="421627" y="144200"/>
                  <a:pt x="420230" y="142834"/>
                </a:cubicBezTo>
                <a:cubicBezTo>
                  <a:pt x="403971" y="141695"/>
                  <a:pt x="401181" y="141010"/>
                  <a:pt x="401181" y="122085"/>
                </a:cubicBezTo>
                <a:lnTo>
                  <a:pt x="401181" y="90391"/>
                </a:lnTo>
                <a:cubicBezTo>
                  <a:pt x="401181" y="84463"/>
                  <a:pt x="403971" y="79219"/>
                  <a:pt x="406757" y="75115"/>
                </a:cubicBezTo>
                <a:cubicBezTo>
                  <a:pt x="409313" y="71466"/>
                  <a:pt x="414658" y="63942"/>
                  <a:pt x="417444" y="63942"/>
                </a:cubicBezTo>
                <a:cubicBezTo>
                  <a:pt x="419535" y="63942"/>
                  <a:pt x="421627" y="64397"/>
                  <a:pt x="423484" y="66907"/>
                </a:cubicBezTo>
                <a:cubicBezTo>
                  <a:pt x="425111" y="69186"/>
                  <a:pt x="427897" y="72150"/>
                  <a:pt x="431846" y="72150"/>
                </a:cubicBezTo>
                <a:cubicBezTo>
                  <a:pt x="437421" y="72150"/>
                  <a:pt x="442763" y="66448"/>
                  <a:pt x="442763" y="60752"/>
                </a:cubicBezTo>
                <a:cubicBezTo>
                  <a:pt x="442763" y="56426"/>
                  <a:pt x="438584" y="49819"/>
                  <a:pt x="428826" y="49819"/>
                </a:cubicBezTo>
                <a:cubicBezTo>
                  <a:pt x="417908" y="49819"/>
                  <a:pt x="408384" y="59842"/>
                  <a:pt x="403042" y="68727"/>
                </a:cubicBezTo>
                <a:cubicBezTo>
                  <a:pt x="401649" y="71237"/>
                  <a:pt x="400486" y="69412"/>
                  <a:pt x="400486" y="68272"/>
                </a:cubicBezTo>
                <a:close/>
                <a:moveTo>
                  <a:pt x="472964" y="85669"/>
                </a:moveTo>
                <a:cubicBezTo>
                  <a:pt x="477377" y="60043"/>
                  <a:pt x="493640" y="58003"/>
                  <a:pt x="499215" y="58003"/>
                </a:cubicBezTo>
                <a:cubicBezTo>
                  <a:pt x="508041" y="58003"/>
                  <a:pt x="518494" y="62768"/>
                  <a:pt x="518494" y="81815"/>
                </a:cubicBezTo>
                <a:cubicBezTo>
                  <a:pt x="518494" y="83855"/>
                  <a:pt x="517566" y="84991"/>
                  <a:pt x="515010" y="84991"/>
                </a:cubicBezTo>
                <a:lnTo>
                  <a:pt x="472964" y="85669"/>
                </a:lnTo>
                <a:moveTo>
                  <a:pt x="533825" y="128680"/>
                </a:moveTo>
                <a:cubicBezTo>
                  <a:pt x="525233" y="137330"/>
                  <a:pt x="518494" y="140968"/>
                  <a:pt x="505021" y="140968"/>
                </a:cubicBezTo>
                <a:cubicBezTo>
                  <a:pt x="496660" y="140968"/>
                  <a:pt x="486901" y="136190"/>
                  <a:pt x="479702" y="124587"/>
                </a:cubicBezTo>
                <a:cubicBezTo>
                  <a:pt x="475055" y="117077"/>
                  <a:pt x="472265" y="106610"/>
                  <a:pt x="472265" y="93411"/>
                </a:cubicBezTo>
                <a:lnTo>
                  <a:pt x="534059" y="93867"/>
                </a:lnTo>
                <a:cubicBezTo>
                  <a:pt x="536845" y="93867"/>
                  <a:pt x="538472" y="92501"/>
                  <a:pt x="538472" y="89995"/>
                </a:cubicBezTo>
                <a:cubicBezTo>
                  <a:pt x="538472" y="70931"/>
                  <a:pt x="531503" y="50487"/>
                  <a:pt x="499215" y="50487"/>
                </a:cubicBezTo>
                <a:cubicBezTo>
                  <a:pt x="479004" y="50487"/>
                  <a:pt x="452752" y="69343"/>
                  <a:pt x="452752" y="103878"/>
                </a:cubicBezTo>
                <a:cubicBezTo>
                  <a:pt x="452752" y="116622"/>
                  <a:pt x="456006" y="128910"/>
                  <a:pt x="463673" y="137556"/>
                </a:cubicBezTo>
                <a:cubicBezTo>
                  <a:pt x="471571" y="146664"/>
                  <a:pt x="482488" y="152127"/>
                  <a:pt x="499215" y="152127"/>
                </a:cubicBezTo>
                <a:cubicBezTo>
                  <a:pt x="516867" y="152127"/>
                  <a:pt x="529412" y="144158"/>
                  <a:pt x="538706" y="132322"/>
                </a:cubicBezTo>
                <a:cubicBezTo>
                  <a:pt x="538008" y="130046"/>
                  <a:pt x="536615" y="128910"/>
                  <a:pt x="533825" y="128680"/>
                </a:cubicBezTo>
                <a:close/>
                <a:moveTo>
                  <a:pt x="557987" y="52266"/>
                </a:moveTo>
                <a:cubicBezTo>
                  <a:pt x="554733" y="52266"/>
                  <a:pt x="553804" y="55001"/>
                  <a:pt x="553804" y="56822"/>
                </a:cubicBezTo>
                <a:lnTo>
                  <a:pt x="553804" y="59783"/>
                </a:lnTo>
                <a:cubicBezTo>
                  <a:pt x="553804" y="60922"/>
                  <a:pt x="554035" y="61148"/>
                  <a:pt x="554967" y="61148"/>
                </a:cubicBezTo>
                <a:lnTo>
                  <a:pt x="568671" y="61148"/>
                </a:lnTo>
                <a:lnTo>
                  <a:pt x="568671" y="129598"/>
                </a:lnTo>
                <a:cubicBezTo>
                  <a:pt x="568671" y="145750"/>
                  <a:pt x="575873" y="152127"/>
                  <a:pt x="586557" y="152127"/>
                </a:cubicBezTo>
                <a:cubicBezTo>
                  <a:pt x="597244" y="152127"/>
                  <a:pt x="608859" y="147119"/>
                  <a:pt x="617920" y="137101"/>
                </a:cubicBezTo>
                <a:cubicBezTo>
                  <a:pt x="617455" y="134828"/>
                  <a:pt x="616062" y="133462"/>
                  <a:pt x="613737" y="133236"/>
                </a:cubicBezTo>
                <a:cubicBezTo>
                  <a:pt x="607697" y="137785"/>
                  <a:pt x="600728" y="139603"/>
                  <a:pt x="594688" y="139603"/>
                </a:cubicBezTo>
                <a:cubicBezTo>
                  <a:pt x="588418" y="139603"/>
                  <a:pt x="587025" y="132781"/>
                  <a:pt x="587025" y="118682"/>
                </a:cubicBezTo>
                <a:lnTo>
                  <a:pt x="587025" y="61148"/>
                </a:lnTo>
                <a:lnTo>
                  <a:pt x="611181" y="61148"/>
                </a:lnTo>
                <a:cubicBezTo>
                  <a:pt x="613506" y="61148"/>
                  <a:pt x="616757" y="60238"/>
                  <a:pt x="616757" y="58187"/>
                </a:cubicBezTo>
                <a:lnTo>
                  <a:pt x="616757" y="53635"/>
                </a:lnTo>
                <a:cubicBezTo>
                  <a:pt x="616757" y="52725"/>
                  <a:pt x="616062" y="52266"/>
                  <a:pt x="614900" y="52266"/>
                </a:cubicBezTo>
                <a:lnTo>
                  <a:pt x="587025" y="52266"/>
                </a:lnTo>
                <a:lnTo>
                  <a:pt x="587025" y="43387"/>
                </a:lnTo>
                <a:cubicBezTo>
                  <a:pt x="587025" y="28583"/>
                  <a:pt x="587953" y="19471"/>
                  <a:pt x="587953" y="19471"/>
                </a:cubicBezTo>
                <a:cubicBezTo>
                  <a:pt x="587953" y="18105"/>
                  <a:pt x="587255" y="17421"/>
                  <a:pt x="586092" y="17421"/>
                </a:cubicBezTo>
                <a:cubicBezTo>
                  <a:pt x="585164" y="17421"/>
                  <a:pt x="583072" y="18335"/>
                  <a:pt x="580985" y="19471"/>
                </a:cubicBezTo>
                <a:cubicBezTo>
                  <a:pt x="578429" y="20840"/>
                  <a:pt x="576104" y="21977"/>
                  <a:pt x="573084" y="22661"/>
                </a:cubicBezTo>
                <a:cubicBezTo>
                  <a:pt x="570297" y="23572"/>
                  <a:pt x="567976" y="24256"/>
                  <a:pt x="567976" y="25848"/>
                </a:cubicBezTo>
                <a:cubicBezTo>
                  <a:pt x="567976" y="28583"/>
                  <a:pt x="568671" y="26988"/>
                  <a:pt x="568671" y="52266"/>
                </a:cubicBezTo>
                <a:lnTo>
                  <a:pt x="557987" y="52266"/>
                </a:lnTo>
                <a:close/>
                <a:moveTo>
                  <a:pt x="671813" y="152127"/>
                </a:moveTo>
                <a:cubicBezTo>
                  <a:pt x="680873" y="152127"/>
                  <a:pt x="691790" y="147575"/>
                  <a:pt x="703172" y="138470"/>
                </a:cubicBezTo>
                <a:cubicBezTo>
                  <a:pt x="704335" y="137559"/>
                  <a:pt x="706426" y="137104"/>
                  <a:pt x="706657" y="138696"/>
                </a:cubicBezTo>
                <a:cubicBezTo>
                  <a:pt x="707355" y="144384"/>
                  <a:pt x="709212" y="152127"/>
                  <a:pt x="709212" y="152127"/>
                </a:cubicBezTo>
                <a:cubicBezTo>
                  <a:pt x="711070" y="152812"/>
                  <a:pt x="712232" y="152586"/>
                  <a:pt x="713625" y="152127"/>
                </a:cubicBezTo>
                <a:cubicBezTo>
                  <a:pt x="718737" y="148030"/>
                  <a:pt x="726868" y="144614"/>
                  <a:pt x="741039" y="143019"/>
                </a:cubicBezTo>
                <a:cubicBezTo>
                  <a:pt x="742433" y="141653"/>
                  <a:pt x="742433" y="138240"/>
                  <a:pt x="741039" y="136878"/>
                </a:cubicBezTo>
                <a:cubicBezTo>
                  <a:pt x="726170" y="135738"/>
                  <a:pt x="724078" y="131419"/>
                  <a:pt x="724078" y="120277"/>
                </a:cubicBezTo>
                <a:lnTo>
                  <a:pt x="724078" y="76619"/>
                </a:lnTo>
                <a:cubicBezTo>
                  <a:pt x="724078" y="69798"/>
                  <a:pt x="725011" y="53190"/>
                  <a:pt x="725011" y="53190"/>
                </a:cubicBezTo>
                <a:cubicBezTo>
                  <a:pt x="725011" y="52506"/>
                  <a:pt x="724312" y="51821"/>
                  <a:pt x="723150" y="51821"/>
                </a:cubicBezTo>
                <a:cubicBezTo>
                  <a:pt x="721991" y="52050"/>
                  <a:pt x="718506" y="52280"/>
                  <a:pt x="715022" y="52280"/>
                </a:cubicBezTo>
                <a:cubicBezTo>
                  <a:pt x="707585" y="52280"/>
                  <a:pt x="699224" y="52050"/>
                  <a:pt x="691326" y="51821"/>
                </a:cubicBezTo>
                <a:cubicBezTo>
                  <a:pt x="689933" y="53190"/>
                  <a:pt x="689933" y="57972"/>
                  <a:pt x="691326" y="59338"/>
                </a:cubicBezTo>
                <a:cubicBezTo>
                  <a:pt x="702708" y="60019"/>
                  <a:pt x="705728" y="62750"/>
                  <a:pt x="705728" y="77756"/>
                </a:cubicBezTo>
                <a:lnTo>
                  <a:pt x="705728" y="121643"/>
                </a:lnTo>
                <a:cubicBezTo>
                  <a:pt x="705728" y="125963"/>
                  <a:pt x="705264" y="127780"/>
                  <a:pt x="702013" y="130512"/>
                </a:cubicBezTo>
                <a:cubicBezTo>
                  <a:pt x="693417" y="137785"/>
                  <a:pt x="684588" y="141424"/>
                  <a:pt x="678782" y="141424"/>
                </a:cubicBezTo>
                <a:cubicBezTo>
                  <a:pt x="671813" y="141424"/>
                  <a:pt x="660197" y="138240"/>
                  <a:pt x="660197" y="118005"/>
                </a:cubicBezTo>
                <a:lnTo>
                  <a:pt x="660197" y="76619"/>
                </a:lnTo>
                <a:cubicBezTo>
                  <a:pt x="660197" y="69798"/>
                  <a:pt x="661126" y="53190"/>
                  <a:pt x="661126" y="53190"/>
                </a:cubicBezTo>
                <a:cubicBezTo>
                  <a:pt x="661126" y="52506"/>
                  <a:pt x="660431" y="51821"/>
                  <a:pt x="659269" y="51821"/>
                </a:cubicBezTo>
                <a:cubicBezTo>
                  <a:pt x="658106" y="52050"/>
                  <a:pt x="654622" y="52280"/>
                  <a:pt x="651137" y="52280"/>
                </a:cubicBezTo>
                <a:cubicBezTo>
                  <a:pt x="643704" y="52280"/>
                  <a:pt x="635342" y="52050"/>
                  <a:pt x="627441" y="51821"/>
                </a:cubicBezTo>
                <a:cubicBezTo>
                  <a:pt x="626048" y="53190"/>
                  <a:pt x="626048" y="57972"/>
                  <a:pt x="627441" y="59338"/>
                </a:cubicBezTo>
                <a:cubicBezTo>
                  <a:pt x="638593" y="60248"/>
                  <a:pt x="641847" y="62750"/>
                  <a:pt x="641847" y="77530"/>
                </a:cubicBezTo>
                <a:lnTo>
                  <a:pt x="641847" y="121188"/>
                </a:lnTo>
                <a:cubicBezTo>
                  <a:pt x="641847" y="136878"/>
                  <a:pt x="648815" y="152127"/>
                  <a:pt x="671813" y="152127"/>
                </a:cubicBezTo>
                <a:close/>
                <a:moveTo>
                  <a:pt x="785640" y="68272"/>
                </a:moveTo>
                <a:cubicBezTo>
                  <a:pt x="785176" y="59157"/>
                  <a:pt x="784942" y="53239"/>
                  <a:pt x="783783" y="50959"/>
                </a:cubicBezTo>
                <a:cubicBezTo>
                  <a:pt x="783315" y="49819"/>
                  <a:pt x="782851" y="49138"/>
                  <a:pt x="780993" y="49138"/>
                </a:cubicBezTo>
                <a:cubicBezTo>
                  <a:pt x="774489" y="51644"/>
                  <a:pt x="768449" y="53694"/>
                  <a:pt x="752420" y="55741"/>
                </a:cubicBezTo>
                <a:cubicBezTo>
                  <a:pt x="751956" y="57110"/>
                  <a:pt x="752420" y="60752"/>
                  <a:pt x="752884" y="62118"/>
                </a:cubicBezTo>
                <a:cubicBezTo>
                  <a:pt x="765429" y="63258"/>
                  <a:pt x="767984" y="64397"/>
                  <a:pt x="767984" y="77620"/>
                </a:cubicBezTo>
                <a:lnTo>
                  <a:pt x="767984" y="122085"/>
                </a:lnTo>
                <a:cubicBezTo>
                  <a:pt x="767984" y="141010"/>
                  <a:pt x="765198" y="141921"/>
                  <a:pt x="750793" y="142834"/>
                </a:cubicBezTo>
                <a:cubicBezTo>
                  <a:pt x="749400" y="144200"/>
                  <a:pt x="749400" y="148982"/>
                  <a:pt x="750793" y="150348"/>
                </a:cubicBezTo>
                <a:cubicBezTo>
                  <a:pt x="758924" y="150122"/>
                  <a:pt x="767984" y="149892"/>
                  <a:pt x="777278" y="149892"/>
                </a:cubicBezTo>
                <a:cubicBezTo>
                  <a:pt x="786569" y="149892"/>
                  <a:pt x="797256" y="150122"/>
                  <a:pt x="805384" y="150348"/>
                </a:cubicBezTo>
                <a:cubicBezTo>
                  <a:pt x="806780" y="148982"/>
                  <a:pt x="806780" y="144200"/>
                  <a:pt x="805384" y="142834"/>
                </a:cubicBezTo>
                <a:cubicBezTo>
                  <a:pt x="789125" y="141695"/>
                  <a:pt x="786335" y="141010"/>
                  <a:pt x="786335" y="122085"/>
                </a:cubicBezTo>
                <a:lnTo>
                  <a:pt x="786335" y="90391"/>
                </a:lnTo>
                <a:cubicBezTo>
                  <a:pt x="786335" y="84463"/>
                  <a:pt x="789125" y="79219"/>
                  <a:pt x="791911" y="75115"/>
                </a:cubicBezTo>
                <a:cubicBezTo>
                  <a:pt x="794466" y="71466"/>
                  <a:pt x="799812" y="63942"/>
                  <a:pt x="802598" y="63942"/>
                </a:cubicBezTo>
                <a:cubicBezTo>
                  <a:pt x="804689" y="63942"/>
                  <a:pt x="806780" y="64397"/>
                  <a:pt x="808638" y="66907"/>
                </a:cubicBezTo>
                <a:cubicBezTo>
                  <a:pt x="810265" y="69186"/>
                  <a:pt x="813051" y="72150"/>
                  <a:pt x="817000" y="72150"/>
                </a:cubicBezTo>
                <a:cubicBezTo>
                  <a:pt x="822575" y="72150"/>
                  <a:pt x="827917" y="66448"/>
                  <a:pt x="827917" y="60752"/>
                </a:cubicBezTo>
                <a:cubicBezTo>
                  <a:pt x="827917" y="56426"/>
                  <a:pt x="823738" y="49819"/>
                  <a:pt x="813980" y="49819"/>
                </a:cubicBezTo>
                <a:cubicBezTo>
                  <a:pt x="803062" y="49819"/>
                  <a:pt x="793538" y="59842"/>
                  <a:pt x="788196" y="68727"/>
                </a:cubicBezTo>
                <a:cubicBezTo>
                  <a:pt x="786803" y="71237"/>
                  <a:pt x="785640" y="69412"/>
                  <a:pt x="785640" y="68272"/>
                </a:cubicBezTo>
                <a:close/>
                <a:moveTo>
                  <a:pt x="873913" y="68276"/>
                </a:moveTo>
                <a:cubicBezTo>
                  <a:pt x="872520" y="69871"/>
                  <a:pt x="871127" y="70330"/>
                  <a:pt x="871127" y="68276"/>
                </a:cubicBezTo>
                <a:cubicBezTo>
                  <a:pt x="870893" y="62121"/>
                  <a:pt x="870429" y="53239"/>
                  <a:pt x="869266" y="50959"/>
                </a:cubicBezTo>
                <a:cubicBezTo>
                  <a:pt x="868802" y="49819"/>
                  <a:pt x="868338" y="49138"/>
                  <a:pt x="866480" y="49138"/>
                </a:cubicBezTo>
                <a:cubicBezTo>
                  <a:pt x="859976" y="51644"/>
                  <a:pt x="853936" y="53694"/>
                  <a:pt x="837907" y="55741"/>
                </a:cubicBezTo>
                <a:cubicBezTo>
                  <a:pt x="837443" y="57110"/>
                  <a:pt x="837907" y="60752"/>
                  <a:pt x="838371" y="62121"/>
                </a:cubicBezTo>
                <a:cubicBezTo>
                  <a:pt x="850916" y="63261"/>
                  <a:pt x="853471" y="64401"/>
                  <a:pt x="853471" y="77624"/>
                </a:cubicBezTo>
                <a:lnTo>
                  <a:pt x="853471" y="122085"/>
                </a:lnTo>
                <a:cubicBezTo>
                  <a:pt x="853471" y="140781"/>
                  <a:pt x="851150" y="141695"/>
                  <a:pt x="837209" y="142834"/>
                </a:cubicBezTo>
                <a:cubicBezTo>
                  <a:pt x="835816" y="144200"/>
                  <a:pt x="835816" y="148982"/>
                  <a:pt x="837209" y="150348"/>
                </a:cubicBezTo>
                <a:cubicBezTo>
                  <a:pt x="844181" y="150122"/>
                  <a:pt x="853471" y="149892"/>
                  <a:pt x="862762" y="149892"/>
                </a:cubicBezTo>
                <a:cubicBezTo>
                  <a:pt x="872056" y="149892"/>
                  <a:pt x="879025" y="150122"/>
                  <a:pt x="885993" y="150348"/>
                </a:cubicBezTo>
                <a:cubicBezTo>
                  <a:pt x="887386" y="148982"/>
                  <a:pt x="887386" y="144200"/>
                  <a:pt x="885993" y="142834"/>
                </a:cubicBezTo>
                <a:cubicBezTo>
                  <a:pt x="874147" y="141695"/>
                  <a:pt x="871822" y="140781"/>
                  <a:pt x="871822" y="122085"/>
                </a:cubicBezTo>
                <a:lnTo>
                  <a:pt x="871822" y="84692"/>
                </a:lnTo>
                <a:cubicBezTo>
                  <a:pt x="871822" y="79903"/>
                  <a:pt x="873913" y="77169"/>
                  <a:pt x="875771" y="75118"/>
                </a:cubicBezTo>
                <a:cubicBezTo>
                  <a:pt x="884600" y="66681"/>
                  <a:pt x="895053" y="61663"/>
                  <a:pt x="904114" y="61663"/>
                </a:cubicBezTo>
                <a:cubicBezTo>
                  <a:pt x="908761" y="61663"/>
                  <a:pt x="913638" y="64627"/>
                  <a:pt x="916424" y="69871"/>
                </a:cubicBezTo>
                <a:cubicBezTo>
                  <a:pt x="918749" y="74434"/>
                  <a:pt x="919214" y="80588"/>
                  <a:pt x="919214" y="87427"/>
                </a:cubicBezTo>
                <a:lnTo>
                  <a:pt x="919214" y="122085"/>
                </a:lnTo>
                <a:cubicBezTo>
                  <a:pt x="919214" y="140781"/>
                  <a:pt x="916888" y="141695"/>
                  <a:pt x="904808" y="142834"/>
                </a:cubicBezTo>
                <a:cubicBezTo>
                  <a:pt x="903649" y="144200"/>
                  <a:pt x="903649" y="148982"/>
                  <a:pt x="904808" y="150348"/>
                </a:cubicBezTo>
                <a:cubicBezTo>
                  <a:pt x="911781" y="150122"/>
                  <a:pt x="919214" y="149892"/>
                  <a:pt x="928504" y="149892"/>
                </a:cubicBezTo>
                <a:cubicBezTo>
                  <a:pt x="937798" y="149892"/>
                  <a:pt x="946160" y="150122"/>
                  <a:pt x="953129" y="150348"/>
                </a:cubicBezTo>
                <a:cubicBezTo>
                  <a:pt x="954291" y="148982"/>
                  <a:pt x="954291" y="144200"/>
                  <a:pt x="953129" y="142834"/>
                </a:cubicBezTo>
                <a:cubicBezTo>
                  <a:pt x="940120" y="141695"/>
                  <a:pt x="937564" y="140781"/>
                  <a:pt x="937564" y="122085"/>
                </a:cubicBezTo>
                <a:lnTo>
                  <a:pt x="937564" y="88112"/>
                </a:lnTo>
                <a:cubicBezTo>
                  <a:pt x="937564" y="75573"/>
                  <a:pt x="936635" y="64627"/>
                  <a:pt x="931294" y="57565"/>
                </a:cubicBezTo>
                <a:cubicBezTo>
                  <a:pt x="927341" y="52554"/>
                  <a:pt x="920142" y="49819"/>
                  <a:pt x="912011" y="49819"/>
                </a:cubicBezTo>
                <a:cubicBezTo>
                  <a:pt x="900629" y="49819"/>
                  <a:pt x="887620" y="52780"/>
                  <a:pt x="873913" y="682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address">
            <a:extLst xmlns:a="http://schemas.openxmlformats.org/drawingml/2006/main">
              <a:ext uri="{FF2B5EF4-FFF2-40B4-BE49-F238E27FC236}">
                <a16:creationId xmlns:a16="http://schemas.microsoft.com/office/drawing/2014/main" id="{B373D0B6-D7E9-418E-A3C0-38CDA1AD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278" y="5681308"/>
            <a:ext cx="693183" cy="161930"/>
          </a:xfrm>
          <a:custGeom xmlns:a="http://schemas.openxmlformats.org/drawingml/2006/main">
            <a:pathLst>
              <a:path w="693183" h="161930">
                <a:moveTo>
                  <a:pt x="59702" y="105880"/>
                </a:moveTo>
                <a:lnTo>
                  <a:pt x="59702" y="135957"/>
                </a:lnTo>
                <a:cubicBezTo>
                  <a:pt x="59702" y="138921"/>
                  <a:pt x="58306" y="140517"/>
                  <a:pt x="56448" y="141882"/>
                </a:cubicBezTo>
                <a:cubicBezTo>
                  <a:pt x="50408" y="146668"/>
                  <a:pt x="42511" y="151911"/>
                  <a:pt x="36006" y="151911"/>
                </a:cubicBezTo>
                <a:cubicBezTo>
                  <a:pt x="24391" y="151911"/>
                  <a:pt x="19279" y="142796"/>
                  <a:pt x="19279" y="135731"/>
                </a:cubicBezTo>
                <a:cubicBezTo>
                  <a:pt x="19279" y="125476"/>
                  <a:pt x="24160" y="114992"/>
                  <a:pt x="41348" y="110665"/>
                </a:cubicBezTo>
                <a:lnTo>
                  <a:pt x="59702" y="105880"/>
                </a:lnTo>
                <a:moveTo>
                  <a:pt x="59702" y="148037"/>
                </a:moveTo>
                <a:cubicBezTo>
                  <a:pt x="61095" y="155098"/>
                  <a:pt x="63651" y="161246"/>
                  <a:pt x="75267" y="161246"/>
                </a:cubicBezTo>
                <a:cubicBezTo>
                  <a:pt x="84093" y="161246"/>
                  <a:pt x="92454" y="157374"/>
                  <a:pt x="97332" y="152822"/>
                </a:cubicBezTo>
                <a:cubicBezTo>
                  <a:pt x="96867" y="150087"/>
                  <a:pt x="95939" y="148037"/>
                  <a:pt x="93383" y="146671"/>
                </a:cubicBezTo>
                <a:cubicBezTo>
                  <a:pt x="91760" y="148037"/>
                  <a:pt x="87807" y="150316"/>
                  <a:pt x="84787" y="150316"/>
                </a:cubicBezTo>
                <a:cubicBezTo>
                  <a:pt x="78053" y="150316"/>
                  <a:pt x="77819" y="141427"/>
                  <a:pt x="77819" y="130946"/>
                </a:cubicBezTo>
                <a:lnTo>
                  <a:pt x="77819" y="97446"/>
                </a:lnTo>
                <a:cubicBezTo>
                  <a:pt x="77819" y="65089"/>
                  <a:pt x="59702" y="58938"/>
                  <a:pt x="42741" y="58938"/>
                </a:cubicBezTo>
                <a:cubicBezTo>
                  <a:pt x="23692" y="58938"/>
                  <a:pt x="4413" y="71240"/>
                  <a:pt x="4413" y="84230"/>
                </a:cubicBezTo>
                <a:cubicBezTo>
                  <a:pt x="4413" y="89700"/>
                  <a:pt x="7199" y="92435"/>
                  <a:pt x="12544" y="92435"/>
                </a:cubicBezTo>
                <a:cubicBezTo>
                  <a:pt x="19279" y="92435"/>
                  <a:pt x="23462" y="87650"/>
                  <a:pt x="23462" y="84685"/>
                </a:cubicBezTo>
                <a:cubicBezTo>
                  <a:pt x="23462" y="83090"/>
                  <a:pt x="23228" y="81495"/>
                  <a:pt x="22764" y="80585"/>
                </a:cubicBezTo>
                <a:cubicBezTo>
                  <a:pt x="22533" y="79900"/>
                  <a:pt x="22299" y="78534"/>
                  <a:pt x="22299" y="76025"/>
                </a:cubicBezTo>
                <a:cubicBezTo>
                  <a:pt x="22299" y="68960"/>
                  <a:pt x="32058" y="66455"/>
                  <a:pt x="40884" y="66455"/>
                </a:cubicBezTo>
                <a:cubicBezTo>
                  <a:pt x="48781" y="66455"/>
                  <a:pt x="59702" y="70330"/>
                  <a:pt x="59702" y="96080"/>
                </a:cubicBezTo>
                <a:cubicBezTo>
                  <a:pt x="59702" y="97675"/>
                  <a:pt x="59004" y="98586"/>
                  <a:pt x="58306" y="98815"/>
                </a:cubicBezTo>
                <a:lnTo>
                  <a:pt x="38328" y="103600"/>
                </a:lnTo>
                <a:cubicBezTo>
                  <a:pt x="16029" y="109070"/>
                  <a:pt x="0" y="121146"/>
                  <a:pt x="0" y="136642"/>
                </a:cubicBezTo>
                <a:cubicBezTo>
                  <a:pt x="0" y="155328"/>
                  <a:pt x="13009" y="161246"/>
                  <a:pt x="29268" y="161246"/>
                </a:cubicBezTo>
                <a:cubicBezTo>
                  <a:pt x="37399" y="161246"/>
                  <a:pt x="44368" y="159425"/>
                  <a:pt x="54591" y="151682"/>
                </a:cubicBezTo>
                <a:lnTo>
                  <a:pt x="59238" y="148037"/>
                </a:lnTo>
                <a:lnTo>
                  <a:pt x="59702" y="148037"/>
                </a:lnTo>
                <a:close/>
                <a:moveTo>
                  <a:pt x="177940" y="130717"/>
                </a:moveTo>
                <a:cubicBezTo>
                  <a:pt x="177940" y="135047"/>
                  <a:pt x="177476" y="136871"/>
                  <a:pt x="174225" y="139606"/>
                </a:cubicBezTo>
                <a:cubicBezTo>
                  <a:pt x="165630" y="146897"/>
                  <a:pt x="158197" y="150542"/>
                  <a:pt x="152387" y="150542"/>
                </a:cubicBezTo>
                <a:cubicBezTo>
                  <a:pt x="139846" y="150542"/>
                  <a:pt x="126837" y="137097"/>
                  <a:pt x="126837" y="108611"/>
                </a:cubicBezTo>
                <a:cubicBezTo>
                  <a:pt x="126837" y="92205"/>
                  <a:pt x="130088" y="83090"/>
                  <a:pt x="133572" y="78305"/>
                </a:cubicBezTo>
                <a:cubicBezTo>
                  <a:pt x="140775" y="67595"/>
                  <a:pt x="150530" y="66910"/>
                  <a:pt x="155177" y="66910"/>
                </a:cubicBezTo>
                <a:cubicBezTo>
                  <a:pt x="163538" y="66910"/>
                  <a:pt x="169348" y="69874"/>
                  <a:pt x="173991" y="75115"/>
                </a:cubicBezTo>
                <a:cubicBezTo>
                  <a:pt x="177245" y="78760"/>
                  <a:pt x="177940" y="80355"/>
                  <a:pt x="177940" y="87420"/>
                </a:cubicBezTo>
                <a:lnTo>
                  <a:pt x="177940" y="130717"/>
                </a:lnTo>
                <a:moveTo>
                  <a:pt x="175388" y="147581"/>
                </a:moveTo>
                <a:cubicBezTo>
                  <a:pt x="176547" y="146671"/>
                  <a:pt x="178638" y="146212"/>
                  <a:pt x="178872" y="147807"/>
                </a:cubicBezTo>
                <a:cubicBezTo>
                  <a:pt x="179567" y="153277"/>
                  <a:pt x="181428" y="161246"/>
                  <a:pt x="181428" y="161246"/>
                </a:cubicBezTo>
                <a:cubicBezTo>
                  <a:pt x="183285" y="161930"/>
                  <a:pt x="184445" y="161704"/>
                  <a:pt x="185841" y="161246"/>
                </a:cubicBezTo>
                <a:cubicBezTo>
                  <a:pt x="190949" y="157138"/>
                  <a:pt x="199080" y="153722"/>
                  <a:pt x="213252" y="152127"/>
                </a:cubicBezTo>
                <a:cubicBezTo>
                  <a:pt x="214645" y="150761"/>
                  <a:pt x="214645" y="147345"/>
                  <a:pt x="213252" y="145979"/>
                </a:cubicBezTo>
                <a:cubicBezTo>
                  <a:pt x="198386" y="144840"/>
                  <a:pt x="196294" y="140510"/>
                  <a:pt x="196294" y="129344"/>
                </a:cubicBezTo>
                <a:lnTo>
                  <a:pt x="196294" y="26119"/>
                </a:lnTo>
                <a:cubicBezTo>
                  <a:pt x="196294" y="11308"/>
                  <a:pt x="197223" y="2248"/>
                  <a:pt x="197223" y="2248"/>
                </a:cubicBezTo>
                <a:cubicBezTo>
                  <a:pt x="197223" y="678"/>
                  <a:pt x="196294" y="0"/>
                  <a:pt x="194203" y="0"/>
                </a:cubicBezTo>
                <a:cubicBezTo>
                  <a:pt x="188397" y="2248"/>
                  <a:pt x="170971" y="5393"/>
                  <a:pt x="161681" y="6068"/>
                </a:cubicBezTo>
                <a:cubicBezTo>
                  <a:pt x="161217" y="7892"/>
                  <a:pt x="161681" y="11534"/>
                  <a:pt x="163074" y="12900"/>
                </a:cubicBezTo>
                <a:cubicBezTo>
                  <a:pt x="175154" y="13584"/>
                  <a:pt x="177940" y="12444"/>
                  <a:pt x="177940" y="31589"/>
                </a:cubicBezTo>
                <a:lnTo>
                  <a:pt x="177940" y="60763"/>
                </a:lnTo>
                <a:cubicBezTo>
                  <a:pt x="177940" y="62358"/>
                  <a:pt x="177476" y="62813"/>
                  <a:pt x="175852" y="62813"/>
                </a:cubicBezTo>
                <a:cubicBezTo>
                  <a:pt x="174920" y="62813"/>
                  <a:pt x="165399" y="58938"/>
                  <a:pt x="157732" y="58938"/>
                </a:cubicBezTo>
                <a:cubicBezTo>
                  <a:pt x="142398" y="58938"/>
                  <a:pt x="132179" y="63949"/>
                  <a:pt x="122885" y="72606"/>
                </a:cubicBezTo>
                <a:cubicBezTo>
                  <a:pt x="112896" y="82406"/>
                  <a:pt x="106856" y="95851"/>
                  <a:pt x="106856" y="112712"/>
                </a:cubicBezTo>
                <a:cubicBezTo>
                  <a:pt x="106856" y="140746"/>
                  <a:pt x="121262" y="161246"/>
                  <a:pt x="146351" y="161246"/>
                </a:cubicBezTo>
                <a:cubicBezTo>
                  <a:pt x="155407" y="161246"/>
                  <a:pt x="164003" y="156693"/>
                  <a:pt x="175388" y="147581"/>
                </a:cubicBezTo>
                <a:close/>
                <a:moveTo>
                  <a:pt x="295484" y="130717"/>
                </a:moveTo>
                <a:cubicBezTo>
                  <a:pt x="295484" y="135047"/>
                  <a:pt x="295019" y="136871"/>
                  <a:pt x="291769" y="139606"/>
                </a:cubicBezTo>
                <a:cubicBezTo>
                  <a:pt x="283173" y="146897"/>
                  <a:pt x="275740" y="150542"/>
                  <a:pt x="269931" y="150542"/>
                </a:cubicBezTo>
                <a:cubicBezTo>
                  <a:pt x="257390" y="150542"/>
                  <a:pt x="244381" y="137097"/>
                  <a:pt x="244381" y="108611"/>
                </a:cubicBezTo>
                <a:cubicBezTo>
                  <a:pt x="244381" y="92205"/>
                  <a:pt x="247631" y="83090"/>
                  <a:pt x="251116" y="78305"/>
                </a:cubicBezTo>
                <a:cubicBezTo>
                  <a:pt x="258318" y="67595"/>
                  <a:pt x="268073" y="66910"/>
                  <a:pt x="272720" y="66910"/>
                </a:cubicBezTo>
                <a:cubicBezTo>
                  <a:pt x="281082" y="66910"/>
                  <a:pt x="286892" y="69874"/>
                  <a:pt x="291535" y="75115"/>
                </a:cubicBezTo>
                <a:cubicBezTo>
                  <a:pt x="294789" y="78760"/>
                  <a:pt x="295484" y="80355"/>
                  <a:pt x="295484" y="87420"/>
                </a:cubicBezTo>
                <a:lnTo>
                  <a:pt x="295484" y="130717"/>
                </a:lnTo>
                <a:moveTo>
                  <a:pt x="292932" y="147581"/>
                </a:moveTo>
                <a:cubicBezTo>
                  <a:pt x="294091" y="146671"/>
                  <a:pt x="296182" y="146212"/>
                  <a:pt x="296416" y="147807"/>
                </a:cubicBezTo>
                <a:cubicBezTo>
                  <a:pt x="297111" y="153277"/>
                  <a:pt x="298972" y="161246"/>
                  <a:pt x="298972" y="161246"/>
                </a:cubicBezTo>
                <a:cubicBezTo>
                  <a:pt x="300829" y="161930"/>
                  <a:pt x="301988" y="161704"/>
                  <a:pt x="303385" y="161246"/>
                </a:cubicBezTo>
                <a:cubicBezTo>
                  <a:pt x="308493" y="157138"/>
                  <a:pt x="316624" y="153722"/>
                  <a:pt x="330795" y="152127"/>
                </a:cubicBezTo>
                <a:cubicBezTo>
                  <a:pt x="332188" y="150761"/>
                  <a:pt x="332188" y="147345"/>
                  <a:pt x="330795" y="145979"/>
                </a:cubicBezTo>
                <a:cubicBezTo>
                  <a:pt x="315929" y="144840"/>
                  <a:pt x="313838" y="140510"/>
                  <a:pt x="313838" y="129344"/>
                </a:cubicBezTo>
                <a:lnTo>
                  <a:pt x="313838" y="26119"/>
                </a:lnTo>
                <a:cubicBezTo>
                  <a:pt x="313838" y="11308"/>
                  <a:pt x="314766" y="2248"/>
                  <a:pt x="314766" y="2248"/>
                </a:cubicBezTo>
                <a:cubicBezTo>
                  <a:pt x="314766" y="678"/>
                  <a:pt x="313838" y="0"/>
                  <a:pt x="311746" y="0"/>
                </a:cubicBezTo>
                <a:cubicBezTo>
                  <a:pt x="305940" y="2248"/>
                  <a:pt x="288515" y="5393"/>
                  <a:pt x="279225" y="6068"/>
                </a:cubicBezTo>
                <a:cubicBezTo>
                  <a:pt x="278760" y="7892"/>
                  <a:pt x="279225" y="11534"/>
                  <a:pt x="280618" y="12900"/>
                </a:cubicBezTo>
                <a:cubicBezTo>
                  <a:pt x="292698" y="13584"/>
                  <a:pt x="295484" y="12444"/>
                  <a:pt x="295484" y="31589"/>
                </a:cubicBezTo>
                <a:lnTo>
                  <a:pt x="295484" y="60763"/>
                </a:lnTo>
                <a:cubicBezTo>
                  <a:pt x="295484" y="62358"/>
                  <a:pt x="295019" y="62813"/>
                  <a:pt x="293396" y="62813"/>
                </a:cubicBezTo>
                <a:cubicBezTo>
                  <a:pt x="292464" y="62813"/>
                  <a:pt x="282943" y="58938"/>
                  <a:pt x="275276" y="58938"/>
                </a:cubicBezTo>
                <a:cubicBezTo>
                  <a:pt x="259942" y="58938"/>
                  <a:pt x="249723" y="63949"/>
                  <a:pt x="240429" y="72606"/>
                </a:cubicBezTo>
                <a:cubicBezTo>
                  <a:pt x="230440" y="82406"/>
                  <a:pt x="224400" y="95851"/>
                  <a:pt x="224400" y="112712"/>
                </a:cubicBezTo>
                <a:cubicBezTo>
                  <a:pt x="224400" y="140746"/>
                  <a:pt x="238805" y="161246"/>
                  <a:pt x="263894" y="161246"/>
                </a:cubicBezTo>
                <a:cubicBezTo>
                  <a:pt x="272951" y="161246"/>
                  <a:pt x="281546" y="156693"/>
                  <a:pt x="292932" y="147581"/>
                </a:cubicBezTo>
                <a:close/>
                <a:moveTo>
                  <a:pt x="373771" y="77391"/>
                </a:moveTo>
                <a:cubicBezTo>
                  <a:pt x="373307" y="68276"/>
                  <a:pt x="373073" y="62358"/>
                  <a:pt x="371914" y="60078"/>
                </a:cubicBezTo>
                <a:cubicBezTo>
                  <a:pt x="371446" y="58938"/>
                  <a:pt x="370982" y="58257"/>
                  <a:pt x="369124" y="58257"/>
                </a:cubicBezTo>
                <a:cubicBezTo>
                  <a:pt x="362620" y="60763"/>
                  <a:pt x="356580" y="62813"/>
                  <a:pt x="340551" y="64860"/>
                </a:cubicBezTo>
                <a:cubicBezTo>
                  <a:pt x="340087" y="66229"/>
                  <a:pt x="340551" y="69871"/>
                  <a:pt x="341016" y="71237"/>
                </a:cubicBezTo>
                <a:cubicBezTo>
                  <a:pt x="353560" y="72376"/>
                  <a:pt x="356116" y="73516"/>
                  <a:pt x="356116" y="86739"/>
                </a:cubicBezTo>
                <a:lnTo>
                  <a:pt x="356116" y="131203"/>
                </a:lnTo>
                <a:cubicBezTo>
                  <a:pt x="356116" y="150129"/>
                  <a:pt x="353330" y="151039"/>
                  <a:pt x="338924" y="151953"/>
                </a:cubicBezTo>
                <a:cubicBezTo>
                  <a:pt x="337531" y="153319"/>
                  <a:pt x="337531" y="158101"/>
                  <a:pt x="338924" y="159466"/>
                </a:cubicBezTo>
                <a:cubicBezTo>
                  <a:pt x="347056" y="159241"/>
                  <a:pt x="356116" y="159011"/>
                  <a:pt x="365410" y="159011"/>
                </a:cubicBezTo>
                <a:cubicBezTo>
                  <a:pt x="374700" y="159011"/>
                  <a:pt x="385387" y="159241"/>
                  <a:pt x="393515" y="159466"/>
                </a:cubicBezTo>
                <a:cubicBezTo>
                  <a:pt x="394912" y="158101"/>
                  <a:pt x="394912" y="153319"/>
                  <a:pt x="393515" y="151953"/>
                </a:cubicBezTo>
                <a:cubicBezTo>
                  <a:pt x="377256" y="150813"/>
                  <a:pt x="374466" y="150129"/>
                  <a:pt x="374466" y="131203"/>
                </a:cubicBezTo>
                <a:lnTo>
                  <a:pt x="374466" y="99510"/>
                </a:lnTo>
                <a:cubicBezTo>
                  <a:pt x="374466" y="93582"/>
                  <a:pt x="377256" y="88338"/>
                  <a:pt x="380042" y="84233"/>
                </a:cubicBezTo>
                <a:cubicBezTo>
                  <a:pt x="382598" y="80585"/>
                  <a:pt x="387943" y="73061"/>
                  <a:pt x="390729" y="73061"/>
                </a:cubicBezTo>
                <a:cubicBezTo>
                  <a:pt x="392820" y="73061"/>
                  <a:pt x="394912" y="73516"/>
                  <a:pt x="396769" y="76025"/>
                </a:cubicBezTo>
                <a:cubicBezTo>
                  <a:pt x="398396" y="78305"/>
                  <a:pt x="401182" y="81269"/>
                  <a:pt x="405131" y="81269"/>
                </a:cubicBezTo>
                <a:cubicBezTo>
                  <a:pt x="410706" y="81269"/>
                  <a:pt x="416048" y="75567"/>
                  <a:pt x="416048" y="69871"/>
                </a:cubicBezTo>
                <a:cubicBezTo>
                  <a:pt x="416048" y="65544"/>
                  <a:pt x="411869" y="58938"/>
                  <a:pt x="402111" y="58938"/>
                </a:cubicBezTo>
                <a:cubicBezTo>
                  <a:pt x="391193" y="58938"/>
                  <a:pt x="381669" y="68960"/>
                  <a:pt x="376327" y="77846"/>
                </a:cubicBezTo>
                <a:cubicBezTo>
                  <a:pt x="374934" y="80355"/>
                  <a:pt x="373771" y="78531"/>
                  <a:pt x="373771" y="77391"/>
                </a:cubicBezTo>
                <a:close/>
                <a:moveTo>
                  <a:pt x="446248" y="94787"/>
                </a:moveTo>
                <a:cubicBezTo>
                  <a:pt x="450662" y="69162"/>
                  <a:pt x="466924" y="67122"/>
                  <a:pt x="472500" y="67122"/>
                </a:cubicBezTo>
                <a:cubicBezTo>
                  <a:pt x="481326" y="67122"/>
                  <a:pt x="491779" y="71886"/>
                  <a:pt x="491779" y="90934"/>
                </a:cubicBezTo>
                <a:cubicBezTo>
                  <a:pt x="491779" y="92973"/>
                  <a:pt x="490851" y="94110"/>
                  <a:pt x="488295" y="94110"/>
                </a:cubicBezTo>
                <a:lnTo>
                  <a:pt x="446248" y="94787"/>
                </a:lnTo>
                <a:moveTo>
                  <a:pt x="507110" y="137799"/>
                </a:moveTo>
                <a:cubicBezTo>
                  <a:pt x="498518" y="146449"/>
                  <a:pt x="491779" y="150087"/>
                  <a:pt x="478306" y="150087"/>
                </a:cubicBezTo>
                <a:cubicBezTo>
                  <a:pt x="469944" y="150087"/>
                  <a:pt x="460186" y="145309"/>
                  <a:pt x="452987" y="133705"/>
                </a:cubicBezTo>
                <a:cubicBezTo>
                  <a:pt x="448340" y="126196"/>
                  <a:pt x="445550" y="115729"/>
                  <a:pt x="445550" y="102530"/>
                </a:cubicBezTo>
                <a:lnTo>
                  <a:pt x="507344" y="102985"/>
                </a:lnTo>
                <a:cubicBezTo>
                  <a:pt x="510130" y="102985"/>
                  <a:pt x="511757" y="101620"/>
                  <a:pt x="511757" y="99114"/>
                </a:cubicBezTo>
                <a:cubicBezTo>
                  <a:pt x="511757" y="80049"/>
                  <a:pt x="504788" y="59605"/>
                  <a:pt x="472500" y="59605"/>
                </a:cubicBezTo>
                <a:cubicBezTo>
                  <a:pt x="452289" y="59605"/>
                  <a:pt x="426037" y="78461"/>
                  <a:pt x="426037" y="112997"/>
                </a:cubicBezTo>
                <a:cubicBezTo>
                  <a:pt x="426037" y="125740"/>
                  <a:pt x="429291" y="138028"/>
                  <a:pt x="436958" y="146674"/>
                </a:cubicBezTo>
                <a:cubicBezTo>
                  <a:pt x="444855" y="155783"/>
                  <a:pt x="455773" y="161246"/>
                  <a:pt x="472500" y="161246"/>
                </a:cubicBezTo>
                <a:cubicBezTo>
                  <a:pt x="490152" y="161246"/>
                  <a:pt x="502697" y="153277"/>
                  <a:pt x="511991" y="141441"/>
                </a:cubicBezTo>
                <a:cubicBezTo>
                  <a:pt x="511292" y="139165"/>
                  <a:pt x="509899" y="138028"/>
                  <a:pt x="507110" y="137799"/>
                </a:cubicBezTo>
                <a:close/>
                <a:moveTo>
                  <a:pt x="532431" y="127527"/>
                </a:moveTo>
                <a:cubicBezTo>
                  <a:pt x="533360" y="138692"/>
                  <a:pt x="534058" y="149402"/>
                  <a:pt x="534058" y="158969"/>
                </a:cubicBezTo>
                <a:cubicBezTo>
                  <a:pt x="536380" y="158514"/>
                  <a:pt x="538705" y="158288"/>
                  <a:pt x="539864" y="158288"/>
                </a:cubicBezTo>
                <a:cubicBezTo>
                  <a:pt x="541491" y="158288"/>
                  <a:pt x="542884" y="158288"/>
                  <a:pt x="544511" y="158744"/>
                </a:cubicBezTo>
                <a:cubicBezTo>
                  <a:pt x="550785" y="160335"/>
                  <a:pt x="557055" y="161246"/>
                  <a:pt x="565651" y="161246"/>
                </a:cubicBezTo>
                <a:cubicBezTo>
                  <a:pt x="578660" y="161246"/>
                  <a:pt x="602586" y="155098"/>
                  <a:pt x="602586" y="132538"/>
                </a:cubicBezTo>
                <a:cubicBezTo>
                  <a:pt x="602586" y="117046"/>
                  <a:pt x="591204" y="107930"/>
                  <a:pt x="575406" y="102231"/>
                </a:cubicBezTo>
                <a:cubicBezTo>
                  <a:pt x="561468" y="96991"/>
                  <a:pt x="552178" y="93571"/>
                  <a:pt x="552178" y="81040"/>
                </a:cubicBezTo>
                <a:cubicBezTo>
                  <a:pt x="552178" y="71695"/>
                  <a:pt x="560540" y="66455"/>
                  <a:pt x="568437" y="66455"/>
                </a:cubicBezTo>
                <a:cubicBezTo>
                  <a:pt x="573548" y="66455"/>
                  <a:pt x="587022" y="68279"/>
                  <a:pt x="590042" y="87650"/>
                </a:cubicBezTo>
                <a:cubicBezTo>
                  <a:pt x="591435" y="89015"/>
                  <a:pt x="596082" y="88786"/>
                  <a:pt x="597475" y="87420"/>
                </a:cubicBezTo>
                <a:cubicBezTo>
                  <a:pt x="598173" y="79215"/>
                  <a:pt x="598637" y="70785"/>
                  <a:pt x="598871" y="63268"/>
                </a:cubicBezTo>
                <a:cubicBezTo>
                  <a:pt x="591669" y="62128"/>
                  <a:pt x="580517" y="58938"/>
                  <a:pt x="568437" y="58938"/>
                </a:cubicBezTo>
                <a:cubicBezTo>
                  <a:pt x="551249" y="58938"/>
                  <a:pt x="535685" y="69874"/>
                  <a:pt x="535685" y="84459"/>
                </a:cubicBezTo>
                <a:cubicBezTo>
                  <a:pt x="535685" y="101091"/>
                  <a:pt x="543348" y="108156"/>
                  <a:pt x="561238" y="115451"/>
                </a:cubicBezTo>
                <a:cubicBezTo>
                  <a:pt x="580517" y="123197"/>
                  <a:pt x="584930" y="127982"/>
                  <a:pt x="584930" y="137782"/>
                </a:cubicBezTo>
                <a:cubicBezTo>
                  <a:pt x="584930" y="148947"/>
                  <a:pt x="573782" y="153732"/>
                  <a:pt x="565187" y="153732"/>
                </a:cubicBezTo>
                <a:cubicBezTo>
                  <a:pt x="556127" y="153732"/>
                  <a:pt x="551015" y="150768"/>
                  <a:pt x="548694" y="148263"/>
                </a:cubicBezTo>
                <a:cubicBezTo>
                  <a:pt x="543582" y="143022"/>
                  <a:pt x="541027" y="132996"/>
                  <a:pt x="539634" y="127297"/>
                </a:cubicBezTo>
                <a:cubicBezTo>
                  <a:pt x="538240" y="125931"/>
                  <a:pt x="533824" y="126157"/>
                  <a:pt x="532431" y="127527"/>
                </a:cubicBezTo>
                <a:close/>
                <a:moveTo>
                  <a:pt x="623028" y="127527"/>
                </a:moveTo>
                <a:cubicBezTo>
                  <a:pt x="623957" y="138692"/>
                  <a:pt x="624655" y="149402"/>
                  <a:pt x="624655" y="158969"/>
                </a:cubicBezTo>
                <a:cubicBezTo>
                  <a:pt x="626977" y="158514"/>
                  <a:pt x="629302" y="158288"/>
                  <a:pt x="630461" y="158288"/>
                </a:cubicBezTo>
                <a:cubicBezTo>
                  <a:pt x="632088" y="158288"/>
                  <a:pt x="633481" y="158288"/>
                  <a:pt x="635108" y="158744"/>
                </a:cubicBezTo>
                <a:cubicBezTo>
                  <a:pt x="641382" y="160335"/>
                  <a:pt x="647653" y="161246"/>
                  <a:pt x="656248" y="161246"/>
                </a:cubicBezTo>
                <a:cubicBezTo>
                  <a:pt x="669257" y="161246"/>
                  <a:pt x="693183" y="155098"/>
                  <a:pt x="693183" y="132538"/>
                </a:cubicBezTo>
                <a:cubicBezTo>
                  <a:pt x="693183" y="117046"/>
                  <a:pt x="681802" y="107930"/>
                  <a:pt x="666003" y="102231"/>
                </a:cubicBezTo>
                <a:cubicBezTo>
                  <a:pt x="652066" y="96991"/>
                  <a:pt x="642775" y="93571"/>
                  <a:pt x="642775" y="81040"/>
                </a:cubicBezTo>
                <a:cubicBezTo>
                  <a:pt x="642775" y="71695"/>
                  <a:pt x="651137" y="66455"/>
                  <a:pt x="659034" y="66455"/>
                </a:cubicBezTo>
                <a:cubicBezTo>
                  <a:pt x="664146" y="66455"/>
                  <a:pt x="677619" y="68279"/>
                  <a:pt x="680639" y="87650"/>
                </a:cubicBezTo>
                <a:cubicBezTo>
                  <a:pt x="682032" y="89015"/>
                  <a:pt x="686679" y="88786"/>
                  <a:pt x="688072" y="87420"/>
                </a:cubicBezTo>
                <a:cubicBezTo>
                  <a:pt x="688770" y="79215"/>
                  <a:pt x="689235" y="70785"/>
                  <a:pt x="689469" y="63268"/>
                </a:cubicBezTo>
                <a:cubicBezTo>
                  <a:pt x="682266" y="62128"/>
                  <a:pt x="671115" y="58938"/>
                  <a:pt x="659034" y="58938"/>
                </a:cubicBezTo>
                <a:cubicBezTo>
                  <a:pt x="641847" y="58938"/>
                  <a:pt x="626282" y="69874"/>
                  <a:pt x="626282" y="84459"/>
                </a:cubicBezTo>
                <a:cubicBezTo>
                  <a:pt x="626282" y="101091"/>
                  <a:pt x="633946" y="108156"/>
                  <a:pt x="651835" y="115451"/>
                </a:cubicBezTo>
                <a:cubicBezTo>
                  <a:pt x="671115" y="123197"/>
                  <a:pt x="675528" y="127982"/>
                  <a:pt x="675528" y="137782"/>
                </a:cubicBezTo>
                <a:cubicBezTo>
                  <a:pt x="675528" y="148947"/>
                  <a:pt x="664380" y="153732"/>
                  <a:pt x="655784" y="153732"/>
                </a:cubicBezTo>
                <a:cubicBezTo>
                  <a:pt x="646724" y="153732"/>
                  <a:pt x="641613" y="150768"/>
                  <a:pt x="639291" y="148263"/>
                </a:cubicBezTo>
                <a:cubicBezTo>
                  <a:pt x="634180" y="143022"/>
                  <a:pt x="631624" y="132996"/>
                  <a:pt x="630231" y="127297"/>
                </a:cubicBezTo>
                <a:cubicBezTo>
                  <a:pt x="628838" y="125931"/>
                  <a:pt x="624421" y="126157"/>
                  <a:pt x="623028" y="1275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AF47D-A976-425A-83CB-F352F3E2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445" y="383843"/>
            <a:ext cx="10" cy="456239"/>
          </a:xfrm>
          <a:custGeom xmlns:a="http://schemas.openxmlformats.org/drawingml/2006/main">
            <a:pathLst>
              <a:path w="1" h="456239" fill="none">
                <a:moveTo>
                  <a:pt x="0" y="0"/>
                </a:moveTo>
                <a:lnTo>
                  <a:pt x="0" y="456239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6DA22-24EE-411B-827A-F1814BC3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437" y="771759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9579DB-7B57-4A9F-A4F0-D826C69F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437" y="771759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04A1D2-5B16-4A9C-A9FB-F31AE1CB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445" y="1284949"/>
            <a:ext cx="10" cy="298699"/>
          </a:xfrm>
          <a:custGeom xmlns:a="http://schemas.openxmlformats.org/drawingml/2006/main">
            <a:pathLst>
              <a:path w="1" h="298699" fill="none">
                <a:moveTo>
                  <a:pt x="0" y="0"/>
                </a:moveTo>
                <a:lnTo>
                  <a:pt x="0" y="298699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69477-3269-420C-84A6-135F6C39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437" y="1515325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06E26-E841-49B0-A76B-ECF82B19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437" y="1515325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D5BD4-0A04-45B0-B59F-5A4242DA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445" y="4053580"/>
            <a:ext cx="10" cy="358695"/>
          </a:xfrm>
          <a:custGeom xmlns:a="http://schemas.openxmlformats.org/drawingml/2006/main">
            <a:pathLst>
              <a:path w="1" h="358695" fill="none">
                <a:moveTo>
                  <a:pt x="0" y="0"/>
                </a:moveTo>
                <a:lnTo>
                  <a:pt x="0" y="358695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FD38F-5F5A-4E62-92FE-EDD96289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437" y="4343952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37CA51-C5ED-4F40-9817-4B656C77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437" y="4343952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8A5C69-A935-4247-AED7-9D96DA25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445" y="4857143"/>
            <a:ext cx="10" cy="439193"/>
          </a:xfrm>
          <a:custGeom xmlns:a="http://schemas.openxmlformats.org/drawingml/2006/main">
            <a:pathLst>
              <a:path w="1" h="439193" fill="none">
                <a:moveTo>
                  <a:pt x="0" y="0"/>
                </a:moveTo>
                <a:lnTo>
                  <a:pt x="0" y="439193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26641-FD6D-4265-9129-9EBE9157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437" y="5228013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9BE94-8371-49AC-B908-DD825AE6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437" y="5228013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8B408-9C1E-4191-8C54-4D721979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467" y="900924"/>
            <a:ext cx="1215027" cy="3402046"/>
          </a:xfrm>
          <a:custGeom xmlns:a="http://schemas.openxmlformats.org/drawingml/2006/main">
            <a:pathLst>
              <a:path w="1215027" h="3402046" fill="none">
                <a:moveTo>
                  <a:pt x="0" y="3402046"/>
                </a:moveTo>
                <a:lnTo>
                  <a:pt x="1215027" y="3402046"/>
                </a:lnTo>
                <a:lnTo>
                  <a:pt x="1215027" y="0"/>
                </a:lnTo>
                <a:lnTo>
                  <a:pt x="0" y="0"/>
                </a:lnTo>
                <a:lnTo>
                  <a:pt x="0" y="34020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95" name="Text Delay">
            <a:extLst xmlns:a="http://schemas.openxmlformats.org/drawingml/2006/main">
              <a:ext uri="{FF2B5EF4-FFF2-40B4-BE49-F238E27FC236}">
                <a16:creationId xmlns:a16="http://schemas.microsoft.com/office/drawing/2014/main" id="{89DA41CC-4BEB-4D8E-93E1-8E53F829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6903" y="2377467"/>
            <a:ext cx="549393" cy="211955"/>
          </a:xfrm>
          <a:custGeom xmlns:a="http://schemas.openxmlformats.org/drawingml/2006/main">
            <a:pathLst>
              <a:path w="549393" h="211955">
                <a:moveTo>
                  <a:pt x="41352" y="139874"/>
                </a:moveTo>
                <a:lnTo>
                  <a:pt x="41352" y="30477"/>
                </a:lnTo>
                <a:cubicBezTo>
                  <a:pt x="41352" y="22501"/>
                  <a:pt x="49483" y="19311"/>
                  <a:pt x="60865" y="19311"/>
                </a:cubicBezTo>
                <a:cubicBezTo>
                  <a:pt x="111042" y="19311"/>
                  <a:pt x="127536" y="59195"/>
                  <a:pt x="127536" y="94290"/>
                </a:cubicBezTo>
                <a:cubicBezTo>
                  <a:pt x="127536" y="140329"/>
                  <a:pt x="99427" y="151724"/>
                  <a:pt x="66671" y="151724"/>
                </a:cubicBezTo>
                <a:cubicBezTo>
                  <a:pt x="43907" y="151724"/>
                  <a:pt x="41352" y="147168"/>
                  <a:pt x="41352" y="139874"/>
                </a:cubicBezTo>
                <a:moveTo>
                  <a:pt x="1397" y="11565"/>
                </a:moveTo>
                <a:cubicBezTo>
                  <a:pt x="0" y="12934"/>
                  <a:pt x="0" y="17716"/>
                  <a:pt x="1397" y="19082"/>
                </a:cubicBezTo>
                <a:cubicBezTo>
                  <a:pt x="17656" y="19766"/>
                  <a:pt x="21604" y="20906"/>
                  <a:pt x="21604" y="39821"/>
                </a:cubicBezTo>
                <a:lnTo>
                  <a:pt x="21604" y="131214"/>
                </a:lnTo>
                <a:cubicBezTo>
                  <a:pt x="21604" y="150129"/>
                  <a:pt x="17656" y="151269"/>
                  <a:pt x="1397" y="151953"/>
                </a:cubicBezTo>
                <a:cubicBezTo>
                  <a:pt x="0" y="153319"/>
                  <a:pt x="0" y="158101"/>
                  <a:pt x="1397" y="159466"/>
                </a:cubicBezTo>
                <a:cubicBezTo>
                  <a:pt x="10457" y="159241"/>
                  <a:pt x="22767" y="159011"/>
                  <a:pt x="31593" y="159011"/>
                </a:cubicBezTo>
                <a:cubicBezTo>
                  <a:pt x="40189" y="159011"/>
                  <a:pt x="49947" y="159466"/>
                  <a:pt x="73874" y="159466"/>
                </a:cubicBezTo>
                <a:cubicBezTo>
                  <a:pt x="106629" y="159466"/>
                  <a:pt x="149835" y="144888"/>
                  <a:pt x="149835" y="88821"/>
                </a:cubicBezTo>
                <a:cubicBezTo>
                  <a:pt x="149835" y="46431"/>
                  <a:pt x="114293" y="11565"/>
                  <a:pt x="69691" y="11565"/>
                </a:cubicBezTo>
                <a:cubicBezTo>
                  <a:pt x="53198" y="11565"/>
                  <a:pt x="40423" y="12024"/>
                  <a:pt x="31363" y="12024"/>
                </a:cubicBezTo>
                <a:cubicBezTo>
                  <a:pt x="23001" y="12024"/>
                  <a:pt x="10687" y="11795"/>
                  <a:pt x="1397" y="11565"/>
                </a:cubicBezTo>
                <a:close/>
                <a:moveTo>
                  <a:pt x="188630" y="94787"/>
                </a:moveTo>
                <a:cubicBezTo>
                  <a:pt x="193043" y="69162"/>
                  <a:pt x="209306" y="67122"/>
                  <a:pt x="214882" y="67122"/>
                </a:cubicBezTo>
                <a:cubicBezTo>
                  <a:pt x="223708" y="67122"/>
                  <a:pt x="234161" y="71886"/>
                  <a:pt x="234161" y="90934"/>
                </a:cubicBezTo>
                <a:cubicBezTo>
                  <a:pt x="234161" y="92973"/>
                  <a:pt x="233232" y="94110"/>
                  <a:pt x="230676" y="94110"/>
                </a:cubicBezTo>
                <a:lnTo>
                  <a:pt x="188630" y="94787"/>
                </a:lnTo>
                <a:moveTo>
                  <a:pt x="249491" y="137799"/>
                </a:moveTo>
                <a:cubicBezTo>
                  <a:pt x="240899" y="146449"/>
                  <a:pt x="234161" y="150087"/>
                  <a:pt x="220688" y="150087"/>
                </a:cubicBezTo>
                <a:cubicBezTo>
                  <a:pt x="212326" y="150087"/>
                  <a:pt x="202568" y="145309"/>
                  <a:pt x="195368" y="133705"/>
                </a:cubicBezTo>
                <a:cubicBezTo>
                  <a:pt x="190721" y="126196"/>
                  <a:pt x="187932" y="115729"/>
                  <a:pt x="187932" y="102530"/>
                </a:cubicBezTo>
                <a:lnTo>
                  <a:pt x="249725" y="102985"/>
                </a:lnTo>
                <a:cubicBezTo>
                  <a:pt x="252511" y="102985"/>
                  <a:pt x="254138" y="101620"/>
                  <a:pt x="254138" y="99114"/>
                </a:cubicBezTo>
                <a:cubicBezTo>
                  <a:pt x="254138" y="80049"/>
                  <a:pt x="247170" y="59605"/>
                  <a:pt x="214882" y="59605"/>
                </a:cubicBezTo>
                <a:cubicBezTo>
                  <a:pt x="194670" y="59605"/>
                  <a:pt x="168419" y="78461"/>
                  <a:pt x="168419" y="112997"/>
                </a:cubicBezTo>
                <a:cubicBezTo>
                  <a:pt x="168419" y="125740"/>
                  <a:pt x="171673" y="138028"/>
                  <a:pt x="179340" y="146674"/>
                </a:cubicBezTo>
                <a:cubicBezTo>
                  <a:pt x="187237" y="155783"/>
                  <a:pt x="198154" y="161246"/>
                  <a:pt x="214882" y="161246"/>
                </a:cubicBezTo>
                <a:cubicBezTo>
                  <a:pt x="232534" y="161246"/>
                  <a:pt x="245078" y="153277"/>
                  <a:pt x="254372" y="141441"/>
                </a:cubicBezTo>
                <a:cubicBezTo>
                  <a:pt x="253674" y="139165"/>
                  <a:pt x="252281" y="138028"/>
                  <a:pt x="249491" y="137799"/>
                </a:cubicBezTo>
                <a:close/>
                <a:moveTo>
                  <a:pt x="285731" y="131231"/>
                </a:moveTo>
                <a:cubicBezTo>
                  <a:pt x="285731" y="150132"/>
                  <a:pt x="283179" y="151269"/>
                  <a:pt x="269007" y="151953"/>
                </a:cubicBezTo>
                <a:cubicBezTo>
                  <a:pt x="267614" y="153319"/>
                  <a:pt x="267614" y="158101"/>
                  <a:pt x="269007" y="159466"/>
                </a:cubicBezTo>
                <a:cubicBezTo>
                  <a:pt x="277139" y="159241"/>
                  <a:pt x="285731" y="159011"/>
                  <a:pt x="295025" y="159011"/>
                </a:cubicBezTo>
                <a:cubicBezTo>
                  <a:pt x="304315" y="159011"/>
                  <a:pt x="313145" y="159241"/>
                  <a:pt x="320808" y="159466"/>
                </a:cubicBezTo>
                <a:cubicBezTo>
                  <a:pt x="322205" y="158101"/>
                  <a:pt x="322205" y="153319"/>
                  <a:pt x="320808" y="151953"/>
                </a:cubicBezTo>
                <a:cubicBezTo>
                  <a:pt x="306640" y="151269"/>
                  <a:pt x="304085" y="150132"/>
                  <a:pt x="304085" y="131231"/>
                </a:cubicBezTo>
                <a:lnTo>
                  <a:pt x="304085" y="26265"/>
                </a:lnTo>
                <a:cubicBezTo>
                  <a:pt x="304085" y="11468"/>
                  <a:pt x="305013" y="2307"/>
                  <a:pt x="305013" y="2307"/>
                </a:cubicBezTo>
                <a:cubicBezTo>
                  <a:pt x="305013" y="695"/>
                  <a:pt x="304085" y="0"/>
                  <a:pt x="301993" y="0"/>
                </a:cubicBezTo>
                <a:cubicBezTo>
                  <a:pt x="296187" y="2307"/>
                  <a:pt x="278762" y="5536"/>
                  <a:pt x="269472" y="6227"/>
                </a:cubicBezTo>
                <a:cubicBezTo>
                  <a:pt x="269007" y="8052"/>
                  <a:pt x="269472" y="11694"/>
                  <a:pt x="270865" y="13063"/>
                </a:cubicBezTo>
                <a:cubicBezTo>
                  <a:pt x="284338" y="13970"/>
                  <a:pt x="285731" y="14655"/>
                  <a:pt x="285731" y="31731"/>
                </a:cubicBezTo>
                <a:lnTo>
                  <a:pt x="285731" y="131231"/>
                </a:lnTo>
                <a:close/>
                <a:moveTo>
                  <a:pt x="393056" y="105880"/>
                </a:moveTo>
                <a:lnTo>
                  <a:pt x="393056" y="135957"/>
                </a:lnTo>
                <a:cubicBezTo>
                  <a:pt x="393056" y="138921"/>
                  <a:pt x="391660" y="140517"/>
                  <a:pt x="389802" y="141882"/>
                </a:cubicBezTo>
                <a:cubicBezTo>
                  <a:pt x="383762" y="146668"/>
                  <a:pt x="375865" y="151911"/>
                  <a:pt x="369361" y="151911"/>
                </a:cubicBezTo>
                <a:cubicBezTo>
                  <a:pt x="357745" y="151911"/>
                  <a:pt x="352634" y="142796"/>
                  <a:pt x="352634" y="135731"/>
                </a:cubicBezTo>
                <a:cubicBezTo>
                  <a:pt x="352634" y="125476"/>
                  <a:pt x="357514" y="114992"/>
                  <a:pt x="374702" y="110665"/>
                </a:cubicBezTo>
                <a:lnTo>
                  <a:pt x="393056" y="105880"/>
                </a:lnTo>
                <a:moveTo>
                  <a:pt x="393056" y="148037"/>
                </a:moveTo>
                <a:cubicBezTo>
                  <a:pt x="394449" y="155098"/>
                  <a:pt x="397005" y="161246"/>
                  <a:pt x="408621" y="161246"/>
                </a:cubicBezTo>
                <a:cubicBezTo>
                  <a:pt x="417447" y="161246"/>
                  <a:pt x="425809" y="157374"/>
                  <a:pt x="430686" y="152822"/>
                </a:cubicBezTo>
                <a:cubicBezTo>
                  <a:pt x="430222" y="150087"/>
                  <a:pt x="429293" y="148037"/>
                  <a:pt x="426737" y="146671"/>
                </a:cubicBezTo>
                <a:cubicBezTo>
                  <a:pt x="425114" y="148037"/>
                  <a:pt x="421162" y="150316"/>
                  <a:pt x="418142" y="150316"/>
                </a:cubicBezTo>
                <a:cubicBezTo>
                  <a:pt x="411407" y="150316"/>
                  <a:pt x="411173" y="141427"/>
                  <a:pt x="411173" y="130946"/>
                </a:cubicBezTo>
                <a:lnTo>
                  <a:pt x="411173" y="97446"/>
                </a:lnTo>
                <a:cubicBezTo>
                  <a:pt x="411173" y="65089"/>
                  <a:pt x="393056" y="58938"/>
                  <a:pt x="376095" y="58938"/>
                </a:cubicBezTo>
                <a:cubicBezTo>
                  <a:pt x="357047" y="58938"/>
                  <a:pt x="337767" y="71240"/>
                  <a:pt x="337767" y="84230"/>
                </a:cubicBezTo>
                <a:cubicBezTo>
                  <a:pt x="337767" y="89700"/>
                  <a:pt x="340553" y="92435"/>
                  <a:pt x="345899" y="92435"/>
                </a:cubicBezTo>
                <a:cubicBezTo>
                  <a:pt x="352634" y="92435"/>
                  <a:pt x="356816" y="87650"/>
                  <a:pt x="356816" y="84685"/>
                </a:cubicBezTo>
                <a:cubicBezTo>
                  <a:pt x="356816" y="83090"/>
                  <a:pt x="356582" y="81495"/>
                  <a:pt x="356118" y="80585"/>
                </a:cubicBezTo>
                <a:cubicBezTo>
                  <a:pt x="355887" y="79900"/>
                  <a:pt x="355654" y="78534"/>
                  <a:pt x="355654" y="76025"/>
                </a:cubicBezTo>
                <a:cubicBezTo>
                  <a:pt x="355654" y="68960"/>
                  <a:pt x="365412" y="66455"/>
                  <a:pt x="374238" y="66455"/>
                </a:cubicBezTo>
                <a:cubicBezTo>
                  <a:pt x="382135" y="66455"/>
                  <a:pt x="393056" y="70330"/>
                  <a:pt x="393056" y="96080"/>
                </a:cubicBezTo>
                <a:cubicBezTo>
                  <a:pt x="393056" y="97675"/>
                  <a:pt x="392358" y="98586"/>
                  <a:pt x="391660" y="98815"/>
                </a:cubicBezTo>
                <a:lnTo>
                  <a:pt x="371682" y="103600"/>
                </a:lnTo>
                <a:cubicBezTo>
                  <a:pt x="349383" y="109070"/>
                  <a:pt x="333354" y="121146"/>
                  <a:pt x="333354" y="136642"/>
                </a:cubicBezTo>
                <a:cubicBezTo>
                  <a:pt x="333354" y="155328"/>
                  <a:pt x="346363" y="161246"/>
                  <a:pt x="362622" y="161246"/>
                </a:cubicBezTo>
                <a:cubicBezTo>
                  <a:pt x="370754" y="161246"/>
                  <a:pt x="377722" y="159425"/>
                  <a:pt x="387945" y="151682"/>
                </a:cubicBezTo>
                <a:lnTo>
                  <a:pt x="392592" y="148037"/>
                </a:lnTo>
                <a:lnTo>
                  <a:pt x="393056" y="148037"/>
                </a:lnTo>
                <a:close/>
                <a:moveTo>
                  <a:pt x="478543" y="195559"/>
                </a:moveTo>
                <a:cubicBezTo>
                  <a:pt x="482257" y="189182"/>
                  <a:pt x="485278" y="182802"/>
                  <a:pt x="488067" y="175970"/>
                </a:cubicBezTo>
                <a:cubicBezTo>
                  <a:pt x="506652" y="132009"/>
                  <a:pt x="517105" y="108545"/>
                  <a:pt x="529185" y="83035"/>
                </a:cubicBezTo>
                <a:cubicBezTo>
                  <a:pt x="533828" y="73468"/>
                  <a:pt x="537082" y="69826"/>
                  <a:pt x="548000" y="68456"/>
                </a:cubicBezTo>
                <a:cubicBezTo>
                  <a:pt x="549393" y="67091"/>
                  <a:pt x="549393" y="62309"/>
                  <a:pt x="548000" y="60940"/>
                </a:cubicBezTo>
                <a:cubicBezTo>
                  <a:pt x="543353" y="61169"/>
                  <a:pt x="538011" y="61398"/>
                  <a:pt x="531507" y="61398"/>
                </a:cubicBezTo>
                <a:cubicBezTo>
                  <a:pt x="524538" y="61398"/>
                  <a:pt x="517335" y="61169"/>
                  <a:pt x="510366" y="60940"/>
                </a:cubicBezTo>
                <a:cubicBezTo>
                  <a:pt x="508973" y="62309"/>
                  <a:pt x="508973" y="67091"/>
                  <a:pt x="510366" y="68456"/>
                </a:cubicBezTo>
                <a:cubicBezTo>
                  <a:pt x="517799" y="69141"/>
                  <a:pt x="525236" y="70507"/>
                  <a:pt x="521518" y="78708"/>
                </a:cubicBezTo>
                <a:lnTo>
                  <a:pt x="498520" y="130870"/>
                </a:lnTo>
                <a:cubicBezTo>
                  <a:pt x="496893" y="134515"/>
                  <a:pt x="494802" y="135196"/>
                  <a:pt x="492945" y="130640"/>
                </a:cubicBezTo>
                <a:lnTo>
                  <a:pt x="472269" y="83264"/>
                </a:lnTo>
                <a:cubicBezTo>
                  <a:pt x="468090" y="73697"/>
                  <a:pt x="466927" y="69370"/>
                  <a:pt x="479936" y="68456"/>
                </a:cubicBezTo>
                <a:cubicBezTo>
                  <a:pt x="481329" y="67091"/>
                  <a:pt x="481329" y="62309"/>
                  <a:pt x="479936" y="60940"/>
                </a:cubicBezTo>
                <a:cubicBezTo>
                  <a:pt x="471340" y="61169"/>
                  <a:pt x="462050" y="61398"/>
                  <a:pt x="453688" y="61398"/>
                </a:cubicBezTo>
                <a:cubicBezTo>
                  <a:pt x="445787" y="61398"/>
                  <a:pt x="439516" y="61169"/>
                  <a:pt x="434869" y="60940"/>
                </a:cubicBezTo>
                <a:cubicBezTo>
                  <a:pt x="433476" y="62309"/>
                  <a:pt x="433476" y="67091"/>
                  <a:pt x="434869" y="68456"/>
                </a:cubicBezTo>
                <a:cubicBezTo>
                  <a:pt x="444163" y="69596"/>
                  <a:pt x="447180" y="71647"/>
                  <a:pt x="453220" y="85540"/>
                </a:cubicBezTo>
                <a:lnTo>
                  <a:pt x="479471" y="145448"/>
                </a:lnTo>
                <a:cubicBezTo>
                  <a:pt x="481563" y="150004"/>
                  <a:pt x="485047" y="160481"/>
                  <a:pt x="482725" y="166858"/>
                </a:cubicBezTo>
                <a:cubicBezTo>
                  <a:pt x="479936" y="174375"/>
                  <a:pt x="477150" y="180752"/>
                  <a:pt x="473665" y="187813"/>
                </a:cubicBezTo>
                <a:cubicBezTo>
                  <a:pt x="471110" y="192369"/>
                  <a:pt x="467856" y="194419"/>
                  <a:pt x="462050" y="194419"/>
                </a:cubicBezTo>
                <a:cubicBezTo>
                  <a:pt x="458796" y="194419"/>
                  <a:pt x="457867" y="193738"/>
                  <a:pt x="455311" y="193738"/>
                </a:cubicBezTo>
                <a:cubicBezTo>
                  <a:pt x="448576" y="193738"/>
                  <a:pt x="445092" y="200570"/>
                  <a:pt x="445092" y="203531"/>
                </a:cubicBezTo>
                <a:cubicBezTo>
                  <a:pt x="445092" y="208313"/>
                  <a:pt x="449736" y="211955"/>
                  <a:pt x="456010" y="211955"/>
                </a:cubicBezTo>
                <a:cubicBezTo>
                  <a:pt x="460887" y="211955"/>
                  <a:pt x="470181" y="210134"/>
                  <a:pt x="478543" y="195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chain1">
            <a:extLst xmlns:a="http://schemas.openxmlformats.org/drawingml/2006/main">
              <a:ext uri="{FF2B5EF4-FFF2-40B4-BE49-F238E27FC236}">
                <a16:creationId xmlns:a16="http://schemas.microsoft.com/office/drawing/2014/main" id="{A12BE819-B8F6-44E1-9BA0-EBC116A0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7355" y="2662160"/>
            <a:ext cx="675301" cy="161246"/>
          </a:xfrm>
          <a:custGeom xmlns:a="http://schemas.openxmlformats.org/drawingml/2006/main">
            <a:pathLst>
              <a:path w="675301" h="161246">
                <a:moveTo>
                  <a:pt x="83862" y="138237"/>
                </a:moveTo>
                <a:cubicBezTo>
                  <a:pt x="82934" y="136187"/>
                  <a:pt x="81073" y="135276"/>
                  <a:pt x="78985" y="135047"/>
                </a:cubicBezTo>
                <a:cubicBezTo>
                  <a:pt x="71084" y="145076"/>
                  <a:pt x="61095" y="150087"/>
                  <a:pt x="51106" y="150087"/>
                </a:cubicBezTo>
                <a:cubicBezTo>
                  <a:pt x="34149" y="150087"/>
                  <a:pt x="19978" y="133226"/>
                  <a:pt x="19978" y="106561"/>
                </a:cubicBezTo>
                <a:cubicBezTo>
                  <a:pt x="19978" y="81495"/>
                  <a:pt x="31129" y="66455"/>
                  <a:pt x="46463" y="66455"/>
                </a:cubicBezTo>
                <a:cubicBezTo>
                  <a:pt x="60166" y="66455"/>
                  <a:pt x="62024" y="74430"/>
                  <a:pt x="62956" y="82406"/>
                </a:cubicBezTo>
                <a:cubicBezTo>
                  <a:pt x="63651" y="88560"/>
                  <a:pt x="66905" y="90610"/>
                  <a:pt x="71782" y="90610"/>
                </a:cubicBezTo>
                <a:cubicBezTo>
                  <a:pt x="76660" y="90610"/>
                  <a:pt x="83164" y="87650"/>
                  <a:pt x="83164" y="80585"/>
                </a:cubicBezTo>
                <a:cubicBezTo>
                  <a:pt x="83164" y="68050"/>
                  <a:pt x="69925" y="58938"/>
                  <a:pt x="47622" y="58938"/>
                </a:cubicBezTo>
                <a:cubicBezTo>
                  <a:pt x="24625" y="58938"/>
                  <a:pt x="0" y="79215"/>
                  <a:pt x="0" y="111576"/>
                </a:cubicBezTo>
                <a:cubicBezTo>
                  <a:pt x="0" y="140972"/>
                  <a:pt x="16727" y="161246"/>
                  <a:pt x="45995" y="161246"/>
                </a:cubicBezTo>
                <a:cubicBezTo>
                  <a:pt x="59936" y="161246"/>
                  <a:pt x="72247" y="156919"/>
                  <a:pt x="83862" y="138237"/>
                </a:cubicBezTo>
                <a:close/>
                <a:moveTo>
                  <a:pt x="129625" y="93811"/>
                </a:moveTo>
                <a:cubicBezTo>
                  <a:pt x="129625" y="89022"/>
                  <a:pt x="131717" y="86287"/>
                  <a:pt x="133574" y="84237"/>
                </a:cubicBezTo>
                <a:cubicBezTo>
                  <a:pt x="142404" y="75799"/>
                  <a:pt x="154250" y="70781"/>
                  <a:pt x="163310" y="70781"/>
                </a:cubicBezTo>
                <a:cubicBezTo>
                  <a:pt x="167954" y="70781"/>
                  <a:pt x="172834" y="73746"/>
                  <a:pt x="175621" y="78990"/>
                </a:cubicBezTo>
                <a:cubicBezTo>
                  <a:pt x="177946" y="83552"/>
                  <a:pt x="178410" y="89707"/>
                  <a:pt x="178410" y="96546"/>
                </a:cubicBezTo>
                <a:lnTo>
                  <a:pt x="178410" y="131203"/>
                </a:lnTo>
                <a:cubicBezTo>
                  <a:pt x="178410" y="149899"/>
                  <a:pt x="176085" y="150813"/>
                  <a:pt x="164005" y="151953"/>
                </a:cubicBezTo>
                <a:cubicBezTo>
                  <a:pt x="162846" y="153319"/>
                  <a:pt x="162846" y="158101"/>
                  <a:pt x="164005" y="159466"/>
                </a:cubicBezTo>
                <a:cubicBezTo>
                  <a:pt x="170509" y="159241"/>
                  <a:pt x="178410" y="159011"/>
                  <a:pt x="187701" y="159011"/>
                </a:cubicBezTo>
                <a:cubicBezTo>
                  <a:pt x="196995" y="159011"/>
                  <a:pt x="204658" y="159241"/>
                  <a:pt x="212325" y="159466"/>
                </a:cubicBezTo>
                <a:cubicBezTo>
                  <a:pt x="213488" y="158101"/>
                  <a:pt x="213488" y="153319"/>
                  <a:pt x="212325" y="151953"/>
                </a:cubicBezTo>
                <a:cubicBezTo>
                  <a:pt x="199316" y="150813"/>
                  <a:pt x="196761" y="149899"/>
                  <a:pt x="196761" y="131203"/>
                </a:cubicBezTo>
                <a:lnTo>
                  <a:pt x="196761" y="97230"/>
                </a:lnTo>
                <a:cubicBezTo>
                  <a:pt x="196761" y="84692"/>
                  <a:pt x="195832" y="73520"/>
                  <a:pt x="190490" y="66684"/>
                </a:cubicBezTo>
                <a:cubicBezTo>
                  <a:pt x="186538" y="61673"/>
                  <a:pt x="179339" y="58938"/>
                  <a:pt x="171207" y="58938"/>
                </a:cubicBezTo>
                <a:cubicBezTo>
                  <a:pt x="159826" y="58938"/>
                  <a:pt x="145888" y="61899"/>
                  <a:pt x="131717" y="77394"/>
                </a:cubicBezTo>
                <a:cubicBezTo>
                  <a:pt x="131019" y="78308"/>
                  <a:pt x="129392" y="80588"/>
                  <a:pt x="129392" y="77394"/>
                </a:cubicBezTo>
                <a:lnTo>
                  <a:pt x="129625" y="26119"/>
                </a:lnTo>
                <a:cubicBezTo>
                  <a:pt x="129625" y="11308"/>
                  <a:pt x="130554" y="2248"/>
                  <a:pt x="130554" y="2248"/>
                </a:cubicBezTo>
                <a:cubicBezTo>
                  <a:pt x="130554" y="678"/>
                  <a:pt x="129625" y="0"/>
                  <a:pt x="127534" y="0"/>
                </a:cubicBezTo>
                <a:cubicBezTo>
                  <a:pt x="121728" y="2248"/>
                  <a:pt x="104306" y="5393"/>
                  <a:pt x="95012" y="6068"/>
                </a:cubicBezTo>
                <a:cubicBezTo>
                  <a:pt x="94548" y="7892"/>
                  <a:pt x="95012" y="11534"/>
                  <a:pt x="96405" y="12900"/>
                </a:cubicBezTo>
                <a:cubicBezTo>
                  <a:pt x="108485" y="13584"/>
                  <a:pt x="111275" y="12444"/>
                  <a:pt x="111275" y="31589"/>
                </a:cubicBezTo>
                <a:lnTo>
                  <a:pt x="111275" y="131203"/>
                </a:lnTo>
                <a:cubicBezTo>
                  <a:pt x="111275" y="150129"/>
                  <a:pt x="108485" y="151039"/>
                  <a:pt x="95012" y="151953"/>
                </a:cubicBezTo>
                <a:cubicBezTo>
                  <a:pt x="93619" y="153319"/>
                  <a:pt x="93619" y="158101"/>
                  <a:pt x="95012" y="159466"/>
                </a:cubicBezTo>
                <a:cubicBezTo>
                  <a:pt x="102679" y="159241"/>
                  <a:pt x="111275" y="159011"/>
                  <a:pt x="120565" y="159011"/>
                </a:cubicBezTo>
                <a:cubicBezTo>
                  <a:pt x="129392" y="159011"/>
                  <a:pt x="137059" y="159241"/>
                  <a:pt x="143563" y="159466"/>
                </a:cubicBezTo>
                <a:cubicBezTo>
                  <a:pt x="144956" y="158101"/>
                  <a:pt x="144956" y="153319"/>
                  <a:pt x="143563" y="151953"/>
                </a:cubicBezTo>
                <a:cubicBezTo>
                  <a:pt x="131717" y="151039"/>
                  <a:pt x="129625" y="150129"/>
                  <a:pt x="129625" y="131203"/>
                </a:cubicBezTo>
                <a:lnTo>
                  <a:pt x="129625" y="93811"/>
                </a:lnTo>
                <a:close/>
                <a:moveTo>
                  <a:pt x="283874" y="105880"/>
                </a:moveTo>
                <a:lnTo>
                  <a:pt x="283874" y="135957"/>
                </a:lnTo>
                <a:cubicBezTo>
                  <a:pt x="283874" y="138921"/>
                  <a:pt x="282477" y="140517"/>
                  <a:pt x="280620" y="141882"/>
                </a:cubicBezTo>
                <a:cubicBezTo>
                  <a:pt x="274580" y="146668"/>
                  <a:pt x="266683" y="151911"/>
                  <a:pt x="260178" y="151911"/>
                </a:cubicBezTo>
                <a:cubicBezTo>
                  <a:pt x="248562" y="151911"/>
                  <a:pt x="243451" y="142796"/>
                  <a:pt x="243451" y="135731"/>
                </a:cubicBezTo>
                <a:cubicBezTo>
                  <a:pt x="243451" y="125476"/>
                  <a:pt x="248332" y="114992"/>
                  <a:pt x="265520" y="110665"/>
                </a:cubicBezTo>
                <a:lnTo>
                  <a:pt x="283874" y="105880"/>
                </a:lnTo>
                <a:moveTo>
                  <a:pt x="283874" y="148037"/>
                </a:moveTo>
                <a:cubicBezTo>
                  <a:pt x="285267" y="155098"/>
                  <a:pt x="287823" y="161246"/>
                  <a:pt x="299438" y="161246"/>
                </a:cubicBezTo>
                <a:cubicBezTo>
                  <a:pt x="308265" y="161246"/>
                  <a:pt x="316626" y="157374"/>
                  <a:pt x="321504" y="152822"/>
                </a:cubicBezTo>
                <a:cubicBezTo>
                  <a:pt x="321039" y="150087"/>
                  <a:pt x="320111" y="148037"/>
                  <a:pt x="317555" y="146671"/>
                </a:cubicBezTo>
                <a:cubicBezTo>
                  <a:pt x="315932" y="148037"/>
                  <a:pt x="311979" y="150316"/>
                  <a:pt x="308959" y="150316"/>
                </a:cubicBezTo>
                <a:cubicBezTo>
                  <a:pt x="302225" y="150316"/>
                  <a:pt x="301991" y="141427"/>
                  <a:pt x="301991" y="130946"/>
                </a:cubicBezTo>
                <a:lnTo>
                  <a:pt x="301991" y="97446"/>
                </a:lnTo>
                <a:cubicBezTo>
                  <a:pt x="301991" y="65089"/>
                  <a:pt x="283874" y="58938"/>
                  <a:pt x="266913" y="58938"/>
                </a:cubicBezTo>
                <a:cubicBezTo>
                  <a:pt x="247864" y="58938"/>
                  <a:pt x="228585" y="71240"/>
                  <a:pt x="228585" y="84230"/>
                </a:cubicBezTo>
                <a:cubicBezTo>
                  <a:pt x="228585" y="89700"/>
                  <a:pt x="231371" y="92435"/>
                  <a:pt x="236716" y="92435"/>
                </a:cubicBezTo>
                <a:cubicBezTo>
                  <a:pt x="243451" y="92435"/>
                  <a:pt x="247634" y="87650"/>
                  <a:pt x="247634" y="84685"/>
                </a:cubicBezTo>
                <a:cubicBezTo>
                  <a:pt x="247634" y="83090"/>
                  <a:pt x="247400" y="81495"/>
                  <a:pt x="246936" y="80585"/>
                </a:cubicBezTo>
                <a:cubicBezTo>
                  <a:pt x="246705" y="79900"/>
                  <a:pt x="246471" y="78534"/>
                  <a:pt x="246471" y="76025"/>
                </a:cubicBezTo>
                <a:cubicBezTo>
                  <a:pt x="246471" y="68960"/>
                  <a:pt x="256230" y="66455"/>
                  <a:pt x="265056" y="66455"/>
                </a:cubicBezTo>
                <a:cubicBezTo>
                  <a:pt x="272953" y="66455"/>
                  <a:pt x="283874" y="70330"/>
                  <a:pt x="283874" y="96080"/>
                </a:cubicBezTo>
                <a:cubicBezTo>
                  <a:pt x="283874" y="97675"/>
                  <a:pt x="283176" y="98586"/>
                  <a:pt x="282477" y="98815"/>
                </a:cubicBezTo>
                <a:lnTo>
                  <a:pt x="262500" y="103600"/>
                </a:lnTo>
                <a:cubicBezTo>
                  <a:pt x="240201" y="109070"/>
                  <a:pt x="224172" y="121146"/>
                  <a:pt x="224172" y="136642"/>
                </a:cubicBezTo>
                <a:cubicBezTo>
                  <a:pt x="224172" y="155328"/>
                  <a:pt x="237181" y="161246"/>
                  <a:pt x="253440" y="161246"/>
                </a:cubicBezTo>
                <a:cubicBezTo>
                  <a:pt x="261571" y="161246"/>
                  <a:pt x="268540" y="159425"/>
                  <a:pt x="278763" y="151682"/>
                </a:cubicBezTo>
                <a:lnTo>
                  <a:pt x="283410" y="148037"/>
                </a:lnTo>
                <a:lnTo>
                  <a:pt x="283874" y="148037"/>
                </a:lnTo>
                <a:close/>
                <a:moveTo>
                  <a:pt x="342878" y="22498"/>
                </a:moveTo>
                <a:cubicBezTo>
                  <a:pt x="342878" y="28420"/>
                  <a:pt x="348454" y="34341"/>
                  <a:pt x="354026" y="34341"/>
                </a:cubicBezTo>
                <a:cubicBezTo>
                  <a:pt x="360530" y="34341"/>
                  <a:pt x="366106" y="28194"/>
                  <a:pt x="366106" y="23408"/>
                </a:cubicBezTo>
                <a:cubicBezTo>
                  <a:pt x="366106" y="17946"/>
                  <a:pt x="361229" y="11565"/>
                  <a:pt x="354958" y="11565"/>
                </a:cubicBezTo>
                <a:cubicBezTo>
                  <a:pt x="349383" y="11565"/>
                  <a:pt x="342878" y="17032"/>
                  <a:pt x="342878" y="22498"/>
                </a:cubicBezTo>
                <a:moveTo>
                  <a:pt x="364018" y="131224"/>
                </a:moveTo>
                <a:lnTo>
                  <a:pt x="364018" y="85898"/>
                </a:lnTo>
                <a:cubicBezTo>
                  <a:pt x="364018" y="74510"/>
                  <a:pt x="364947" y="59883"/>
                  <a:pt x="364947" y="59883"/>
                </a:cubicBezTo>
                <a:cubicBezTo>
                  <a:pt x="364947" y="58962"/>
                  <a:pt x="363784" y="58271"/>
                  <a:pt x="361927" y="58271"/>
                </a:cubicBezTo>
                <a:cubicBezTo>
                  <a:pt x="355423" y="60804"/>
                  <a:pt x="346129" y="62875"/>
                  <a:pt x="330100" y="64943"/>
                </a:cubicBezTo>
                <a:cubicBezTo>
                  <a:pt x="329635" y="66312"/>
                  <a:pt x="330100" y="69954"/>
                  <a:pt x="330564" y="71323"/>
                </a:cubicBezTo>
                <a:cubicBezTo>
                  <a:pt x="343343" y="72460"/>
                  <a:pt x="345664" y="73829"/>
                  <a:pt x="345664" y="86812"/>
                </a:cubicBezTo>
                <a:lnTo>
                  <a:pt x="345664" y="131224"/>
                </a:lnTo>
                <a:cubicBezTo>
                  <a:pt x="345664" y="150129"/>
                  <a:pt x="343109" y="150813"/>
                  <a:pt x="328941" y="151953"/>
                </a:cubicBezTo>
                <a:cubicBezTo>
                  <a:pt x="327544" y="153319"/>
                  <a:pt x="327544" y="158101"/>
                  <a:pt x="328941" y="159466"/>
                </a:cubicBezTo>
                <a:cubicBezTo>
                  <a:pt x="336604" y="159241"/>
                  <a:pt x="345664" y="159011"/>
                  <a:pt x="354958" y="159011"/>
                </a:cubicBezTo>
                <a:cubicBezTo>
                  <a:pt x="364249" y="159011"/>
                  <a:pt x="373075" y="159241"/>
                  <a:pt x="380742" y="159466"/>
                </a:cubicBezTo>
                <a:cubicBezTo>
                  <a:pt x="382135" y="158101"/>
                  <a:pt x="382135" y="153319"/>
                  <a:pt x="380742" y="151953"/>
                </a:cubicBezTo>
                <a:cubicBezTo>
                  <a:pt x="366570" y="151043"/>
                  <a:pt x="364018" y="150129"/>
                  <a:pt x="364018" y="131224"/>
                </a:cubicBezTo>
                <a:close/>
                <a:moveTo>
                  <a:pt x="427668" y="77394"/>
                </a:moveTo>
                <a:cubicBezTo>
                  <a:pt x="426275" y="78990"/>
                  <a:pt x="424882" y="79448"/>
                  <a:pt x="424882" y="77394"/>
                </a:cubicBezTo>
                <a:cubicBezTo>
                  <a:pt x="424648" y="71240"/>
                  <a:pt x="424183" y="62358"/>
                  <a:pt x="423021" y="60078"/>
                </a:cubicBezTo>
                <a:cubicBezTo>
                  <a:pt x="422556" y="58938"/>
                  <a:pt x="422092" y="58257"/>
                  <a:pt x="420235" y="58257"/>
                </a:cubicBezTo>
                <a:cubicBezTo>
                  <a:pt x="413730" y="60763"/>
                  <a:pt x="407690" y="62813"/>
                  <a:pt x="391662" y="64860"/>
                </a:cubicBezTo>
                <a:cubicBezTo>
                  <a:pt x="391197" y="66229"/>
                  <a:pt x="391662" y="69871"/>
                  <a:pt x="392126" y="71240"/>
                </a:cubicBezTo>
                <a:cubicBezTo>
                  <a:pt x="404670" y="72380"/>
                  <a:pt x="407226" y="73520"/>
                  <a:pt x="407226" y="86743"/>
                </a:cubicBezTo>
                <a:lnTo>
                  <a:pt x="407226" y="131203"/>
                </a:lnTo>
                <a:cubicBezTo>
                  <a:pt x="407226" y="149899"/>
                  <a:pt x="404904" y="150813"/>
                  <a:pt x="390963" y="151953"/>
                </a:cubicBezTo>
                <a:cubicBezTo>
                  <a:pt x="389570" y="153319"/>
                  <a:pt x="389570" y="158101"/>
                  <a:pt x="390963" y="159466"/>
                </a:cubicBezTo>
                <a:cubicBezTo>
                  <a:pt x="397935" y="159241"/>
                  <a:pt x="407226" y="159011"/>
                  <a:pt x="416516" y="159011"/>
                </a:cubicBezTo>
                <a:cubicBezTo>
                  <a:pt x="425810" y="159011"/>
                  <a:pt x="432779" y="159241"/>
                  <a:pt x="439748" y="159466"/>
                </a:cubicBezTo>
                <a:cubicBezTo>
                  <a:pt x="441141" y="158101"/>
                  <a:pt x="441141" y="153319"/>
                  <a:pt x="439748" y="151953"/>
                </a:cubicBezTo>
                <a:cubicBezTo>
                  <a:pt x="427902" y="150813"/>
                  <a:pt x="425576" y="149899"/>
                  <a:pt x="425576" y="131203"/>
                </a:cubicBezTo>
                <a:lnTo>
                  <a:pt x="425576" y="93811"/>
                </a:lnTo>
                <a:cubicBezTo>
                  <a:pt x="425576" y="89022"/>
                  <a:pt x="427668" y="86287"/>
                  <a:pt x="429525" y="84237"/>
                </a:cubicBezTo>
                <a:cubicBezTo>
                  <a:pt x="438355" y="75799"/>
                  <a:pt x="448808" y="70781"/>
                  <a:pt x="457868" y="70781"/>
                </a:cubicBezTo>
                <a:cubicBezTo>
                  <a:pt x="462515" y="70781"/>
                  <a:pt x="467392" y="73746"/>
                  <a:pt x="470178" y="78990"/>
                </a:cubicBezTo>
                <a:cubicBezTo>
                  <a:pt x="472504" y="83552"/>
                  <a:pt x="472968" y="89707"/>
                  <a:pt x="472968" y="96546"/>
                </a:cubicBezTo>
                <a:lnTo>
                  <a:pt x="472968" y="131203"/>
                </a:lnTo>
                <a:cubicBezTo>
                  <a:pt x="472968" y="149899"/>
                  <a:pt x="470643" y="150813"/>
                  <a:pt x="458563" y="151953"/>
                </a:cubicBezTo>
                <a:cubicBezTo>
                  <a:pt x="457404" y="153319"/>
                  <a:pt x="457404" y="158101"/>
                  <a:pt x="458563" y="159466"/>
                </a:cubicBezTo>
                <a:cubicBezTo>
                  <a:pt x="465535" y="159241"/>
                  <a:pt x="472968" y="159011"/>
                  <a:pt x="482259" y="159011"/>
                </a:cubicBezTo>
                <a:cubicBezTo>
                  <a:pt x="491553" y="159011"/>
                  <a:pt x="499914" y="159241"/>
                  <a:pt x="506883" y="159466"/>
                </a:cubicBezTo>
                <a:cubicBezTo>
                  <a:pt x="508046" y="158101"/>
                  <a:pt x="508046" y="153319"/>
                  <a:pt x="506883" y="151953"/>
                </a:cubicBezTo>
                <a:cubicBezTo>
                  <a:pt x="493874" y="150813"/>
                  <a:pt x="491319" y="149899"/>
                  <a:pt x="491319" y="131203"/>
                </a:cubicBezTo>
                <a:lnTo>
                  <a:pt x="491319" y="97230"/>
                </a:lnTo>
                <a:cubicBezTo>
                  <a:pt x="491319" y="84692"/>
                  <a:pt x="490390" y="73746"/>
                  <a:pt x="485048" y="66684"/>
                </a:cubicBezTo>
                <a:cubicBezTo>
                  <a:pt x="481096" y="61673"/>
                  <a:pt x="473897" y="58938"/>
                  <a:pt x="465765" y="58938"/>
                </a:cubicBezTo>
                <a:cubicBezTo>
                  <a:pt x="454384" y="58938"/>
                  <a:pt x="441375" y="61899"/>
                  <a:pt x="427668" y="77394"/>
                </a:cubicBezTo>
                <a:close/>
                <a:moveTo>
                  <a:pt x="653697" y="131214"/>
                </a:moveTo>
                <a:lnTo>
                  <a:pt x="653697" y="52137"/>
                </a:lnTo>
                <a:cubicBezTo>
                  <a:pt x="653697" y="38466"/>
                  <a:pt x="653927" y="24566"/>
                  <a:pt x="654395" y="21601"/>
                </a:cubicBezTo>
                <a:cubicBezTo>
                  <a:pt x="654395" y="20462"/>
                  <a:pt x="653927" y="20462"/>
                  <a:pt x="652998" y="20462"/>
                </a:cubicBezTo>
                <a:cubicBezTo>
                  <a:pt x="640224" y="28211"/>
                  <a:pt x="627909" y="33907"/>
                  <a:pt x="607468" y="43251"/>
                </a:cubicBezTo>
                <a:cubicBezTo>
                  <a:pt x="607932" y="45757"/>
                  <a:pt x="608861" y="48037"/>
                  <a:pt x="610952" y="49406"/>
                </a:cubicBezTo>
                <a:cubicBezTo>
                  <a:pt x="621639" y="45076"/>
                  <a:pt x="626750" y="43707"/>
                  <a:pt x="631163" y="43707"/>
                </a:cubicBezTo>
                <a:cubicBezTo>
                  <a:pt x="635112" y="43707"/>
                  <a:pt x="635810" y="49176"/>
                  <a:pt x="635810" y="56926"/>
                </a:cubicBezTo>
                <a:lnTo>
                  <a:pt x="635810" y="131214"/>
                </a:lnTo>
                <a:cubicBezTo>
                  <a:pt x="635810" y="150129"/>
                  <a:pt x="629536" y="151269"/>
                  <a:pt x="613277" y="151953"/>
                </a:cubicBezTo>
                <a:cubicBezTo>
                  <a:pt x="611881" y="153319"/>
                  <a:pt x="611881" y="158101"/>
                  <a:pt x="613277" y="159466"/>
                </a:cubicBezTo>
                <a:cubicBezTo>
                  <a:pt x="624659" y="159241"/>
                  <a:pt x="633021" y="159011"/>
                  <a:pt x="645565" y="159011"/>
                </a:cubicBezTo>
                <a:cubicBezTo>
                  <a:pt x="656717" y="159011"/>
                  <a:pt x="662292" y="159241"/>
                  <a:pt x="673908" y="159466"/>
                </a:cubicBezTo>
                <a:cubicBezTo>
                  <a:pt x="675301" y="158101"/>
                  <a:pt x="675301" y="153319"/>
                  <a:pt x="673908" y="151953"/>
                </a:cubicBezTo>
                <a:cubicBezTo>
                  <a:pt x="657645" y="151269"/>
                  <a:pt x="653697" y="150129"/>
                  <a:pt x="653697" y="1312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39A60-6B84-42E6-9AE4-ADB5A773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2955" y="1872939"/>
            <a:ext cx="1215027" cy="2430031"/>
          </a:xfrm>
          <a:custGeom xmlns:a="http://schemas.openxmlformats.org/drawingml/2006/main">
            <a:pathLst>
              <a:path w="1215027" h="2430031" fill="none">
                <a:moveTo>
                  <a:pt x="0" y="2430031"/>
                </a:moveTo>
                <a:lnTo>
                  <a:pt x="1215027" y="2430031"/>
                </a:lnTo>
                <a:lnTo>
                  <a:pt x="1215027" y="0"/>
                </a:lnTo>
                <a:lnTo>
                  <a:pt x="0" y="0"/>
                </a:lnTo>
                <a:lnTo>
                  <a:pt x="0" y="24300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98" name="Text Delay">
            <a:extLst xmlns:a="http://schemas.openxmlformats.org/drawingml/2006/main">
              <a:ext uri="{FF2B5EF4-FFF2-40B4-BE49-F238E27FC236}">
                <a16:creationId xmlns:a16="http://schemas.microsoft.com/office/drawing/2014/main" id="{C9FA0CD2-ABAE-44E9-882A-6B0DD587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412" y="2863470"/>
            <a:ext cx="549391" cy="211955"/>
          </a:xfrm>
          <a:custGeom xmlns:a="http://schemas.openxmlformats.org/drawingml/2006/main">
            <a:pathLst>
              <a:path w="549391" h="211955">
                <a:moveTo>
                  <a:pt x="41352" y="139874"/>
                </a:moveTo>
                <a:lnTo>
                  <a:pt x="41352" y="30477"/>
                </a:lnTo>
                <a:cubicBezTo>
                  <a:pt x="41352" y="22501"/>
                  <a:pt x="49483" y="19311"/>
                  <a:pt x="60865" y="19311"/>
                </a:cubicBezTo>
                <a:cubicBezTo>
                  <a:pt x="111042" y="19311"/>
                  <a:pt x="127536" y="59195"/>
                  <a:pt x="127536" y="94290"/>
                </a:cubicBezTo>
                <a:cubicBezTo>
                  <a:pt x="127536" y="140329"/>
                  <a:pt x="99427" y="151724"/>
                  <a:pt x="66671" y="151724"/>
                </a:cubicBezTo>
                <a:cubicBezTo>
                  <a:pt x="43907" y="151724"/>
                  <a:pt x="41352" y="147168"/>
                  <a:pt x="41352" y="139874"/>
                </a:cubicBezTo>
                <a:moveTo>
                  <a:pt x="1397" y="11565"/>
                </a:moveTo>
                <a:cubicBezTo>
                  <a:pt x="0" y="12934"/>
                  <a:pt x="0" y="17716"/>
                  <a:pt x="1397" y="19082"/>
                </a:cubicBezTo>
                <a:cubicBezTo>
                  <a:pt x="17656" y="19766"/>
                  <a:pt x="21604" y="20906"/>
                  <a:pt x="21604" y="39821"/>
                </a:cubicBezTo>
                <a:lnTo>
                  <a:pt x="21604" y="131214"/>
                </a:lnTo>
                <a:cubicBezTo>
                  <a:pt x="21604" y="150129"/>
                  <a:pt x="17656" y="151269"/>
                  <a:pt x="1397" y="151953"/>
                </a:cubicBezTo>
                <a:cubicBezTo>
                  <a:pt x="0" y="153319"/>
                  <a:pt x="0" y="158101"/>
                  <a:pt x="1397" y="159466"/>
                </a:cubicBezTo>
                <a:cubicBezTo>
                  <a:pt x="10457" y="159241"/>
                  <a:pt x="22767" y="159011"/>
                  <a:pt x="31593" y="159011"/>
                </a:cubicBezTo>
                <a:cubicBezTo>
                  <a:pt x="40189" y="159011"/>
                  <a:pt x="49947" y="159466"/>
                  <a:pt x="73874" y="159466"/>
                </a:cubicBezTo>
                <a:cubicBezTo>
                  <a:pt x="106629" y="159466"/>
                  <a:pt x="149835" y="144888"/>
                  <a:pt x="149835" y="88821"/>
                </a:cubicBezTo>
                <a:cubicBezTo>
                  <a:pt x="149835" y="46431"/>
                  <a:pt x="114293" y="11565"/>
                  <a:pt x="69691" y="11565"/>
                </a:cubicBezTo>
                <a:cubicBezTo>
                  <a:pt x="53198" y="11565"/>
                  <a:pt x="40423" y="12024"/>
                  <a:pt x="31363" y="12024"/>
                </a:cubicBezTo>
                <a:cubicBezTo>
                  <a:pt x="23001" y="12024"/>
                  <a:pt x="10687" y="11795"/>
                  <a:pt x="1397" y="11565"/>
                </a:cubicBezTo>
                <a:close/>
                <a:moveTo>
                  <a:pt x="188629" y="94787"/>
                </a:moveTo>
                <a:cubicBezTo>
                  <a:pt x="193043" y="69162"/>
                  <a:pt x="209305" y="67122"/>
                  <a:pt x="214881" y="67122"/>
                </a:cubicBezTo>
                <a:cubicBezTo>
                  <a:pt x="223707" y="67122"/>
                  <a:pt x="234160" y="71886"/>
                  <a:pt x="234160" y="90934"/>
                </a:cubicBezTo>
                <a:cubicBezTo>
                  <a:pt x="234160" y="92973"/>
                  <a:pt x="233232" y="94110"/>
                  <a:pt x="230676" y="94110"/>
                </a:cubicBezTo>
                <a:lnTo>
                  <a:pt x="188629" y="94787"/>
                </a:lnTo>
                <a:moveTo>
                  <a:pt x="249491" y="137799"/>
                </a:moveTo>
                <a:cubicBezTo>
                  <a:pt x="240899" y="146449"/>
                  <a:pt x="234160" y="150087"/>
                  <a:pt x="220687" y="150087"/>
                </a:cubicBezTo>
                <a:cubicBezTo>
                  <a:pt x="212325" y="150087"/>
                  <a:pt x="202567" y="145309"/>
                  <a:pt x="195368" y="133705"/>
                </a:cubicBezTo>
                <a:cubicBezTo>
                  <a:pt x="190721" y="126196"/>
                  <a:pt x="187931" y="115729"/>
                  <a:pt x="187931" y="102530"/>
                </a:cubicBezTo>
                <a:lnTo>
                  <a:pt x="249725" y="102985"/>
                </a:lnTo>
                <a:cubicBezTo>
                  <a:pt x="252511" y="102985"/>
                  <a:pt x="254138" y="101620"/>
                  <a:pt x="254138" y="99114"/>
                </a:cubicBezTo>
                <a:cubicBezTo>
                  <a:pt x="254138" y="80049"/>
                  <a:pt x="247169" y="59605"/>
                  <a:pt x="214881" y="59605"/>
                </a:cubicBezTo>
                <a:cubicBezTo>
                  <a:pt x="194670" y="59605"/>
                  <a:pt x="168418" y="78461"/>
                  <a:pt x="168418" y="112997"/>
                </a:cubicBezTo>
                <a:cubicBezTo>
                  <a:pt x="168418" y="125740"/>
                  <a:pt x="171672" y="138028"/>
                  <a:pt x="179339" y="146674"/>
                </a:cubicBezTo>
                <a:cubicBezTo>
                  <a:pt x="187236" y="155783"/>
                  <a:pt x="198154" y="161246"/>
                  <a:pt x="214881" y="161246"/>
                </a:cubicBezTo>
                <a:cubicBezTo>
                  <a:pt x="232533" y="161246"/>
                  <a:pt x="245078" y="153277"/>
                  <a:pt x="254372" y="141441"/>
                </a:cubicBezTo>
                <a:cubicBezTo>
                  <a:pt x="253673" y="139165"/>
                  <a:pt x="252280" y="138028"/>
                  <a:pt x="249491" y="137799"/>
                </a:cubicBezTo>
                <a:close/>
                <a:moveTo>
                  <a:pt x="285730" y="131231"/>
                </a:moveTo>
                <a:cubicBezTo>
                  <a:pt x="285730" y="150132"/>
                  <a:pt x="283178" y="151269"/>
                  <a:pt x="269006" y="151953"/>
                </a:cubicBezTo>
                <a:cubicBezTo>
                  <a:pt x="267613" y="153319"/>
                  <a:pt x="267613" y="158101"/>
                  <a:pt x="269006" y="159466"/>
                </a:cubicBezTo>
                <a:cubicBezTo>
                  <a:pt x="277138" y="159241"/>
                  <a:pt x="285730" y="159011"/>
                  <a:pt x="295024" y="159011"/>
                </a:cubicBezTo>
                <a:cubicBezTo>
                  <a:pt x="304314" y="159011"/>
                  <a:pt x="313144" y="159241"/>
                  <a:pt x="320807" y="159466"/>
                </a:cubicBezTo>
                <a:cubicBezTo>
                  <a:pt x="322204" y="158101"/>
                  <a:pt x="322204" y="153319"/>
                  <a:pt x="320807" y="151953"/>
                </a:cubicBezTo>
                <a:cubicBezTo>
                  <a:pt x="306640" y="151269"/>
                  <a:pt x="304084" y="150132"/>
                  <a:pt x="304084" y="131231"/>
                </a:cubicBezTo>
                <a:lnTo>
                  <a:pt x="304084" y="26265"/>
                </a:lnTo>
                <a:cubicBezTo>
                  <a:pt x="304084" y="11468"/>
                  <a:pt x="305013" y="2307"/>
                  <a:pt x="305013" y="2307"/>
                </a:cubicBezTo>
                <a:cubicBezTo>
                  <a:pt x="305013" y="695"/>
                  <a:pt x="304084" y="0"/>
                  <a:pt x="301993" y="0"/>
                </a:cubicBezTo>
                <a:cubicBezTo>
                  <a:pt x="296186" y="2307"/>
                  <a:pt x="278761" y="5536"/>
                  <a:pt x="269471" y="6227"/>
                </a:cubicBezTo>
                <a:cubicBezTo>
                  <a:pt x="269006" y="8052"/>
                  <a:pt x="269471" y="11694"/>
                  <a:pt x="270864" y="13063"/>
                </a:cubicBezTo>
                <a:cubicBezTo>
                  <a:pt x="284337" y="13970"/>
                  <a:pt x="285730" y="14655"/>
                  <a:pt x="285730" y="31731"/>
                </a:cubicBezTo>
                <a:lnTo>
                  <a:pt x="285730" y="131231"/>
                </a:lnTo>
                <a:close/>
                <a:moveTo>
                  <a:pt x="393056" y="105880"/>
                </a:moveTo>
                <a:lnTo>
                  <a:pt x="393056" y="135957"/>
                </a:lnTo>
                <a:cubicBezTo>
                  <a:pt x="393056" y="138921"/>
                  <a:pt x="391659" y="140517"/>
                  <a:pt x="389802" y="141882"/>
                </a:cubicBezTo>
                <a:cubicBezTo>
                  <a:pt x="383762" y="146668"/>
                  <a:pt x="375864" y="151911"/>
                  <a:pt x="369360" y="151911"/>
                </a:cubicBezTo>
                <a:cubicBezTo>
                  <a:pt x="357744" y="151911"/>
                  <a:pt x="352633" y="142796"/>
                  <a:pt x="352633" y="135731"/>
                </a:cubicBezTo>
                <a:cubicBezTo>
                  <a:pt x="352633" y="125476"/>
                  <a:pt x="357514" y="114992"/>
                  <a:pt x="374701" y="110665"/>
                </a:cubicBezTo>
                <a:lnTo>
                  <a:pt x="393056" y="105880"/>
                </a:lnTo>
                <a:moveTo>
                  <a:pt x="393056" y="148037"/>
                </a:moveTo>
                <a:cubicBezTo>
                  <a:pt x="394449" y="155098"/>
                  <a:pt x="397004" y="161246"/>
                  <a:pt x="408620" y="161246"/>
                </a:cubicBezTo>
                <a:cubicBezTo>
                  <a:pt x="417446" y="161246"/>
                  <a:pt x="425808" y="157374"/>
                  <a:pt x="430685" y="152822"/>
                </a:cubicBezTo>
                <a:cubicBezTo>
                  <a:pt x="430221" y="150087"/>
                  <a:pt x="429292" y="148037"/>
                  <a:pt x="426737" y="146671"/>
                </a:cubicBezTo>
                <a:cubicBezTo>
                  <a:pt x="425113" y="148037"/>
                  <a:pt x="421161" y="150316"/>
                  <a:pt x="418141" y="150316"/>
                </a:cubicBezTo>
                <a:cubicBezTo>
                  <a:pt x="411406" y="150316"/>
                  <a:pt x="411172" y="141427"/>
                  <a:pt x="411172" y="130946"/>
                </a:cubicBezTo>
                <a:lnTo>
                  <a:pt x="411172" y="97446"/>
                </a:lnTo>
                <a:cubicBezTo>
                  <a:pt x="411172" y="65089"/>
                  <a:pt x="393056" y="58938"/>
                  <a:pt x="376095" y="58938"/>
                </a:cubicBezTo>
                <a:cubicBezTo>
                  <a:pt x="357046" y="58938"/>
                  <a:pt x="337766" y="71240"/>
                  <a:pt x="337766" y="84230"/>
                </a:cubicBezTo>
                <a:cubicBezTo>
                  <a:pt x="337766" y="89700"/>
                  <a:pt x="340553" y="92435"/>
                  <a:pt x="345898" y="92435"/>
                </a:cubicBezTo>
                <a:cubicBezTo>
                  <a:pt x="352633" y="92435"/>
                  <a:pt x="356815" y="87650"/>
                  <a:pt x="356815" y="84685"/>
                </a:cubicBezTo>
                <a:cubicBezTo>
                  <a:pt x="356815" y="83090"/>
                  <a:pt x="356581" y="81495"/>
                  <a:pt x="356117" y="80585"/>
                </a:cubicBezTo>
                <a:cubicBezTo>
                  <a:pt x="355887" y="79900"/>
                  <a:pt x="355653" y="78534"/>
                  <a:pt x="355653" y="76025"/>
                </a:cubicBezTo>
                <a:cubicBezTo>
                  <a:pt x="355653" y="68960"/>
                  <a:pt x="365411" y="66455"/>
                  <a:pt x="374237" y="66455"/>
                </a:cubicBezTo>
                <a:cubicBezTo>
                  <a:pt x="382135" y="66455"/>
                  <a:pt x="393056" y="70330"/>
                  <a:pt x="393056" y="96080"/>
                </a:cubicBezTo>
                <a:cubicBezTo>
                  <a:pt x="393056" y="97675"/>
                  <a:pt x="392357" y="98586"/>
                  <a:pt x="391659" y="98815"/>
                </a:cubicBezTo>
                <a:lnTo>
                  <a:pt x="371681" y="103600"/>
                </a:lnTo>
                <a:cubicBezTo>
                  <a:pt x="349382" y="109070"/>
                  <a:pt x="333353" y="121146"/>
                  <a:pt x="333353" y="136642"/>
                </a:cubicBezTo>
                <a:cubicBezTo>
                  <a:pt x="333353" y="155328"/>
                  <a:pt x="346362" y="161246"/>
                  <a:pt x="362621" y="161246"/>
                </a:cubicBezTo>
                <a:cubicBezTo>
                  <a:pt x="370753" y="161246"/>
                  <a:pt x="377721" y="159425"/>
                  <a:pt x="387944" y="151682"/>
                </a:cubicBezTo>
                <a:lnTo>
                  <a:pt x="392591" y="148037"/>
                </a:lnTo>
                <a:lnTo>
                  <a:pt x="393056" y="148037"/>
                </a:lnTo>
                <a:close/>
                <a:moveTo>
                  <a:pt x="478541" y="195559"/>
                </a:moveTo>
                <a:cubicBezTo>
                  <a:pt x="482256" y="189182"/>
                  <a:pt x="485276" y="182802"/>
                  <a:pt x="488065" y="175970"/>
                </a:cubicBezTo>
                <a:cubicBezTo>
                  <a:pt x="506650" y="132009"/>
                  <a:pt x="517103" y="108545"/>
                  <a:pt x="529183" y="83035"/>
                </a:cubicBezTo>
                <a:cubicBezTo>
                  <a:pt x="533827" y="73468"/>
                  <a:pt x="537080" y="69826"/>
                  <a:pt x="547998" y="68456"/>
                </a:cubicBezTo>
                <a:cubicBezTo>
                  <a:pt x="549391" y="67091"/>
                  <a:pt x="549391" y="62309"/>
                  <a:pt x="547998" y="60940"/>
                </a:cubicBezTo>
                <a:cubicBezTo>
                  <a:pt x="543351" y="61169"/>
                  <a:pt x="538009" y="61398"/>
                  <a:pt x="531505" y="61398"/>
                </a:cubicBezTo>
                <a:cubicBezTo>
                  <a:pt x="524536" y="61398"/>
                  <a:pt x="517333" y="61169"/>
                  <a:pt x="510365" y="60940"/>
                </a:cubicBezTo>
                <a:cubicBezTo>
                  <a:pt x="508972" y="62309"/>
                  <a:pt x="508972" y="67091"/>
                  <a:pt x="510365" y="68456"/>
                </a:cubicBezTo>
                <a:cubicBezTo>
                  <a:pt x="517798" y="69141"/>
                  <a:pt x="525234" y="70507"/>
                  <a:pt x="521516" y="78708"/>
                </a:cubicBezTo>
                <a:lnTo>
                  <a:pt x="498519" y="130870"/>
                </a:lnTo>
                <a:cubicBezTo>
                  <a:pt x="496892" y="134515"/>
                  <a:pt x="494800" y="135196"/>
                  <a:pt x="492943" y="130640"/>
                </a:cubicBezTo>
                <a:lnTo>
                  <a:pt x="472267" y="83264"/>
                </a:lnTo>
                <a:cubicBezTo>
                  <a:pt x="468088" y="73697"/>
                  <a:pt x="466925" y="69370"/>
                  <a:pt x="479934" y="68456"/>
                </a:cubicBezTo>
                <a:cubicBezTo>
                  <a:pt x="481327" y="67091"/>
                  <a:pt x="481327" y="62309"/>
                  <a:pt x="479934" y="60940"/>
                </a:cubicBezTo>
                <a:cubicBezTo>
                  <a:pt x="471338" y="61169"/>
                  <a:pt x="462048" y="61398"/>
                  <a:pt x="453686" y="61398"/>
                </a:cubicBezTo>
                <a:cubicBezTo>
                  <a:pt x="445785" y="61398"/>
                  <a:pt x="439515" y="61169"/>
                  <a:pt x="434868" y="60940"/>
                </a:cubicBezTo>
                <a:cubicBezTo>
                  <a:pt x="433475" y="62309"/>
                  <a:pt x="433475" y="67091"/>
                  <a:pt x="434868" y="68456"/>
                </a:cubicBezTo>
                <a:cubicBezTo>
                  <a:pt x="444162" y="69596"/>
                  <a:pt x="447178" y="71647"/>
                  <a:pt x="453218" y="85540"/>
                </a:cubicBezTo>
                <a:lnTo>
                  <a:pt x="479470" y="145448"/>
                </a:lnTo>
                <a:cubicBezTo>
                  <a:pt x="481561" y="150004"/>
                  <a:pt x="485045" y="160481"/>
                  <a:pt x="482724" y="166858"/>
                </a:cubicBezTo>
                <a:cubicBezTo>
                  <a:pt x="479934" y="174375"/>
                  <a:pt x="477148" y="180752"/>
                  <a:pt x="473664" y="187813"/>
                </a:cubicBezTo>
                <a:cubicBezTo>
                  <a:pt x="471108" y="192369"/>
                  <a:pt x="467854" y="194419"/>
                  <a:pt x="462048" y="194419"/>
                </a:cubicBezTo>
                <a:cubicBezTo>
                  <a:pt x="458794" y="194419"/>
                  <a:pt x="457865" y="193738"/>
                  <a:pt x="455310" y="193738"/>
                </a:cubicBezTo>
                <a:cubicBezTo>
                  <a:pt x="448575" y="193738"/>
                  <a:pt x="445090" y="200570"/>
                  <a:pt x="445090" y="203531"/>
                </a:cubicBezTo>
                <a:cubicBezTo>
                  <a:pt x="445090" y="208313"/>
                  <a:pt x="449734" y="211955"/>
                  <a:pt x="456008" y="211955"/>
                </a:cubicBezTo>
                <a:cubicBezTo>
                  <a:pt x="460885" y="211955"/>
                  <a:pt x="470179" y="210134"/>
                  <a:pt x="478541" y="195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chain2">
            <a:extLst xmlns:a="http://schemas.openxmlformats.org/drawingml/2006/main">
              <a:ext uri="{FF2B5EF4-FFF2-40B4-BE49-F238E27FC236}">
                <a16:creationId xmlns:a16="http://schemas.microsoft.com/office/drawing/2014/main" id="{FAAD65FC-E848-47E7-B15E-DAF8B0FA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236" y="3148163"/>
            <a:ext cx="682499" cy="161246"/>
          </a:xfrm>
          <a:custGeom xmlns:a="http://schemas.openxmlformats.org/drawingml/2006/main">
            <a:pathLst>
              <a:path w="682499" h="161246">
                <a:moveTo>
                  <a:pt x="83862" y="138237"/>
                </a:moveTo>
                <a:cubicBezTo>
                  <a:pt x="82934" y="136187"/>
                  <a:pt x="81073" y="135276"/>
                  <a:pt x="78985" y="135047"/>
                </a:cubicBezTo>
                <a:cubicBezTo>
                  <a:pt x="71084" y="145076"/>
                  <a:pt x="61095" y="150087"/>
                  <a:pt x="51106" y="150087"/>
                </a:cubicBezTo>
                <a:cubicBezTo>
                  <a:pt x="34149" y="150087"/>
                  <a:pt x="19978" y="133226"/>
                  <a:pt x="19978" y="106561"/>
                </a:cubicBezTo>
                <a:cubicBezTo>
                  <a:pt x="19978" y="81495"/>
                  <a:pt x="31129" y="66455"/>
                  <a:pt x="46463" y="66455"/>
                </a:cubicBezTo>
                <a:cubicBezTo>
                  <a:pt x="60166" y="66455"/>
                  <a:pt x="62024" y="74430"/>
                  <a:pt x="62956" y="82406"/>
                </a:cubicBezTo>
                <a:cubicBezTo>
                  <a:pt x="63651" y="88560"/>
                  <a:pt x="66905" y="90610"/>
                  <a:pt x="71782" y="90610"/>
                </a:cubicBezTo>
                <a:cubicBezTo>
                  <a:pt x="76660" y="90610"/>
                  <a:pt x="83164" y="87650"/>
                  <a:pt x="83164" y="80585"/>
                </a:cubicBezTo>
                <a:cubicBezTo>
                  <a:pt x="83164" y="68050"/>
                  <a:pt x="69925" y="58938"/>
                  <a:pt x="47622" y="58938"/>
                </a:cubicBezTo>
                <a:cubicBezTo>
                  <a:pt x="24625" y="58938"/>
                  <a:pt x="0" y="79215"/>
                  <a:pt x="0" y="111576"/>
                </a:cubicBezTo>
                <a:cubicBezTo>
                  <a:pt x="0" y="140972"/>
                  <a:pt x="16727" y="161246"/>
                  <a:pt x="45995" y="161246"/>
                </a:cubicBezTo>
                <a:cubicBezTo>
                  <a:pt x="59936" y="161246"/>
                  <a:pt x="72247" y="156919"/>
                  <a:pt x="83862" y="138237"/>
                </a:cubicBezTo>
                <a:close/>
                <a:moveTo>
                  <a:pt x="129625" y="93811"/>
                </a:moveTo>
                <a:cubicBezTo>
                  <a:pt x="129625" y="89022"/>
                  <a:pt x="131717" y="86287"/>
                  <a:pt x="133574" y="84237"/>
                </a:cubicBezTo>
                <a:cubicBezTo>
                  <a:pt x="142404" y="75799"/>
                  <a:pt x="154250" y="70781"/>
                  <a:pt x="163310" y="70781"/>
                </a:cubicBezTo>
                <a:cubicBezTo>
                  <a:pt x="167953" y="70781"/>
                  <a:pt x="172834" y="73746"/>
                  <a:pt x="175620" y="78990"/>
                </a:cubicBezTo>
                <a:cubicBezTo>
                  <a:pt x="177946" y="83552"/>
                  <a:pt x="178410" y="89707"/>
                  <a:pt x="178410" y="96546"/>
                </a:cubicBezTo>
                <a:lnTo>
                  <a:pt x="178410" y="131203"/>
                </a:lnTo>
                <a:cubicBezTo>
                  <a:pt x="178410" y="149899"/>
                  <a:pt x="176085" y="150813"/>
                  <a:pt x="164005" y="151953"/>
                </a:cubicBezTo>
                <a:cubicBezTo>
                  <a:pt x="162845" y="153319"/>
                  <a:pt x="162845" y="158101"/>
                  <a:pt x="164005" y="159466"/>
                </a:cubicBezTo>
                <a:cubicBezTo>
                  <a:pt x="170509" y="159241"/>
                  <a:pt x="178410" y="159011"/>
                  <a:pt x="187700" y="159011"/>
                </a:cubicBezTo>
                <a:cubicBezTo>
                  <a:pt x="196994" y="159011"/>
                  <a:pt x="204658" y="159241"/>
                  <a:pt x="212325" y="159466"/>
                </a:cubicBezTo>
                <a:cubicBezTo>
                  <a:pt x="213487" y="158101"/>
                  <a:pt x="213487" y="153319"/>
                  <a:pt x="212325" y="151953"/>
                </a:cubicBezTo>
                <a:cubicBezTo>
                  <a:pt x="199316" y="150813"/>
                  <a:pt x="196760" y="149899"/>
                  <a:pt x="196760" y="131203"/>
                </a:cubicBezTo>
                <a:lnTo>
                  <a:pt x="196760" y="97230"/>
                </a:lnTo>
                <a:cubicBezTo>
                  <a:pt x="196760" y="84692"/>
                  <a:pt x="195832" y="73520"/>
                  <a:pt x="190490" y="66684"/>
                </a:cubicBezTo>
                <a:cubicBezTo>
                  <a:pt x="186538" y="61673"/>
                  <a:pt x="179339" y="58938"/>
                  <a:pt x="171207" y="58938"/>
                </a:cubicBezTo>
                <a:cubicBezTo>
                  <a:pt x="159825" y="58938"/>
                  <a:pt x="145888" y="61899"/>
                  <a:pt x="131717" y="77394"/>
                </a:cubicBezTo>
                <a:cubicBezTo>
                  <a:pt x="131018" y="78308"/>
                  <a:pt x="129391" y="80588"/>
                  <a:pt x="129391" y="77394"/>
                </a:cubicBezTo>
                <a:lnTo>
                  <a:pt x="129625" y="26119"/>
                </a:lnTo>
                <a:cubicBezTo>
                  <a:pt x="129625" y="11308"/>
                  <a:pt x="130554" y="2248"/>
                  <a:pt x="130554" y="2248"/>
                </a:cubicBezTo>
                <a:cubicBezTo>
                  <a:pt x="130554" y="678"/>
                  <a:pt x="129625" y="0"/>
                  <a:pt x="127534" y="0"/>
                </a:cubicBezTo>
                <a:cubicBezTo>
                  <a:pt x="121728" y="2248"/>
                  <a:pt x="104306" y="5393"/>
                  <a:pt x="95012" y="6068"/>
                </a:cubicBezTo>
                <a:cubicBezTo>
                  <a:pt x="94548" y="7892"/>
                  <a:pt x="95012" y="11534"/>
                  <a:pt x="96405" y="12900"/>
                </a:cubicBezTo>
                <a:cubicBezTo>
                  <a:pt x="108485" y="13584"/>
                  <a:pt x="111275" y="12444"/>
                  <a:pt x="111275" y="31589"/>
                </a:cubicBezTo>
                <a:lnTo>
                  <a:pt x="111275" y="131203"/>
                </a:lnTo>
                <a:cubicBezTo>
                  <a:pt x="111275" y="150129"/>
                  <a:pt x="108485" y="151039"/>
                  <a:pt x="95012" y="151953"/>
                </a:cubicBezTo>
                <a:cubicBezTo>
                  <a:pt x="93619" y="153319"/>
                  <a:pt x="93619" y="158101"/>
                  <a:pt x="95012" y="159466"/>
                </a:cubicBezTo>
                <a:cubicBezTo>
                  <a:pt x="102679" y="159241"/>
                  <a:pt x="111275" y="159011"/>
                  <a:pt x="120565" y="159011"/>
                </a:cubicBezTo>
                <a:cubicBezTo>
                  <a:pt x="129391" y="159011"/>
                  <a:pt x="137058" y="159241"/>
                  <a:pt x="143563" y="159466"/>
                </a:cubicBezTo>
                <a:cubicBezTo>
                  <a:pt x="144956" y="158101"/>
                  <a:pt x="144956" y="153319"/>
                  <a:pt x="143563" y="151953"/>
                </a:cubicBezTo>
                <a:cubicBezTo>
                  <a:pt x="131717" y="151039"/>
                  <a:pt x="129625" y="150129"/>
                  <a:pt x="129625" y="131203"/>
                </a:cubicBezTo>
                <a:lnTo>
                  <a:pt x="129625" y="93811"/>
                </a:lnTo>
                <a:close/>
                <a:moveTo>
                  <a:pt x="283874" y="105880"/>
                </a:moveTo>
                <a:lnTo>
                  <a:pt x="283874" y="135957"/>
                </a:lnTo>
                <a:cubicBezTo>
                  <a:pt x="283874" y="138921"/>
                  <a:pt x="282477" y="140517"/>
                  <a:pt x="280620" y="141882"/>
                </a:cubicBezTo>
                <a:cubicBezTo>
                  <a:pt x="274580" y="146668"/>
                  <a:pt x="266682" y="151911"/>
                  <a:pt x="260178" y="151911"/>
                </a:cubicBezTo>
                <a:cubicBezTo>
                  <a:pt x="248562" y="151911"/>
                  <a:pt x="243451" y="142796"/>
                  <a:pt x="243451" y="135731"/>
                </a:cubicBezTo>
                <a:cubicBezTo>
                  <a:pt x="243451" y="125476"/>
                  <a:pt x="248332" y="114992"/>
                  <a:pt x="265520" y="110665"/>
                </a:cubicBezTo>
                <a:lnTo>
                  <a:pt x="283874" y="105880"/>
                </a:lnTo>
                <a:moveTo>
                  <a:pt x="283874" y="148037"/>
                </a:moveTo>
                <a:cubicBezTo>
                  <a:pt x="285267" y="155098"/>
                  <a:pt x="287822" y="161246"/>
                  <a:pt x="299438" y="161246"/>
                </a:cubicBezTo>
                <a:cubicBezTo>
                  <a:pt x="308264" y="161246"/>
                  <a:pt x="316626" y="157374"/>
                  <a:pt x="321503" y="152822"/>
                </a:cubicBezTo>
                <a:cubicBezTo>
                  <a:pt x="321039" y="150087"/>
                  <a:pt x="320110" y="148037"/>
                  <a:pt x="317555" y="146671"/>
                </a:cubicBezTo>
                <a:cubicBezTo>
                  <a:pt x="315931" y="148037"/>
                  <a:pt x="311979" y="150316"/>
                  <a:pt x="308959" y="150316"/>
                </a:cubicBezTo>
                <a:cubicBezTo>
                  <a:pt x="302224" y="150316"/>
                  <a:pt x="301990" y="141427"/>
                  <a:pt x="301990" y="130946"/>
                </a:cubicBezTo>
                <a:lnTo>
                  <a:pt x="301990" y="97446"/>
                </a:lnTo>
                <a:cubicBezTo>
                  <a:pt x="301990" y="65089"/>
                  <a:pt x="283874" y="58938"/>
                  <a:pt x="266913" y="58938"/>
                </a:cubicBezTo>
                <a:cubicBezTo>
                  <a:pt x="247864" y="58938"/>
                  <a:pt x="228585" y="71240"/>
                  <a:pt x="228585" y="84230"/>
                </a:cubicBezTo>
                <a:cubicBezTo>
                  <a:pt x="228585" y="89700"/>
                  <a:pt x="231371" y="92435"/>
                  <a:pt x="236716" y="92435"/>
                </a:cubicBezTo>
                <a:cubicBezTo>
                  <a:pt x="243451" y="92435"/>
                  <a:pt x="247634" y="87650"/>
                  <a:pt x="247634" y="84685"/>
                </a:cubicBezTo>
                <a:cubicBezTo>
                  <a:pt x="247634" y="83090"/>
                  <a:pt x="247400" y="81495"/>
                  <a:pt x="246935" y="80585"/>
                </a:cubicBezTo>
                <a:cubicBezTo>
                  <a:pt x="246705" y="79900"/>
                  <a:pt x="246471" y="78534"/>
                  <a:pt x="246471" y="76025"/>
                </a:cubicBezTo>
                <a:cubicBezTo>
                  <a:pt x="246471" y="68960"/>
                  <a:pt x="256229" y="66455"/>
                  <a:pt x="265055" y="66455"/>
                </a:cubicBezTo>
                <a:cubicBezTo>
                  <a:pt x="272953" y="66455"/>
                  <a:pt x="283874" y="70330"/>
                  <a:pt x="283874" y="96080"/>
                </a:cubicBezTo>
                <a:cubicBezTo>
                  <a:pt x="283874" y="97675"/>
                  <a:pt x="283175" y="98586"/>
                  <a:pt x="282477" y="98815"/>
                </a:cubicBezTo>
                <a:lnTo>
                  <a:pt x="262500" y="103600"/>
                </a:lnTo>
                <a:cubicBezTo>
                  <a:pt x="240200" y="109070"/>
                  <a:pt x="224172" y="121146"/>
                  <a:pt x="224172" y="136642"/>
                </a:cubicBezTo>
                <a:cubicBezTo>
                  <a:pt x="224172" y="155328"/>
                  <a:pt x="237180" y="161246"/>
                  <a:pt x="253440" y="161246"/>
                </a:cubicBezTo>
                <a:cubicBezTo>
                  <a:pt x="261571" y="161246"/>
                  <a:pt x="268540" y="159425"/>
                  <a:pt x="278762" y="151682"/>
                </a:cubicBezTo>
                <a:lnTo>
                  <a:pt x="283409" y="148037"/>
                </a:lnTo>
                <a:lnTo>
                  <a:pt x="283874" y="148037"/>
                </a:lnTo>
                <a:close/>
                <a:moveTo>
                  <a:pt x="342877" y="22498"/>
                </a:moveTo>
                <a:cubicBezTo>
                  <a:pt x="342877" y="28420"/>
                  <a:pt x="348452" y="34341"/>
                  <a:pt x="354025" y="34341"/>
                </a:cubicBezTo>
                <a:cubicBezTo>
                  <a:pt x="360529" y="34341"/>
                  <a:pt x="366105" y="28194"/>
                  <a:pt x="366105" y="23408"/>
                </a:cubicBezTo>
                <a:cubicBezTo>
                  <a:pt x="366105" y="17946"/>
                  <a:pt x="361227" y="11565"/>
                  <a:pt x="354957" y="11565"/>
                </a:cubicBezTo>
                <a:cubicBezTo>
                  <a:pt x="349381" y="11565"/>
                  <a:pt x="342877" y="17032"/>
                  <a:pt x="342877" y="22498"/>
                </a:cubicBezTo>
                <a:moveTo>
                  <a:pt x="364017" y="131224"/>
                </a:moveTo>
                <a:lnTo>
                  <a:pt x="364017" y="85898"/>
                </a:lnTo>
                <a:cubicBezTo>
                  <a:pt x="364017" y="74510"/>
                  <a:pt x="364946" y="59883"/>
                  <a:pt x="364946" y="59883"/>
                </a:cubicBezTo>
                <a:cubicBezTo>
                  <a:pt x="364946" y="58962"/>
                  <a:pt x="363783" y="58271"/>
                  <a:pt x="361926" y="58271"/>
                </a:cubicBezTo>
                <a:cubicBezTo>
                  <a:pt x="355421" y="60804"/>
                  <a:pt x="346127" y="62875"/>
                  <a:pt x="330098" y="64943"/>
                </a:cubicBezTo>
                <a:cubicBezTo>
                  <a:pt x="329634" y="66312"/>
                  <a:pt x="330098" y="69954"/>
                  <a:pt x="330563" y="71323"/>
                </a:cubicBezTo>
                <a:cubicBezTo>
                  <a:pt x="343341" y="72460"/>
                  <a:pt x="345663" y="73829"/>
                  <a:pt x="345663" y="86812"/>
                </a:cubicBezTo>
                <a:lnTo>
                  <a:pt x="345663" y="131224"/>
                </a:lnTo>
                <a:cubicBezTo>
                  <a:pt x="345663" y="150129"/>
                  <a:pt x="343107" y="150813"/>
                  <a:pt x="328939" y="151953"/>
                </a:cubicBezTo>
                <a:cubicBezTo>
                  <a:pt x="327543" y="153319"/>
                  <a:pt x="327543" y="158101"/>
                  <a:pt x="328939" y="159466"/>
                </a:cubicBezTo>
                <a:cubicBezTo>
                  <a:pt x="336603" y="159241"/>
                  <a:pt x="345663" y="159011"/>
                  <a:pt x="354957" y="159011"/>
                </a:cubicBezTo>
                <a:cubicBezTo>
                  <a:pt x="364247" y="159011"/>
                  <a:pt x="373073" y="159241"/>
                  <a:pt x="380740" y="159466"/>
                </a:cubicBezTo>
                <a:cubicBezTo>
                  <a:pt x="382133" y="158101"/>
                  <a:pt x="382133" y="153319"/>
                  <a:pt x="380740" y="151953"/>
                </a:cubicBezTo>
                <a:cubicBezTo>
                  <a:pt x="366569" y="151043"/>
                  <a:pt x="364017" y="150129"/>
                  <a:pt x="364017" y="131224"/>
                </a:cubicBezTo>
                <a:close/>
                <a:moveTo>
                  <a:pt x="427665" y="77394"/>
                </a:moveTo>
                <a:cubicBezTo>
                  <a:pt x="426272" y="78990"/>
                  <a:pt x="424879" y="79448"/>
                  <a:pt x="424879" y="77394"/>
                </a:cubicBezTo>
                <a:cubicBezTo>
                  <a:pt x="424645" y="71240"/>
                  <a:pt x="424181" y="62358"/>
                  <a:pt x="423018" y="60078"/>
                </a:cubicBezTo>
                <a:cubicBezTo>
                  <a:pt x="422554" y="58938"/>
                  <a:pt x="422090" y="58257"/>
                  <a:pt x="420232" y="58257"/>
                </a:cubicBezTo>
                <a:cubicBezTo>
                  <a:pt x="413728" y="60763"/>
                  <a:pt x="407688" y="62813"/>
                  <a:pt x="391659" y="64860"/>
                </a:cubicBezTo>
                <a:cubicBezTo>
                  <a:pt x="391195" y="66229"/>
                  <a:pt x="391659" y="69871"/>
                  <a:pt x="392123" y="71240"/>
                </a:cubicBezTo>
                <a:cubicBezTo>
                  <a:pt x="404668" y="72380"/>
                  <a:pt x="407223" y="73520"/>
                  <a:pt x="407223" y="86743"/>
                </a:cubicBezTo>
                <a:lnTo>
                  <a:pt x="407223" y="131203"/>
                </a:lnTo>
                <a:cubicBezTo>
                  <a:pt x="407223" y="149899"/>
                  <a:pt x="404902" y="150813"/>
                  <a:pt x="390961" y="151953"/>
                </a:cubicBezTo>
                <a:cubicBezTo>
                  <a:pt x="389568" y="153319"/>
                  <a:pt x="389568" y="158101"/>
                  <a:pt x="390961" y="159466"/>
                </a:cubicBezTo>
                <a:cubicBezTo>
                  <a:pt x="397933" y="159241"/>
                  <a:pt x="407223" y="159011"/>
                  <a:pt x="416514" y="159011"/>
                </a:cubicBezTo>
                <a:cubicBezTo>
                  <a:pt x="425808" y="159011"/>
                  <a:pt x="432777" y="159241"/>
                  <a:pt x="439745" y="159466"/>
                </a:cubicBezTo>
                <a:cubicBezTo>
                  <a:pt x="441138" y="158101"/>
                  <a:pt x="441138" y="153319"/>
                  <a:pt x="439745" y="151953"/>
                </a:cubicBezTo>
                <a:cubicBezTo>
                  <a:pt x="427899" y="150813"/>
                  <a:pt x="425574" y="149899"/>
                  <a:pt x="425574" y="131203"/>
                </a:cubicBezTo>
                <a:lnTo>
                  <a:pt x="425574" y="93811"/>
                </a:lnTo>
                <a:cubicBezTo>
                  <a:pt x="425574" y="89022"/>
                  <a:pt x="427665" y="86287"/>
                  <a:pt x="429523" y="84237"/>
                </a:cubicBezTo>
                <a:cubicBezTo>
                  <a:pt x="438352" y="75799"/>
                  <a:pt x="448805" y="70781"/>
                  <a:pt x="457865" y="70781"/>
                </a:cubicBezTo>
                <a:cubicBezTo>
                  <a:pt x="462512" y="70781"/>
                  <a:pt x="467390" y="73746"/>
                  <a:pt x="470176" y="78990"/>
                </a:cubicBezTo>
                <a:cubicBezTo>
                  <a:pt x="472501" y="83552"/>
                  <a:pt x="472966" y="89707"/>
                  <a:pt x="472966" y="96546"/>
                </a:cubicBezTo>
                <a:lnTo>
                  <a:pt x="472966" y="131203"/>
                </a:lnTo>
                <a:cubicBezTo>
                  <a:pt x="472966" y="149899"/>
                  <a:pt x="470640" y="150813"/>
                  <a:pt x="458560" y="151953"/>
                </a:cubicBezTo>
                <a:cubicBezTo>
                  <a:pt x="457401" y="153319"/>
                  <a:pt x="457401" y="158101"/>
                  <a:pt x="458560" y="159466"/>
                </a:cubicBezTo>
                <a:cubicBezTo>
                  <a:pt x="465532" y="159241"/>
                  <a:pt x="472966" y="159011"/>
                  <a:pt x="482256" y="159011"/>
                </a:cubicBezTo>
                <a:cubicBezTo>
                  <a:pt x="491550" y="159011"/>
                  <a:pt x="499912" y="159241"/>
                  <a:pt x="506880" y="159466"/>
                </a:cubicBezTo>
                <a:cubicBezTo>
                  <a:pt x="508043" y="158101"/>
                  <a:pt x="508043" y="153319"/>
                  <a:pt x="506880" y="151953"/>
                </a:cubicBezTo>
                <a:cubicBezTo>
                  <a:pt x="493872" y="150813"/>
                  <a:pt x="491316" y="149899"/>
                  <a:pt x="491316" y="131203"/>
                </a:cubicBezTo>
                <a:lnTo>
                  <a:pt x="491316" y="97230"/>
                </a:lnTo>
                <a:cubicBezTo>
                  <a:pt x="491316" y="84692"/>
                  <a:pt x="490387" y="73746"/>
                  <a:pt x="485046" y="66684"/>
                </a:cubicBezTo>
                <a:cubicBezTo>
                  <a:pt x="481093" y="61673"/>
                  <a:pt x="473894" y="58938"/>
                  <a:pt x="465763" y="58938"/>
                </a:cubicBezTo>
                <a:cubicBezTo>
                  <a:pt x="454381" y="58938"/>
                  <a:pt x="441372" y="61899"/>
                  <a:pt x="427665" y="77394"/>
                </a:cubicBezTo>
                <a:close/>
                <a:moveTo>
                  <a:pt x="600962" y="52301"/>
                </a:moveTo>
                <a:cubicBezTo>
                  <a:pt x="600962" y="57075"/>
                  <a:pt x="605375" y="61162"/>
                  <a:pt x="610256" y="61162"/>
                </a:cubicBezTo>
                <a:cubicBezTo>
                  <a:pt x="614205" y="61162"/>
                  <a:pt x="621173" y="57075"/>
                  <a:pt x="621173" y="52075"/>
                </a:cubicBezTo>
                <a:cubicBezTo>
                  <a:pt x="621173" y="50257"/>
                  <a:pt x="620709" y="48895"/>
                  <a:pt x="620245" y="47303"/>
                </a:cubicBezTo>
                <a:cubicBezTo>
                  <a:pt x="619780" y="45712"/>
                  <a:pt x="618384" y="43668"/>
                  <a:pt x="618384" y="41851"/>
                </a:cubicBezTo>
                <a:cubicBezTo>
                  <a:pt x="618384" y="36169"/>
                  <a:pt x="624424" y="27989"/>
                  <a:pt x="641381" y="27989"/>
                </a:cubicBezTo>
                <a:cubicBezTo>
                  <a:pt x="649746" y="27989"/>
                  <a:pt x="661593" y="33670"/>
                  <a:pt x="661593" y="55484"/>
                </a:cubicBezTo>
                <a:cubicBezTo>
                  <a:pt x="661593" y="70062"/>
                  <a:pt x="656251" y="81926"/>
                  <a:pt x="642544" y="95618"/>
                </a:cubicBezTo>
                <a:lnTo>
                  <a:pt x="625352" y="112274"/>
                </a:lnTo>
                <a:cubicBezTo>
                  <a:pt x="602589" y="135092"/>
                  <a:pt x="598870" y="146042"/>
                  <a:pt x="598870" y="159480"/>
                </a:cubicBezTo>
                <a:cubicBezTo>
                  <a:pt x="598870" y="159480"/>
                  <a:pt x="610720" y="159022"/>
                  <a:pt x="618153" y="159022"/>
                </a:cubicBezTo>
                <a:lnTo>
                  <a:pt x="658807" y="159022"/>
                </a:lnTo>
                <a:cubicBezTo>
                  <a:pt x="666240" y="159022"/>
                  <a:pt x="676927" y="159480"/>
                  <a:pt x="676927" y="159480"/>
                </a:cubicBezTo>
                <a:cubicBezTo>
                  <a:pt x="679943" y="147408"/>
                  <a:pt x="682268" y="130300"/>
                  <a:pt x="682499" y="123457"/>
                </a:cubicBezTo>
                <a:cubicBezTo>
                  <a:pt x="681106" y="122314"/>
                  <a:pt x="678086" y="121859"/>
                  <a:pt x="675764" y="122314"/>
                </a:cubicBezTo>
                <a:cubicBezTo>
                  <a:pt x="671815" y="138515"/>
                  <a:pt x="667867" y="144221"/>
                  <a:pt x="659501" y="144221"/>
                </a:cubicBezTo>
                <a:lnTo>
                  <a:pt x="618153" y="144221"/>
                </a:lnTo>
                <a:cubicBezTo>
                  <a:pt x="618153" y="133267"/>
                  <a:pt x="634182" y="117751"/>
                  <a:pt x="635345" y="116611"/>
                </a:cubicBezTo>
                <a:lnTo>
                  <a:pt x="658807" y="94478"/>
                </a:lnTo>
                <a:cubicBezTo>
                  <a:pt x="672046" y="81926"/>
                  <a:pt x="682034" y="71886"/>
                  <a:pt x="682034" y="54573"/>
                </a:cubicBezTo>
                <a:cubicBezTo>
                  <a:pt x="682034" y="30035"/>
                  <a:pt x="661593" y="20017"/>
                  <a:pt x="642778" y="20017"/>
                </a:cubicBezTo>
                <a:cubicBezTo>
                  <a:pt x="616991" y="20017"/>
                  <a:pt x="600962" y="38668"/>
                  <a:pt x="600962" y="523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84495-9B02-4480-98EA-28E670D0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443" y="4886168"/>
            <a:ext cx="1215027" cy="1458015"/>
          </a:xfrm>
          <a:custGeom xmlns:a="http://schemas.openxmlformats.org/drawingml/2006/main">
            <a:pathLst>
              <a:path w="1215027" h="1458015" fill="none">
                <a:moveTo>
                  <a:pt x="0" y="1458015"/>
                </a:moveTo>
                <a:lnTo>
                  <a:pt x="1215027" y="1458015"/>
                </a:lnTo>
                <a:lnTo>
                  <a:pt x="1215027" y="0"/>
                </a:lnTo>
                <a:lnTo>
                  <a:pt x="0" y="0"/>
                </a:lnTo>
                <a:lnTo>
                  <a:pt x="0" y="14580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101" name="Text Delay">
            <a:extLst xmlns:a="http://schemas.openxmlformats.org/drawingml/2006/main">
              <a:ext uri="{FF2B5EF4-FFF2-40B4-BE49-F238E27FC236}">
                <a16:creationId xmlns:a16="http://schemas.microsoft.com/office/drawing/2014/main" id="{7F1CBC08-FED9-48BD-87EC-5FA4FB1B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920" y="5390643"/>
            <a:ext cx="549391" cy="211955"/>
          </a:xfrm>
          <a:custGeom xmlns:a="http://schemas.openxmlformats.org/drawingml/2006/main">
            <a:pathLst>
              <a:path w="549391" h="211955">
                <a:moveTo>
                  <a:pt x="41352" y="139874"/>
                </a:moveTo>
                <a:lnTo>
                  <a:pt x="41352" y="30477"/>
                </a:lnTo>
                <a:cubicBezTo>
                  <a:pt x="41352" y="22501"/>
                  <a:pt x="49483" y="19311"/>
                  <a:pt x="60865" y="19311"/>
                </a:cubicBezTo>
                <a:cubicBezTo>
                  <a:pt x="111042" y="19311"/>
                  <a:pt x="127536" y="59195"/>
                  <a:pt x="127536" y="94290"/>
                </a:cubicBezTo>
                <a:cubicBezTo>
                  <a:pt x="127536" y="140329"/>
                  <a:pt x="99427" y="151724"/>
                  <a:pt x="66671" y="151724"/>
                </a:cubicBezTo>
                <a:cubicBezTo>
                  <a:pt x="43907" y="151724"/>
                  <a:pt x="41352" y="147168"/>
                  <a:pt x="41352" y="139874"/>
                </a:cubicBezTo>
                <a:moveTo>
                  <a:pt x="1397" y="11565"/>
                </a:moveTo>
                <a:cubicBezTo>
                  <a:pt x="0" y="12934"/>
                  <a:pt x="0" y="17716"/>
                  <a:pt x="1397" y="19082"/>
                </a:cubicBezTo>
                <a:cubicBezTo>
                  <a:pt x="17656" y="19766"/>
                  <a:pt x="21604" y="20906"/>
                  <a:pt x="21604" y="39821"/>
                </a:cubicBezTo>
                <a:lnTo>
                  <a:pt x="21604" y="131214"/>
                </a:lnTo>
                <a:cubicBezTo>
                  <a:pt x="21604" y="150129"/>
                  <a:pt x="17656" y="151269"/>
                  <a:pt x="1397" y="151953"/>
                </a:cubicBezTo>
                <a:cubicBezTo>
                  <a:pt x="0" y="153319"/>
                  <a:pt x="0" y="158101"/>
                  <a:pt x="1397" y="159466"/>
                </a:cubicBezTo>
                <a:cubicBezTo>
                  <a:pt x="10457" y="159241"/>
                  <a:pt x="22767" y="159011"/>
                  <a:pt x="31593" y="159011"/>
                </a:cubicBezTo>
                <a:cubicBezTo>
                  <a:pt x="40189" y="159011"/>
                  <a:pt x="49947" y="159466"/>
                  <a:pt x="73874" y="159466"/>
                </a:cubicBezTo>
                <a:cubicBezTo>
                  <a:pt x="106629" y="159466"/>
                  <a:pt x="149835" y="144888"/>
                  <a:pt x="149835" y="88821"/>
                </a:cubicBezTo>
                <a:cubicBezTo>
                  <a:pt x="149835" y="46431"/>
                  <a:pt x="114293" y="11565"/>
                  <a:pt x="69691" y="11565"/>
                </a:cubicBezTo>
                <a:cubicBezTo>
                  <a:pt x="53198" y="11565"/>
                  <a:pt x="40423" y="12024"/>
                  <a:pt x="31363" y="12024"/>
                </a:cubicBezTo>
                <a:cubicBezTo>
                  <a:pt x="23001" y="12024"/>
                  <a:pt x="10687" y="11795"/>
                  <a:pt x="1397" y="11565"/>
                </a:cubicBezTo>
                <a:close/>
                <a:moveTo>
                  <a:pt x="188630" y="94787"/>
                </a:moveTo>
                <a:cubicBezTo>
                  <a:pt x="193043" y="69162"/>
                  <a:pt x="209306" y="67122"/>
                  <a:pt x="214882" y="67122"/>
                </a:cubicBezTo>
                <a:cubicBezTo>
                  <a:pt x="223708" y="67122"/>
                  <a:pt x="234161" y="71886"/>
                  <a:pt x="234161" y="90934"/>
                </a:cubicBezTo>
                <a:cubicBezTo>
                  <a:pt x="234161" y="92973"/>
                  <a:pt x="233232" y="94110"/>
                  <a:pt x="230677" y="94110"/>
                </a:cubicBezTo>
                <a:lnTo>
                  <a:pt x="188630" y="94787"/>
                </a:lnTo>
                <a:moveTo>
                  <a:pt x="249492" y="137799"/>
                </a:moveTo>
                <a:cubicBezTo>
                  <a:pt x="240899" y="146449"/>
                  <a:pt x="234161" y="150087"/>
                  <a:pt x="220688" y="150087"/>
                </a:cubicBezTo>
                <a:cubicBezTo>
                  <a:pt x="212326" y="150087"/>
                  <a:pt x="202568" y="145309"/>
                  <a:pt x="195369" y="133705"/>
                </a:cubicBezTo>
                <a:cubicBezTo>
                  <a:pt x="190722" y="126196"/>
                  <a:pt x="187932" y="115729"/>
                  <a:pt x="187932" y="102530"/>
                </a:cubicBezTo>
                <a:lnTo>
                  <a:pt x="249725" y="102985"/>
                </a:lnTo>
                <a:cubicBezTo>
                  <a:pt x="252512" y="102985"/>
                  <a:pt x="254139" y="101620"/>
                  <a:pt x="254139" y="99114"/>
                </a:cubicBezTo>
                <a:cubicBezTo>
                  <a:pt x="254139" y="80049"/>
                  <a:pt x="247170" y="59605"/>
                  <a:pt x="214882" y="59605"/>
                </a:cubicBezTo>
                <a:cubicBezTo>
                  <a:pt x="194670" y="59605"/>
                  <a:pt x="168419" y="78461"/>
                  <a:pt x="168419" y="112997"/>
                </a:cubicBezTo>
                <a:cubicBezTo>
                  <a:pt x="168419" y="125740"/>
                  <a:pt x="171673" y="138028"/>
                  <a:pt x="179340" y="146674"/>
                </a:cubicBezTo>
                <a:cubicBezTo>
                  <a:pt x="187237" y="155783"/>
                  <a:pt x="198155" y="161246"/>
                  <a:pt x="214882" y="161246"/>
                </a:cubicBezTo>
                <a:cubicBezTo>
                  <a:pt x="232534" y="161246"/>
                  <a:pt x="245078" y="153277"/>
                  <a:pt x="254372" y="141441"/>
                </a:cubicBezTo>
                <a:cubicBezTo>
                  <a:pt x="253674" y="139165"/>
                  <a:pt x="252281" y="138028"/>
                  <a:pt x="249492" y="137799"/>
                </a:cubicBezTo>
                <a:close/>
                <a:moveTo>
                  <a:pt x="285730" y="131231"/>
                </a:moveTo>
                <a:cubicBezTo>
                  <a:pt x="285730" y="150132"/>
                  <a:pt x="283178" y="151269"/>
                  <a:pt x="269007" y="151953"/>
                </a:cubicBezTo>
                <a:cubicBezTo>
                  <a:pt x="267614" y="153319"/>
                  <a:pt x="267614" y="158101"/>
                  <a:pt x="269007" y="159466"/>
                </a:cubicBezTo>
                <a:cubicBezTo>
                  <a:pt x="277138" y="159241"/>
                  <a:pt x="285730" y="159011"/>
                  <a:pt x="295024" y="159011"/>
                </a:cubicBezTo>
                <a:cubicBezTo>
                  <a:pt x="304315" y="159011"/>
                  <a:pt x="313145" y="159241"/>
                  <a:pt x="320808" y="159466"/>
                </a:cubicBezTo>
                <a:cubicBezTo>
                  <a:pt x="322205" y="158101"/>
                  <a:pt x="322205" y="153319"/>
                  <a:pt x="320808" y="151953"/>
                </a:cubicBezTo>
                <a:cubicBezTo>
                  <a:pt x="306640" y="151269"/>
                  <a:pt x="304084" y="150132"/>
                  <a:pt x="304084" y="131231"/>
                </a:cubicBezTo>
                <a:lnTo>
                  <a:pt x="304084" y="26265"/>
                </a:lnTo>
                <a:cubicBezTo>
                  <a:pt x="304084" y="11468"/>
                  <a:pt x="305013" y="2307"/>
                  <a:pt x="305013" y="2307"/>
                </a:cubicBezTo>
                <a:cubicBezTo>
                  <a:pt x="305013" y="695"/>
                  <a:pt x="304084" y="0"/>
                  <a:pt x="301993" y="0"/>
                </a:cubicBezTo>
                <a:cubicBezTo>
                  <a:pt x="296187" y="2307"/>
                  <a:pt x="278762" y="5536"/>
                  <a:pt x="269471" y="6227"/>
                </a:cubicBezTo>
                <a:cubicBezTo>
                  <a:pt x="269007" y="8052"/>
                  <a:pt x="269471" y="11694"/>
                  <a:pt x="270864" y="13063"/>
                </a:cubicBezTo>
                <a:cubicBezTo>
                  <a:pt x="284337" y="13970"/>
                  <a:pt x="285730" y="14655"/>
                  <a:pt x="285730" y="31731"/>
                </a:cubicBezTo>
                <a:lnTo>
                  <a:pt x="285730" y="131231"/>
                </a:lnTo>
                <a:close/>
                <a:moveTo>
                  <a:pt x="393056" y="105880"/>
                </a:moveTo>
                <a:lnTo>
                  <a:pt x="393056" y="135957"/>
                </a:lnTo>
                <a:cubicBezTo>
                  <a:pt x="393056" y="138921"/>
                  <a:pt x="391659" y="140517"/>
                  <a:pt x="389802" y="141882"/>
                </a:cubicBezTo>
                <a:cubicBezTo>
                  <a:pt x="383762" y="146668"/>
                  <a:pt x="375864" y="151911"/>
                  <a:pt x="369360" y="151911"/>
                </a:cubicBezTo>
                <a:cubicBezTo>
                  <a:pt x="357744" y="151911"/>
                  <a:pt x="352633" y="142796"/>
                  <a:pt x="352633" y="135731"/>
                </a:cubicBezTo>
                <a:cubicBezTo>
                  <a:pt x="352633" y="125476"/>
                  <a:pt x="357514" y="114992"/>
                  <a:pt x="374702" y="110665"/>
                </a:cubicBezTo>
                <a:lnTo>
                  <a:pt x="393056" y="105880"/>
                </a:lnTo>
                <a:moveTo>
                  <a:pt x="393056" y="148037"/>
                </a:moveTo>
                <a:cubicBezTo>
                  <a:pt x="394449" y="155098"/>
                  <a:pt x="397005" y="161246"/>
                  <a:pt x="408620" y="161246"/>
                </a:cubicBezTo>
                <a:cubicBezTo>
                  <a:pt x="417446" y="161246"/>
                  <a:pt x="425808" y="157374"/>
                  <a:pt x="430686" y="152822"/>
                </a:cubicBezTo>
                <a:cubicBezTo>
                  <a:pt x="430221" y="150087"/>
                  <a:pt x="429293" y="148037"/>
                  <a:pt x="426737" y="146671"/>
                </a:cubicBezTo>
                <a:cubicBezTo>
                  <a:pt x="425113" y="148037"/>
                  <a:pt x="421161" y="150316"/>
                  <a:pt x="418141" y="150316"/>
                </a:cubicBezTo>
                <a:cubicBezTo>
                  <a:pt x="411406" y="150316"/>
                  <a:pt x="411172" y="141427"/>
                  <a:pt x="411172" y="130946"/>
                </a:cubicBezTo>
                <a:lnTo>
                  <a:pt x="411172" y="97446"/>
                </a:lnTo>
                <a:cubicBezTo>
                  <a:pt x="411172" y="65089"/>
                  <a:pt x="393056" y="58938"/>
                  <a:pt x="376095" y="58938"/>
                </a:cubicBezTo>
                <a:cubicBezTo>
                  <a:pt x="357046" y="58938"/>
                  <a:pt x="337767" y="71240"/>
                  <a:pt x="337767" y="84230"/>
                </a:cubicBezTo>
                <a:cubicBezTo>
                  <a:pt x="337767" y="89700"/>
                  <a:pt x="340553" y="92435"/>
                  <a:pt x="345898" y="92435"/>
                </a:cubicBezTo>
                <a:cubicBezTo>
                  <a:pt x="352633" y="92435"/>
                  <a:pt x="356816" y="87650"/>
                  <a:pt x="356816" y="84685"/>
                </a:cubicBezTo>
                <a:cubicBezTo>
                  <a:pt x="356816" y="83090"/>
                  <a:pt x="356582" y="81495"/>
                  <a:pt x="356117" y="80585"/>
                </a:cubicBezTo>
                <a:cubicBezTo>
                  <a:pt x="355887" y="79900"/>
                  <a:pt x="355653" y="78534"/>
                  <a:pt x="355653" y="76025"/>
                </a:cubicBezTo>
                <a:cubicBezTo>
                  <a:pt x="355653" y="68960"/>
                  <a:pt x="365411" y="66455"/>
                  <a:pt x="374237" y="66455"/>
                </a:cubicBezTo>
                <a:cubicBezTo>
                  <a:pt x="382135" y="66455"/>
                  <a:pt x="393056" y="70330"/>
                  <a:pt x="393056" y="96080"/>
                </a:cubicBezTo>
                <a:cubicBezTo>
                  <a:pt x="393056" y="97675"/>
                  <a:pt x="392358" y="98586"/>
                  <a:pt x="391659" y="98815"/>
                </a:cubicBezTo>
                <a:lnTo>
                  <a:pt x="371682" y="103600"/>
                </a:lnTo>
                <a:cubicBezTo>
                  <a:pt x="349383" y="109070"/>
                  <a:pt x="333354" y="121146"/>
                  <a:pt x="333354" y="136642"/>
                </a:cubicBezTo>
                <a:cubicBezTo>
                  <a:pt x="333354" y="155328"/>
                  <a:pt x="346362" y="161246"/>
                  <a:pt x="362622" y="161246"/>
                </a:cubicBezTo>
                <a:cubicBezTo>
                  <a:pt x="370753" y="161246"/>
                  <a:pt x="377722" y="159425"/>
                  <a:pt x="387944" y="151682"/>
                </a:cubicBezTo>
                <a:lnTo>
                  <a:pt x="392591" y="148037"/>
                </a:lnTo>
                <a:lnTo>
                  <a:pt x="393056" y="148037"/>
                </a:lnTo>
                <a:close/>
                <a:moveTo>
                  <a:pt x="478541" y="195559"/>
                </a:moveTo>
                <a:cubicBezTo>
                  <a:pt x="482256" y="189182"/>
                  <a:pt x="485276" y="182802"/>
                  <a:pt x="488066" y="175970"/>
                </a:cubicBezTo>
                <a:cubicBezTo>
                  <a:pt x="506650" y="132009"/>
                  <a:pt x="517103" y="108545"/>
                  <a:pt x="529183" y="83035"/>
                </a:cubicBezTo>
                <a:cubicBezTo>
                  <a:pt x="533827" y="73468"/>
                  <a:pt x="537081" y="69826"/>
                  <a:pt x="547998" y="68456"/>
                </a:cubicBezTo>
                <a:cubicBezTo>
                  <a:pt x="549391" y="67091"/>
                  <a:pt x="549391" y="62309"/>
                  <a:pt x="547998" y="60940"/>
                </a:cubicBezTo>
                <a:cubicBezTo>
                  <a:pt x="543351" y="61169"/>
                  <a:pt x="538009" y="61398"/>
                  <a:pt x="531505" y="61398"/>
                </a:cubicBezTo>
                <a:cubicBezTo>
                  <a:pt x="524536" y="61398"/>
                  <a:pt x="517334" y="61169"/>
                  <a:pt x="510365" y="60940"/>
                </a:cubicBezTo>
                <a:cubicBezTo>
                  <a:pt x="508972" y="62309"/>
                  <a:pt x="508972" y="67091"/>
                  <a:pt x="510365" y="68456"/>
                </a:cubicBezTo>
                <a:cubicBezTo>
                  <a:pt x="517798" y="69141"/>
                  <a:pt x="525235" y="70507"/>
                  <a:pt x="521516" y="78708"/>
                </a:cubicBezTo>
                <a:lnTo>
                  <a:pt x="498519" y="130870"/>
                </a:lnTo>
                <a:cubicBezTo>
                  <a:pt x="496892" y="134515"/>
                  <a:pt x="494800" y="135196"/>
                  <a:pt x="492943" y="130640"/>
                </a:cubicBezTo>
                <a:lnTo>
                  <a:pt x="472267" y="83264"/>
                </a:lnTo>
                <a:cubicBezTo>
                  <a:pt x="468088" y="73697"/>
                  <a:pt x="466926" y="69370"/>
                  <a:pt x="479934" y="68456"/>
                </a:cubicBezTo>
                <a:cubicBezTo>
                  <a:pt x="481327" y="67091"/>
                  <a:pt x="481327" y="62309"/>
                  <a:pt x="479934" y="60940"/>
                </a:cubicBezTo>
                <a:cubicBezTo>
                  <a:pt x="471339" y="61169"/>
                  <a:pt x="462048" y="61398"/>
                  <a:pt x="453686" y="61398"/>
                </a:cubicBezTo>
                <a:cubicBezTo>
                  <a:pt x="445785" y="61398"/>
                  <a:pt x="439515" y="61169"/>
                  <a:pt x="434868" y="60940"/>
                </a:cubicBezTo>
                <a:cubicBezTo>
                  <a:pt x="433475" y="62309"/>
                  <a:pt x="433475" y="67091"/>
                  <a:pt x="434868" y="68456"/>
                </a:cubicBezTo>
                <a:cubicBezTo>
                  <a:pt x="444162" y="69596"/>
                  <a:pt x="447178" y="71647"/>
                  <a:pt x="453219" y="85540"/>
                </a:cubicBezTo>
                <a:lnTo>
                  <a:pt x="479470" y="145448"/>
                </a:lnTo>
                <a:cubicBezTo>
                  <a:pt x="481561" y="150004"/>
                  <a:pt x="485046" y="160481"/>
                  <a:pt x="482724" y="166858"/>
                </a:cubicBezTo>
                <a:cubicBezTo>
                  <a:pt x="479934" y="174375"/>
                  <a:pt x="477148" y="180752"/>
                  <a:pt x="473664" y="187813"/>
                </a:cubicBezTo>
                <a:cubicBezTo>
                  <a:pt x="471108" y="192369"/>
                  <a:pt x="467854" y="194419"/>
                  <a:pt x="462048" y="194419"/>
                </a:cubicBezTo>
                <a:cubicBezTo>
                  <a:pt x="458794" y="194419"/>
                  <a:pt x="457866" y="193738"/>
                  <a:pt x="455310" y="193738"/>
                </a:cubicBezTo>
                <a:cubicBezTo>
                  <a:pt x="448575" y="193738"/>
                  <a:pt x="445091" y="200570"/>
                  <a:pt x="445091" y="203531"/>
                </a:cubicBezTo>
                <a:cubicBezTo>
                  <a:pt x="445091" y="208313"/>
                  <a:pt x="449734" y="211955"/>
                  <a:pt x="456008" y="211955"/>
                </a:cubicBezTo>
                <a:cubicBezTo>
                  <a:pt x="460886" y="211955"/>
                  <a:pt x="470180" y="210134"/>
                  <a:pt x="478541" y="195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chain3">
            <a:extLst xmlns:a="http://schemas.openxmlformats.org/drawingml/2006/main">
              <a:ext uri="{FF2B5EF4-FFF2-40B4-BE49-F238E27FC236}">
                <a16:creationId xmlns:a16="http://schemas.microsoft.com/office/drawing/2014/main" id="{4AE3B2CC-486B-4F8F-8AA0-249D4162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9743" y="5675336"/>
            <a:ext cx="682732" cy="161246"/>
          </a:xfrm>
          <a:custGeom xmlns:a="http://schemas.openxmlformats.org/drawingml/2006/main">
            <a:pathLst>
              <a:path w="682732" h="161246">
                <a:moveTo>
                  <a:pt x="83862" y="138237"/>
                </a:moveTo>
                <a:cubicBezTo>
                  <a:pt x="82934" y="136187"/>
                  <a:pt x="81073" y="135276"/>
                  <a:pt x="78985" y="135047"/>
                </a:cubicBezTo>
                <a:cubicBezTo>
                  <a:pt x="71084" y="145076"/>
                  <a:pt x="61095" y="150087"/>
                  <a:pt x="51106" y="150087"/>
                </a:cubicBezTo>
                <a:cubicBezTo>
                  <a:pt x="34149" y="150087"/>
                  <a:pt x="19978" y="133226"/>
                  <a:pt x="19978" y="106561"/>
                </a:cubicBezTo>
                <a:cubicBezTo>
                  <a:pt x="19978" y="81495"/>
                  <a:pt x="31129" y="66455"/>
                  <a:pt x="46463" y="66455"/>
                </a:cubicBezTo>
                <a:cubicBezTo>
                  <a:pt x="60166" y="66455"/>
                  <a:pt x="62024" y="74430"/>
                  <a:pt x="62956" y="82406"/>
                </a:cubicBezTo>
                <a:cubicBezTo>
                  <a:pt x="63651" y="88560"/>
                  <a:pt x="66905" y="90610"/>
                  <a:pt x="71782" y="90610"/>
                </a:cubicBezTo>
                <a:cubicBezTo>
                  <a:pt x="76660" y="90610"/>
                  <a:pt x="83164" y="87650"/>
                  <a:pt x="83164" y="80585"/>
                </a:cubicBezTo>
                <a:cubicBezTo>
                  <a:pt x="83164" y="68050"/>
                  <a:pt x="69925" y="58938"/>
                  <a:pt x="47622" y="58938"/>
                </a:cubicBezTo>
                <a:cubicBezTo>
                  <a:pt x="24625" y="58938"/>
                  <a:pt x="0" y="79215"/>
                  <a:pt x="0" y="111576"/>
                </a:cubicBezTo>
                <a:cubicBezTo>
                  <a:pt x="0" y="140972"/>
                  <a:pt x="16727" y="161246"/>
                  <a:pt x="45995" y="161246"/>
                </a:cubicBezTo>
                <a:cubicBezTo>
                  <a:pt x="59936" y="161246"/>
                  <a:pt x="72247" y="156919"/>
                  <a:pt x="83862" y="138237"/>
                </a:cubicBezTo>
                <a:close/>
                <a:moveTo>
                  <a:pt x="129625" y="93811"/>
                </a:moveTo>
                <a:cubicBezTo>
                  <a:pt x="129625" y="89022"/>
                  <a:pt x="131717" y="86287"/>
                  <a:pt x="133574" y="84237"/>
                </a:cubicBezTo>
                <a:cubicBezTo>
                  <a:pt x="142404" y="75799"/>
                  <a:pt x="154250" y="70781"/>
                  <a:pt x="163310" y="70781"/>
                </a:cubicBezTo>
                <a:cubicBezTo>
                  <a:pt x="167953" y="70781"/>
                  <a:pt x="172834" y="73746"/>
                  <a:pt x="175620" y="78990"/>
                </a:cubicBezTo>
                <a:cubicBezTo>
                  <a:pt x="177946" y="83552"/>
                  <a:pt x="178410" y="89707"/>
                  <a:pt x="178410" y="96546"/>
                </a:cubicBezTo>
                <a:lnTo>
                  <a:pt x="178410" y="131203"/>
                </a:lnTo>
                <a:cubicBezTo>
                  <a:pt x="178410" y="149899"/>
                  <a:pt x="176085" y="150813"/>
                  <a:pt x="164005" y="151953"/>
                </a:cubicBezTo>
                <a:cubicBezTo>
                  <a:pt x="162845" y="153319"/>
                  <a:pt x="162845" y="158101"/>
                  <a:pt x="164005" y="159466"/>
                </a:cubicBezTo>
                <a:cubicBezTo>
                  <a:pt x="170509" y="159241"/>
                  <a:pt x="178410" y="159011"/>
                  <a:pt x="187700" y="159011"/>
                </a:cubicBezTo>
                <a:cubicBezTo>
                  <a:pt x="196994" y="159011"/>
                  <a:pt x="204658" y="159241"/>
                  <a:pt x="212325" y="159466"/>
                </a:cubicBezTo>
                <a:cubicBezTo>
                  <a:pt x="213487" y="158101"/>
                  <a:pt x="213487" y="153319"/>
                  <a:pt x="212325" y="151953"/>
                </a:cubicBezTo>
                <a:cubicBezTo>
                  <a:pt x="199316" y="150813"/>
                  <a:pt x="196760" y="149899"/>
                  <a:pt x="196760" y="131203"/>
                </a:cubicBezTo>
                <a:lnTo>
                  <a:pt x="196760" y="97230"/>
                </a:lnTo>
                <a:cubicBezTo>
                  <a:pt x="196760" y="84692"/>
                  <a:pt x="195832" y="73520"/>
                  <a:pt x="190490" y="66684"/>
                </a:cubicBezTo>
                <a:cubicBezTo>
                  <a:pt x="186538" y="61673"/>
                  <a:pt x="179339" y="58938"/>
                  <a:pt x="171207" y="58938"/>
                </a:cubicBezTo>
                <a:cubicBezTo>
                  <a:pt x="159825" y="58938"/>
                  <a:pt x="145888" y="61899"/>
                  <a:pt x="131717" y="77394"/>
                </a:cubicBezTo>
                <a:cubicBezTo>
                  <a:pt x="131018" y="78308"/>
                  <a:pt x="129391" y="80588"/>
                  <a:pt x="129391" y="77394"/>
                </a:cubicBezTo>
                <a:lnTo>
                  <a:pt x="129625" y="26119"/>
                </a:lnTo>
                <a:cubicBezTo>
                  <a:pt x="129625" y="11308"/>
                  <a:pt x="130554" y="2248"/>
                  <a:pt x="130554" y="2248"/>
                </a:cubicBezTo>
                <a:cubicBezTo>
                  <a:pt x="130554" y="678"/>
                  <a:pt x="129625" y="0"/>
                  <a:pt x="127534" y="0"/>
                </a:cubicBezTo>
                <a:cubicBezTo>
                  <a:pt x="121728" y="2248"/>
                  <a:pt x="104306" y="5393"/>
                  <a:pt x="95012" y="6068"/>
                </a:cubicBezTo>
                <a:cubicBezTo>
                  <a:pt x="94548" y="7892"/>
                  <a:pt x="95012" y="11534"/>
                  <a:pt x="96405" y="12900"/>
                </a:cubicBezTo>
                <a:cubicBezTo>
                  <a:pt x="108485" y="13584"/>
                  <a:pt x="111275" y="12444"/>
                  <a:pt x="111275" y="31589"/>
                </a:cubicBezTo>
                <a:lnTo>
                  <a:pt x="111275" y="131203"/>
                </a:lnTo>
                <a:cubicBezTo>
                  <a:pt x="111275" y="150129"/>
                  <a:pt x="108485" y="151039"/>
                  <a:pt x="95012" y="151953"/>
                </a:cubicBezTo>
                <a:cubicBezTo>
                  <a:pt x="93619" y="153319"/>
                  <a:pt x="93619" y="158101"/>
                  <a:pt x="95012" y="159466"/>
                </a:cubicBezTo>
                <a:cubicBezTo>
                  <a:pt x="102679" y="159241"/>
                  <a:pt x="111275" y="159011"/>
                  <a:pt x="120565" y="159011"/>
                </a:cubicBezTo>
                <a:cubicBezTo>
                  <a:pt x="129391" y="159011"/>
                  <a:pt x="137058" y="159241"/>
                  <a:pt x="143563" y="159466"/>
                </a:cubicBezTo>
                <a:cubicBezTo>
                  <a:pt x="144956" y="158101"/>
                  <a:pt x="144956" y="153319"/>
                  <a:pt x="143563" y="151953"/>
                </a:cubicBezTo>
                <a:cubicBezTo>
                  <a:pt x="131717" y="151039"/>
                  <a:pt x="129625" y="150129"/>
                  <a:pt x="129625" y="131203"/>
                </a:cubicBezTo>
                <a:lnTo>
                  <a:pt x="129625" y="93811"/>
                </a:lnTo>
                <a:close/>
                <a:moveTo>
                  <a:pt x="283874" y="105880"/>
                </a:moveTo>
                <a:lnTo>
                  <a:pt x="283874" y="135957"/>
                </a:lnTo>
                <a:cubicBezTo>
                  <a:pt x="283874" y="138921"/>
                  <a:pt x="282477" y="140517"/>
                  <a:pt x="280620" y="141882"/>
                </a:cubicBezTo>
                <a:cubicBezTo>
                  <a:pt x="274580" y="146668"/>
                  <a:pt x="266682" y="151911"/>
                  <a:pt x="260178" y="151911"/>
                </a:cubicBezTo>
                <a:cubicBezTo>
                  <a:pt x="248562" y="151911"/>
                  <a:pt x="243451" y="142796"/>
                  <a:pt x="243451" y="135731"/>
                </a:cubicBezTo>
                <a:cubicBezTo>
                  <a:pt x="243451" y="125476"/>
                  <a:pt x="248332" y="114992"/>
                  <a:pt x="265520" y="110665"/>
                </a:cubicBezTo>
                <a:lnTo>
                  <a:pt x="283874" y="105880"/>
                </a:lnTo>
                <a:moveTo>
                  <a:pt x="283874" y="148037"/>
                </a:moveTo>
                <a:cubicBezTo>
                  <a:pt x="285267" y="155098"/>
                  <a:pt x="287822" y="161246"/>
                  <a:pt x="299438" y="161246"/>
                </a:cubicBezTo>
                <a:cubicBezTo>
                  <a:pt x="308264" y="161246"/>
                  <a:pt x="316626" y="157374"/>
                  <a:pt x="321503" y="152822"/>
                </a:cubicBezTo>
                <a:cubicBezTo>
                  <a:pt x="321039" y="150087"/>
                  <a:pt x="320110" y="148037"/>
                  <a:pt x="317555" y="146671"/>
                </a:cubicBezTo>
                <a:cubicBezTo>
                  <a:pt x="315931" y="148037"/>
                  <a:pt x="311979" y="150316"/>
                  <a:pt x="308959" y="150316"/>
                </a:cubicBezTo>
                <a:cubicBezTo>
                  <a:pt x="302224" y="150316"/>
                  <a:pt x="301990" y="141427"/>
                  <a:pt x="301990" y="130946"/>
                </a:cubicBezTo>
                <a:lnTo>
                  <a:pt x="301990" y="97446"/>
                </a:lnTo>
                <a:cubicBezTo>
                  <a:pt x="301990" y="65089"/>
                  <a:pt x="283874" y="58938"/>
                  <a:pt x="266913" y="58938"/>
                </a:cubicBezTo>
                <a:cubicBezTo>
                  <a:pt x="247864" y="58938"/>
                  <a:pt x="228585" y="71240"/>
                  <a:pt x="228585" y="84230"/>
                </a:cubicBezTo>
                <a:cubicBezTo>
                  <a:pt x="228585" y="89700"/>
                  <a:pt x="231371" y="92435"/>
                  <a:pt x="236716" y="92435"/>
                </a:cubicBezTo>
                <a:cubicBezTo>
                  <a:pt x="243451" y="92435"/>
                  <a:pt x="247634" y="87650"/>
                  <a:pt x="247634" y="84685"/>
                </a:cubicBezTo>
                <a:cubicBezTo>
                  <a:pt x="247634" y="83090"/>
                  <a:pt x="247400" y="81495"/>
                  <a:pt x="246935" y="80585"/>
                </a:cubicBezTo>
                <a:cubicBezTo>
                  <a:pt x="246705" y="79900"/>
                  <a:pt x="246471" y="78534"/>
                  <a:pt x="246471" y="76025"/>
                </a:cubicBezTo>
                <a:cubicBezTo>
                  <a:pt x="246471" y="68960"/>
                  <a:pt x="256229" y="66455"/>
                  <a:pt x="265055" y="66455"/>
                </a:cubicBezTo>
                <a:cubicBezTo>
                  <a:pt x="272953" y="66455"/>
                  <a:pt x="283874" y="70330"/>
                  <a:pt x="283874" y="96080"/>
                </a:cubicBezTo>
                <a:cubicBezTo>
                  <a:pt x="283874" y="97675"/>
                  <a:pt x="283175" y="98586"/>
                  <a:pt x="282477" y="98815"/>
                </a:cubicBezTo>
                <a:lnTo>
                  <a:pt x="262500" y="103600"/>
                </a:lnTo>
                <a:cubicBezTo>
                  <a:pt x="240200" y="109070"/>
                  <a:pt x="224172" y="121146"/>
                  <a:pt x="224172" y="136642"/>
                </a:cubicBezTo>
                <a:cubicBezTo>
                  <a:pt x="224172" y="155328"/>
                  <a:pt x="237180" y="161246"/>
                  <a:pt x="253440" y="161246"/>
                </a:cubicBezTo>
                <a:cubicBezTo>
                  <a:pt x="261571" y="161246"/>
                  <a:pt x="268540" y="159425"/>
                  <a:pt x="278762" y="151682"/>
                </a:cubicBezTo>
                <a:lnTo>
                  <a:pt x="283409" y="148037"/>
                </a:lnTo>
                <a:lnTo>
                  <a:pt x="283874" y="148037"/>
                </a:lnTo>
                <a:close/>
                <a:moveTo>
                  <a:pt x="342877" y="22498"/>
                </a:moveTo>
                <a:cubicBezTo>
                  <a:pt x="342877" y="28420"/>
                  <a:pt x="348453" y="34341"/>
                  <a:pt x="354025" y="34341"/>
                </a:cubicBezTo>
                <a:cubicBezTo>
                  <a:pt x="360530" y="34341"/>
                  <a:pt x="366105" y="28194"/>
                  <a:pt x="366105" y="23408"/>
                </a:cubicBezTo>
                <a:cubicBezTo>
                  <a:pt x="366105" y="17946"/>
                  <a:pt x="361228" y="11565"/>
                  <a:pt x="354957" y="11565"/>
                </a:cubicBezTo>
                <a:cubicBezTo>
                  <a:pt x="349382" y="11565"/>
                  <a:pt x="342877" y="17032"/>
                  <a:pt x="342877" y="22498"/>
                </a:cubicBezTo>
                <a:moveTo>
                  <a:pt x="364017" y="131224"/>
                </a:moveTo>
                <a:lnTo>
                  <a:pt x="364017" y="85898"/>
                </a:lnTo>
                <a:cubicBezTo>
                  <a:pt x="364017" y="74510"/>
                  <a:pt x="364946" y="59883"/>
                  <a:pt x="364946" y="59883"/>
                </a:cubicBezTo>
                <a:cubicBezTo>
                  <a:pt x="364946" y="58962"/>
                  <a:pt x="363784" y="58271"/>
                  <a:pt x="361926" y="58271"/>
                </a:cubicBezTo>
                <a:cubicBezTo>
                  <a:pt x="355422" y="60804"/>
                  <a:pt x="346128" y="62875"/>
                  <a:pt x="330099" y="64943"/>
                </a:cubicBezTo>
                <a:cubicBezTo>
                  <a:pt x="329635" y="66312"/>
                  <a:pt x="330099" y="69954"/>
                  <a:pt x="330563" y="71323"/>
                </a:cubicBezTo>
                <a:cubicBezTo>
                  <a:pt x="343342" y="72460"/>
                  <a:pt x="345663" y="73829"/>
                  <a:pt x="345663" y="86812"/>
                </a:cubicBezTo>
                <a:lnTo>
                  <a:pt x="345663" y="131224"/>
                </a:lnTo>
                <a:cubicBezTo>
                  <a:pt x="345663" y="150129"/>
                  <a:pt x="343108" y="150813"/>
                  <a:pt x="328940" y="151953"/>
                </a:cubicBezTo>
                <a:cubicBezTo>
                  <a:pt x="327543" y="153319"/>
                  <a:pt x="327543" y="158101"/>
                  <a:pt x="328940" y="159466"/>
                </a:cubicBezTo>
                <a:cubicBezTo>
                  <a:pt x="336603" y="159241"/>
                  <a:pt x="345663" y="159011"/>
                  <a:pt x="354957" y="159011"/>
                </a:cubicBezTo>
                <a:cubicBezTo>
                  <a:pt x="364248" y="159011"/>
                  <a:pt x="373074" y="159241"/>
                  <a:pt x="380741" y="159466"/>
                </a:cubicBezTo>
                <a:cubicBezTo>
                  <a:pt x="382134" y="158101"/>
                  <a:pt x="382134" y="153319"/>
                  <a:pt x="380741" y="151953"/>
                </a:cubicBezTo>
                <a:cubicBezTo>
                  <a:pt x="366570" y="151043"/>
                  <a:pt x="364017" y="150129"/>
                  <a:pt x="364017" y="131224"/>
                </a:cubicBezTo>
                <a:close/>
                <a:moveTo>
                  <a:pt x="427666" y="77394"/>
                </a:moveTo>
                <a:cubicBezTo>
                  <a:pt x="426273" y="78990"/>
                  <a:pt x="424880" y="79448"/>
                  <a:pt x="424880" y="77394"/>
                </a:cubicBezTo>
                <a:cubicBezTo>
                  <a:pt x="424646" y="71240"/>
                  <a:pt x="424181" y="62358"/>
                  <a:pt x="423019" y="60078"/>
                </a:cubicBezTo>
                <a:cubicBezTo>
                  <a:pt x="422554" y="58938"/>
                  <a:pt x="422090" y="58257"/>
                  <a:pt x="420233" y="58257"/>
                </a:cubicBezTo>
                <a:cubicBezTo>
                  <a:pt x="413728" y="60763"/>
                  <a:pt x="407688" y="62813"/>
                  <a:pt x="391660" y="64860"/>
                </a:cubicBezTo>
                <a:cubicBezTo>
                  <a:pt x="391195" y="66229"/>
                  <a:pt x="391660" y="69871"/>
                  <a:pt x="392124" y="71240"/>
                </a:cubicBezTo>
                <a:cubicBezTo>
                  <a:pt x="404668" y="72380"/>
                  <a:pt x="407224" y="73520"/>
                  <a:pt x="407224" y="86743"/>
                </a:cubicBezTo>
                <a:lnTo>
                  <a:pt x="407224" y="131203"/>
                </a:lnTo>
                <a:cubicBezTo>
                  <a:pt x="407224" y="149899"/>
                  <a:pt x="404902" y="150813"/>
                  <a:pt x="390961" y="151953"/>
                </a:cubicBezTo>
                <a:cubicBezTo>
                  <a:pt x="389568" y="153319"/>
                  <a:pt x="389568" y="158101"/>
                  <a:pt x="390961" y="159466"/>
                </a:cubicBezTo>
                <a:cubicBezTo>
                  <a:pt x="397933" y="159241"/>
                  <a:pt x="407224" y="159011"/>
                  <a:pt x="416514" y="159011"/>
                </a:cubicBezTo>
                <a:cubicBezTo>
                  <a:pt x="425808" y="159011"/>
                  <a:pt x="432777" y="159241"/>
                  <a:pt x="439746" y="159466"/>
                </a:cubicBezTo>
                <a:cubicBezTo>
                  <a:pt x="441139" y="158101"/>
                  <a:pt x="441139" y="153319"/>
                  <a:pt x="439746" y="151953"/>
                </a:cubicBezTo>
                <a:cubicBezTo>
                  <a:pt x="427900" y="150813"/>
                  <a:pt x="425574" y="149899"/>
                  <a:pt x="425574" y="131203"/>
                </a:cubicBezTo>
                <a:lnTo>
                  <a:pt x="425574" y="93811"/>
                </a:lnTo>
                <a:cubicBezTo>
                  <a:pt x="425574" y="89022"/>
                  <a:pt x="427666" y="86287"/>
                  <a:pt x="429523" y="84237"/>
                </a:cubicBezTo>
                <a:cubicBezTo>
                  <a:pt x="438353" y="75799"/>
                  <a:pt x="448806" y="70781"/>
                  <a:pt x="457866" y="70781"/>
                </a:cubicBezTo>
                <a:cubicBezTo>
                  <a:pt x="462513" y="70781"/>
                  <a:pt x="467390" y="73746"/>
                  <a:pt x="470176" y="78990"/>
                </a:cubicBezTo>
                <a:cubicBezTo>
                  <a:pt x="472502" y="83552"/>
                  <a:pt x="472966" y="89707"/>
                  <a:pt x="472966" y="96546"/>
                </a:cubicBezTo>
                <a:lnTo>
                  <a:pt x="472966" y="131203"/>
                </a:lnTo>
                <a:cubicBezTo>
                  <a:pt x="472966" y="149899"/>
                  <a:pt x="470641" y="150813"/>
                  <a:pt x="458561" y="151953"/>
                </a:cubicBezTo>
                <a:cubicBezTo>
                  <a:pt x="457402" y="153319"/>
                  <a:pt x="457402" y="158101"/>
                  <a:pt x="458561" y="159466"/>
                </a:cubicBezTo>
                <a:cubicBezTo>
                  <a:pt x="465533" y="159241"/>
                  <a:pt x="472966" y="159011"/>
                  <a:pt x="482257" y="159011"/>
                </a:cubicBezTo>
                <a:cubicBezTo>
                  <a:pt x="491551" y="159011"/>
                  <a:pt x="499912" y="159241"/>
                  <a:pt x="506881" y="159466"/>
                </a:cubicBezTo>
                <a:cubicBezTo>
                  <a:pt x="508044" y="158101"/>
                  <a:pt x="508044" y="153319"/>
                  <a:pt x="506881" y="151953"/>
                </a:cubicBezTo>
                <a:cubicBezTo>
                  <a:pt x="493872" y="150813"/>
                  <a:pt x="491317" y="149899"/>
                  <a:pt x="491317" y="131203"/>
                </a:cubicBezTo>
                <a:lnTo>
                  <a:pt x="491317" y="97230"/>
                </a:lnTo>
                <a:cubicBezTo>
                  <a:pt x="491317" y="84692"/>
                  <a:pt x="490388" y="73746"/>
                  <a:pt x="485046" y="66684"/>
                </a:cubicBezTo>
                <a:cubicBezTo>
                  <a:pt x="481094" y="61673"/>
                  <a:pt x="473895" y="58938"/>
                  <a:pt x="465763" y="58938"/>
                </a:cubicBezTo>
                <a:cubicBezTo>
                  <a:pt x="454382" y="58938"/>
                  <a:pt x="441373" y="61899"/>
                  <a:pt x="427666" y="77394"/>
                </a:cubicBezTo>
                <a:close/>
                <a:moveTo>
                  <a:pt x="636737" y="27989"/>
                </a:moveTo>
                <a:cubicBezTo>
                  <a:pt x="646726" y="27989"/>
                  <a:pt x="656017" y="33907"/>
                  <a:pt x="656017" y="48474"/>
                </a:cubicBezTo>
                <a:cubicBezTo>
                  <a:pt x="656017" y="59852"/>
                  <a:pt x="642544" y="77377"/>
                  <a:pt x="619546" y="80564"/>
                </a:cubicBezTo>
                <a:lnTo>
                  <a:pt x="620709" y="87851"/>
                </a:lnTo>
                <a:cubicBezTo>
                  <a:pt x="624657" y="87396"/>
                  <a:pt x="628840" y="87396"/>
                  <a:pt x="631860" y="87396"/>
                </a:cubicBezTo>
                <a:cubicBezTo>
                  <a:pt x="645099" y="87396"/>
                  <a:pt x="662291" y="91045"/>
                  <a:pt x="662291" y="116802"/>
                </a:cubicBezTo>
                <a:cubicBezTo>
                  <a:pt x="662291" y="147123"/>
                  <a:pt x="641615" y="153277"/>
                  <a:pt x="633483" y="153277"/>
                </a:cubicBezTo>
                <a:cubicBezTo>
                  <a:pt x="621637" y="153277"/>
                  <a:pt x="619546" y="148033"/>
                  <a:pt x="616760" y="143929"/>
                </a:cubicBezTo>
                <a:cubicBezTo>
                  <a:pt x="614435" y="140739"/>
                  <a:pt x="611415" y="138004"/>
                  <a:pt x="606771" y="138004"/>
                </a:cubicBezTo>
                <a:cubicBezTo>
                  <a:pt x="601890" y="138004"/>
                  <a:pt x="597013" y="142334"/>
                  <a:pt x="597013" y="145983"/>
                </a:cubicBezTo>
                <a:cubicBezTo>
                  <a:pt x="597013" y="155098"/>
                  <a:pt x="616526" y="161246"/>
                  <a:pt x="630463" y="161246"/>
                </a:cubicBezTo>
                <a:cubicBezTo>
                  <a:pt x="658108" y="161246"/>
                  <a:pt x="682732" y="143703"/>
                  <a:pt x="682732" y="113612"/>
                </a:cubicBezTo>
                <a:cubicBezTo>
                  <a:pt x="682732" y="88765"/>
                  <a:pt x="663684" y="79883"/>
                  <a:pt x="649977" y="77606"/>
                </a:cubicBezTo>
                <a:lnTo>
                  <a:pt x="649746" y="77151"/>
                </a:lnTo>
                <a:cubicBezTo>
                  <a:pt x="668795" y="68276"/>
                  <a:pt x="674137" y="58942"/>
                  <a:pt x="674137" y="46879"/>
                </a:cubicBezTo>
                <a:cubicBezTo>
                  <a:pt x="674137" y="40051"/>
                  <a:pt x="672510" y="34591"/>
                  <a:pt x="666934" y="28899"/>
                </a:cubicBezTo>
                <a:cubicBezTo>
                  <a:pt x="661826" y="23891"/>
                  <a:pt x="653695" y="20017"/>
                  <a:pt x="641615" y="20017"/>
                </a:cubicBezTo>
                <a:cubicBezTo>
                  <a:pt x="607466" y="20017"/>
                  <a:pt x="597711" y="41872"/>
                  <a:pt x="597711" y="49385"/>
                </a:cubicBezTo>
                <a:cubicBezTo>
                  <a:pt x="597711" y="52572"/>
                  <a:pt x="600033" y="57121"/>
                  <a:pt x="605609" y="57121"/>
                </a:cubicBezTo>
                <a:cubicBezTo>
                  <a:pt x="613740" y="57121"/>
                  <a:pt x="614669" y="49611"/>
                  <a:pt x="614669" y="45288"/>
                </a:cubicBezTo>
                <a:cubicBezTo>
                  <a:pt x="614669" y="30720"/>
                  <a:pt x="630697" y="27989"/>
                  <a:pt x="636737" y="279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2354A-B043-4CE8-A0B1-CE89BD0E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445" y="626203"/>
            <a:ext cx="4252666" cy="240571"/>
          </a:xfrm>
          <a:custGeom xmlns:a="http://schemas.openxmlformats.org/drawingml/2006/main">
            <a:pathLst>
              <a:path w="4252666" h="240571" fill="none">
                <a:moveTo>
                  <a:pt x="0" y="0"/>
                </a:moveTo>
                <a:lnTo>
                  <a:pt x="4252666" y="0"/>
                </a:lnTo>
                <a:lnTo>
                  <a:pt x="4252666" y="240571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9EC53-E135-417C-84B8-A6849CFF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1103" y="798451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6F48E-40E1-4CCF-B754-B078B001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1103" y="798451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BEA28-2438-48AD-B6E8-168D357A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445" y="1448555"/>
            <a:ext cx="2835112" cy="390252"/>
          </a:xfrm>
          <a:custGeom xmlns:a="http://schemas.openxmlformats.org/drawingml/2006/main">
            <a:pathLst>
              <a:path w="2835112" h="390252" fill="none">
                <a:moveTo>
                  <a:pt x="0" y="0"/>
                </a:moveTo>
                <a:lnTo>
                  <a:pt x="2835112" y="0"/>
                </a:lnTo>
                <a:lnTo>
                  <a:pt x="2835112" y="390252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6E080-90CB-4C69-8305-015BA17C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3549" y="1770484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BFDF9B-858C-4558-9734-46F54289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3549" y="1770484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EB737-570B-4C4B-9BCB-DF141F53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445" y="4247236"/>
            <a:ext cx="1417548" cy="604856"/>
          </a:xfrm>
          <a:custGeom xmlns:a="http://schemas.openxmlformats.org/drawingml/2006/main">
            <a:pathLst>
              <a:path w="1417548" h="604856" fill="none">
                <a:moveTo>
                  <a:pt x="0" y="0"/>
                </a:moveTo>
                <a:lnTo>
                  <a:pt x="1417548" y="0"/>
                </a:lnTo>
                <a:lnTo>
                  <a:pt x="1417548" y="604856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20A09-C333-400C-B2BF-44AA71B8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985" y="4783768"/>
            <a:ext cx="74016" cy="91098"/>
          </a:xfrm>
          <a:custGeom xmlns:a="http://schemas.openxmlformats.org/drawingml/2006/main">
            <a:pathLst>
              <a:path w="74016" h="91098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BBF86-2195-4542-A829-C9BD7172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985" y="4783768"/>
            <a:ext cx="74016" cy="91098"/>
          </a:xfrm>
          <a:custGeom xmlns:a="http://schemas.openxmlformats.org/drawingml/2006/main">
            <a:pathLst>
              <a:path w="74016" h="91098" fill="none">
                <a:moveTo>
                  <a:pt x="37008" y="91098"/>
                </a:moveTo>
                <a:cubicBezTo>
                  <a:pt x="42702" y="62630"/>
                  <a:pt x="54089" y="34162"/>
                  <a:pt x="74016" y="0"/>
                </a:cubicBezTo>
                <a:cubicBezTo>
                  <a:pt x="48395" y="34162"/>
                  <a:pt x="25621" y="34162"/>
                  <a:pt x="0" y="0"/>
                </a:cubicBezTo>
                <a:cubicBezTo>
                  <a:pt x="19927" y="34162"/>
                  <a:pt x="31314" y="62630"/>
                  <a:pt x="37008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AFDFD-BAF4-44E9-95F1-360FC256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443" y="6736022"/>
            <a:ext cx="1215027" cy="588525"/>
          </a:xfrm>
          <a:custGeom xmlns:a="http://schemas.openxmlformats.org/drawingml/2006/main">
            <a:pathLst>
              <a:path w="1215027" h="588525">
                <a:moveTo>
                  <a:pt x="1134021" y="0"/>
                </a:moveTo>
                <a:lnTo>
                  <a:pt x="81006" y="0"/>
                </a:lnTo>
                <a:cubicBezTo>
                  <a:pt x="36267" y="0"/>
                  <a:pt x="0" y="36267"/>
                  <a:pt x="0" y="81006"/>
                </a:cubicBezTo>
                <a:lnTo>
                  <a:pt x="0" y="507519"/>
                </a:lnTo>
                <a:cubicBezTo>
                  <a:pt x="0" y="552258"/>
                  <a:pt x="36267" y="588525"/>
                  <a:pt x="81006" y="588525"/>
                </a:cubicBezTo>
                <a:lnTo>
                  <a:pt x="1134021" y="588525"/>
                </a:lnTo>
                <a:cubicBezTo>
                  <a:pt x="1178760" y="588525"/>
                  <a:pt x="1215027" y="552258"/>
                  <a:pt x="1215027" y="507519"/>
                </a:cubicBezTo>
                <a:lnTo>
                  <a:pt x="1215027" y="81006"/>
                </a:lnTo>
                <a:cubicBezTo>
                  <a:pt x="1215027" y="36267"/>
                  <a:pt x="1178760" y="0"/>
                  <a:pt x="1134021" y="0"/>
                </a:cubicBezTo>
                <a:close/>
                <a:moveTo>
                  <a:pt x="0" y="588525"/>
                </a:moveTo>
              </a:path>
            </a:pathLst>
          </a:custGeom>
          <a:solidFill xmlns:a="http://schemas.openxmlformats.org/drawingml/2006/main">
            <a:srgbClr val="DFDFD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78D50-CA1F-438A-86DF-E9C7F59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443" y="6736022"/>
            <a:ext cx="1215027" cy="588525"/>
          </a:xfrm>
          <a:custGeom xmlns:a="http://schemas.openxmlformats.org/drawingml/2006/main">
            <a:pathLst>
              <a:path w="1215027" h="588525" fill="none">
                <a:moveTo>
                  <a:pt x="1134021" y="0"/>
                </a:moveTo>
                <a:lnTo>
                  <a:pt x="81006" y="0"/>
                </a:lnTo>
                <a:cubicBezTo>
                  <a:pt x="36267" y="0"/>
                  <a:pt x="0" y="36267"/>
                  <a:pt x="0" y="81006"/>
                </a:cubicBezTo>
                <a:lnTo>
                  <a:pt x="0" y="507519"/>
                </a:lnTo>
                <a:cubicBezTo>
                  <a:pt x="0" y="552258"/>
                  <a:pt x="36267" y="588525"/>
                  <a:pt x="81006" y="588525"/>
                </a:cubicBezTo>
                <a:lnTo>
                  <a:pt x="1134021" y="588525"/>
                </a:lnTo>
                <a:cubicBezTo>
                  <a:pt x="1178760" y="588525"/>
                  <a:pt x="1215027" y="552258"/>
                  <a:pt x="1215027" y="507519"/>
                </a:cubicBezTo>
                <a:lnTo>
                  <a:pt x="1215027" y="81006"/>
                </a:lnTo>
                <a:cubicBezTo>
                  <a:pt x="1215027" y="36267"/>
                  <a:pt x="1178760" y="0"/>
                  <a:pt x="1134021" y="0"/>
                </a:cubicBezTo>
                <a:close/>
                <a:moveTo>
                  <a:pt x="0" y="588525"/>
                </a:move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114" name="Text Access">
            <a:extLst xmlns:a="http://schemas.openxmlformats.org/drawingml/2006/main">
              <a:ext uri="{FF2B5EF4-FFF2-40B4-BE49-F238E27FC236}">
                <a16:creationId xmlns:a16="http://schemas.microsoft.com/office/drawing/2014/main" id="{90D9B348-E979-4452-91C2-D06A67B2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7785" y="6811339"/>
            <a:ext cx="633018" cy="152127"/>
          </a:xfrm>
          <a:custGeom xmlns:a="http://schemas.openxmlformats.org/drawingml/2006/main">
            <a:pathLst>
              <a:path w="633018" h="152127">
                <a:moveTo>
                  <a:pt x="60865" y="85405"/>
                </a:moveTo>
                <a:cubicBezTo>
                  <a:pt x="55753" y="85405"/>
                  <a:pt x="54126" y="84723"/>
                  <a:pt x="55055" y="82447"/>
                </a:cubicBezTo>
                <a:lnTo>
                  <a:pt x="78751" y="23461"/>
                </a:lnTo>
                <a:lnTo>
                  <a:pt x="80144" y="23461"/>
                </a:lnTo>
                <a:lnTo>
                  <a:pt x="101979" y="85405"/>
                </a:lnTo>
                <a:lnTo>
                  <a:pt x="60865" y="85405"/>
                </a:lnTo>
                <a:moveTo>
                  <a:pt x="35776" y="131895"/>
                </a:moveTo>
                <a:lnTo>
                  <a:pt x="48551" y="98846"/>
                </a:lnTo>
                <a:cubicBezTo>
                  <a:pt x="49713" y="95882"/>
                  <a:pt x="51106" y="94972"/>
                  <a:pt x="56682" y="94972"/>
                </a:cubicBezTo>
                <a:lnTo>
                  <a:pt x="105697" y="94972"/>
                </a:lnTo>
                <a:lnTo>
                  <a:pt x="119170" y="133490"/>
                </a:lnTo>
                <a:cubicBezTo>
                  <a:pt x="121960" y="141239"/>
                  <a:pt x="113130" y="142150"/>
                  <a:pt x="101979" y="142834"/>
                </a:cubicBezTo>
                <a:cubicBezTo>
                  <a:pt x="100586" y="144200"/>
                  <a:pt x="100586" y="148982"/>
                  <a:pt x="101979" y="150348"/>
                </a:cubicBezTo>
                <a:cubicBezTo>
                  <a:pt x="110575" y="150122"/>
                  <a:pt x="123353" y="149892"/>
                  <a:pt x="132413" y="149892"/>
                </a:cubicBezTo>
                <a:cubicBezTo>
                  <a:pt x="141937" y="149892"/>
                  <a:pt x="150764" y="150122"/>
                  <a:pt x="158895" y="150348"/>
                </a:cubicBezTo>
                <a:cubicBezTo>
                  <a:pt x="160288" y="148982"/>
                  <a:pt x="160288" y="144200"/>
                  <a:pt x="158895" y="142834"/>
                </a:cubicBezTo>
                <a:cubicBezTo>
                  <a:pt x="149835" y="141921"/>
                  <a:pt x="141937" y="141239"/>
                  <a:pt x="137985" y="130300"/>
                </a:cubicBezTo>
                <a:lnTo>
                  <a:pt x="90133" y="0"/>
                </a:lnTo>
                <a:cubicBezTo>
                  <a:pt x="86648" y="2050"/>
                  <a:pt x="80378" y="4556"/>
                  <a:pt x="77358" y="4556"/>
                </a:cubicBezTo>
                <a:lnTo>
                  <a:pt x="24625" y="126651"/>
                </a:lnTo>
                <a:cubicBezTo>
                  <a:pt x="18584" y="140784"/>
                  <a:pt x="11616" y="142150"/>
                  <a:pt x="1393" y="142834"/>
                </a:cubicBezTo>
                <a:cubicBezTo>
                  <a:pt x="0" y="144200"/>
                  <a:pt x="0" y="148982"/>
                  <a:pt x="1393" y="150348"/>
                </a:cubicBezTo>
                <a:cubicBezTo>
                  <a:pt x="7433" y="150122"/>
                  <a:pt x="15100" y="149892"/>
                  <a:pt x="22069" y="149892"/>
                </a:cubicBezTo>
                <a:cubicBezTo>
                  <a:pt x="31593" y="149892"/>
                  <a:pt x="43209" y="150122"/>
                  <a:pt x="51805" y="150348"/>
                </a:cubicBezTo>
                <a:cubicBezTo>
                  <a:pt x="53198" y="148982"/>
                  <a:pt x="53198" y="144200"/>
                  <a:pt x="51805" y="142834"/>
                </a:cubicBezTo>
                <a:cubicBezTo>
                  <a:pt x="42975" y="142150"/>
                  <a:pt x="32058" y="141239"/>
                  <a:pt x="35776" y="131895"/>
                </a:cubicBezTo>
                <a:close/>
                <a:moveTo>
                  <a:pt x="250885" y="129118"/>
                </a:moveTo>
                <a:cubicBezTo>
                  <a:pt x="249957" y="127068"/>
                  <a:pt x="248096" y="126157"/>
                  <a:pt x="246008" y="125928"/>
                </a:cubicBezTo>
                <a:cubicBezTo>
                  <a:pt x="238107" y="135957"/>
                  <a:pt x="228118" y="140968"/>
                  <a:pt x="218129" y="140968"/>
                </a:cubicBezTo>
                <a:cubicBezTo>
                  <a:pt x="201172" y="140968"/>
                  <a:pt x="187001" y="124107"/>
                  <a:pt x="187001" y="97442"/>
                </a:cubicBezTo>
                <a:cubicBezTo>
                  <a:pt x="187001" y="72376"/>
                  <a:pt x="198152" y="57336"/>
                  <a:pt x="213486" y="57336"/>
                </a:cubicBezTo>
                <a:cubicBezTo>
                  <a:pt x="227189" y="57336"/>
                  <a:pt x="229047" y="65311"/>
                  <a:pt x="229979" y="73287"/>
                </a:cubicBezTo>
                <a:cubicBezTo>
                  <a:pt x="230674" y="79441"/>
                  <a:pt x="233928" y="81492"/>
                  <a:pt x="238805" y="81492"/>
                </a:cubicBezTo>
                <a:cubicBezTo>
                  <a:pt x="243683" y="81492"/>
                  <a:pt x="250187" y="78531"/>
                  <a:pt x="250187" y="71466"/>
                </a:cubicBezTo>
                <a:cubicBezTo>
                  <a:pt x="250187" y="58931"/>
                  <a:pt x="236948" y="49819"/>
                  <a:pt x="214645" y="49819"/>
                </a:cubicBezTo>
                <a:cubicBezTo>
                  <a:pt x="191648" y="49819"/>
                  <a:pt x="167023" y="70097"/>
                  <a:pt x="167023" y="102457"/>
                </a:cubicBezTo>
                <a:cubicBezTo>
                  <a:pt x="167023" y="131853"/>
                  <a:pt x="183750" y="152127"/>
                  <a:pt x="213018" y="152127"/>
                </a:cubicBezTo>
                <a:cubicBezTo>
                  <a:pt x="226959" y="152127"/>
                  <a:pt x="239270" y="147800"/>
                  <a:pt x="250885" y="129118"/>
                </a:cubicBezTo>
                <a:close/>
                <a:moveTo>
                  <a:pt x="350310" y="129118"/>
                </a:moveTo>
                <a:cubicBezTo>
                  <a:pt x="349381" y="127068"/>
                  <a:pt x="347520" y="126157"/>
                  <a:pt x="345433" y="125928"/>
                </a:cubicBezTo>
                <a:cubicBezTo>
                  <a:pt x="337532" y="135957"/>
                  <a:pt x="327543" y="140968"/>
                  <a:pt x="317554" y="140968"/>
                </a:cubicBezTo>
                <a:cubicBezTo>
                  <a:pt x="300597" y="140968"/>
                  <a:pt x="286425" y="124107"/>
                  <a:pt x="286425" y="97442"/>
                </a:cubicBezTo>
                <a:cubicBezTo>
                  <a:pt x="286425" y="72376"/>
                  <a:pt x="297577" y="57336"/>
                  <a:pt x="312911" y="57336"/>
                </a:cubicBezTo>
                <a:cubicBezTo>
                  <a:pt x="326614" y="57336"/>
                  <a:pt x="328472" y="65311"/>
                  <a:pt x="329404" y="73287"/>
                </a:cubicBezTo>
                <a:cubicBezTo>
                  <a:pt x="330099" y="79441"/>
                  <a:pt x="333353" y="81492"/>
                  <a:pt x="338230" y="81492"/>
                </a:cubicBezTo>
                <a:cubicBezTo>
                  <a:pt x="343107" y="81492"/>
                  <a:pt x="349612" y="78531"/>
                  <a:pt x="349612" y="71466"/>
                </a:cubicBezTo>
                <a:cubicBezTo>
                  <a:pt x="349612" y="58931"/>
                  <a:pt x="336373" y="49819"/>
                  <a:pt x="314070" y="49819"/>
                </a:cubicBezTo>
                <a:cubicBezTo>
                  <a:pt x="291072" y="49819"/>
                  <a:pt x="266448" y="70097"/>
                  <a:pt x="266448" y="102457"/>
                </a:cubicBezTo>
                <a:cubicBezTo>
                  <a:pt x="266448" y="131853"/>
                  <a:pt x="283175" y="152127"/>
                  <a:pt x="312443" y="152127"/>
                </a:cubicBezTo>
                <a:cubicBezTo>
                  <a:pt x="326384" y="152127"/>
                  <a:pt x="338694" y="147800"/>
                  <a:pt x="350310" y="129118"/>
                </a:cubicBezTo>
                <a:close/>
                <a:moveTo>
                  <a:pt x="386084" y="85669"/>
                </a:moveTo>
                <a:cubicBezTo>
                  <a:pt x="390497" y="60043"/>
                  <a:pt x="406759" y="58003"/>
                  <a:pt x="412335" y="58003"/>
                </a:cubicBezTo>
                <a:cubicBezTo>
                  <a:pt x="421161" y="58003"/>
                  <a:pt x="431614" y="62768"/>
                  <a:pt x="431614" y="81815"/>
                </a:cubicBezTo>
                <a:cubicBezTo>
                  <a:pt x="431614" y="83855"/>
                  <a:pt x="430686" y="84991"/>
                  <a:pt x="428130" y="84991"/>
                </a:cubicBezTo>
                <a:lnTo>
                  <a:pt x="386084" y="85669"/>
                </a:lnTo>
                <a:moveTo>
                  <a:pt x="446945" y="128680"/>
                </a:moveTo>
                <a:cubicBezTo>
                  <a:pt x="438353" y="137330"/>
                  <a:pt x="431614" y="140968"/>
                  <a:pt x="418141" y="140968"/>
                </a:cubicBezTo>
                <a:cubicBezTo>
                  <a:pt x="409779" y="140968"/>
                  <a:pt x="400021" y="136190"/>
                  <a:pt x="392822" y="124587"/>
                </a:cubicBezTo>
                <a:cubicBezTo>
                  <a:pt x="388175" y="117077"/>
                  <a:pt x="385385" y="106610"/>
                  <a:pt x="385385" y="93411"/>
                </a:cubicBezTo>
                <a:lnTo>
                  <a:pt x="447179" y="93867"/>
                </a:lnTo>
                <a:cubicBezTo>
                  <a:pt x="449965" y="93867"/>
                  <a:pt x="451592" y="92501"/>
                  <a:pt x="451592" y="89995"/>
                </a:cubicBezTo>
                <a:cubicBezTo>
                  <a:pt x="451592" y="70931"/>
                  <a:pt x="444623" y="50487"/>
                  <a:pt x="412335" y="50487"/>
                </a:cubicBezTo>
                <a:cubicBezTo>
                  <a:pt x="392124" y="50487"/>
                  <a:pt x="365872" y="69343"/>
                  <a:pt x="365872" y="103878"/>
                </a:cubicBezTo>
                <a:cubicBezTo>
                  <a:pt x="365872" y="116622"/>
                  <a:pt x="369126" y="128910"/>
                  <a:pt x="376793" y="137556"/>
                </a:cubicBezTo>
                <a:cubicBezTo>
                  <a:pt x="384691" y="146664"/>
                  <a:pt x="395608" y="152127"/>
                  <a:pt x="412335" y="152127"/>
                </a:cubicBezTo>
                <a:cubicBezTo>
                  <a:pt x="429987" y="152127"/>
                  <a:pt x="442532" y="144158"/>
                  <a:pt x="451826" y="132322"/>
                </a:cubicBezTo>
                <a:cubicBezTo>
                  <a:pt x="451127" y="130046"/>
                  <a:pt x="449734" y="128910"/>
                  <a:pt x="446945" y="128680"/>
                </a:cubicBezTo>
                <a:close/>
                <a:moveTo>
                  <a:pt x="472266" y="118408"/>
                </a:moveTo>
                <a:cubicBezTo>
                  <a:pt x="473195" y="129573"/>
                  <a:pt x="473893" y="140284"/>
                  <a:pt x="473893" y="149851"/>
                </a:cubicBezTo>
                <a:cubicBezTo>
                  <a:pt x="476215" y="149395"/>
                  <a:pt x="478540" y="149170"/>
                  <a:pt x="479699" y="149170"/>
                </a:cubicBezTo>
                <a:cubicBezTo>
                  <a:pt x="481326" y="149170"/>
                  <a:pt x="482719" y="149170"/>
                  <a:pt x="484346" y="149625"/>
                </a:cubicBezTo>
                <a:cubicBezTo>
                  <a:pt x="490620" y="151216"/>
                  <a:pt x="496891" y="152127"/>
                  <a:pt x="505486" y="152127"/>
                </a:cubicBezTo>
                <a:cubicBezTo>
                  <a:pt x="518495" y="152127"/>
                  <a:pt x="542421" y="145979"/>
                  <a:pt x="542421" y="123419"/>
                </a:cubicBezTo>
                <a:cubicBezTo>
                  <a:pt x="542421" y="107927"/>
                  <a:pt x="531040" y="98812"/>
                  <a:pt x="515241" y="93112"/>
                </a:cubicBezTo>
                <a:cubicBezTo>
                  <a:pt x="501304" y="87872"/>
                  <a:pt x="492013" y="84452"/>
                  <a:pt x="492013" y="71921"/>
                </a:cubicBezTo>
                <a:cubicBezTo>
                  <a:pt x="492013" y="62577"/>
                  <a:pt x="500375" y="57336"/>
                  <a:pt x="508273" y="57336"/>
                </a:cubicBezTo>
                <a:cubicBezTo>
                  <a:pt x="513384" y="57336"/>
                  <a:pt x="526857" y="59160"/>
                  <a:pt x="529877" y="78531"/>
                </a:cubicBezTo>
                <a:cubicBezTo>
                  <a:pt x="531270" y="79897"/>
                  <a:pt x="535917" y="79667"/>
                  <a:pt x="537310" y="78301"/>
                </a:cubicBezTo>
                <a:cubicBezTo>
                  <a:pt x="538008" y="70097"/>
                  <a:pt x="538473" y="61666"/>
                  <a:pt x="538707" y="54149"/>
                </a:cubicBezTo>
                <a:cubicBezTo>
                  <a:pt x="531504" y="53010"/>
                  <a:pt x="520353" y="49819"/>
                  <a:pt x="508273" y="49819"/>
                </a:cubicBezTo>
                <a:cubicBezTo>
                  <a:pt x="491085" y="49819"/>
                  <a:pt x="475520" y="60756"/>
                  <a:pt x="475520" y="75341"/>
                </a:cubicBezTo>
                <a:cubicBezTo>
                  <a:pt x="475520" y="91973"/>
                  <a:pt x="483184" y="99038"/>
                  <a:pt x="501073" y="106332"/>
                </a:cubicBezTo>
                <a:cubicBezTo>
                  <a:pt x="520353" y="114078"/>
                  <a:pt x="524766" y="118863"/>
                  <a:pt x="524766" y="128663"/>
                </a:cubicBezTo>
                <a:cubicBezTo>
                  <a:pt x="524766" y="139828"/>
                  <a:pt x="513618" y="144614"/>
                  <a:pt x="505022" y="144614"/>
                </a:cubicBezTo>
                <a:cubicBezTo>
                  <a:pt x="495962" y="144614"/>
                  <a:pt x="490851" y="141649"/>
                  <a:pt x="488529" y="139144"/>
                </a:cubicBezTo>
                <a:cubicBezTo>
                  <a:pt x="483418" y="133903"/>
                  <a:pt x="480862" y="123878"/>
                  <a:pt x="479469" y="118178"/>
                </a:cubicBezTo>
                <a:cubicBezTo>
                  <a:pt x="478076" y="116813"/>
                  <a:pt x="473659" y="117039"/>
                  <a:pt x="472266" y="118408"/>
                </a:cubicBezTo>
                <a:close/>
                <a:moveTo>
                  <a:pt x="562863" y="118408"/>
                </a:moveTo>
                <a:cubicBezTo>
                  <a:pt x="563792" y="129573"/>
                  <a:pt x="564490" y="140284"/>
                  <a:pt x="564490" y="149851"/>
                </a:cubicBezTo>
                <a:cubicBezTo>
                  <a:pt x="566812" y="149395"/>
                  <a:pt x="569137" y="149170"/>
                  <a:pt x="570296" y="149170"/>
                </a:cubicBezTo>
                <a:cubicBezTo>
                  <a:pt x="571923" y="149170"/>
                  <a:pt x="573316" y="149170"/>
                  <a:pt x="574943" y="149625"/>
                </a:cubicBezTo>
                <a:cubicBezTo>
                  <a:pt x="581217" y="151216"/>
                  <a:pt x="587488" y="152127"/>
                  <a:pt x="596084" y="152127"/>
                </a:cubicBezTo>
                <a:cubicBezTo>
                  <a:pt x="609092" y="152127"/>
                  <a:pt x="633018" y="145979"/>
                  <a:pt x="633018" y="123419"/>
                </a:cubicBezTo>
                <a:cubicBezTo>
                  <a:pt x="633018" y="107927"/>
                  <a:pt x="621637" y="98812"/>
                  <a:pt x="605838" y="93112"/>
                </a:cubicBezTo>
                <a:cubicBezTo>
                  <a:pt x="591901" y="87872"/>
                  <a:pt x="582610" y="84452"/>
                  <a:pt x="582610" y="71921"/>
                </a:cubicBezTo>
                <a:cubicBezTo>
                  <a:pt x="582610" y="62577"/>
                  <a:pt x="590972" y="57336"/>
                  <a:pt x="598870" y="57336"/>
                </a:cubicBezTo>
                <a:cubicBezTo>
                  <a:pt x="603981" y="57336"/>
                  <a:pt x="617454" y="59160"/>
                  <a:pt x="620474" y="78531"/>
                </a:cubicBezTo>
                <a:cubicBezTo>
                  <a:pt x="621867" y="79897"/>
                  <a:pt x="626514" y="79667"/>
                  <a:pt x="627907" y="78301"/>
                </a:cubicBezTo>
                <a:cubicBezTo>
                  <a:pt x="628605" y="70097"/>
                  <a:pt x="629070" y="61666"/>
                  <a:pt x="629304" y="54149"/>
                </a:cubicBezTo>
                <a:cubicBezTo>
                  <a:pt x="622101" y="53010"/>
                  <a:pt x="610950" y="49819"/>
                  <a:pt x="598870" y="49819"/>
                </a:cubicBezTo>
                <a:cubicBezTo>
                  <a:pt x="581682" y="49819"/>
                  <a:pt x="566117" y="60756"/>
                  <a:pt x="566117" y="75341"/>
                </a:cubicBezTo>
                <a:cubicBezTo>
                  <a:pt x="566117" y="91973"/>
                  <a:pt x="573781" y="99038"/>
                  <a:pt x="591670" y="106332"/>
                </a:cubicBezTo>
                <a:cubicBezTo>
                  <a:pt x="610950" y="114078"/>
                  <a:pt x="615363" y="118863"/>
                  <a:pt x="615363" y="128663"/>
                </a:cubicBezTo>
                <a:cubicBezTo>
                  <a:pt x="615363" y="139828"/>
                  <a:pt x="604215" y="144614"/>
                  <a:pt x="595619" y="144614"/>
                </a:cubicBezTo>
                <a:cubicBezTo>
                  <a:pt x="586559" y="144614"/>
                  <a:pt x="581448" y="141649"/>
                  <a:pt x="579126" y="139144"/>
                </a:cubicBezTo>
                <a:cubicBezTo>
                  <a:pt x="574015" y="133903"/>
                  <a:pt x="571459" y="123878"/>
                  <a:pt x="570066" y="118178"/>
                </a:cubicBezTo>
                <a:cubicBezTo>
                  <a:pt x="568673" y="116813"/>
                  <a:pt x="564256" y="117039"/>
                  <a:pt x="562863" y="1184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store3">
            <a:extLst xmlns:a="http://schemas.openxmlformats.org/drawingml/2006/main">
              <a:ext uri="{FF2B5EF4-FFF2-40B4-BE49-F238E27FC236}">
                <a16:creationId xmlns:a16="http://schemas.microsoft.com/office/drawing/2014/main" id="{42EBCEEF-8762-4324-BD7F-5DFBCEA3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273" y="7106929"/>
            <a:ext cx="630232" cy="141229"/>
          </a:xfrm>
          <a:custGeom xmlns:a="http://schemas.openxmlformats.org/drawingml/2006/main">
            <a:pathLst>
              <a:path w="630232" h="141229">
                <a:moveTo>
                  <a:pt x="0" y="107510"/>
                </a:moveTo>
                <a:cubicBezTo>
                  <a:pt x="929" y="118675"/>
                  <a:pt x="1627" y="129386"/>
                  <a:pt x="1627" y="138953"/>
                </a:cubicBezTo>
                <a:cubicBezTo>
                  <a:pt x="3949" y="138498"/>
                  <a:pt x="6274" y="138272"/>
                  <a:pt x="7433" y="138272"/>
                </a:cubicBezTo>
                <a:cubicBezTo>
                  <a:pt x="9060" y="138272"/>
                  <a:pt x="10453" y="138272"/>
                  <a:pt x="12080" y="138727"/>
                </a:cubicBezTo>
                <a:cubicBezTo>
                  <a:pt x="18354" y="140318"/>
                  <a:pt x="24625" y="141229"/>
                  <a:pt x="33220" y="141229"/>
                </a:cubicBezTo>
                <a:cubicBezTo>
                  <a:pt x="46229" y="141229"/>
                  <a:pt x="70155" y="135081"/>
                  <a:pt x="70155" y="112521"/>
                </a:cubicBezTo>
                <a:cubicBezTo>
                  <a:pt x="70155" y="97029"/>
                  <a:pt x="58773" y="87914"/>
                  <a:pt x="42975" y="82214"/>
                </a:cubicBezTo>
                <a:cubicBezTo>
                  <a:pt x="29038" y="76974"/>
                  <a:pt x="19747" y="73554"/>
                  <a:pt x="19747" y="61023"/>
                </a:cubicBezTo>
                <a:cubicBezTo>
                  <a:pt x="19747" y="51679"/>
                  <a:pt x="28109" y="46438"/>
                  <a:pt x="36006" y="46438"/>
                </a:cubicBezTo>
                <a:cubicBezTo>
                  <a:pt x="41118" y="46438"/>
                  <a:pt x="54591" y="48263"/>
                  <a:pt x="57611" y="67633"/>
                </a:cubicBezTo>
                <a:cubicBezTo>
                  <a:pt x="59004" y="68999"/>
                  <a:pt x="63651" y="68769"/>
                  <a:pt x="65044" y="67403"/>
                </a:cubicBezTo>
                <a:cubicBezTo>
                  <a:pt x="65742" y="59199"/>
                  <a:pt x="66206" y="50768"/>
                  <a:pt x="66440" y="43251"/>
                </a:cubicBezTo>
                <a:cubicBezTo>
                  <a:pt x="59238" y="42112"/>
                  <a:pt x="48086" y="38921"/>
                  <a:pt x="36006" y="38921"/>
                </a:cubicBezTo>
                <a:cubicBezTo>
                  <a:pt x="18818" y="38921"/>
                  <a:pt x="3254" y="49858"/>
                  <a:pt x="3254" y="64443"/>
                </a:cubicBezTo>
                <a:cubicBezTo>
                  <a:pt x="3254" y="81075"/>
                  <a:pt x="10917" y="88140"/>
                  <a:pt x="28807" y="95434"/>
                </a:cubicBezTo>
                <a:cubicBezTo>
                  <a:pt x="48086" y="103180"/>
                  <a:pt x="52499" y="107965"/>
                  <a:pt x="52499" y="117765"/>
                </a:cubicBezTo>
                <a:cubicBezTo>
                  <a:pt x="52499" y="128931"/>
                  <a:pt x="41352" y="133716"/>
                  <a:pt x="32756" y="133716"/>
                </a:cubicBezTo>
                <a:cubicBezTo>
                  <a:pt x="23696" y="133716"/>
                  <a:pt x="18584" y="130751"/>
                  <a:pt x="16263" y="128246"/>
                </a:cubicBezTo>
                <a:cubicBezTo>
                  <a:pt x="11151" y="123005"/>
                  <a:pt x="8596" y="112980"/>
                  <a:pt x="7203" y="107281"/>
                </a:cubicBezTo>
                <a:cubicBezTo>
                  <a:pt x="5810" y="105915"/>
                  <a:pt x="1393" y="106141"/>
                  <a:pt x="0" y="107510"/>
                </a:cubicBezTo>
                <a:close/>
                <a:moveTo>
                  <a:pt x="89438" y="41368"/>
                </a:moveTo>
                <a:cubicBezTo>
                  <a:pt x="86184" y="41368"/>
                  <a:pt x="85255" y="44103"/>
                  <a:pt x="85255" y="45924"/>
                </a:cubicBezTo>
                <a:lnTo>
                  <a:pt x="85255" y="48885"/>
                </a:lnTo>
                <a:cubicBezTo>
                  <a:pt x="85255" y="50024"/>
                  <a:pt x="85486" y="50250"/>
                  <a:pt x="86418" y="50250"/>
                </a:cubicBezTo>
                <a:lnTo>
                  <a:pt x="100121" y="50250"/>
                </a:lnTo>
                <a:lnTo>
                  <a:pt x="100121" y="118700"/>
                </a:lnTo>
                <a:cubicBezTo>
                  <a:pt x="100121" y="134852"/>
                  <a:pt x="107324" y="141229"/>
                  <a:pt x="118008" y="141229"/>
                </a:cubicBezTo>
                <a:cubicBezTo>
                  <a:pt x="128695" y="141229"/>
                  <a:pt x="140310" y="136221"/>
                  <a:pt x="149370" y="126203"/>
                </a:cubicBezTo>
                <a:cubicBezTo>
                  <a:pt x="148906" y="123930"/>
                  <a:pt x="147513" y="122564"/>
                  <a:pt x="145188" y="122338"/>
                </a:cubicBezTo>
                <a:cubicBezTo>
                  <a:pt x="139148" y="126887"/>
                  <a:pt x="132179" y="128705"/>
                  <a:pt x="126139" y="128705"/>
                </a:cubicBezTo>
                <a:cubicBezTo>
                  <a:pt x="119869" y="128705"/>
                  <a:pt x="118476" y="121883"/>
                  <a:pt x="118476" y="107784"/>
                </a:cubicBezTo>
                <a:lnTo>
                  <a:pt x="118476" y="50250"/>
                </a:lnTo>
                <a:lnTo>
                  <a:pt x="142632" y="50250"/>
                </a:lnTo>
                <a:cubicBezTo>
                  <a:pt x="144957" y="50250"/>
                  <a:pt x="148208" y="49340"/>
                  <a:pt x="148208" y="47289"/>
                </a:cubicBezTo>
                <a:lnTo>
                  <a:pt x="148208" y="42737"/>
                </a:lnTo>
                <a:cubicBezTo>
                  <a:pt x="148208" y="41827"/>
                  <a:pt x="147513" y="41368"/>
                  <a:pt x="146350" y="41368"/>
                </a:cubicBezTo>
                <a:lnTo>
                  <a:pt x="118476" y="41368"/>
                </a:lnTo>
                <a:lnTo>
                  <a:pt x="118476" y="32489"/>
                </a:lnTo>
                <a:cubicBezTo>
                  <a:pt x="118476" y="17685"/>
                  <a:pt x="119404" y="8573"/>
                  <a:pt x="119404" y="8573"/>
                </a:cubicBezTo>
                <a:cubicBezTo>
                  <a:pt x="119404" y="7207"/>
                  <a:pt x="118706" y="6523"/>
                  <a:pt x="117543" y="6523"/>
                </a:cubicBezTo>
                <a:cubicBezTo>
                  <a:pt x="116615" y="6523"/>
                  <a:pt x="114523" y="7437"/>
                  <a:pt x="112435" y="8573"/>
                </a:cubicBezTo>
                <a:cubicBezTo>
                  <a:pt x="109880" y="9942"/>
                  <a:pt x="107555" y="11079"/>
                  <a:pt x="104535" y="11763"/>
                </a:cubicBezTo>
                <a:cubicBezTo>
                  <a:pt x="101748" y="12674"/>
                  <a:pt x="99427" y="13358"/>
                  <a:pt x="99427" y="14950"/>
                </a:cubicBezTo>
                <a:cubicBezTo>
                  <a:pt x="99427" y="17685"/>
                  <a:pt x="100121" y="16090"/>
                  <a:pt x="100121" y="41368"/>
                </a:cubicBezTo>
                <a:lnTo>
                  <a:pt x="89438" y="41368"/>
                </a:lnTo>
                <a:close/>
                <a:moveTo>
                  <a:pt x="162376" y="92240"/>
                </a:moveTo>
                <a:cubicBezTo>
                  <a:pt x="162376" y="115485"/>
                  <a:pt x="178175" y="141229"/>
                  <a:pt x="211161" y="141229"/>
                </a:cubicBezTo>
                <a:cubicBezTo>
                  <a:pt x="226027" y="141229"/>
                  <a:pt x="237413" y="135992"/>
                  <a:pt x="245310" y="128475"/>
                </a:cubicBezTo>
                <a:cubicBezTo>
                  <a:pt x="255763" y="118446"/>
                  <a:pt x="260410" y="104090"/>
                  <a:pt x="260410" y="90190"/>
                </a:cubicBezTo>
                <a:cubicBezTo>
                  <a:pt x="260410" y="66490"/>
                  <a:pt x="247167" y="38921"/>
                  <a:pt x="211625" y="38921"/>
                </a:cubicBezTo>
                <a:cubicBezTo>
                  <a:pt x="196295" y="38921"/>
                  <a:pt x="183750" y="45072"/>
                  <a:pt x="175155" y="54869"/>
                </a:cubicBezTo>
                <a:cubicBezTo>
                  <a:pt x="166793" y="64669"/>
                  <a:pt x="162376" y="77884"/>
                  <a:pt x="162376" y="92240"/>
                </a:cubicBezTo>
                <a:moveTo>
                  <a:pt x="208141" y="46893"/>
                </a:moveTo>
                <a:cubicBezTo>
                  <a:pt x="228119" y="46893"/>
                  <a:pt x="240433" y="64669"/>
                  <a:pt x="240433" y="97484"/>
                </a:cubicBezTo>
                <a:cubicBezTo>
                  <a:pt x="240433" y="126196"/>
                  <a:pt x="225332" y="133261"/>
                  <a:pt x="214415" y="133261"/>
                </a:cubicBezTo>
                <a:cubicBezTo>
                  <a:pt x="190255" y="133261"/>
                  <a:pt x="182357" y="104546"/>
                  <a:pt x="182357" y="87000"/>
                </a:cubicBezTo>
                <a:cubicBezTo>
                  <a:pt x="182357" y="67174"/>
                  <a:pt x="187235" y="46893"/>
                  <a:pt x="208141" y="46893"/>
                </a:cubicBezTo>
                <a:close/>
                <a:moveTo>
                  <a:pt x="310819" y="57374"/>
                </a:moveTo>
                <a:cubicBezTo>
                  <a:pt x="310354" y="48259"/>
                  <a:pt x="310120" y="42341"/>
                  <a:pt x="308961" y="40061"/>
                </a:cubicBezTo>
                <a:cubicBezTo>
                  <a:pt x="308493" y="38921"/>
                  <a:pt x="308029" y="38240"/>
                  <a:pt x="306172" y="38240"/>
                </a:cubicBezTo>
                <a:cubicBezTo>
                  <a:pt x="299667" y="40746"/>
                  <a:pt x="293627" y="42796"/>
                  <a:pt x="277598" y="44843"/>
                </a:cubicBezTo>
                <a:cubicBezTo>
                  <a:pt x="277134" y="46212"/>
                  <a:pt x="277598" y="49854"/>
                  <a:pt x="278063" y="51220"/>
                </a:cubicBezTo>
                <a:cubicBezTo>
                  <a:pt x="290607" y="52360"/>
                  <a:pt x="293163" y="53500"/>
                  <a:pt x="293163" y="66722"/>
                </a:cubicBezTo>
                <a:lnTo>
                  <a:pt x="293163" y="111187"/>
                </a:lnTo>
                <a:cubicBezTo>
                  <a:pt x="293163" y="130112"/>
                  <a:pt x="290377" y="131023"/>
                  <a:pt x="275971" y="131936"/>
                </a:cubicBezTo>
                <a:cubicBezTo>
                  <a:pt x="274578" y="133302"/>
                  <a:pt x="274578" y="138084"/>
                  <a:pt x="275971" y="139450"/>
                </a:cubicBezTo>
                <a:cubicBezTo>
                  <a:pt x="284103" y="139224"/>
                  <a:pt x="293163" y="138994"/>
                  <a:pt x="302457" y="138994"/>
                </a:cubicBezTo>
                <a:cubicBezTo>
                  <a:pt x="311747" y="138994"/>
                  <a:pt x="322434" y="139224"/>
                  <a:pt x="330562" y="139450"/>
                </a:cubicBezTo>
                <a:cubicBezTo>
                  <a:pt x="331959" y="138084"/>
                  <a:pt x="331959" y="133302"/>
                  <a:pt x="330562" y="131936"/>
                </a:cubicBezTo>
                <a:cubicBezTo>
                  <a:pt x="314303" y="130797"/>
                  <a:pt x="311513" y="130112"/>
                  <a:pt x="311513" y="111187"/>
                </a:cubicBezTo>
                <a:lnTo>
                  <a:pt x="311513" y="79493"/>
                </a:lnTo>
                <a:cubicBezTo>
                  <a:pt x="311513" y="73565"/>
                  <a:pt x="314303" y="68321"/>
                  <a:pt x="317089" y="64217"/>
                </a:cubicBezTo>
                <a:cubicBezTo>
                  <a:pt x="319645" y="60568"/>
                  <a:pt x="324990" y="53044"/>
                  <a:pt x="327776" y="53044"/>
                </a:cubicBezTo>
                <a:cubicBezTo>
                  <a:pt x="329868" y="53044"/>
                  <a:pt x="331959" y="53500"/>
                  <a:pt x="333816" y="56009"/>
                </a:cubicBezTo>
                <a:cubicBezTo>
                  <a:pt x="335443" y="58288"/>
                  <a:pt x="338229" y="61253"/>
                  <a:pt x="342178" y="61253"/>
                </a:cubicBezTo>
                <a:cubicBezTo>
                  <a:pt x="347754" y="61253"/>
                  <a:pt x="353095" y="55550"/>
                  <a:pt x="353095" y="49854"/>
                </a:cubicBezTo>
                <a:cubicBezTo>
                  <a:pt x="353095" y="45528"/>
                  <a:pt x="348916" y="38921"/>
                  <a:pt x="339158" y="38921"/>
                </a:cubicBezTo>
                <a:cubicBezTo>
                  <a:pt x="328241" y="38921"/>
                  <a:pt x="318716" y="48944"/>
                  <a:pt x="313374" y="57830"/>
                </a:cubicBezTo>
                <a:cubicBezTo>
                  <a:pt x="311981" y="60339"/>
                  <a:pt x="310819" y="58514"/>
                  <a:pt x="310819" y="57374"/>
                </a:cubicBezTo>
                <a:close/>
                <a:moveTo>
                  <a:pt x="383296" y="74771"/>
                </a:moveTo>
                <a:cubicBezTo>
                  <a:pt x="387709" y="49145"/>
                  <a:pt x="403972" y="47105"/>
                  <a:pt x="409547" y="47105"/>
                </a:cubicBezTo>
                <a:cubicBezTo>
                  <a:pt x="418373" y="47105"/>
                  <a:pt x="428826" y="51870"/>
                  <a:pt x="428826" y="70917"/>
                </a:cubicBezTo>
                <a:cubicBezTo>
                  <a:pt x="428826" y="72957"/>
                  <a:pt x="427898" y="74093"/>
                  <a:pt x="425342" y="74093"/>
                </a:cubicBezTo>
                <a:lnTo>
                  <a:pt x="383296" y="74771"/>
                </a:lnTo>
                <a:moveTo>
                  <a:pt x="444157" y="117782"/>
                </a:moveTo>
                <a:cubicBezTo>
                  <a:pt x="435565" y="126432"/>
                  <a:pt x="428826" y="130070"/>
                  <a:pt x="415353" y="130070"/>
                </a:cubicBezTo>
                <a:cubicBezTo>
                  <a:pt x="406992" y="130070"/>
                  <a:pt x="397233" y="125292"/>
                  <a:pt x="390034" y="113689"/>
                </a:cubicBezTo>
                <a:cubicBezTo>
                  <a:pt x="385387" y="106179"/>
                  <a:pt x="382597" y="95712"/>
                  <a:pt x="382597" y="82513"/>
                </a:cubicBezTo>
                <a:lnTo>
                  <a:pt x="444391" y="82969"/>
                </a:lnTo>
                <a:cubicBezTo>
                  <a:pt x="447177" y="82969"/>
                  <a:pt x="448804" y="81603"/>
                  <a:pt x="448804" y="79097"/>
                </a:cubicBezTo>
                <a:cubicBezTo>
                  <a:pt x="448804" y="60033"/>
                  <a:pt x="441835" y="39589"/>
                  <a:pt x="409547" y="39589"/>
                </a:cubicBezTo>
                <a:cubicBezTo>
                  <a:pt x="389336" y="39589"/>
                  <a:pt x="363084" y="58445"/>
                  <a:pt x="363084" y="92980"/>
                </a:cubicBezTo>
                <a:cubicBezTo>
                  <a:pt x="363084" y="105724"/>
                  <a:pt x="366338" y="118012"/>
                  <a:pt x="374005" y="126658"/>
                </a:cubicBezTo>
                <a:cubicBezTo>
                  <a:pt x="381903" y="135766"/>
                  <a:pt x="392820" y="141229"/>
                  <a:pt x="409547" y="141229"/>
                </a:cubicBezTo>
                <a:cubicBezTo>
                  <a:pt x="427199" y="141229"/>
                  <a:pt x="439744" y="133261"/>
                  <a:pt x="449038" y="121424"/>
                </a:cubicBezTo>
                <a:cubicBezTo>
                  <a:pt x="448340" y="119148"/>
                  <a:pt x="446947" y="118012"/>
                  <a:pt x="444157" y="117782"/>
                </a:cubicBezTo>
                <a:close/>
                <a:moveTo>
                  <a:pt x="584237" y="7972"/>
                </a:moveTo>
                <a:cubicBezTo>
                  <a:pt x="594225" y="7972"/>
                  <a:pt x="603516" y="13890"/>
                  <a:pt x="603516" y="28458"/>
                </a:cubicBezTo>
                <a:cubicBezTo>
                  <a:pt x="603516" y="39835"/>
                  <a:pt x="590043" y="57360"/>
                  <a:pt x="567045" y="60547"/>
                </a:cubicBezTo>
                <a:lnTo>
                  <a:pt x="568208" y="67834"/>
                </a:lnTo>
                <a:cubicBezTo>
                  <a:pt x="572157" y="67379"/>
                  <a:pt x="576339" y="67379"/>
                  <a:pt x="579359" y="67379"/>
                </a:cubicBezTo>
                <a:cubicBezTo>
                  <a:pt x="592598" y="67379"/>
                  <a:pt x="609790" y="71028"/>
                  <a:pt x="609790" y="96786"/>
                </a:cubicBezTo>
                <a:cubicBezTo>
                  <a:pt x="609790" y="127106"/>
                  <a:pt x="589114" y="133261"/>
                  <a:pt x="580983" y="133261"/>
                </a:cubicBezTo>
                <a:cubicBezTo>
                  <a:pt x="569137" y="133261"/>
                  <a:pt x="567045" y="128017"/>
                  <a:pt x="564259" y="123912"/>
                </a:cubicBezTo>
                <a:cubicBezTo>
                  <a:pt x="561934" y="120722"/>
                  <a:pt x="558914" y="117987"/>
                  <a:pt x="554270" y="117987"/>
                </a:cubicBezTo>
                <a:cubicBezTo>
                  <a:pt x="549389" y="117987"/>
                  <a:pt x="544512" y="122317"/>
                  <a:pt x="544512" y="125966"/>
                </a:cubicBezTo>
                <a:cubicBezTo>
                  <a:pt x="544512" y="135081"/>
                  <a:pt x="564025" y="141229"/>
                  <a:pt x="577963" y="141229"/>
                </a:cubicBezTo>
                <a:cubicBezTo>
                  <a:pt x="605607" y="141229"/>
                  <a:pt x="630232" y="123687"/>
                  <a:pt x="630232" y="93595"/>
                </a:cubicBezTo>
                <a:cubicBezTo>
                  <a:pt x="630232" y="68748"/>
                  <a:pt x="611183" y="59866"/>
                  <a:pt x="597476" y="57590"/>
                </a:cubicBezTo>
                <a:lnTo>
                  <a:pt x="597245" y="57134"/>
                </a:lnTo>
                <a:cubicBezTo>
                  <a:pt x="616294" y="48259"/>
                  <a:pt x="621636" y="38925"/>
                  <a:pt x="621636" y="26863"/>
                </a:cubicBezTo>
                <a:cubicBezTo>
                  <a:pt x="621636" y="20034"/>
                  <a:pt x="620009" y="14575"/>
                  <a:pt x="614433" y="8882"/>
                </a:cubicBezTo>
                <a:cubicBezTo>
                  <a:pt x="609326" y="3875"/>
                  <a:pt x="601194" y="0"/>
                  <a:pt x="589114" y="0"/>
                </a:cubicBezTo>
                <a:cubicBezTo>
                  <a:pt x="554965" y="0"/>
                  <a:pt x="545210" y="21855"/>
                  <a:pt x="545210" y="29368"/>
                </a:cubicBezTo>
                <a:cubicBezTo>
                  <a:pt x="545210" y="32555"/>
                  <a:pt x="547532" y="37104"/>
                  <a:pt x="553108" y="37104"/>
                </a:cubicBezTo>
                <a:cubicBezTo>
                  <a:pt x="561239" y="37104"/>
                  <a:pt x="562168" y="29594"/>
                  <a:pt x="562168" y="25271"/>
                </a:cubicBezTo>
                <a:cubicBezTo>
                  <a:pt x="562168" y="10703"/>
                  <a:pt x="578197" y="7972"/>
                  <a:pt x="584237" y="79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EEC16-2601-4B86-9FFB-4FD62C57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2955" y="5035007"/>
            <a:ext cx="1215027" cy="588525"/>
          </a:xfrm>
          <a:custGeom xmlns:a="http://schemas.openxmlformats.org/drawingml/2006/main">
            <a:pathLst>
              <a:path w="1215027" h="588525" fill="none">
                <a:moveTo>
                  <a:pt x="1134020" y="0"/>
                </a:moveTo>
                <a:lnTo>
                  <a:pt x="81006" y="0"/>
                </a:lnTo>
                <a:cubicBezTo>
                  <a:pt x="36267" y="0"/>
                  <a:pt x="0" y="36267"/>
                  <a:pt x="0" y="81006"/>
                </a:cubicBezTo>
                <a:lnTo>
                  <a:pt x="0" y="507519"/>
                </a:lnTo>
                <a:cubicBezTo>
                  <a:pt x="0" y="552258"/>
                  <a:pt x="36267" y="588525"/>
                  <a:pt x="81006" y="588525"/>
                </a:cubicBezTo>
                <a:lnTo>
                  <a:pt x="1134020" y="588525"/>
                </a:lnTo>
                <a:cubicBezTo>
                  <a:pt x="1178760" y="588525"/>
                  <a:pt x="1215027" y="552258"/>
                  <a:pt x="1215027" y="507519"/>
                </a:cubicBezTo>
                <a:lnTo>
                  <a:pt x="1215027" y="81006"/>
                </a:lnTo>
                <a:cubicBezTo>
                  <a:pt x="1215027" y="36267"/>
                  <a:pt x="1178760" y="0"/>
                  <a:pt x="1134020" y="0"/>
                </a:cubicBezTo>
                <a:close/>
                <a:moveTo>
                  <a:pt x="0" y="588525"/>
                </a:move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117" name="Text Access">
            <a:extLst xmlns:a="http://schemas.openxmlformats.org/drawingml/2006/main">
              <a:ext uri="{FF2B5EF4-FFF2-40B4-BE49-F238E27FC236}">
                <a16:creationId xmlns:a16="http://schemas.microsoft.com/office/drawing/2014/main" id="{F6BE22B9-0857-4735-9D55-DBDC116D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277" y="5110355"/>
            <a:ext cx="633018" cy="152127"/>
          </a:xfrm>
          <a:custGeom xmlns:a="http://schemas.openxmlformats.org/drawingml/2006/main">
            <a:pathLst>
              <a:path w="633018" h="152127">
                <a:moveTo>
                  <a:pt x="60865" y="85405"/>
                </a:moveTo>
                <a:cubicBezTo>
                  <a:pt x="55753" y="85405"/>
                  <a:pt x="54126" y="84723"/>
                  <a:pt x="55055" y="82447"/>
                </a:cubicBezTo>
                <a:lnTo>
                  <a:pt x="78751" y="23461"/>
                </a:lnTo>
                <a:lnTo>
                  <a:pt x="80144" y="23461"/>
                </a:lnTo>
                <a:lnTo>
                  <a:pt x="101979" y="85405"/>
                </a:lnTo>
                <a:lnTo>
                  <a:pt x="60865" y="85405"/>
                </a:lnTo>
                <a:moveTo>
                  <a:pt x="35776" y="131895"/>
                </a:moveTo>
                <a:lnTo>
                  <a:pt x="48551" y="98846"/>
                </a:lnTo>
                <a:cubicBezTo>
                  <a:pt x="49713" y="95882"/>
                  <a:pt x="51106" y="94972"/>
                  <a:pt x="56682" y="94972"/>
                </a:cubicBezTo>
                <a:lnTo>
                  <a:pt x="105697" y="94972"/>
                </a:lnTo>
                <a:lnTo>
                  <a:pt x="119170" y="133490"/>
                </a:lnTo>
                <a:cubicBezTo>
                  <a:pt x="121960" y="141239"/>
                  <a:pt x="113130" y="142150"/>
                  <a:pt x="101979" y="142834"/>
                </a:cubicBezTo>
                <a:cubicBezTo>
                  <a:pt x="100586" y="144200"/>
                  <a:pt x="100586" y="148982"/>
                  <a:pt x="101979" y="150348"/>
                </a:cubicBezTo>
                <a:cubicBezTo>
                  <a:pt x="110575" y="150122"/>
                  <a:pt x="123353" y="149892"/>
                  <a:pt x="132413" y="149892"/>
                </a:cubicBezTo>
                <a:cubicBezTo>
                  <a:pt x="141937" y="149892"/>
                  <a:pt x="150764" y="150122"/>
                  <a:pt x="158895" y="150348"/>
                </a:cubicBezTo>
                <a:cubicBezTo>
                  <a:pt x="160288" y="148982"/>
                  <a:pt x="160288" y="144200"/>
                  <a:pt x="158895" y="142834"/>
                </a:cubicBezTo>
                <a:cubicBezTo>
                  <a:pt x="149835" y="141921"/>
                  <a:pt x="141937" y="141239"/>
                  <a:pt x="137985" y="130300"/>
                </a:cubicBezTo>
                <a:lnTo>
                  <a:pt x="90133" y="0"/>
                </a:lnTo>
                <a:cubicBezTo>
                  <a:pt x="86648" y="2050"/>
                  <a:pt x="80378" y="4556"/>
                  <a:pt x="77358" y="4556"/>
                </a:cubicBezTo>
                <a:lnTo>
                  <a:pt x="24625" y="126651"/>
                </a:lnTo>
                <a:cubicBezTo>
                  <a:pt x="18584" y="140784"/>
                  <a:pt x="11616" y="142150"/>
                  <a:pt x="1393" y="142834"/>
                </a:cubicBezTo>
                <a:cubicBezTo>
                  <a:pt x="0" y="144200"/>
                  <a:pt x="0" y="148982"/>
                  <a:pt x="1393" y="150348"/>
                </a:cubicBezTo>
                <a:cubicBezTo>
                  <a:pt x="7433" y="150122"/>
                  <a:pt x="15100" y="149892"/>
                  <a:pt x="22069" y="149892"/>
                </a:cubicBezTo>
                <a:cubicBezTo>
                  <a:pt x="31593" y="149892"/>
                  <a:pt x="43209" y="150122"/>
                  <a:pt x="51805" y="150348"/>
                </a:cubicBezTo>
                <a:cubicBezTo>
                  <a:pt x="53198" y="148982"/>
                  <a:pt x="53198" y="144200"/>
                  <a:pt x="51805" y="142834"/>
                </a:cubicBezTo>
                <a:cubicBezTo>
                  <a:pt x="42975" y="142150"/>
                  <a:pt x="32058" y="141239"/>
                  <a:pt x="35776" y="131895"/>
                </a:cubicBezTo>
                <a:close/>
                <a:moveTo>
                  <a:pt x="250885" y="129118"/>
                </a:moveTo>
                <a:cubicBezTo>
                  <a:pt x="249956" y="127068"/>
                  <a:pt x="248095" y="126157"/>
                  <a:pt x="246007" y="125928"/>
                </a:cubicBezTo>
                <a:cubicBezTo>
                  <a:pt x="238106" y="135957"/>
                  <a:pt x="228118" y="140968"/>
                  <a:pt x="218129" y="140968"/>
                </a:cubicBezTo>
                <a:cubicBezTo>
                  <a:pt x="201171" y="140968"/>
                  <a:pt x="187000" y="124107"/>
                  <a:pt x="187000" y="97442"/>
                </a:cubicBezTo>
                <a:cubicBezTo>
                  <a:pt x="187000" y="72376"/>
                  <a:pt x="198151" y="57336"/>
                  <a:pt x="213485" y="57336"/>
                </a:cubicBezTo>
                <a:cubicBezTo>
                  <a:pt x="227189" y="57336"/>
                  <a:pt x="229046" y="65311"/>
                  <a:pt x="229979" y="73287"/>
                </a:cubicBezTo>
                <a:cubicBezTo>
                  <a:pt x="230673" y="79441"/>
                  <a:pt x="233927" y="81492"/>
                  <a:pt x="238805" y="81492"/>
                </a:cubicBezTo>
                <a:cubicBezTo>
                  <a:pt x="243682" y="81492"/>
                  <a:pt x="250186" y="78531"/>
                  <a:pt x="250186" y="71466"/>
                </a:cubicBezTo>
                <a:cubicBezTo>
                  <a:pt x="250186" y="58931"/>
                  <a:pt x="236947" y="49819"/>
                  <a:pt x="214644" y="49819"/>
                </a:cubicBezTo>
                <a:cubicBezTo>
                  <a:pt x="191647" y="49819"/>
                  <a:pt x="167022" y="70097"/>
                  <a:pt x="167022" y="102457"/>
                </a:cubicBezTo>
                <a:cubicBezTo>
                  <a:pt x="167022" y="131853"/>
                  <a:pt x="183750" y="152127"/>
                  <a:pt x="213017" y="152127"/>
                </a:cubicBezTo>
                <a:cubicBezTo>
                  <a:pt x="226959" y="152127"/>
                  <a:pt x="239269" y="147800"/>
                  <a:pt x="250885" y="129118"/>
                </a:cubicBezTo>
                <a:close/>
                <a:moveTo>
                  <a:pt x="350310" y="129118"/>
                </a:moveTo>
                <a:cubicBezTo>
                  <a:pt x="349381" y="127068"/>
                  <a:pt x="347520" y="126157"/>
                  <a:pt x="345432" y="125928"/>
                </a:cubicBezTo>
                <a:cubicBezTo>
                  <a:pt x="337531" y="135957"/>
                  <a:pt x="327543" y="140968"/>
                  <a:pt x="317554" y="140968"/>
                </a:cubicBezTo>
                <a:cubicBezTo>
                  <a:pt x="300596" y="140968"/>
                  <a:pt x="286425" y="124107"/>
                  <a:pt x="286425" y="97442"/>
                </a:cubicBezTo>
                <a:cubicBezTo>
                  <a:pt x="286425" y="72376"/>
                  <a:pt x="297576" y="57336"/>
                  <a:pt x="312910" y="57336"/>
                </a:cubicBezTo>
                <a:cubicBezTo>
                  <a:pt x="326614" y="57336"/>
                  <a:pt x="328471" y="65311"/>
                  <a:pt x="329404" y="73287"/>
                </a:cubicBezTo>
                <a:cubicBezTo>
                  <a:pt x="330098" y="79441"/>
                  <a:pt x="333352" y="81492"/>
                  <a:pt x="338230" y="81492"/>
                </a:cubicBezTo>
                <a:cubicBezTo>
                  <a:pt x="343107" y="81492"/>
                  <a:pt x="349611" y="78531"/>
                  <a:pt x="349611" y="71466"/>
                </a:cubicBezTo>
                <a:cubicBezTo>
                  <a:pt x="349611" y="58931"/>
                  <a:pt x="336372" y="49819"/>
                  <a:pt x="314069" y="49819"/>
                </a:cubicBezTo>
                <a:cubicBezTo>
                  <a:pt x="291072" y="49819"/>
                  <a:pt x="266447" y="70097"/>
                  <a:pt x="266447" y="102457"/>
                </a:cubicBezTo>
                <a:cubicBezTo>
                  <a:pt x="266447" y="131853"/>
                  <a:pt x="283175" y="152127"/>
                  <a:pt x="312442" y="152127"/>
                </a:cubicBezTo>
                <a:cubicBezTo>
                  <a:pt x="326384" y="152127"/>
                  <a:pt x="338694" y="147800"/>
                  <a:pt x="350310" y="129118"/>
                </a:cubicBezTo>
                <a:close/>
                <a:moveTo>
                  <a:pt x="386084" y="85669"/>
                </a:moveTo>
                <a:cubicBezTo>
                  <a:pt x="390497" y="60043"/>
                  <a:pt x="406759" y="58003"/>
                  <a:pt x="412335" y="58003"/>
                </a:cubicBezTo>
                <a:cubicBezTo>
                  <a:pt x="421161" y="58003"/>
                  <a:pt x="431614" y="62768"/>
                  <a:pt x="431614" y="81815"/>
                </a:cubicBezTo>
                <a:cubicBezTo>
                  <a:pt x="431614" y="83855"/>
                  <a:pt x="430686" y="84991"/>
                  <a:pt x="428130" y="84991"/>
                </a:cubicBezTo>
                <a:lnTo>
                  <a:pt x="386084" y="85669"/>
                </a:lnTo>
                <a:moveTo>
                  <a:pt x="446945" y="128680"/>
                </a:moveTo>
                <a:cubicBezTo>
                  <a:pt x="438353" y="137330"/>
                  <a:pt x="431614" y="140968"/>
                  <a:pt x="418141" y="140968"/>
                </a:cubicBezTo>
                <a:cubicBezTo>
                  <a:pt x="409779" y="140968"/>
                  <a:pt x="400021" y="136190"/>
                  <a:pt x="392822" y="124587"/>
                </a:cubicBezTo>
                <a:cubicBezTo>
                  <a:pt x="388175" y="117077"/>
                  <a:pt x="385385" y="106610"/>
                  <a:pt x="385385" y="93411"/>
                </a:cubicBezTo>
                <a:lnTo>
                  <a:pt x="447179" y="93867"/>
                </a:lnTo>
                <a:cubicBezTo>
                  <a:pt x="449965" y="93867"/>
                  <a:pt x="451592" y="92501"/>
                  <a:pt x="451592" y="89995"/>
                </a:cubicBezTo>
                <a:cubicBezTo>
                  <a:pt x="451592" y="70931"/>
                  <a:pt x="444623" y="50487"/>
                  <a:pt x="412335" y="50487"/>
                </a:cubicBezTo>
                <a:cubicBezTo>
                  <a:pt x="392124" y="50487"/>
                  <a:pt x="365872" y="69343"/>
                  <a:pt x="365872" y="103878"/>
                </a:cubicBezTo>
                <a:cubicBezTo>
                  <a:pt x="365872" y="116622"/>
                  <a:pt x="369126" y="128910"/>
                  <a:pt x="376793" y="137556"/>
                </a:cubicBezTo>
                <a:cubicBezTo>
                  <a:pt x="384691" y="146664"/>
                  <a:pt x="395608" y="152127"/>
                  <a:pt x="412335" y="152127"/>
                </a:cubicBezTo>
                <a:cubicBezTo>
                  <a:pt x="429987" y="152127"/>
                  <a:pt x="442532" y="144158"/>
                  <a:pt x="451826" y="132322"/>
                </a:cubicBezTo>
                <a:cubicBezTo>
                  <a:pt x="451127" y="130046"/>
                  <a:pt x="449734" y="128910"/>
                  <a:pt x="446945" y="128680"/>
                </a:cubicBezTo>
                <a:close/>
                <a:moveTo>
                  <a:pt x="472266" y="118408"/>
                </a:moveTo>
                <a:cubicBezTo>
                  <a:pt x="473194" y="129573"/>
                  <a:pt x="473893" y="140284"/>
                  <a:pt x="473893" y="149851"/>
                </a:cubicBezTo>
                <a:cubicBezTo>
                  <a:pt x="476214" y="149395"/>
                  <a:pt x="478540" y="149170"/>
                  <a:pt x="479699" y="149170"/>
                </a:cubicBezTo>
                <a:cubicBezTo>
                  <a:pt x="481326" y="149170"/>
                  <a:pt x="482719" y="149170"/>
                  <a:pt x="484346" y="149625"/>
                </a:cubicBezTo>
                <a:cubicBezTo>
                  <a:pt x="490620" y="151216"/>
                  <a:pt x="496890" y="152127"/>
                  <a:pt x="505486" y="152127"/>
                </a:cubicBezTo>
                <a:cubicBezTo>
                  <a:pt x="518495" y="152127"/>
                  <a:pt x="542421" y="145979"/>
                  <a:pt x="542421" y="123419"/>
                </a:cubicBezTo>
                <a:cubicBezTo>
                  <a:pt x="542421" y="107927"/>
                  <a:pt x="531039" y="98812"/>
                  <a:pt x="515241" y="93112"/>
                </a:cubicBezTo>
                <a:cubicBezTo>
                  <a:pt x="501303" y="87872"/>
                  <a:pt x="492013" y="84452"/>
                  <a:pt x="492013" y="71921"/>
                </a:cubicBezTo>
                <a:cubicBezTo>
                  <a:pt x="492013" y="62577"/>
                  <a:pt x="500375" y="57336"/>
                  <a:pt x="508272" y="57336"/>
                </a:cubicBezTo>
                <a:cubicBezTo>
                  <a:pt x="513383" y="57336"/>
                  <a:pt x="526856" y="59160"/>
                  <a:pt x="529876" y="78531"/>
                </a:cubicBezTo>
                <a:cubicBezTo>
                  <a:pt x="531269" y="79897"/>
                  <a:pt x="535916" y="79667"/>
                  <a:pt x="537310" y="78301"/>
                </a:cubicBezTo>
                <a:cubicBezTo>
                  <a:pt x="538008" y="70097"/>
                  <a:pt x="538472" y="61666"/>
                  <a:pt x="538706" y="54149"/>
                </a:cubicBezTo>
                <a:cubicBezTo>
                  <a:pt x="531503" y="53010"/>
                  <a:pt x="520352" y="49819"/>
                  <a:pt x="508272" y="49819"/>
                </a:cubicBezTo>
                <a:cubicBezTo>
                  <a:pt x="491084" y="49819"/>
                  <a:pt x="475520" y="60756"/>
                  <a:pt x="475520" y="75341"/>
                </a:cubicBezTo>
                <a:cubicBezTo>
                  <a:pt x="475520" y="91973"/>
                  <a:pt x="483183" y="99038"/>
                  <a:pt x="501073" y="106332"/>
                </a:cubicBezTo>
                <a:cubicBezTo>
                  <a:pt x="520352" y="114078"/>
                  <a:pt x="524765" y="118863"/>
                  <a:pt x="524765" y="128663"/>
                </a:cubicBezTo>
                <a:cubicBezTo>
                  <a:pt x="524765" y="139828"/>
                  <a:pt x="513617" y="144614"/>
                  <a:pt x="505022" y="144614"/>
                </a:cubicBezTo>
                <a:cubicBezTo>
                  <a:pt x="495961" y="144614"/>
                  <a:pt x="490850" y="141649"/>
                  <a:pt x="488528" y="139144"/>
                </a:cubicBezTo>
                <a:cubicBezTo>
                  <a:pt x="483417" y="133903"/>
                  <a:pt x="480861" y="123878"/>
                  <a:pt x="479468" y="118178"/>
                </a:cubicBezTo>
                <a:cubicBezTo>
                  <a:pt x="478075" y="116813"/>
                  <a:pt x="473659" y="117039"/>
                  <a:pt x="472266" y="118408"/>
                </a:cubicBezTo>
                <a:close/>
                <a:moveTo>
                  <a:pt x="562863" y="118408"/>
                </a:moveTo>
                <a:cubicBezTo>
                  <a:pt x="563791" y="129573"/>
                  <a:pt x="564490" y="140284"/>
                  <a:pt x="564490" y="149851"/>
                </a:cubicBezTo>
                <a:cubicBezTo>
                  <a:pt x="566811" y="149395"/>
                  <a:pt x="569137" y="149170"/>
                  <a:pt x="570296" y="149170"/>
                </a:cubicBezTo>
                <a:cubicBezTo>
                  <a:pt x="571923" y="149170"/>
                  <a:pt x="573316" y="149170"/>
                  <a:pt x="574943" y="149625"/>
                </a:cubicBezTo>
                <a:cubicBezTo>
                  <a:pt x="581217" y="151216"/>
                  <a:pt x="587487" y="152127"/>
                  <a:pt x="596083" y="152127"/>
                </a:cubicBezTo>
                <a:cubicBezTo>
                  <a:pt x="609092" y="152127"/>
                  <a:pt x="633018" y="145979"/>
                  <a:pt x="633018" y="123419"/>
                </a:cubicBezTo>
                <a:cubicBezTo>
                  <a:pt x="633018" y="107927"/>
                  <a:pt x="621636" y="98812"/>
                  <a:pt x="605838" y="93112"/>
                </a:cubicBezTo>
                <a:cubicBezTo>
                  <a:pt x="591900" y="87872"/>
                  <a:pt x="582610" y="84452"/>
                  <a:pt x="582610" y="71921"/>
                </a:cubicBezTo>
                <a:cubicBezTo>
                  <a:pt x="582610" y="62577"/>
                  <a:pt x="590972" y="57336"/>
                  <a:pt x="598869" y="57336"/>
                </a:cubicBezTo>
                <a:cubicBezTo>
                  <a:pt x="603980" y="57336"/>
                  <a:pt x="617453" y="59160"/>
                  <a:pt x="620473" y="78531"/>
                </a:cubicBezTo>
                <a:cubicBezTo>
                  <a:pt x="621867" y="79897"/>
                  <a:pt x="626514" y="79667"/>
                  <a:pt x="627907" y="78301"/>
                </a:cubicBezTo>
                <a:cubicBezTo>
                  <a:pt x="628605" y="70097"/>
                  <a:pt x="629069" y="61666"/>
                  <a:pt x="629303" y="54149"/>
                </a:cubicBezTo>
                <a:cubicBezTo>
                  <a:pt x="622100" y="53010"/>
                  <a:pt x="610949" y="49819"/>
                  <a:pt x="598869" y="49819"/>
                </a:cubicBezTo>
                <a:cubicBezTo>
                  <a:pt x="581681" y="49819"/>
                  <a:pt x="566117" y="60756"/>
                  <a:pt x="566117" y="75341"/>
                </a:cubicBezTo>
                <a:cubicBezTo>
                  <a:pt x="566117" y="91973"/>
                  <a:pt x="573780" y="99038"/>
                  <a:pt x="591670" y="106332"/>
                </a:cubicBezTo>
                <a:cubicBezTo>
                  <a:pt x="610949" y="114078"/>
                  <a:pt x="615362" y="118863"/>
                  <a:pt x="615362" y="128663"/>
                </a:cubicBezTo>
                <a:cubicBezTo>
                  <a:pt x="615362" y="139828"/>
                  <a:pt x="604214" y="144614"/>
                  <a:pt x="595619" y="144614"/>
                </a:cubicBezTo>
                <a:cubicBezTo>
                  <a:pt x="586559" y="144614"/>
                  <a:pt x="581447" y="141649"/>
                  <a:pt x="579125" y="139144"/>
                </a:cubicBezTo>
                <a:cubicBezTo>
                  <a:pt x="574014" y="133903"/>
                  <a:pt x="571458" y="123878"/>
                  <a:pt x="570065" y="118178"/>
                </a:cubicBezTo>
                <a:cubicBezTo>
                  <a:pt x="568672" y="116813"/>
                  <a:pt x="564256" y="117039"/>
                  <a:pt x="562863" y="1184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store2">
            <a:extLst xmlns:a="http://schemas.openxmlformats.org/drawingml/2006/main">
              <a:ext uri="{FF2B5EF4-FFF2-40B4-BE49-F238E27FC236}">
                <a16:creationId xmlns:a16="http://schemas.microsoft.com/office/drawing/2014/main" id="{D78A082D-AB0A-4ACD-8410-9DEA4438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4766" y="5405916"/>
            <a:ext cx="629998" cy="141229"/>
          </a:xfrm>
          <a:custGeom xmlns:a="http://schemas.openxmlformats.org/drawingml/2006/main">
            <a:pathLst>
              <a:path w="629998" h="141229">
                <a:moveTo>
                  <a:pt x="0" y="107510"/>
                </a:moveTo>
                <a:cubicBezTo>
                  <a:pt x="929" y="118675"/>
                  <a:pt x="1627" y="129386"/>
                  <a:pt x="1627" y="138953"/>
                </a:cubicBezTo>
                <a:cubicBezTo>
                  <a:pt x="3949" y="138498"/>
                  <a:pt x="6274" y="138272"/>
                  <a:pt x="7433" y="138272"/>
                </a:cubicBezTo>
                <a:cubicBezTo>
                  <a:pt x="9060" y="138272"/>
                  <a:pt x="10453" y="138272"/>
                  <a:pt x="12080" y="138727"/>
                </a:cubicBezTo>
                <a:cubicBezTo>
                  <a:pt x="18354" y="140318"/>
                  <a:pt x="24625" y="141229"/>
                  <a:pt x="33220" y="141229"/>
                </a:cubicBezTo>
                <a:cubicBezTo>
                  <a:pt x="46229" y="141229"/>
                  <a:pt x="70155" y="135081"/>
                  <a:pt x="70155" y="112521"/>
                </a:cubicBezTo>
                <a:cubicBezTo>
                  <a:pt x="70155" y="97029"/>
                  <a:pt x="58773" y="87914"/>
                  <a:pt x="42975" y="82214"/>
                </a:cubicBezTo>
                <a:cubicBezTo>
                  <a:pt x="29038" y="76974"/>
                  <a:pt x="19747" y="73554"/>
                  <a:pt x="19747" y="61023"/>
                </a:cubicBezTo>
                <a:cubicBezTo>
                  <a:pt x="19747" y="51679"/>
                  <a:pt x="28109" y="46438"/>
                  <a:pt x="36006" y="46438"/>
                </a:cubicBezTo>
                <a:cubicBezTo>
                  <a:pt x="41118" y="46438"/>
                  <a:pt x="54591" y="48263"/>
                  <a:pt x="57611" y="67633"/>
                </a:cubicBezTo>
                <a:cubicBezTo>
                  <a:pt x="59004" y="68999"/>
                  <a:pt x="63651" y="68769"/>
                  <a:pt x="65044" y="67403"/>
                </a:cubicBezTo>
                <a:cubicBezTo>
                  <a:pt x="65742" y="59199"/>
                  <a:pt x="66206" y="50768"/>
                  <a:pt x="66440" y="43251"/>
                </a:cubicBezTo>
                <a:cubicBezTo>
                  <a:pt x="59238" y="42112"/>
                  <a:pt x="48086" y="38921"/>
                  <a:pt x="36006" y="38921"/>
                </a:cubicBezTo>
                <a:cubicBezTo>
                  <a:pt x="18818" y="38921"/>
                  <a:pt x="3254" y="49858"/>
                  <a:pt x="3254" y="64443"/>
                </a:cubicBezTo>
                <a:cubicBezTo>
                  <a:pt x="3254" y="81075"/>
                  <a:pt x="10917" y="88140"/>
                  <a:pt x="28807" y="95434"/>
                </a:cubicBezTo>
                <a:cubicBezTo>
                  <a:pt x="48086" y="103180"/>
                  <a:pt x="52499" y="107965"/>
                  <a:pt x="52499" y="117765"/>
                </a:cubicBezTo>
                <a:cubicBezTo>
                  <a:pt x="52499" y="128931"/>
                  <a:pt x="41352" y="133716"/>
                  <a:pt x="32756" y="133716"/>
                </a:cubicBezTo>
                <a:cubicBezTo>
                  <a:pt x="23696" y="133716"/>
                  <a:pt x="18584" y="130751"/>
                  <a:pt x="16263" y="128246"/>
                </a:cubicBezTo>
                <a:cubicBezTo>
                  <a:pt x="11151" y="123005"/>
                  <a:pt x="8596" y="112980"/>
                  <a:pt x="7203" y="107281"/>
                </a:cubicBezTo>
                <a:cubicBezTo>
                  <a:pt x="5810" y="105915"/>
                  <a:pt x="1393" y="106141"/>
                  <a:pt x="0" y="107510"/>
                </a:cubicBezTo>
                <a:close/>
                <a:moveTo>
                  <a:pt x="89438" y="41368"/>
                </a:moveTo>
                <a:cubicBezTo>
                  <a:pt x="86184" y="41368"/>
                  <a:pt x="85255" y="44103"/>
                  <a:pt x="85255" y="45924"/>
                </a:cubicBezTo>
                <a:lnTo>
                  <a:pt x="85255" y="48885"/>
                </a:lnTo>
                <a:cubicBezTo>
                  <a:pt x="85255" y="50024"/>
                  <a:pt x="85486" y="50250"/>
                  <a:pt x="86418" y="50250"/>
                </a:cubicBezTo>
                <a:lnTo>
                  <a:pt x="100121" y="50250"/>
                </a:lnTo>
                <a:lnTo>
                  <a:pt x="100121" y="118700"/>
                </a:lnTo>
                <a:cubicBezTo>
                  <a:pt x="100121" y="134852"/>
                  <a:pt x="107324" y="141229"/>
                  <a:pt x="118008" y="141229"/>
                </a:cubicBezTo>
                <a:cubicBezTo>
                  <a:pt x="128695" y="141229"/>
                  <a:pt x="140310" y="136221"/>
                  <a:pt x="149370" y="126203"/>
                </a:cubicBezTo>
                <a:cubicBezTo>
                  <a:pt x="148906" y="123930"/>
                  <a:pt x="147513" y="122564"/>
                  <a:pt x="145188" y="122338"/>
                </a:cubicBezTo>
                <a:cubicBezTo>
                  <a:pt x="139148" y="126887"/>
                  <a:pt x="132179" y="128705"/>
                  <a:pt x="126139" y="128705"/>
                </a:cubicBezTo>
                <a:cubicBezTo>
                  <a:pt x="119869" y="128705"/>
                  <a:pt x="118476" y="121883"/>
                  <a:pt x="118476" y="107784"/>
                </a:cubicBezTo>
                <a:lnTo>
                  <a:pt x="118476" y="50250"/>
                </a:lnTo>
                <a:lnTo>
                  <a:pt x="142632" y="50250"/>
                </a:lnTo>
                <a:cubicBezTo>
                  <a:pt x="144957" y="50250"/>
                  <a:pt x="148208" y="49340"/>
                  <a:pt x="148208" y="47289"/>
                </a:cubicBezTo>
                <a:lnTo>
                  <a:pt x="148208" y="42737"/>
                </a:lnTo>
                <a:cubicBezTo>
                  <a:pt x="148208" y="41827"/>
                  <a:pt x="147513" y="41368"/>
                  <a:pt x="146350" y="41368"/>
                </a:cubicBezTo>
                <a:lnTo>
                  <a:pt x="118476" y="41368"/>
                </a:lnTo>
                <a:lnTo>
                  <a:pt x="118476" y="32489"/>
                </a:lnTo>
                <a:cubicBezTo>
                  <a:pt x="118476" y="17685"/>
                  <a:pt x="119404" y="8573"/>
                  <a:pt x="119404" y="8573"/>
                </a:cubicBezTo>
                <a:cubicBezTo>
                  <a:pt x="119404" y="7207"/>
                  <a:pt x="118706" y="6523"/>
                  <a:pt x="117543" y="6523"/>
                </a:cubicBezTo>
                <a:cubicBezTo>
                  <a:pt x="116615" y="6523"/>
                  <a:pt x="114523" y="7437"/>
                  <a:pt x="112435" y="8573"/>
                </a:cubicBezTo>
                <a:cubicBezTo>
                  <a:pt x="109880" y="9942"/>
                  <a:pt x="107555" y="11079"/>
                  <a:pt x="104535" y="11763"/>
                </a:cubicBezTo>
                <a:cubicBezTo>
                  <a:pt x="101748" y="12674"/>
                  <a:pt x="99427" y="13358"/>
                  <a:pt x="99427" y="14950"/>
                </a:cubicBezTo>
                <a:cubicBezTo>
                  <a:pt x="99427" y="17685"/>
                  <a:pt x="100121" y="16090"/>
                  <a:pt x="100121" y="41368"/>
                </a:cubicBezTo>
                <a:lnTo>
                  <a:pt x="89438" y="41368"/>
                </a:lnTo>
                <a:close/>
                <a:moveTo>
                  <a:pt x="162377" y="92240"/>
                </a:moveTo>
                <a:cubicBezTo>
                  <a:pt x="162377" y="115485"/>
                  <a:pt x="178175" y="141229"/>
                  <a:pt x="211161" y="141229"/>
                </a:cubicBezTo>
                <a:cubicBezTo>
                  <a:pt x="226027" y="141229"/>
                  <a:pt x="237413" y="135992"/>
                  <a:pt x="245310" y="128475"/>
                </a:cubicBezTo>
                <a:cubicBezTo>
                  <a:pt x="255763" y="118446"/>
                  <a:pt x="260410" y="104090"/>
                  <a:pt x="260410" y="90190"/>
                </a:cubicBezTo>
                <a:cubicBezTo>
                  <a:pt x="260410" y="66490"/>
                  <a:pt x="247168" y="38921"/>
                  <a:pt x="211626" y="38921"/>
                </a:cubicBezTo>
                <a:cubicBezTo>
                  <a:pt x="196295" y="38921"/>
                  <a:pt x="183751" y="45072"/>
                  <a:pt x="175155" y="54869"/>
                </a:cubicBezTo>
                <a:cubicBezTo>
                  <a:pt x="166793" y="64669"/>
                  <a:pt x="162377" y="77884"/>
                  <a:pt x="162377" y="92240"/>
                </a:cubicBezTo>
                <a:moveTo>
                  <a:pt x="208141" y="46893"/>
                </a:moveTo>
                <a:cubicBezTo>
                  <a:pt x="228119" y="46893"/>
                  <a:pt x="240433" y="64669"/>
                  <a:pt x="240433" y="97484"/>
                </a:cubicBezTo>
                <a:cubicBezTo>
                  <a:pt x="240433" y="126196"/>
                  <a:pt x="225333" y="133261"/>
                  <a:pt x="214415" y="133261"/>
                </a:cubicBezTo>
                <a:cubicBezTo>
                  <a:pt x="190255" y="133261"/>
                  <a:pt x="182358" y="104546"/>
                  <a:pt x="182358" y="87000"/>
                </a:cubicBezTo>
                <a:cubicBezTo>
                  <a:pt x="182358" y="67174"/>
                  <a:pt x="187235" y="46893"/>
                  <a:pt x="208141" y="46893"/>
                </a:cubicBezTo>
                <a:close/>
                <a:moveTo>
                  <a:pt x="310818" y="57374"/>
                </a:moveTo>
                <a:cubicBezTo>
                  <a:pt x="310354" y="48259"/>
                  <a:pt x="310120" y="42341"/>
                  <a:pt x="308961" y="40061"/>
                </a:cubicBezTo>
                <a:cubicBezTo>
                  <a:pt x="308493" y="38921"/>
                  <a:pt x="308029" y="38240"/>
                  <a:pt x="306171" y="38240"/>
                </a:cubicBezTo>
                <a:cubicBezTo>
                  <a:pt x="299667" y="40746"/>
                  <a:pt x="293627" y="42796"/>
                  <a:pt x="277598" y="44843"/>
                </a:cubicBezTo>
                <a:cubicBezTo>
                  <a:pt x="277134" y="46212"/>
                  <a:pt x="277598" y="49854"/>
                  <a:pt x="278062" y="51220"/>
                </a:cubicBezTo>
                <a:cubicBezTo>
                  <a:pt x="290607" y="52360"/>
                  <a:pt x="293162" y="53500"/>
                  <a:pt x="293162" y="66722"/>
                </a:cubicBezTo>
                <a:lnTo>
                  <a:pt x="293162" y="111187"/>
                </a:lnTo>
                <a:cubicBezTo>
                  <a:pt x="293162" y="130112"/>
                  <a:pt x="290376" y="131023"/>
                  <a:pt x="275971" y="131936"/>
                </a:cubicBezTo>
                <a:cubicBezTo>
                  <a:pt x="274578" y="133302"/>
                  <a:pt x="274578" y="138084"/>
                  <a:pt x="275971" y="139450"/>
                </a:cubicBezTo>
                <a:cubicBezTo>
                  <a:pt x="284102" y="139224"/>
                  <a:pt x="293162" y="138994"/>
                  <a:pt x="302456" y="138994"/>
                </a:cubicBezTo>
                <a:cubicBezTo>
                  <a:pt x="311747" y="138994"/>
                  <a:pt x="322434" y="139224"/>
                  <a:pt x="330562" y="139450"/>
                </a:cubicBezTo>
                <a:cubicBezTo>
                  <a:pt x="331958" y="138084"/>
                  <a:pt x="331958" y="133302"/>
                  <a:pt x="330562" y="131936"/>
                </a:cubicBezTo>
                <a:cubicBezTo>
                  <a:pt x="314302" y="130797"/>
                  <a:pt x="311513" y="130112"/>
                  <a:pt x="311513" y="111187"/>
                </a:cubicBezTo>
                <a:lnTo>
                  <a:pt x="311513" y="79493"/>
                </a:lnTo>
                <a:cubicBezTo>
                  <a:pt x="311513" y="73565"/>
                  <a:pt x="314302" y="68321"/>
                  <a:pt x="317089" y="64217"/>
                </a:cubicBezTo>
                <a:cubicBezTo>
                  <a:pt x="319644" y="60568"/>
                  <a:pt x="324990" y="53044"/>
                  <a:pt x="327776" y="53044"/>
                </a:cubicBezTo>
                <a:cubicBezTo>
                  <a:pt x="329867" y="53044"/>
                  <a:pt x="331958" y="53500"/>
                  <a:pt x="333816" y="56009"/>
                </a:cubicBezTo>
                <a:cubicBezTo>
                  <a:pt x="335443" y="58288"/>
                  <a:pt x="338229" y="61253"/>
                  <a:pt x="342177" y="61253"/>
                </a:cubicBezTo>
                <a:cubicBezTo>
                  <a:pt x="347753" y="61253"/>
                  <a:pt x="353095" y="55550"/>
                  <a:pt x="353095" y="49854"/>
                </a:cubicBezTo>
                <a:cubicBezTo>
                  <a:pt x="353095" y="45528"/>
                  <a:pt x="348916" y="38921"/>
                  <a:pt x="339157" y="38921"/>
                </a:cubicBezTo>
                <a:cubicBezTo>
                  <a:pt x="328240" y="38921"/>
                  <a:pt x="318716" y="48944"/>
                  <a:pt x="313374" y="57830"/>
                </a:cubicBezTo>
                <a:cubicBezTo>
                  <a:pt x="311981" y="60339"/>
                  <a:pt x="310818" y="58514"/>
                  <a:pt x="310818" y="57374"/>
                </a:cubicBezTo>
                <a:close/>
                <a:moveTo>
                  <a:pt x="383296" y="74771"/>
                </a:moveTo>
                <a:cubicBezTo>
                  <a:pt x="387709" y="49145"/>
                  <a:pt x="403972" y="47105"/>
                  <a:pt x="409547" y="47105"/>
                </a:cubicBezTo>
                <a:cubicBezTo>
                  <a:pt x="418373" y="47105"/>
                  <a:pt x="428826" y="51870"/>
                  <a:pt x="428826" y="70917"/>
                </a:cubicBezTo>
                <a:cubicBezTo>
                  <a:pt x="428826" y="72957"/>
                  <a:pt x="427898" y="74093"/>
                  <a:pt x="425342" y="74093"/>
                </a:cubicBezTo>
                <a:lnTo>
                  <a:pt x="383296" y="74771"/>
                </a:lnTo>
                <a:moveTo>
                  <a:pt x="444157" y="117782"/>
                </a:moveTo>
                <a:cubicBezTo>
                  <a:pt x="435565" y="126432"/>
                  <a:pt x="428826" y="130070"/>
                  <a:pt x="415353" y="130070"/>
                </a:cubicBezTo>
                <a:cubicBezTo>
                  <a:pt x="406992" y="130070"/>
                  <a:pt x="397233" y="125292"/>
                  <a:pt x="390034" y="113689"/>
                </a:cubicBezTo>
                <a:cubicBezTo>
                  <a:pt x="385387" y="106179"/>
                  <a:pt x="382597" y="95712"/>
                  <a:pt x="382597" y="82513"/>
                </a:cubicBezTo>
                <a:lnTo>
                  <a:pt x="444391" y="82969"/>
                </a:lnTo>
                <a:cubicBezTo>
                  <a:pt x="447177" y="82969"/>
                  <a:pt x="448804" y="81603"/>
                  <a:pt x="448804" y="79097"/>
                </a:cubicBezTo>
                <a:cubicBezTo>
                  <a:pt x="448804" y="60033"/>
                  <a:pt x="441835" y="39589"/>
                  <a:pt x="409547" y="39589"/>
                </a:cubicBezTo>
                <a:cubicBezTo>
                  <a:pt x="389336" y="39589"/>
                  <a:pt x="363084" y="58445"/>
                  <a:pt x="363084" y="92980"/>
                </a:cubicBezTo>
                <a:cubicBezTo>
                  <a:pt x="363084" y="105724"/>
                  <a:pt x="366338" y="118012"/>
                  <a:pt x="374005" y="126658"/>
                </a:cubicBezTo>
                <a:cubicBezTo>
                  <a:pt x="381903" y="135766"/>
                  <a:pt x="392820" y="141229"/>
                  <a:pt x="409547" y="141229"/>
                </a:cubicBezTo>
                <a:cubicBezTo>
                  <a:pt x="427199" y="141229"/>
                  <a:pt x="439744" y="133261"/>
                  <a:pt x="449038" y="121424"/>
                </a:cubicBezTo>
                <a:cubicBezTo>
                  <a:pt x="448340" y="119148"/>
                  <a:pt x="446947" y="118012"/>
                  <a:pt x="444157" y="117782"/>
                </a:cubicBezTo>
                <a:close/>
                <a:moveTo>
                  <a:pt x="548461" y="32284"/>
                </a:moveTo>
                <a:cubicBezTo>
                  <a:pt x="548461" y="37059"/>
                  <a:pt x="552874" y="41145"/>
                  <a:pt x="557755" y="41145"/>
                </a:cubicBezTo>
                <a:cubicBezTo>
                  <a:pt x="561703" y="41145"/>
                  <a:pt x="568672" y="37059"/>
                  <a:pt x="568672" y="32058"/>
                </a:cubicBezTo>
                <a:cubicBezTo>
                  <a:pt x="568672" y="30241"/>
                  <a:pt x="568208" y="28878"/>
                  <a:pt x="567744" y="27287"/>
                </a:cubicBezTo>
                <a:cubicBezTo>
                  <a:pt x="567279" y="25695"/>
                  <a:pt x="565883" y="23652"/>
                  <a:pt x="565883" y="21834"/>
                </a:cubicBezTo>
                <a:cubicBezTo>
                  <a:pt x="565883" y="16152"/>
                  <a:pt x="571923" y="7972"/>
                  <a:pt x="588880" y="7972"/>
                </a:cubicBezTo>
                <a:cubicBezTo>
                  <a:pt x="597245" y="7972"/>
                  <a:pt x="609092" y="13654"/>
                  <a:pt x="609092" y="35467"/>
                </a:cubicBezTo>
                <a:cubicBezTo>
                  <a:pt x="609092" y="50045"/>
                  <a:pt x="603750" y="61909"/>
                  <a:pt x="590043" y="75601"/>
                </a:cubicBezTo>
                <a:lnTo>
                  <a:pt x="572851" y="92258"/>
                </a:lnTo>
                <a:cubicBezTo>
                  <a:pt x="550088" y="115075"/>
                  <a:pt x="546369" y="126025"/>
                  <a:pt x="546369" y="139464"/>
                </a:cubicBezTo>
                <a:cubicBezTo>
                  <a:pt x="546369" y="139464"/>
                  <a:pt x="558219" y="139005"/>
                  <a:pt x="565652" y="139005"/>
                </a:cubicBezTo>
                <a:lnTo>
                  <a:pt x="606305" y="139005"/>
                </a:lnTo>
                <a:cubicBezTo>
                  <a:pt x="613739" y="139005"/>
                  <a:pt x="624426" y="139464"/>
                  <a:pt x="624426" y="139464"/>
                </a:cubicBezTo>
                <a:cubicBezTo>
                  <a:pt x="627442" y="127391"/>
                  <a:pt x="629767" y="110283"/>
                  <a:pt x="629998" y="103440"/>
                </a:cubicBezTo>
                <a:cubicBezTo>
                  <a:pt x="628605" y="102297"/>
                  <a:pt x="625585" y="101842"/>
                  <a:pt x="623263" y="102297"/>
                </a:cubicBezTo>
                <a:cubicBezTo>
                  <a:pt x="619314" y="118498"/>
                  <a:pt x="615366" y="124204"/>
                  <a:pt x="607000" y="124204"/>
                </a:cubicBezTo>
                <a:lnTo>
                  <a:pt x="565652" y="124204"/>
                </a:lnTo>
                <a:cubicBezTo>
                  <a:pt x="565652" y="113251"/>
                  <a:pt x="581681" y="97734"/>
                  <a:pt x="582844" y="96595"/>
                </a:cubicBezTo>
                <a:lnTo>
                  <a:pt x="606305" y="74461"/>
                </a:lnTo>
                <a:cubicBezTo>
                  <a:pt x="619545" y="61909"/>
                  <a:pt x="629533" y="51870"/>
                  <a:pt x="629533" y="34557"/>
                </a:cubicBezTo>
                <a:cubicBezTo>
                  <a:pt x="629533" y="10019"/>
                  <a:pt x="609092" y="0"/>
                  <a:pt x="590277" y="0"/>
                </a:cubicBezTo>
                <a:cubicBezTo>
                  <a:pt x="564490" y="0"/>
                  <a:pt x="548461" y="18651"/>
                  <a:pt x="548461" y="32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4D6CD-BAF2-4C43-A009-C7B97B8A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467" y="5035007"/>
            <a:ext cx="1215027" cy="588525"/>
          </a:xfrm>
          <a:custGeom xmlns:a="http://schemas.openxmlformats.org/drawingml/2006/main">
            <a:pathLst>
              <a:path w="1215027" h="588525" fill="none">
                <a:moveTo>
                  <a:pt x="1134021" y="0"/>
                </a:moveTo>
                <a:lnTo>
                  <a:pt x="81005" y="0"/>
                </a:lnTo>
                <a:cubicBezTo>
                  <a:pt x="36267" y="0"/>
                  <a:pt x="0" y="36267"/>
                  <a:pt x="0" y="81006"/>
                </a:cubicBezTo>
                <a:lnTo>
                  <a:pt x="0" y="507519"/>
                </a:lnTo>
                <a:cubicBezTo>
                  <a:pt x="0" y="552258"/>
                  <a:pt x="36267" y="588525"/>
                  <a:pt x="81005" y="588525"/>
                </a:cubicBezTo>
                <a:lnTo>
                  <a:pt x="1134021" y="588525"/>
                </a:lnTo>
                <a:cubicBezTo>
                  <a:pt x="1178760" y="588525"/>
                  <a:pt x="1215027" y="552258"/>
                  <a:pt x="1215027" y="507519"/>
                </a:cubicBezTo>
                <a:lnTo>
                  <a:pt x="1215027" y="81006"/>
                </a:lnTo>
                <a:cubicBezTo>
                  <a:pt x="1215027" y="36267"/>
                  <a:pt x="1178760" y="0"/>
                  <a:pt x="1134021" y="0"/>
                </a:cubicBezTo>
                <a:close/>
                <a:moveTo>
                  <a:pt x="0" y="588525"/>
                </a:move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miter/>
          </a:ln>
        </p:spPr>
      </p:sp>
      <p:sp>
        <p:nvSpPr>
          <p:cNvPr id="120" name="Text Access">
            <a:extLst xmlns:a="http://schemas.openxmlformats.org/drawingml/2006/main">
              <a:ext uri="{FF2B5EF4-FFF2-40B4-BE49-F238E27FC236}">
                <a16:creationId xmlns:a16="http://schemas.microsoft.com/office/drawing/2014/main" id="{8BCD3C3F-C4BD-42D5-9926-7DF1063E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767" y="5110355"/>
            <a:ext cx="633022" cy="152127"/>
          </a:xfrm>
          <a:custGeom xmlns:a="http://schemas.openxmlformats.org/drawingml/2006/main">
            <a:pathLst>
              <a:path w="633022" h="152127">
                <a:moveTo>
                  <a:pt x="60865" y="85405"/>
                </a:moveTo>
                <a:cubicBezTo>
                  <a:pt x="55753" y="85405"/>
                  <a:pt x="54126" y="84723"/>
                  <a:pt x="55055" y="82447"/>
                </a:cubicBezTo>
                <a:lnTo>
                  <a:pt x="78751" y="23461"/>
                </a:lnTo>
                <a:lnTo>
                  <a:pt x="80144" y="23461"/>
                </a:lnTo>
                <a:lnTo>
                  <a:pt x="101979" y="85405"/>
                </a:lnTo>
                <a:lnTo>
                  <a:pt x="60865" y="85405"/>
                </a:lnTo>
                <a:moveTo>
                  <a:pt x="35776" y="131895"/>
                </a:moveTo>
                <a:lnTo>
                  <a:pt x="48551" y="98846"/>
                </a:lnTo>
                <a:cubicBezTo>
                  <a:pt x="49713" y="95882"/>
                  <a:pt x="51106" y="94972"/>
                  <a:pt x="56682" y="94972"/>
                </a:cubicBezTo>
                <a:lnTo>
                  <a:pt x="105697" y="94972"/>
                </a:lnTo>
                <a:lnTo>
                  <a:pt x="119170" y="133490"/>
                </a:lnTo>
                <a:cubicBezTo>
                  <a:pt x="121960" y="141239"/>
                  <a:pt x="113130" y="142150"/>
                  <a:pt x="101979" y="142834"/>
                </a:cubicBezTo>
                <a:cubicBezTo>
                  <a:pt x="100586" y="144200"/>
                  <a:pt x="100586" y="148982"/>
                  <a:pt x="101979" y="150348"/>
                </a:cubicBezTo>
                <a:cubicBezTo>
                  <a:pt x="110575" y="150122"/>
                  <a:pt x="123353" y="149892"/>
                  <a:pt x="132413" y="149892"/>
                </a:cubicBezTo>
                <a:cubicBezTo>
                  <a:pt x="141937" y="149892"/>
                  <a:pt x="150764" y="150122"/>
                  <a:pt x="158895" y="150348"/>
                </a:cubicBezTo>
                <a:cubicBezTo>
                  <a:pt x="160288" y="148982"/>
                  <a:pt x="160288" y="144200"/>
                  <a:pt x="158895" y="142834"/>
                </a:cubicBezTo>
                <a:cubicBezTo>
                  <a:pt x="149835" y="141921"/>
                  <a:pt x="141937" y="141239"/>
                  <a:pt x="137985" y="130300"/>
                </a:cubicBezTo>
                <a:lnTo>
                  <a:pt x="90133" y="0"/>
                </a:lnTo>
                <a:cubicBezTo>
                  <a:pt x="86648" y="2050"/>
                  <a:pt x="80378" y="4556"/>
                  <a:pt x="77358" y="4556"/>
                </a:cubicBezTo>
                <a:lnTo>
                  <a:pt x="24625" y="126651"/>
                </a:lnTo>
                <a:cubicBezTo>
                  <a:pt x="18584" y="140784"/>
                  <a:pt x="11616" y="142150"/>
                  <a:pt x="1393" y="142834"/>
                </a:cubicBezTo>
                <a:cubicBezTo>
                  <a:pt x="0" y="144200"/>
                  <a:pt x="0" y="148982"/>
                  <a:pt x="1393" y="150348"/>
                </a:cubicBezTo>
                <a:cubicBezTo>
                  <a:pt x="7433" y="150122"/>
                  <a:pt x="15100" y="149892"/>
                  <a:pt x="22069" y="149892"/>
                </a:cubicBezTo>
                <a:cubicBezTo>
                  <a:pt x="31593" y="149892"/>
                  <a:pt x="43209" y="150122"/>
                  <a:pt x="51805" y="150348"/>
                </a:cubicBezTo>
                <a:cubicBezTo>
                  <a:pt x="53198" y="148982"/>
                  <a:pt x="53198" y="144200"/>
                  <a:pt x="51805" y="142834"/>
                </a:cubicBezTo>
                <a:cubicBezTo>
                  <a:pt x="42975" y="142150"/>
                  <a:pt x="32058" y="141239"/>
                  <a:pt x="35776" y="131895"/>
                </a:cubicBezTo>
                <a:close/>
                <a:moveTo>
                  <a:pt x="250886" y="129118"/>
                </a:moveTo>
                <a:cubicBezTo>
                  <a:pt x="249958" y="127068"/>
                  <a:pt x="248097" y="126157"/>
                  <a:pt x="246009" y="125928"/>
                </a:cubicBezTo>
                <a:cubicBezTo>
                  <a:pt x="238108" y="135957"/>
                  <a:pt x="228119" y="140968"/>
                  <a:pt x="218131" y="140968"/>
                </a:cubicBezTo>
                <a:cubicBezTo>
                  <a:pt x="201173" y="140968"/>
                  <a:pt x="187002" y="124107"/>
                  <a:pt x="187002" y="97442"/>
                </a:cubicBezTo>
                <a:cubicBezTo>
                  <a:pt x="187002" y="72376"/>
                  <a:pt x="198153" y="57336"/>
                  <a:pt x="213487" y="57336"/>
                </a:cubicBezTo>
                <a:cubicBezTo>
                  <a:pt x="227191" y="57336"/>
                  <a:pt x="229048" y="65311"/>
                  <a:pt x="229980" y="73287"/>
                </a:cubicBezTo>
                <a:cubicBezTo>
                  <a:pt x="230675" y="79441"/>
                  <a:pt x="233929" y="81492"/>
                  <a:pt x="238806" y="81492"/>
                </a:cubicBezTo>
                <a:cubicBezTo>
                  <a:pt x="243684" y="81492"/>
                  <a:pt x="250188" y="78531"/>
                  <a:pt x="250188" y="71466"/>
                </a:cubicBezTo>
                <a:cubicBezTo>
                  <a:pt x="250188" y="58931"/>
                  <a:pt x="236949" y="49819"/>
                  <a:pt x="214646" y="49819"/>
                </a:cubicBezTo>
                <a:cubicBezTo>
                  <a:pt x="191649" y="49819"/>
                  <a:pt x="167024" y="70097"/>
                  <a:pt x="167024" y="102457"/>
                </a:cubicBezTo>
                <a:cubicBezTo>
                  <a:pt x="167024" y="131853"/>
                  <a:pt x="183751" y="152127"/>
                  <a:pt x="213019" y="152127"/>
                </a:cubicBezTo>
                <a:cubicBezTo>
                  <a:pt x="226960" y="152127"/>
                  <a:pt x="239271" y="147800"/>
                  <a:pt x="250886" y="129118"/>
                </a:cubicBezTo>
                <a:close/>
                <a:moveTo>
                  <a:pt x="350311" y="129118"/>
                </a:moveTo>
                <a:cubicBezTo>
                  <a:pt x="349382" y="127068"/>
                  <a:pt x="347521" y="126157"/>
                  <a:pt x="345433" y="125928"/>
                </a:cubicBezTo>
                <a:cubicBezTo>
                  <a:pt x="337532" y="135957"/>
                  <a:pt x="327544" y="140968"/>
                  <a:pt x="317555" y="140968"/>
                </a:cubicBezTo>
                <a:cubicBezTo>
                  <a:pt x="300598" y="140968"/>
                  <a:pt x="286426" y="124107"/>
                  <a:pt x="286426" y="97442"/>
                </a:cubicBezTo>
                <a:cubicBezTo>
                  <a:pt x="286426" y="72376"/>
                  <a:pt x="297577" y="57336"/>
                  <a:pt x="312912" y="57336"/>
                </a:cubicBezTo>
                <a:cubicBezTo>
                  <a:pt x="326615" y="57336"/>
                  <a:pt x="328472" y="65311"/>
                  <a:pt x="329405" y="73287"/>
                </a:cubicBezTo>
                <a:cubicBezTo>
                  <a:pt x="330099" y="79441"/>
                  <a:pt x="333353" y="81492"/>
                  <a:pt x="338231" y="81492"/>
                </a:cubicBezTo>
                <a:cubicBezTo>
                  <a:pt x="343108" y="81492"/>
                  <a:pt x="349613" y="78531"/>
                  <a:pt x="349613" y="71466"/>
                </a:cubicBezTo>
                <a:cubicBezTo>
                  <a:pt x="349613" y="58931"/>
                  <a:pt x="336373" y="49819"/>
                  <a:pt x="314071" y="49819"/>
                </a:cubicBezTo>
                <a:cubicBezTo>
                  <a:pt x="291073" y="49819"/>
                  <a:pt x="266449" y="70097"/>
                  <a:pt x="266449" y="102457"/>
                </a:cubicBezTo>
                <a:cubicBezTo>
                  <a:pt x="266449" y="131853"/>
                  <a:pt x="283176" y="152127"/>
                  <a:pt x="312444" y="152127"/>
                </a:cubicBezTo>
                <a:cubicBezTo>
                  <a:pt x="326385" y="152127"/>
                  <a:pt x="338695" y="147800"/>
                  <a:pt x="350311" y="129118"/>
                </a:cubicBezTo>
                <a:close/>
                <a:moveTo>
                  <a:pt x="386085" y="85669"/>
                </a:moveTo>
                <a:cubicBezTo>
                  <a:pt x="390498" y="60043"/>
                  <a:pt x="406761" y="58003"/>
                  <a:pt x="412337" y="58003"/>
                </a:cubicBezTo>
                <a:cubicBezTo>
                  <a:pt x="421163" y="58003"/>
                  <a:pt x="431616" y="62768"/>
                  <a:pt x="431616" y="81815"/>
                </a:cubicBezTo>
                <a:cubicBezTo>
                  <a:pt x="431616" y="83855"/>
                  <a:pt x="430687" y="84991"/>
                  <a:pt x="428131" y="84991"/>
                </a:cubicBezTo>
                <a:lnTo>
                  <a:pt x="386085" y="85669"/>
                </a:lnTo>
                <a:moveTo>
                  <a:pt x="446946" y="128680"/>
                </a:moveTo>
                <a:cubicBezTo>
                  <a:pt x="438354" y="137330"/>
                  <a:pt x="431616" y="140968"/>
                  <a:pt x="418143" y="140968"/>
                </a:cubicBezTo>
                <a:cubicBezTo>
                  <a:pt x="409781" y="140968"/>
                  <a:pt x="400023" y="136190"/>
                  <a:pt x="392823" y="124587"/>
                </a:cubicBezTo>
                <a:cubicBezTo>
                  <a:pt x="388176" y="117077"/>
                  <a:pt x="385387" y="106610"/>
                  <a:pt x="385387" y="93411"/>
                </a:cubicBezTo>
                <a:lnTo>
                  <a:pt x="447180" y="93867"/>
                </a:lnTo>
                <a:cubicBezTo>
                  <a:pt x="449966" y="93867"/>
                  <a:pt x="451593" y="92501"/>
                  <a:pt x="451593" y="89995"/>
                </a:cubicBezTo>
                <a:cubicBezTo>
                  <a:pt x="451593" y="70931"/>
                  <a:pt x="444625" y="50487"/>
                  <a:pt x="412337" y="50487"/>
                </a:cubicBezTo>
                <a:cubicBezTo>
                  <a:pt x="392125" y="50487"/>
                  <a:pt x="365874" y="69343"/>
                  <a:pt x="365874" y="103878"/>
                </a:cubicBezTo>
                <a:cubicBezTo>
                  <a:pt x="365874" y="116622"/>
                  <a:pt x="369128" y="128910"/>
                  <a:pt x="376795" y="137556"/>
                </a:cubicBezTo>
                <a:cubicBezTo>
                  <a:pt x="384692" y="146664"/>
                  <a:pt x="395609" y="152127"/>
                  <a:pt x="412337" y="152127"/>
                </a:cubicBezTo>
                <a:cubicBezTo>
                  <a:pt x="429989" y="152127"/>
                  <a:pt x="442533" y="144158"/>
                  <a:pt x="451827" y="132322"/>
                </a:cubicBezTo>
                <a:cubicBezTo>
                  <a:pt x="451129" y="130046"/>
                  <a:pt x="449736" y="128910"/>
                  <a:pt x="446946" y="128680"/>
                </a:cubicBezTo>
                <a:close/>
                <a:moveTo>
                  <a:pt x="472269" y="118408"/>
                </a:moveTo>
                <a:cubicBezTo>
                  <a:pt x="473197" y="129573"/>
                  <a:pt x="473896" y="140284"/>
                  <a:pt x="473896" y="149851"/>
                </a:cubicBezTo>
                <a:cubicBezTo>
                  <a:pt x="476217" y="149395"/>
                  <a:pt x="478543" y="149170"/>
                  <a:pt x="479702" y="149170"/>
                </a:cubicBezTo>
                <a:cubicBezTo>
                  <a:pt x="481329" y="149170"/>
                  <a:pt x="482722" y="149170"/>
                  <a:pt x="484349" y="149625"/>
                </a:cubicBezTo>
                <a:cubicBezTo>
                  <a:pt x="490623" y="151216"/>
                  <a:pt x="496893" y="152127"/>
                  <a:pt x="505489" y="152127"/>
                </a:cubicBezTo>
                <a:cubicBezTo>
                  <a:pt x="518498" y="152127"/>
                  <a:pt x="542424" y="145979"/>
                  <a:pt x="542424" y="123419"/>
                </a:cubicBezTo>
                <a:cubicBezTo>
                  <a:pt x="542424" y="107927"/>
                  <a:pt x="531042" y="98812"/>
                  <a:pt x="515244" y="93112"/>
                </a:cubicBezTo>
                <a:cubicBezTo>
                  <a:pt x="501306" y="87872"/>
                  <a:pt x="492016" y="84452"/>
                  <a:pt x="492016" y="71921"/>
                </a:cubicBezTo>
                <a:cubicBezTo>
                  <a:pt x="492016" y="62577"/>
                  <a:pt x="500377" y="57336"/>
                  <a:pt x="508275" y="57336"/>
                </a:cubicBezTo>
                <a:cubicBezTo>
                  <a:pt x="513386" y="57336"/>
                  <a:pt x="526859" y="59160"/>
                  <a:pt x="529879" y="78531"/>
                </a:cubicBezTo>
                <a:cubicBezTo>
                  <a:pt x="531272" y="79897"/>
                  <a:pt x="535919" y="79667"/>
                  <a:pt x="537312" y="78301"/>
                </a:cubicBezTo>
                <a:cubicBezTo>
                  <a:pt x="538011" y="70097"/>
                  <a:pt x="538475" y="61666"/>
                  <a:pt x="538709" y="54149"/>
                </a:cubicBezTo>
                <a:cubicBezTo>
                  <a:pt x="531506" y="53010"/>
                  <a:pt x="520355" y="49819"/>
                  <a:pt x="508275" y="49819"/>
                </a:cubicBezTo>
                <a:cubicBezTo>
                  <a:pt x="491087" y="49819"/>
                  <a:pt x="475522" y="60756"/>
                  <a:pt x="475522" y="75341"/>
                </a:cubicBezTo>
                <a:cubicBezTo>
                  <a:pt x="475522" y="91973"/>
                  <a:pt x="483186" y="99038"/>
                  <a:pt x="501076" y="106332"/>
                </a:cubicBezTo>
                <a:cubicBezTo>
                  <a:pt x="520355" y="114078"/>
                  <a:pt x="524768" y="118863"/>
                  <a:pt x="524768" y="128663"/>
                </a:cubicBezTo>
                <a:cubicBezTo>
                  <a:pt x="524768" y="139828"/>
                  <a:pt x="513620" y="144614"/>
                  <a:pt x="505024" y="144614"/>
                </a:cubicBezTo>
                <a:cubicBezTo>
                  <a:pt x="495964" y="144614"/>
                  <a:pt x="490853" y="141649"/>
                  <a:pt x="488531" y="139144"/>
                </a:cubicBezTo>
                <a:cubicBezTo>
                  <a:pt x="483420" y="133903"/>
                  <a:pt x="480864" y="123878"/>
                  <a:pt x="479471" y="118178"/>
                </a:cubicBezTo>
                <a:cubicBezTo>
                  <a:pt x="478078" y="116813"/>
                  <a:pt x="473662" y="117039"/>
                  <a:pt x="472269" y="118408"/>
                </a:cubicBezTo>
                <a:close/>
                <a:moveTo>
                  <a:pt x="562866" y="118408"/>
                </a:moveTo>
                <a:cubicBezTo>
                  <a:pt x="563795" y="129573"/>
                  <a:pt x="564493" y="140284"/>
                  <a:pt x="564493" y="149851"/>
                </a:cubicBezTo>
                <a:cubicBezTo>
                  <a:pt x="566815" y="149395"/>
                  <a:pt x="569140" y="149170"/>
                  <a:pt x="570300" y="149170"/>
                </a:cubicBezTo>
                <a:cubicBezTo>
                  <a:pt x="571926" y="149170"/>
                  <a:pt x="573320" y="149170"/>
                  <a:pt x="574947" y="149625"/>
                </a:cubicBezTo>
                <a:cubicBezTo>
                  <a:pt x="581220" y="151216"/>
                  <a:pt x="587491" y="152127"/>
                  <a:pt x="596087" y="152127"/>
                </a:cubicBezTo>
                <a:cubicBezTo>
                  <a:pt x="609095" y="152127"/>
                  <a:pt x="633022" y="145979"/>
                  <a:pt x="633022" y="123419"/>
                </a:cubicBezTo>
                <a:cubicBezTo>
                  <a:pt x="633022" y="107927"/>
                  <a:pt x="621640" y="98812"/>
                  <a:pt x="605841" y="93112"/>
                </a:cubicBezTo>
                <a:cubicBezTo>
                  <a:pt x="591904" y="87872"/>
                  <a:pt x="582614" y="84452"/>
                  <a:pt x="582614" y="71921"/>
                </a:cubicBezTo>
                <a:cubicBezTo>
                  <a:pt x="582614" y="62577"/>
                  <a:pt x="590975" y="57336"/>
                  <a:pt x="598873" y="57336"/>
                </a:cubicBezTo>
                <a:cubicBezTo>
                  <a:pt x="603984" y="57336"/>
                  <a:pt x="617457" y="59160"/>
                  <a:pt x="620477" y="78531"/>
                </a:cubicBezTo>
                <a:cubicBezTo>
                  <a:pt x="621870" y="79897"/>
                  <a:pt x="626517" y="79667"/>
                  <a:pt x="627910" y="78301"/>
                </a:cubicBezTo>
                <a:cubicBezTo>
                  <a:pt x="628609" y="70097"/>
                  <a:pt x="629073" y="61666"/>
                  <a:pt x="629307" y="54149"/>
                </a:cubicBezTo>
                <a:cubicBezTo>
                  <a:pt x="622104" y="53010"/>
                  <a:pt x="610953" y="49819"/>
                  <a:pt x="598873" y="49819"/>
                </a:cubicBezTo>
                <a:cubicBezTo>
                  <a:pt x="581685" y="49819"/>
                  <a:pt x="566120" y="60756"/>
                  <a:pt x="566120" y="75341"/>
                </a:cubicBezTo>
                <a:cubicBezTo>
                  <a:pt x="566120" y="91973"/>
                  <a:pt x="573784" y="99038"/>
                  <a:pt x="591674" y="106332"/>
                </a:cubicBezTo>
                <a:cubicBezTo>
                  <a:pt x="610953" y="114078"/>
                  <a:pt x="615366" y="118863"/>
                  <a:pt x="615366" y="128663"/>
                </a:cubicBezTo>
                <a:cubicBezTo>
                  <a:pt x="615366" y="139828"/>
                  <a:pt x="604218" y="144614"/>
                  <a:pt x="595622" y="144614"/>
                </a:cubicBezTo>
                <a:cubicBezTo>
                  <a:pt x="586562" y="144614"/>
                  <a:pt x="581451" y="141649"/>
                  <a:pt x="579129" y="139144"/>
                </a:cubicBezTo>
                <a:cubicBezTo>
                  <a:pt x="574018" y="133903"/>
                  <a:pt x="571462" y="123878"/>
                  <a:pt x="570069" y="118178"/>
                </a:cubicBezTo>
                <a:cubicBezTo>
                  <a:pt x="568676" y="116813"/>
                  <a:pt x="564259" y="117039"/>
                  <a:pt x="562866" y="1184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store1">
            <a:extLst xmlns:a="http://schemas.openxmlformats.org/drawingml/2006/main">
              <a:ext uri="{FF2B5EF4-FFF2-40B4-BE49-F238E27FC236}">
                <a16:creationId xmlns:a16="http://schemas.microsoft.com/office/drawing/2014/main" id="{06D235D3-4EAD-4B90-8782-7A6D4B38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856" y="5406361"/>
            <a:ext cx="622800" cy="140784"/>
          </a:xfrm>
          <a:custGeom xmlns:a="http://schemas.openxmlformats.org/drawingml/2006/main">
            <a:pathLst>
              <a:path w="622800" h="140784">
                <a:moveTo>
                  <a:pt x="0" y="107065"/>
                </a:moveTo>
                <a:cubicBezTo>
                  <a:pt x="929" y="118231"/>
                  <a:pt x="1627" y="128941"/>
                  <a:pt x="1627" y="138508"/>
                </a:cubicBezTo>
                <a:cubicBezTo>
                  <a:pt x="3949" y="138053"/>
                  <a:pt x="6274" y="137827"/>
                  <a:pt x="7433" y="137827"/>
                </a:cubicBezTo>
                <a:cubicBezTo>
                  <a:pt x="9060" y="137827"/>
                  <a:pt x="10453" y="137827"/>
                  <a:pt x="12080" y="138282"/>
                </a:cubicBezTo>
                <a:cubicBezTo>
                  <a:pt x="18354" y="139874"/>
                  <a:pt x="24625" y="140784"/>
                  <a:pt x="33220" y="140784"/>
                </a:cubicBezTo>
                <a:cubicBezTo>
                  <a:pt x="46229" y="140784"/>
                  <a:pt x="70155" y="134637"/>
                  <a:pt x="70155" y="112076"/>
                </a:cubicBezTo>
                <a:cubicBezTo>
                  <a:pt x="70155" y="96584"/>
                  <a:pt x="58773" y="87469"/>
                  <a:pt x="42975" y="81770"/>
                </a:cubicBezTo>
                <a:cubicBezTo>
                  <a:pt x="29038" y="76529"/>
                  <a:pt x="19747" y="73110"/>
                  <a:pt x="19747" y="60578"/>
                </a:cubicBezTo>
                <a:cubicBezTo>
                  <a:pt x="19747" y="51234"/>
                  <a:pt x="28109" y="45993"/>
                  <a:pt x="36006" y="45993"/>
                </a:cubicBezTo>
                <a:cubicBezTo>
                  <a:pt x="41118" y="45993"/>
                  <a:pt x="54591" y="47818"/>
                  <a:pt x="57611" y="67188"/>
                </a:cubicBezTo>
                <a:cubicBezTo>
                  <a:pt x="59004" y="68554"/>
                  <a:pt x="63651" y="68324"/>
                  <a:pt x="65044" y="66959"/>
                </a:cubicBezTo>
                <a:cubicBezTo>
                  <a:pt x="65742" y="58754"/>
                  <a:pt x="66206" y="50323"/>
                  <a:pt x="66440" y="42807"/>
                </a:cubicBezTo>
                <a:cubicBezTo>
                  <a:pt x="59238" y="41667"/>
                  <a:pt x="48086" y="38477"/>
                  <a:pt x="36006" y="38477"/>
                </a:cubicBezTo>
                <a:cubicBezTo>
                  <a:pt x="18818" y="38477"/>
                  <a:pt x="3254" y="49413"/>
                  <a:pt x="3254" y="63998"/>
                </a:cubicBezTo>
                <a:cubicBezTo>
                  <a:pt x="3254" y="80630"/>
                  <a:pt x="10917" y="87695"/>
                  <a:pt x="28807" y="94989"/>
                </a:cubicBezTo>
                <a:cubicBezTo>
                  <a:pt x="48086" y="102735"/>
                  <a:pt x="52499" y="107520"/>
                  <a:pt x="52499" y="117320"/>
                </a:cubicBezTo>
                <a:cubicBezTo>
                  <a:pt x="52499" y="128486"/>
                  <a:pt x="41352" y="133271"/>
                  <a:pt x="32756" y="133271"/>
                </a:cubicBezTo>
                <a:cubicBezTo>
                  <a:pt x="23696" y="133271"/>
                  <a:pt x="18584" y="130307"/>
                  <a:pt x="16263" y="127801"/>
                </a:cubicBezTo>
                <a:cubicBezTo>
                  <a:pt x="11151" y="122561"/>
                  <a:pt x="8596" y="112535"/>
                  <a:pt x="7203" y="106836"/>
                </a:cubicBezTo>
                <a:cubicBezTo>
                  <a:pt x="5810" y="105470"/>
                  <a:pt x="1393" y="105696"/>
                  <a:pt x="0" y="107065"/>
                </a:cubicBezTo>
                <a:close/>
                <a:moveTo>
                  <a:pt x="89439" y="40923"/>
                </a:moveTo>
                <a:cubicBezTo>
                  <a:pt x="86185" y="40923"/>
                  <a:pt x="85256" y="43658"/>
                  <a:pt x="85256" y="45479"/>
                </a:cubicBezTo>
                <a:lnTo>
                  <a:pt x="85256" y="48440"/>
                </a:lnTo>
                <a:cubicBezTo>
                  <a:pt x="85256" y="49580"/>
                  <a:pt x="85487" y="49805"/>
                  <a:pt x="86419" y="49805"/>
                </a:cubicBezTo>
                <a:lnTo>
                  <a:pt x="100123" y="49805"/>
                </a:lnTo>
                <a:lnTo>
                  <a:pt x="100123" y="118255"/>
                </a:lnTo>
                <a:cubicBezTo>
                  <a:pt x="100123" y="134407"/>
                  <a:pt x="107325" y="140784"/>
                  <a:pt x="118009" y="140784"/>
                </a:cubicBezTo>
                <a:cubicBezTo>
                  <a:pt x="128696" y="140784"/>
                  <a:pt x="140312" y="135777"/>
                  <a:pt x="149372" y="125758"/>
                </a:cubicBezTo>
                <a:cubicBezTo>
                  <a:pt x="148907" y="123485"/>
                  <a:pt x="147514" y="122119"/>
                  <a:pt x="145189" y="121893"/>
                </a:cubicBezTo>
                <a:cubicBezTo>
                  <a:pt x="139149" y="126442"/>
                  <a:pt x="132180" y="128260"/>
                  <a:pt x="126140" y="128260"/>
                </a:cubicBezTo>
                <a:cubicBezTo>
                  <a:pt x="119870" y="128260"/>
                  <a:pt x="118477" y="121438"/>
                  <a:pt x="118477" y="107340"/>
                </a:cubicBezTo>
                <a:lnTo>
                  <a:pt x="118477" y="49805"/>
                </a:lnTo>
                <a:lnTo>
                  <a:pt x="142633" y="49805"/>
                </a:lnTo>
                <a:cubicBezTo>
                  <a:pt x="144959" y="49805"/>
                  <a:pt x="148209" y="48895"/>
                  <a:pt x="148209" y="46845"/>
                </a:cubicBezTo>
                <a:lnTo>
                  <a:pt x="148209" y="42292"/>
                </a:lnTo>
                <a:cubicBezTo>
                  <a:pt x="148209" y="41382"/>
                  <a:pt x="147514" y="40923"/>
                  <a:pt x="146352" y="40923"/>
                </a:cubicBezTo>
                <a:lnTo>
                  <a:pt x="118477" y="40923"/>
                </a:lnTo>
                <a:lnTo>
                  <a:pt x="118477" y="32044"/>
                </a:lnTo>
                <a:cubicBezTo>
                  <a:pt x="118477" y="17240"/>
                  <a:pt x="119405" y="8128"/>
                  <a:pt x="119405" y="8128"/>
                </a:cubicBezTo>
                <a:cubicBezTo>
                  <a:pt x="119405" y="6763"/>
                  <a:pt x="118707" y="6078"/>
                  <a:pt x="117544" y="6078"/>
                </a:cubicBezTo>
                <a:cubicBezTo>
                  <a:pt x="116616" y="6078"/>
                  <a:pt x="114524" y="6992"/>
                  <a:pt x="112437" y="8128"/>
                </a:cubicBezTo>
                <a:cubicBezTo>
                  <a:pt x="109881" y="9498"/>
                  <a:pt x="107556" y="10634"/>
                  <a:pt x="104536" y="11318"/>
                </a:cubicBezTo>
                <a:cubicBezTo>
                  <a:pt x="101750" y="12229"/>
                  <a:pt x="99428" y="12914"/>
                  <a:pt x="99428" y="14505"/>
                </a:cubicBezTo>
                <a:cubicBezTo>
                  <a:pt x="99428" y="17240"/>
                  <a:pt x="100123" y="15645"/>
                  <a:pt x="100123" y="40923"/>
                </a:cubicBezTo>
                <a:lnTo>
                  <a:pt x="89439" y="40923"/>
                </a:lnTo>
                <a:close/>
                <a:moveTo>
                  <a:pt x="162378" y="91795"/>
                </a:moveTo>
                <a:cubicBezTo>
                  <a:pt x="162378" y="115040"/>
                  <a:pt x="178176" y="140784"/>
                  <a:pt x="211162" y="140784"/>
                </a:cubicBezTo>
                <a:cubicBezTo>
                  <a:pt x="226029" y="140784"/>
                  <a:pt x="237414" y="135547"/>
                  <a:pt x="245311" y="128030"/>
                </a:cubicBezTo>
                <a:cubicBezTo>
                  <a:pt x="255764" y="118001"/>
                  <a:pt x="260411" y="103646"/>
                  <a:pt x="260411" y="89745"/>
                </a:cubicBezTo>
                <a:cubicBezTo>
                  <a:pt x="260411" y="66045"/>
                  <a:pt x="247169" y="38477"/>
                  <a:pt x="211627" y="38477"/>
                </a:cubicBezTo>
                <a:cubicBezTo>
                  <a:pt x="196296" y="38477"/>
                  <a:pt x="183752" y="44628"/>
                  <a:pt x="175156" y="54424"/>
                </a:cubicBezTo>
                <a:cubicBezTo>
                  <a:pt x="166794" y="64224"/>
                  <a:pt x="162378" y="77440"/>
                  <a:pt x="162378" y="91795"/>
                </a:cubicBezTo>
                <a:moveTo>
                  <a:pt x="208142" y="46448"/>
                </a:moveTo>
                <a:cubicBezTo>
                  <a:pt x="228120" y="46448"/>
                  <a:pt x="240434" y="64224"/>
                  <a:pt x="240434" y="97039"/>
                </a:cubicBezTo>
                <a:cubicBezTo>
                  <a:pt x="240434" y="125751"/>
                  <a:pt x="225334" y="132816"/>
                  <a:pt x="214416" y="132816"/>
                </a:cubicBezTo>
                <a:cubicBezTo>
                  <a:pt x="190256" y="132816"/>
                  <a:pt x="182359" y="104101"/>
                  <a:pt x="182359" y="86555"/>
                </a:cubicBezTo>
                <a:cubicBezTo>
                  <a:pt x="182359" y="66729"/>
                  <a:pt x="187236" y="46448"/>
                  <a:pt x="208142" y="46448"/>
                </a:cubicBezTo>
                <a:close/>
                <a:moveTo>
                  <a:pt x="310821" y="56929"/>
                </a:moveTo>
                <a:cubicBezTo>
                  <a:pt x="310356" y="47814"/>
                  <a:pt x="310122" y="41896"/>
                  <a:pt x="308963" y="39616"/>
                </a:cubicBezTo>
                <a:cubicBezTo>
                  <a:pt x="308495" y="38477"/>
                  <a:pt x="308031" y="37795"/>
                  <a:pt x="306174" y="37795"/>
                </a:cubicBezTo>
                <a:cubicBezTo>
                  <a:pt x="299669" y="40301"/>
                  <a:pt x="293629" y="42351"/>
                  <a:pt x="277600" y="44398"/>
                </a:cubicBezTo>
                <a:cubicBezTo>
                  <a:pt x="277136" y="45767"/>
                  <a:pt x="277600" y="49409"/>
                  <a:pt x="278065" y="50775"/>
                </a:cubicBezTo>
                <a:cubicBezTo>
                  <a:pt x="290609" y="51915"/>
                  <a:pt x="293165" y="53055"/>
                  <a:pt x="293165" y="66278"/>
                </a:cubicBezTo>
                <a:lnTo>
                  <a:pt x="293165" y="110742"/>
                </a:lnTo>
                <a:cubicBezTo>
                  <a:pt x="293165" y="129667"/>
                  <a:pt x="290379" y="130578"/>
                  <a:pt x="275973" y="131492"/>
                </a:cubicBezTo>
                <a:cubicBezTo>
                  <a:pt x="274580" y="132857"/>
                  <a:pt x="274580" y="137639"/>
                  <a:pt x="275973" y="139005"/>
                </a:cubicBezTo>
                <a:cubicBezTo>
                  <a:pt x="284105" y="138779"/>
                  <a:pt x="293165" y="138550"/>
                  <a:pt x="302459" y="138550"/>
                </a:cubicBezTo>
                <a:cubicBezTo>
                  <a:pt x="311749" y="138550"/>
                  <a:pt x="322436" y="138779"/>
                  <a:pt x="330564" y="139005"/>
                </a:cubicBezTo>
                <a:cubicBezTo>
                  <a:pt x="331961" y="137639"/>
                  <a:pt x="331961" y="132857"/>
                  <a:pt x="330564" y="131492"/>
                </a:cubicBezTo>
                <a:cubicBezTo>
                  <a:pt x="314305" y="130352"/>
                  <a:pt x="311515" y="129667"/>
                  <a:pt x="311515" y="110742"/>
                </a:cubicBezTo>
                <a:lnTo>
                  <a:pt x="311515" y="79049"/>
                </a:lnTo>
                <a:cubicBezTo>
                  <a:pt x="311515" y="73120"/>
                  <a:pt x="314305" y="67876"/>
                  <a:pt x="317091" y="63772"/>
                </a:cubicBezTo>
                <a:cubicBezTo>
                  <a:pt x="319647" y="60123"/>
                  <a:pt x="324992" y="52599"/>
                  <a:pt x="327778" y="52599"/>
                </a:cubicBezTo>
                <a:cubicBezTo>
                  <a:pt x="329870" y="52599"/>
                  <a:pt x="331961" y="53055"/>
                  <a:pt x="333818" y="55564"/>
                </a:cubicBezTo>
                <a:cubicBezTo>
                  <a:pt x="335445" y="57843"/>
                  <a:pt x="338231" y="60808"/>
                  <a:pt x="342180" y="60808"/>
                </a:cubicBezTo>
                <a:cubicBezTo>
                  <a:pt x="347756" y="60808"/>
                  <a:pt x="353097" y="55105"/>
                  <a:pt x="353097" y="49409"/>
                </a:cubicBezTo>
                <a:cubicBezTo>
                  <a:pt x="353097" y="45083"/>
                  <a:pt x="348918" y="38477"/>
                  <a:pt x="339160" y="38477"/>
                </a:cubicBezTo>
                <a:cubicBezTo>
                  <a:pt x="328243" y="38477"/>
                  <a:pt x="318718" y="48499"/>
                  <a:pt x="313376" y="57385"/>
                </a:cubicBezTo>
                <a:cubicBezTo>
                  <a:pt x="311983" y="59894"/>
                  <a:pt x="310821" y="58069"/>
                  <a:pt x="310821" y="56929"/>
                </a:cubicBezTo>
                <a:close/>
                <a:moveTo>
                  <a:pt x="383297" y="74326"/>
                </a:moveTo>
                <a:cubicBezTo>
                  <a:pt x="387710" y="48700"/>
                  <a:pt x="403973" y="46660"/>
                  <a:pt x="409548" y="46660"/>
                </a:cubicBezTo>
                <a:cubicBezTo>
                  <a:pt x="418375" y="46660"/>
                  <a:pt x="428828" y="51425"/>
                  <a:pt x="428828" y="70472"/>
                </a:cubicBezTo>
                <a:cubicBezTo>
                  <a:pt x="428828" y="72512"/>
                  <a:pt x="427899" y="73648"/>
                  <a:pt x="425343" y="73648"/>
                </a:cubicBezTo>
                <a:lnTo>
                  <a:pt x="383297" y="74326"/>
                </a:lnTo>
                <a:moveTo>
                  <a:pt x="444158" y="117338"/>
                </a:moveTo>
                <a:cubicBezTo>
                  <a:pt x="435566" y="125987"/>
                  <a:pt x="428828" y="129626"/>
                  <a:pt x="415354" y="129626"/>
                </a:cubicBezTo>
                <a:cubicBezTo>
                  <a:pt x="406993" y="129626"/>
                  <a:pt x="397234" y="124847"/>
                  <a:pt x="390035" y="113244"/>
                </a:cubicBezTo>
                <a:cubicBezTo>
                  <a:pt x="385388" y="105734"/>
                  <a:pt x="382599" y="95267"/>
                  <a:pt x="382599" y="82068"/>
                </a:cubicBezTo>
                <a:lnTo>
                  <a:pt x="444392" y="82524"/>
                </a:lnTo>
                <a:cubicBezTo>
                  <a:pt x="447178" y="82524"/>
                  <a:pt x="448805" y="81158"/>
                  <a:pt x="448805" y="78652"/>
                </a:cubicBezTo>
                <a:cubicBezTo>
                  <a:pt x="448805" y="59588"/>
                  <a:pt x="441836" y="39144"/>
                  <a:pt x="409548" y="39144"/>
                </a:cubicBezTo>
                <a:cubicBezTo>
                  <a:pt x="389337" y="39144"/>
                  <a:pt x="363085" y="58000"/>
                  <a:pt x="363085" y="92536"/>
                </a:cubicBezTo>
                <a:cubicBezTo>
                  <a:pt x="363085" y="105279"/>
                  <a:pt x="366339" y="117567"/>
                  <a:pt x="374006" y="126213"/>
                </a:cubicBezTo>
                <a:cubicBezTo>
                  <a:pt x="381904" y="135321"/>
                  <a:pt x="392821" y="140784"/>
                  <a:pt x="409548" y="140784"/>
                </a:cubicBezTo>
                <a:cubicBezTo>
                  <a:pt x="427201" y="140784"/>
                  <a:pt x="439745" y="132816"/>
                  <a:pt x="449039" y="120979"/>
                </a:cubicBezTo>
                <a:cubicBezTo>
                  <a:pt x="448341" y="118703"/>
                  <a:pt x="446948" y="117567"/>
                  <a:pt x="444158" y="117338"/>
                </a:cubicBezTo>
                <a:close/>
                <a:moveTo>
                  <a:pt x="601195" y="110752"/>
                </a:moveTo>
                <a:lnTo>
                  <a:pt x="601195" y="31676"/>
                </a:lnTo>
                <a:cubicBezTo>
                  <a:pt x="601195" y="18005"/>
                  <a:pt x="601426" y="4104"/>
                  <a:pt x="601894" y="1140"/>
                </a:cubicBezTo>
                <a:cubicBezTo>
                  <a:pt x="601894" y="0"/>
                  <a:pt x="601426" y="0"/>
                  <a:pt x="600497" y="0"/>
                </a:cubicBezTo>
                <a:cubicBezTo>
                  <a:pt x="587722" y="7750"/>
                  <a:pt x="575408" y="13445"/>
                  <a:pt x="554966" y="22790"/>
                </a:cubicBezTo>
                <a:cubicBezTo>
                  <a:pt x="555431" y="25295"/>
                  <a:pt x="556359" y="27575"/>
                  <a:pt x="558451" y="28944"/>
                </a:cubicBezTo>
                <a:cubicBezTo>
                  <a:pt x="569138" y="24614"/>
                  <a:pt x="574249" y="23245"/>
                  <a:pt x="578662" y="23245"/>
                </a:cubicBezTo>
                <a:cubicBezTo>
                  <a:pt x="582611" y="23245"/>
                  <a:pt x="583309" y="28715"/>
                  <a:pt x="583309" y="36464"/>
                </a:cubicBezTo>
                <a:lnTo>
                  <a:pt x="583309" y="110752"/>
                </a:lnTo>
                <a:cubicBezTo>
                  <a:pt x="583309" y="129667"/>
                  <a:pt x="577035" y="130807"/>
                  <a:pt x="560776" y="131492"/>
                </a:cubicBezTo>
                <a:cubicBezTo>
                  <a:pt x="559379" y="132857"/>
                  <a:pt x="559379" y="137639"/>
                  <a:pt x="560776" y="139005"/>
                </a:cubicBezTo>
                <a:cubicBezTo>
                  <a:pt x="572158" y="138779"/>
                  <a:pt x="580519" y="138550"/>
                  <a:pt x="593064" y="138550"/>
                </a:cubicBezTo>
                <a:cubicBezTo>
                  <a:pt x="604215" y="138550"/>
                  <a:pt x="609791" y="138779"/>
                  <a:pt x="621407" y="139005"/>
                </a:cubicBezTo>
                <a:cubicBezTo>
                  <a:pt x="622800" y="137639"/>
                  <a:pt x="622800" y="132857"/>
                  <a:pt x="621407" y="131492"/>
                </a:cubicBezTo>
                <a:cubicBezTo>
                  <a:pt x="605144" y="130807"/>
                  <a:pt x="601195" y="129667"/>
                  <a:pt x="601195" y="1107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FFA7E-0181-4E8E-8BE2-F78FB8AB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063" y="4308739"/>
            <a:ext cx="47" cy="692195"/>
          </a:xfrm>
          <a:custGeom xmlns:a="http://schemas.openxmlformats.org/drawingml/2006/main">
            <a:pathLst>
              <a:path w="47" h="692195" fill="none">
                <a:moveTo>
                  <a:pt x="47" y="0"/>
                </a:moveTo>
                <a:lnTo>
                  <a:pt x="0" y="692195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8981A-D0A3-4AAE-B090-3257CD89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1061" y="4932611"/>
            <a:ext cx="74015" cy="91098"/>
          </a:xfrm>
          <a:custGeom xmlns:a="http://schemas.openxmlformats.org/drawingml/2006/main">
            <a:pathLst>
              <a:path w="74015" h="91098">
                <a:moveTo>
                  <a:pt x="37003" y="91098"/>
                </a:moveTo>
                <a:cubicBezTo>
                  <a:pt x="42698" y="62631"/>
                  <a:pt x="54086" y="34164"/>
                  <a:pt x="74015" y="4"/>
                </a:cubicBezTo>
                <a:cubicBezTo>
                  <a:pt x="48393" y="34163"/>
                  <a:pt x="25619" y="34162"/>
                  <a:pt x="0" y="0"/>
                </a:cubicBezTo>
                <a:cubicBezTo>
                  <a:pt x="19925" y="34162"/>
                  <a:pt x="31311" y="62630"/>
                  <a:pt x="37003" y="910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9F3198-8D47-429D-A592-376501FC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1061" y="4932611"/>
            <a:ext cx="74015" cy="91098"/>
          </a:xfrm>
          <a:custGeom xmlns:a="http://schemas.openxmlformats.org/drawingml/2006/main">
            <a:pathLst>
              <a:path w="74015" h="91098" fill="none">
                <a:moveTo>
                  <a:pt x="37003" y="91098"/>
                </a:moveTo>
                <a:cubicBezTo>
                  <a:pt x="42698" y="62631"/>
                  <a:pt x="54086" y="34164"/>
                  <a:pt x="74015" y="4"/>
                </a:cubicBezTo>
                <a:cubicBezTo>
                  <a:pt x="48393" y="34163"/>
                  <a:pt x="25619" y="34162"/>
                  <a:pt x="0" y="0"/>
                </a:cubicBezTo>
                <a:cubicBezTo>
                  <a:pt x="19925" y="34162"/>
                  <a:pt x="31311" y="62630"/>
                  <a:pt x="37003" y="9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A1620C-EF2B-4D19-8BBE-219EB2A1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0525" y="4308739"/>
            <a:ext cx="13" cy="692195"/>
          </a:xfrm>
          <a:custGeom xmlns:a="http://schemas.openxmlformats.org/drawingml/2006/main">
            <a:pathLst>
              <a:path w="13" h="692195" fill="none">
                <a:moveTo>
                  <a:pt x="13" y="0"/>
                </a:moveTo>
                <a:lnTo>
                  <a:pt x="0" y="692195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6DD54-C9BA-4344-96AD-59747AB3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3519" y="4932612"/>
            <a:ext cx="74015" cy="91097"/>
          </a:xfrm>
          <a:custGeom xmlns:a="http://schemas.openxmlformats.org/drawingml/2006/main">
            <a:pathLst>
              <a:path w="74015" h="91097">
                <a:moveTo>
                  <a:pt x="37005" y="91097"/>
                </a:moveTo>
                <a:cubicBezTo>
                  <a:pt x="42700" y="62629"/>
                  <a:pt x="54087" y="34162"/>
                  <a:pt x="74015" y="1"/>
                </a:cubicBezTo>
                <a:cubicBezTo>
                  <a:pt x="48394" y="34162"/>
                  <a:pt x="25620" y="34162"/>
                  <a:pt x="0" y="0"/>
                </a:cubicBezTo>
                <a:cubicBezTo>
                  <a:pt x="19926" y="34161"/>
                  <a:pt x="31313" y="62629"/>
                  <a:pt x="37005" y="910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58F893-CD37-4D8A-83C5-94EAC24A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3519" y="4932612"/>
            <a:ext cx="74015" cy="91097"/>
          </a:xfrm>
          <a:custGeom xmlns:a="http://schemas.openxmlformats.org/drawingml/2006/main">
            <a:pathLst>
              <a:path w="74015" h="91097" fill="none">
                <a:moveTo>
                  <a:pt x="37005" y="91097"/>
                </a:moveTo>
                <a:cubicBezTo>
                  <a:pt x="42700" y="62629"/>
                  <a:pt x="54087" y="34162"/>
                  <a:pt x="74015" y="1"/>
                </a:cubicBezTo>
                <a:cubicBezTo>
                  <a:pt x="48394" y="34162"/>
                  <a:pt x="25620" y="34162"/>
                  <a:pt x="0" y="0"/>
                </a:cubicBezTo>
                <a:cubicBezTo>
                  <a:pt x="19926" y="34161"/>
                  <a:pt x="31313" y="62629"/>
                  <a:pt x="37005" y="910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6DF9B-83DE-4775-9EEC-48FE6650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986" y="6349989"/>
            <a:ext cx="10" cy="351992"/>
          </a:xfrm>
          <a:custGeom xmlns:a="http://schemas.openxmlformats.org/drawingml/2006/main">
            <a:pathLst>
              <a:path w="7" h="351992" fill="none">
                <a:moveTo>
                  <a:pt x="7" y="0"/>
                </a:moveTo>
                <a:lnTo>
                  <a:pt x="0" y="351992"/>
                </a:lnTo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8C0A8-2A24-4CEA-8C21-E4C11A98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982" y="6633658"/>
            <a:ext cx="74015" cy="91097"/>
          </a:xfrm>
          <a:custGeom xmlns:a="http://schemas.openxmlformats.org/drawingml/2006/main">
            <a:pathLst>
              <a:path w="74015" h="91097">
                <a:moveTo>
                  <a:pt x="37005" y="91097"/>
                </a:moveTo>
                <a:cubicBezTo>
                  <a:pt x="42700" y="62629"/>
                  <a:pt x="54087" y="34162"/>
                  <a:pt x="74015" y="1"/>
                </a:cubicBezTo>
                <a:cubicBezTo>
                  <a:pt x="48394" y="34162"/>
                  <a:pt x="25620" y="34162"/>
                  <a:pt x="0" y="0"/>
                </a:cubicBezTo>
                <a:cubicBezTo>
                  <a:pt x="19926" y="34161"/>
                  <a:pt x="31313" y="62629"/>
                  <a:pt x="37005" y="910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B293B-6872-4B6D-AD0B-FF3CF60D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982" y="6633658"/>
            <a:ext cx="74015" cy="91097"/>
          </a:xfrm>
          <a:custGeom xmlns:a="http://schemas.openxmlformats.org/drawingml/2006/main">
            <a:pathLst>
              <a:path w="74015" h="91097" fill="none">
                <a:moveTo>
                  <a:pt x="37005" y="91097"/>
                </a:moveTo>
                <a:cubicBezTo>
                  <a:pt x="42700" y="62629"/>
                  <a:pt x="54087" y="34162"/>
                  <a:pt x="74015" y="1"/>
                </a:cubicBezTo>
                <a:cubicBezTo>
                  <a:pt x="48394" y="34162"/>
                  <a:pt x="25620" y="34162"/>
                  <a:pt x="0" y="0"/>
                </a:cubicBezTo>
                <a:cubicBezTo>
                  <a:pt x="19926" y="34161"/>
                  <a:pt x="31313" y="62629"/>
                  <a:pt x="37005" y="910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7" cap="flat">
            <a:solidFill>
              <a:srgbClr val="000000"/>
            </a:solidFill>
            <a:round/>
          </a:ln>
        </p:spPr>
      </p:sp>
    </p:spTree>
    <p:extLst>
      <p:ext uri="{BB962C8B-B14F-4D97-AF65-F5344CB8AC3E}">
        <p14:creationId xmlns:p14="http://schemas.microsoft.com/office/powerpoint/2010/main" val="17544434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2026-09-08T03:06:42.2480000Z</dcterms:created>
  <dcterms:modified xsi:type="dcterms:W3CDTF">2026-09-08T03:06:42.2480000Z</dcterms:modified>
</coreProperties>
</file>